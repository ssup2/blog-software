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77" r:id="rId2"/>
    <p:sldId id="423" r:id="rId3"/>
    <p:sldId id="425" r:id="rId4"/>
    <p:sldId id="421" r:id="rId5"/>
    <p:sldId id="424" r:id="rId6"/>
    <p:sldId id="396" r:id="rId7"/>
    <p:sldId id="422" r:id="rId8"/>
    <p:sldId id="420" r:id="rId9"/>
    <p:sldId id="416" r:id="rId10"/>
    <p:sldId id="419" r:id="rId11"/>
    <p:sldId id="418" r:id="rId12"/>
    <p:sldId id="417" r:id="rId1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24" autoAdjust="0"/>
    <p:restoredTop sz="89760" autoAdjust="0"/>
  </p:normalViewPr>
  <p:slideViewPr>
    <p:cSldViewPr>
      <p:cViewPr>
        <p:scale>
          <a:sx n="200" d="100"/>
          <a:sy n="200" d="100"/>
        </p:scale>
        <p:origin x="1776" y="124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13927-5D36-8841-D6AF-D4DB084EA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02F6FF-2143-5949-252A-D1DEEBE3E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2314DD-E9C4-253A-B701-41EE99B79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7D4AF7-8BB0-2C1B-7190-2A5AD12AE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396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C60B-5B16-6881-4A2B-36158A74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FA6FF6-9754-8C45-9394-03B5FB6E1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B97275-1A86-18EA-257C-E4E82E9F7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89D7BC-F503-20EA-77E9-29605B569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806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6506-5CA4-C578-91E8-A9F2265B5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FE7375-B8FA-447B-DBA1-831371EE8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54DA31-ABBC-8951-265F-B85B916EF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7F978A-AE11-0421-F9CE-C0832B86E9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125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96009-5CED-8464-CB16-BA0AF8DF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5B2348-4ED5-A823-C1EF-36D9944F5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7AC882-758C-ABEA-DA31-9E94AF6B1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2E06B9-291D-E4B0-A699-1B64A1617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348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7F370-7ED5-A1EB-A890-D3EFF52C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0B6525-533B-2D8A-D7D4-1DE283099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177E30-9A02-39E5-940E-0A3E1094C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93666-780A-E4C8-7E7C-F309A19808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618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66CA-7569-6373-2FC9-70C1A093A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D0EEDA-D4EB-0015-0783-2CD723DFA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961A2B-208A-2433-26BB-5000992BB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E8EA79-F7C3-7905-64AE-313D1856D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973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ECD7-0E6F-4812-B3B5-62BFA1AC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E3BC30-51AA-3173-C245-C71297D7C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77A273-E4DA-9D33-6F99-40C0A80E0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AE5089-3873-E7E6-CD7A-DB6C2643E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75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2D585-D0CA-F14B-143E-8011EF5B7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110C02-56AD-FFC3-B0A1-FBF3D2EB7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93C7AF-D4DD-910D-3300-CFBE3C152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A6232-E39C-0AFE-3D9E-900B09C1D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57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ED96-8D05-8DCF-7DB3-F966A465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26E2AE-8E0F-E845-DB6E-311BBEFAA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43E28-4AD1-8EB2-C21D-BFA3BF0B5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FFC32-9897-4F52-26F4-2E9C860EB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604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9E9C-4D7E-00EA-C61C-0893A5E8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1A1407-9008-E747-353C-42F22C2DD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B3D106-BFDC-7696-3CF0-8A63F3632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C2D13-5E40-4678-98FC-83A51C8B1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740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5B4C-4979-CE79-6E4C-BC2A918A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2B88D-D981-EC37-D3EF-F21034CD9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A4EE5E-ABE8-8217-CC82-4E4577E80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E47FF-F8BA-BE49-C868-6FED9014DD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794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2025. 12. 1.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398F3-F283-FBEA-5021-FBAF1024C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9F70542-48BE-22BC-76A0-D947A891D7A1}"/>
              </a:ext>
            </a:extLst>
          </p:cNvPr>
          <p:cNvSpPr/>
          <p:nvPr/>
        </p:nvSpPr>
        <p:spPr>
          <a:xfrm>
            <a:off x="35497" y="407069"/>
            <a:ext cx="2075354" cy="1938499"/>
          </a:xfrm>
          <a:prstGeom prst="roundRect">
            <a:avLst>
              <a:gd name="adj" fmla="val 3942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 A</a:t>
            </a:r>
            <a:endParaRPr lang="ko-KR" altLang="en-US" sz="1000" dirty="0"/>
          </a:p>
        </p:txBody>
      </p:sp>
      <p:sp>
        <p:nvSpPr>
          <p:cNvPr id="25" name="사각형: 둥근 모서리 6">
            <a:extLst>
              <a:ext uri="{FF2B5EF4-FFF2-40B4-BE49-F238E27FC236}">
                <a16:creationId xmlns:a16="http://schemas.microsoft.com/office/drawing/2014/main" id="{A801550C-B1D1-A03C-2A49-59F3373505D5}"/>
              </a:ext>
            </a:extLst>
          </p:cNvPr>
          <p:cNvSpPr/>
          <p:nvPr/>
        </p:nvSpPr>
        <p:spPr>
          <a:xfrm>
            <a:off x="6156176" y="102472"/>
            <a:ext cx="2888746" cy="4845542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19D6CA6A-6C13-DAD3-9BAB-3A5DCBB5AFEB}"/>
              </a:ext>
            </a:extLst>
          </p:cNvPr>
          <p:cNvSpPr/>
          <p:nvPr/>
        </p:nvSpPr>
        <p:spPr>
          <a:xfrm>
            <a:off x="6880469" y="332112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9302DDBA-98E3-930B-1F4B-AC069C4DEC72}"/>
              </a:ext>
            </a:extLst>
          </p:cNvPr>
          <p:cNvSpPr/>
          <p:nvPr/>
        </p:nvSpPr>
        <p:spPr>
          <a:xfrm>
            <a:off x="6880469" y="4105183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28" name="사각형: 둥근 모서리 70">
            <a:extLst>
              <a:ext uri="{FF2B5EF4-FFF2-40B4-BE49-F238E27FC236}">
                <a16:creationId xmlns:a16="http://schemas.microsoft.com/office/drawing/2014/main" id="{602FF916-CB31-6708-9E3A-E5544C488936}"/>
              </a:ext>
            </a:extLst>
          </p:cNvPr>
          <p:cNvSpPr/>
          <p:nvPr/>
        </p:nvSpPr>
        <p:spPr>
          <a:xfrm>
            <a:off x="6777625" y="3026563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29" name="사각형: 둥근 모서리 70">
            <a:extLst>
              <a:ext uri="{FF2B5EF4-FFF2-40B4-BE49-F238E27FC236}">
                <a16:creationId xmlns:a16="http://schemas.microsoft.com/office/drawing/2014/main" id="{3A632FAB-4D4B-F174-902B-73AE9564318B}"/>
              </a:ext>
            </a:extLst>
          </p:cNvPr>
          <p:cNvSpPr/>
          <p:nvPr/>
        </p:nvSpPr>
        <p:spPr>
          <a:xfrm>
            <a:off x="6777625" y="3751164"/>
            <a:ext cx="1645849" cy="1104768"/>
          </a:xfrm>
          <a:prstGeom prst="roundRect">
            <a:avLst>
              <a:gd name="adj" fmla="val 787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75DC2A8D-E1A2-BC60-118A-450F48ED6A21}"/>
              </a:ext>
            </a:extLst>
          </p:cNvPr>
          <p:cNvSpPr/>
          <p:nvPr/>
        </p:nvSpPr>
        <p:spPr>
          <a:xfrm>
            <a:off x="6880469" y="4476479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3</a:t>
            </a:r>
            <a:endParaRPr lang="ko-KR" altLang="en-US" sz="900" dirty="0"/>
          </a:p>
        </p:txBody>
      </p: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355FEA78-E2F5-7CD6-CD6A-0A1BD47C7737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2110851" y="1376319"/>
            <a:ext cx="4045325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5CB60AF6-25A0-CAF4-AE08-39CECBBF64A4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110851" y="3806239"/>
            <a:ext cx="4045325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6">
            <a:extLst>
              <a:ext uri="{FF2B5EF4-FFF2-40B4-BE49-F238E27FC236}">
                <a16:creationId xmlns:a16="http://schemas.microsoft.com/office/drawing/2014/main" id="{180D3296-B380-998C-AD80-35FC7725CFE4}"/>
              </a:ext>
            </a:extLst>
          </p:cNvPr>
          <p:cNvSpPr/>
          <p:nvPr/>
        </p:nvSpPr>
        <p:spPr>
          <a:xfrm>
            <a:off x="2215446" y="297006"/>
            <a:ext cx="1843418" cy="2206638"/>
          </a:xfrm>
          <a:prstGeom prst="roundRect">
            <a:avLst>
              <a:gd name="adj" fmla="val 636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Request C </a:t>
            </a:r>
            <a:r>
              <a:rPr lang="en-US" altLang="ko-KR" sz="1000" b="1" dirty="0"/>
              <a:t>PID=1 Epoch=0</a:t>
            </a:r>
            <a:endParaRPr lang="ko-KR" altLang="en-US" sz="1000" b="1" dirty="0"/>
          </a:p>
        </p:txBody>
      </p:sp>
      <p:sp>
        <p:nvSpPr>
          <p:cNvPr id="83" name="사각형: 둥근 모서리 6">
            <a:extLst>
              <a:ext uri="{FF2B5EF4-FFF2-40B4-BE49-F238E27FC236}">
                <a16:creationId xmlns:a16="http://schemas.microsoft.com/office/drawing/2014/main" id="{3E0D1FD6-11E7-3A9A-2BFB-0085A92D41D5}"/>
              </a:ext>
            </a:extLst>
          </p:cNvPr>
          <p:cNvSpPr/>
          <p:nvPr/>
        </p:nvSpPr>
        <p:spPr>
          <a:xfrm>
            <a:off x="2304547" y="654276"/>
            <a:ext cx="1665213" cy="661756"/>
          </a:xfrm>
          <a:prstGeom prst="roundRect">
            <a:avLst>
              <a:gd name="adj" fmla="val 9094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</a:p>
          <a:p>
            <a:pPr algn="ctr"/>
            <a:endParaRPr lang="en-US" altLang="ko-KR" sz="1050" dirty="0"/>
          </a:p>
        </p:txBody>
      </p:sp>
      <p:sp>
        <p:nvSpPr>
          <p:cNvPr id="84" name="사각형: 둥근 모서리 6">
            <a:extLst>
              <a:ext uri="{FF2B5EF4-FFF2-40B4-BE49-F238E27FC236}">
                <a16:creationId xmlns:a16="http://schemas.microsoft.com/office/drawing/2014/main" id="{E62FF9C4-27C2-F76D-F095-65FCDCEA47AA}"/>
              </a:ext>
            </a:extLst>
          </p:cNvPr>
          <p:cNvSpPr/>
          <p:nvPr/>
        </p:nvSpPr>
        <p:spPr>
          <a:xfrm>
            <a:off x="2403869" y="919693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tx2"/>
                </a:solidFill>
              </a:rPr>
              <a:t>SEQ=113~106</a:t>
            </a:r>
          </a:p>
        </p:txBody>
      </p:sp>
      <p:sp>
        <p:nvSpPr>
          <p:cNvPr id="85" name="사각형: 둥근 모서리 6">
            <a:extLst>
              <a:ext uri="{FF2B5EF4-FFF2-40B4-BE49-F238E27FC236}">
                <a16:creationId xmlns:a16="http://schemas.microsoft.com/office/drawing/2014/main" id="{66367512-633D-80F9-649C-13B22A4F44E3}"/>
              </a:ext>
            </a:extLst>
          </p:cNvPr>
          <p:cNvSpPr/>
          <p:nvPr/>
        </p:nvSpPr>
        <p:spPr>
          <a:xfrm>
            <a:off x="2311273" y="1406823"/>
            <a:ext cx="1665213" cy="1018553"/>
          </a:xfrm>
          <a:prstGeom prst="roundRect">
            <a:avLst>
              <a:gd name="adj" fmla="val 726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</a:p>
          <a:p>
            <a:pPr algn="ctr"/>
            <a:endParaRPr lang="en-US" altLang="ko-KR" sz="1050" dirty="0"/>
          </a:p>
        </p:txBody>
      </p:sp>
      <p:sp>
        <p:nvSpPr>
          <p:cNvPr id="86" name="사각형: 둥근 모서리 6">
            <a:extLst>
              <a:ext uri="{FF2B5EF4-FFF2-40B4-BE49-F238E27FC236}">
                <a16:creationId xmlns:a16="http://schemas.microsoft.com/office/drawing/2014/main" id="{C18B78A1-2D1D-1800-6BC8-C1857D922DD0}"/>
              </a:ext>
            </a:extLst>
          </p:cNvPr>
          <p:cNvSpPr/>
          <p:nvPr/>
        </p:nvSpPr>
        <p:spPr>
          <a:xfrm>
            <a:off x="2410595" y="1672242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tx2"/>
                </a:solidFill>
              </a:rPr>
              <a:t>SEQ=215~208</a:t>
            </a:r>
            <a:endParaRPr lang="ko-KR" altLang="en-US" sz="900" b="1" dirty="0">
              <a:solidFill>
                <a:schemeClr val="tx2"/>
              </a:solidFill>
            </a:endParaRPr>
          </a:p>
        </p:txBody>
      </p:sp>
      <p:sp>
        <p:nvSpPr>
          <p:cNvPr id="87" name="사각형: 둥근 모서리 6">
            <a:extLst>
              <a:ext uri="{FF2B5EF4-FFF2-40B4-BE49-F238E27FC236}">
                <a16:creationId xmlns:a16="http://schemas.microsoft.com/office/drawing/2014/main" id="{F83928CB-FAD4-4A39-17D5-5B362E02EB88}"/>
              </a:ext>
            </a:extLst>
          </p:cNvPr>
          <p:cNvSpPr/>
          <p:nvPr/>
        </p:nvSpPr>
        <p:spPr>
          <a:xfrm>
            <a:off x="2410595" y="2043519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3 Records</a:t>
            </a:r>
          </a:p>
          <a:p>
            <a:pPr algn="ctr"/>
            <a:r>
              <a:rPr lang="en-US" altLang="ko-KR" sz="900" b="1" dirty="0">
                <a:solidFill>
                  <a:schemeClr val="tx2"/>
                </a:solidFill>
              </a:rPr>
              <a:t>SEQ=195~186</a:t>
            </a:r>
            <a:endParaRPr lang="ko-KR" altLang="en-US" sz="900" b="1" dirty="0">
              <a:solidFill>
                <a:schemeClr val="tx2"/>
              </a:solidFill>
            </a:endParaRPr>
          </a:p>
        </p:txBody>
      </p:sp>
      <p:sp>
        <p:nvSpPr>
          <p:cNvPr id="106" name="사각형: 둥근 모서리 6">
            <a:extLst>
              <a:ext uri="{FF2B5EF4-FFF2-40B4-BE49-F238E27FC236}">
                <a16:creationId xmlns:a16="http://schemas.microsoft.com/office/drawing/2014/main" id="{273944DB-0E05-E5FC-0A63-B883BC1F0270}"/>
              </a:ext>
            </a:extLst>
          </p:cNvPr>
          <p:cNvSpPr/>
          <p:nvPr/>
        </p:nvSpPr>
        <p:spPr>
          <a:xfrm>
            <a:off x="4187347" y="288356"/>
            <a:ext cx="1843418" cy="2206638"/>
          </a:xfrm>
          <a:prstGeom prst="roundRect">
            <a:avLst>
              <a:gd name="adj" fmla="val 636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Request A </a:t>
            </a:r>
            <a:r>
              <a:rPr lang="en-US" altLang="ko-KR" sz="1000" b="1" dirty="0"/>
              <a:t>PID=1 Epoch=0 </a:t>
            </a:r>
            <a:endParaRPr lang="ko-KR" altLang="en-US" sz="1000" b="1" dirty="0"/>
          </a:p>
        </p:txBody>
      </p:sp>
      <p:sp>
        <p:nvSpPr>
          <p:cNvPr id="107" name="사각형: 둥근 모서리 6">
            <a:extLst>
              <a:ext uri="{FF2B5EF4-FFF2-40B4-BE49-F238E27FC236}">
                <a16:creationId xmlns:a16="http://schemas.microsoft.com/office/drawing/2014/main" id="{2A4AFDC7-61A6-6C23-1A64-F23AF42C8E45}"/>
              </a:ext>
            </a:extLst>
          </p:cNvPr>
          <p:cNvSpPr/>
          <p:nvPr/>
        </p:nvSpPr>
        <p:spPr>
          <a:xfrm>
            <a:off x="4276448" y="645626"/>
            <a:ext cx="1665213" cy="661756"/>
          </a:xfrm>
          <a:prstGeom prst="roundRect">
            <a:avLst>
              <a:gd name="adj" fmla="val 9094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</a:p>
          <a:p>
            <a:pPr algn="ctr"/>
            <a:endParaRPr lang="en-US" altLang="ko-KR" sz="1050" dirty="0"/>
          </a:p>
        </p:txBody>
      </p:sp>
      <p:sp>
        <p:nvSpPr>
          <p:cNvPr id="108" name="사각형: 둥근 모서리 6">
            <a:extLst>
              <a:ext uri="{FF2B5EF4-FFF2-40B4-BE49-F238E27FC236}">
                <a16:creationId xmlns:a16="http://schemas.microsoft.com/office/drawing/2014/main" id="{31C12D2A-612A-DF2E-CCE4-BB4CD7680606}"/>
              </a:ext>
            </a:extLst>
          </p:cNvPr>
          <p:cNvSpPr/>
          <p:nvPr/>
        </p:nvSpPr>
        <p:spPr>
          <a:xfrm>
            <a:off x="4375770" y="911043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SEQ=105~100</a:t>
            </a:r>
          </a:p>
        </p:txBody>
      </p:sp>
      <p:sp>
        <p:nvSpPr>
          <p:cNvPr id="109" name="사각형: 둥근 모서리 6">
            <a:extLst>
              <a:ext uri="{FF2B5EF4-FFF2-40B4-BE49-F238E27FC236}">
                <a16:creationId xmlns:a16="http://schemas.microsoft.com/office/drawing/2014/main" id="{6F8F9C36-4943-AD01-9D7E-672BCF3AEEBA}"/>
              </a:ext>
            </a:extLst>
          </p:cNvPr>
          <p:cNvSpPr/>
          <p:nvPr/>
        </p:nvSpPr>
        <p:spPr>
          <a:xfrm>
            <a:off x="4283173" y="1398173"/>
            <a:ext cx="1665213" cy="1018553"/>
          </a:xfrm>
          <a:prstGeom prst="roundRect">
            <a:avLst>
              <a:gd name="adj" fmla="val 726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</a:p>
          <a:p>
            <a:pPr algn="ctr"/>
            <a:endParaRPr lang="en-US" altLang="ko-KR" sz="1050" dirty="0"/>
          </a:p>
        </p:txBody>
      </p:sp>
      <p:sp>
        <p:nvSpPr>
          <p:cNvPr id="110" name="사각형: 둥근 모서리 6">
            <a:extLst>
              <a:ext uri="{FF2B5EF4-FFF2-40B4-BE49-F238E27FC236}">
                <a16:creationId xmlns:a16="http://schemas.microsoft.com/office/drawing/2014/main" id="{B1A18E1F-3125-270F-94BC-82B3EEFFD583}"/>
              </a:ext>
            </a:extLst>
          </p:cNvPr>
          <p:cNvSpPr/>
          <p:nvPr/>
        </p:nvSpPr>
        <p:spPr>
          <a:xfrm>
            <a:off x="4382496" y="1663592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SEQ=207~200</a:t>
            </a:r>
            <a:endParaRPr lang="ko-KR" altLang="en-US" sz="900" b="1" dirty="0">
              <a:solidFill>
                <a:srgbClr val="C00000"/>
              </a:solidFill>
            </a:endParaRPr>
          </a:p>
        </p:txBody>
      </p:sp>
      <p:sp>
        <p:nvSpPr>
          <p:cNvPr id="119" name="사각형: 둥근 모서리 6">
            <a:extLst>
              <a:ext uri="{FF2B5EF4-FFF2-40B4-BE49-F238E27FC236}">
                <a16:creationId xmlns:a16="http://schemas.microsoft.com/office/drawing/2014/main" id="{8ED9F845-0081-3B20-7840-2CA5CEFD9BB9}"/>
              </a:ext>
            </a:extLst>
          </p:cNvPr>
          <p:cNvSpPr/>
          <p:nvPr/>
        </p:nvSpPr>
        <p:spPr>
          <a:xfrm>
            <a:off x="4382496" y="2034869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3 Records</a:t>
            </a:r>
          </a:p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SEQ=185~180</a:t>
            </a:r>
            <a:endParaRPr lang="ko-KR" altLang="en-US" sz="900" b="1" dirty="0">
              <a:solidFill>
                <a:srgbClr val="C00000"/>
              </a:solidFill>
            </a:endParaRPr>
          </a:p>
        </p:txBody>
      </p:sp>
      <p:sp>
        <p:nvSpPr>
          <p:cNvPr id="123" name="사각형: 둥근 모서리 6">
            <a:extLst>
              <a:ext uri="{FF2B5EF4-FFF2-40B4-BE49-F238E27FC236}">
                <a16:creationId xmlns:a16="http://schemas.microsoft.com/office/drawing/2014/main" id="{9A200515-6F9E-A40E-6A25-7343AA4384A5}"/>
              </a:ext>
            </a:extLst>
          </p:cNvPr>
          <p:cNvSpPr/>
          <p:nvPr/>
        </p:nvSpPr>
        <p:spPr>
          <a:xfrm>
            <a:off x="3203848" y="2708939"/>
            <a:ext cx="1843418" cy="2206638"/>
          </a:xfrm>
          <a:prstGeom prst="roundRect">
            <a:avLst>
              <a:gd name="adj" fmla="val 636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Request B </a:t>
            </a:r>
            <a:r>
              <a:rPr lang="en-US" altLang="ko-KR" sz="1000" b="1" dirty="0"/>
              <a:t>PID=2 Epoch=0</a:t>
            </a:r>
            <a:endParaRPr lang="ko-KR" altLang="en-US" sz="1000" b="1" dirty="0"/>
          </a:p>
        </p:txBody>
      </p:sp>
      <p:sp>
        <p:nvSpPr>
          <p:cNvPr id="127" name="사각형: 둥근 모서리 6">
            <a:extLst>
              <a:ext uri="{FF2B5EF4-FFF2-40B4-BE49-F238E27FC236}">
                <a16:creationId xmlns:a16="http://schemas.microsoft.com/office/drawing/2014/main" id="{DBC080C6-B0BB-57E1-B859-26113D3383F3}"/>
              </a:ext>
            </a:extLst>
          </p:cNvPr>
          <p:cNvSpPr/>
          <p:nvPr/>
        </p:nvSpPr>
        <p:spPr>
          <a:xfrm>
            <a:off x="3292949" y="3066209"/>
            <a:ext cx="1665213" cy="661756"/>
          </a:xfrm>
          <a:prstGeom prst="roundRect">
            <a:avLst>
              <a:gd name="adj" fmla="val 9094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</a:p>
          <a:p>
            <a:pPr algn="ctr"/>
            <a:endParaRPr lang="en-US" altLang="ko-KR" sz="1000" dirty="0"/>
          </a:p>
        </p:txBody>
      </p:sp>
      <p:sp>
        <p:nvSpPr>
          <p:cNvPr id="128" name="사각형: 둥근 모서리 6">
            <a:extLst>
              <a:ext uri="{FF2B5EF4-FFF2-40B4-BE49-F238E27FC236}">
                <a16:creationId xmlns:a16="http://schemas.microsoft.com/office/drawing/2014/main" id="{BF4B9C42-C8B2-17DC-A615-33DAD252EF6E}"/>
              </a:ext>
            </a:extLst>
          </p:cNvPr>
          <p:cNvSpPr/>
          <p:nvPr/>
        </p:nvSpPr>
        <p:spPr>
          <a:xfrm>
            <a:off x="3392271" y="3331626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SEQ=315~302</a:t>
            </a:r>
            <a:endParaRPr lang="ko-KR" altLang="en-US" sz="9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9" name="사각형: 둥근 모서리 6">
            <a:extLst>
              <a:ext uri="{FF2B5EF4-FFF2-40B4-BE49-F238E27FC236}">
                <a16:creationId xmlns:a16="http://schemas.microsoft.com/office/drawing/2014/main" id="{906625B2-6C46-0548-0FBD-1EC58C709F58}"/>
              </a:ext>
            </a:extLst>
          </p:cNvPr>
          <p:cNvSpPr/>
          <p:nvPr/>
        </p:nvSpPr>
        <p:spPr>
          <a:xfrm>
            <a:off x="3299674" y="3818756"/>
            <a:ext cx="1665213" cy="1018553"/>
          </a:xfrm>
          <a:prstGeom prst="roundRect">
            <a:avLst>
              <a:gd name="adj" fmla="val 726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</a:p>
          <a:p>
            <a:pPr algn="ctr"/>
            <a:endParaRPr lang="en-US" altLang="ko-KR" sz="1000" dirty="0"/>
          </a:p>
        </p:txBody>
      </p:sp>
      <p:sp>
        <p:nvSpPr>
          <p:cNvPr id="133" name="사각형: 둥근 모서리 6">
            <a:extLst>
              <a:ext uri="{FF2B5EF4-FFF2-40B4-BE49-F238E27FC236}">
                <a16:creationId xmlns:a16="http://schemas.microsoft.com/office/drawing/2014/main" id="{80DA1036-4068-1379-00DE-A0C32DE4AF6D}"/>
              </a:ext>
            </a:extLst>
          </p:cNvPr>
          <p:cNvSpPr/>
          <p:nvPr/>
        </p:nvSpPr>
        <p:spPr>
          <a:xfrm>
            <a:off x="3398997" y="4084175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SEQ=524~520</a:t>
            </a:r>
            <a:endParaRPr lang="ko-KR" altLang="en-US" sz="9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4" name="사각형: 둥근 모서리 6">
            <a:extLst>
              <a:ext uri="{FF2B5EF4-FFF2-40B4-BE49-F238E27FC236}">
                <a16:creationId xmlns:a16="http://schemas.microsoft.com/office/drawing/2014/main" id="{63FD77AD-F201-B57B-5749-71382B9199C0}"/>
              </a:ext>
            </a:extLst>
          </p:cNvPr>
          <p:cNvSpPr/>
          <p:nvPr/>
        </p:nvSpPr>
        <p:spPr>
          <a:xfrm>
            <a:off x="3398997" y="4455452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3 Records</a:t>
            </a:r>
          </a:p>
          <a:p>
            <a:pPr algn="ctr"/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SEQ=480~474</a:t>
            </a:r>
            <a:endParaRPr lang="ko-KR" altLang="en-US" sz="9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사각형: 둥근 모서리 56">
            <a:extLst>
              <a:ext uri="{FF2B5EF4-FFF2-40B4-BE49-F238E27FC236}">
                <a16:creationId xmlns:a16="http://schemas.microsoft.com/office/drawing/2014/main" id="{B4994807-546A-15FD-C21D-EDCC2F960C64}"/>
              </a:ext>
            </a:extLst>
          </p:cNvPr>
          <p:cNvSpPr/>
          <p:nvPr/>
        </p:nvSpPr>
        <p:spPr>
          <a:xfrm>
            <a:off x="6240422" y="407069"/>
            <a:ext cx="2720252" cy="1224523"/>
          </a:xfrm>
          <a:prstGeom prst="roundRect">
            <a:avLst>
              <a:gd name="adj" fmla="val 877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r>
              <a:rPr lang="ko-KR" altLang="en-US" sz="1000" b="1"/>
              <a:t> </a:t>
            </a:r>
            <a:r>
              <a:rPr lang="en-US" altLang="ko-KR" sz="1000" b="1"/>
              <a:t>PID=1 Epoch=0</a:t>
            </a:r>
          </a:p>
          <a:p>
            <a:pPr algn="ctr"/>
            <a:endParaRPr lang="en-US" altLang="ko-KR" sz="1000" b="1" dirty="0"/>
          </a:p>
          <a:p>
            <a:r>
              <a:rPr lang="en-US" altLang="ko-KR" sz="900" dirty="0"/>
              <a:t>Topic A, Partition 0 : [</a:t>
            </a:r>
            <a:r>
              <a:rPr lang="en-US" altLang="ko-KR" sz="900" b="1" dirty="0">
                <a:solidFill>
                  <a:schemeClr val="tx2"/>
                </a:solidFill>
              </a:rPr>
              <a:t>113~106</a:t>
            </a:r>
            <a:r>
              <a:rPr lang="en-US" altLang="ko-KR" sz="900" dirty="0"/>
              <a:t>, </a:t>
            </a:r>
            <a:r>
              <a:rPr lang="en-US" altLang="ko-KR" sz="900" b="1" dirty="0">
                <a:solidFill>
                  <a:srgbClr val="C00000"/>
                </a:solidFill>
              </a:rPr>
              <a:t>105~100</a:t>
            </a:r>
            <a:r>
              <a:rPr lang="en-US" altLang="ko-KR" sz="900" dirty="0"/>
              <a:t>, 99~85, 84~78, 77~70]</a:t>
            </a:r>
          </a:p>
          <a:p>
            <a:r>
              <a:rPr lang="en-US" altLang="ko-KR" sz="900" dirty="0"/>
              <a:t>Topic B, Partition 0 : [</a:t>
            </a:r>
            <a:r>
              <a:rPr lang="en-US" altLang="ko-KR" sz="900" b="1" dirty="0">
                <a:solidFill>
                  <a:schemeClr val="tx2"/>
                </a:solidFill>
              </a:rPr>
              <a:t>215~208</a:t>
            </a:r>
            <a:r>
              <a:rPr lang="en-US" altLang="ko-KR" sz="900" dirty="0"/>
              <a:t>, </a:t>
            </a:r>
            <a:r>
              <a:rPr lang="en-US" altLang="ko-KR" sz="900" b="1" dirty="0">
                <a:solidFill>
                  <a:srgbClr val="C00000"/>
                </a:solidFill>
              </a:rPr>
              <a:t>207~200</a:t>
            </a:r>
            <a:r>
              <a:rPr lang="en-US" altLang="ko-KR" sz="900" dirty="0"/>
              <a:t>, 199~190, 189~179, 178~170]</a:t>
            </a:r>
          </a:p>
          <a:p>
            <a:r>
              <a:rPr lang="en-US" altLang="ko-KR" sz="900" dirty="0"/>
              <a:t>Topic B, Partition 3 : [</a:t>
            </a:r>
            <a:r>
              <a:rPr lang="en-US" altLang="ko-KR" sz="900" b="1" dirty="0">
                <a:solidFill>
                  <a:schemeClr val="tx2"/>
                </a:solidFill>
              </a:rPr>
              <a:t>195~186</a:t>
            </a:r>
            <a:r>
              <a:rPr lang="en-US" altLang="ko-KR" sz="900" dirty="0">
                <a:solidFill>
                  <a:schemeClr val="tx1"/>
                </a:solidFill>
              </a:rPr>
              <a:t>,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b="1" dirty="0">
                <a:solidFill>
                  <a:srgbClr val="C00000"/>
                </a:solidFill>
              </a:rPr>
              <a:t>185~180</a:t>
            </a:r>
            <a:r>
              <a:rPr lang="en-US" altLang="ko-KR" sz="900" dirty="0">
                <a:solidFill>
                  <a:schemeClr val="tx1"/>
                </a:solidFill>
              </a:rPr>
              <a:t>, 179~169, 168~161, 160~152]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6">
            <a:extLst>
              <a:ext uri="{FF2B5EF4-FFF2-40B4-BE49-F238E27FC236}">
                <a16:creationId xmlns:a16="http://schemas.microsoft.com/office/drawing/2014/main" id="{921BAF11-79FD-3C4C-8BF8-FD74F51AB54D}"/>
              </a:ext>
            </a:extLst>
          </p:cNvPr>
          <p:cNvSpPr/>
          <p:nvPr/>
        </p:nvSpPr>
        <p:spPr>
          <a:xfrm>
            <a:off x="6240422" y="1716816"/>
            <a:ext cx="2720252" cy="1224523"/>
          </a:xfrm>
          <a:prstGeom prst="roundRect">
            <a:avLst>
              <a:gd name="adj" fmla="val 877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 PID=2 Epoch=0 </a:t>
            </a:r>
          </a:p>
          <a:p>
            <a:pPr algn="ctr"/>
            <a:endParaRPr lang="en-US" altLang="ko-KR" sz="1000" b="1" dirty="0"/>
          </a:p>
          <a:p>
            <a:r>
              <a:rPr lang="en-US" altLang="ko-KR" sz="900" dirty="0"/>
              <a:t>Topic A, Partition 0 : [</a:t>
            </a:r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315~302</a:t>
            </a:r>
            <a:r>
              <a:rPr lang="en-US" altLang="ko-KR" sz="900" dirty="0"/>
              <a:t>, </a:t>
            </a:r>
            <a:r>
              <a:rPr lang="en-US" altLang="ko-KR" sz="900" dirty="0">
                <a:solidFill>
                  <a:schemeClr val="tx1"/>
                </a:solidFill>
              </a:rPr>
              <a:t>301~298, 297~290, 289~275, 274~270]</a:t>
            </a:r>
          </a:p>
          <a:p>
            <a:r>
              <a:rPr lang="en-US" altLang="ko-KR" sz="900" dirty="0"/>
              <a:t>Topic B, Partition 0 : [</a:t>
            </a:r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524~502</a:t>
            </a:r>
            <a:r>
              <a:rPr lang="en-US" altLang="ko-KR" sz="900" dirty="0"/>
              <a:t>, </a:t>
            </a:r>
            <a:r>
              <a:rPr lang="en-US" altLang="ko-KR" sz="900" dirty="0">
                <a:solidFill>
                  <a:schemeClr val="tx1"/>
                </a:solidFill>
              </a:rPr>
              <a:t>501~493, 492~482, 481~472, 471~458]</a:t>
            </a:r>
            <a:endParaRPr lang="en-US" altLang="ko-KR" sz="900" dirty="0"/>
          </a:p>
          <a:p>
            <a:r>
              <a:rPr lang="en-US" altLang="ko-KR" sz="900" dirty="0"/>
              <a:t>Topic B, Partition 3 : [</a:t>
            </a:r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480~474</a:t>
            </a:r>
            <a:r>
              <a:rPr lang="en-US" altLang="ko-KR" sz="900" dirty="0">
                <a:solidFill>
                  <a:schemeClr val="tx1"/>
                </a:solidFill>
              </a:rPr>
              <a:t>, 473~472,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471~464, 463~454, 453~442]</a:t>
            </a:r>
          </a:p>
        </p:txBody>
      </p:sp>
      <p:sp>
        <p:nvSpPr>
          <p:cNvPr id="9" name="사각형: 둥근 모서리 56">
            <a:extLst>
              <a:ext uri="{FF2B5EF4-FFF2-40B4-BE49-F238E27FC236}">
                <a16:creationId xmlns:a16="http://schemas.microsoft.com/office/drawing/2014/main" id="{854F3DFC-911C-704B-E2D0-6833FE7B0399}"/>
              </a:ext>
            </a:extLst>
          </p:cNvPr>
          <p:cNvSpPr/>
          <p:nvPr/>
        </p:nvSpPr>
        <p:spPr>
          <a:xfrm>
            <a:off x="118134" y="720086"/>
            <a:ext cx="1910078" cy="1543857"/>
          </a:xfrm>
          <a:prstGeom prst="roundRect">
            <a:avLst>
              <a:gd name="adj" fmla="val 6126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</a:p>
          <a:p>
            <a:pPr algn="ctr"/>
            <a:endParaRPr lang="en-US" altLang="ko-KR" sz="1000"/>
          </a:p>
          <a:p>
            <a:r>
              <a:rPr lang="en-US" altLang="ko-KR" sz="900"/>
              <a:t>Request C</a:t>
            </a:r>
          </a:p>
          <a:p>
            <a:r>
              <a:rPr lang="en-US" altLang="ko-KR" sz="900"/>
              <a:t>[(Topic A, Partition 0, </a:t>
            </a:r>
            <a:r>
              <a:rPr lang="en-US" altLang="ko-KR" sz="900" b="1">
                <a:solidFill>
                  <a:schemeClr val="tx2"/>
                </a:solidFill>
              </a:rPr>
              <a:t>113~106</a:t>
            </a:r>
            <a:r>
              <a:rPr lang="en-US" altLang="ko-KR" sz="900"/>
              <a:t>), (Topic B, Partition 0, </a:t>
            </a:r>
            <a:r>
              <a:rPr lang="en-US" altLang="ko-KR" sz="900" b="1">
                <a:solidFill>
                  <a:schemeClr val="tx2"/>
                </a:solidFill>
              </a:rPr>
              <a:t>215~208</a:t>
            </a:r>
            <a:r>
              <a:rPr lang="en-US" altLang="ko-KR" sz="900"/>
              <a:t>),</a:t>
            </a:r>
          </a:p>
          <a:p>
            <a:r>
              <a:rPr lang="en-US" altLang="ko-KR" sz="900"/>
              <a:t>(Topic B, Partition 1, </a:t>
            </a:r>
            <a:r>
              <a:rPr lang="en-US" altLang="ko-KR" sz="900" b="1">
                <a:solidFill>
                  <a:schemeClr val="tx2"/>
                </a:solidFill>
              </a:rPr>
              <a:t>195~186</a:t>
            </a:r>
            <a:r>
              <a:rPr lang="en-US" altLang="ko-KR" sz="900"/>
              <a:t>)]</a:t>
            </a:r>
          </a:p>
          <a:p>
            <a:r>
              <a:rPr lang="en-US" altLang="ko-KR" sz="900"/>
              <a:t>Request A</a:t>
            </a:r>
            <a:br>
              <a:rPr lang="en-US" altLang="ko-KR" sz="900"/>
            </a:br>
            <a:r>
              <a:rPr lang="en-US" altLang="ko-KR" sz="900"/>
              <a:t>[(Topic A, Partition 0, </a:t>
            </a:r>
            <a:r>
              <a:rPr lang="en-US" altLang="ko-KR" sz="900" b="1">
                <a:solidFill>
                  <a:srgbClr val="C00000"/>
                </a:solidFill>
              </a:rPr>
              <a:t>105~100</a:t>
            </a:r>
            <a:r>
              <a:rPr lang="en-US" altLang="ko-KR" sz="900"/>
              <a:t>), (Topic B, Partition 0, </a:t>
            </a:r>
            <a:r>
              <a:rPr lang="en-US" altLang="ko-KR" sz="900" b="1">
                <a:solidFill>
                  <a:srgbClr val="C00000"/>
                </a:solidFill>
              </a:rPr>
              <a:t>207~200</a:t>
            </a:r>
            <a:r>
              <a:rPr lang="en-US" altLang="ko-KR" sz="900"/>
              <a:t>),</a:t>
            </a:r>
          </a:p>
          <a:p>
            <a:r>
              <a:rPr lang="en-US" altLang="ko-KR" sz="900"/>
              <a:t>(Topic B, Partition 1, </a:t>
            </a:r>
            <a:r>
              <a:rPr lang="en-US" altLang="ko-KR" sz="900" b="1">
                <a:solidFill>
                  <a:srgbClr val="C00000"/>
                </a:solidFill>
              </a:rPr>
              <a:t>185~180</a:t>
            </a:r>
            <a:r>
              <a:rPr lang="en-US" altLang="ko-KR" sz="900"/>
              <a:t>)]</a:t>
            </a:r>
          </a:p>
        </p:txBody>
      </p:sp>
      <p:sp>
        <p:nvSpPr>
          <p:cNvPr id="47" name="사각형: 둥근 모서리 56">
            <a:extLst>
              <a:ext uri="{FF2B5EF4-FFF2-40B4-BE49-F238E27FC236}">
                <a16:creationId xmlns:a16="http://schemas.microsoft.com/office/drawing/2014/main" id="{95C348D6-9F72-0068-DA3E-24FECE24E5CC}"/>
              </a:ext>
            </a:extLst>
          </p:cNvPr>
          <p:cNvSpPr/>
          <p:nvPr/>
        </p:nvSpPr>
        <p:spPr>
          <a:xfrm>
            <a:off x="35497" y="3107769"/>
            <a:ext cx="2075354" cy="1396940"/>
          </a:xfrm>
          <a:prstGeom prst="roundRect">
            <a:avLst>
              <a:gd name="adj" fmla="val 3942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 B</a:t>
            </a:r>
            <a:endParaRPr lang="ko-KR" altLang="en-US" sz="1000" dirty="0"/>
          </a:p>
        </p:txBody>
      </p:sp>
      <p:sp>
        <p:nvSpPr>
          <p:cNvPr id="48" name="사각형: 둥근 모서리 56">
            <a:extLst>
              <a:ext uri="{FF2B5EF4-FFF2-40B4-BE49-F238E27FC236}">
                <a16:creationId xmlns:a16="http://schemas.microsoft.com/office/drawing/2014/main" id="{9EF14BE3-6FB4-EBE7-4B82-F2C4EC192CB1}"/>
              </a:ext>
            </a:extLst>
          </p:cNvPr>
          <p:cNvSpPr/>
          <p:nvPr/>
        </p:nvSpPr>
        <p:spPr>
          <a:xfrm>
            <a:off x="118134" y="3420785"/>
            <a:ext cx="1910078" cy="998733"/>
          </a:xfrm>
          <a:prstGeom prst="roundRect">
            <a:avLst>
              <a:gd name="adj" fmla="val 6126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</a:p>
          <a:p>
            <a:pPr algn="ctr"/>
            <a:endParaRPr lang="en-US" altLang="ko-KR" sz="1000"/>
          </a:p>
          <a:p>
            <a:r>
              <a:rPr lang="en-US" altLang="ko-KR" sz="900"/>
              <a:t>Request B</a:t>
            </a:r>
            <a:br>
              <a:rPr lang="en-US" altLang="ko-KR" sz="900"/>
            </a:br>
            <a:r>
              <a:rPr lang="en-US" altLang="ko-KR" sz="900"/>
              <a:t>[(Topic A, Partition 0, </a:t>
            </a:r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315~302</a:t>
            </a:r>
            <a:r>
              <a:rPr lang="en-US" altLang="ko-KR" sz="900"/>
              <a:t>), (Topic B, Partition 0, </a:t>
            </a:r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524~520</a:t>
            </a:r>
            <a:r>
              <a:rPr lang="en-US" altLang="ko-KR" sz="900"/>
              <a:t>),</a:t>
            </a:r>
          </a:p>
          <a:p>
            <a:r>
              <a:rPr lang="en-US" altLang="ko-KR" sz="900"/>
              <a:t>(Topic B, Partition 1, </a:t>
            </a:r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480~474</a:t>
            </a:r>
            <a:r>
              <a:rPr lang="en-US" altLang="ko-KR" sz="900"/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220878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FFC09-8E71-F6E3-BCBA-09E1DBACA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모서리 6">
            <a:extLst>
              <a:ext uri="{FF2B5EF4-FFF2-40B4-BE49-F238E27FC236}">
                <a16:creationId xmlns:a16="http://schemas.microsoft.com/office/drawing/2014/main" id="{FA4B5637-5CB7-C83D-B45E-0DAA8E667010}"/>
              </a:ext>
            </a:extLst>
          </p:cNvPr>
          <p:cNvSpPr/>
          <p:nvPr/>
        </p:nvSpPr>
        <p:spPr>
          <a:xfrm>
            <a:off x="4133451" y="1482400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132~125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6">
            <a:extLst>
              <a:ext uri="{FF2B5EF4-FFF2-40B4-BE49-F238E27FC236}">
                <a16:creationId xmlns:a16="http://schemas.microsoft.com/office/drawing/2014/main" id="{A34B57CC-30A7-36E0-7BDC-7EF4482BBF08}"/>
              </a:ext>
            </a:extLst>
          </p:cNvPr>
          <p:cNvSpPr/>
          <p:nvPr/>
        </p:nvSpPr>
        <p:spPr>
          <a:xfrm>
            <a:off x="5071239" y="1482399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124~121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6">
            <a:extLst>
              <a:ext uri="{FF2B5EF4-FFF2-40B4-BE49-F238E27FC236}">
                <a16:creationId xmlns:a16="http://schemas.microsoft.com/office/drawing/2014/main" id="{BBC8F638-B3A4-A268-DDEB-C0BB10FD03FA}"/>
              </a:ext>
            </a:extLst>
          </p:cNvPr>
          <p:cNvSpPr/>
          <p:nvPr/>
        </p:nvSpPr>
        <p:spPr>
          <a:xfrm>
            <a:off x="6006285" y="1482399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56">
            <a:extLst>
              <a:ext uri="{FF2B5EF4-FFF2-40B4-BE49-F238E27FC236}">
                <a16:creationId xmlns:a16="http://schemas.microsoft.com/office/drawing/2014/main" id="{71CCB745-E56E-9810-5BF9-A5DF20A7B571}"/>
              </a:ext>
            </a:extLst>
          </p:cNvPr>
          <p:cNvSpPr/>
          <p:nvPr/>
        </p:nvSpPr>
        <p:spPr>
          <a:xfrm>
            <a:off x="111165" y="1476865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26" name="사각형: 둥근 모서리 6">
            <a:extLst>
              <a:ext uri="{FF2B5EF4-FFF2-40B4-BE49-F238E27FC236}">
                <a16:creationId xmlns:a16="http://schemas.microsoft.com/office/drawing/2014/main" id="{F9FFEA81-D1EA-6868-DF2B-56A3B719EB3D}"/>
              </a:ext>
            </a:extLst>
          </p:cNvPr>
          <p:cNvSpPr/>
          <p:nvPr/>
        </p:nvSpPr>
        <p:spPr>
          <a:xfrm>
            <a:off x="6948264" y="1476865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27" name="사각형: 둥근 모서리 6">
            <a:extLst>
              <a:ext uri="{FF2B5EF4-FFF2-40B4-BE49-F238E27FC236}">
                <a16:creationId xmlns:a16="http://schemas.microsoft.com/office/drawing/2014/main" id="{3EC81A6A-E542-3112-0C1A-69CD3F4D7506}"/>
              </a:ext>
            </a:extLst>
          </p:cNvPr>
          <p:cNvSpPr/>
          <p:nvPr/>
        </p:nvSpPr>
        <p:spPr>
          <a:xfrm>
            <a:off x="5067361" y="2763777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56">
            <a:extLst>
              <a:ext uri="{FF2B5EF4-FFF2-40B4-BE49-F238E27FC236}">
                <a16:creationId xmlns:a16="http://schemas.microsoft.com/office/drawing/2014/main" id="{89A38B70-224B-05C7-4B38-7BC56C97F52A}"/>
              </a:ext>
            </a:extLst>
          </p:cNvPr>
          <p:cNvSpPr/>
          <p:nvPr/>
        </p:nvSpPr>
        <p:spPr>
          <a:xfrm>
            <a:off x="196017" y="177539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[132~125, 124~121, 120~114]</a:t>
            </a:r>
          </a:p>
        </p:txBody>
      </p:sp>
      <p:cxnSp>
        <p:nvCxnSpPr>
          <p:cNvPr id="29" name="직선 화살표 연결선 96">
            <a:extLst>
              <a:ext uri="{FF2B5EF4-FFF2-40B4-BE49-F238E27FC236}">
                <a16:creationId xmlns:a16="http://schemas.microsoft.com/office/drawing/2014/main" id="{D4E8B0D0-4EF5-7FD9-C978-9C0047C4ACD2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2148951" y="1913601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56">
            <a:extLst>
              <a:ext uri="{FF2B5EF4-FFF2-40B4-BE49-F238E27FC236}">
                <a16:creationId xmlns:a16="http://schemas.microsoft.com/office/drawing/2014/main" id="{14E04DFC-AEDE-BB7F-ADFE-269C190F87F3}"/>
              </a:ext>
            </a:extLst>
          </p:cNvPr>
          <p:cNvSpPr/>
          <p:nvPr/>
        </p:nvSpPr>
        <p:spPr>
          <a:xfrm>
            <a:off x="7033117" y="1775398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99~85, 84~78, 77~70</a:t>
            </a:r>
            <a:r>
              <a:rPr lang="en-US" altLang="ko-KR" sz="900"/>
              <a:t>]</a:t>
            </a:r>
          </a:p>
        </p:txBody>
      </p:sp>
      <p:sp>
        <p:nvSpPr>
          <p:cNvPr id="32" name="사각형: 둥근 모서리 6">
            <a:extLst>
              <a:ext uri="{FF2B5EF4-FFF2-40B4-BE49-F238E27FC236}">
                <a16:creationId xmlns:a16="http://schemas.microsoft.com/office/drawing/2014/main" id="{47B7DE9A-A29D-3EFD-2819-136EFB057558}"/>
              </a:ext>
            </a:extLst>
          </p:cNvPr>
          <p:cNvSpPr/>
          <p:nvPr/>
        </p:nvSpPr>
        <p:spPr>
          <a:xfrm>
            <a:off x="6005913" y="2763776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6">
            <a:extLst>
              <a:ext uri="{FF2B5EF4-FFF2-40B4-BE49-F238E27FC236}">
                <a16:creationId xmlns:a16="http://schemas.microsoft.com/office/drawing/2014/main" id="{47F70D91-F3C7-7B8B-0F70-A8C99E4FDA39}"/>
              </a:ext>
            </a:extLst>
          </p:cNvPr>
          <p:cNvSpPr/>
          <p:nvPr/>
        </p:nvSpPr>
        <p:spPr>
          <a:xfrm>
            <a:off x="2254448" y="3344248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6">
            <a:extLst>
              <a:ext uri="{FF2B5EF4-FFF2-40B4-BE49-F238E27FC236}">
                <a16:creationId xmlns:a16="http://schemas.microsoft.com/office/drawing/2014/main" id="{2B45EDB2-D78B-C1F8-A837-235E60553B98}"/>
              </a:ext>
            </a:extLst>
          </p:cNvPr>
          <p:cNvSpPr/>
          <p:nvPr/>
        </p:nvSpPr>
        <p:spPr>
          <a:xfrm>
            <a:off x="3193000" y="3344247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124~121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56">
            <a:extLst>
              <a:ext uri="{FF2B5EF4-FFF2-40B4-BE49-F238E27FC236}">
                <a16:creationId xmlns:a16="http://schemas.microsoft.com/office/drawing/2014/main" id="{497A9E00-2B90-A851-9AF3-4E5F2D15AC98}"/>
              </a:ext>
            </a:extLst>
          </p:cNvPr>
          <p:cNvSpPr/>
          <p:nvPr/>
        </p:nvSpPr>
        <p:spPr>
          <a:xfrm>
            <a:off x="111165" y="2758247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40" name="사각형: 둥근 모서리 6">
            <a:extLst>
              <a:ext uri="{FF2B5EF4-FFF2-40B4-BE49-F238E27FC236}">
                <a16:creationId xmlns:a16="http://schemas.microsoft.com/office/drawing/2014/main" id="{1350299B-650B-B788-72FC-9EA2C3FDE71F}"/>
              </a:ext>
            </a:extLst>
          </p:cNvPr>
          <p:cNvSpPr/>
          <p:nvPr/>
        </p:nvSpPr>
        <p:spPr>
          <a:xfrm>
            <a:off x="6948264" y="2758247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42" name="사각형: 둥근 모서리 56">
            <a:extLst>
              <a:ext uri="{FF2B5EF4-FFF2-40B4-BE49-F238E27FC236}">
                <a16:creationId xmlns:a16="http://schemas.microsoft.com/office/drawing/2014/main" id="{5F8D5B20-3E0F-B017-6C7B-BF1D42DD5815}"/>
              </a:ext>
            </a:extLst>
          </p:cNvPr>
          <p:cNvSpPr/>
          <p:nvPr/>
        </p:nvSpPr>
        <p:spPr>
          <a:xfrm>
            <a:off x="196017" y="3056781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132~125,</a:t>
            </a:r>
          </a:p>
          <a:p>
            <a:r>
              <a:rPr lang="en-US" altLang="ko-KR" sz="900"/>
              <a:t>124~121, 120~114]</a:t>
            </a:r>
          </a:p>
        </p:txBody>
      </p: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B95BE260-041B-A0D9-EE52-3BF6E62C1B4B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2148951" y="3194983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56">
            <a:extLst>
              <a:ext uri="{FF2B5EF4-FFF2-40B4-BE49-F238E27FC236}">
                <a16:creationId xmlns:a16="http://schemas.microsoft.com/office/drawing/2014/main" id="{26F4796F-DABA-340F-B6AC-C14061550E3F}"/>
              </a:ext>
            </a:extLst>
          </p:cNvPr>
          <p:cNvSpPr/>
          <p:nvPr/>
        </p:nvSpPr>
        <p:spPr>
          <a:xfrm>
            <a:off x="7033117" y="3056780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[132~125, 124~121, 120~114, </a:t>
            </a:r>
            <a:r>
              <a:rPr lang="en-US" altLang="ko-KR" sz="900" dirty="0">
                <a:solidFill>
                  <a:schemeClr val="tx1"/>
                </a:solidFill>
              </a:rPr>
              <a:t>113~106, 105~100</a:t>
            </a:r>
            <a:r>
              <a:rPr lang="en-US" altLang="ko-KR" sz="900"/>
              <a:t>]</a:t>
            </a:r>
          </a:p>
        </p:txBody>
      </p:sp>
      <p:sp>
        <p:nvSpPr>
          <p:cNvPr id="46" name="사각형: 둥근 모서리 6">
            <a:extLst>
              <a:ext uri="{FF2B5EF4-FFF2-40B4-BE49-F238E27FC236}">
                <a16:creationId xmlns:a16="http://schemas.microsoft.com/office/drawing/2014/main" id="{CAEA3077-E68E-58D0-1454-2C6B15E1619A}"/>
              </a:ext>
            </a:extLst>
          </p:cNvPr>
          <p:cNvSpPr/>
          <p:nvPr/>
        </p:nvSpPr>
        <p:spPr>
          <a:xfrm>
            <a:off x="2254448" y="4625630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7" name="사각형: 둥근 모서리 6">
            <a:extLst>
              <a:ext uri="{FF2B5EF4-FFF2-40B4-BE49-F238E27FC236}">
                <a16:creationId xmlns:a16="http://schemas.microsoft.com/office/drawing/2014/main" id="{B049A9D0-BC29-B192-0F15-C06BF40F8392}"/>
              </a:ext>
            </a:extLst>
          </p:cNvPr>
          <p:cNvSpPr/>
          <p:nvPr/>
        </p:nvSpPr>
        <p:spPr>
          <a:xfrm>
            <a:off x="3193000" y="4625629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56">
            <a:extLst>
              <a:ext uri="{FF2B5EF4-FFF2-40B4-BE49-F238E27FC236}">
                <a16:creationId xmlns:a16="http://schemas.microsoft.com/office/drawing/2014/main" id="{216861BE-0AAC-C263-7152-CD4F4E5A333E}"/>
              </a:ext>
            </a:extLst>
          </p:cNvPr>
          <p:cNvSpPr/>
          <p:nvPr/>
        </p:nvSpPr>
        <p:spPr>
          <a:xfrm>
            <a:off x="111165" y="4041995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49" name="사각형: 둥근 모서리 6">
            <a:extLst>
              <a:ext uri="{FF2B5EF4-FFF2-40B4-BE49-F238E27FC236}">
                <a16:creationId xmlns:a16="http://schemas.microsoft.com/office/drawing/2014/main" id="{CD56572D-68C9-F95F-7A30-3083C05D3DE7}"/>
              </a:ext>
            </a:extLst>
          </p:cNvPr>
          <p:cNvSpPr/>
          <p:nvPr/>
        </p:nvSpPr>
        <p:spPr>
          <a:xfrm>
            <a:off x="6948264" y="4041995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50" name="사각형: 둥근 모서리 56">
            <a:extLst>
              <a:ext uri="{FF2B5EF4-FFF2-40B4-BE49-F238E27FC236}">
                <a16:creationId xmlns:a16="http://schemas.microsoft.com/office/drawing/2014/main" id="{AB35BD78-DBB1-2EE4-63A3-928C2B619B87}"/>
              </a:ext>
            </a:extLst>
          </p:cNvPr>
          <p:cNvSpPr/>
          <p:nvPr/>
        </p:nvSpPr>
        <p:spPr>
          <a:xfrm>
            <a:off x="196017" y="434052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142~133]</a:t>
            </a:r>
          </a:p>
        </p:txBody>
      </p: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75B81B4E-7A19-F246-4638-0E05FD414A07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2148951" y="4478731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6">
            <a:extLst>
              <a:ext uri="{FF2B5EF4-FFF2-40B4-BE49-F238E27FC236}">
                <a16:creationId xmlns:a16="http://schemas.microsoft.com/office/drawing/2014/main" id="{08D6411E-C75D-C303-3E23-F945211A2F56}"/>
              </a:ext>
            </a:extLst>
          </p:cNvPr>
          <p:cNvSpPr/>
          <p:nvPr/>
        </p:nvSpPr>
        <p:spPr>
          <a:xfrm>
            <a:off x="7033117" y="4340528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[150~143, 142~133, 132~125,</a:t>
            </a:r>
          </a:p>
          <a:p>
            <a:r>
              <a:rPr lang="en-US" altLang="ko-KR" sz="900"/>
              <a:t>124~121, 120~114]</a:t>
            </a:r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E3DCE644-C947-C6D6-683A-9BA830618344}"/>
              </a:ext>
            </a:extLst>
          </p:cNvPr>
          <p:cNvSpPr/>
          <p:nvPr/>
        </p:nvSpPr>
        <p:spPr>
          <a:xfrm>
            <a:off x="4440595" y="2435319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F2E63FB7-9D8F-FF86-03B3-1ADA23039C29}"/>
              </a:ext>
            </a:extLst>
          </p:cNvPr>
          <p:cNvSpPr/>
          <p:nvPr/>
        </p:nvSpPr>
        <p:spPr>
          <a:xfrm>
            <a:off x="4440595" y="3719067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843B1B5E-14F4-C553-6D02-2B32C8F24817}"/>
              </a:ext>
            </a:extLst>
          </p:cNvPr>
          <p:cNvSpPr/>
          <p:nvPr/>
        </p:nvSpPr>
        <p:spPr>
          <a:xfrm>
            <a:off x="4135351" y="3344247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132~125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476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29321-2BC5-2818-77AF-4FE50C5E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A5C3E26-9FCC-C991-F7FB-E86318DBB447}"/>
              </a:ext>
            </a:extLst>
          </p:cNvPr>
          <p:cNvSpPr/>
          <p:nvPr/>
        </p:nvSpPr>
        <p:spPr>
          <a:xfrm>
            <a:off x="111165" y="195486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25" name="사각형: 둥근 모서리 6">
            <a:extLst>
              <a:ext uri="{FF2B5EF4-FFF2-40B4-BE49-F238E27FC236}">
                <a16:creationId xmlns:a16="http://schemas.microsoft.com/office/drawing/2014/main" id="{1263CAEB-4C34-B362-28DE-9F1E8C77961B}"/>
              </a:ext>
            </a:extLst>
          </p:cNvPr>
          <p:cNvSpPr/>
          <p:nvPr/>
        </p:nvSpPr>
        <p:spPr>
          <a:xfrm>
            <a:off x="6948264" y="195486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84" name="사각형: 둥근 모서리 6">
            <a:extLst>
              <a:ext uri="{FF2B5EF4-FFF2-40B4-BE49-F238E27FC236}">
                <a16:creationId xmlns:a16="http://schemas.microsoft.com/office/drawing/2014/main" id="{3F768B4C-433B-EE76-DD5B-774C709E4588}"/>
              </a:ext>
            </a:extLst>
          </p:cNvPr>
          <p:cNvSpPr/>
          <p:nvPr/>
        </p:nvSpPr>
        <p:spPr>
          <a:xfrm>
            <a:off x="2256426" y="195488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56">
            <a:extLst>
              <a:ext uri="{FF2B5EF4-FFF2-40B4-BE49-F238E27FC236}">
                <a16:creationId xmlns:a16="http://schemas.microsoft.com/office/drawing/2014/main" id="{9EC1216B-A603-BA14-A84F-C514B197C313}"/>
              </a:ext>
            </a:extLst>
          </p:cNvPr>
          <p:cNvSpPr/>
          <p:nvPr/>
        </p:nvSpPr>
        <p:spPr>
          <a:xfrm>
            <a:off x="196017" y="494020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132~125,</a:t>
            </a:r>
          </a:p>
          <a:p>
            <a:r>
              <a:rPr lang="en-US" altLang="ko-KR" sz="900"/>
              <a:t>124~121, 120~114]</a:t>
            </a:r>
          </a:p>
        </p:txBody>
      </p:sp>
      <p:cxnSp>
        <p:nvCxnSpPr>
          <p:cNvPr id="3" name="직선 화살표 연결선 96">
            <a:extLst>
              <a:ext uri="{FF2B5EF4-FFF2-40B4-BE49-F238E27FC236}">
                <a16:creationId xmlns:a16="http://schemas.microsoft.com/office/drawing/2014/main" id="{02F17C20-8950-31BF-9D36-44A5E920CE4D}"/>
              </a:ext>
            </a:extLst>
          </p:cNvPr>
          <p:cNvCxnSpPr>
            <a:cxnSpLocks/>
            <a:stCxn id="57" idx="3"/>
            <a:endCxn id="25" idx="1"/>
          </p:cNvCxnSpPr>
          <p:nvPr/>
        </p:nvCxnSpPr>
        <p:spPr>
          <a:xfrm>
            <a:off x="2148951" y="632222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56">
            <a:extLst>
              <a:ext uri="{FF2B5EF4-FFF2-40B4-BE49-F238E27FC236}">
                <a16:creationId xmlns:a16="http://schemas.microsoft.com/office/drawing/2014/main" id="{3399035D-5933-250F-6163-1EE62D29FA4D}"/>
              </a:ext>
            </a:extLst>
          </p:cNvPr>
          <p:cNvSpPr/>
          <p:nvPr/>
        </p:nvSpPr>
        <p:spPr>
          <a:xfrm>
            <a:off x="7033117" y="49401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99~85, 84~78, 77~70</a:t>
            </a:r>
            <a:r>
              <a:rPr lang="en-US" altLang="ko-KR" sz="900"/>
              <a:t>]</a:t>
            </a:r>
          </a:p>
        </p:txBody>
      </p:sp>
      <p:sp>
        <p:nvSpPr>
          <p:cNvPr id="18" name="사각형: 둥근 모서리 6">
            <a:extLst>
              <a:ext uri="{FF2B5EF4-FFF2-40B4-BE49-F238E27FC236}">
                <a16:creationId xmlns:a16="http://schemas.microsoft.com/office/drawing/2014/main" id="{AB65B069-A952-F6F2-C77D-36F83665BE72}"/>
              </a:ext>
            </a:extLst>
          </p:cNvPr>
          <p:cNvSpPr/>
          <p:nvPr/>
        </p:nvSpPr>
        <p:spPr>
          <a:xfrm>
            <a:off x="3194978" y="195487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6">
            <a:extLst>
              <a:ext uri="{FF2B5EF4-FFF2-40B4-BE49-F238E27FC236}">
                <a16:creationId xmlns:a16="http://schemas.microsoft.com/office/drawing/2014/main" id="{670CE90D-C8C6-EFCC-CF50-DCBEED7962C7}"/>
              </a:ext>
            </a:extLst>
          </p:cNvPr>
          <p:cNvSpPr/>
          <p:nvPr/>
        </p:nvSpPr>
        <p:spPr>
          <a:xfrm>
            <a:off x="4133451" y="195487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132~125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6">
            <a:extLst>
              <a:ext uri="{FF2B5EF4-FFF2-40B4-BE49-F238E27FC236}">
                <a16:creationId xmlns:a16="http://schemas.microsoft.com/office/drawing/2014/main" id="{71D072C7-CC06-CDE9-ECD2-96DD527252A3}"/>
              </a:ext>
            </a:extLst>
          </p:cNvPr>
          <p:cNvSpPr/>
          <p:nvPr/>
        </p:nvSpPr>
        <p:spPr>
          <a:xfrm>
            <a:off x="5071239" y="195486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124~121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6">
            <a:extLst>
              <a:ext uri="{FF2B5EF4-FFF2-40B4-BE49-F238E27FC236}">
                <a16:creationId xmlns:a16="http://schemas.microsoft.com/office/drawing/2014/main" id="{7987BFEC-CB74-2CA5-9AA4-0B6A28AECCEF}"/>
              </a:ext>
            </a:extLst>
          </p:cNvPr>
          <p:cNvSpPr/>
          <p:nvPr/>
        </p:nvSpPr>
        <p:spPr>
          <a:xfrm>
            <a:off x="6006285" y="195486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56">
            <a:extLst>
              <a:ext uri="{FF2B5EF4-FFF2-40B4-BE49-F238E27FC236}">
                <a16:creationId xmlns:a16="http://schemas.microsoft.com/office/drawing/2014/main" id="{76F4232C-AFE7-7C9F-1F39-735BBAFBD21C}"/>
              </a:ext>
            </a:extLst>
          </p:cNvPr>
          <p:cNvSpPr/>
          <p:nvPr/>
        </p:nvSpPr>
        <p:spPr>
          <a:xfrm>
            <a:off x="111165" y="1476865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26" name="사각형: 둥근 모서리 6">
            <a:extLst>
              <a:ext uri="{FF2B5EF4-FFF2-40B4-BE49-F238E27FC236}">
                <a16:creationId xmlns:a16="http://schemas.microsoft.com/office/drawing/2014/main" id="{BFC18C31-5588-F27A-EF05-BCA46EDE368D}"/>
              </a:ext>
            </a:extLst>
          </p:cNvPr>
          <p:cNvSpPr/>
          <p:nvPr/>
        </p:nvSpPr>
        <p:spPr>
          <a:xfrm>
            <a:off x="6948264" y="1476865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27" name="사각형: 둥근 모서리 6">
            <a:extLst>
              <a:ext uri="{FF2B5EF4-FFF2-40B4-BE49-F238E27FC236}">
                <a16:creationId xmlns:a16="http://schemas.microsoft.com/office/drawing/2014/main" id="{0826A2EF-CC80-D1E8-558D-AC9DD11098AF}"/>
              </a:ext>
            </a:extLst>
          </p:cNvPr>
          <p:cNvSpPr/>
          <p:nvPr/>
        </p:nvSpPr>
        <p:spPr>
          <a:xfrm>
            <a:off x="5067361" y="1476864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56">
            <a:extLst>
              <a:ext uri="{FF2B5EF4-FFF2-40B4-BE49-F238E27FC236}">
                <a16:creationId xmlns:a16="http://schemas.microsoft.com/office/drawing/2014/main" id="{73C70489-AC54-8CC9-2BD3-8F2AA74439AE}"/>
              </a:ext>
            </a:extLst>
          </p:cNvPr>
          <p:cNvSpPr/>
          <p:nvPr/>
        </p:nvSpPr>
        <p:spPr>
          <a:xfrm>
            <a:off x="196017" y="177539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132~125,</a:t>
            </a:r>
          </a:p>
          <a:p>
            <a:r>
              <a:rPr lang="en-US" altLang="ko-KR" sz="900"/>
              <a:t>124~121, 120~114]</a:t>
            </a:r>
          </a:p>
        </p:txBody>
      </p:sp>
      <p:cxnSp>
        <p:nvCxnSpPr>
          <p:cNvPr id="29" name="직선 화살표 연결선 96">
            <a:extLst>
              <a:ext uri="{FF2B5EF4-FFF2-40B4-BE49-F238E27FC236}">
                <a16:creationId xmlns:a16="http://schemas.microsoft.com/office/drawing/2014/main" id="{02E79248-0E87-B243-7F6A-1E8246433467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2148951" y="1913601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56">
            <a:extLst>
              <a:ext uri="{FF2B5EF4-FFF2-40B4-BE49-F238E27FC236}">
                <a16:creationId xmlns:a16="http://schemas.microsoft.com/office/drawing/2014/main" id="{4AFFEA65-9C8D-AD6D-71C9-6E9E791B5EF1}"/>
              </a:ext>
            </a:extLst>
          </p:cNvPr>
          <p:cNvSpPr/>
          <p:nvPr/>
        </p:nvSpPr>
        <p:spPr>
          <a:xfrm>
            <a:off x="7033117" y="1775398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[124~121, 120~114, 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</a:t>
            </a:r>
            <a:r>
              <a:rPr lang="en-US" altLang="ko-KR" sz="900"/>
              <a:t>]</a:t>
            </a:r>
          </a:p>
        </p:txBody>
      </p:sp>
      <p:sp>
        <p:nvSpPr>
          <p:cNvPr id="32" name="사각형: 둥근 모서리 6">
            <a:extLst>
              <a:ext uri="{FF2B5EF4-FFF2-40B4-BE49-F238E27FC236}">
                <a16:creationId xmlns:a16="http://schemas.microsoft.com/office/drawing/2014/main" id="{A30AAAEE-2842-103A-0369-89E90C0D4E10}"/>
              </a:ext>
            </a:extLst>
          </p:cNvPr>
          <p:cNvSpPr/>
          <p:nvPr/>
        </p:nvSpPr>
        <p:spPr>
          <a:xfrm>
            <a:off x="6005913" y="1476863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6">
            <a:extLst>
              <a:ext uri="{FF2B5EF4-FFF2-40B4-BE49-F238E27FC236}">
                <a16:creationId xmlns:a16="http://schemas.microsoft.com/office/drawing/2014/main" id="{97E23E0D-FA1C-7E7B-4442-806B73DCA9A6}"/>
              </a:ext>
            </a:extLst>
          </p:cNvPr>
          <p:cNvSpPr/>
          <p:nvPr/>
        </p:nvSpPr>
        <p:spPr>
          <a:xfrm>
            <a:off x="2254448" y="2057335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6">
            <a:extLst>
              <a:ext uri="{FF2B5EF4-FFF2-40B4-BE49-F238E27FC236}">
                <a16:creationId xmlns:a16="http://schemas.microsoft.com/office/drawing/2014/main" id="{3273BA78-E1BF-CCF3-7700-A0EB4C33D80E}"/>
              </a:ext>
            </a:extLst>
          </p:cNvPr>
          <p:cNvSpPr/>
          <p:nvPr/>
        </p:nvSpPr>
        <p:spPr>
          <a:xfrm>
            <a:off x="3193000" y="2057334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124~121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56">
            <a:extLst>
              <a:ext uri="{FF2B5EF4-FFF2-40B4-BE49-F238E27FC236}">
                <a16:creationId xmlns:a16="http://schemas.microsoft.com/office/drawing/2014/main" id="{0BC6F639-6052-BA51-FE93-EE2D2CC33920}"/>
              </a:ext>
            </a:extLst>
          </p:cNvPr>
          <p:cNvSpPr/>
          <p:nvPr/>
        </p:nvSpPr>
        <p:spPr>
          <a:xfrm>
            <a:off x="111165" y="2758247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40" name="사각형: 둥근 모서리 6">
            <a:extLst>
              <a:ext uri="{FF2B5EF4-FFF2-40B4-BE49-F238E27FC236}">
                <a16:creationId xmlns:a16="http://schemas.microsoft.com/office/drawing/2014/main" id="{B89C5732-0FDC-55AB-763C-C2552A85CF7C}"/>
              </a:ext>
            </a:extLst>
          </p:cNvPr>
          <p:cNvSpPr/>
          <p:nvPr/>
        </p:nvSpPr>
        <p:spPr>
          <a:xfrm>
            <a:off x="6948264" y="2758247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42" name="사각형: 둥근 모서리 56">
            <a:extLst>
              <a:ext uri="{FF2B5EF4-FFF2-40B4-BE49-F238E27FC236}">
                <a16:creationId xmlns:a16="http://schemas.microsoft.com/office/drawing/2014/main" id="{916F0AB4-6886-9B2E-7AC6-C4CE72AEE9E6}"/>
              </a:ext>
            </a:extLst>
          </p:cNvPr>
          <p:cNvSpPr/>
          <p:nvPr/>
        </p:nvSpPr>
        <p:spPr>
          <a:xfrm>
            <a:off x="196017" y="3056781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132~125]</a:t>
            </a:r>
          </a:p>
        </p:txBody>
      </p: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63AD6545-D08E-FAD5-6087-127EA85CD889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2148951" y="3194983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56">
            <a:extLst>
              <a:ext uri="{FF2B5EF4-FFF2-40B4-BE49-F238E27FC236}">
                <a16:creationId xmlns:a16="http://schemas.microsoft.com/office/drawing/2014/main" id="{7EA63579-8B80-AEDC-69B6-2C6B4632C376}"/>
              </a:ext>
            </a:extLst>
          </p:cNvPr>
          <p:cNvSpPr/>
          <p:nvPr/>
        </p:nvSpPr>
        <p:spPr>
          <a:xfrm>
            <a:off x="7033117" y="3056780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[124~121, 120~114, 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</a:t>
            </a:r>
            <a:r>
              <a:rPr lang="en-US" altLang="ko-KR" sz="900"/>
              <a:t>]</a:t>
            </a:r>
          </a:p>
        </p:txBody>
      </p:sp>
      <p:sp>
        <p:nvSpPr>
          <p:cNvPr id="46" name="사각형: 둥근 모서리 6">
            <a:extLst>
              <a:ext uri="{FF2B5EF4-FFF2-40B4-BE49-F238E27FC236}">
                <a16:creationId xmlns:a16="http://schemas.microsoft.com/office/drawing/2014/main" id="{4ED32D0F-3A46-B420-03ED-9B2554187913}"/>
              </a:ext>
            </a:extLst>
          </p:cNvPr>
          <p:cNvSpPr/>
          <p:nvPr/>
        </p:nvSpPr>
        <p:spPr>
          <a:xfrm>
            <a:off x="2254448" y="3338717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OutOfOrder</a:t>
            </a:r>
          </a:p>
        </p:txBody>
      </p:sp>
      <p:sp>
        <p:nvSpPr>
          <p:cNvPr id="47" name="사각형: 둥근 모서리 6">
            <a:extLst>
              <a:ext uri="{FF2B5EF4-FFF2-40B4-BE49-F238E27FC236}">
                <a16:creationId xmlns:a16="http://schemas.microsoft.com/office/drawing/2014/main" id="{2C6FAD15-3AF9-E75D-6168-57B9A2010F6B}"/>
              </a:ext>
            </a:extLst>
          </p:cNvPr>
          <p:cNvSpPr/>
          <p:nvPr/>
        </p:nvSpPr>
        <p:spPr>
          <a:xfrm>
            <a:off x="3193000" y="3338716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OutOfOrder</a:t>
            </a:r>
          </a:p>
        </p:txBody>
      </p:sp>
      <p:sp>
        <p:nvSpPr>
          <p:cNvPr id="48" name="사각형: 둥근 모서리 56">
            <a:extLst>
              <a:ext uri="{FF2B5EF4-FFF2-40B4-BE49-F238E27FC236}">
                <a16:creationId xmlns:a16="http://schemas.microsoft.com/office/drawing/2014/main" id="{607002DF-8BBF-0670-1C14-C09CB6B98093}"/>
              </a:ext>
            </a:extLst>
          </p:cNvPr>
          <p:cNvSpPr/>
          <p:nvPr/>
        </p:nvSpPr>
        <p:spPr>
          <a:xfrm>
            <a:off x="111165" y="4041995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49" name="사각형: 둥근 모서리 6">
            <a:extLst>
              <a:ext uri="{FF2B5EF4-FFF2-40B4-BE49-F238E27FC236}">
                <a16:creationId xmlns:a16="http://schemas.microsoft.com/office/drawing/2014/main" id="{4F84BBBB-BA77-F2C3-ED4D-A393F209C58E}"/>
              </a:ext>
            </a:extLst>
          </p:cNvPr>
          <p:cNvSpPr/>
          <p:nvPr/>
        </p:nvSpPr>
        <p:spPr>
          <a:xfrm>
            <a:off x="6948264" y="4041995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50" name="사각형: 둥근 모서리 56">
            <a:extLst>
              <a:ext uri="{FF2B5EF4-FFF2-40B4-BE49-F238E27FC236}">
                <a16:creationId xmlns:a16="http://schemas.microsoft.com/office/drawing/2014/main" id="{1498F43C-5FFA-0A28-DE67-34ACA0A57D33}"/>
              </a:ext>
            </a:extLst>
          </p:cNvPr>
          <p:cNvSpPr/>
          <p:nvPr/>
        </p:nvSpPr>
        <p:spPr>
          <a:xfrm>
            <a:off x="196017" y="434052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132~125]</a:t>
            </a:r>
          </a:p>
        </p:txBody>
      </p: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78A65F58-CC36-5FC3-A4C7-4176A153D1CA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2148951" y="4478731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6">
            <a:extLst>
              <a:ext uri="{FF2B5EF4-FFF2-40B4-BE49-F238E27FC236}">
                <a16:creationId xmlns:a16="http://schemas.microsoft.com/office/drawing/2014/main" id="{829B9E35-FDA1-139F-A618-A56F76E08125}"/>
              </a:ext>
            </a:extLst>
          </p:cNvPr>
          <p:cNvSpPr/>
          <p:nvPr/>
        </p:nvSpPr>
        <p:spPr>
          <a:xfrm>
            <a:off x="7033117" y="4340528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[124~121, 120~114, 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</a:t>
            </a:r>
            <a:r>
              <a:rPr lang="en-US" altLang="ko-KR" sz="900"/>
              <a:t>]</a:t>
            </a:r>
          </a:p>
        </p:txBody>
      </p:sp>
      <p:sp>
        <p:nvSpPr>
          <p:cNvPr id="61" name="Down Arrow 60">
            <a:extLst>
              <a:ext uri="{FF2B5EF4-FFF2-40B4-BE49-F238E27FC236}">
                <a16:creationId xmlns:a16="http://schemas.microsoft.com/office/drawing/2014/main" id="{99FA9EC9-731D-B13E-B9B7-2DA999A1D38D}"/>
              </a:ext>
            </a:extLst>
          </p:cNvPr>
          <p:cNvSpPr/>
          <p:nvPr/>
        </p:nvSpPr>
        <p:spPr>
          <a:xfrm>
            <a:off x="4440595" y="1153937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AD8CA2EB-7502-4533-C557-A00D225005D4}"/>
              </a:ext>
            </a:extLst>
          </p:cNvPr>
          <p:cNvSpPr/>
          <p:nvPr/>
        </p:nvSpPr>
        <p:spPr>
          <a:xfrm>
            <a:off x="4440595" y="2435319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F2E1D460-0820-3862-8919-9F4F4C7C5947}"/>
              </a:ext>
            </a:extLst>
          </p:cNvPr>
          <p:cNvSpPr/>
          <p:nvPr/>
        </p:nvSpPr>
        <p:spPr>
          <a:xfrm>
            <a:off x="4440595" y="3719067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4" name="사각형: 둥근 모서리 6">
            <a:extLst>
              <a:ext uri="{FF2B5EF4-FFF2-40B4-BE49-F238E27FC236}">
                <a16:creationId xmlns:a16="http://schemas.microsoft.com/office/drawing/2014/main" id="{52444C50-A3E0-2EE1-22D8-5D4349821C29}"/>
              </a:ext>
            </a:extLst>
          </p:cNvPr>
          <p:cNvSpPr/>
          <p:nvPr/>
        </p:nvSpPr>
        <p:spPr>
          <a:xfrm>
            <a:off x="4128809" y="4047526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65" name="사각형: 둥근 모서리 6">
            <a:extLst>
              <a:ext uri="{FF2B5EF4-FFF2-40B4-BE49-F238E27FC236}">
                <a16:creationId xmlns:a16="http://schemas.microsoft.com/office/drawing/2014/main" id="{CC4A1B8A-4EF4-F127-DC2E-57B5ABDD0170}"/>
              </a:ext>
            </a:extLst>
          </p:cNvPr>
          <p:cNvSpPr/>
          <p:nvPr/>
        </p:nvSpPr>
        <p:spPr>
          <a:xfrm>
            <a:off x="5067361" y="4047525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66" name="사각형: 둥근 모서리 6">
            <a:extLst>
              <a:ext uri="{FF2B5EF4-FFF2-40B4-BE49-F238E27FC236}">
                <a16:creationId xmlns:a16="http://schemas.microsoft.com/office/drawing/2014/main" id="{BD4A8999-8B26-2F11-12B3-F2D4B79F89AD}"/>
              </a:ext>
            </a:extLst>
          </p:cNvPr>
          <p:cNvSpPr/>
          <p:nvPr/>
        </p:nvSpPr>
        <p:spPr>
          <a:xfrm>
            <a:off x="6005834" y="4047525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132~125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45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E357-42B6-59AE-3AA0-D9AAA71E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84AD674-43D4-2FD0-DEEA-2852C300FB97}"/>
              </a:ext>
            </a:extLst>
          </p:cNvPr>
          <p:cNvSpPr/>
          <p:nvPr/>
        </p:nvSpPr>
        <p:spPr>
          <a:xfrm>
            <a:off x="111165" y="195486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25" name="사각형: 둥근 모서리 6">
            <a:extLst>
              <a:ext uri="{FF2B5EF4-FFF2-40B4-BE49-F238E27FC236}">
                <a16:creationId xmlns:a16="http://schemas.microsoft.com/office/drawing/2014/main" id="{59F5ABF8-6980-77E0-B86C-15F06E67D491}"/>
              </a:ext>
            </a:extLst>
          </p:cNvPr>
          <p:cNvSpPr/>
          <p:nvPr/>
        </p:nvSpPr>
        <p:spPr>
          <a:xfrm>
            <a:off x="6948264" y="195486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84" name="사각형: 둥근 모서리 6">
            <a:extLst>
              <a:ext uri="{FF2B5EF4-FFF2-40B4-BE49-F238E27FC236}">
                <a16:creationId xmlns:a16="http://schemas.microsoft.com/office/drawing/2014/main" id="{84F687F1-FD23-671C-C3BD-00311C94B461}"/>
              </a:ext>
            </a:extLst>
          </p:cNvPr>
          <p:cNvSpPr/>
          <p:nvPr/>
        </p:nvSpPr>
        <p:spPr>
          <a:xfrm>
            <a:off x="2256426" y="195488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56">
            <a:extLst>
              <a:ext uri="{FF2B5EF4-FFF2-40B4-BE49-F238E27FC236}">
                <a16:creationId xmlns:a16="http://schemas.microsoft.com/office/drawing/2014/main" id="{0B63D8C0-8BD1-93DF-B3D5-CABDD22C44F3}"/>
              </a:ext>
            </a:extLst>
          </p:cNvPr>
          <p:cNvSpPr/>
          <p:nvPr/>
        </p:nvSpPr>
        <p:spPr>
          <a:xfrm>
            <a:off x="196017" y="494020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132~125,</a:t>
            </a:r>
          </a:p>
          <a:p>
            <a:r>
              <a:rPr lang="en-US" altLang="ko-KR" sz="900"/>
              <a:t>124~121, 120~114]</a:t>
            </a:r>
          </a:p>
        </p:txBody>
      </p:sp>
      <p:cxnSp>
        <p:nvCxnSpPr>
          <p:cNvPr id="3" name="직선 화살표 연결선 96">
            <a:extLst>
              <a:ext uri="{FF2B5EF4-FFF2-40B4-BE49-F238E27FC236}">
                <a16:creationId xmlns:a16="http://schemas.microsoft.com/office/drawing/2014/main" id="{6EBA5EBD-1165-A612-8A9A-F3DA3A255404}"/>
              </a:ext>
            </a:extLst>
          </p:cNvPr>
          <p:cNvCxnSpPr>
            <a:cxnSpLocks/>
            <a:stCxn id="57" idx="3"/>
            <a:endCxn id="25" idx="1"/>
          </p:cNvCxnSpPr>
          <p:nvPr/>
        </p:nvCxnSpPr>
        <p:spPr>
          <a:xfrm>
            <a:off x="2148951" y="632222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56">
            <a:extLst>
              <a:ext uri="{FF2B5EF4-FFF2-40B4-BE49-F238E27FC236}">
                <a16:creationId xmlns:a16="http://schemas.microsoft.com/office/drawing/2014/main" id="{54628777-5DE9-54C6-06F5-3AB13B75C0BA}"/>
              </a:ext>
            </a:extLst>
          </p:cNvPr>
          <p:cNvSpPr/>
          <p:nvPr/>
        </p:nvSpPr>
        <p:spPr>
          <a:xfrm>
            <a:off x="7033117" y="49401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99~85, 84~78, 77~70</a:t>
            </a:r>
            <a:r>
              <a:rPr lang="en-US" altLang="ko-KR" sz="900"/>
              <a:t>]</a:t>
            </a:r>
          </a:p>
        </p:txBody>
      </p:sp>
      <p:sp>
        <p:nvSpPr>
          <p:cNvPr id="18" name="사각형: 둥근 모서리 6">
            <a:extLst>
              <a:ext uri="{FF2B5EF4-FFF2-40B4-BE49-F238E27FC236}">
                <a16:creationId xmlns:a16="http://schemas.microsoft.com/office/drawing/2014/main" id="{0A2D2961-AF6A-17B6-FF3E-099D327EF413}"/>
              </a:ext>
            </a:extLst>
          </p:cNvPr>
          <p:cNvSpPr/>
          <p:nvPr/>
        </p:nvSpPr>
        <p:spPr>
          <a:xfrm>
            <a:off x="3194978" y="195487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6">
            <a:extLst>
              <a:ext uri="{FF2B5EF4-FFF2-40B4-BE49-F238E27FC236}">
                <a16:creationId xmlns:a16="http://schemas.microsoft.com/office/drawing/2014/main" id="{EA776A55-63A6-1E84-1B6E-C2FFDFE4A3DD}"/>
              </a:ext>
            </a:extLst>
          </p:cNvPr>
          <p:cNvSpPr/>
          <p:nvPr/>
        </p:nvSpPr>
        <p:spPr>
          <a:xfrm>
            <a:off x="4133451" y="195487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132~125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6">
            <a:extLst>
              <a:ext uri="{FF2B5EF4-FFF2-40B4-BE49-F238E27FC236}">
                <a16:creationId xmlns:a16="http://schemas.microsoft.com/office/drawing/2014/main" id="{7F135F66-83F6-C684-D455-B02A5FB7C8BC}"/>
              </a:ext>
            </a:extLst>
          </p:cNvPr>
          <p:cNvSpPr/>
          <p:nvPr/>
        </p:nvSpPr>
        <p:spPr>
          <a:xfrm>
            <a:off x="5071239" y="195486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124~121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6">
            <a:extLst>
              <a:ext uri="{FF2B5EF4-FFF2-40B4-BE49-F238E27FC236}">
                <a16:creationId xmlns:a16="http://schemas.microsoft.com/office/drawing/2014/main" id="{C37EC564-45B6-D1D4-ED38-E93C93C582D6}"/>
              </a:ext>
            </a:extLst>
          </p:cNvPr>
          <p:cNvSpPr/>
          <p:nvPr/>
        </p:nvSpPr>
        <p:spPr>
          <a:xfrm>
            <a:off x="6006285" y="195486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56">
            <a:extLst>
              <a:ext uri="{FF2B5EF4-FFF2-40B4-BE49-F238E27FC236}">
                <a16:creationId xmlns:a16="http://schemas.microsoft.com/office/drawing/2014/main" id="{35F53C3B-628C-3FA1-993F-A2A610A90844}"/>
              </a:ext>
            </a:extLst>
          </p:cNvPr>
          <p:cNvSpPr/>
          <p:nvPr/>
        </p:nvSpPr>
        <p:spPr>
          <a:xfrm>
            <a:off x="111165" y="1476865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26" name="사각형: 둥근 모서리 6">
            <a:extLst>
              <a:ext uri="{FF2B5EF4-FFF2-40B4-BE49-F238E27FC236}">
                <a16:creationId xmlns:a16="http://schemas.microsoft.com/office/drawing/2014/main" id="{3401E44C-84FA-3023-48CD-5DC869A9E4DB}"/>
              </a:ext>
            </a:extLst>
          </p:cNvPr>
          <p:cNvSpPr/>
          <p:nvPr/>
        </p:nvSpPr>
        <p:spPr>
          <a:xfrm>
            <a:off x="6948264" y="1476865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28" name="사각형: 둥근 모서리 56">
            <a:extLst>
              <a:ext uri="{FF2B5EF4-FFF2-40B4-BE49-F238E27FC236}">
                <a16:creationId xmlns:a16="http://schemas.microsoft.com/office/drawing/2014/main" id="{25CF3524-9087-6B66-B23F-72355206C9B6}"/>
              </a:ext>
            </a:extLst>
          </p:cNvPr>
          <p:cNvSpPr/>
          <p:nvPr/>
        </p:nvSpPr>
        <p:spPr>
          <a:xfrm>
            <a:off x="196017" y="177539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132~125,</a:t>
            </a:r>
          </a:p>
          <a:p>
            <a:r>
              <a:rPr lang="en-US" altLang="ko-KR" sz="900"/>
              <a:t>124~121, 120~114]</a:t>
            </a:r>
          </a:p>
        </p:txBody>
      </p:sp>
      <p:cxnSp>
        <p:nvCxnSpPr>
          <p:cNvPr id="29" name="직선 화살표 연결선 96">
            <a:extLst>
              <a:ext uri="{FF2B5EF4-FFF2-40B4-BE49-F238E27FC236}">
                <a16:creationId xmlns:a16="http://schemas.microsoft.com/office/drawing/2014/main" id="{966A56D1-C614-87B1-8715-5C45C36743C9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2148951" y="1913601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56">
            <a:extLst>
              <a:ext uri="{FF2B5EF4-FFF2-40B4-BE49-F238E27FC236}">
                <a16:creationId xmlns:a16="http://schemas.microsoft.com/office/drawing/2014/main" id="{49D2BFAC-E376-1833-A175-93C24D5322D2}"/>
              </a:ext>
            </a:extLst>
          </p:cNvPr>
          <p:cNvSpPr/>
          <p:nvPr/>
        </p:nvSpPr>
        <p:spPr>
          <a:xfrm>
            <a:off x="7033117" y="1775398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[124~121, 120~114, 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</a:t>
            </a:r>
            <a:r>
              <a:rPr lang="en-US" altLang="ko-KR" sz="900"/>
              <a:t>]</a:t>
            </a:r>
          </a:p>
        </p:txBody>
      </p:sp>
      <p:sp>
        <p:nvSpPr>
          <p:cNvPr id="37" name="사각형: 둥근 모서리 6">
            <a:extLst>
              <a:ext uri="{FF2B5EF4-FFF2-40B4-BE49-F238E27FC236}">
                <a16:creationId xmlns:a16="http://schemas.microsoft.com/office/drawing/2014/main" id="{4AA64E80-51F9-1A57-8ADC-4D6F1902C96E}"/>
              </a:ext>
            </a:extLst>
          </p:cNvPr>
          <p:cNvSpPr/>
          <p:nvPr/>
        </p:nvSpPr>
        <p:spPr>
          <a:xfrm>
            <a:off x="2254448" y="2057335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6">
            <a:extLst>
              <a:ext uri="{FF2B5EF4-FFF2-40B4-BE49-F238E27FC236}">
                <a16:creationId xmlns:a16="http://schemas.microsoft.com/office/drawing/2014/main" id="{3F8BE145-E947-9CA3-C985-389AD7949E51}"/>
              </a:ext>
            </a:extLst>
          </p:cNvPr>
          <p:cNvSpPr/>
          <p:nvPr/>
        </p:nvSpPr>
        <p:spPr>
          <a:xfrm>
            <a:off x="3193000" y="2057334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124~121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56">
            <a:extLst>
              <a:ext uri="{FF2B5EF4-FFF2-40B4-BE49-F238E27FC236}">
                <a16:creationId xmlns:a16="http://schemas.microsoft.com/office/drawing/2014/main" id="{0A68E4D9-0762-FAA7-8391-CB27C8D7C764}"/>
              </a:ext>
            </a:extLst>
          </p:cNvPr>
          <p:cNvSpPr/>
          <p:nvPr/>
        </p:nvSpPr>
        <p:spPr>
          <a:xfrm>
            <a:off x="111165" y="2758247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40" name="사각형: 둥근 모서리 6">
            <a:extLst>
              <a:ext uri="{FF2B5EF4-FFF2-40B4-BE49-F238E27FC236}">
                <a16:creationId xmlns:a16="http://schemas.microsoft.com/office/drawing/2014/main" id="{34A874F0-77A6-7BDA-61AA-43B3985C330C}"/>
              </a:ext>
            </a:extLst>
          </p:cNvPr>
          <p:cNvSpPr/>
          <p:nvPr/>
        </p:nvSpPr>
        <p:spPr>
          <a:xfrm>
            <a:off x="6948264" y="2758247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42" name="사각형: 둥근 모서리 56">
            <a:extLst>
              <a:ext uri="{FF2B5EF4-FFF2-40B4-BE49-F238E27FC236}">
                <a16:creationId xmlns:a16="http://schemas.microsoft.com/office/drawing/2014/main" id="{D0B70130-A552-204A-4B28-6141BE587CD5}"/>
              </a:ext>
            </a:extLst>
          </p:cNvPr>
          <p:cNvSpPr/>
          <p:nvPr/>
        </p:nvSpPr>
        <p:spPr>
          <a:xfrm>
            <a:off x="196017" y="3056781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132~125]</a:t>
            </a:r>
          </a:p>
        </p:txBody>
      </p: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A52D2CA9-69D1-71A3-7362-208F0A722F65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2148951" y="3194983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56">
            <a:extLst>
              <a:ext uri="{FF2B5EF4-FFF2-40B4-BE49-F238E27FC236}">
                <a16:creationId xmlns:a16="http://schemas.microsoft.com/office/drawing/2014/main" id="{0470731F-EB24-26F1-563F-30AED33FDC65}"/>
              </a:ext>
            </a:extLst>
          </p:cNvPr>
          <p:cNvSpPr/>
          <p:nvPr/>
        </p:nvSpPr>
        <p:spPr>
          <a:xfrm>
            <a:off x="7033117" y="3056780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[124~121, 120~114, 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</a:t>
            </a:r>
            <a:r>
              <a:rPr lang="en-US" altLang="ko-KR" sz="900"/>
              <a:t>]</a:t>
            </a:r>
          </a:p>
        </p:txBody>
      </p:sp>
      <p:sp>
        <p:nvSpPr>
          <p:cNvPr id="48" name="사각형: 둥근 모서리 56">
            <a:extLst>
              <a:ext uri="{FF2B5EF4-FFF2-40B4-BE49-F238E27FC236}">
                <a16:creationId xmlns:a16="http://schemas.microsoft.com/office/drawing/2014/main" id="{F5BBF980-AD87-1B2C-BCAD-65672151603A}"/>
              </a:ext>
            </a:extLst>
          </p:cNvPr>
          <p:cNvSpPr/>
          <p:nvPr/>
        </p:nvSpPr>
        <p:spPr>
          <a:xfrm>
            <a:off x="111165" y="4041995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49" name="사각형: 둥근 모서리 6">
            <a:extLst>
              <a:ext uri="{FF2B5EF4-FFF2-40B4-BE49-F238E27FC236}">
                <a16:creationId xmlns:a16="http://schemas.microsoft.com/office/drawing/2014/main" id="{0561BE6C-CCAD-F221-3352-635472FBEFA1}"/>
              </a:ext>
            </a:extLst>
          </p:cNvPr>
          <p:cNvSpPr/>
          <p:nvPr/>
        </p:nvSpPr>
        <p:spPr>
          <a:xfrm>
            <a:off x="6948264" y="4041995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50" name="사각형: 둥근 모서리 56">
            <a:extLst>
              <a:ext uri="{FF2B5EF4-FFF2-40B4-BE49-F238E27FC236}">
                <a16:creationId xmlns:a16="http://schemas.microsoft.com/office/drawing/2014/main" id="{E7737BAF-94EA-2732-2C41-9F0F3F4C5DE8}"/>
              </a:ext>
            </a:extLst>
          </p:cNvPr>
          <p:cNvSpPr/>
          <p:nvPr/>
        </p:nvSpPr>
        <p:spPr>
          <a:xfrm>
            <a:off x="196017" y="434052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132~125]</a:t>
            </a:r>
          </a:p>
        </p:txBody>
      </p: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AB94D3C2-4E40-E1EF-196C-7386BD3DE5B4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2148951" y="4478731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6">
            <a:extLst>
              <a:ext uri="{FF2B5EF4-FFF2-40B4-BE49-F238E27FC236}">
                <a16:creationId xmlns:a16="http://schemas.microsoft.com/office/drawing/2014/main" id="{34B57413-E270-0D36-441E-D2A2DFC89D01}"/>
              </a:ext>
            </a:extLst>
          </p:cNvPr>
          <p:cNvSpPr/>
          <p:nvPr/>
        </p:nvSpPr>
        <p:spPr>
          <a:xfrm>
            <a:off x="7033117" y="4340528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[124~121, 120~114, 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</a:t>
            </a:r>
            <a:r>
              <a:rPr lang="en-US" altLang="ko-KR" sz="900"/>
              <a:t>]</a:t>
            </a:r>
          </a:p>
        </p:txBody>
      </p:sp>
      <p:sp>
        <p:nvSpPr>
          <p:cNvPr id="61" name="Down Arrow 60">
            <a:extLst>
              <a:ext uri="{FF2B5EF4-FFF2-40B4-BE49-F238E27FC236}">
                <a16:creationId xmlns:a16="http://schemas.microsoft.com/office/drawing/2014/main" id="{E9E7E93E-428D-02B1-602E-780B5F2192D7}"/>
              </a:ext>
            </a:extLst>
          </p:cNvPr>
          <p:cNvSpPr/>
          <p:nvPr/>
        </p:nvSpPr>
        <p:spPr>
          <a:xfrm>
            <a:off x="4440595" y="1153937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A4285D8D-2756-5AAC-3851-38B10CA36306}"/>
              </a:ext>
            </a:extLst>
          </p:cNvPr>
          <p:cNvSpPr/>
          <p:nvPr/>
        </p:nvSpPr>
        <p:spPr>
          <a:xfrm>
            <a:off x="4440595" y="2435319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05245901-5C00-2916-114A-2E3EDAD0D4FE}"/>
              </a:ext>
            </a:extLst>
          </p:cNvPr>
          <p:cNvSpPr/>
          <p:nvPr/>
        </p:nvSpPr>
        <p:spPr>
          <a:xfrm>
            <a:off x="4440595" y="3719067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7" name="사각형: 둥근 모서리 6">
            <a:extLst>
              <a:ext uri="{FF2B5EF4-FFF2-40B4-BE49-F238E27FC236}">
                <a16:creationId xmlns:a16="http://schemas.microsoft.com/office/drawing/2014/main" id="{B83AE73E-648F-3572-16CC-9DF1CF2943A7}"/>
              </a:ext>
            </a:extLst>
          </p:cNvPr>
          <p:cNvSpPr/>
          <p:nvPr/>
        </p:nvSpPr>
        <p:spPr>
          <a:xfrm>
            <a:off x="4135351" y="2061959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132~125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68" name="사각형: 둥근 모서리 6">
            <a:extLst>
              <a:ext uri="{FF2B5EF4-FFF2-40B4-BE49-F238E27FC236}">
                <a16:creationId xmlns:a16="http://schemas.microsoft.com/office/drawing/2014/main" id="{8DFBC8A7-0B32-3BDF-8266-2029B7D3E95C}"/>
              </a:ext>
            </a:extLst>
          </p:cNvPr>
          <p:cNvSpPr/>
          <p:nvPr/>
        </p:nvSpPr>
        <p:spPr>
          <a:xfrm>
            <a:off x="5073139" y="2061958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6">
            <a:extLst>
              <a:ext uri="{FF2B5EF4-FFF2-40B4-BE49-F238E27FC236}">
                <a16:creationId xmlns:a16="http://schemas.microsoft.com/office/drawing/2014/main" id="{49449498-BAE8-1F52-7104-E089DDBA54BE}"/>
              </a:ext>
            </a:extLst>
          </p:cNvPr>
          <p:cNvSpPr/>
          <p:nvPr/>
        </p:nvSpPr>
        <p:spPr>
          <a:xfrm>
            <a:off x="6008185" y="2061958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2" name="사각형: 둥근 모서리 6">
            <a:extLst>
              <a:ext uri="{FF2B5EF4-FFF2-40B4-BE49-F238E27FC236}">
                <a16:creationId xmlns:a16="http://schemas.microsoft.com/office/drawing/2014/main" id="{1BE71933-6DE8-0873-B211-FF865764D400}"/>
              </a:ext>
            </a:extLst>
          </p:cNvPr>
          <p:cNvSpPr/>
          <p:nvPr/>
        </p:nvSpPr>
        <p:spPr>
          <a:xfrm>
            <a:off x="5067361" y="2753623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3" name="사각형: 둥근 모서리 6">
            <a:extLst>
              <a:ext uri="{FF2B5EF4-FFF2-40B4-BE49-F238E27FC236}">
                <a16:creationId xmlns:a16="http://schemas.microsoft.com/office/drawing/2014/main" id="{51AE8635-8BAC-B55D-9E6E-585E0753D123}"/>
              </a:ext>
            </a:extLst>
          </p:cNvPr>
          <p:cNvSpPr/>
          <p:nvPr/>
        </p:nvSpPr>
        <p:spPr>
          <a:xfrm>
            <a:off x="6005913" y="2753622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4" name="사각형: 둥근 모서리 6">
            <a:extLst>
              <a:ext uri="{FF2B5EF4-FFF2-40B4-BE49-F238E27FC236}">
                <a16:creationId xmlns:a16="http://schemas.microsoft.com/office/drawing/2014/main" id="{30A27D94-9F47-250D-C0C6-9E3C8E8D50CC}"/>
              </a:ext>
            </a:extLst>
          </p:cNvPr>
          <p:cNvSpPr/>
          <p:nvPr/>
        </p:nvSpPr>
        <p:spPr>
          <a:xfrm>
            <a:off x="2254448" y="4622464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5" name="사각형: 둥근 모서리 6">
            <a:extLst>
              <a:ext uri="{FF2B5EF4-FFF2-40B4-BE49-F238E27FC236}">
                <a16:creationId xmlns:a16="http://schemas.microsoft.com/office/drawing/2014/main" id="{DB851F5E-EF1D-A04A-5AF0-06ABE8E6B283}"/>
              </a:ext>
            </a:extLst>
          </p:cNvPr>
          <p:cNvSpPr/>
          <p:nvPr/>
        </p:nvSpPr>
        <p:spPr>
          <a:xfrm>
            <a:off x="3189494" y="4622464"/>
            <a:ext cx="830312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8453E-0BF7-F1F9-1717-79C2EF6E57D8}"/>
              </a:ext>
            </a:extLst>
          </p:cNvPr>
          <p:cNvSpPr txBox="1"/>
          <p:nvPr/>
        </p:nvSpPr>
        <p:spPr>
          <a:xfrm>
            <a:off x="5580111" y="4039630"/>
            <a:ext cx="1368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900" b="1"/>
              <a:t>142~133, 150~143</a:t>
            </a:r>
          </a:p>
          <a:p>
            <a:r>
              <a:rPr lang="en-KR" sz="900" b="1"/>
              <a:t>Not Processed Again</a:t>
            </a:r>
          </a:p>
        </p:txBody>
      </p:sp>
    </p:spTree>
    <p:extLst>
      <p:ext uri="{BB962C8B-B14F-4D97-AF65-F5344CB8AC3E}">
        <p14:creationId xmlns:p14="http://schemas.microsoft.com/office/powerpoint/2010/main" val="70408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D08CE-0760-4173-1391-500355442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97A779DE-1B03-BDFE-20C6-CA7AC56E43DC}"/>
              </a:ext>
            </a:extLst>
          </p:cNvPr>
          <p:cNvSpPr/>
          <p:nvPr/>
        </p:nvSpPr>
        <p:spPr>
          <a:xfrm>
            <a:off x="111165" y="195486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25" name="사각형: 둥근 모서리 6">
            <a:extLst>
              <a:ext uri="{FF2B5EF4-FFF2-40B4-BE49-F238E27FC236}">
                <a16:creationId xmlns:a16="http://schemas.microsoft.com/office/drawing/2014/main" id="{47478A23-9CB9-03A9-F97C-8057BAD278C2}"/>
              </a:ext>
            </a:extLst>
          </p:cNvPr>
          <p:cNvSpPr/>
          <p:nvPr/>
        </p:nvSpPr>
        <p:spPr>
          <a:xfrm>
            <a:off x="6948264" y="195486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84" name="사각형: 둥근 모서리 6">
            <a:extLst>
              <a:ext uri="{FF2B5EF4-FFF2-40B4-BE49-F238E27FC236}">
                <a16:creationId xmlns:a16="http://schemas.microsoft.com/office/drawing/2014/main" id="{E310AAA8-3DA9-2D35-29B3-7027C836F054}"/>
              </a:ext>
            </a:extLst>
          </p:cNvPr>
          <p:cNvSpPr/>
          <p:nvPr/>
        </p:nvSpPr>
        <p:spPr>
          <a:xfrm>
            <a:off x="3000334" y="195488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56">
            <a:extLst>
              <a:ext uri="{FF2B5EF4-FFF2-40B4-BE49-F238E27FC236}">
                <a16:creationId xmlns:a16="http://schemas.microsoft.com/office/drawing/2014/main" id="{4C371FE6-C5B1-2168-6A82-1036B3B559D5}"/>
              </a:ext>
            </a:extLst>
          </p:cNvPr>
          <p:cNvSpPr/>
          <p:nvPr/>
        </p:nvSpPr>
        <p:spPr>
          <a:xfrm>
            <a:off x="196017" y="494020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[155~151, 150~143, 142~133, 132~125, 124~121, 120~114]</a:t>
            </a:r>
          </a:p>
        </p:txBody>
      </p:sp>
      <p:cxnSp>
        <p:nvCxnSpPr>
          <p:cNvPr id="3" name="직선 화살표 연결선 96">
            <a:extLst>
              <a:ext uri="{FF2B5EF4-FFF2-40B4-BE49-F238E27FC236}">
                <a16:creationId xmlns:a16="http://schemas.microsoft.com/office/drawing/2014/main" id="{6098FDF9-BB14-BD58-075C-FE3562B4CC7B}"/>
              </a:ext>
            </a:extLst>
          </p:cNvPr>
          <p:cNvCxnSpPr>
            <a:cxnSpLocks/>
            <a:stCxn id="57" idx="3"/>
            <a:endCxn id="25" idx="1"/>
          </p:cNvCxnSpPr>
          <p:nvPr/>
        </p:nvCxnSpPr>
        <p:spPr>
          <a:xfrm>
            <a:off x="2148951" y="632222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56">
            <a:extLst>
              <a:ext uri="{FF2B5EF4-FFF2-40B4-BE49-F238E27FC236}">
                <a16:creationId xmlns:a16="http://schemas.microsoft.com/office/drawing/2014/main" id="{8D3E78EB-F809-ABAE-B736-CB8797695830}"/>
              </a:ext>
            </a:extLst>
          </p:cNvPr>
          <p:cNvSpPr/>
          <p:nvPr/>
        </p:nvSpPr>
        <p:spPr>
          <a:xfrm>
            <a:off x="7033117" y="49401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99~85, 84~78, 77~70</a:t>
            </a:r>
            <a:r>
              <a:rPr lang="en-US" altLang="ko-KR" sz="900"/>
              <a:t>]</a:t>
            </a:r>
          </a:p>
        </p:txBody>
      </p:sp>
      <p:sp>
        <p:nvSpPr>
          <p:cNvPr id="18" name="사각형: 둥근 모서리 6">
            <a:extLst>
              <a:ext uri="{FF2B5EF4-FFF2-40B4-BE49-F238E27FC236}">
                <a16:creationId xmlns:a16="http://schemas.microsoft.com/office/drawing/2014/main" id="{4A6D8355-5D32-BCBD-5EBB-2B71D5A1A5BD}"/>
              </a:ext>
            </a:extLst>
          </p:cNvPr>
          <p:cNvSpPr/>
          <p:nvPr/>
        </p:nvSpPr>
        <p:spPr>
          <a:xfrm>
            <a:off x="3790372" y="195487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6">
            <a:extLst>
              <a:ext uri="{FF2B5EF4-FFF2-40B4-BE49-F238E27FC236}">
                <a16:creationId xmlns:a16="http://schemas.microsoft.com/office/drawing/2014/main" id="{A29AC6A8-10D0-3F7A-E68B-B331D1FD65FF}"/>
              </a:ext>
            </a:extLst>
          </p:cNvPr>
          <p:cNvSpPr/>
          <p:nvPr/>
        </p:nvSpPr>
        <p:spPr>
          <a:xfrm>
            <a:off x="4581542" y="195487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132~125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6">
            <a:extLst>
              <a:ext uri="{FF2B5EF4-FFF2-40B4-BE49-F238E27FC236}">
                <a16:creationId xmlns:a16="http://schemas.microsoft.com/office/drawing/2014/main" id="{73E89F0A-AA8B-589D-867C-A8B573DD6037}"/>
              </a:ext>
            </a:extLst>
          </p:cNvPr>
          <p:cNvSpPr/>
          <p:nvPr/>
        </p:nvSpPr>
        <p:spPr>
          <a:xfrm>
            <a:off x="5370449" y="195486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124~121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6">
            <a:extLst>
              <a:ext uri="{FF2B5EF4-FFF2-40B4-BE49-F238E27FC236}">
                <a16:creationId xmlns:a16="http://schemas.microsoft.com/office/drawing/2014/main" id="{A30A866B-A8E6-C9E7-B808-2EB1C187C664}"/>
              </a:ext>
            </a:extLst>
          </p:cNvPr>
          <p:cNvSpPr/>
          <p:nvPr/>
        </p:nvSpPr>
        <p:spPr>
          <a:xfrm>
            <a:off x="6161619" y="195486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56">
            <a:extLst>
              <a:ext uri="{FF2B5EF4-FFF2-40B4-BE49-F238E27FC236}">
                <a16:creationId xmlns:a16="http://schemas.microsoft.com/office/drawing/2014/main" id="{47D744F4-7A82-41C3-8E8D-208BBBD02698}"/>
              </a:ext>
            </a:extLst>
          </p:cNvPr>
          <p:cNvSpPr/>
          <p:nvPr/>
        </p:nvSpPr>
        <p:spPr>
          <a:xfrm>
            <a:off x="111165" y="1476865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26" name="사각형: 둥근 모서리 6">
            <a:extLst>
              <a:ext uri="{FF2B5EF4-FFF2-40B4-BE49-F238E27FC236}">
                <a16:creationId xmlns:a16="http://schemas.microsoft.com/office/drawing/2014/main" id="{68B19EBE-841D-B083-89D1-F3B19E91EFBF}"/>
              </a:ext>
            </a:extLst>
          </p:cNvPr>
          <p:cNvSpPr/>
          <p:nvPr/>
        </p:nvSpPr>
        <p:spPr>
          <a:xfrm>
            <a:off x="6948264" y="1476865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28" name="사각형: 둥근 모서리 56">
            <a:extLst>
              <a:ext uri="{FF2B5EF4-FFF2-40B4-BE49-F238E27FC236}">
                <a16:creationId xmlns:a16="http://schemas.microsoft.com/office/drawing/2014/main" id="{06652E4E-B60F-EF91-9748-D9D4FFCE1A61}"/>
              </a:ext>
            </a:extLst>
          </p:cNvPr>
          <p:cNvSpPr/>
          <p:nvPr/>
        </p:nvSpPr>
        <p:spPr>
          <a:xfrm>
            <a:off x="196017" y="177539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[155~151, 150~143, 142~133, 132~125, 124~121, 120~114]</a:t>
            </a:r>
          </a:p>
        </p:txBody>
      </p:sp>
      <p:cxnSp>
        <p:nvCxnSpPr>
          <p:cNvPr id="29" name="직선 화살표 연결선 96">
            <a:extLst>
              <a:ext uri="{FF2B5EF4-FFF2-40B4-BE49-F238E27FC236}">
                <a16:creationId xmlns:a16="http://schemas.microsoft.com/office/drawing/2014/main" id="{B99FBE30-30D5-5CA0-A8E9-457B6EFB71B5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2148951" y="1913601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56">
            <a:extLst>
              <a:ext uri="{FF2B5EF4-FFF2-40B4-BE49-F238E27FC236}">
                <a16:creationId xmlns:a16="http://schemas.microsoft.com/office/drawing/2014/main" id="{B85D4809-CFF5-AFB4-5BC7-2C87B8CEFEAD}"/>
              </a:ext>
            </a:extLst>
          </p:cNvPr>
          <p:cNvSpPr/>
          <p:nvPr/>
        </p:nvSpPr>
        <p:spPr>
          <a:xfrm>
            <a:off x="7033117" y="1775398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[155~151, 150~143, 142~133, 132~125, 124~121]</a:t>
            </a:r>
          </a:p>
        </p:txBody>
      </p:sp>
      <p:sp>
        <p:nvSpPr>
          <p:cNvPr id="39" name="사각형: 둥근 모서리 56">
            <a:extLst>
              <a:ext uri="{FF2B5EF4-FFF2-40B4-BE49-F238E27FC236}">
                <a16:creationId xmlns:a16="http://schemas.microsoft.com/office/drawing/2014/main" id="{26066052-B7E1-7C10-4B67-CC7F61DB37F1}"/>
              </a:ext>
            </a:extLst>
          </p:cNvPr>
          <p:cNvSpPr/>
          <p:nvPr/>
        </p:nvSpPr>
        <p:spPr>
          <a:xfrm>
            <a:off x="111165" y="2758247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40" name="사각형: 둥근 모서리 6">
            <a:extLst>
              <a:ext uri="{FF2B5EF4-FFF2-40B4-BE49-F238E27FC236}">
                <a16:creationId xmlns:a16="http://schemas.microsoft.com/office/drawing/2014/main" id="{34408FC5-4C8F-FC40-E59D-96AA53EA7B6D}"/>
              </a:ext>
            </a:extLst>
          </p:cNvPr>
          <p:cNvSpPr/>
          <p:nvPr/>
        </p:nvSpPr>
        <p:spPr>
          <a:xfrm>
            <a:off x="6948264" y="2758247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42" name="사각형: 둥근 모서리 56">
            <a:extLst>
              <a:ext uri="{FF2B5EF4-FFF2-40B4-BE49-F238E27FC236}">
                <a16:creationId xmlns:a16="http://schemas.microsoft.com/office/drawing/2014/main" id="{ABC18A9F-B481-1C5C-736F-1D96F0FF8D74}"/>
              </a:ext>
            </a:extLst>
          </p:cNvPr>
          <p:cNvSpPr/>
          <p:nvPr/>
        </p:nvSpPr>
        <p:spPr>
          <a:xfrm>
            <a:off x="196017" y="3056781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132~125]</a:t>
            </a:r>
          </a:p>
        </p:txBody>
      </p: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66270F02-66E1-24FA-E1E6-0CFDE0F02840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2148951" y="3194983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56">
            <a:extLst>
              <a:ext uri="{FF2B5EF4-FFF2-40B4-BE49-F238E27FC236}">
                <a16:creationId xmlns:a16="http://schemas.microsoft.com/office/drawing/2014/main" id="{5138547C-7214-5439-E075-84CD516E9231}"/>
              </a:ext>
            </a:extLst>
          </p:cNvPr>
          <p:cNvSpPr/>
          <p:nvPr/>
        </p:nvSpPr>
        <p:spPr>
          <a:xfrm>
            <a:off x="7033117" y="3056780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[124~121, 120~114, 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</a:t>
            </a:r>
            <a:r>
              <a:rPr lang="en-US" altLang="ko-KR" sz="900"/>
              <a:t>]</a:t>
            </a:r>
          </a:p>
        </p:txBody>
      </p:sp>
      <p:sp>
        <p:nvSpPr>
          <p:cNvPr id="48" name="사각형: 둥근 모서리 56">
            <a:extLst>
              <a:ext uri="{FF2B5EF4-FFF2-40B4-BE49-F238E27FC236}">
                <a16:creationId xmlns:a16="http://schemas.microsoft.com/office/drawing/2014/main" id="{D45A389D-E7ED-2142-52EE-48055032CA13}"/>
              </a:ext>
            </a:extLst>
          </p:cNvPr>
          <p:cNvSpPr/>
          <p:nvPr/>
        </p:nvSpPr>
        <p:spPr>
          <a:xfrm>
            <a:off x="111165" y="4041995"/>
            <a:ext cx="2037786" cy="873472"/>
          </a:xfrm>
          <a:prstGeom prst="roundRect">
            <a:avLst>
              <a:gd name="adj" fmla="val 873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49" name="사각형: 둥근 모서리 6">
            <a:extLst>
              <a:ext uri="{FF2B5EF4-FFF2-40B4-BE49-F238E27FC236}">
                <a16:creationId xmlns:a16="http://schemas.microsoft.com/office/drawing/2014/main" id="{829C47C9-6BDF-7EBF-E670-EEFF732F77A3}"/>
              </a:ext>
            </a:extLst>
          </p:cNvPr>
          <p:cNvSpPr/>
          <p:nvPr/>
        </p:nvSpPr>
        <p:spPr>
          <a:xfrm>
            <a:off x="6948264" y="4041995"/>
            <a:ext cx="2037786" cy="873472"/>
          </a:xfrm>
          <a:prstGeom prst="roundRect">
            <a:avLst>
              <a:gd name="adj" fmla="val 795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Kafka Broker</a:t>
            </a:r>
            <a:endParaRPr lang="ko-KR" altLang="en-US" sz="1000" dirty="0"/>
          </a:p>
        </p:txBody>
      </p:sp>
      <p:sp>
        <p:nvSpPr>
          <p:cNvPr id="50" name="사각형: 둥근 모서리 56">
            <a:extLst>
              <a:ext uri="{FF2B5EF4-FFF2-40B4-BE49-F238E27FC236}">
                <a16:creationId xmlns:a16="http://schemas.microsoft.com/office/drawing/2014/main" id="{A4EE48BE-BE9C-3E26-E3F8-4D8FC1B3FE99}"/>
              </a:ext>
            </a:extLst>
          </p:cNvPr>
          <p:cNvSpPr/>
          <p:nvPr/>
        </p:nvSpPr>
        <p:spPr>
          <a:xfrm>
            <a:off x="196017" y="4340529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  <a:endParaRPr lang="en-US" altLang="ko-KR" sz="1000"/>
          </a:p>
          <a:p>
            <a:r>
              <a:rPr lang="en-US" altLang="ko-KR" sz="900"/>
              <a:t>[150~143, 142~133, 132~125]</a:t>
            </a:r>
          </a:p>
        </p:txBody>
      </p: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BE371829-3D93-D7DB-7976-8204A7F43B3E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2148951" y="4478731"/>
            <a:ext cx="479931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6">
            <a:extLst>
              <a:ext uri="{FF2B5EF4-FFF2-40B4-BE49-F238E27FC236}">
                <a16:creationId xmlns:a16="http://schemas.microsoft.com/office/drawing/2014/main" id="{4FC17972-9C19-649C-1344-C49B3B8056B0}"/>
              </a:ext>
            </a:extLst>
          </p:cNvPr>
          <p:cNvSpPr/>
          <p:nvPr/>
        </p:nvSpPr>
        <p:spPr>
          <a:xfrm>
            <a:off x="7033117" y="4340528"/>
            <a:ext cx="1868081" cy="500655"/>
          </a:xfrm>
          <a:prstGeom prst="roundRect">
            <a:avLst>
              <a:gd name="adj" fmla="val 17541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endParaRPr lang="en-US" altLang="ko-KR" sz="1000"/>
          </a:p>
          <a:p>
            <a:r>
              <a:rPr lang="en-US" altLang="ko-KR" sz="900"/>
              <a:t>[124~121, 120~114, </a:t>
            </a:r>
            <a:r>
              <a:rPr lang="en-US" altLang="ko-KR" sz="900" dirty="0">
                <a:solidFill>
                  <a:schemeClr val="tx1"/>
                </a:solidFill>
              </a:rPr>
              <a:t>113~106, 105~100, 99~85</a:t>
            </a:r>
            <a:r>
              <a:rPr lang="en-US" altLang="ko-KR" sz="900"/>
              <a:t>]</a:t>
            </a:r>
          </a:p>
        </p:txBody>
      </p:sp>
      <p:sp>
        <p:nvSpPr>
          <p:cNvPr id="61" name="Down Arrow 60">
            <a:extLst>
              <a:ext uri="{FF2B5EF4-FFF2-40B4-BE49-F238E27FC236}">
                <a16:creationId xmlns:a16="http://schemas.microsoft.com/office/drawing/2014/main" id="{E6AF8B59-4E59-00C0-513C-6637C131A742}"/>
              </a:ext>
            </a:extLst>
          </p:cNvPr>
          <p:cNvSpPr/>
          <p:nvPr/>
        </p:nvSpPr>
        <p:spPr>
          <a:xfrm>
            <a:off x="4437675" y="1153937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19317E7E-76C9-F1AB-B18A-7841F1B7DFCD}"/>
              </a:ext>
            </a:extLst>
          </p:cNvPr>
          <p:cNvSpPr/>
          <p:nvPr/>
        </p:nvSpPr>
        <p:spPr>
          <a:xfrm>
            <a:off x="4437675" y="2435319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AF7A6916-6388-AA38-AC6E-A531DCC7B75A}"/>
              </a:ext>
            </a:extLst>
          </p:cNvPr>
          <p:cNvSpPr/>
          <p:nvPr/>
        </p:nvSpPr>
        <p:spPr>
          <a:xfrm>
            <a:off x="4437675" y="3719067"/>
            <a:ext cx="216024" cy="2355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" name="사각형: 둥근 모서리 6">
            <a:extLst>
              <a:ext uri="{FF2B5EF4-FFF2-40B4-BE49-F238E27FC236}">
                <a16:creationId xmlns:a16="http://schemas.microsoft.com/office/drawing/2014/main" id="{0261781E-339A-A00C-8BC6-2BE6B028B559}"/>
              </a:ext>
            </a:extLst>
          </p:cNvPr>
          <p:cNvSpPr/>
          <p:nvPr/>
        </p:nvSpPr>
        <p:spPr>
          <a:xfrm>
            <a:off x="2209641" y="195486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155~151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6">
            <a:extLst>
              <a:ext uri="{FF2B5EF4-FFF2-40B4-BE49-F238E27FC236}">
                <a16:creationId xmlns:a16="http://schemas.microsoft.com/office/drawing/2014/main" id="{9070F0AB-7C1F-2F89-A214-34B5B1F1D81C}"/>
              </a:ext>
            </a:extLst>
          </p:cNvPr>
          <p:cNvSpPr/>
          <p:nvPr/>
        </p:nvSpPr>
        <p:spPr>
          <a:xfrm>
            <a:off x="2997680" y="2055749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124~121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6">
            <a:extLst>
              <a:ext uri="{FF2B5EF4-FFF2-40B4-BE49-F238E27FC236}">
                <a16:creationId xmlns:a16="http://schemas.microsoft.com/office/drawing/2014/main" id="{361C06A9-BDDF-276B-058A-74F5E54F7C8D}"/>
              </a:ext>
            </a:extLst>
          </p:cNvPr>
          <p:cNvSpPr/>
          <p:nvPr/>
        </p:nvSpPr>
        <p:spPr>
          <a:xfrm>
            <a:off x="3787718" y="2055748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132~125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83622C6-1115-FF93-494D-579A796A8CCF}"/>
              </a:ext>
            </a:extLst>
          </p:cNvPr>
          <p:cNvSpPr/>
          <p:nvPr/>
        </p:nvSpPr>
        <p:spPr>
          <a:xfrm>
            <a:off x="4578888" y="2055748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142~133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6">
            <a:extLst>
              <a:ext uri="{FF2B5EF4-FFF2-40B4-BE49-F238E27FC236}">
                <a16:creationId xmlns:a16="http://schemas.microsoft.com/office/drawing/2014/main" id="{8D96FDDD-716F-3857-B0A6-F3EC4AB1955B}"/>
              </a:ext>
            </a:extLst>
          </p:cNvPr>
          <p:cNvSpPr/>
          <p:nvPr/>
        </p:nvSpPr>
        <p:spPr>
          <a:xfrm>
            <a:off x="5367795" y="2055747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150~143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6">
            <a:extLst>
              <a:ext uri="{FF2B5EF4-FFF2-40B4-BE49-F238E27FC236}">
                <a16:creationId xmlns:a16="http://schemas.microsoft.com/office/drawing/2014/main" id="{A09EBEA7-1784-EEDB-B4AA-89021A24C394}"/>
              </a:ext>
            </a:extLst>
          </p:cNvPr>
          <p:cNvSpPr/>
          <p:nvPr/>
        </p:nvSpPr>
        <p:spPr>
          <a:xfrm>
            <a:off x="6158965" y="2055747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155~151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6">
            <a:extLst>
              <a:ext uri="{FF2B5EF4-FFF2-40B4-BE49-F238E27FC236}">
                <a16:creationId xmlns:a16="http://schemas.microsoft.com/office/drawing/2014/main" id="{E0DA2007-1A51-DF41-A5F7-9F07FB5515E0}"/>
              </a:ext>
            </a:extLst>
          </p:cNvPr>
          <p:cNvSpPr/>
          <p:nvPr/>
        </p:nvSpPr>
        <p:spPr>
          <a:xfrm>
            <a:off x="2206987" y="2055747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6">
            <a:extLst>
              <a:ext uri="{FF2B5EF4-FFF2-40B4-BE49-F238E27FC236}">
                <a16:creationId xmlns:a16="http://schemas.microsoft.com/office/drawing/2014/main" id="{6547F4DD-551D-7616-27BD-6ED11AC3FF52}"/>
              </a:ext>
            </a:extLst>
          </p:cNvPr>
          <p:cNvSpPr/>
          <p:nvPr/>
        </p:nvSpPr>
        <p:spPr>
          <a:xfrm>
            <a:off x="6158965" y="2758245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6">
            <a:extLst>
              <a:ext uri="{FF2B5EF4-FFF2-40B4-BE49-F238E27FC236}">
                <a16:creationId xmlns:a16="http://schemas.microsoft.com/office/drawing/2014/main" id="{15F5973B-E71D-6A8B-0561-E106D8696223}"/>
              </a:ext>
            </a:extLst>
          </p:cNvPr>
          <p:cNvSpPr/>
          <p:nvPr/>
        </p:nvSpPr>
        <p:spPr>
          <a:xfrm>
            <a:off x="2206986" y="4622464"/>
            <a:ext cx="725955" cy="293003"/>
          </a:xfrm>
          <a:prstGeom prst="roundRect">
            <a:avLst>
              <a:gd name="adj" fmla="val 1881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120~114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07C921-D740-3792-07BD-C929D892FEFD}"/>
              </a:ext>
            </a:extLst>
          </p:cNvPr>
          <p:cNvSpPr txBox="1"/>
          <p:nvPr/>
        </p:nvSpPr>
        <p:spPr>
          <a:xfrm>
            <a:off x="5854695" y="4039630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900" b="1"/>
              <a:t>120~144</a:t>
            </a:r>
          </a:p>
          <a:p>
            <a:r>
              <a:rPr lang="en-KR" sz="900" b="1"/>
              <a:t>Processed Again</a:t>
            </a:r>
          </a:p>
        </p:txBody>
      </p:sp>
    </p:spTree>
    <p:extLst>
      <p:ext uri="{BB962C8B-B14F-4D97-AF65-F5344CB8AC3E}">
        <p14:creationId xmlns:p14="http://schemas.microsoft.com/office/powerpoint/2010/main" val="263669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4947E-ED35-400B-A070-F5C82E71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BCA73-BAFB-463B-8961-D3E290BC1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938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019D1-EAF7-E19C-5B42-7B7B20BC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9EF659E-B0FC-6FB9-4D52-36DBCC619A3E}"/>
              </a:ext>
            </a:extLst>
          </p:cNvPr>
          <p:cNvSpPr/>
          <p:nvPr/>
        </p:nvSpPr>
        <p:spPr>
          <a:xfrm>
            <a:off x="182639" y="945078"/>
            <a:ext cx="1501154" cy="941418"/>
          </a:xfrm>
          <a:prstGeom prst="roundRect">
            <a:avLst>
              <a:gd name="adj" fmla="val 1010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 A</a:t>
            </a:r>
            <a:endParaRPr lang="ko-KR" altLang="en-US" sz="1000" dirty="0"/>
          </a:p>
        </p:txBody>
      </p:sp>
      <p:sp>
        <p:nvSpPr>
          <p:cNvPr id="25" name="사각형: 둥근 모서리 6">
            <a:extLst>
              <a:ext uri="{FF2B5EF4-FFF2-40B4-BE49-F238E27FC236}">
                <a16:creationId xmlns:a16="http://schemas.microsoft.com/office/drawing/2014/main" id="{687D6FB8-4A86-44E8-FBE4-A05FF5DF6EE6}"/>
              </a:ext>
            </a:extLst>
          </p:cNvPr>
          <p:cNvSpPr/>
          <p:nvPr/>
        </p:nvSpPr>
        <p:spPr>
          <a:xfrm>
            <a:off x="6156176" y="102472"/>
            <a:ext cx="2888746" cy="4845542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8F7DF387-0E33-1A02-BA78-BDC46D03E53A}"/>
              </a:ext>
            </a:extLst>
          </p:cNvPr>
          <p:cNvSpPr/>
          <p:nvPr/>
        </p:nvSpPr>
        <p:spPr>
          <a:xfrm>
            <a:off x="6880469" y="3101751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D1C5E04C-F14F-4DC2-58B7-930BCA52507F}"/>
              </a:ext>
            </a:extLst>
          </p:cNvPr>
          <p:cNvSpPr/>
          <p:nvPr/>
        </p:nvSpPr>
        <p:spPr>
          <a:xfrm>
            <a:off x="6880469" y="3885810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0</a:t>
            </a:r>
            <a:endParaRPr lang="ko-KR" altLang="en-US" sz="900" dirty="0"/>
          </a:p>
        </p:txBody>
      </p:sp>
      <p:sp>
        <p:nvSpPr>
          <p:cNvPr id="28" name="사각형: 둥근 모서리 70">
            <a:extLst>
              <a:ext uri="{FF2B5EF4-FFF2-40B4-BE49-F238E27FC236}">
                <a16:creationId xmlns:a16="http://schemas.microsoft.com/office/drawing/2014/main" id="{CAA633AD-4E94-B295-51D5-1982F6350463}"/>
              </a:ext>
            </a:extLst>
          </p:cNvPr>
          <p:cNvSpPr/>
          <p:nvPr/>
        </p:nvSpPr>
        <p:spPr>
          <a:xfrm>
            <a:off x="6777625" y="2807190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  <a:endParaRPr lang="ko-KR" altLang="en-US" sz="1000" dirty="0"/>
          </a:p>
        </p:txBody>
      </p:sp>
      <p:sp>
        <p:nvSpPr>
          <p:cNvPr id="29" name="사각형: 둥근 모서리 70">
            <a:extLst>
              <a:ext uri="{FF2B5EF4-FFF2-40B4-BE49-F238E27FC236}">
                <a16:creationId xmlns:a16="http://schemas.microsoft.com/office/drawing/2014/main" id="{AB814A52-E1E9-023A-D280-1D2AC9507EA5}"/>
              </a:ext>
            </a:extLst>
          </p:cNvPr>
          <p:cNvSpPr/>
          <p:nvPr/>
        </p:nvSpPr>
        <p:spPr>
          <a:xfrm>
            <a:off x="6777625" y="3531791"/>
            <a:ext cx="1645849" cy="1104768"/>
          </a:xfrm>
          <a:prstGeom prst="roundRect">
            <a:avLst>
              <a:gd name="adj" fmla="val 787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  <a:endParaRPr lang="ko-KR" altLang="en-US" sz="1000" dirty="0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6FAC6F3D-7C36-064A-0C92-4EEC85D6B550}"/>
              </a:ext>
            </a:extLst>
          </p:cNvPr>
          <p:cNvSpPr/>
          <p:nvPr/>
        </p:nvSpPr>
        <p:spPr>
          <a:xfrm>
            <a:off x="6880469" y="4257106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Partition </a:t>
            </a:r>
            <a:r>
              <a:rPr lang="en-US" altLang="ko-KR" sz="900" dirty="0"/>
              <a:t>3</a:t>
            </a:r>
            <a:endParaRPr lang="ko-KR" altLang="en-US" sz="900" dirty="0"/>
          </a:p>
        </p:txBody>
      </p: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513E29FF-EFD9-CCEA-EEF6-5161C30E2B31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1683793" y="1415787"/>
            <a:ext cx="4472385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AED935F1-071E-34FB-70AB-8CAA5ADFDD93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683078" y="3812258"/>
            <a:ext cx="4473098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6">
            <a:extLst>
              <a:ext uri="{FF2B5EF4-FFF2-40B4-BE49-F238E27FC236}">
                <a16:creationId xmlns:a16="http://schemas.microsoft.com/office/drawing/2014/main" id="{5573ED60-CF47-E3C0-50A5-300F63E2396F}"/>
              </a:ext>
            </a:extLst>
          </p:cNvPr>
          <p:cNvSpPr/>
          <p:nvPr/>
        </p:nvSpPr>
        <p:spPr>
          <a:xfrm>
            <a:off x="1913857" y="297006"/>
            <a:ext cx="1843418" cy="2206638"/>
          </a:xfrm>
          <a:prstGeom prst="roundRect">
            <a:avLst>
              <a:gd name="adj" fmla="val 636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Request C </a:t>
            </a:r>
            <a:r>
              <a:rPr lang="en-US" altLang="ko-KR" sz="1000" b="1" dirty="0"/>
              <a:t>PID=1 Epoch=1</a:t>
            </a:r>
            <a:endParaRPr lang="ko-KR" altLang="en-US" sz="1000" b="1" dirty="0"/>
          </a:p>
        </p:txBody>
      </p:sp>
      <p:sp>
        <p:nvSpPr>
          <p:cNvPr id="83" name="사각형: 둥근 모서리 6">
            <a:extLst>
              <a:ext uri="{FF2B5EF4-FFF2-40B4-BE49-F238E27FC236}">
                <a16:creationId xmlns:a16="http://schemas.microsoft.com/office/drawing/2014/main" id="{3F822CB4-D128-2482-6F4A-3894BEDCD9E7}"/>
              </a:ext>
            </a:extLst>
          </p:cNvPr>
          <p:cNvSpPr/>
          <p:nvPr/>
        </p:nvSpPr>
        <p:spPr>
          <a:xfrm>
            <a:off x="2002958" y="654276"/>
            <a:ext cx="1665213" cy="661756"/>
          </a:xfrm>
          <a:prstGeom prst="roundRect">
            <a:avLst>
              <a:gd name="adj" fmla="val 9094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</a:p>
          <a:p>
            <a:pPr algn="ctr"/>
            <a:endParaRPr lang="en-US" altLang="ko-KR" sz="1050" dirty="0"/>
          </a:p>
        </p:txBody>
      </p:sp>
      <p:sp>
        <p:nvSpPr>
          <p:cNvPr id="84" name="사각형: 둥근 모서리 6">
            <a:extLst>
              <a:ext uri="{FF2B5EF4-FFF2-40B4-BE49-F238E27FC236}">
                <a16:creationId xmlns:a16="http://schemas.microsoft.com/office/drawing/2014/main" id="{C3A8BE1E-4EC9-60EC-07C5-9494E1086B6A}"/>
              </a:ext>
            </a:extLst>
          </p:cNvPr>
          <p:cNvSpPr/>
          <p:nvPr/>
        </p:nvSpPr>
        <p:spPr>
          <a:xfrm>
            <a:off x="2102280" y="919693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tx2"/>
                </a:solidFill>
              </a:rPr>
              <a:t>SEQ=113~106</a:t>
            </a:r>
          </a:p>
        </p:txBody>
      </p:sp>
      <p:sp>
        <p:nvSpPr>
          <p:cNvPr id="85" name="사각형: 둥근 모서리 6">
            <a:extLst>
              <a:ext uri="{FF2B5EF4-FFF2-40B4-BE49-F238E27FC236}">
                <a16:creationId xmlns:a16="http://schemas.microsoft.com/office/drawing/2014/main" id="{F8D22DFB-8823-1305-C31E-857595DFE5FC}"/>
              </a:ext>
            </a:extLst>
          </p:cNvPr>
          <p:cNvSpPr/>
          <p:nvPr/>
        </p:nvSpPr>
        <p:spPr>
          <a:xfrm>
            <a:off x="2009684" y="1406823"/>
            <a:ext cx="1665213" cy="1018553"/>
          </a:xfrm>
          <a:prstGeom prst="roundRect">
            <a:avLst>
              <a:gd name="adj" fmla="val 726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</a:p>
          <a:p>
            <a:pPr algn="ctr"/>
            <a:endParaRPr lang="en-US" altLang="ko-KR" sz="1050" dirty="0"/>
          </a:p>
        </p:txBody>
      </p:sp>
      <p:sp>
        <p:nvSpPr>
          <p:cNvPr id="86" name="사각형: 둥근 모서리 6">
            <a:extLst>
              <a:ext uri="{FF2B5EF4-FFF2-40B4-BE49-F238E27FC236}">
                <a16:creationId xmlns:a16="http://schemas.microsoft.com/office/drawing/2014/main" id="{8AF0C5FD-877C-885F-9F02-47967590D4F7}"/>
              </a:ext>
            </a:extLst>
          </p:cNvPr>
          <p:cNvSpPr/>
          <p:nvPr/>
        </p:nvSpPr>
        <p:spPr>
          <a:xfrm>
            <a:off x="2109006" y="1672242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tx2"/>
                </a:solidFill>
              </a:rPr>
              <a:t>SEQ=215~208</a:t>
            </a:r>
            <a:endParaRPr lang="ko-KR" altLang="en-US" sz="900" b="1" dirty="0">
              <a:solidFill>
                <a:schemeClr val="tx2"/>
              </a:solidFill>
            </a:endParaRPr>
          </a:p>
        </p:txBody>
      </p:sp>
      <p:sp>
        <p:nvSpPr>
          <p:cNvPr id="87" name="사각형: 둥근 모서리 6">
            <a:extLst>
              <a:ext uri="{FF2B5EF4-FFF2-40B4-BE49-F238E27FC236}">
                <a16:creationId xmlns:a16="http://schemas.microsoft.com/office/drawing/2014/main" id="{33B8110B-C029-451C-B226-C4D013AC0698}"/>
              </a:ext>
            </a:extLst>
          </p:cNvPr>
          <p:cNvSpPr/>
          <p:nvPr/>
        </p:nvSpPr>
        <p:spPr>
          <a:xfrm>
            <a:off x="2109006" y="2043519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3 Records</a:t>
            </a:r>
          </a:p>
          <a:p>
            <a:pPr algn="ctr"/>
            <a:r>
              <a:rPr lang="en-US" altLang="ko-KR" sz="900" b="1" dirty="0">
                <a:solidFill>
                  <a:schemeClr val="tx2"/>
                </a:solidFill>
              </a:rPr>
              <a:t>SEQ=195~186</a:t>
            </a:r>
            <a:endParaRPr lang="ko-KR" altLang="en-US" sz="900" b="1" dirty="0">
              <a:solidFill>
                <a:schemeClr val="tx2"/>
              </a:solidFill>
            </a:endParaRPr>
          </a:p>
        </p:txBody>
      </p:sp>
      <p:sp>
        <p:nvSpPr>
          <p:cNvPr id="106" name="사각형: 둥근 모서리 6">
            <a:extLst>
              <a:ext uri="{FF2B5EF4-FFF2-40B4-BE49-F238E27FC236}">
                <a16:creationId xmlns:a16="http://schemas.microsoft.com/office/drawing/2014/main" id="{AF69E912-D683-CCCF-CA9A-1C0BFFC8E23D}"/>
              </a:ext>
            </a:extLst>
          </p:cNvPr>
          <p:cNvSpPr/>
          <p:nvPr/>
        </p:nvSpPr>
        <p:spPr>
          <a:xfrm>
            <a:off x="4082693" y="297006"/>
            <a:ext cx="1843418" cy="2206638"/>
          </a:xfrm>
          <a:prstGeom prst="roundRect">
            <a:avLst>
              <a:gd name="adj" fmla="val 636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Request A </a:t>
            </a:r>
            <a:r>
              <a:rPr lang="en-US" altLang="ko-KR" sz="1000" b="1" dirty="0"/>
              <a:t>PID=1 Epoch=1 </a:t>
            </a:r>
            <a:endParaRPr lang="ko-KR" altLang="en-US" sz="1000" b="1" dirty="0"/>
          </a:p>
        </p:txBody>
      </p:sp>
      <p:sp>
        <p:nvSpPr>
          <p:cNvPr id="107" name="사각형: 둥근 모서리 6">
            <a:extLst>
              <a:ext uri="{FF2B5EF4-FFF2-40B4-BE49-F238E27FC236}">
                <a16:creationId xmlns:a16="http://schemas.microsoft.com/office/drawing/2014/main" id="{4D53EAB8-D832-99B3-C379-B743D5414AF4}"/>
              </a:ext>
            </a:extLst>
          </p:cNvPr>
          <p:cNvSpPr/>
          <p:nvPr/>
        </p:nvSpPr>
        <p:spPr>
          <a:xfrm>
            <a:off x="4171794" y="654276"/>
            <a:ext cx="1665213" cy="661756"/>
          </a:xfrm>
          <a:prstGeom prst="roundRect">
            <a:avLst>
              <a:gd name="adj" fmla="val 9094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</a:p>
          <a:p>
            <a:pPr algn="ctr"/>
            <a:endParaRPr lang="en-US" altLang="ko-KR" sz="1050" dirty="0"/>
          </a:p>
        </p:txBody>
      </p:sp>
      <p:sp>
        <p:nvSpPr>
          <p:cNvPr id="108" name="사각형: 둥근 모서리 6">
            <a:extLst>
              <a:ext uri="{FF2B5EF4-FFF2-40B4-BE49-F238E27FC236}">
                <a16:creationId xmlns:a16="http://schemas.microsoft.com/office/drawing/2014/main" id="{8F6A3457-38B9-D809-EA36-7308E08BC7DC}"/>
              </a:ext>
            </a:extLst>
          </p:cNvPr>
          <p:cNvSpPr/>
          <p:nvPr/>
        </p:nvSpPr>
        <p:spPr>
          <a:xfrm>
            <a:off x="4271116" y="919693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SEQ=105~100</a:t>
            </a:r>
          </a:p>
        </p:txBody>
      </p:sp>
      <p:sp>
        <p:nvSpPr>
          <p:cNvPr id="109" name="사각형: 둥근 모서리 6">
            <a:extLst>
              <a:ext uri="{FF2B5EF4-FFF2-40B4-BE49-F238E27FC236}">
                <a16:creationId xmlns:a16="http://schemas.microsoft.com/office/drawing/2014/main" id="{AEEB3CC4-98D5-E257-0768-BD8139DCC30A}"/>
              </a:ext>
            </a:extLst>
          </p:cNvPr>
          <p:cNvSpPr/>
          <p:nvPr/>
        </p:nvSpPr>
        <p:spPr>
          <a:xfrm>
            <a:off x="4178519" y="1406823"/>
            <a:ext cx="1665213" cy="1018553"/>
          </a:xfrm>
          <a:prstGeom prst="roundRect">
            <a:avLst>
              <a:gd name="adj" fmla="val 726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</a:p>
          <a:p>
            <a:pPr algn="ctr"/>
            <a:endParaRPr lang="en-US" altLang="ko-KR" sz="1050" dirty="0"/>
          </a:p>
        </p:txBody>
      </p:sp>
      <p:sp>
        <p:nvSpPr>
          <p:cNvPr id="110" name="사각형: 둥근 모서리 6">
            <a:extLst>
              <a:ext uri="{FF2B5EF4-FFF2-40B4-BE49-F238E27FC236}">
                <a16:creationId xmlns:a16="http://schemas.microsoft.com/office/drawing/2014/main" id="{B8FCAA27-C946-C68B-5BB9-3F1C396FE22C}"/>
              </a:ext>
            </a:extLst>
          </p:cNvPr>
          <p:cNvSpPr/>
          <p:nvPr/>
        </p:nvSpPr>
        <p:spPr>
          <a:xfrm>
            <a:off x="4277842" y="1672242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SEQ=207~200</a:t>
            </a:r>
            <a:endParaRPr lang="ko-KR" altLang="en-US" sz="900" b="1" dirty="0">
              <a:solidFill>
                <a:srgbClr val="C00000"/>
              </a:solidFill>
            </a:endParaRPr>
          </a:p>
        </p:txBody>
      </p:sp>
      <p:sp>
        <p:nvSpPr>
          <p:cNvPr id="119" name="사각형: 둥근 모서리 6">
            <a:extLst>
              <a:ext uri="{FF2B5EF4-FFF2-40B4-BE49-F238E27FC236}">
                <a16:creationId xmlns:a16="http://schemas.microsoft.com/office/drawing/2014/main" id="{AA8D49D3-3EE8-D35D-0E14-D9BA3204E30D}"/>
              </a:ext>
            </a:extLst>
          </p:cNvPr>
          <p:cNvSpPr/>
          <p:nvPr/>
        </p:nvSpPr>
        <p:spPr>
          <a:xfrm>
            <a:off x="4277842" y="2043519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3 Records</a:t>
            </a:r>
          </a:p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SEQ=185~180</a:t>
            </a:r>
            <a:endParaRPr lang="ko-KR" altLang="en-US" sz="900" b="1" dirty="0">
              <a:solidFill>
                <a:srgbClr val="C00000"/>
              </a:solidFill>
            </a:endParaRPr>
          </a:p>
        </p:txBody>
      </p:sp>
      <p:sp>
        <p:nvSpPr>
          <p:cNvPr id="123" name="사각형: 둥근 모서리 6">
            <a:extLst>
              <a:ext uri="{FF2B5EF4-FFF2-40B4-BE49-F238E27FC236}">
                <a16:creationId xmlns:a16="http://schemas.microsoft.com/office/drawing/2014/main" id="{C104D460-108E-8723-7334-C81271AF4B51}"/>
              </a:ext>
            </a:extLst>
          </p:cNvPr>
          <p:cNvSpPr/>
          <p:nvPr/>
        </p:nvSpPr>
        <p:spPr>
          <a:xfrm>
            <a:off x="2992644" y="2708939"/>
            <a:ext cx="1843418" cy="2206638"/>
          </a:xfrm>
          <a:prstGeom prst="roundRect">
            <a:avLst>
              <a:gd name="adj" fmla="val 636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Request B </a:t>
            </a:r>
            <a:r>
              <a:rPr lang="en-US" altLang="ko-KR" sz="1000" b="1" dirty="0"/>
              <a:t>PID=2 Epoch=3</a:t>
            </a:r>
            <a:endParaRPr lang="ko-KR" altLang="en-US" sz="1000" b="1" dirty="0"/>
          </a:p>
        </p:txBody>
      </p:sp>
      <p:sp>
        <p:nvSpPr>
          <p:cNvPr id="127" name="사각형: 둥근 모서리 6">
            <a:extLst>
              <a:ext uri="{FF2B5EF4-FFF2-40B4-BE49-F238E27FC236}">
                <a16:creationId xmlns:a16="http://schemas.microsoft.com/office/drawing/2014/main" id="{BD187995-DC83-513A-C566-2566CB71DC8E}"/>
              </a:ext>
            </a:extLst>
          </p:cNvPr>
          <p:cNvSpPr/>
          <p:nvPr/>
        </p:nvSpPr>
        <p:spPr>
          <a:xfrm>
            <a:off x="3081745" y="3066209"/>
            <a:ext cx="1665213" cy="661756"/>
          </a:xfrm>
          <a:prstGeom prst="roundRect">
            <a:avLst>
              <a:gd name="adj" fmla="val 9094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A</a:t>
            </a:r>
          </a:p>
          <a:p>
            <a:pPr algn="ctr"/>
            <a:endParaRPr lang="en-US" altLang="ko-KR" sz="1000" dirty="0"/>
          </a:p>
        </p:txBody>
      </p:sp>
      <p:sp>
        <p:nvSpPr>
          <p:cNvPr id="128" name="사각형: 둥근 모서리 6">
            <a:extLst>
              <a:ext uri="{FF2B5EF4-FFF2-40B4-BE49-F238E27FC236}">
                <a16:creationId xmlns:a16="http://schemas.microsoft.com/office/drawing/2014/main" id="{6163F28E-1A13-0A65-DD36-A270D11333D0}"/>
              </a:ext>
            </a:extLst>
          </p:cNvPr>
          <p:cNvSpPr/>
          <p:nvPr/>
        </p:nvSpPr>
        <p:spPr>
          <a:xfrm>
            <a:off x="3181067" y="3331626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SEQ=315~302</a:t>
            </a:r>
            <a:endParaRPr lang="ko-KR" altLang="en-US" sz="9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9" name="사각형: 둥근 모서리 6">
            <a:extLst>
              <a:ext uri="{FF2B5EF4-FFF2-40B4-BE49-F238E27FC236}">
                <a16:creationId xmlns:a16="http://schemas.microsoft.com/office/drawing/2014/main" id="{E75F20C7-0DD1-BFF7-7AFD-94AFCF36B31C}"/>
              </a:ext>
            </a:extLst>
          </p:cNvPr>
          <p:cNvSpPr/>
          <p:nvPr/>
        </p:nvSpPr>
        <p:spPr>
          <a:xfrm>
            <a:off x="3088470" y="3818756"/>
            <a:ext cx="1665213" cy="1018553"/>
          </a:xfrm>
          <a:prstGeom prst="roundRect">
            <a:avLst>
              <a:gd name="adj" fmla="val 726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Topic B</a:t>
            </a:r>
          </a:p>
          <a:p>
            <a:pPr algn="ctr"/>
            <a:endParaRPr lang="en-US" altLang="ko-KR" sz="1000" dirty="0"/>
          </a:p>
        </p:txBody>
      </p:sp>
      <p:sp>
        <p:nvSpPr>
          <p:cNvPr id="133" name="사각형: 둥근 모서리 6">
            <a:extLst>
              <a:ext uri="{FF2B5EF4-FFF2-40B4-BE49-F238E27FC236}">
                <a16:creationId xmlns:a16="http://schemas.microsoft.com/office/drawing/2014/main" id="{79642867-40A7-B299-E073-77693DD35632}"/>
              </a:ext>
            </a:extLst>
          </p:cNvPr>
          <p:cNvSpPr/>
          <p:nvPr/>
        </p:nvSpPr>
        <p:spPr>
          <a:xfrm>
            <a:off x="3187793" y="4084175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SEQ=524~520</a:t>
            </a:r>
            <a:endParaRPr lang="ko-KR" altLang="en-US" sz="9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4" name="사각형: 둥근 모서리 6">
            <a:extLst>
              <a:ext uri="{FF2B5EF4-FFF2-40B4-BE49-F238E27FC236}">
                <a16:creationId xmlns:a16="http://schemas.microsoft.com/office/drawing/2014/main" id="{9F59C30A-EFD6-20E8-721B-1FF2DDCEB572}"/>
              </a:ext>
            </a:extLst>
          </p:cNvPr>
          <p:cNvSpPr/>
          <p:nvPr/>
        </p:nvSpPr>
        <p:spPr>
          <a:xfrm>
            <a:off x="3187793" y="4455452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3 Records</a:t>
            </a:r>
          </a:p>
          <a:p>
            <a:pPr algn="ctr"/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SEQ=480~474</a:t>
            </a:r>
            <a:endParaRPr lang="ko-KR" altLang="en-US" sz="9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사각형: 둥근 모서리 56">
            <a:extLst>
              <a:ext uri="{FF2B5EF4-FFF2-40B4-BE49-F238E27FC236}">
                <a16:creationId xmlns:a16="http://schemas.microsoft.com/office/drawing/2014/main" id="{11737866-FF56-05B0-B7D5-BC3664E55D79}"/>
              </a:ext>
            </a:extLst>
          </p:cNvPr>
          <p:cNvSpPr/>
          <p:nvPr/>
        </p:nvSpPr>
        <p:spPr>
          <a:xfrm>
            <a:off x="6240422" y="187696"/>
            <a:ext cx="2720252" cy="1224523"/>
          </a:xfrm>
          <a:prstGeom prst="roundRect">
            <a:avLst>
              <a:gd name="adj" fmla="val 877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</a:t>
            </a:r>
            <a:r>
              <a:rPr lang="ko-KR" altLang="en-US" sz="1000" b="1"/>
              <a:t> </a:t>
            </a:r>
            <a:r>
              <a:rPr lang="en-US" altLang="ko-KR" sz="1000" b="1"/>
              <a:t>PID=1 Epoch=1 </a:t>
            </a:r>
          </a:p>
          <a:p>
            <a:pPr algn="ctr"/>
            <a:endParaRPr lang="en-US" altLang="ko-KR" sz="1000" b="1" dirty="0"/>
          </a:p>
          <a:p>
            <a:r>
              <a:rPr lang="en-US" altLang="ko-KR" sz="900" dirty="0"/>
              <a:t>Topic A, Partition 0 / </a:t>
            </a:r>
            <a:r>
              <a:rPr lang="en-US" altLang="ko-KR" sz="900" b="1" dirty="0">
                <a:solidFill>
                  <a:schemeClr val="tx2"/>
                </a:solidFill>
              </a:rPr>
              <a:t>113~106</a:t>
            </a:r>
            <a:r>
              <a:rPr lang="en-US" altLang="ko-KR" sz="900" dirty="0"/>
              <a:t>, </a:t>
            </a:r>
            <a:r>
              <a:rPr lang="en-US" altLang="ko-KR" sz="900" b="1" dirty="0">
                <a:solidFill>
                  <a:srgbClr val="C00000"/>
                </a:solidFill>
              </a:rPr>
              <a:t>105~100</a:t>
            </a:r>
            <a:r>
              <a:rPr lang="en-US" altLang="ko-KR" sz="900" dirty="0"/>
              <a:t>, 99~85, 84~78, 77~70</a:t>
            </a:r>
          </a:p>
          <a:p>
            <a:r>
              <a:rPr lang="en-US" altLang="ko-KR" sz="900" dirty="0"/>
              <a:t>Topic B, Partition 0 / </a:t>
            </a:r>
            <a:r>
              <a:rPr lang="en-US" altLang="ko-KR" sz="900" b="1" dirty="0">
                <a:solidFill>
                  <a:schemeClr val="tx2"/>
                </a:solidFill>
              </a:rPr>
              <a:t>215~208</a:t>
            </a:r>
            <a:r>
              <a:rPr lang="en-US" altLang="ko-KR" sz="900" dirty="0"/>
              <a:t>, </a:t>
            </a:r>
            <a:r>
              <a:rPr lang="en-US" altLang="ko-KR" sz="900" b="1" dirty="0">
                <a:solidFill>
                  <a:srgbClr val="C00000"/>
                </a:solidFill>
              </a:rPr>
              <a:t>207~200</a:t>
            </a:r>
            <a:r>
              <a:rPr lang="en-US" altLang="ko-KR" sz="900" dirty="0"/>
              <a:t>, 199~190, 189~179, 178~170</a:t>
            </a:r>
          </a:p>
          <a:p>
            <a:r>
              <a:rPr lang="en-US" altLang="ko-KR" sz="900" dirty="0"/>
              <a:t>Topic B, Partition 3 / </a:t>
            </a:r>
            <a:r>
              <a:rPr lang="en-US" altLang="ko-KR" sz="900" b="1" dirty="0">
                <a:solidFill>
                  <a:schemeClr val="tx2"/>
                </a:solidFill>
              </a:rPr>
              <a:t>195~186</a:t>
            </a:r>
            <a:r>
              <a:rPr lang="en-US" altLang="ko-KR" sz="900" dirty="0">
                <a:solidFill>
                  <a:schemeClr val="tx1"/>
                </a:solidFill>
              </a:rPr>
              <a:t>,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b="1" dirty="0">
                <a:solidFill>
                  <a:srgbClr val="C00000"/>
                </a:solidFill>
              </a:rPr>
              <a:t>185~180</a:t>
            </a:r>
            <a:r>
              <a:rPr lang="en-US" altLang="ko-KR" sz="900" dirty="0">
                <a:solidFill>
                  <a:schemeClr val="tx1"/>
                </a:solidFill>
              </a:rPr>
              <a:t>, 179~169, 168~161, 160~152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6">
            <a:extLst>
              <a:ext uri="{FF2B5EF4-FFF2-40B4-BE49-F238E27FC236}">
                <a16:creationId xmlns:a16="http://schemas.microsoft.com/office/drawing/2014/main" id="{E19E03ED-5046-9E20-758A-35B6467EEC8F}"/>
              </a:ext>
            </a:extLst>
          </p:cNvPr>
          <p:cNvSpPr/>
          <p:nvPr/>
        </p:nvSpPr>
        <p:spPr>
          <a:xfrm>
            <a:off x="6240422" y="1497443"/>
            <a:ext cx="2720252" cy="1224523"/>
          </a:xfrm>
          <a:prstGeom prst="roundRect">
            <a:avLst>
              <a:gd name="adj" fmla="val 877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Cached SEQ PID=2 Epoch=3 </a:t>
            </a:r>
          </a:p>
          <a:p>
            <a:pPr algn="ctr"/>
            <a:endParaRPr lang="en-US" altLang="ko-KR" sz="1000" b="1" dirty="0"/>
          </a:p>
          <a:p>
            <a:r>
              <a:rPr lang="en-US" altLang="ko-KR" sz="900" dirty="0"/>
              <a:t>Topic A, Partition 0 / </a:t>
            </a:r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315~302</a:t>
            </a:r>
            <a:r>
              <a:rPr lang="en-US" altLang="ko-KR" sz="900" dirty="0"/>
              <a:t>, </a:t>
            </a:r>
            <a:r>
              <a:rPr lang="en-US" altLang="ko-KR" sz="900" dirty="0">
                <a:solidFill>
                  <a:schemeClr val="tx1"/>
                </a:solidFill>
              </a:rPr>
              <a:t>301~298, 297~290, 289~275, 274~270</a:t>
            </a:r>
          </a:p>
          <a:p>
            <a:r>
              <a:rPr lang="en-US" altLang="ko-KR" sz="900" dirty="0"/>
              <a:t>Topic B, Partition 0 / </a:t>
            </a:r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524~502</a:t>
            </a:r>
            <a:r>
              <a:rPr lang="en-US" altLang="ko-KR" sz="900" dirty="0"/>
              <a:t>, </a:t>
            </a:r>
            <a:r>
              <a:rPr lang="en-US" altLang="ko-KR" sz="900" dirty="0">
                <a:solidFill>
                  <a:schemeClr val="tx1"/>
                </a:solidFill>
              </a:rPr>
              <a:t>501~493, 492~482, 481~472, 471~458</a:t>
            </a:r>
            <a:endParaRPr lang="en-US" altLang="ko-KR" sz="900" dirty="0"/>
          </a:p>
          <a:p>
            <a:r>
              <a:rPr lang="en-US" altLang="ko-KR" sz="900" dirty="0"/>
              <a:t>Topic B, Partition 3 / </a:t>
            </a:r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480~474</a:t>
            </a:r>
            <a:r>
              <a:rPr lang="en-US" altLang="ko-KR" sz="900" dirty="0">
                <a:solidFill>
                  <a:schemeClr val="tx1"/>
                </a:solidFill>
              </a:rPr>
              <a:t>, 473~472,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471~464, 463~454, 453~442</a:t>
            </a:r>
          </a:p>
        </p:txBody>
      </p:sp>
      <p:sp>
        <p:nvSpPr>
          <p:cNvPr id="9" name="사각형: 둥근 모서리 56">
            <a:extLst>
              <a:ext uri="{FF2B5EF4-FFF2-40B4-BE49-F238E27FC236}">
                <a16:creationId xmlns:a16="http://schemas.microsoft.com/office/drawing/2014/main" id="{AA43C9DC-0B64-B108-E81A-47001F804AB5}"/>
              </a:ext>
            </a:extLst>
          </p:cNvPr>
          <p:cNvSpPr/>
          <p:nvPr/>
        </p:nvSpPr>
        <p:spPr>
          <a:xfrm>
            <a:off x="254214" y="1272864"/>
            <a:ext cx="1358006" cy="541855"/>
          </a:xfrm>
          <a:prstGeom prst="roundRect">
            <a:avLst>
              <a:gd name="adj" fmla="val 1473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</a:p>
          <a:p>
            <a:pPr algn="ctr"/>
            <a:r>
              <a:rPr lang="en-US" altLang="ko-KR" sz="1000" dirty="0"/>
              <a:t>A, C</a:t>
            </a:r>
          </a:p>
        </p:txBody>
      </p:sp>
      <p:sp>
        <p:nvSpPr>
          <p:cNvPr id="20" name="사각형: 둥근 모서리 56">
            <a:extLst>
              <a:ext uri="{FF2B5EF4-FFF2-40B4-BE49-F238E27FC236}">
                <a16:creationId xmlns:a16="http://schemas.microsoft.com/office/drawing/2014/main" id="{B48E9E42-7874-5428-0F2F-26DEF89C53E0}"/>
              </a:ext>
            </a:extLst>
          </p:cNvPr>
          <p:cNvSpPr/>
          <p:nvPr/>
        </p:nvSpPr>
        <p:spPr>
          <a:xfrm>
            <a:off x="181924" y="3341549"/>
            <a:ext cx="1501154" cy="941418"/>
          </a:xfrm>
          <a:prstGeom prst="roundRect">
            <a:avLst>
              <a:gd name="adj" fmla="val 1010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Producer A</a:t>
            </a:r>
            <a:endParaRPr lang="ko-KR" altLang="en-US" sz="1000" dirty="0"/>
          </a:p>
        </p:txBody>
      </p:sp>
      <p:sp>
        <p:nvSpPr>
          <p:cNvPr id="21" name="사각형: 둥근 모서리 56">
            <a:extLst>
              <a:ext uri="{FF2B5EF4-FFF2-40B4-BE49-F238E27FC236}">
                <a16:creationId xmlns:a16="http://schemas.microsoft.com/office/drawing/2014/main" id="{7F2915B5-7DAD-7541-4C96-A2B2667B65D9}"/>
              </a:ext>
            </a:extLst>
          </p:cNvPr>
          <p:cNvSpPr/>
          <p:nvPr/>
        </p:nvSpPr>
        <p:spPr>
          <a:xfrm>
            <a:off x="253499" y="3669335"/>
            <a:ext cx="1358006" cy="541855"/>
          </a:xfrm>
          <a:prstGeom prst="roundRect">
            <a:avLst>
              <a:gd name="adj" fmla="val 1473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In-flight Requests</a:t>
            </a:r>
          </a:p>
          <a:p>
            <a:pPr algn="ctr"/>
            <a:r>
              <a:rPr lang="en-US" altLang="ko-KR" sz="1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9499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234D-40D7-1F1B-5A1D-2D48EBA0D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B32F192D-2629-18AA-A6F5-0609FC7D8FE9}"/>
              </a:ext>
            </a:extLst>
          </p:cNvPr>
          <p:cNvSpPr/>
          <p:nvPr/>
        </p:nvSpPr>
        <p:spPr>
          <a:xfrm>
            <a:off x="235641" y="3422907"/>
            <a:ext cx="1122025" cy="576124"/>
          </a:xfrm>
          <a:prstGeom prst="roundRect">
            <a:avLst>
              <a:gd name="adj" fmla="val 1410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Producer B</a:t>
            </a:r>
            <a:endParaRPr lang="ko-KR" altLang="en-US" sz="105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7CEA34A4-E1A9-F74C-17BA-A392D147CC0B}"/>
              </a:ext>
            </a:extLst>
          </p:cNvPr>
          <p:cNvSpPr/>
          <p:nvPr/>
        </p:nvSpPr>
        <p:spPr>
          <a:xfrm>
            <a:off x="235641" y="1170221"/>
            <a:ext cx="1122025" cy="576124"/>
          </a:xfrm>
          <a:prstGeom prst="roundRect">
            <a:avLst>
              <a:gd name="adj" fmla="val 1410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Producer A</a:t>
            </a:r>
            <a:endParaRPr lang="ko-KR" altLang="en-US" sz="1050" dirty="0"/>
          </a:p>
        </p:txBody>
      </p:sp>
      <p:sp>
        <p:nvSpPr>
          <p:cNvPr id="25" name="사각형: 둥근 모서리 6">
            <a:extLst>
              <a:ext uri="{FF2B5EF4-FFF2-40B4-BE49-F238E27FC236}">
                <a16:creationId xmlns:a16="http://schemas.microsoft.com/office/drawing/2014/main" id="{9D82B714-7D65-208A-6CC5-BDDB4DFA9940}"/>
              </a:ext>
            </a:extLst>
          </p:cNvPr>
          <p:cNvSpPr/>
          <p:nvPr/>
        </p:nvSpPr>
        <p:spPr>
          <a:xfrm>
            <a:off x="6019616" y="1307673"/>
            <a:ext cx="1872208" cy="2534610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4E7A7EF0-1CF5-19CC-875E-CC7940DCC44E}"/>
              </a:ext>
            </a:extLst>
          </p:cNvPr>
          <p:cNvSpPr/>
          <p:nvPr/>
        </p:nvSpPr>
        <p:spPr>
          <a:xfrm>
            <a:off x="6235639" y="2059325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1F64F997-6190-9E79-5DFC-2FF91A9BA8A6}"/>
              </a:ext>
            </a:extLst>
          </p:cNvPr>
          <p:cNvSpPr/>
          <p:nvPr/>
        </p:nvSpPr>
        <p:spPr>
          <a:xfrm>
            <a:off x="6235639" y="2819260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28" name="사각형: 둥근 모서리 70">
            <a:extLst>
              <a:ext uri="{FF2B5EF4-FFF2-40B4-BE49-F238E27FC236}">
                <a16:creationId xmlns:a16="http://schemas.microsoft.com/office/drawing/2014/main" id="{AA7C2AD7-8E94-466C-202A-E23DCE457CE5}"/>
              </a:ext>
            </a:extLst>
          </p:cNvPr>
          <p:cNvSpPr/>
          <p:nvPr/>
        </p:nvSpPr>
        <p:spPr>
          <a:xfrm>
            <a:off x="6132795" y="1764764"/>
            <a:ext cx="1645849" cy="631715"/>
          </a:xfrm>
          <a:prstGeom prst="roundRect">
            <a:avLst>
              <a:gd name="adj" fmla="val 1088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50" dirty="0"/>
              <a:t>Topic A</a:t>
            </a:r>
            <a:endParaRPr lang="ko-KR" altLang="en-US" sz="1050" dirty="0"/>
          </a:p>
        </p:txBody>
      </p:sp>
      <p:sp>
        <p:nvSpPr>
          <p:cNvPr id="29" name="사각형: 둥근 모서리 70">
            <a:extLst>
              <a:ext uri="{FF2B5EF4-FFF2-40B4-BE49-F238E27FC236}">
                <a16:creationId xmlns:a16="http://schemas.microsoft.com/office/drawing/2014/main" id="{A2B0BED5-4A7B-53F6-48D9-717F9E20EBFA}"/>
              </a:ext>
            </a:extLst>
          </p:cNvPr>
          <p:cNvSpPr/>
          <p:nvPr/>
        </p:nvSpPr>
        <p:spPr>
          <a:xfrm>
            <a:off x="6132795" y="2465241"/>
            <a:ext cx="1645849" cy="1104768"/>
          </a:xfrm>
          <a:prstGeom prst="roundRect">
            <a:avLst>
              <a:gd name="adj" fmla="val 7875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50" dirty="0"/>
              <a:t>Topic B</a:t>
            </a:r>
            <a:endParaRPr lang="ko-KR" altLang="en-US" sz="1050" dirty="0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D79B1CDF-72FB-DAAD-AA0D-347C8F2EBFA1}"/>
              </a:ext>
            </a:extLst>
          </p:cNvPr>
          <p:cNvSpPr/>
          <p:nvPr/>
        </p:nvSpPr>
        <p:spPr>
          <a:xfrm>
            <a:off x="6235639" y="3190556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3</a:t>
            </a:r>
            <a:endParaRPr lang="ko-KR" altLang="en-US" sz="1000" dirty="0"/>
          </a:p>
        </p:txBody>
      </p: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4377B713-AF8B-95CD-394B-01E649374F33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1357666" y="1458283"/>
            <a:ext cx="4661950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7D381C1A-4635-05A0-8CE7-27C7DBB3CDF0}"/>
              </a:ext>
            </a:extLst>
          </p:cNvPr>
          <p:cNvCxnSpPr>
            <a:cxnSpLocks/>
            <a:stCxn id="122" idx="3"/>
          </p:cNvCxnSpPr>
          <p:nvPr/>
        </p:nvCxnSpPr>
        <p:spPr>
          <a:xfrm>
            <a:off x="1357666" y="3710969"/>
            <a:ext cx="4661950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6">
            <a:extLst>
              <a:ext uri="{FF2B5EF4-FFF2-40B4-BE49-F238E27FC236}">
                <a16:creationId xmlns:a16="http://schemas.microsoft.com/office/drawing/2014/main" id="{33468461-9C66-4EB8-2E22-845F21EDFFFB}"/>
              </a:ext>
            </a:extLst>
          </p:cNvPr>
          <p:cNvSpPr/>
          <p:nvPr/>
        </p:nvSpPr>
        <p:spPr>
          <a:xfrm>
            <a:off x="1683084" y="339502"/>
            <a:ext cx="1843418" cy="2206638"/>
          </a:xfrm>
          <a:prstGeom prst="roundRect">
            <a:avLst>
              <a:gd name="adj" fmla="val 636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Request C </a:t>
            </a:r>
            <a:r>
              <a:rPr lang="en-US" altLang="ko-KR" sz="1000" b="1" dirty="0"/>
              <a:t>PID=1 Epoch=1</a:t>
            </a:r>
            <a:endParaRPr lang="ko-KR" altLang="en-US" sz="1000" b="1" dirty="0"/>
          </a:p>
        </p:txBody>
      </p:sp>
      <p:sp>
        <p:nvSpPr>
          <p:cNvPr id="83" name="사각형: 둥근 모서리 6">
            <a:extLst>
              <a:ext uri="{FF2B5EF4-FFF2-40B4-BE49-F238E27FC236}">
                <a16:creationId xmlns:a16="http://schemas.microsoft.com/office/drawing/2014/main" id="{BB6DF3F2-AD2C-42C3-CC39-AFAAC0A78415}"/>
              </a:ext>
            </a:extLst>
          </p:cNvPr>
          <p:cNvSpPr/>
          <p:nvPr/>
        </p:nvSpPr>
        <p:spPr>
          <a:xfrm>
            <a:off x="1772185" y="696772"/>
            <a:ext cx="1665213" cy="661756"/>
          </a:xfrm>
          <a:prstGeom prst="roundRect">
            <a:avLst>
              <a:gd name="adj" fmla="val 9094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Topic A</a:t>
            </a:r>
          </a:p>
          <a:p>
            <a:pPr algn="ctr"/>
            <a:endParaRPr lang="en-US" altLang="ko-KR" sz="1000" dirty="0"/>
          </a:p>
        </p:txBody>
      </p:sp>
      <p:sp>
        <p:nvSpPr>
          <p:cNvPr id="84" name="사각형: 둥근 모서리 6">
            <a:extLst>
              <a:ext uri="{FF2B5EF4-FFF2-40B4-BE49-F238E27FC236}">
                <a16:creationId xmlns:a16="http://schemas.microsoft.com/office/drawing/2014/main" id="{4332C36B-2903-4A3C-2A4B-D5FE208E12D5}"/>
              </a:ext>
            </a:extLst>
          </p:cNvPr>
          <p:cNvSpPr/>
          <p:nvPr/>
        </p:nvSpPr>
        <p:spPr>
          <a:xfrm>
            <a:off x="1871507" y="962189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tx2"/>
                </a:solidFill>
              </a:rPr>
              <a:t>SEQ=113~106</a:t>
            </a:r>
          </a:p>
        </p:txBody>
      </p:sp>
      <p:sp>
        <p:nvSpPr>
          <p:cNvPr id="85" name="사각형: 둥근 모서리 6">
            <a:extLst>
              <a:ext uri="{FF2B5EF4-FFF2-40B4-BE49-F238E27FC236}">
                <a16:creationId xmlns:a16="http://schemas.microsoft.com/office/drawing/2014/main" id="{778DB065-99C4-C860-8069-F3F79CA7370D}"/>
              </a:ext>
            </a:extLst>
          </p:cNvPr>
          <p:cNvSpPr/>
          <p:nvPr/>
        </p:nvSpPr>
        <p:spPr>
          <a:xfrm>
            <a:off x="1778911" y="1449319"/>
            <a:ext cx="1665213" cy="1018553"/>
          </a:xfrm>
          <a:prstGeom prst="roundRect">
            <a:avLst>
              <a:gd name="adj" fmla="val 726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Topic B</a:t>
            </a:r>
          </a:p>
          <a:p>
            <a:pPr algn="ctr"/>
            <a:endParaRPr lang="en-US" altLang="ko-KR" sz="1000" dirty="0"/>
          </a:p>
        </p:txBody>
      </p:sp>
      <p:sp>
        <p:nvSpPr>
          <p:cNvPr id="86" name="사각형: 둥근 모서리 6">
            <a:extLst>
              <a:ext uri="{FF2B5EF4-FFF2-40B4-BE49-F238E27FC236}">
                <a16:creationId xmlns:a16="http://schemas.microsoft.com/office/drawing/2014/main" id="{861D0269-7666-433F-00AB-B04CE2044E6E}"/>
              </a:ext>
            </a:extLst>
          </p:cNvPr>
          <p:cNvSpPr/>
          <p:nvPr/>
        </p:nvSpPr>
        <p:spPr>
          <a:xfrm>
            <a:off x="1878233" y="1714738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tx2"/>
                </a:solidFill>
              </a:rPr>
              <a:t>SEQ=215~208</a:t>
            </a:r>
            <a:endParaRPr lang="ko-KR" altLang="en-US" sz="900" b="1" dirty="0">
              <a:solidFill>
                <a:schemeClr val="tx2"/>
              </a:solidFill>
            </a:endParaRPr>
          </a:p>
        </p:txBody>
      </p:sp>
      <p:sp>
        <p:nvSpPr>
          <p:cNvPr id="87" name="사각형: 둥근 모서리 6">
            <a:extLst>
              <a:ext uri="{FF2B5EF4-FFF2-40B4-BE49-F238E27FC236}">
                <a16:creationId xmlns:a16="http://schemas.microsoft.com/office/drawing/2014/main" id="{8499D262-347C-961D-C5C5-5B6347ABB08D}"/>
              </a:ext>
            </a:extLst>
          </p:cNvPr>
          <p:cNvSpPr/>
          <p:nvPr/>
        </p:nvSpPr>
        <p:spPr>
          <a:xfrm>
            <a:off x="1878233" y="2086015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3 Records</a:t>
            </a:r>
          </a:p>
          <a:p>
            <a:pPr algn="ctr"/>
            <a:r>
              <a:rPr lang="en-US" altLang="ko-KR" sz="900" b="1" dirty="0">
                <a:solidFill>
                  <a:schemeClr val="tx2"/>
                </a:solidFill>
              </a:rPr>
              <a:t>SEQ=195~186</a:t>
            </a:r>
            <a:endParaRPr lang="ko-KR" altLang="en-US" sz="900" b="1" dirty="0">
              <a:solidFill>
                <a:schemeClr val="tx2"/>
              </a:solidFill>
            </a:endParaRPr>
          </a:p>
        </p:txBody>
      </p:sp>
      <p:sp>
        <p:nvSpPr>
          <p:cNvPr id="106" name="사각형: 둥근 모서리 6">
            <a:extLst>
              <a:ext uri="{FF2B5EF4-FFF2-40B4-BE49-F238E27FC236}">
                <a16:creationId xmlns:a16="http://schemas.microsoft.com/office/drawing/2014/main" id="{068D4B35-CB18-D724-7AA8-5ED81DBB9398}"/>
              </a:ext>
            </a:extLst>
          </p:cNvPr>
          <p:cNvSpPr/>
          <p:nvPr/>
        </p:nvSpPr>
        <p:spPr>
          <a:xfrm>
            <a:off x="3851920" y="339502"/>
            <a:ext cx="1843418" cy="2206638"/>
          </a:xfrm>
          <a:prstGeom prst="roundRect">
            <a:avLst>
              <a:gd name="adj" fmla="val 636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Request A </a:t>
            </a:r>
            <a:r>
              <a:rPr lang="en-US" altLang="ko-KR" sz="1000" b="1" dirty="0"/>
              <a:t>PID=1 Epoch=1 </a:t>
            </a:r>
            <a:endParaRPr lang="ko-KR" altLang="en-US" sz="1000" b="1" dirty="0"/>
          </a:p>
        </p:txBody>
      </p:sp>
      <p:sp>
        <p:nvSpPr>
          <p:cNvPr id="107" name="사각형: 둥근 모서리 6">
            <a:extLst>
              <a:ext uri="{FF2B5EF4-FFF2-40B4-BE49-F238E27FC236}">
                <a16:creationId xmlns:a16="http://schemas.microsoft.com/office/drawing/2014/main" id="{B3F16972-0A85-170B-0049-6FB65F194208}"/>
              </a:ext>
            </a:extLst>
          </p:cNvPr>
          <p:cNvSpPr/>
          <p:nvPr/>
        </p:nvSpPr>
        <p:spPr>
          <a:xfrm>
            <a:off x="3941021" y="696772"/>
            <a:ext cx="1665213" cy="661756"/>
          </a:xfrm>
          <a:prstGeom prst="roundRect">
            <a:avLst>
              <a:gd name="adj" fmla="val 9094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Topic A</a:t>
            </a:r>
          </a:p>
          <a:p>
            <a:pPr algn="ctr"/>
            <a:endParaRPr lang="en-US" altLang="ko-KR" sz="1000" dirty="0"/>
          </a:p>
        </p:txBody>
      </p:sp>
      <p:sp>
        <p:nvSpPr>
          <p:cNvPr id="108" name="사각형: 둥근 모서리 6">
            <a:extLst>
              <a:ext uri="{FF2B5EF4-FFF2-40B4-BE49-F238E27FC236}">
                <a16:creationId xmlns:a16="http://schemas.microsoft.com/office/drawing/2014/main" id="{2947CFDB-A8C7-42A3-4AE0-CAC557A048E1}"/>
              </a:ext>
            </a:extLst>
          </p:cNvPr>
          <p:cNvSpPr/>
          <p:nvPr/>
        </p:nvSpPr>
        <p:spPr>
          <a:xfrm>
            <a:off x="4040343" y="962189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SEQ=106~100</a:t>
            </a:r>
          </a:p>
        </p:txBody>
      </p:sp>
      <p:sp>
        <p:nvSpPr>
          <p:cNvPr id="109" name="사각형: 둥근 모서리 6">
            <a:extLst>
              <a:ext uri="{FF2B5EF4-FFF2-40B4-BE49-F238E27FC236}">
                <a16:creationId xmlns:a16="http://schemas.microsoft.com/office/drawing/2014/main" id="{6E8B0E36-A796-B00E-EFB6-E1292D63DD3C}"/>
              </a:ext>
            </a:extLst>
          </p:cNvPr>
          <p:cNvSpPr/>
          <p:nvPr/>
        </p:nvSpPr>
        <p:spPr>
          <a:xfrm>
            <a:off x="3947746" y="1449319"/>
            <a:ext cx="1665213" cy="1018553"/>
          </a:xfrm>
          <a:prstGeom prst="roundRect">
            <a:avLst>
              <a:gd name="adj" fmla="val 726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Topic B</a:t>
            </a:r>
          </a:p>
          <a:p>
            <a:pPr algn="ctr"/>
            <a:endParaRPr lang="en-US" altLang="ko-KR" sz="1000" dirty="0"/>
          </a:p>
        </p:txBody>
      </p:sp>
      <p:sp>
        <p:nvSpPr>
          <p:cNvPr id="110" name="사각형: 둥근 모서리 6">
            <a:extLst>
              <a:ext uri="{FF2B5EF4-FFF2-40B4-BE49-F238E27FC236}">
                <a16:creationId xmlns:a16="http://schemas.microsoft.com/office/drawing/2014/main" id="{D6552DF4-EC1B-3556-16FD-7255B1104B1A}"/>
              </a:ext>
            </a:extLst>
          </p:cNvPr>
          <p:cNvSpPr/>
          <p:nvPr/>
        </p:nvSpPr>
        <p:spPr>
          <a:xfrm>
            <a:off x="4047069" y="1714738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SEQ=207~200</a:t>
            </a:r>
            <a:endParaRPr lang="ko-KR" altLang="en-US" sz="900" b="1" dirty="0">
              <a:solidFill>
                <a:srgbClr val="C00000"/>
              </a:solidFill>
            </a:endParaRPr>
          </a:p>
        </p:txBody>
      </p:sp>
      <p:sp>
        <p:nvSpPr>
          <p:cNvPr id="119" name="사각형: 둥근 모서리 6">
            <a:extLst>
              <a:ext uri="{FF2B5EF4-FFF2-40B4-BE49-F238E27FC236}">
                <a16:creationId xmlns:a16="http://schemas.microsoft.com/office/drawing/2014/main" id="{F71361DF-B0BA-0179-9001-A74800A07AA6}"/>
              </a:ext>
            </a:extLst>
          </p:cNvPr>
          <p:cNvSpPr/>
          <p:nvPr/>
        </p:nvSpPr>
        <p:spPr>
          <a:xfrm>
            <a:off x="4047069" y="2086015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3 Records</a:t>
            </a:r>
          </a:p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SEQ=185~180</a:t>
            </a:r>
            <a:endParaRPr lang="ko-KR" altLang="en-US" sz="900" b="1" dirty="0">
              <a:solidFill>
                <a:srgbClr val="C00000"/>
              </a:solidFill>
            </a:endParaRPr>
          </a:p>
        </p:txBody>
      </p:sp>
      <p:sp>
        <p:nvSpPr>
          <p:cNvPr id="123" name="사각형: 둥근 모서리 6">
            <a:extLst>
              <a:ext uri="{FF2B5EF4-FFF2-40B4-BE49-F238E27FC236}">
                <a16:creationId xmlns:a16="http://schemas.microsoft.com/office/drawing/2014/main" id="{32C5F7D8-3C44-CADF-5D04-195E56D12D5E}"/>
              </a:ext>
            </a:extLst>
          </p:cNvPr>
          <p:cNvSpPr/>
          <p:nvPr/>
        </p:nvSpPr>
        <p:spPr>
          <a:xfrm>
            <a:off x="2761538" y="2636931"/>
            <a:ext cx="1843418" cy="2206638"/>
          </a:xfrm>
          <a:prstGeom prst="roundRect">
            <a:avLst>
              <a:gd name="adj" fmla="val 636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Request B </a:t>
            </a:r>
            <a:r>
              <a:rPr lang="en-US" altLang="ko-KR" sz="1000" b="1" dirty="0"/>
              <a:t>PID=2 Epoch=3</a:t>
            </a:r>
            <a:endParaRPr lang="ko-KR" altLang="en-US" sz="1000" b="1" dirty="0"/>
          </a:p>
        </p:txBody>
      </p:sp>
      <p:sp>
        <p:nvSpPr>
          <p:cNvPr id="127" name="사각형: 둥근 모서리 6">
            <a:extLst>
              <a:ext uri="{FF2B5EF4-FFF2-40B4-BE49-F238E27FC236}">
                <a16:creationId xmlns:a16="http://schemas.microsoft.com/office/drawing/2014/main" id="{5E5A5266-D0BF-99A5-C92B-6081C5510B66}"/>
              </a:ext>
            </a:extLst>
          </p:cNvPr>
          <p:cNvSpPr/>
          <p:nvPr/>
        </p:nvSpPr>
        <p:spPr>
          <a:xfrm>
            <a:off x="2850639" y="2994201"/>
            <a:ext cx="1665213" cy="661756"/>
          </a:xfrm>
          <a:prstGeom prst="roundRect">
            <a:avLst>
              <a:gd name="adj" fmla="val 9094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Topic A</a:t>
            </a:r>
          </a:p>
          <a:p>
            <a:pPr algn="ctr"/>
            <a:endParaRPr lang="en-US" altLang="ko-KR" sz="1000" dirty="0"/>
          </a:p>
        </p:txBody>
      </p:sp>
      <p:sp>
        <p:nvSpPr>
          <p:cNvPr id="128" name="사각형: 둥근 모서리 6">
            <a:extLst>
              <a:ext uri="{FF2B5EF4-FFF2-40B4-BE49-F238E27FC236}">
                <a16:creationId xmlns:a16="http://schemas.microsoft.com/office/drawing/2014/main" id="{FCF8E11E-A197-0413-4819-E9A735D68475}"/>
              </a:ext>
            </a:extLst>
          </p:cNvPr>
          <p:cNvSpPr/>
          <p:nvPr/>
        </p:nvSpPr>
        <p:spPr>
          <a:xfrm>
            <a:off x="2949961" y="3259618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SEQ=315~302</a:t>
            </a:r>
            <a:endParaRPr lang="ko-KR" altLang="en-US" sz="9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9" name="사각형: 둥근 모서리 6">
            <a:extLst>
              <a:ext uri="{FF2B5EF4-FFF2-40B4-BE49-F238E27FC236}">
                <a16:creationId xmlns:a16="http://schemas.microsoft.com/office/drawing/2014/main" id="{D6077058-AA90-61BF-C4C6-A50E9480C48F}"/>
              </a:ext>
            </a:extLst>
          </p:cNvPr>
          <p:cNvSpPr/>
          <p:nvPr/>
        </p:nvSpPr>
        <p:spPr>
          <a:xfrm>
            <a:off x="2857364" y="3746748"/>
            <a:ext cx="1665213" cy="1018553"/>
          </a:xfrm>
          <a:prstGeom prst="roundRect">
            <a:avLst>
              <a:gd name="adj" fmla="val 726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Topic B</a:t>
            </a:r>
          </a:p>
          <a:p>
            <a:pPr algn="ctr"/>
            <a:endParaRPr lang="en-US" altLang="ko-KR" sz="1000" dirty="0"/>
          </a:p>
        </p:txBody>
      </p:sp>
      <p:sp>
        <p:nvSpPr>
          <p:cNvPr id="133" name="사각형: 둥근 모서리 6">
            <a:extLst>
              <a:ext uri="{FF2B5EF4-FFF2-40B4-BE49-F238E27FC236}">
                <a16:creationId xmlns:a16="http://schemas.microsoft.com/office/drawing/2014/main" id="{C46556D9-FF49-7835-778C-61845A047FDE}"/>
              </a:ext>
            </a:extLst>
          </p:cNvPr>
          <p:cNvSpPr/>
          <p:nvPr/>
        </p:nvSpPr>
        <p:spPr>
          <a:xfrm>
            <a:off x="2956687" y="4012167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0 Records</a:t>
            </a:r>
          </a:p>
          <a:p>
            <a:pPr algn="ctr"/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SEQ=524~520</a:t>
            </a:r>
            <a:endParaRPr lang="ko-KR" altLang="en-US" sz="9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4" name="사각형: 둥근 모서리 6">
            <a:extLst>
              <a:ext uri="{FF2B5EF4-FFF2-40B4-BE49-F238E27FC236}">
                <a16:creationId xmlns:a16="http://schemas.microsoft.com/office/drawing/2014/main" id="{89753E4D-B38F-E75C-CF22-7FDF10125747}"/>
              </a:ext>
            </a:extLst>
          </p:cNvPr>
          <p:cNvSpPr/>
          <p:nvPr/>
        </p:nvSpPr>
        <p:spPr>
          <a:xfrm>
            <a:off x="2956687" y="4383444"/>
            <a:ext cx="1466564" cy="293003"/>
          </a:xfrm>
          <a:prstGeom prst="roundRect">
            <a:avLst>
              <a:gd name="adj" fmla="val 18811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Partition 3 Records</a:t>
            </a:r>
          </a:p>
          <a:p>
            <a:pPr algn="ctr"/>
            <a:r>
              <a:rPr lang="en-US" altLang="ko-KR" sz="900" b="1" dirty="0">
                <a:solidFill>
                  <a:schemeClr val="accent3">
                    <a:lumMod val="75000"/>
                  </a:schemeClr>
                </a:solidFill>
              </a:rPr>
              <a:t>SEQ=480~474</a:t>
            </a:r>
            <a:endParaRPr lang="ko-KR" altLang="en-US" sz="9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사각형: 둥근 모서리 56">
            <a:extLst>
              <a:ext uri="{FF2B5EF4-FFF2-40B4-BE49-F238E27FC236}">
                <a16:creationId xmlns:a16="http://schemas.microsoft.com/office/drawing/2014/main" id="{4D660A13-48E7-7F09-FEEF-918C39E7AFF8}"/>
              </a:ext>
            </a:extLst>
          </p:cNvPr>
          <p:cNvSpPr/>
          <p:nvPr/>
        </p:nvSpPr>
        <p:spPr>
          <a:xfrm>
            <a:off x="6017406" y="98565"/>
            <a:ext cx="2720252" cy="1107796"/>
          </a:xfrm>
          <a:prstGeom prst="roundRect">
            <a:avLst>
              <a:gd name="adj" fmla="val 1082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PID=1 Epoch=1 SEQ</a:t>
            </a:r>
            <a:r>
              <a:rPr lang="ko-KR" altLang="en-US" sz="1000" b="1"/>
              <a:t> </a:t>
            </a:r>
            <a:r>
              <a:rPr lang="en-US" altLang="ko-KR" sz="1000" b="1"/>
              <a:t>State</a:t>
            </a:r>
            <a:endParaRPr lang="en-US" altLang="ko-KR" sz="1000" b="1" dirty="0"/>
          </a:p>
          <a:p>
            <a:r>
              <a:rPr lang="en-US" altLang="ko-KR" sz="1050" dirty="0"/>
              <a:t>Topic A, Partition 0 / </a:t>
            </a:r>
            <a:r>
              <a:rPr lang="en-US" altLang="ko-KR" sz="1050" b="1" dirty="0">
                <a:solidFill>
                  <a:schemeClr val="tx2"/>
                </a:solidFill>
              </a:rPr>
              <a:t>113~106</a:t>
            </a:r>
            <a:r>
              <a:rPr lang="en-US" altLang="ko-KR" sz="1050" dirty="0"/>
              <a:t>, </a:t>
            </a:r>
            <a:r>
              <a:rPr lang="en-US" altLang="ko-KR" sz="1050" b="1" dirty="0">
                <a:solidFill>
                  <a:srgbClr val="C00000"/>
                </a:solidFill>
              </a:rPr>
              <a:t>105~100</a:t>
            </a:r>
            <a:r>
              <a:rPr lang="en-US" altLang="ko-KR" sz="1050" dirty="0"/>
              <a:t>, 99~85, 84~78, 77~70</a:t>
            </a:r>
          </a:p>
          <a:p>
            <a:r>
              <a:rPr lang="en-US" altLang="ko-KR" sz="1050" dirty="0"/>
              <a:t>Topic B, Partition 0 / </a:t>
            </a:r>
            <a:r>
              <a:rPr lang="en-US" altLang="ko-KR" sz="1050" b="1" dirty="0">
                <a:solidFill>
                  <a:schemeClr val="tx2"/>
                </a:solidFill>
              </a:rPr>
              <a:t>215~208</a:t>
            </a:r>
            <a:r>
              <a:rPr lang="en-US" altLang="ko-KR" sz="1050" dirty="0"/>
              <a:t>, </a:t>
            </a:r>
            <a:r>
              <a:rPr lang="en-US" altLang="ko-KR" sz="1050" b="1" dirty="0">
                <a:solidFill>
                  <a:srgbClr val="C00000"/>
                </a:solidFill>
              </a:rPr>
              <a:t>207~200</a:t>
            </a:r>
            <a:r>
              <a:rPr lang="en-US" altLang="ko-KR" sz="1050" dirty="0"/>
              <a:t>, 199~190, 189~179, 178~170</a:t>
            </a:r>
          </a:p>
          <a:p>
            <a:r>
              <a:rPr lang="en-US" altLang="ko-KR" sz="1050" dirty="0"/>
              <a:t>Topic B, Partition 3 / </a:t>
            </a:r>
            <a:r>
              <a:rPr lang="en-US" altLang="ko-KR" sz="1050" b="1" dirty="0">
                <a:solidFill>
                  <a:schemeClr val="tx2"/>
                </a:solidFill>
              </a:rPr>
              <a:t>195~186</a:t>
            </a:r>
            <a:r>
              <a:rPr lang="en-US" altLang="ko-KR" sz="1050" dirty="0">
                <a:solidFill>
                  <a:schemeClr val="tx1"/>
                </a:solidFill>
              </a:rPr>
              <a:t>,</a:t>
            </a:r>
          </a:p>
          <a:p>
            <a:r>
              <a:rPr lang="en-US" altLang="ko-KR" sz="1050" b="1" dirty="0">
                <a:solidFill>
                  <a:srgbClr val="C00000"/>
                </a:solidFill>
              </a:rPr>
              <a:t>185~180</a:t>
            </a:r>
            <a:r>
              <a:rPr lang="en-US" altLang="ko-KR" sz="1050" dirty="0">
                <a:solidFill>
                  <a:schemeClr val="tx1"/>
                </a:solidFill>
              </a:rPr>
              <a:t>, 179~169, 168~161, 160~152</a:t>
            </a:r>
          </a:p>
        </p:txBody>
      </p:sp>
      <p:sp>
        <p:nvSpPr>
          <p:cNvPr id="6" name="사각형: 둥근 모서리 56">
            <a:extLst>
              <a:ext uri="{FF2B5EF4-FFF2-40B4-BE49-F238E27FC236}">
                <a16:creationId xmlns:a16="http://schemas.microsoft.com/office/drawing/2014/main" id="{A6777AFA-53BF-9595-434E-75418CBC6717}"/>
              </a:ext>
            </a:extLst>
          </p:cNvPr>
          <p:cNvSpPr/>
          <p:nvPr/>
        </p:nvSpPr>
        <p:spPr>
          <a:xfrm>
            <a:off x="6017406" y="3944061"/>
            <a:ext cx="2720252" cy="1107796"/>
          </a:xfrm>
          <a:prstGeom prst="roundRect">
            <a:avLst>
              <a:gd name="adj" fmla="val 1082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PID=1 Epoch=1 SEQ State</a:t>
            </a:r>
            <a:endParaRPr lang="en-US" altLang="ko-KR" sz="1000" b="1" dirty="0"/>
          </a:p>
          <a:p>
            <a:r>
              <a:rPr lang="en-US" altLang="ko-KR" sz="1050" dirty="0"/>
              <a:t>Topic A, Partition 0 / </a:t>
            </a:r>
            <a:r>
              <a:rPr lang="en-US" altLang="ko-KR" sz="1050" b="1" dirty="0">
                <a:solidFill>
                  <a:schemeClr val="accent3">
                    <a:lumMod val="75000"/>
                  </a:schemeClr>
                </a:solidFill>
              </a:rPr>
              <a:t>315~302</a:t>
            </a:r>
            <a:r>
              <a:rPr lang="en-US" altLang="ko-KR" sz="1050" dirty="0"/>
              <a:t>, </a:t>
            </a:r>
            <a:r>
              <a:rPr lang="en-US" altLang="ko-KR" sz="1050" dirty="0">
                <a:solidFill>
                  <a:schemeClr val="tx1"/>
                </a:solidFill>
              </a:rPr>
              <a:t>301~298, 297~290, 289~275, 274~270</a:t>
            </a:r>
          </a:p>
          <a:p>
            <a:r>
              <a:rPr lang="en-US" altLang="ko-KR" sz="1050" dirty="0"/>
              <a:t>Topic B, Partition 0 / </a:t>
            </a:r>
            <a:r>
              <a:rPr lang="en-US" altLang="ko-KR" sz="1050" b="1" dirty="0">
                <a:solidFill>
                  <a:schemeClr val="accent3">
                    <a:lumMod val="75000"/>
                  </a:schemeClr>
                </a:solidFill>
              </a:rPr>
              <a:t>524~502</a:t>
            </a:r>
            <a:r>
              <a:rPr lang="en-US" altLang="ko-KR" sz="1050" dirty="0"/>
              <a:t>, </a:t>
            </a:r>
            <a:r>
              <a:rPr lang="en-US" altLang="ko-KR" sz="1050" dirty="0">
                <a:solidFill>
                  <a:schemeClr val="tx1"/>
                </a:solidFill>
              </a:rPr>
              <a:t>501~493, 492~482, 481~472, 471~458</a:t>
            </a:r>
            <a:endParaRPr lang="en-US" altLang="ko-KR" sz="1050" dirty="0"/>
          </a:p>
          <a:p>
            <a:r>
              <a:rPr lang="en-US" altLang="ko-KR" sz="1050" dirty="0"/>
              <a:t>Topic B, Partition 3 / </a:t>
            </a:r>
            <a:r>
              <a:rPr lang="en-US" altLang="ko-KR" sz="1050" b="1" dirty="0">
                <a:solidFill>
                  <a:schemeClr val="accent3">
                    <a:lumMod val="75000"/>
                  </a:schemeClr>
                </a:solidFill>
              </a:rPr>
              <a:t>480~474</a:t>
            </a:r>
            <a:r>
              <a:rPr lang="en-US" altLang="ko-KR" sz="1050" dirty="0">
                <a:solidFill>
                  <a:schemeClr val="tx1"/>
                </a:solidFill>
              </a:rPr>
              <a:t>, 473~472,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471~464, 463~454, 453~442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8BEA487-DF97-8BB9-0209-F73AE9FA4BAC}"/>
              </a:ext>
            </a:extLst>
          </p:cNvPr>
          <p:cNvSpPr/>
          <p:nvPr/>
        </p:nvSpPr>
        <p:spPr>
          <a:xfrm>
            <a:off x="6132795" y="1379271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4440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7B0F-BF68-07D3-4C3B-21FE8505A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F2ED092F-ACC2-2100-9293-543116AAA04A}"/>
              </a:ext>
            </a:extLst>
          </p:cNvPr>
          <p:cNvSpPr/>
          <p:nvPr/>
        </p:nvSpPr>
        <p:spPr>
          <a:xfrm>
            <a:off x="3427356" y="2268951"/>
            <a:ext cx="1828712" cy="1512169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A08BF677-9AFB-B6A5-F1E6-1BC6B787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135" y="3401460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02D3FEE0-6F34-08B2-9CBC-DB5F0C08C865}"/>
              </a:ext>
            </a:extLst>
          </p:cNvPr>
          <p:cNvSpPr/>
          <p:nvPr/>
        </p:nvSpPr>
        <p:spPr>
          <a:xfrm>
            <a:off x="3528604" y="2368701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_schemas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AC17B257-0D98-5E5A-283F-E368FFA598C0}"/>
              </a:ext>
            </a:extLst>
          </p:cNvPr>
          <p:cNvSpPr/>
          <p:nvPr/>
        </p:nvSpPr>
        <p:spPr>
          <a:xfrm>
            <a:off x="3528604" y="2883223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message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16ED8D8A-CF09-476A-81B3-CC34FA1B48DE}"/>
              </a:ext>
            </a:extLst>
          </p:cNvPr>
          <p:cNvSpPr/>
          <p:nvPr/>
        </p:nvSpPr>
        <p:spPr>
          <a:xfrm>
            <a:off x="3635896" y="1059582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Kafka Schema</a:t>
            </a:r>
          </a:p>
          <a:p>
            <a:pPr algn="ctr"/>
            <a:r>
              <a:rPr lang="en-US" altLang="ko-KR" sz="1000"/>
              <a:t>Registry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4B39612B-28CA-E93B-49B2-92FF6003D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29" y="1143416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8">
            <a:extLst>
              <a:ext uri="{FF2B5EF4-FFF2-40B4-BE49-F238E27FC236}">
                <a16:creationId xmlns:a16="http://schemas.microsoft.com/office/drawing/2014/main" id="{BD17C77D-CCE7-28BB-77D8-AF1097A0ECB2}"/>
              </a:ext>
            </a:extLst>
          </p:cNvPr>
          <p:cNvSpPr/>
          <p:nvPr/>
        </p:nvSpPr>
        <p:spPr>
          <a:xfrm>
            <a:off x="1115616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7D44A04E-B3FE-D369-6684-CC7CCB9BADDA}"/>
              </a:ext>
            </a:extLst>
          </p:cNvPr>
          <p:cNvSpPr/>
          <p:nvPr/>
        </p:nvSpPr>
        <p:spPr>
          <a:xfrm>
            <a:off x="6156163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4DE0D9F5-09CC-8B3E-EED4-39325E27E5B3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rot="5400000" flipH="1" flipV="1">
            <a:off x="2010852" y="1258180"/>
            <a:ext cx="1435631" cy="18144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1C07A8-C38F-6D2B-0E6F-A966EB11A226}"/>
              </a:ext>
            </a:extLst>
          </p:cNvPr>
          <p:cNvCxnSpPr>
            <a:cxnSpLocks/>
            <a:stCxn id="2" idx="3"/>
            <a:endCxn id="52" idx="1"/>
          </p:cNvCxnSpPr>
          <p:nvPr/>
        </p:nvCxnSpPr>
        <p:spPr>
          <a:xfrm>
            <a:off x="2527261" y="3092467"/>
            <a:ext cx="10013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93053-6467-9510-1E84-8A0238B3D19F}"/>
              </a:ext>
            </a:extLst>
          </p:cNvPr>
          <p:cNvCxnSpPr>
            <a:cxnSpLocks/>
            <a:stCxn id="6" idx="1"/>
            <a:endCxn id="52" idx="3"/>
          </p:cNvCxnSpPr>
          <p:nvPr/>
        </p:nvCxnSpPr>
        <p:spPr>
          <a:xfrm flipH="1">
            <a:off x="5154821" y="3092467"/>
            <a:ext cx="10013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AB4796-A71C-4BA2-6E06-7D641AA95869}"/>
              </a:ext>
            </a:extLst>
          </p:cNvPr>
          <p:cNvCxnSpPr>
            <a:cxnSpLocks/>
            <a:stCxn id="77" idx="2"/>
            <a:endCxn id="30" idx="0"/>
          </p:cNvCxnSpPr>
          <p:nvPr/>
        </p:nvCxnSpPr>
        <p:spPr>
          <a:xfrm flipH="1">
            <a:off x="4341712" y="1835601"/>
            <a:ext cx="1" cy="53310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E1A2E96D-C8D9-AF5D-6133-920A6EAE2F89}"/>
              </a:ext>
            </a:extLst>
          </p:cNvPr>
          <p:cNvCxnSpPr>
            <a:cxnSpLocks/>
            <a:stCxn id="6" idx="0"/>
            <a:endCxn id="77" idx="3"/>
          </p:cNvCxnSpPr>
          <p:nvPr/>
        </p:nvCxnSpPr>
        <p:spPr>
          <a:xfrm rot="16200000" flipV="1">
            <a:off x="5236943" y="1258180"/>
            <a:ext cx="1435631" cy="18144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80BA95-5F81-9C39-B87B-F489E4CE3D53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4341713" y="724928"/>
            <a:ext cx="0" cy="334654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01AEF36-A98E-A5F4-9A7F-4C1BCAC37FB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115616" y="933837"/>
            <a:ext cx="360039" cy="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18">
            <a:extLst>
              <a:ext uri="{FF2B5EF4-FFF2-40B4-BE49-F238E27FC236}">
                <a16:creationId xmlns:a16="http://schemas.microsoft.com/office/drawing/2014/main" id="{5AE314BA-8CFF-6464-4663-C646D6607C79}"/>
              </a:ext>
            </a:extLst>
          </p:cNvPr>
          <p:cNvSpPr/>
          <p:nvPr/>
        </p:nvSpPr>
        <p:spPr>
          <a:xfrm>
            <a:off x="1475655" y="786723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Register Schema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C581939-DE4D-F59C-B652-FC198E10277C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114740" y="1185573"/>
            <a:ext cx="36003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18">
            <a:extLst>
              <a:ext uri="{FF2B5EF4-FFF2-40B4-BE49-F238E27FC236}">
                <a16:creationId xmlns:a16="http://schemas.microsoft.com/office/drawing/2014/main" id="{90692C20-B2C0-66DC-A6EB-82AFC2737B56}"/>
              </a:ext>
            </a:extLst>
          </p:cNvPr>
          <p:cNvSpPr/>
          <p:nvPr/>
        </p:nvSpPr>
        <p:spPr>
          <a:xfrm>
            <a:off x="1474779" y="1038459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Pub/Sub Messages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3741B50-8902-7461-5A09-2F2F81056B04}"/>
              </a:ext>
            </a:extLst>
          </p:cNvPr>
          <p:cNvSpPr/>
          <p:nvPr/>
        </p:nvSpPr>
        <p:spPr>
          <a:xfrm>
            <a:off x="4233700" y="72492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accent1"/>
                </a:solidFill>
              </a:rPr>
              <a:t>1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3" name="모서리가 둥근 직사각형 18">
            <a:extLst>
              <a:ext uri="{FF2B5EF4-FFF2-40B4-BE49-F238E27FC236}">
                <a16:creationId xmlns:a16="http://schemas.microsoft.com/office/drawing/2014/main" id="{7816A207-43EF-F2F3-C9FE-0572C62A1987}"/>
              </a:ext>
            </a:extLst>
          </p:cNvPr>
          <p:cNvSpPr/>
          <p:nvPr/>
        </p:nvSpPr>
        <p:spPr>
          <a:xfrm>
            <a:off x="4341712" y="685826"/>
            <a:ext cx="1237040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Register schema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E9C49E-6607-A510-F4AA-12EFFDE3112A}"/>
              </a:ext>
            </a:extLst>
          </p:cNvPr>
          <p:cNvSpPr/>
          <p:nvPr/>
        </p:nvSpPr>
        <p:spPr>
          <a:xfrm>
            <a:off x="4233700" y="194347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1"/>
                </a:solidFill>
              </a:rPr>
              <a:t>2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DB6378C3-E800-12B1-C286-52876428B1D9}"/>
              </a:ext>
            </a:extLst>
          </p:cNvPr>
          <p:cNvSpPr/>
          <p:nvPr/>
        </p:nvSpPr>
        <p:spPr>
          <a:xfrm>
            <a:off x="3923928" y="1904369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Store schema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F6F6AEA-83D5-BC76-465A-A79B02CA0167}"/>
              </a:ext>
            </a:extLst>
          </p:cNvPr>
          <p:cNvSpPr/>
          <p:nvPr/>
        </p:nvSpPr>
        <p:spPr>
          <a:xfrm>
            <a:off x="1713425" y="251986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7" name="모서리가 둥근 직사각형 18">
            <a:extLst>
              <a:ext uri="{FF2B5EF4-FFF2-40B4-BE49-F238E27FC236}">
                <a16:creationId xmlns:a16="http://schemas.microsoft.com/office/drawing/2014/main" id="{58217613-4F56-6449-69AC-AC6AACF85D4C}"/>
              </a:ext>
            </a:extLst>
          </p:cNvPr>
          <p:cNvSpPr/>
          <p:nvPr/>
        </p:nvSpPr>
        <p:spPr>
          <a:xfrm>
            <a:off x="1818056" y="2480762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</a:t>
            </a:r>
            <a:br>
              <a:rPr lang="en-US" altLang="ko-KR" sz="1000" i="1">
                <a:solidFill>
                  <a:schemeClr val="tx1"/>
                </a:solidFill>
              </a:rPr>
            </a:br>
            <a:r>
              <a:rPr lang="en-US" altLang="ko-KR" sz="1000" i="1">
                <a:solidFill>
                  <a:schemeClr val="tx1"/>
                </a:solidFill>
              </a:rPr>
              <a:t>&amp; schema ID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by name &amp; version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5263329-1D09-6D02-AD2F-4F97BA784405}"/>
              </a:ext>
            </a:extLst>
          </p:cNvPr>
          <p:cNvSpPr/>
          <p:nvPr/>
        </p:nvSpPr>
        <p:spPr>
          <a:xfrm>
            <a:off x="2509514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9" name="모서리가 둥근 직사각형 18">
            <a:extLst>
              <a:ext uri="{FF2B5EF4-FFF2-40B4-BE49-F238E27FC236}">
                <a16:creationId xmlns:a16="http://schemas.microsoft.com/office/drawing/2014/main" id="{C9998529-9BC3-CB2D-3DAA-0659528280E0}"/>
              </a:ext>
            </a:extLst>
          </p:cNvPr>
          <p:cNvSpPr/>
          <p:nvPr/>
        </p:nvSpPr>
        <p:spPr>
          <a:xfrm>
            <a:off x="1681422" y="3273301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Serialized &amp; send message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 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569D087-D70C-FB02-1104-26A6083779B8}"/>
              </a:ext>
            </a:extLst>
          </p:cNvPr>
          <p:cNvSpPr/>
          <p:nvPr/>
        </p:nvSpPr>
        <p:spPr>
          <a:xfrm>
            <a:off x="6752032" y="251554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4D693A9-BA0C-9492-B985-AFA2B553201E}"/>
              </a:ext>
            </a:extLst>
          </p:cNvPr>
          <p:cNvSpPr/>
          <p:nvPr/>
        </p:nvSpPr>
        <p:spPr>
          <a:xfrm>
            <a:off x="5961889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18">
            <a:extLst>
              <a:ext uri="{FF2B5EF4-FFF2-40B4-BE49-F238E27FC236}">
                <a16:creationId xmlns:a16="http://schemas.microsoft.com/office/drawing/2014/main" id="{1F9EF69C-41EF-7B71-2901-2C8BD78B4C15}"/>
              </a:ext>
            </a:extLst>
          </p:cNvPr>
          <p:cNvSpPr/>
          <p:nvPr/>
        </p:nvSpPr>
        <p:spPr>
          <a:xfrm>
            <a:off x="5443721" y="2481379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by ID</a:t>
            </a:r>
          </a:p>
        </p:txBody>
      </p:sp>
      <p:sp>
        <p:nvSpPr>
          <p:cNvPr id="76" name="모서리가 둥근 직사각형 18">
            <a:extLst>
              <a:ext uri="{FF2B5EF4-FFF2-40B4-BE49-F238E27FC236}">
                <a16:creationId xmlns:a16="http://schemas.microsoft.com/office/drawing/2014/main" id="{08AACADD-70D5-D936-4477-49F8DBB80C34}"/>
              </a:ext>
            </a:extLst>
          </p:cNvPr>
          <p:cNvSpPr/>
          <p:nvPr/>
        </p:nvSpPr>
        <p:spPr>
          <a:xfrm>
            <a:off x="5133797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serialized messages </a:t>
            </a:r>
            <a:br>
              <a:rPr lang="en-US" altLang="ko-KR" sz="1000" i="1">
                <a:solidFill>
                  <a:schemeClr val="tx1"/>
                </a:solidFill>
              </a:rPr>
            </a:br>
            <a:r>
              <a:rPr lang="en-US" altLang="ko-KR" sz="1000" i="1">
                <a:solidFill>
                  <a:schemeClr val="tx1"/>
                </a:solidFill>
              </a:rPr>
              <a:t>&amp; schema ID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CDA9F6E-A179-2120-1C55-7A4EAA0D7088}"/>
              </a:ext>
            </a:extLst>
          </p:cNvPr>
          <p:cNvSpPr/>
          <p:nvPr/>
        </p:nvSpPr>
        <p:spPr>
          <a:xfrm>
            <a:off x="7407175" y="316528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0" name="모서리가 둥근 직사각형 18">
            <a:extLst>
              <a:ext uri="{FF2B5EF4-FFF2-40B4-BE49-F238E27FC236}">
                <a16:creationId xmlns:a16="http://schemas.microsoft.com/office/drawing/2014/main" id="{B82C7360-C53D-7268-E337-33FB9C843B7A}"/>
              </a:ext>
            </a:extLst>
          </p:cNvPr>
          <p:cNvSpPr/>
          <p:nvPr/>
        </p:nvSpPr>
        <p:spPr>
          <a:xfrm>
            <a:off x="6579083" y="3350762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Deserialized messages 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B81F128-2883-6B98-6936-3DFB8C693503}"/>
              </a:ext>
            </a:extLst>
          </p:cNvPr>
          <p:cNvSpPr/>
          <p:nvPr/>
        </p:nvSpPr>
        <p:spPr>
          <a:xfrm>
            <a:off x="4917773" y="1669452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84" name="모서리가 둥근 직사각형 18">
            <a:extLst>
              <a:ext uri="{FF2B5EF4-FFF2-40B4-BE49-F238E27FC236}">
                <a16:creationId xmlns:a16="http://schemas.microsoft.com/office/drawing/2014/main" id="{3EA10CA4-A879-9EFE-8096-25CB88090A8A}"/>
              </a:ext>
            </a:extLst>
          </p:cNvPr>
          <p:cNvSpPr/>
          <p:nvPr/>
        </p:nvSpPr>
        <p:spPr>
          <a:xfrm>
            <a:off x="4917773" y="1634994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Caching stored schema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155F22-F3A1-7453-C14E-A56D393257A8}"/>
              </a:ext>
            </a:extLst>
          </p:cNvPr>
          <p:cNvSpPr txBox="1"/>
          <p:nvPr/>
        </p:nvSpPr>
        <p:spPr>
          <a:xfrm>
            <a:off x="3610708" y="43492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46637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4487-4050-42AB-2DE1-A9F442CF6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4FFF2E80-DD2D-D5EC-42E6-0802AFA5359A}"/>
              </a:ext>
            </a:extLst>
          </p:cNvPr>
          <p:cNvSpPr/>
          <p:nvPr/>
        </p:nvSpPr>
        <p:spPr>
          <a:xfrm>
            <a:off x="3427356" y="2268951"/>
            <a:ext cx="1828712" cy="1512169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34D5A486-FCE0-5552-BA7D-9ABA487F6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135" y="3401460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47E7C4F5-9B2D-848B-6542-54F4E56BCF0B}"/>
              </a:ext>
            </a:extLst>
          </p:cNvPr>
          <p:cNvSpPr/>
          <p:nvPr/>
        </p:nvSpPr>
        <p:spPr>
          <a:xfrm>
            <a:off x="3528604" y="2368701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_schemas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184E15CD-D035-6CB8-9904-D5F9B97ECE00}"/>
              </a:ext>
            </a:extLst>
          </p:cNvPr>
          <p:cNvSpPr/>
          <p:nvPr/>
        </p:nvSpPr>
        <p:spPr>
          <a:xfrm>
            <a:off x="3528604" y="2883223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user-events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AD92DB93-553B-728E-C010-840E27856378}"/>
              </a:ext>
            </a:extLst>
          </p:cNvPr>
          <p:cNvSpPr/>
          <p:nvPr/>
        </p:nvSpPr>
        <p:spPr>
          <a:xfrm>
            <a:off x="3635896" y="1059582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Kafka Schema</a:t>
            </a:r>
          </a:p>
          <a:p>
            <a:pPr algn="ctr"/>
            <a:r>
              <a:rPr lang="en-US" altLang="ko-KR" sz="1000"/>
              <a:t>Registry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50EE0B99-6F0E-05A6-D85F-1102974F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29" y="1143416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8">
            <a:extLst>
              <a:ext uri="{FF2B5EF4-FFF2-40B4-BE49-F238E27FC236}">
                <a16:creationId xmlns:a16="http://schemas.microsoft.com/office/drawing/2014/main" id="{0EA42608-676E-5C74-4F91-5609FEAF8BA4}"/>
              </a:ext>
            </a:extLst>
          </p:cNvPr>
          <p:cNvSpPr/>
          <p:nvPr/>
        </p:nvSpPr>
        <p:spPr>
          <a:xfrm>
            <a:off x="1115616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5A486939-BDB2-BF60-22B4-26AE885D113F}"/>
              </a:ext>
            </a:extLst>
          </p:cNvPr>
          <p:cNvSpPr/>
          <p:nvPr/>
        </p:nvSpPr>
        <p:spPr>
          <a:xfrm>
            <a:off x="6156163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3E1DFFA9-2E8E-F324-A60F-CD8591B0C698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rot="5400000" flipH="1" flipV="1">
            <a:off x="2010852" y="1258180"/>
            <a:ext cx="1435631" cy="18144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1B635B-CB25-A9A8-CADB-3F127DDBCD6B}"/>
              </a:ext>
            </a:extLst>
          </p:cNvPr>
          <p:cNvCxnSpPr>
            <a:cxnSpLocks/>
            <a:stCxn id="2" idx="3"/>
            <a:endCxn id="52" idx="1"/>
          </p:cNvCxnSpPr>
          <p:nvPr/>
        </p:nvCxnSpPr>
        <p:spPr>
          <a:xfrm>
            <a:off x="2527261" y="3092467"/>
            <a:ext cx="10013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D583F0-CC0B-2583-2974-60DD017B7200}"/>
              </a:ext>
            </a:extLst>
          </p:cNvPr>
          <p:cNvCxnSpPr>
            <a:cxnSpLocks/>
            <a:stCxn id="6" idx="1"/>
            <a:endCxn id="52" idx="3"/>
          </p:cNvCxnSpPr>
          <p:nvPr/>
        </p:nvCxnSpPr>
        <p:spPr>
          <a:xfrm flipH="1">
            <a:off x="5154821" y="3092467"/>
            <a:ext cx="10013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96B05A-617C-BCB0-FBA4-347051D9B38C}"/>
              </a:ext>
            </a:extLst>
          </p:cNvPr>
          <p:cNvCxnSpPr>
            <a:cxnSpLocks/>
            <a:stCxn id="77" idx="2"/>
            <a:endCxn id="30" idx="0"/>
          </p:cNvCxnSpPr>
          <p:nvPr/>
        </p:nvCxnSpPr>
        <p:spPr>
          <a:xfrm flipH="1">
            <a:off x="4341712" y="1835601"/>
            <a:ext cx="1" cy="53310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6AA3729-342B-E6FA-B7D6-7C1EFCCDD5CA}"/>
              </a:ext>
            </a:extLst>
          </p:cNvPr>
          <p:cNvCxnSpPr>
            <a:cxnSpLocks/>
            <a:stCxn id="6" idx="0"/>
            <a:endCxn id="77" idx="3"/>
          </p:cNvCxnSpPr>
          <p:nvPr/>
        </p:nvCxnSpPr>
        <p:spPr>
          <a:xfrm rot="16200000" flipV="1">
            <a:off x="5236943" y="1258180"/>
            <a:ext cx="1435631" cy="18144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8E0631-393D-F1CA-6F4D-4EDF9622F3A7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4341713" y="724928"/>
            <a:ext cx="0" cy="334654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9836AB-7C4D-96A0-88B8-1281EFDDB83F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115616" y="933837"/>
            <a:ext cx="360039" cy="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18">
            <a:extLst>
              <a:ext uri="{FF2B5EF4-FFF2-40B4-BE49-F238E27FC236}">
                <a16:creationId xmlns:a16="http://schemas.microsoft.com/office/drawing/2014/main" id="{2B41B531-0F03-4695-8B21-28BBA245F150}"/>
              </a:ext>
            </a:extLst>
          </p:cNvPr>
          <p:cNvSpPr/>
          <p:nvPr/>
        </p:nvSpPr>
        <p:spPr>
          <a:xfrm>
            <a:off x="1475655" y="786723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Register Schema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BF74004-30F4-621C-B66E-CA92A9D2B39A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114740" y="1233719"/>
            <a:ext cx="36003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18">
            <a:extLst>
              <a:ext uri="{FF2B5EF4-FFF2-40B4-BE49-F238E27FC236}">
                <a16:creationId xmlns:a16="http://schemas.microsoft.com/office/drawing/2014/main" id="{8F45AFCF-7C7E-C104-C1D6-4C3650EF0728}"/>
              </a:ext>
            </a:extLst>
          </p:cNvPr>
          <p:cNvSpPr/>
          <p:nvPr/>
        </p:nvSpPr>
        <p:spPr>
          <a:xfrm>
            <a:off x="1474779" y="1086605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Pub/Sub Messages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0B0B6C5-1238-A42E-E7EB-1A37444EC3B8}"/>
              </a:ext>
            </a:extLst>
          </p:cNvPr>
          <p:cNvSpPr/>
          <p:nvPr/>
        </p:nvSpPr>
        <p:spPr>
          <a:xfrm>
            <a:off x="4233700" y="72492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accent1"/>
                </a:solidFill>
              </a:rPr>
              <a:t>1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3" name="모서리가 둥근 직사각형 18">
            <a:extLst>
              <a:ext uri="{FF2B5EF4-FFF2-40B4-BE49-F238E27FC236}">
                <a16:creationId xmlns:a16="http://schemas.microsoft.com/office/drawing/2014/main" id="{F55DC18E-241C-B0B3-9D65-10AFCC43CD53}"/>
              </a:ext>
            </a:extLst>
          </p:cNvPr>
          <p:cNvSpPr/>
          <p:nvPr/>
        </p:nvSpPr>
        <p:spPr>
          <a:xfrm>
            <a:off x="4341712" y="685826"/>
            <a:ext cx="1237040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Register Schema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180A70C-8081-F007-A501-3A9856B003FE}"/>
              </a:ext>
            </a:extLst>
          </p:cNvPr>
          <p:cNvSpPr/>
          <p:nvPr/>
        </p:nvSpPr>
        <p:spPr>
          <a:xfrm>
            <a:off x="4233700" y="194347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1"/>
                </a:solidFill>
              </a:rPr>
              <a:t>2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AE62495D-10E5-324A-0A60-3CE40675F1F3}"/>
              </a:ext>
            </a:extLst>
          </p:cNvPr>
          <p:cNvSpPr/>
          <p:nvPr/>
        </p:nvSpPr>
        <p:spPr>
          <a:xfrm>
            <a:off x="4263061" y="1904369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Store &amp;</a:t>
            </a:r>
            <a:r>
              <a:rPr lang="ko-KR" altLang="en-US" sz="1000" i="1">
                <a:solidFill>
                  <a:schemeClr val="accent1"/>
                </a:solidFill>
              </a:rPr>
              <a:t> </a:t>
            </a:r>
            <a:r>
              <a:rPr lang="en-US" altLang="ko-KR" sz="1000" i="1">
                <a:solidFill>
                  <a:schemeClr val="accent1"/>
                </a:solidFill>
              </a:rPr>
              <a:t>Caching Schema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AB348A6-FAAD-54B8-2A17-EBB8280FBD1C}"/>
              </a:ext>
            </a:extLst>
          </p:cNvPr>
          <p:cNvSpPr/>
          <p:nvPr/>
        </p:nvSpPr>
        <p:spPr>
          <a:xfrm>
            <a:off x="1713425" y="2570906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7" name="모서리가 둥근 직사각형 18">
            <a:extLst>
              <a:ext uri="{FF2B5EF4-FFF2-40B4-BE49-F238E27FC236}">
                <a16:creationId xmlns:a16="http://schemas.microsoft.com/office/drawing/2014/main" id="{70500521-0F97-CDB4-7E64-119AF493CC30}"/>
              </a:ext>
            </a:extLst>
          </p:cNvPr>
          <p:cNvSpPr/>
          <p:nvPr/>
        </p:nvSpPr>
        <p:spPr>
          <a:xfrm>
            <a:off x="1850077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ID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by Name &amp; Version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E8B2969-3CD5-69E2-8F7A-7E6B193FAD2A}"/>
              </a:ext>
            </a:extLst>
          </p:cNvPr>
          <p:cNvSpPr/>
          <p:nvPr/>
        </p:nvSpPr>
        <p:spPr>
          <a:xfrm>
            <a:off x="2509514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9" name="모서리가 둥근 직사각형 18">
            <a:extLst>
              <a:ext uri="{FF2B5EF4-FFF2-40B4-BE49-F238E27FC236}">
                <a16:creationId xmlns:a16="http://schemas.microsoft.com/office/drawing/2014/main" id="{AF8563C3-87C1-9B7C-9659-D3FD8241E88D}"/>
              </a:ext>
            </a:extLst>
          </p:cNvPr>
          <p:cNvSpPr/>
          <p:nvPr/>
        </p:nvSpPr>
        <p:spPr>
          <a:xfrm>
            <a:off x="1681422" y="3273301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Serialized &amp; Send Message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 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096D47D-3D33-FFCA-238B-9D10CCC048EB}"/>
              </a:ext>
            </a:extLst>
          </p:cNvPr>
          <p:cNvSpPr/>
          <p:nvPr/>
        </p:nvSpPr>
        <p:spPr>
          <a:xfrm>
            <a:off x="6752032" y="256596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053DB77-C8F7-9A1F-E3FE-AE969851C9F7}"/>
              </a:ext>
            </a:extLst>
          </p:cNvPr>
          <p:cNvSpPr/>
          <p:nvPr/>
        </p:nvSpPr>
        <p:spPr>
          <a:xfrm>
            <a:off x="5961889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18">
            <a:extLst>
              <a:ext uri="{FF2B5EF4-FFF2-40B4-BE49-F238E27FC236}">
                <a16:creationId xmlns:a16="http://schemas.microsoft.com/office/drawing/2014/main" id="{78689172-3AFD-BFE6-7019-1EC6EACA00A7}"/>
              </a:ext>
            </a:extLst>
          </p:cNvPr>
          <p:cNvSpPr/>
          <p:nvPr/>
        </p:nvSpPr>
        <p:spPr>
          <a:xfrm>
            <a:off x="5443721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by ID</a:t>
            </a:r>
          </a:p>
        </p:txBody>
      </p:sp>
      <p:sp>
        <p:nvSpPr>
          <p:cNvPr id="76" name="모서리가 둥근 직사각형 18">
            <a:extLst>
              <a:ext uri="{FF2B5EF4-FFF2-40B4-BE49-F238E27FC236}">
                <a16:creationId xmlns:a16="http://schemas.microsoft.com/office/drawing/2014/main" id="{49F7783C-7B4E-1E51-2957-3E20737431E6}"/>
              </a:ext>
            </a:extLst>
          </p:cNvPr>
          <p:cNvSpPr/>
          <p:nvPr/>
        </p:nvSpPr>
        <p:spPr>
          <a:xfrm>
            <a:off x="5133797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Serialized Message &amp; Schema ID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45D0F2A-0E97-5B2F-3670-DC731AA5677E}"/>
              </a:ext>
            </a:extLst>
          </p:cNvPr>
          <p:cNvSpPr/>
          <p:nvPr/>
        </p:nvSpPr>
        <p:spPr>
          <a:xfrm>
            <a:off x="7459796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0" name="모서리가 둥근 직사각형 18">
            <a:extLst>
              <a:ext uri="{FF2B5EF4-FFF2-40B4-BE49-F238E27FC236}">
                <a16:creationId xmlns:a16="http://schemas.microsoft.com/office/drawing/2014/main" id="{CF02B3DC-518B-8FF8-164E-C4060AACE2EE}"/>
              </a:ext>
            </a:extLst>
          </p:cNvPr>
          <p:cNvSpPr/>
          <p:nvPr/>
        </p:nvSpPr>
        <p:spPr>
          <a:xfrm>
            <a:off x="6631704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Deserialized Message 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</a:t>
            </a:r>
          </a:p>
        </p:txBody>
      </p:sp>
    </p:spTree>
    <p:extLst>
      <p:ext uri="{BB962C8B-B14F-4D97-AF65-F5344CB8AC3E}">
        <p14:creationId xmlns:p14="http://schemas.microsoft.com/office/powerpoint/2010/main" val="2952358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5541-9C69-0AEC-4210-98DF220A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18">
            <a:extLst>
              <a:ext uri="{FF2B5EF4-FFF2-40B4-BE49-F238E27FC236}">
                <a16:creationId xmlns:a16="http://schemas.microsoft.com/office/drawing/2014/main" id="{78649504-6592-F8F5-85B4-E56237289B30}"/>
              </a:ext>
            </a:extLst>
          </p:cNvPr>
          <p:cNvSpPr/>
          <p:nvPr/>
        </p:nvSpPr>
        <p:spPr>
          <a:xfrm>
            <a:off x="1187624" y="185273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PostgreSQL</a:t>
            </a:r>
          </a:p>
        </p:txBody>
      </p:sp>
      <p:pic>
        <p:nvPicPr>
          <p:cNvPr id="4" name="Picture 34" descr="PostgreSQL&quot; Icon - Download for free – Iconduck">
            <a:extLst>
              <a:ext uri="{FF2B5EF4-FFF2-40B4-BE49-F238E27FC236}">
                <a16:creationId xmlns:a16="http://schemas.microsoft.com/office/drawing/2014/main" id="{29202823-75F0-840C-5CEB-4DE034020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86" y="3780344"/>
            <a:ext cx="278851" cy="2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18">
            <a:extLst>
              <a:ext uri="{FF2B5EF4-FFF2-40B4-BE49-F238E27FC236}">
                <a16:creationId xmlns:a16="http://schemas.microsoft.com/office/drawing/2014/main" id="{0EAD2EE7-C6DF-5717-C7D7-F4EE2C6DFE65}"/>
              </a:ext>
            </a:extLst>
          </p:cNvPr>
          <p:cNvSpPr/>
          <p:nvPr/>
        </p:nvSpPr>
        <p:spPr>
          <a:xfrm>
            <a:off x="1311347" y="1924738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kafka_connect_src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2293BAA7-6702-01FA-CC0A-BBE1ACE880D3}"/>
              </a:ext>
            </a:extLst>
          </p:cNvPr>
          <p:cNvSpPr/>
          <p:nvPr/>
        </p:nvSpPr>
        <p:spPr>
          <a:xfrm>
            <a:off x="130989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kafka_connect_dst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8" name="모서리가 둥근 직사각형 18">
            <a:extLst>
              <a:ext uri="{FF2B5EF4-FFF2-40B4-BE49-F238E27FC236}">
                <a16:creationId xmlns:a16="http://schemas.microsoft.com/office/drawing/2014/main" id="{85F6F8B3-02B7-9BD5-45B3-16BA375B653C}"/>
              </a:ext>
            </a:extLst>
          </p:cNvPr>
          <p:cNvSpPr/>
          <p:nvPr/>
        </p:nvSpPr>
        <p:spPr>
          <a:xfrm>
            <a:off x="1592249" y="2011480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6DFD520A-A0AB-7EC4-6C77-76E88F271AA1}"/>
              </a:ext>
            </a:extLst>
          </p:cNvPr>
          <p:cNvSpPr/>
          <p:nvPr/>
        </p:nvSpPr>
        <p:spPr>
          <a:xfrm>
            <a:off x="1590797" y="2939283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12" name="모서리가 둥근 직사각형 18">
            <a:extLst>
              <a:ext uri="{FF2B5EF4-FFF2-40B4-BE49-F238E27FC236}">
                <a16:creationId xmlns:a16="http://schemas.microsoft.com/office/drawing/2014/main" id="{F02193C2-B3D9-C077-2CDD-24E8580DE57E}"/>
              </a:ext>
            </a:extLst>
          </p:cNvPr>
          <p:cNvSpPr/>
          <p:nvPr/>
        </p:nvSpPr>
        <p:spPr>
          <a:xfrm>
            <a:off x="3635896" y="185167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 Connect</a:t>
            </a:r>
          </a:p>
        </p:txBody>
      </p:sp>
      <p:pic>
        <p:nvPicPr>
          <p:cNvPr id="25" name="Picture 12" descr="kafka icon&quot; Icon - Download for free – Iconduck">
            <a:extLst>
              <a:ext uri="{FF2B5EF4-FFF2-40B4-BE49-F238E27FC236}">
                <a16:creationId xmlns:a16="http://schemas.microsoft.com/office/drawing/2014/main" id="{F62BE1E2-2F91-7ECD-7F79-C9FDF98EE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80344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모서리가 둥근 직사각형 18">
            <a:extLst>
              <a:ext uri="{FF2B5EF4-FFF2-40B4-BE49-F238E27FC236}">
                <a16:creationId xmlns:a16="http://schemas.microsoft.com/office/drawing/2014/main" id="{A4431C5F-EE34-9168-EABF-53AC8E2A2089}"/>
              </a:ext>
            </a:extLst>
          </p:cNvPr>
          <p:cNvSpPr/>
          <p:nvPr/>
        </p:nvSpPr>
        <p:spPr>
          <a:xfrm>
            <a:off x="3758165" y="1924737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postgresql-src-connector</a:t>
            </a:r>
            <a:endParaRPr lang="en-US" altLang="ko-KR" sz="900"/>
          </a:p>
          <a:p>
            <a:pPr algn="ctr"/>
            <a:r>
              <a:rPr lang="en-US" altLang="ko-KR" sz="900"/>
              <a:t>Kafka Source</a:t>
            </a:r>
          </a:p>
          <a:p>
            <a:pPr algn="ctr"/>
            <a:r>
              <a:rPr lang="en-US" altLang="ko-KR" sz="900"/>
              <a:t>JDBC Connector</a:t>
            </a:r>
          </a:p>
        </p:txBody>
      </p:sp>
      <p:sp>
        <p:nvSpPr>
          <p:cNvPr id="27" name="모서리가 둥근 직사각형 18">
            <a:extLst>
              <a:ext uri="{FF2B5EF4-FFF2-40B4-BE49-F238E27FC236}">
                <a16:creationId xmlns:a16="http://schemas.microsoft.com/office/drawing/2014/main" id="{421B3EA0-AAED-1C00-DFF0-F9CE233BD40A}"/>
              </a:ext>
            </a:extLst>
          </p:cNvPr>
          <p:cNvSpPr/>
          <p:nvPr/>
        </p:nvSpPr>
        <p:spPr>
          <a:xfrm>
            <a:off x="375816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postgresql-dst-connector</a:t>
            </a:r>
            <a:endParaRPr lang="en-US" altLang="ko-KR" sz="900"/>
          </a:p>
          <a:p>
            <a:pPr algn="ctr"/>
            <a:r>
              <a:rPr lang="en-US" altLang="ko-KR" sz="900"/>
              <a:t>Kafka Sink</a:t>
            </a:r>
          </a:p>
          <a:p>
            <a:pPr algn="ctr"/>
            <a:r>
              <a:rPr lang="en-US" altLang="ko-KR" sz="900"/>
              <a:t>JDBC Connector</a:t>
            </a:r>
          </a:p>
        </p:txBody>
      </p:sp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D070C02F-E5E6-F00F-7C41-C7A606E08AB6}"/>
              </a:ext>
            </a:extLst>
          </p:cNvPr>
          <p:cNvSpPr/>
          <p:nvPr/>
        </p:nvSpPr>
        <p:spPr>
          <a:xfrm>
            <a:off x="6084168" y="1851669"/>
            <a:ext cx="1872208" cy="2520281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8CD3CB9A-E2F2-CBA0-2E88-3AB7A7EFC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347" y="4011541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E5934A0D-B423-52B3-B25B-D262726A3E82}"/>
              </a:ext>
            </a:extLst>
          </p:cNvPr>
          <p:cNvSpPr/>
          <p:nvPr/>
        </p:nvSpPr>
        <p:spPr>
          <a:xfrm>
            <a:off x="6206437" y="1924737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postgresql-users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93F50397-BB5A-698A-B097-CA832A874E7B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2442088" y="2178068"/>
            <a:ext cx="1316077" cy="1517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D5628CA-9BA0-1B1D-7EF3-15ADAAC95149}"/>
              </a:ext>
            </a:extLst>
          </p:cNvPr>
          <p:cNvCxnSpPr>
            <a:cxnSpLocks/>
            <a:stCxn id="26" idx="3"/>
            <a:endCxn id="30" idx="0"/>
          </p:cNvCxnSpPr>
          <p:nvPr/>
        </p:nvCxnSpPr>
        <p:spPr>
          <a:xfrm flipV="1">
            <a:off x="5169810" y="1924737"/>
            <a:ext cx="1849735" cy="405115"/>
          </a:xfrm>
          <a:prstGeom prst="bentConnector4">
            <a:avLst>
              <a:gd name="adj1" fmla="val 18575"/>
              <a:gd name="adj2" fmla="val 156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014FA48C-06EA-9225-57B7-171C48A61620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rot="10800000" flipV="1">
            <a:off x="5169811" y="2133980"/>
            <a:ext cx="1036627" cy="11236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A30E194-B126-6C70-171B-2ECC730A7868}"/>
              </a:ext>
            </a:extLst>
          </p:cNvPr>
          <p:cNvCxnSpPr>
            <a:cxnSpLocks/>
            <a:stCxn id="27" idx="1"/>
            <a:endCxn id="9" idx="3"/>
          </p:cNvCxnSpPr>
          <p:nvPr/>
        </p:nvCxnSpPr>
        <p:spPr>
          <a:xfrm rot="10800000">
            <a:off x="2440637" y="3105872"/>
            <a:ext cx="1317529" cy="1517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16787265-9FD4-3465-890C-2D52F851D5A4}"/>
              </a:ext>
            </a:extLst>
          </p:cNvPr>
          <p:cNvSpPr/>
          <p:nvPr/>
        </p:nvSpPr>
        <p:spPr>
          <a:xfrm>
            <a:off x="6206436" y="2439259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connect-cluster-configs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5" name="모서리가 둥근 직사각형 18">
            <a:extLst>
              <a:ext uri="{FF2B5EF4-FFF2-40B4-BE49-F238E27FC236}">
                <a16:creationId xmlns:a16="http://schemas.microsoft.com/office/drawing/2014/main" id="{C6BD22C9-2A06-4FF8-EB98-A4BE9BFAE38D}"/>
              </a:ext>
            </a:extLst>
          </p:cNvPr>
          <p:cNvSpPr/>
          <p:nvPr/>
        </p:nvSpPr>
        <p:spPr>
          <a:xfrm>
            <a:off x="6212786" y="2953782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connect-cluster-offsets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8" name="모서리가 둥근 직사각형 18">
            <a:extLst>
              <a:ext uri="{FF2B5EF4-FFF2-40B4-BE49-F238E27FC236}">
                <a16:creationId xmlns:a16="http://schemas.microsoft.com/office/drawing/2014/main" id="{6E538E9E-2D35-9B3D-5406-5F6EC73C373B}"/>
              </a:ext>
            </a:extLst>
          </p:cNvPr>
          <p:cNvSpPr/>
          <p:nvPr/>
        </p:nvSpPr>
        <p:spPr>
          <a:xfrm>
            <a:off x="6212786" y="3468304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connect-cluster-status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C114515B-263C-82CA-4AAB-B8EA48A213CE}"/>
              </a:ext>
            </a:extLst>
          </p:cNvPr>
          <p:cNvCxnSpPr>
            <a:cxnSpLocks/>
            <a:stCxn id="12" idx="2"/>
            <a:endCxn id="112" idx="2"/>
          </p:cNvCxnSpPr>
          <p:nvPr/>
        </p:nvCxnSpPr>
        <p:spPr>
          <a:xfrm rot="5400000" flipH="1" flipV="1">
            <a:off x="5662149" y="2744220"/>
            <a:ext cx="159233" cy="2555557"/>
          </a:xfrm>
          <a:prstGeom prst="bentConnector3">
            <a:avLst>
              <a:gd name="adj1" fmla="val -97764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895BBEF6-8A8B-5323-D5AF-944B56548B6E}"/>
              </a:ext>
            </a:extLst>
          </p:cNvPr>
          <p:cNvSpPr/>
          <p:nvPr/>
        </p:nvSpPr>
        <p:spPr>
          <a:xfrm>
            <a:off x="3758170" y="714309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Strimzi Cluster </a:t>
            </a:r>
          </a:p>
          <a:p>
            <a:pPr algn="ctr"/>
            <a:r>
              <a:rPr lang="en-US" altLang="ko-KR" sz="1000"/>
              <a:t>Operator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F80E6D2B-2FBB-0012-F881-871D74B13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03" y="798143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38C75A43-F4C1-30E0-1E34-EE9F9984FCA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65006" y="1671000"/>
            <a:ext cx="361342" cy="1"/>
          </a:xfrm>
          <a:prstGeom prst="bentConnector3">
            <a:avLst>
              <a:gd name="adj1" fmla="val 51613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0CC62A75-6203-8084-1CBB-D91DF2195D32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169804" y="1102319"/>
            <a:ext cx="2370155" cy="749350"/>
          </a:xfrm>
          <a:prstGeom prst="bentConnector3">
            <a:avLst>
              <a:gd name="adj1" fmla="val 9994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969384C2-BC4E-C6E4-60C1-ACD5B2A335D4}"/>
              </a:ext>
            </a:extLst>
          </p:cNvPr>
          <p:cNvCxnSpPr>
            <a:cxnSpLocks/>
            <a:stCxn id="77" idx="2"/>
            <a:endCxn id="26" idx="0"/>
          </p:cNvCxnSpPr>
          <p:nvPr/>
        </p:nvCxnSpPr>
        <p:spPr>
          <a:xfrm rot="16200000" flipH="1">
            <a:off x="4246783" y="1707531"/>
            <a:ext cx="43440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F577BEEC-0CBC-D83D-418F-DAA9922FFE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01192" y="2171433"/>
            <a:ext cx="1362213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8">
            <a:extLst>
              <a:ext uri="{FF2B5EF4-FFF2-40B4-BE49-F238E27FC236}">
                <a16:creationId xmlns:a16="http://schemas.microsoft.com/office/drawing/2014/main" id="{14CE87F7-482B-3149-26FA-F64653EF7FDF}"/>
              </a:ext>
            </a:extLst>
          </p:cNvPr>
          <p:cNvSpPr/>
          <p:nvPr/>
        </p:nvSpPr>
        <p:spPr>
          <a:xfrm>
            <a:off x="6148151" y="2399011"/>
            <a:ext cx="1742787" cy="1543371"/>
          </a:xfrm>
          <a:prstGeom prst="roundRect">
            <a:avLst>
              <a:gd name="adj" fmla="val 5274"/>
            </a:avLst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3433043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8503-3A30-E905-1EE0-EC3002CB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18">
            <a:extLst>
              <a:ext uri="{FF2B5EF4-FFF2-40B4-BE49-F238E27FC236}">
                <a16:creationId xmlns:a16="http://schemas.microsoft.com/office/drawing/2014/main" id="{F7D8BE2F-8283-50A0-FA99-BEEF04202651}"/>
              </a:ext>
            </a:extLst>
          </p:cNvPr>
          <p:cNvSpPr/>
          <p:nvPr/>
        </p:nvSpPr>
        <p:spPr>
          <a:xfrm>
            <a:off x="1187624" y="185273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PostgreSQL</a:t>
            </a:r>
          </a:p>
        </p:txBody>
      </p:sp>
      <p:pic>
        <p:nvPicPr>
          <p:cNvPr id="4" name="Picture 34" descr="PostgreSQL&quot; Icon - Download for free – Iconduck">
            <a:extLst>
              <a:ext uri="{FF2B5EF4-FFF2-40B4-BE49-F238E27FC236}">
                <a16:creationId xmlns:a16="http://schemas.microsoft.com/office/drawing/2014/main" id="{8D13FBA0-D30B-76FA-F3C4-4D5DA06ED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86" y="3780344"/>
            <a:ext cx="278851" cy="2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18">
            <a:extLst>
              <a:ext uri="{FF2B5EF4-FFF2-40B4-BE49-F238E27FC236}">
                <a16:creationId xmlns:a16="http://schemas.microsoft.com/office/drawing/2014/main" id="{FF0750F8-084B-F778-4783-B20C75BBEFCE}"/>
              </a:ext>
            </a:extLst>
          </p:cNvPr>
          <p:cNvSpPr/>
          <p:nvPr/>
        </p:nvSpPr>
        <p:spPr>
          <a:xfrm>
            <a:off x="1311347" y="1924738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kafka_connect_src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91C752CD-5C69-756C-E3C7-6E4ECCED6895}"/>
              </a:ext>
            </a:extLst>
          </p:cNvPr>
          <p:cNvSpPr/>
          <p:nvPr/>
        </p:nvSpPr>
        <p:spPr>
          <a:xfrm>
            <a:off x="130989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kafka_connect_dst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8" name="모서리가 둥근 직사각형 18">
            <a:extLst>
              <a:ext uri="{FF2B5EF4-FFF2-40B4-BE49-F238E27FC236}">
                <a16:creationId xmlns:a16="http://schemas.microsoft.com/office/drawing/2014/main" id="{F049222B-ECE8-D02C-E9EB-E17943512C08}"/>
              </a:ext>
            </a:extLst>
          </p:cNvPr>
          <p:cNvSpPr/>
          <p:nvPr/>
        </p:nvSpPr>
        <p:spPr>
          <a:xfrm>
            <a:off x="1592249" y="2011480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497A3440-5633-329E-BCA9-F6860460F229}"/>
              </a:ext>
            </a:extLst>
          </p:cNvPr>
          <p:cNvSpPr/>
          <p:nvPr/>
        </p:nvSpPr>
        <p:spPr>
          <a:xfrm>
            <a:off x="1590797" y="2939283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12" name="모서리가 둥근 직사각형 18">
            <a:extLst>
              <a:ext uri="{FF2B5EF4-FFF2-40B4-BE49-F238E27FC236}">
                <a16:creationId xmlns:a16="http://schemas.microsoft.com/office/drawing/2014/main" id="{F5586930-9367-83E1-E51D-8AAF23FDCD56}"/>
              </a:ext>
            </a:extLst>
          </p:cNvPr>
          <p:cNvSpPr/>
          <p:nvPr/>
        </p:nvSpPr>
        <p:spPr>
          <a:xfrm>
            <a:off x="3635896" y="185167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 Connect</a:t>
            </a:r>
          </a:p>
        </p:txBody>
      </p:sp>
      <p:pic>
        <p:nvPicPr>
          <p:cNvPr id="25" name="Picture 12" descr="kafka icon&quot; Icon - Download for free – Iconduck">
            <a:extLst>
              <a:ext uri="{FF2B5EF4-FFF2-40B4-BE49-F238E27FC236}">
                <a16:creationId xmlns:a16="http://schemas.microsoft.com/office/drawing/2014/main" id="{9BFE631C-EECA-A29A-CA5C-E5DC396DC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80344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모서리가 둥근 직사각형 18">
            <a:extLst>
              <a:ext uri="{FF2B5EF4-FFF2-40B4-BE49-F238E27FC236}">
                <a16:creationId xmlns:a16="http://schemas.microsoft.com/office/drawing/2014/main" id="{60BAD0BC-9751-7906-399A-370AC48EB71C}"/>
              </a:ext>
            </a:extLst>
          </p:cNvPr>
          <p:cNvSpPr/>
          <p:nvPr/>
        </p:nvSpPr>
        <p:spPr>
          <a:xfrm>
            <a:off x="3758165" y="1924737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postgresql-src-connector</a:t>
            </a:r>
            <a:endParaRPr lang="en-US" altLang="ko-KR" sz="900"/>
          </a:p>
          <a:p>
            <a:pPr algn="ctr"/>
            <a:r>
              <a:rPr lang="en-US" altLang="ko-KR" sz="900"/>
              <a:t>Kafka Source</a:t>
            </a:r>
          </a:p>
          <a:p>
            <a:pPr algn="ctr"/>
            <a:r>
              <a:rPr lang="en-US" altLang="ko-KR" sz="900"/>
              <a:t>Connector</a:t>
            </a:r>
          </a:p>
        </p:txBody>
      </p:sp>
      <p:sp>
        <p:nvSpPr>
          <p:cNvPr id="27" name="모서리가 둥근 직사각형 18">
            <a:extLst>
              <a:ext uri="{FF2B5EF4-FFF2-40B4-BE49-F238E27FC236}">
                <a16:creationId xmlns:a16="http://schemas.microsoft.com/office/drawing/2014/main" id="{87DC8609-9080-190E-1672-716DA5B4973F}"/>
              </a:ext>
            </a:extLst>
          </p:cNvPr>
          <p:cNvSpPr/>
          <p:nvPr/>
        </p:nvSpPr>
        <p:spPr>
          <a:xfrm>
            <a:off x="375816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postgresql-dst-connector</a:t>
            </a:r>
            <a:endParaRPr lang="en-US" altLang="ko-KR" sz="900"/>
          </a:p>
          <a:p>
            <a:pPr algn="ctr"/>
            <a:r>
              <a:rPr lang="en-US" altLang="ko-KR" sz="900"/>
              <a:t>Kafka Sink</a:t>
            </a:r>
          </a:p>
          <a:p>
            <a:pPr algn="ctr"/>
            <a:r>
              <a:rPr lang="en-US" altLang="ko-KR" sz="900"/>
              <a:t>Connector</a:t>
            </a:r>
          </a:p>
        </p:txBody>
      </p:sp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74D8AEDB-DEAC-FF47-FB40-30F142923D11}"/>
              </a:ext>
            </a:extLst>
          </p:cNvPr>
          <p:cNvSpPr/>
          <p:nvPr/>
        </p:nvSpPr>
        <p:spPr>
          <a:xfrm>
            <a:off x="6084168" y="1851669"/>
            <a:ext cx="1872208" cy="2520281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90CBDB2E-DC36-B885-9033-C88853E3D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347" y="4011541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CECC0C1A-5CF4-8F06-6089-E3B6BE939521}"/>
              </a:ext>
            </a:extLst>
          </p:cNvPr>
          <p:cNvSpPr/>
          <p:nvPr/>
        </p:nvSpPr>
        <p:spPr>
          <a:xfrm>
            <a:off x="6206437" y="1924737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postgresql-users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0576FDB-0F68-EB01-C63B-DD1B3BAEF4E0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2442088" y="2178068"/>
            <a:ext cx="1316077" cy="1517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DC502473-B8CB-1568-3A9B-5B433675C0FE}"/>
              </a:ext>
            </a:extLst>
          </p:cNvPr>
          <p:cNvCxnSpPr>
            <a:cxnSpLocks/>
            <a:stCxn id="26" idx="3"/>
            <a:endCxn id="30" idx="0"/>
          </p:cNvCxnSpPr>
          <p:nvPr/>
        </p:nvCxnSpPr>
        <p:spPr>
          <a:xfrm flipV="1">
            <a:off x="5169810" y="1924737"/>
            <a:ext cx="1849735" cy="405115"/>
          </a:xfrm>
          <a:prstGeom prst="bentConnector4">
            <a:avLst>
              <a:gd name="adj1" fmla="val 18575"/>
              <a:gd name="adj2" fmla="val 156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3258F753-DAB5-7D7D-DBF1-4A1EAC233205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rot="10800000" flipV="1">
            <a:off x="5169811" y="2133980"/>
            <a:ext cx="1036627" cy="11236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6731AF85-D64C-91D9-E0BA-AEC1386BFE35}"/>
              </a:ext>
            </a:extLst>
          </p:cNvPr>
          <p:cNvCxnSpPr>
            <a:cxnSpLocks/>
            <a:stCxn id="27" idx="1"/>
            <a:endCxn id="9" idx="3"/>
          </p:cNvCxnSpPr>
          <p:nvPr/>
        </p:nvCxnSpPr>
        <p:spPr>
          <a:xfrm rot="10800000">
            <a:off x="2440637" y="3105872"/>
            <a:ext cx="1317529" cy="1517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49513BC4-6925-650E-B718-0167F337B099}"/>
              </a:ext>
            </a:extLst>
          </p:cNvPr>
          <p:cNvSpPr/>
          <p:nvPr/>
        </p:nvSpPr>
        <p:spPr>
          <a:xfrm>
            <a:off x="6206436" y="2439259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connect-cluster-configs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5" name="모서리가 둥근 직사각형 18">
            <a:extLst>
              <a:ext uri="{FF2B5EF4-FFF2-40B4-BE49-F238E27FC236}">
                <a16:creationId xmlns:a16="http://schemas.microsoft.com/office/drawing/2014/main" id="{74A9639C-8269-D1E7-D774-1F2EA947D882}"/>
              </a:ext>
            </a:extLst>
          </p:cNvPr>
          <p:cNvSpPr/>
          <p:nvPr/>
        </p:nvSpPr>
        <p:spPr>
          <a:xfrm>
            <a:off x="6212786" y="2953782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connect-cluster-offsets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8" name="모서리가 둥근 직사각형 18">
            <a:extLst>
              <a:ext uri="{FF2B5EF4-FFF2-40B4-BE49-F238E27FC236}">
                <a16:creationId xmlns:a16="http://schemas.microsoft.com/office/drawing/2014/main" id="{013757C0-FF2F-92A2-ED0B-C780D723316B}"/>
              </a:ext>
            </a:extLst>
          </p:cNvPr>
          <p:cNvSpPr/>
          <p:nvPr/>
        </p:nvSpPr>
        <p:spPr>
          <a:xfrm>
            <a:off x="6212786" y="3468304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connect-cluster-status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EC429135-3AA0-53DE-2F68-BF50401D4E1F}"/>
              </a:ext>
            </a:extLst>
          </p:cNvPr>
          <p:cNvCxnSpPr>
            <a:cxnSpLocks/>
            <a:stCxn id="12" idx="2"/>
            <a:endCxn id="112" idx="2"/>
          </p:cNvCxnSpPr>
          <p:nvPr/>
        </p:nvCxnSpPr>
        <p:spPr>
          <a:xfrm rot="5400000" flipH="1" flipV="1">
            <a:off x="5662149" y="2744220"/>
            <a:ext cx="159233" cy="2555557"/>
          </a:xfrm>
          <a:prstGeom prst="bentConnector3">
            <a:avLst>
              <a:gd name="adj1" fmla="val -97764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7EDAE339-6383-C338-8C9D-729C75ED73C8}"/>
              </a:ext>
            </a:extLst>
          </p:cNvPr>
          <p:cNvSpPr/>
          <p:nvPr/>
        </p:nvSpPr>
        <p:spPr>
          <a:xfrm>
            <a:off x="3758170" y="714309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Strimzi Cluster </a:t>
            </a:r>
          </a:p>
          <a:p>
            <a:pPr algn="ctr"/>
            <a:r>
              <a:rPr lang="en-US" altLang="ko-KR" sz="1000"/>
              <a:t>Operator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E2E57FFC-A745-D1D4-74A3-11A65B0B8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03" y="798143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4F8D0ED9-0EAD-C33A-2B60-1DA14A4CAA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65006" y="1671000"/>
            <a:ext cx="361342" cy="1"/>
          </a:xfrm>
          <a:prstGeom prst="bentConnector3">
            <a:avLst>
              <a:gd name="adj1" fmla="val 51613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71D2781D-6700-5B2E-D31B-1565E6AA5293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169804" y="1102319"/>
            <a:ext cx="2370155" cy="749350"/>
          </a:xfrm>
          <a:prstGeom prst="bentConnector3">
            <a:avLst>
              <a:gd name="adj1" fmla="val 9994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D42919A2-E01A-990A-F6E9-7652F3B5FF04}"/>
              </a:ext>
            </a:extLst>
          </p:cNvPr>
          <p:cNvCxnSpPr>
            <a:cxnSpLocks/>
            <a:stCxn id="77" idx="2"/>
            <a:endCxn id="26" idx="0"/>
          </p:cNvCxnSpPr>
          <p:nvPr/>
        </p:nvCxnSpPr>
        <p:spPr>
          <a:xfrm rot="16200000" flipH="1">
            <a:off x="4246783" y="1707531"/>
            <a:ext cx="43440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D5F4F34C-BE5E-35AE-7098-121EABE0D4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01192" y="2171433"/>
            <a:ext cx="1362213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8">
            <a:extLst>
              <a:ext uri="{FF2B5EF4-FFF2-40B4-BE49-F238E27FC236}">
                <a16:creationId xmlns:a16="http://schemas.microsoft.com/office/drawing/2014/main" id="{1C160E8A-5D86-90EF-C855-FB2DBAD7286F}"/>
              </a:ext>
            </a:extLst>
          </p:cNvPr>
          <p:cNvSpPr/>
          <p:nvPr/>
        </p:nvSpPr>
        <p:spPr>
          <a:xfrm>
            <a:off x="6148151" y="2399011"/>
            <a:ext cx="1742787" cy="1543371"/>
          </a:xfrm>
          <a:prstGeom prst="roundRect">
            <a:avLst>
              <a:gd name="adj" fmla="val 5274"/>
            </a:avLst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2867215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54180</TotalTime>
  <Words>1435</Words>
  <Application>Microsoft Macintosh PowerPoint</Application>
  <PresentationFormat>On-screen Show (16:9)</PresentationFormat>
  <Paragraphs>431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5841</cp:revision>
  <dcterms:created xsi:type="dcterms:W3CDTF">2006-10-05T04:04:58Z</dcterms:created>
  <dcterms:modified xsi:type="dcterms:W3CDTF">2025-11-30T16:48:01Z</dcterms:modified>
</cp:coreProperties>
</file>
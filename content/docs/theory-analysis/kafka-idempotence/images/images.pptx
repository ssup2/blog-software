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377" r:id="rId2"/>
    <p:sldId id="442" r:id="rId3"/>
    <p:sldId id="430" r:id="rId4"/>
    <p:sldId id="431" r:id="rId5"/>
    <p:sldId id="432" r:id="rId6"/>
    <p:sldId id="396" r:id="rId7"/>
    <p:sldId id="437" r:id="rId8"/>
    <p:sldId id="438" r:id="rId9"/>
    <p:sldId id="439" r:id="rId10"/>
    <p:sldId id="440" r:id="rId11"/>
    <p:sldId id="433" r:id="rId12"/>
    <p:sldId id="434" r:id="rId13"/>
    <p:sldId id="435" r:id="rId14"/>
    <p:sldId id="436" r:id="rId15"/>
    <p:sldId id="426" r:id="rId16"/>
    <p:sldId id="427" r:id="rId17"/>
    <p:sldId id="428" r:id="rId18"/>
    <p:sldId id="429" r:id="rId19"/>
    <p:sldId id="422" r:id="rId20"/>
    <p:sldId id="420" r:id="rId21"/>
    <p:sldId id="416" r:id="rId22"/>
    <p:sldId id="419" r:id="rId23"/>
    <p:sldId id="418" r:id="rId24"/>
    <p:sldId id="417" r:id="rId25"/>
  </p:sldIdLst>
  <p:sldSz cx="6858000" cy="51435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28" autoAdjust="0"/>
    <p:restoredTop sz="89760" autoAdjust="0"/>
  </p:normalViewPr>
  <p:slideViewPr>
    <p:cSldViewPr>
      <p:cViewPr>
        <p:scale>
          <a:sx n="240" d="100"/>
          <a:sy n="240" d="100"/>
        </p:scale>
        <p:origin x="2544" y="616"/>
      </p:cViewPr>
      <p:guideLst>
        <p:guide orient="horz" pos="2160"/>
        <p:guide pos="216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3927-5D36-8841-D6AF-D4DB084E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02F6FF-2143-5949-252A-D1DEEBE3E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2314DD-E9C4-253A-B701-41EE99B79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7D4AF7-8BB0-2C1B-7190-2A5AD12AE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396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77995-985F-D3A2-21B4-458CF38A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C8DF44-046D-871C-A8D4-54B29B84E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2F60E1-5056-C93B-4769-9AEF92A25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7E2973-E9E5-7448-FDE4-CC34A37AF7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5331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E029-D5CD-2092-FCA4-8648A499C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F4EE98-1468-0736-4098-B8A7B4AB17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97ECEC-8F43-A632-29AF-37C1DC26C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D2E38-0E00-CEC9-B011-386E0BC3A3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31525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2E871-77E5-F564-FFD6-DF1802AD8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BF3220-B55E-3587-58F3-C77330963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9444D9-B2C1-FACD-813C-56FD2D405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F6FB7C-346F-B427-F9B4-A1214EE87D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627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6AF73-589D-F368-BAFC-76C50A124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9ED9D4-70A5-2208-94F4-307BB8698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79A695-E666-0FE3-9951-F0876CE4B0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2DE34D-E255-0237-83E1-78358A395D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7371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25434-2BA0-307E-5433-5BBC4AFE3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DD3127-98F9-2343-4E3A-CA8392AEB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B023D6-D533-2814-F86F-CBFF0D7F1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389D3A-CF48-5292-11B5-B99DCDC250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1655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DF8FB-E6FF-90F6-8D85-E1415B05E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962ED1-4503-1298-3329-308BA3D9F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051CD91-7A5D-7F3F-8A0F-086EB2D7F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7AF56-DDAC-E8CD-7CAC-628F55A22C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6045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A8276-A40D-7116-F051-E6C04BED9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3573AC-368B-A8EB-DFD2-EF3828CF38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2122C2-FCE1-BF0F-769D-53040A09BD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6E198E-C214-62C3-FCAC-CC8FEF58C0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80825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2C8DD-D3A3-99BE-D6DE-915CCBBFE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69707A-1C18-28E9-3E66-431587F6D1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F2BF13-82FE-B7EC-7056-C9DE3BD12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27BF3D-8AD5-F0A5-188A-0955103779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384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FEF1D-2BF1-B504-2A4B-1BDF9937E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B5E0DA-DEE9-8A16-7F02-2A5C457AB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BB0B0E-E983-4C6D-FA11-2085649C2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8FF55-3C3B-9060-E327-86F8F40977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9073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6B9C-63FE-D085-975D-5ABB9E64E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B11356-9794-4B43-8EB2-00A392AA9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8CC51D-FD9A-B5A6-81EC-748B36996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CB8DF4-5088-242F-72BE-3FBCFA2854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6375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041B9-8E54-C70A-B05F-600A8624B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3C8CDA-CAB5-2922-83E3-4CF288763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6D9A52-FD17-6DA3-70DE-410B33755F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8636F8-0A53-3C46-55FB-5402665BD6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4792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93A2-4B76-82C3-FFC0-51A1F0228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EF790D-75B7-437B-E12D-5466D5138B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43D81-18E9-5770-C45D-B45B3DCE8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337154-2A13-2CE0-8818-279A98FAFE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18920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E2339-4A43-9276-5921-CFC6E35A6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AAD9DD-3266-CEF5-EAF9-92D5C5CB9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63A685-901B-D2AD-AFDA-FC5A953849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84F84A-5428-93C6-0C0D-CD7B212C7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1303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59287-4A03-C7F0-8ACD-F7A5FCA3B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1FCAD1-678A-D14F-F818-4DD42DCBC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81A65D6-FFF2-70A2-7F68-180A86957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25F96D-B819-1C87-04D1-49F41A0105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20616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DECAA-0FEB-325D-CF71-9DDE8558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0D05F2-872E-3C1C-6876-2FCE1BE54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F2C2BD-C47E-8EF9-7C7E-86389988A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2DC8E9-0F65-004B-9852-C271B0DF49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78845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481C7-BD98-95D4-5DAF-7B164F51C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E1675D-12C0-31AD-DBAC-E94498ECE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F3490E-B459-257F-F18A-81917C2A33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1ED9DE-6315-399A-E1C4-DB0E20ED2C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8087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666CA-7569-6373-2FC9-70C1A093A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D0EEDA-D4EB-0015-0783-2CD723DFA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61A2B-208A-2433-26BB-5000992BB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E8EA79-F7C3-7905-64AE-313D1856D4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9736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DECD7-0E6F-4812-B3B5-62BFA1ACC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3BC30-51AA-3173-C245-C71297D7C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77A273-E4DA-9D33-6F99-40C0A80E0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E5089-3873-E7E6-CD7A-DB6C2643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751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2D585-D0CA-F14B-143E-8011EF5B7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110C02-56AD-FFC3-B0A1-FBF3D2EB7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93C7AF-D4DD-910D-3300-CFBE3C152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6A6232-E39C-0AFE-3D9E-900B09C1D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1573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9ED96-8D05-8DCF-7DB3-F966A4651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26E2AE-8E0F-E845-DB6E-311BBEFAA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043E28-4AD1-8EB2-C21D-BFA3BF0B5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AFFC32-9897-4F52-26F4-2E9C860EB9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56043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A9E9C-4D7E-00EA-C61C-0893A5E8B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1A1407-9008-E747-353C-42F22C2DD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B3D106-BFDC-7696-3CF0-8A63F3632B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C2D13-5E40-4678-98FC-83A51C8B1A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97401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E5B4C-4979-CE79-6E4C-BC2A918A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B2B88D-D981-EC37-D3EF-F21034CD9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A4EE5E-ABE8-8217-CC82-4E4577E80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9E47FF-F8BA-BE49-C868-6FED9014DD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794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1597822"/>
            <a:ext cx="58293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2914650"/>
            <a:ext cx="48006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7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6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5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4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3305176"/>
            <a:ext cx="58293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2180035"/>
            <a:ext cx="58293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3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6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9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719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649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579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509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439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342900" y="1200151"/>
            <a:ext cx="302895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86150" y="1200151"/>
            <a:ext cx="302895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1151335"/>
            <a:ext cx="3030141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30" indent="0">
              <a:buNone/>
              <a:defRPr sz="1500" b="1"/>
            </a:lvl2pPr>
            <a:lvl3pPr marL="685860" indent="0">
              <a:buNone/>
              <a:defRPr sz="1350" b="1"/>
            </a:lvl3pPr>
            <a:lvl4pPr marL="1028790" indent="0">
              <a:buNone/>
              <a:defRPr sz="1200" b="1"/>
            </a:lvl4pPr>
            <a:lvl5pPr marL="1371719" indent="0">
              <a:buNone/>
              <a:defRPr sz="1200" b="1"/>
            </a:lvl5pPr>
            <a:lvl6pPr marL="1714649" indent="0">
              <a:buNone/>
              <a:defRPr sz="1200" b="1"/>
            </a:lvl6pPr>
            <a:lvl7pPr marL="2057579" indent="0">
              <a:buNone/>
              <a:defRPr sz="1200" b="1"/>
            </a:lvl7pPr>
            <a:lvl8pPr marL="2400509" indent="0">
              <a:buNone/>
              <a:defRPr sz="1200" b="1"/>
            </a:lvl8pPr>
            <a:lvl9pPr marL="2743439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1631156"/>
            <a:ext cx="3030141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3" y="1151335"/>
            <a:ext cx="3031331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30" indent="0">
              <a:buNone/>
              <a:defRPr sz="1500" b="1"/>
            </a:lvl2pPr>
            <a:lvl3pPr marL="685860" indent="0">
              <a:buNone/>
              <a:defRPr sz="1350" b="1"/>
            </a:lvl3pPr>
            <a:lvl4pPr marL="1028790" indent="0">
              <a:buNone/>
              <a:defRPr sz="1200" b="1"/>
            </a:lvl4pPr>
            <a:lvl5pPr marL="1371719" indent="0">
              <a:buNone/>
              <a:defRPr sz="1200" b="1"/>
            </a:lvl5pPr>
            <a:lvl6pPr marL="1714649" indent="0">
              <a:buNone/>
              <a:defRPr sz="1200" b="1"/>
            </a:lvl6pPr>
            <a:lvl7pPr marL="2057579" indent="0">
              <a:buNone/>
              <a:defRPr sz="1200" b="1"/>
            </a:lvl7pPr>
            <a:lvl8pPr marL="2400509" indent="0">
              <a:buNone/>
              <a:defRPr sz="1200" b="1"/>
            </a:lvl8pPr>
            <a:lvl9pPr marL="2743439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3" y="1631156"/>
            <a:ext cx="3031331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4" y="204787"/>
            <a:ext cx="2256235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7" y="204791"/>
            <a:ext cx="3833813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4" y="1076328"/>
            <a:ext cx="2256235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30" indent="0">
              <a:buNone/>
              <a:defRPr sz="900"/>
            </a:lvl2pPr>
            <a:lvl3pPr marL="685860" indent="0">
              <a:buNone/>
              <a:defRPr sz="750"/>
            </a:lvl3pPr>
            <a:lvl4pPr marL="1028790" indent="0">
              <a:buNone/>
              <a:defRPr sz="675"/>
            </a:lvl4pPr>
            <a:lvl5pPr marL="1371719" indent="0">
              <a:buNone/>
              <a:defRPr sz="675"/>
            </a:lvl5pPr>
            <a:lvl6pPr marL="1714649" indent="0">
              <a:buNone/>
              <a:defRPr sz="675"/>
            </a:lvl6pPr>
            <a:lvl7pPr marL="2057579" indent="0">
              <a:buNone/>
              <a:defRPr sz="675"/>
            </a:lvl7pPr>
            <a:lvl8pPr marL="2400509" indent="0">
              <a:buNone/>
              <a:defRPr sz="675"/>
            </a:lvl8pPr>
            <a:lvl9pPr marL="2743439" indent="0">
              <a:buNone/>
              <a:defRPr sz="6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3600451"/>
            <a:ext cx="41148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459581"/>
            <a:ext cx="41148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30" indent="0">
              <a:buNone/>
              <a:defRPr sz="2100"/>
            </a:lvl2pPr>
            <a:lvl3pPr marL="685860" indent="0">
              <a:buNone/>
              <a:defRPr sz="1800"/>
            </a:lvl3pPr>
            <a:lvl4pPr marL="1028790" indent="0">
              <a:buNone/>
              <a:defRPr sz="1500"/>
            </a:lvl4pPr>
            <a:lvl5pPr marL="1371719" indent="0">
              <a:buNone/>
              <a:defRPr sz="1500"/>
            </a:lvl5pPr>
            <a:lvl6pPr marL="1714649" indent="0">
              <a:buNone/>
              <a:defRPr sz="1500"/>
            </a:lvl6pPr>
            <a:lvl7pPr marL="2057579" indent="0">
              <a:buNone/>
              <a:defRPr sz="1500"/>
            </a:lvl7pPr>
            <a:lvl8pPr marL="2400509" indent="0">
              <a:buNone/>
              <a:defRPr sz="1500"/>
            </a:lvl8pPr>
            <a:lvl9pPr marL="2743439" indent="0">
              <a:buNone/>
              <a:defRPr sz="15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4025506"/>
            <a:ext cx="41148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30" indent="0">
              <a:buNone/>
              <a:defRPr sz="900"/>
            </a:lvl2pPr>
            <a:lvl3pPr marL="685860" indent="0">
              <a:buNone/>
              <a:defRPr sz="750"/>
            </a:lvl3pPr>
            <a:lvl4pPr marL="1028790" indent="0">
              <a:buNone/>
              <a:defRPr sz="675"/>
            </a:lvl4pPr>
            <a:lvl5pPr marL="1371719" indent="0">
              <a:buNone/>
              <a:defRPr sz="675"/>
            </a:lvl5pPr>
            <a:lvl6pPr marL="1714649" indent="0">
              <a:buNone/>
              <a:defRPr sz="675"/>
            </a:lvl6pPr>
            <a:lvl7pPr marL="2057579" indent="0">
              <a:buNone/>
              <a:defRPr sz="675"/>
            </a:lvl7pPr>
            <a:lvl8pPr marL="2400509" indent="0">
              <a:buNone/>
              <a:defRPr sz="675"/>
            </a:lvl8pPr>
            <a:lvl9pPr marL="2743439" indent="0">
              <a:buNone/>
              <a:defRPr sz="6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4972050" y="205980"/>
            <a:ext cx="154305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42900" y="205980"/>
            <a:ext cx="451485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205979"/>
            <a:ext cx="6172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1200151"/>
            <a:ext cx="61722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4767264"/>
            <a:ext cx="16002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4767264"/>
            <a:ext cx="21717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4767264"/>
            <a:ext cx="16002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85860" rtl="0" eaLnBrk="1" latinLnBrk="1" hangingPunct="1">
        <a:spcBef>
          <a:spcPct val="0"/>
        </a:spcBef>
        <a:buNone/>
        <a:defRPr sz="330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98" indent="-257198" algn="l" defTabSz="68586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61" indent="-214331" algn="l" defTabSz="685860" rtl="0" eaLnBrk="1" latinLnBrk="1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325" indent="-171465" algn="l" defTabSz="685860" rtl="0" eaLnBrk="1" latinLnBrk="1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254" indent="-171465" algn="l" defTabSz="685860" rtl="0" eaLnBrk="1" latinLnBrk="1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184" indent="-171465" algn="l" defTabSz="685860" rtl="0" eaLnBrk="1" latinLnBrk="1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6114" indent="-171465" algn="l" defTabSz="685860" rtl="0" eaLnBrk="1" latinLnBrk="1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9044" indent="-171465" algn="l" defTabSz="685860" rtl="0" eaLnBrk="1" latinLnBrk="1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974" indent="-171465" algn="l" defTabSz="685860" rtl="0" eaLnBrk="1" latinLnBrk="1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904" indent="-171465" algn="l" defTabSz="685860" rtl="0" eaLnBrk="1" latinLnBrk="1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68586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30" algn="l" defTabSz="68586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60" algn="l" defTabSz="68586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90" algn="l" defTabSz="68586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719" algn="l" defTabSz="68586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649" algn="l" defTabSz="68586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579" algn="l" defTabSz="68586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509" algn="l" defTabSz="68586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439" algn="l" defTabSz="68586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98F3-F283-FBEA-5021-FBAF1024C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9F70542-48BE-22BC-76A0-D947A891D7A1}"/>
              </a:ext>
            </a:extLst>
          </p:cNvPr>
          <p:cNvSpPr/>
          <p:nvPr/>
        </p:nvSpPr>
        <p:spPr>
          <a:xfrm>
            <a:off x="26623" y="948240"/>
            <a:ext cx="1556516" cy="1453874"/>
          </a:xfrm>
          <a:prstGeom prst="roundRect">
            <a:avLst>
              <a:gd name="adj" fmla="val 3942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A</a:t>
            </a:r>
            <a:endParaRPr lang="ko-KR" altLang="en-US" sz="7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A801550C-B1D1-A03C-2A49-59F3373505D5}"/>
              </a:ext>
            </a:extLst>
          </p:cNvPr>
          <p:cNvSpPr/>
          <p:nvPr/>
        </p:nvSpPr>
        <p:spPr>
          <a:xfrm>
            <a:off x="4617132" y="719791"/>
            <a:ext cx="2166560" cy="3634157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 A</a:t>
            </a:r>
            <a:endParaRPr lang="ko-KR" altLang="en-US" sz="7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19D6CA6A-6C13-DAD3-9BAB-3A5DCBB5AFEB}"/>
              </a:ext>
            </a:extLst>
          </p:cNvPr>
          <p:cNvSpPr/>
          <p:nvPr/>
        </p:nvSpPr>
        <p:spPr>
          <a:xfrm>
            <a:off x="5160352" y="3133781"/>
            <a:ext cx="1080120" cy="2017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Partition </a:t>
            </a:r>
            <a:r>
              <a:rPr lang="en-US" altLang="ko-KR" sz="600" dirty="0"/>
              <a:t>0</a:t>
            </a:r>
            <a:endParaRPr lang="ko-KR" altLang="en-US" sz="6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9302DDBA-98E3-930B-1F4B-AC069C4DEC72}"/>
              </a:ext>
            </a:extLst>
          </p:cNvPr>
          <p:cNvSpPr/>
          <p:nvPr/>
        </p:nvSpPr>
        <p:spPr>
          <a:xfrm>
            <a:off x="5160352" y="3721825"/>
            <a:ext cx="1080120" cy="2017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Partition </a:t>
            </a:r>
            <a:r>
              <a:rPr lang="en-US" altLang="ko-KR" sz="600" dirty="0"/>
              <a:t>0</a:t>
            </a:r>
            <a:endParaRPr lang="ko-KR" altLang="en-US" sz="6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602FF916-CB31-6708-9E3A-E5544C488936}"/>
              </a:ext>
            </a:extLst>
          </p:cNvPr>
          <p:cNvSpPr/>
          <p:nvPr/>
        </p:nvSpPr>
        <p:spPr>
          <a:xfrm>
            <a:off x="5083219" y="2912860"/>
            <a:ext cx="1234387" cy="473786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Topic A</a:t>
            </a:r>
            <a:endParaRPr lang="ko-KR" altLang="en-US" sz="70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3A632FAB-4D4B-F174-902B-73AE9564318B}"/>
              </a:ext>
            </a:extLst>
          </p:cNvPr>
          <p:cNvSpPr/>
          <p:nvPr/>
        </p:nvSpPr>
        <p:spPr>
          <a:xfrm>
            <a:off x="5083219" y="3456311"/>
            <a:ext cx="1234387" cy="828576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Topic B</a:t>
            </a:r>
            <a:endParaRPr lang="ko-KR" altLang="en-US" sz="70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75DC2A8D-E1A2-BC60-118A-450F48ED6A21}"/>
              </a:ext>
            </a:extLst>
          </p:cNvPr>
          <p:cNvSpPr/>
          <p:nvPr/>
        </p:nvSpPr>
        <p:spPr>
          <a:xfrm>
            <a:off x="5160352" y="4000297"/>
            <a:ext cx="1080120" cy="2017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Partition </a:t>
            </a:r>
            <a:r>
              <a:rPr lang="en-US" altLang="ko-KR" sz="600" dirty="0"/>
              <a:t>3</a:t>
            </a:r>
            <a:endParaRPr lang="ko-KR" altLang="en-US" sz="6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355FEA78-E2F5-7CD6-CD6A-0A1BD47C7737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583139" y="1675177"/>
            <a:ext cx="303399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CB60AF6-25A0-CAF4-AE08-39CECBBF64A4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1583139" y="3497617"/>
            <a:ext cx="303399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180D3296-B380-998C-AD80-35FC7725CFE4}"/>
              </a:ext>
            </a:extLst>
          </p:cNvPr>
          <p:cNvSpPr/>
          <p:nvPr/>
        </p:nvSpPr>
        <p:spPr>
          <a:xfrm>
            <a:off x="1661584" y="865692"/>
            <a:ext cx="1382564" cy="1654979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Request C </a:t>
            </a:r>
            <a:r>
              <a:rPr lang="en-US" altLang="ko-KR" sz="700" b="1" dirty="0"/>
              <a:t>PID=1 Epoch=0</a:t>
            </a:r>
            <a:endParaRPr lang="ko-KR" altLang="en-US" sz="7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E0D1FD6-11E7-3A9A-2BFB-0085A92D41D5}"/>
              </a:ext>
            </a:extLst>
          </p:cNvPr>
          <p:cNvSpPr/>
          <p:nvPr/>
        </p:nvSpPr>
        <p:spPr>
          <a:xfrm>
            <a:off x="1728411" y="1133645"/>
            <a:ext cx="1248910" cy="496317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Topic A</a:t>
            </a:r>
          </a:p>
          <a:p>
            <a:pPr algn="ctr"/>
            <a:endParaRPr lang="en-US" altLang="ko-KR" sz="7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E62FF9C4-27C2-F76D-F095-65FCDCEA47AA}"/>
              </a:ext>
            </a:extLst>
          </p:cNvPr>
          <p:cNvSpPr/>
          <p:nvPr/>
        </p:nvSpPr>
        <p:spPr>
          <a:xfrm>
            <a:off x="1802902" y="1332708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Partition 0 Records</a:t>
            </a:r>
          </a:p>
          <a:p>
            <a:pPr algn="ctr"/>
            <a:r>
              <a:rPr lang="en-US" altLang="ko-KR" sz="600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66367512-633D-80F9-649C-13B22A4F44E3}"/>
              </a:ext>
            </a:extLst>
          </p:cNvPr>
          <p:cNvSpPr/>
          <p:nvPr/>
        </p:nvSpPr>
        <p:spPr>
          <a:xfrm>
            <a:off x="1733455" y="1698055"/>
            <a:ext cx="1248910" cy="763915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Topic B</a:t>
            </a:r>
          </a:p>
          <a:p>
            <a:pPr algn="ctr"/>
            <a:endParaRPr lang="en-US" altLang="ko-KR" sz="70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C18B78A1-2D1D-1800-6BC8-C1857D922DD0}"/>
              </a:ext>
            </a:extLst>
          </p:cNvPr>
          <p:cNvSpPr/>
          <p:nvPr/>
        </p:nvSpPr>
        <p:spPr>
          <a:xfrm>
            <a:off x="1807946" y="1897120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Partition 0 Records</a:t>
            </a:r>
          </a:p>
          <a:p>
            <a:pPr algn="ctr"/>
            <a:r>
              <a:rPr lang="en-US" altLang="ko-KR" sz="600" dirty="0">
                <a:solidFill>
                  <a:schemeClr val="tx2"/>
                </a:solidFill>
              </a:rPr>
              <a:t>SEQ=215~208</a:t>
            </a:r>
            <a:endParaRPr lang="ko-KR" altLang="en-US" sz="600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F83928CB-FAD4-4A39-17D5-5B362E02EB88}"/>
              </a:ext>
            </a:extLst>
          </p:cNvPr>
          <p:cNvSpPr/>
          <p:nvPr/>
        </p:nvSpPr>
        <p:spPr>
          <a:xfrm>
            <a:off x="1807946" y="2175578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Partition 3 Records</a:t>
            </a:r>
          </a:p>
          <a:p>
            <a:pPr algn="ctr"/>
            <a:r>
              <a:rPr lang="en-US" altLang="ko-KR" sz="600" dirty="0">
                <a:solidFill>
                  <a:schemeClr val="tx2"/>
                </a:solidFill>
              </a:rPr>
              <a:t>SEQ=195~186</a:t>
            </a:r>
            <a:endParaRPr lang="ko-KR" altLang="en-US" sz="600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273944DB-0E05-E5FC-0A63-B883BC1F0270}"/>
              </a:ext>
            </a:extLst>
          </p:cNvPr>
          <p:cNvSpPr/>
          <p:nvPr/>
        </p:nvSpPr>
        <p:spPr>
          <a:xfrm>
            <a:off x="3140510" y="859204"/>
            <a:ext cx="1382564" cy="1654979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Request A </a:t>
            </a:r>
            <a:r>
              <a:rPr lang="en-US" altLang="ko-KR" sz="700" b="1" dirty="0"/>
              <a:t>PID=1 Epoch=0 </a:t>
            </a:r>
            <a:endParaRPr lang="ko-KR" altLang="en-US" sz="7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2A4AFDC7-61A6-6C23-1A64-F23AF42C8E45}"/>
              </a:ext>
            </a:extLst>
          </p:cNvPr>
          <p:cNvSpPr/>
          <p:nvPr/>
        </p:nvSpPr>
        <p:spPr>
          <a:xfrm>
            <a:off x="3207337" y="1127157"/>
            <a:ext cx="1248910" cy="496317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Topic A</a:t>
            </a:r>
          </a:p>
          <a:p>
            <a:pPr algn="ctr"/>
            <a:endParaRPr lang="en-US" altLang="ko-KR" sz="70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31C12D2A-612A-DF2E-CCE4-BB4CD7680606}"/>
              </a:ext>
            </a:extLst>
          </p:cNvPr>
          <p:cNvSpPr/>
          <p:nvPr/>
        </p:nvSpPr>
        <p:spPr>
          <a:xfrm>
            <a:off x="3281828" y="1326221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Partition 0 Records</a:t>
            </a:r>
          </a:p>
          <a:p>
            <a:pPr algn="ctr"/>
            <a:r>
              <a:rPr lang="en-US" altLang="ko-KR" sz="600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F8F9C36-4943-AD01-9D7E-672BCF3AEEBA}"/>
              </a:ext>
            </a:extLst>
          </p:cNvPr>
          <p:cNvSpPr/>
          <p:nvPr/>
        </p:nvSpPr>
        <p:spPr>
          <a:xfrm>
            <a:off x="3212381" y="1691568"/>
            <a:ext cx="1248910" cy="763915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Topic B</a:t>
            </a:r>
          </a:p>
          <a:p>
            <a:pPr algn="ctr"/>
            <a:endParaRPr lang="en-US" altLang="ko-KR" sz="70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1A18E1F-3125-270F-94BC-82B3EEFFD583}"/>
              </a:ext>
            </a:extLst>
          </p:cNvPr>
          <p:cNvSpPr/>
          <p:nvPr/>
        </p:nvSpPr>
        <p:spPr>
          <a:xfrm>
            <a:off x="3286872" y="1890632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Partition 0 Records</a:t>
            </a:r>
          </a:p>
          <a:p>
            <a:pPr algn="ctr"/>
            <a:r>
              <a:rPr lang="en-US" altLang="ko-KR" sz="600" dirty="0">
                <a:solidFill>
                  <a:srgbClr val="C00000"/>
                </a:solidFill>
              </a:rPr>
              <a:t>SEQ=207~200</a:t>
            </a:r>
            <a:endParaRPr lang="ko-KR" altLang="en-US" sz="600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8ED9F845-0081-3B20-7840-2CA5CEFD9BB9}"/>
              </a:ext>
            </a:extLst>
          </p:cNvPr>
          <p:cNvSpPr/>
          <p:nvPr/>
        </p:nvSpPr>
        <p:spPr>
          <a:xfrm>
            <a:off x="3286872" y="2169091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Partition 3 Records</a:t>
            </a:r>
          </a:p>
          <a:p>
            <a:pPr algn="ctr"/>
            <a:r>
              <a:rPr lang="en-US" altLang="ko-KR" sz="600" dirty="0">
                <a:solidFill>
                  <a:srgbClr val="C00000"/>
                </a:solidFill>
              </a:rPr>
              <a:t>SEQ=185~180</a:t>
            </a:r>
            <a:endParaRPr lang="ko-KR" altLang="en-US" sz="600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9A200515-6F9E-A40E-6A25-7343AA4384A5}"/>
              </a:ext>
            </a:extLst>
          </p:cNvPr>
          <p:cNvSpPr/>
          <p:nvPr/>
        </p:nvSpPr>
        <p:spPr>
          <a:xfrm>
            <a:off x="2402886" y="2674642"/>
            <a:ext cx="1382564" cy="1654979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Request B </a:t>
            </a:r>
            <a:r>
              <a:rPr lang="en-US" altLang="ko-KR" sz="700" b="1" dirty="0"/>
              <a:t>PID=2 Epoch=0</a:t>
            </a:r>
            <a:endParaRPr lang="ko-KR" altLang="en-US" sz="7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DBC080C6-B0BB-57E1-B859-26113D3383F3}"/>
              </a:ext>
            </a:extLst>
          </p:cNvPr>
          <p:cNvSpPr/>
          <p:nvPr/>
        </p:nvSpPr>
        <p:spPr>
          <a:xfrm>
            <a:off x="2469713" y="2942594"/>
            <a:ext cx="1248910" cy="496317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Topic A</a:t>
            </a:r>
          </a:p>
          <a:p>
            <a:pPr algn="ctr"/>
            <a:endParaRPr lang="en-US" altLang="ko-KR" sz="7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BF4B9C42-C8B2-17DC-A615-33DAD252EF6E}"/>
              </a:ext>
            </a:extLst>
          </p:cNvPr>
          <p:cNvSpPr/>
          <p:nvPr/>
        </p:nvSpPr>
        <p:spPr>
          <a:xfrm>
            <a:off x="2544203" y="3141658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Partition 0 Records</a:t>
            </a:r>
          </a:p>
          <a:p>
            <a:pPr algn="ctr"/>
            <a:r>
              <a:rPr lang="en-US" altLang="ko-KR" sz="600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6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906625B2-6C46-0548-0FBD-1EC58C709F58}"/>
              </a:ext>
            </a:extLst>
          </p:cNvPr>
          <p:cNvSpPr/>
          <p:nvPr/>
        </p:nvSpPr>
        <p:spPr>
          <a:xfrm>
            <a:off x="2474757" y="3507006"/>
            <a:ext cx="1248910" cy="763915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Topic B</a:t>
            </a:r>
          </a:p>
          <a:p>
            <a:pPr algn="ctr"/>
            <a:endParaRPr lang="en-US" altLang="ko-KR" sz="7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80DA1036-4068-1379-00DE-A0C32DE4AF6D}"/>
              </a:ext>
            </a:extLst>
          </p:cNvPr>
          <p:cNvSpPr/>
          <p:nvPr/>
        </p:nvSpPr>
        <p:spPr>
          <a:xfrm>
            <a:off x="2549248" y="3706070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Partition 0 Records</a:t>
            </a:r>
          </a:p>
          <a:p>
            <a:pPr algn="ctr"/>
            <a:r>
              <a:rPr lang="en-US" altLang="ko-KR" sz="600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6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63FD77AD-F201-B57B-5749-71382B9199C0}"/>
              </a:ext>
            </a:extLst>
          </p:cNvPr>
          <p:cNvSpPr/>
          <p:nvPr/>
        </p:nvSpPr>
        <p:spPr>
          <a:xfrm>
            <a:off x="2549248" y="3984528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Partition 3 Records</a:t>
            </a:r>
          </a:p>
          <a:p>
            <a:pPr algn="ctr"/>
            <a:r>
              <a:rPr lang="en-US" altLang="ko-KR" sz="600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6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B4994807-546A-15FD-C21D-EDCC2F960C64}"/>
              </a:ext>
            </a:extLst>
          </p:cNvPr>
          <p:cNvSpPr/>
          <p:nvPr/>
        </p:nvSpPr>
        <p:spPr>
          <a:xfrm>
            <a:off x="4680317" y="948240"/>
            <a:ext cx="2040189" cy="918392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/>
              <a:t>Cached SEQ</a:t>
            </a:r>
            <a:r>
              <a:rPr lang="ko-KR" altLang="en-US" sz="700" b="1"/>
              <a:t> </a:t>
            </a:r>
            <a:r>
              <a:rPr lang="en-US" altLang="ko-KR" sz="700" b="1"/>
              <a:t>PID=1 Epoch=0</a:t>
            </a:r>
          </a:p>
          <a:p>
            <a:pPr algn="ctr"/>
            <a:endParaRPr lang="en-US" altLang="ko-KR" sz="700" b="1" dirty="0"/>
          </a:p>
          <a:p>
            <a:r>
              <a:rPr lang="en-US" altLang="ko-KR" sz="600" dirty="0"/>
              <a:t>Topic A, Partition 0 : [</a:t>
            </a:r>
            <a:r>
              <a:rPr lang="en-US" altLang="ko-KR" sz="600" dirty="0">
                <a:solidFill>
                  <a:schemeClr val="tx2"/>
                </a:solidFill>
              </a:rPr>
              <a:t>113~106</a:t>
            </a:r>
            <a:r>
              <a:rPr lang="en-US" altLang="ko-KR" sz="600" dirty="0"/>
              <a:t>, </a:t>
            </a:r>
            <a:r>
              <a:rPr lang="en-US" altLang="ko-KR" sz="600" dirty="0">
                <a:solidFill>
                  <a:srgbClr val="C00000"/>
                </a:solidFill>
              </a:rPr>
              <a:t>105~100</a:t>
            </a:r>
            <a:r>
              <a:rPr lang="en-US" altLang="ko-KR" sz="600" dirty="0"/>
              <a:t>, 99~85, 84~78, 77~70]</a:t>
            </a:r>
          </a:p>
          <a:p>
            <a:r>
              <a:rPr lang="en-US" altLang="ko-KR" sz="600" dirty="0"/>
              <a:t>Topic B, Partition 0 : [</a:t>
            </a:r>
            <a:r>
              <a:rPr lang="en-US" altLang="ko-KR" sz="600" dirty="0">
                <a:solidFill>
                  <a:schemeClr val="tx2"/>
                </a:solidFill>
              </a:rPr>
              <a:t>215~208</a:t>
            </a:r>
            <a:r>
              <a:rPr lang="en-US" altLang="ko-KR" sz="600" dirty="0"/>
              <a:t>, </a:t>
            </a:r>
            <a:r>
              <a:rPr lang="en-US" altLang="ko-KR" sz="600" dirty="0">
                <a:solidFill>
                  <a:srgbClr val="C00000"/>
                </a:solidFill>
              </a:rPr>
              <a:t>207~200</a:t>
            </a:r>
            <a:r>
              <a:rPr lang="en-US" altLang="ko-KR" sz="600" dirty="0"/>
              <a:t>, 199~190, 189~179, 178~170]</a:t>
            </a:r>
          </a:p>
          <a:p>
            <a:r>
              <a:rPr lang="en-US" altLang="ko-KR" sz="600" dirty="0"/>
              <a:t>Topic B, Partition 3 : [</a:t>
            </a:r>
            <a:r>
              <a:rPr lang="en-US" altLang="ko-KR" sz="600" dirty="0">
                <a:solidFill>
                  <a:schemeClr val="tx2"/>
                </a:solidFill>
              </a:rPr>
              <a:t>195~186</a:t>
            </a:r>
            <a:r>
              <a:rPr lang="en-US" altLang="ko-KR" sz="600" dirty="0">
                <a:solidFill>
                  <a:schemeClr val="tx1"/>
                </a:solidFill>
              </a:rPr>
              <a:t>,</a:t>
            </a:r>
            <a:r>
              <a:rPr lang="ko-KR" altLang="en-US" sz="600" dirty="0">
                <a:solidFill>
                  <a:schemeClr val="tx1"/>
                </a:solidFill>
              </a:rPr>
              <a:t> </a:t>
            </a:r>
            <a:r>
              <a:rPr lang="en-US" altLang="ko-KR" sz="600" dirty="0">
                <a:solidFill>
                  <a:srgbClr val="C00000"/>
                </a:solidFill>
              </a:rPr>
              <a:t>185~180</a:t>
            </a:r>
            <a:r>
              <a:rPr lang="en-US" altLang="ko-KR" sz="600" dirty="0">
                <a:solidFill>
                  <a:schemeClr val="tx1"/>
                </a:solidFill>
              </a:rPr>
              <a:t>, 179~169, 168~161, 160~152]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921BAF11-79FD-3C4C-8BF8-FD74F51AB54D}"/>
              </a:ext>
            </a:extLst>
          </p:cNvPr>
          <p:cNvSpPr/>
          <p:nvPr/>
        </p:nvSpPr>
        <p:spPr>
          <a:xfrm>
            <a:off x="4680317" y="1930551"/>
            <a:ext cx="2040189" cy="918392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/>
              <a:t>Cached SEQ PID=2 Epoch=0 </a:t>
            </a:r>
          </a:p>
          <a:p>
            <a:pPr algn="ctr"/>
            <a:endParaRPr lang="en-US" altLang="ko-KR" sz="700" b="1" dirty="0"/>
          </a:p>
          <a:p>
            <a:r>
              <a:rPr lang="en-US" altLang="ko-KR" sz="600" dirty="0"/>
              <a:t>Topic A, Partition 0 : [</a:t>
            </a:r>
            <a:r>
              <a:rPr lang="en-US" altLang="ko-KR" sz="600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600" dirty="0"/>
              <a:t>, </a:t>
            </a:r>
            <a:r>
              <a:rPr lang="en-US" altLang="ko-KR" sz="600" dirty="0">
                <a:solidFill>
                  <a:schemeClr val="tx1"/>
                </a:solidFill>
              </a:rPr>
              <a:t>301~298, 297~290, 289~275, 274~270]</a:t>
            </a:r>
          </a:p>
          <a:p>
            <a:r>
              <a:rPr lang="en-US" altLang="ko-KR" sz="600" dirty="0"/>
              <a:t>Topic B, Partition 0 : [</a:t>
            </a:r>
            <a:r>
              <a:rPr lang="en-US" altLang="ko-KR" sz="600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600" dirty="0"/>
              <a:t>, </a:t>
            </a:r>
            <a:r>
              <a:rPr lang="en-US" altLang="ko-KR" sz="600" dirty="0">
                <a:solidFill>
                  <a:schemeClr val="tx1"/>
                </a:solidFill>
              </a:rPr>
              <a:t>501~493, 492~482, 481~472, 471~458]</a:t>
            </a:r>
            <a:endParaRPr lang="en-US" altLang="ko-KR" sz="600" dirty="0"/>
          </a:p>
          <a:p>
            <a:r>
              <a:rPr lang="en-US" altLang="ko-KR" sz="600" dirty="0"/>
              <a:t>Topic B, Partition 3 : [</a:t>
            </a:r>
            <a:r>
              <a:rPr lang="en-US" altLang="ko-KR" sz="600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600" dirty="0">
                <a:solidFill>
                  <a:schemeClr val="tx1"/>
                </a:solidFill>
              </a:rPr>
              <a:t>, 473~472,</a:t>
            </a:r>
            <a:r>
              <a:rPr lang="ko-KR" altLang="en-US" sz="600" dirty="0">
                <a:solidFill>
                  <a:schemeClr val="tx1"/>
                </a:solidFill>
              </a:rPr>
              <a:t> </a:t>
            </a:r>
            <a:r>
              <a:rPr lang="en-US" altLang="ko-KR" sz="600" dirty="0">
                <a:solidFill>
                  <a:schemeClr val="tx1"/>
                </a:solidFill>
              </a:rPr>
              <a:t>471~464, 463~454, 453~442]</a:t>
            </a:r>
          </a:p>
        </p:txBody>
      </p:sp>
      <p:sp>
        <p:nvSpPr>
          <p:cNvPr id="9" name="사각형: 둥근 모서리 56">
            <a:extLst>
              <a:ext uri="{FF2B5EF4-FFF2-40B4-BE49-F238E27FC236}">
                <a16:creationId xmlns:a16="http://schemas.microsoft.com/office/drawing/2014/main" id="{854F3DFC-911C-704B-E2D0-6833FE7B0399}"/>
              </a:ext>
            </a:extLst>
          </p:cNvPr>
          <p:cNvSpPr/>
          <p:nvPr/>
        </p:nvSpPr>
        <p:spPr>
          <a:xfrm>
            <a:off x="88600" y="1183002"/>
            <a:ext cx="1432559" cy="1157893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/>
              <a:t>In-flight Requests</a:t>
            </a:r>
          </a:p>
          <a:p>
            <a:pPr algn="ctr"/>
            <a:endParaRPr lang="en-US" altLang="ko-KR" sz="700"/>
          </a:p>
          <a:p>
            <a:r>
              <a:rPr lang="en-US" altLang="ko-KR" sz="600"/>
              <a:t>Request C</a:t>
            </a:r>
          </a:p>
          <a:p>
            <a:r>
              <a:rPr lang="en-US" altLang="ko-KR" sz="600"/>
              <a:t>[(Topic A, Partition 0, </a:t>
            </a:r>
            <a:r>
              <a:rPr lang="en-US" altLang="ko-KR" sz="600">
                <a:solidFill>
                  <a:schemeClr val="tx2"/>
                </a:solidFill>
              </a:rPr>
              <a:t>113~106</a:t>
            </a:r>
            <a:r>
              <a:rPr lang="en-US" altLang="ko-KR" sz="600"/>
              <a:t>), (Topic B, Partition 0, </a:t>
            </a:r>
            <a:r>
              <a:rPr lang="en-US" altLang="ko-KR" sz="600">
                <a:solidFill>
                  <a:schemeClr val="tx2"/>
                </a:solidFill>
              </a:rPr>
              <a:t>215~208</a:t>
            </a:r>
            <a:r>
              <a:rPr lang="en-US" altLang="ko-KR" sz="600"/>
              <a:t>),</a:t>
            </a:r>
          </a:p>
          <a:p>
            <a:r>
              <a:rPr lang="en-US" altLang="ko-KR" sz="600"/>
              <a:t>(Topic B, Partition 1, </a:t>
            </a:r>
            <a:r>
              <a:rPr lang="en-US" altLang="ko-KR" sz="600">
                <a:solidFill>
                  <a:schemeClr val="tx2"/>
                </a:solidFill>
              </a:rPr>
              <a:t>195~186</a:t>
            </a:r>
            <a:r>
              <a:rPr lang="en-US" altLang="ko-KR" sz="600"/>
              <a:t>)]</a:t>
            </a:r>
          </a:p>
          <a:p>
            <a:r>
              <a:rPr lang="en-US" altLang="ko-KR" sz="600"/>
              <a:t>Request A</a:t>
            </a:r>
            <a:br>
              <a:rPr lang="en-US" altLang="ko-KR" sz="600"/>
            </a:br>
            <a:r>
              <a:rPr lang="en-US" altLang="ko-KR" sz="600"/>
              <a:t>[(Topic A, Partition 0, </a:t>
            </a:r>
            <a:r>
              <a:rPr lang="en-US" altLang="ko-KR" sz="600">
                <a:solidFill>
                  <a:srgbClr val="C00000"/>
                </a:solidFill>
              </a:rPr>
              <a:t>105~100</a:t>
            </a:r>
            <a:r>
              <a:rPr lang="en-US" altLang="ko-KR" sz="600"/>
              <a:t>), (Topic B, Partition 0, </a:t>
            </a:r>
            <a:r>
              <a:rPr lang="en-US" altLang="ko-KR" sz="600">
                <a:solidFill>
                  <a:srgbClr val="C00000"/>
                </a:solidFill>
              </a:rPr>
              <a:t>207~200</a:t>
            </a:r>
            <a:r>
              <a:rPr lang="en-US" altLang="ko-KR" sz="600"/>
              <a:t>),</a:t>
            </a:r>
          </a:p>
          <a:p>
            <a:r>
              <a:rPr lang="en-US" altLang="ko-KR" sz="600"/>
              <a:t>(Topic B, Partition 1, </a:t>
            </a:r>
            <a:r>
              <a:rPr lang="en-US" altLang="ko-KR" sz="600">
                <a:solidFill>
                  <a:srgbClr val="C00000"/>
                </a:solidFill>
              </a:rPr>
              <a:t>185~180</a:t>
            </a:r>
            <a:r>
              <a:rPr lang="en-US" altLang="ko-KR" sz="600"/>
              <a:t>)]</a:t>
            </a:r>
          </a:p>
        </p:txBody>
      </p:sp>
      <p:sp>
        <p:nvSpPr>
          <p:cNvPr id="47" name="사각형: 둥근 모서리 56">
            <a:extLst>
              <a:ext uri="{FF2B5EF4-FFF2-40B4-BE49-F238E27FC236}">
                <a16:creationId xmlns:a16="http://schemas.microsoft.com/office/drawing/2014/main" id="{95C348D6-9F72-0068-DA3E-24FECE24E5CC}"/>
              </a:ext>
            </a:extLst>
          </p:cNvPr>
          <p:cNvSpPr/>
          <p:nvPr/>
        </p:nvSpPr>
        <p:spPr>
          <a:xfrm>
            <a:off x="26623" y="2973764"/>
            <a:ext cx="1556516" cy="1047705"/>
          </a:xfrm>
          <a:prstGeom prst="roundRect">
            <a:avLst>
              <a:gd name="adj" fmla="val 3942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B</a:t>
            </a:r>
            <a:endParaRPr lang="ko-KR" altLang="en-US" sz="700" dirty="0"/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9EF14BE3-6FB4-EBE7-4B82-F2C4EC192CB1}"/>
              </a:ext>
            </a:extLst>
          </p:cNvPr>
          <p:cNvSpPr/>
          <p:nvPr/>
        </p:nvSpPr>
        <p:spPr>
          <a:xfrm>
            <a:off x="88600" y="3208527"/>
            <a:ext cx="1432559" cy="749050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/>
              <a:t>In-flight Requests</a:t>
            </a:r>
          </a:p>
          <a:p>
            <a:pPr algn="ctr"/>
            <a:endParaRPr lang="en-US" altLang="ko-KR" sz="700"/>
          </a:p>
          <a:p>
            <a:r>
              <a:rPr lang="en-US" altLang="ko-KR" sz="600"/>
              <a:t>Request B</a:t>
            </a:r>
            <a:br>
              <a:rPr lang="en-US" altLang="ko-KR" sz="600"/>
            </a:br>
            <a:r>
              <a:rPr lang="en-US" altLang="ko-KR" sz="600"/>
              <a:t>[(Topic A, Partition 0, </a:t>
            </a:r>
            <a:r>
              <a:rPr lang="en-US" altLang="ko-KR" sz="600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600"/>
              <a:t>), (Topic B, Partition 0, </a:t>
            </a:r>
            <a:r>
              <a:rPr lang="en-US" altLang="ko-KR" sz="600" dirty="0">
                <a:solidFill>
                  <a:schemeClr val="accent3">
                    <a:lumMod val="75000"/>
                  </a:schemeClr>
                </a:solidFill>
              </a:rPr>
              <a:t>524~520</a:t>
            </a:r>
            <a:r>
              <a:rPr lang="en-US" altLang="ko-KR" sz="600"/>
              <a:t>),</a:t>
            </a:r>
          </a:p>
          <a:p>
            <a:r>
              <a:rPr lang="en-US" altLang="ko-KR" sz="600"/>
              <a:t>(Topic B, Partition 1, </a:t>
            </a:r>
            <a:r>
              <a:rPr lang="en-US" altLang="ko-KR" sz="600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600"/>
              <a:t>)]</a:t>
            </a:r>
          </a:p>
        </p:txBody>
      </p:sp>
    </p:spTree>
    <p:extLst>
      <p:ext uri="{BB962C8B-B14F-4D97-AF65-F5344CB8AC3E}">
        <p14:creationId xmlns:p14="http://schemas.microsoft.com/office/powerpoint/2010/main" val="2208785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CFB3C-A051-42BD-D079-36339A9D0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7EF8D32D-A60E-5723-0D4A-CCB4C814DAC9}"/>
              </a:ext>
            </a:extLst>
          </p:cNvPr>
          <p:cNvSpPr/>
          <p:nvPr/>
        </p:nvSpPr>
        <p:spPr>
          <a:xfrm>
            <a:off x="3290098" y="181981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5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F0236E8E-70B2-92AC-C92F-4A7284E17BAF}"/>
              </a:ext>
            </a:extLst>
          </p:cNvPr>
          <p:cNvSpPr/>
          <p:nvPr/>
        </p:nvSpPr>
        <p:spPr>
          <a:xfrm>
            <a:off x="3970377" y="1819818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tx2"/>
                </a:solidFill>
              </a:rPr>
              <a:t>B/124~121</a:t>
            </a:r>
            <a:endParaRPr lang="en-US" altLang="ko-KR" sz="500" dirty="0">
              <a:solidFill>
                <a:schemeClr val="tx2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C18FB430-DE4C-4CB5-480B-6602E5459301}"/>
              </a:ext>
            </a:extLst>
          </p:cNvPr>
          <p:cNvSpPr/>
          <p:nvPr/>
        </p:nvSpPr>
        <p:spPr>
          <a:xfrm>
            <a:off x="4648667" y="1819818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rgbClr val="C00000"/>
                </a:solidFill>
              </a:rPr>
              <a:t>A/120~114</a:t>
            </a:r>
            <a:endParaRPr lang="en-US" altLang="ko-KR" sz="500" dirty="0">
              <a:solidFill>
                <a:srgbClr val="C00000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E254A004-327A-03DC-9B1A-A26FA82F9B60}"/>
              </a:ext>
            </a:extLst>
          </p:cNvPr>
          <p:cNvSpPr/>
          <p:nvPr/>
        </p:nvSpPr>
        <p:spPr>
          <a:xfrm>
            <a:off x="260646" y="1815666"/>
            <a:ext cx="1589875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EF48EA81-EBB2-DAF2-E902-F0B141C3563B}"/>
              </a:ext>
            </a:extLst>
          </p:cNvPr>
          <p:cNvSpPr/>
          <p:nvPr/>
        </p:nvSpPr>
        <p:spPr>
          <a:xfrm>
            <a:off x="3967564" y="278085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5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A8EDC854-E250-FACD-545A-668DC517EFB4}"/>
              </a:ext>
            </a:extLst>
          </p:cNvPr>
          <p:cNvSpPr/>
          <p:nvPr/>
        </p:nvSpPr>
        <p:spPr>
          <a:xfrm>
            <a:off x="309410" y="2039566"/>
            <a:ext cx="147854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00"/>
              <a:t>,</a:t>
            </a:r>
            <a:r>
              <a:rPr lang="ko-KR" altLang="en-US" sz="600"/>
              <a:t> </a:t>
            </a:r>
            <a:r>
              <a:rPr lang="en-US" altLang="ko-KR" sz="600">
                <a:solidFill>
                  <a:schemeClr val="tx2"/>
                </a:solidFill>
              </a:rPr>
              <a:t>B/124~121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A/120~114</a:t>
            </a:r>
            <a:r>
              <a:rPr lang="en-US" altLang="ko-KR" sz="600"/>
              <a:t>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E562EB52-730F-C5B9-E606-95C15B0B563A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1850521" y="2143218"/>
            <a:ext cx="348146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10AA5AD6-1099-8EC6-8410-69105662464F}"/>
              </a:ext>
            </a:extLst>
          </p:cNvPr>
          <p:cNvSpPr/>
          <p:nvPr/>
        </p:nvSpPr>
        <p:spPr>
          <a:xfrm>
            <a:off x="4648397" y="278085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D27CE1F8-8AD0-85C2-BA98-4218CC282B47}"/>
              </a:ext>
            </a:extLst>
          </p:cNvPr>
          <p:cNvSpPr/>
          <p:nvPr/>
        </p:nvSpPr>
        <p:spPr>
          <a:xfrm>
            <a:off x="1927053" y="321620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rgbClr val="C00000"/>
                </a:solidFill>
              </a:rPr>
              <a:t>A</a:t>
            </a:r>
            <a:endParaRPr lang="en-US" altLang="ko-KR" sz="500" dirty="0">
              <a:solidFill>
                <a:srgbClr val="C00000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58B86BCA-04CC-0F9E-F2B7-3203C8168ABE}"/>
              </a:ext>
            </a:extLst>
          </p:cNvPr>
          <p:cNvSpPr/>
          <p:nvPr/>
        </p:nvSpPr>
        <p:spPr>
          <a:xfrm>
            <a:off x="2607886" y="321620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tx2"/>
                </a:solidFill>
              </a:rPr>
              <a:t>B</a:t>
            </a:r>
            <a:endParaRPr lang="en-US" altLang="ko-KR" sz="500" dirty="0">
              <a:solidFill>
                <a:schemeClr val="tx2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2186F4B7-4823-C283-5998-90894B8118D4}"/>
              </a:ext>
            </a:extLst>
          </p:cNvPr>
          <p:cNvSpPr/>
          <p:nvPr/>
        </p:nvSpPr>
        <p:spPr>
          <a:xfrm>
            <a:off x="260648" y="2782679"/>
            <a:ext cx="1589876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B5C0C489-396D-DE90-D571-F19668FD5EA3}"/>
              </a:ext>
            </a:extLst>
          </p:cNvPr>
          <p:cNvSpPr/>
          <p:nvPr/>
        </p:nvSpPr>
        <p:spPr>
          <a:xfrm>
            <a:off x="309410" y="3000604"/>
            <a:ext cx="147854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00"/>
              <a:t>,</a:t>
            </a:r>
          </a:p>
          <a:p>
            <a:r>
              <a:rPr lang="en-US" altLang="ko-KR" sz="600">
                <a:solidFill>
                  <a:schemeClr val="tx2"/>
                </a:solidFill>
              </a:rPr>
              <a:t>B/124~121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A/120~114</a:t>
            </a:r>
            <a:r>
              <a:rPr lang="en-US" altLang="ko-KR" sz="600"/>
              <a:t>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F371CA7-0388-8B13-2121-F67A38634C45}"/>
              </a:ext>
            </a:extLst>
          </p:cNvPr>
          <p:cNvCxnSpPr>
            <a:cxnSpLocks/>
            <a:stCxn id="39" idx="3"/>
          </p:cNvCxnSpPr>
          <p:nvPr/>
        </p:nvCxnSpPr>
        <p:spPr>
          <a:xfrm flipV="1">
            <a:off x="1850524" y="3104255"/>
            <a:ext cx="3481462" cy="5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E9769419-456E-15B7-F69B-92C171AB2A3C}"/>
              </a:ext>
            </a:extLst>
          </p:cNvPr>
          <p:cNvSpPr/>
          <p:nvPr/>
        </p:nvSpPr>
        <p:spPr>
          <a:xfrm>
            <a:off x="1927053" y="417724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8FC93055-86B6-5770-34EE-653DDE93052F}"/>
              </a:ext>
            </a:extLst>
          </p:cNvPr>
          <p:cNvSpPr/>
          <p:nvPr/>
        </p:nvSpPr>
        <p:spPr>
          <a:xfrm>
            <a:off x="2607886" y="4177240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5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D06CAEFD-FC71-892F-7E13-E850DF52E527}"/>
              </a:ext>
            </a:extLst>
          </p:cNvPr>
          <p:cNvSpPr/>
          <p:nvPr/>
        </p:nvSpPr>
        <p:spPr>
          <a:xfrm>
            <a:off x="260648" y="3739514"/>
            <a:ext cx="1589876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36DE1900-6B73-521D-3487-52D9B02BB7DB}"/>
              </a:ext>
            </a:extLst>
          </p:cNvPr>
          <p:cNvSpPr/>
          <p:nvPr/>
        </p:nvSpPr>
        <p:spPr>
          <a:xfrm>
            <a:off x="309410" y="3963415"/>
            <a:ext cx="147854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1D93314-C081-F29D-6D3E-400BC6C1AE03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1850524" y="4067066"/>
            <a:ext cx="348146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Down Arrow 61">
            <a:extLst>
              <a:ext uri="{FF2B5EF4-FFF2-40B4-BE49-F238E27FC236}">
                <a16:creationId xmlns:a16="http://schemas.microsoft.com/office/drawing/2014/main" id="{82C39F7A-E7B2-EDB2-2702-FFF24F2F9F61}"/>
              </a:ext>
            </a:extLst>
          </p:cNvPr>
          <p:cNvSpPr/>
          <p:nvPr/>
        </p:nvSpPr>
        <p:spPr>
          <a:xfrm>
            <a:off x="3512901" y="2534507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10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688DDF35-D812-6500-474B-25C94AE5A0CD}"/>
              </a:ext>
            </a:extLst>
          </p:cNvPr>
          <p:cNvSpPr/>
          <p:nvPr/>
        </p:nvSpPr>
        <p:spPr>
          <a:xfrm>
            <a:off x="3512901" y="3497318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100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5ECD6EFE-9D41-CBC7-EDF9-17ABEBEFDA53}"/>
              </a:ext>
            </a:extLst>
          </p:cNvPr>
          <p:cNvSpPr/>
          <p:nvPr/>
        </p:nvSpPr>
        <p:spPr>
          <a:xfrm>
            <a:off x="3291475" y="321620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A4C4A7B9-52DE-F144-9DA9-0F3B84127742}"/>
              </a:ext>
            </a:extLst>
          </p:cNvPr>
          <p:cNvSpPr/>
          <p:nvPr/>
        </p:nvSpPr>
        <p:spPr>
          <a:xfrm>
            <a:off x="5331985" y="1815666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3" name="사각형: 둥근 모서리 56">
            <a:extLst>
              <a:ext uri="{FF2B5EF4-FFF2-40B4-BE49-F238E27FC236}">
                <a16:creationId xmlns:a16="http://schemas.microsoft.com/office/drawing/2014/main" id="{D0F9EE31-21D5-20AF-B49A-2B165C434562}"/>
              </a:ext>
            </a:extLst>
          </p:cNvPr>
          <p:cNvSpPr/>
          <p:nvPr/>
        </p:nvSpPr>
        <p:spPr>
          <a:xfrm>
            <a:off x="5393539" y="1998053"/>
            <a:ext cx="1355122" cy="41700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00"/>
              <a:t>]</a:t>
            </a: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6A77B4DD-B187-4DB2-FE6D-0461D466030F}"/>
              </a:ext>
            </a:extLst>
          </p:cNvPr>
          <p:cNvSpPr/>
          <p:nvPr/>
        </p:nvSpPr>
        <p:spPr>
          <a:xfrm>
            <a:off x="5331985" y="2776703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7B2D2AA8-303F-BE51-E540-3AF89054A3AA}"/>
              </a:ext>
            </a:extLst>
          </p:cNvPr>
          <p:cNvSpPr/>
          <p:nvPr/>
        </p:nvSpPr>
        <p:spPr>
          <a:xfrm>
            <a:off x="5393539" y="2959090"/>
            <a:ext cx="1355122" cy="41700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tx2"/>
                </a:solidFill>
              </a:rPr>
              <a:t>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120~114</a:t>
            </a:r>
            <a:r>
              <a:rPr lang="en-US" altLang="ko-KR" sz="600"/>
              <a:t>, </a:t>
            </a:r>
            <a:r>
              <a:rPr lang="en-US" altLang="ko-KR" sz="600" dirty="0">
                <a:solidFill>
                  <a:schemeClr val="tx1"/>
                </a:solidFill>
              </a:rPr>
              <a:t>113~106, 105~100</a:t>
            </a:r>
            <a:r>
              <a:rPr lang="en-US" altLang="ko-KR" sz="600"/>
              <a:t>]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645686B-0FFC-1F68-9FE1-A7E178EBCF2E}"/>
              </a:ext>
            </a:extLst>
          </p:cNvPr>
          <p:cNvSpPr/>
          <p:nvPr/>
        </p:nvSpPr>
        <p:spPr>
          <a:xfrm>
            <a:off x="5331985" y="3739514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C82F0A23-3747-7BC4-6BEC-446587FA5147}"/>
              </a:ext>
            </a:extLst>
          </p:cNvPr>
          <p:cNvSpPr/>
          <p:nvPr/>
        </p:nvSpPr>
        <p:spPr>
          <a:xfrm>
            <a:off x="5393539" y="3921901"/>
            <a:ext cx="1355122" cy="41700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tx2"/>
                </a:solidFill>
              </a:rPr>
              <a:t>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120~114</a:t>
            </a:r>
            <a:r>
              <a:rPr lang="en-US" altLang="ko-KR" sz="60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575872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77CEC-80A0-0731-840A-63AB3ADCF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5C32A8E1-B7FC-2309-042C-49D1153CC848}"/>
              </a:ext>
            </a:extLst>
          </p:cNvPr>
          <p:cNvSpPr/>
          <p:nvPr/>
        </p:nvSpPr>
        <p:spPr>
          <a:xfrm>
            <a:off x="3970377" y="101209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5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39F55E39-4A4C-FC96-5CEF-6C96E6659D79}"/>
              </a:ext>
            </a:extLst>
          </p:cNvPr>
          <p:cNvSpPr/>
          <p:nvPr/>
        </p:nvSpPr>
        <p:spPr>
          <a:xfrm>
            <a:off x="4648667" y="101209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662D5F13-C3A6-09CE-E3C6-A3070E72B55D}"/>
              </a:ext>
            </a:extLst>
          </p:cNvPr>
          <p:cNvSpPr/>
          <p:nvPr/>
        </p:nvSpPr>
        <p:spPr>
          <a:xfrm>
            <a:off x="260648" y="1007942"/>
            <a:ext cx="1589874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DF06CFF2-2B90-7172-2D25-9DB4696287F2}"/>
              </a:ext>
            </a:extLst>
          </p:cNvPr>
          <p:cNvSpPr/>
          <p:nvPr/>
        </p:nvSpPr>
        <p:spPr>
          <a:xfrm>
            <a:off x="5331985" y="1007942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DF371C11-D9CD-081B-8D5C-AC83D82DD02C}"/>
              </a:ext>
            </a:extLst>
          </p:cNvPr>
          <p:cNvSpPr/>
          <p:nvPr/>
        </p:nvSpPr>
        <p:spPr>
          <a:xfrm>
            <a:off x="309412" y="1231842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00"/>
              <a:t>,</a:t>
            </a:r>
          </a:p>
          <a:p>
            <a:r>
              <a:rPr lang="en-US" altLang="ko-KR" sz="600">
                <a:solidFill>
                  <a:schemeClr val="tx2"/>
                </a:solidFill>
              </a:rPr>
              <a:t>B/124~121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A/120~114</a:t>
            </a:r>
            <a:r>
              <a:rPr lang="en-US" altLang="ko-KR" sz="600"/>
              <a:t>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AA422F4B-F52B-8B16-6FD4-439100D65AE7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850522" y="1335494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504932D0-B9C4-7C8A-338E-7B1D363D053E}"/>
              </a:ext>
            </a:extLst>
          </p:cNvPr>
          <p:cNvSpPr/>
          <p:nvPr/>
        </p:nvSpPr>
        <p:spPr>
          <a:xfrm>
            <a:off x="5393539" y="1190331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tx2"/>
                </a:solidFill>
              </a:rPr>
              <a:t>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120~114</a:t>
            </a:r>
            <a:r>
              <a:rPr lang="en-US" altLang="ko-KR" sz="600"/>
              <a:t>, </a:t>
            </a:r>
            <a:r>
              <a:rPr lang="en-US" altLang="ko-KR" sz="6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00"/>
              <a:t>]</a:t>
            </a: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AFD95DFE-6FD1-D077-0431-BB9C26DC4EE4}"/>
              </a:ext>
            </a:extLst>
          </p:cNvPr>
          <p:cNvSpPr/>
          <p:nvPr/>
        </p:nvSpPr>
        <p:spPr>
          <a:xfrm>
            <a:off x="1927053" y="240848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</a:t>
            </a:r>
          </a:p>
          <a:p>
            <a:pPr algn="ctr"/>
            <a:r>
              <a:rPr lang="en-US" altLang="ko-KR" sz="500" dirty="0">
                <a:solidFill>
                  <a:schemeClr val="accent4">
                    <a:lumMod val="75000"/>
                  </a:schemeClr>
                </a:solidFill>
              </a:rPr>
              <a:t>OutOfOrder</a:t>
            </a: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B41393F0-1383-61E2-37EF-317EADEDF09F}"/>
              </a:ext>
            </a:extLst>
          </p:cNvPr>
          <p:cNvSpPr/>
          <p:nvPr/>
        </p:nvSpPr>
        <p:spPr>
          <a:xfrm>
            <a:off x="2607886" y="2408480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</a:t>
            </a:r>
          </a:p>
          <a:p>
            <a:pPr algn="ctr"/>
            <a:r>
              <a:rPr lang="en-US" altLang="ko-KR" sz="500" dirty="0">
                <a:solidFill>
                  <a:schemeClr val="accent5">
                    <a:lumMod val="75000"/>
                  </a:schemeClr>
                </a:solidFill>
              </a:rPr>
              <a:t>OutOfOrder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14F47578-6BE8-61C6-67AD-F6F6840C8DD3}"/>
              </a:ext>
            </a:extLst>
          </p:cNvPr>
          <p:cNvSpPr/>
          <p:nvPr/>
        </p:nvSpPr>
        <p:spPr>
          <a:xfrm>
            <a:off x="260649" y="1974955"/>
            <a:ext cx="1589875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CA9318A4-7CD7-CE22-FD35-66611CB311E1}"/>
              </a:ext>
            </a:extLst>
          </p:cNvPr>
          <p:cNvSpPr/>
          <p:nvPr/>
        </p:nvSpPr>
        <p:spPr>
          <a:xfrm>
            <a:off x="5331985" y="1968979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87D3D671-33E5-05F7-0D02-9C0B110AE220}"/>
              </a:ext>
            </a:extLst>
          </p:cNvPr>
          <p:cNvSpPr/>
          <p:nvPr/>
        </p:nvSpPr>
        <p:spPr>
          <a:xfrm>
            <a:off x="309412" y="2192880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00"/>
              <a:t>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C73D1C5D-15F5-E933-2B27-A46C83E5AFF6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1850524" y="2296531"/>
            <a:ext cx="3481461" cy="5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52398477-F698-FE4C-A394-5AA2AD437FBF}"/>
              </a:ext>
            </a:extLst>
          </p:cNvPr>
          <p:cNvSpPr/>
          <p:nvPr/>
        </p:nvSpPr>
        <p:spPr>
          <a:xfrm>
            <a:off x="5393539" y="2151367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tx2"/>
                </a:solidFill>
              </a:rPr>
              <a:t>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120~114</a:t>
            </a:r>
            <a:r>
              <a:rPr lang="en-US" altLang="ko-KR" sz="600"/>
              <a:t>, </a:t>
            </a:r>
            <a:r>
              <a:rPr lang="en-US" altLang="ko-KR" sz="6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F4C13415-D017-B7AE-66E5-D7408A93B2C1}"/>
              </a:ext>
            </a:extLst>
          </p:cNvPr>
          <p:cNvSpPr/>
          <p:nvPr/>
        </p:nvSpPr>
        <p:spPr>
          <a:xfrm>
            <a:off x="260649" y="2931790"/>
            <a:ext cx="1589875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</a:t>
            </a:r>
            <a:r>
              <a:rPr lang="en-US" altLang="ko-KR" sz="700" b="1"/>
              <a:t>Epoch=1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47A815CF-3098-D8ED-68D1-95F69EBF6E66}"/>
              </a:ext>
            </a:extLst>
          </p:cNvPr>
          <p:cNvSpPr/>
          <p:nvPr/>
        </p:nvSpPr>
        <p:spPr>
          <a:xfrm>
            <a:off x="5331985" y="2931790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B73EB76A-8A2B-9FB4-6066-2AFBBA87348B}"/>
              </a:ext>
            </a:extLst>
          </p:cNvPr>
          <p:cNvSpPr/>
          <p:nvPr/>
        </p:nvSpPr>
        <p:spPr>
          <a:xfrm>
            <a:off x="309412" y="3155691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00"/>
              <a:t>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2D799CDE-C589-7CE9-F2A5-F20E7D1C8E7C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850524" y="3259342"/>
            <a:ext cx="348146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C2D8D2A3-E25F-C6CC-2B21-1F4E579662BD}"/>
              </a:ext>
            </a:extLst>
          </p:cNvPr>
          <p:cNvSpPr/>
          <p:nvPr/>
        </p:nvSpPr>
        <p:spPr>
          <a:xfrm>
            <a:off x="5393539" y="3114178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tx2"/>
                </a:solidFill>
              </a:rPr>
              <a:t>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120~114</a:t>
            </a:r>
            <a:r>
              <a:rPr lang="en-US" altLang="ko-KR" sz="600"/>
              <a:t>, </a:t>
            </a:r>
            <a:r>
              <a:rPr lang="en-US" altLang="ko-KR" sz="6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00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2185EDAA-A12E-AD42-DBC3-EA4EE82F5E29}"/>
              </a:ext>
            </a:extLst>
          </p:cNvPr>
          <p:cNvSpPr/>
          <p:nvPr/>
        </p:nvSpPr>
        <p:spPr>
          <a:xfrm>
            <a:off x="3512901" y="1726783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20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E9F0C3B3-D971-1648-B29B-813052190A76}"/>
              </a:ext>
            </a:extLst>
          </p:cNvPr>
          <p:cNvSpPr/>
          <p:nvPr/>
        </p:nvSpPr>
        <p:spPr>
          <a:xfrm>
            <a:off x="3512901" y="2689594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20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3BE67B4C-BB36-3C2E-C56A-35B1547C057E}"/>
              </a:ext>
            </a:extLst>
          </p:cNvPr>
          <p:cNvSpPr/>
          <p:nvPr/>
        </p:nvSpPr>
        <p:spPr>
          <a:xfrm>
            <a:off x="3290098" y="5940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5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A330D768-597A-BC4E-69E0-0183AD72432A}"/>
              </a:ext>
            </a:extLst>
          </p:cNvPr>
          <p:cNvSpPr/>
          <p:nvPr/>
        </p:nvSpPr>
        <p:spPr>
          <a:xfrm>
            <a:off x="3970377" y="5940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tx2"/>
                </a:solidFill>
              </a:rPr>
              <a:t>B/124~121</a:t>
            </a:r>
            <a:endParaRPr lang="en-US" altLang="ko-KR" sz="500" dirty="0">
              <a:solidFill>
                <a:schemeClr val="tx2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6190C08D-8D3B-0BA4-1067-4A3075B67CC3}"/>
              </a:ext>
            </a:extLst>
          </p:cNvPr>
          <p:cNvSpPr/>
          <p:nvPr/>
        </p:nvSpPr>
        <p:spPr>
          <a:xfrm>
            <a:off x="4648667" y="5940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rgbClr val="C00000"/>
                </a:solidFill>
              </a:rPr>
              <a:t>A/120~114</a:t>
            </a:r>
            <a:endParaRPr lang="en-US" altLang="ko-KR" sz="500" dirty="0">
              <a:solidFill>
                <a:srgbClr val="C00000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64831568-4937-0756-BAA0-4231356EB4CD}"/>
              </a:ext>
            </a:extLst>
          </p:cNvPr>
          <p:cNvSpPr/>
          <p:nvPr/>
        </p:nvSpPr>
        <p:spPr>
          <a:xfrm>
            <a:off x="260648" y="55258"/>
            <a:ext cx="1589874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11CEFF1F-C8A5-0FF9-2ECF-A19C3E542A88}"/>
              </a:ext>
            </a:extLst>
          </p:cNvPr>
          <p:cNvSpPr/>
          <p:nvPr/>
        </p:nvSpPr>
        <p:spPr>
          <a:xfrm>
            <a:off x="5331985" y="55258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8DBAE49B-E687-1F95-3BFB-85916CDACF92}"/>
              </a:ext>
            </a:extLst>
          </p:cNvPr>
          <p:cNvSpPr/>
          <p:nvPr/>
        </p:nvSpPr>
        <p:spPr>
          <a:xfrm>
            <a:off x="309412" y="279158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00"/>
              <a:t>,</a:t>
            </a:r>
          </a:p>
          <a:p>
            <a:r>
              <a:rPr lang="en-US" altLang="ko-KR" sz="600">
                <a:solidFill>
                  <a:schemeClr val="tx2"/>
                </a:solidFill>
              </a:rPr>
              <a:t>B/124~121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A/120~114</a:t>
            </a:r>
            <a:r>
              <a:rPr lang="en-US" altLang="ko-KR" sz="600"/>
              <a:t>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864EB9DC-2D6C-0242-0167-A8A8D53BD1E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850522" y="382810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515A1DE5-B7BE-7633-AAB3-BDE503E9954B}"/>
              </a:ext>
            </a:extLst>
          </p:cNvPr>
          <p:cNvSpPr/>
          <p:nvPr/>
        </p:nvSpPr>
        <p:spPr>
          <a:xfrm>
            <a:off x="5393539" y="237646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00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CE58D826-7EA4-D5B3-3DD9-9CDDE0694911}"/>
              </a:ext>
            </a:extLst>
          </p:cNvPr>
          <p:cNvSpPr/>
          <p:nvPr/>
        </p:nvSpPr>
        <p:spPr>
          <a:xfrm>
            <a:off x="3512901" y="771056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200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847AB878-17EF-1328-140F-231FD45E2932}"/>
              </a:ext>
            </a:extLst>
          </p:cNvPr>
          <p:cNvSpPr/>
          <p:nvPr/>
        </p:nvSpPr>
        <p:spPr>
          <a:xfrm>
            <a:off x="1923045" y="61236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5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1C9B81F4-DD61-6886-071A-2D22B402F6F6}"/>
              </a:ext>
            </a:extLst>
          </p:cNvPr>
          <p:cNvSpPr/>
          <p:nvPr/>
        </p:nvSpPr>
        <p:spPr>
          <a:xfrm>
            <a:off x="2603878" y="6123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1BE8E2DF-F67D-BB7B-F88B-7126FE9D2FB8}"/>
              </a:ext>
            </a:extLst>
          </p:cNvPr>
          <p:cNvSpPr/>
          <p:nvPr/>
        </p:nvSpPr>
        <p:spPr>
          <a:xfrm>
            <a:off x="1923045" y="1445668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rgbClr val="C00000"/>
                </a:solidFill>
              </a:rPr>
              <a:t>A</a:t>
            </a:r>
            <a:endParaRPr lang="en-US" altLang="ko-KR" sz="500" dirty="0">
              <a:solidFill>
                <a:srgbClr val="C00000"/>
              </a:solidFill>
            </a:endParaRPr>
          </a:p>
        </p:txBody>
      </p:sp>
      <p:sp>
        <p:nvSpPr>
          <p:cNvPr id="15" name="사각형: 둥근 모서리 6">
            <a:extLst>
              <a:ext uri="{FF2B5EF4-FFF2-40B4-BE49-F238E27FC236}">
                <a16:creationId xmlns:a16="http://schemas.microsoft.com/office/drawing/2014/main" id="{E19C9D9B-42FD-CA29-D68D-2C4CF519590B}"/>
              </a:ext>
            </a:extLst>
          </p:cNvPr>
          <p:cNvSpPr/>
          <p:nvPr/>
        </p:nvSpPr>
        <p:spPr>
          <a:xfrm>
            <a:off x="2603878" y="1445667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tx2"/>
                </a:solidFill>
              </a:rPr>
              <a:t>B</a:t>
            </a:r>
            <a:endParaRPr lang="en-US" altLang="ko-KR" sz="500" dirty="0">
              <a:solidFill>
                <a:schemeClr val="tx2"/>
              </a:solidFill>
            </a:endParaRPr>
          </a:p>
        </p:txBody>
      </p:sp>
      <p:sp>
        <p:nvSpPr>
          <p:cNvPr id="16" name="사각형: 둥근 모서리 6">
            <a:extLst>
              <a:ext uri="{FF2B5EF4-FFF2-40B4-BE49-F238E27FC236}">
                <a16:creationId xmlns:a16="http://schemas.microsoft.com/office/drawing/2014/main" id="{63C19D91-75F4-99EA-14E7-1ADBD93FDEBA}"/>
              </a:ext>
            </a:extLst>
          </p:cNvPr>
          <p:cNvSpPr/>
          <p:nvPr/>
        </p:nvSpPr>
        <p:spPr>
          <a:xfrm>
            <a:off x="3290098" y="293179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5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7" name="사각형: 둥근 모서리 6">
            <a:extLst>
              <a:ext uri="{FF2B5EF4-FFF2-40B4-BE49-F238E27FC236}">
                <a16:creationId xmlns:a16="http://schemas.microsoft.com/office/drawing/2014/main" id="{A7C4185A-0C38-4CD1-7CD7-1E4B32C01796}"/>
              </a:ext>
            </a:extLst>
          </p:cNvPr>
          <p:cNvSpPr/>
          <p:nvPr/>
        </p:nvSpPr>
        <p:spPr>
          <a:xfrm>
            <a:off x="3970377" y="2931790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FC16A2D8-1080-F4A0-8E3D-81A0C4BD0424}"/>
              </a:ext>
            </a:extLst>
          </p:cNvPr>
          <p:cNvSpPr/>
          <p:nvPr/>
        </p:nvSpPr>
        <p:spPr>
          <a:xfrm>
            <a:off x="4648667" y="2931790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5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25" name="사각형: 둥근 모서리 56">
            <a:extLst>
              <a:ext uri="{FF2B5EF4-FFF2-40B4-BE49-F238E27FC236}">
                <a16:creationId xmlns:a16="http://schemas.microsoft.com/office/drawing/2014/main" id="{F96BEE37-D6CB-C74C-505E-82591E72ECB9}"/>
              </a:ext>
            </a:extLst>
          </p:cNvPr>
          <p:cNvSpPr/>
          <p:nvPr/>
        </p:nvSpPr>
        <p:spPr>
          <a:xfrm>
            <a:off x="260648" y="3888625"/>
            <a:ext cx="1589875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</a:t>
            </a:r>
            <a:r>
              <a:rPr lang="en-US" altLang="ko-KR" sz="700" b="1"/>
              <a:t>Epoch=1</a:t>
            </a:r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06106B3A-8163-E52B-41A2-3473B573175A}"/>
              </a:ext>
            </a:extLst>
          </p:cNvPr>
          <p:cNvSpPr/>
          <p:nvPr/>
        </p:nvSpPr>
        <p:spPr>
          <a:xfrm>
            <a:off x="5331984" y="3888625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31" name="사각형: 둥근 모서리 56">
            <a:extLst>
              <a:ext uri="{FF2B5EF4-FFF2-40B4-BE49-F238E27FC236}">
                <a16:creationId xmlns:a16="http://schemas.microsoft.com/office/drawing/2014/main" id="{0D900462-92C8-74A7-BD98-959FD8214D32}"/>
              </a:ext>
            </a:extLst>
          </p:cNvPr>
          <p:cNvSpPr/>
          <p:nvPr/>
        </p:nvSpPr>
        <p:spPr>
          <a:xfrm>
            <a:off x="309411" y="4112526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00"/>
              <a:t>]</a:t>
            </a:r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14698C12-35D0-D165-48F9-89BE2324B507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>
            <a:off x="1850523" y="4216177"/>
            <a:ext cx="348146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사각형: 둥근 모서리 56">
            <a:extLst>
              <a:ext uri="{FF2B5EF4-FFF2-40B4-BE49-F238E27FC236}">
                <a16:creationId xmlns:a16="http://schemas.microsoft.com/office/drawing/2014/main" id="{79AF9834-FAD4-ADB3-E72A-1A06EE5E0AD2}"/>
              </a:ext>
            </a:extLst>
          </p:cNvPr>
          <p:cNvSpPr/>
          <p:nvPr/>
        </p:nvSpPr>
        <p:spPr>
          <a:xfrm>
            <a:off x="5393538" y="4071013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</a:t>
            </a:r>
            <a:r>
              <a:rPr lang="en-US" altLang="ko-KR" sz="600" b="1"/>
              <a:t>Epoch=1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00"/>
              <a:t>]</a:t>
            </a:r>
          </a:p>
        </p:txBody>
      </p:sp>
      <p:sp>
        <p:nvSpPr>
          <p:cNvPr id="41" name="Down Arrow 40">
            <a:extLst>
              <a:ext uri="{FF2B5EF4-FFF2-40B4-BE49-F238E27FC236}">
                <a16:creationId xmlns:a16="http://schemas.microsoft.com/office/drawing/2014/main" id="{7EE8F130-36B3-D95B-7798-3A5F3209742B}"/>
              </a:ext>
            </a:extLst>
          </p:cNvPr>
          <p:cNvSpPr/>
          <p:nvPr/>
        </p:nvSpPr>
        <p:spPr>
          <a:xfrm>
            <a:off x="3512900" y="3636508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200"/>
          </a:p>
        </p:txBody>
      </p:sp>
      <p:sp>
        <p:nvSpPr>
          <p:cNvPr id="45" name="사각형: 둥근 모서리 6">
            <a:extLst>
              <a:ext uri="{FF2B5EF4-FFF2-40B4-BE49-F238E27FC236}">
                <a16:creationId xmlns:a16="http://schemas.microsoft.com/office/drawing/2014/main" id="{9076B71E-6778-B6E5-783C-D85109DEC712}"/>
              </a:ext>
            </a:extLst>
          </p:cNvPr>
          <p:cNvSpPr/>
          <p:nvPr/>
        </p:nvSpPr>
        <p:spPr>
          <a:xfrm>
            <a:off x="1922549" y="4323977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CCAE200D-655F-9855-2461-3BD7F938BD52}"/>
              </a:ext>
            </a:extLst>
          </p:cNvPr>
          <p:cNvSpPr/>
          <p:nvPr/>
        </p:nvSpPr>
        <p:spPr>
          <a:xfrm>
            <a:off x="2603382" y="4323976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3" name="사각형: 둥근 모서리 6">
            <a:extLst>
              <a:ext uri="{FF2B5EF4-FFF2-40B4-BE49-F238E27FC236}">
                <a16:creationId xmlns:a16="http://schemas.microsoft.com/office/drawing/2014/main" id="{B39F037B-4267-FC50-5506-A097B40819E3}"/>
              </a:ext>
            </a:extLst>
          </p:cNvPr>
          <p:cNvSpPr/>
          <p:nvPr/>
        </p:nvSpPr>
        <p:spPr>
          <a:xfrm>
            <a:off x="3293687" y="4323976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5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43DC33-6822-6CEF-745F-66DFFE5962F2}"/>
              </a:ext>
            </a:extLst>
          </p:cNvPr>
          <p:cNvSpPr txBox="1"/>
          <p:nvPr/>
        </p:nvSpPr>
        <p:spPr>
          <a:xfrm>
            <a:off x="1850522" y="2924310"/>
            <a:ext cx="1138337" cy="196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675" b="1"/>
              <a:t>Epoch Increased</a:t>
            </a:r>
          </a:p>
        </p:txBody>
      </p:sp>
    </p:spTree>
    <p:extLst>
      <p:ext uri="{BB962C8B-B14F-4D97-AF65-F5344CB8AC3E}">
        <p14:creationId xmlns:p14="http://schemas.microsoft.com/office/powerpoint/2010/main" val="443853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B06BA-5F27-A210-2072-71A8DEBC5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3C152591-0DD8-173F-9930-90C9946B9714}"/>
              </a:ext>
            </a:extLst>
          </p:cNvPr>
          <p:cNvSpPr/>
          <p:nvPr/>
        </p:nvSpPr>
        <p:spPr>
          <a:xfrm>
            <a:off x="260648" y="1007942"/>
            <a:ext cx="1589874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7E3B8679-D94D-D6B4-94E5-25E7159B5AA8}"/>
              </a:ext>
            </a:extLst>
          </p:cNvPr>
          <p:cNvSpPr/>
          <p:nvPr/>
        </p:nvSpPr>
        <p:spPr>
          <a:xfrm>
            <a:off x="5331985" y="1007942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14C0310E-3E1B-9698-B5F0-2B1F372EEE22}"/>
              </a:ext>
            </a:extLst>
          </p:cNvPr>
          <p:cNvSpPr/>
          <p:nvPr/>
        </p:nvSpPr>
        <p:spPr>
          <a:xfrm>
            <a:off x="309412" y="1231842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00"/>
              <a:t>,</a:t>
            </a:r>
          </a:p>
          <a:p>
            <a:r>
              <a:rPr lang="en-US" altLang="ko-KR" sz="600">
                <a:solidFill>
                  <a:schemeClr val="tx2"/>
                </a:solidFill>
              </a:rPr>
              <a:t>B/124~121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A/120~114</a:t>
            </a:r>
            <a:r>
              <a:rPr lang="en-US" altLang="ko-KR" sz="600"/>
              <a:t>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507E7B34-ACEE-3EC0-52CA-C787FCA6504F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850522" y="1335494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51F81671-F0D7-E167-12EE-AC1769F6B2A3}"/>
              </a:ext>
            </a:extLst>
          </p:cNvPr>
          <p:cNvSpPr/>
          <p:nvPr/>
        </p:nvSpPr>
        <p:spPr>
          <a:xfrm>
            <a:off x="5393539" y="1190331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tx2"/>
                </a:solidFill>
              </a:rPr>
              <a:t>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120~114</a:t>
            </a:r>
            <a:r>
              <a:rPr lang="en-US" altLang="ko-KR" sz="600"/>
              <a:t>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02A03242-8838-CAF8-3AA7-7FFDC7C60323}"/>
              </a:ext>
            </a:extLst>
          </p:cNvPr>
          <p:cNvSpPr/>
          <p:nvPr/>
        </p:nvSpPr>
        <p:spPr>
          <a:xfrm>
            <a:off x="260649" y="1974955"/>
            <a:ext cx="1589875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025AC778-9884-7BFA-5237-7F4BC49F9FDE}"/>
              </a:ext>
            </a:extLst>
          </p:cNvPr>
          <p:cNvSpPr/>
          <p:nvPr/>
        </p:nvSpPr>
        <p:spPr>
          <a:xfrm>
            <a:off x="5331985" y="1968979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A3D895C0-C854-40DA-DB62-7996B77AEA58}"/>
              </a:ext>
            </a:extLst>
          </p:cNvPr>
          <p:cNvSpPr/>
          <p:nvPr/>
        </p:nvSpPr>
        <p:spPr>
          <a:xfrm>
            <a:off x="309412" y="2192880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C26A3F4E-D1E6-F8AA-5BD6-E2F66FFE3342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1850524" y="2296531"/>
            <a:ext cx="3481461" cy="5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5931796A-9DD7-A71F-C25A-ABD71D2150C6}"/>
              </a:ext>
            </a:extLst>
          </p:cNvPr>
          <p:cNvSpPr/>
          <p:nvPr/>
        </p:nvSpPr>
        <p:spPr>
          <a:xfrm>
            <a:off x="5393539" y="2151367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tx2"/>
                </a:solidFill>
              </a:rPr>
              <a:t>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120~114</a:t>
            </a:r>
            <a:r>
              <a:rPr lang="en-US" altLang="ko-KR" sz="6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E0B9DAE1-D78D-0A35-3ECB-982FB7EFD7E0}"/>
              </a:ext>
            </a:extLst>
          </p:cNvPr>
          <p:cNvSpPr/>
          <p:nvPr/>
        </p:nvSpPr>
        <p:spPr>
          <a:xfrm>
            <a:off x="260649" y="2931790"/>
            <a:ext cx="1589875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938A7D6C-D309-A404-5B51-6686F4E99B97}"/>
              </a:ext>
            </a:extLst>
          </p:cNvPr>
          <p:cNvSpPr/>
          <p:nvPr/>
        </p:nvSpPr>
        <p:spPr>
          <a:xfrm>
            <a:off x="5331985" y="2931790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7B737F4A-98E4-DFBE-0213-444B6C6683BC}"/>
              </a:ext>
            </a:extLst>
          </p:cNvPr>
          <p:cNvSpPr/>
          <p:nvPr/>
        </p:nvSpPr>
        <p:spPr>
          <a:xfrm>
            <a:off x="309412" y="3155691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FFB2C7B4-5298-679A-272F-A8D5F25A0610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850524" y="3259342"/>
            <a:ext cx="348146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119AFD00-6880-0EC1-2F22-D78799AA4671}"/>
              </a:ext>
            </a:extLst>
          </p:cNvPr>
          <p:cNvSpPr/>
          <p:nvPr/>
        </p:nvSpPr>
        <p:spPr>
          <a:xfrm>
            <a:off x="5393539" y="3114178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tx2"/>
                </a:solidFill>
              </a:rPr>
              <a:t>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120~114</a:t>
            </a:r>
            <a:r>
              <a:rPr lang="en-US" altLang="ko-KR" sz="600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2E361B15-383D-BB96-0974-9FBDF749DC40}"/>
              </a:ext>
            </a:extLst>
          </p:cNvPr>
          <p:cNvSpPr/>
          <p:nvPr/>
        </p:nvSpPr>
        <p:spPr>
          <a:xfrm>
            <a:off x="3512901" y="1726783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20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FEB87354-C6A6-6C10-4EE3-439BA754759A}"/>
              </a:ext>
            </a:extLst>
          </p:cNvPr>
          <p:cNvSpPr/>
          <p:nvPr/>
        </p:nvSpPr>
        <p:spPr>
          <a:xfrm>
            <a:off x="3512901" y="2689594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20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BF2F2B5E-B72E-C361-E2F4-FD1D42C63FFB}"/>
              </a:ext>
            </a:extLst>
          </p:cNvPr>
          <p:cNvSpPr/>
          <p:nvPr/>
        </p:nvSpPr>
        <p:spPr>
          <a:xfrm>
            <a:off x="3290098" y="5940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5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403A79FE-80DD-5F03-7549-3AC0054380DE}"/>
              </a:ext>
            </a:extLst>
          </p:cNvPr>
          <p:cNvSpPr/>
          <p:nvPr/>
        </p:nvSpPr>
        <p:spPr>
          <a:xfrm>
            <a:off x="3970377" y="5940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tx2"/>
                </a:solidFill>
              </a:rPr>
              <a:t>B/124~121</a:t>
            </a:r>
            <a:endParaRPr lang="en-US" altLang="ko-KR" sz="500" dirty="0">
              <a:solidFill>
                <a:schemeClr val="tx2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88C16D1B-6941-EE6D-4EB2-7F850DBB94D1}"/>
              </a:ext>
            </a:extLst>
          </p:cNvPr>
          <p:cNvSpPr/>
          <p:nvPr/>
        </p:nvSpPr>
        <p:spPr>
          <a:xfrm>
            <a:off x="4648667" y="5940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rgbClr val="C00000"/>
                </a:solidFill>
              </a:rPr>
              <a:t>A/120~114</a:t>
            </a:r>
            <a:endParaRPr lang="en-US" altLang="ko-KR" sz="500" dirty="0">
              <a:solidFill>
                <a:srgbClr val="C00000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E6482F7B-CFFE-3E91-DE32-F1F45437BB08}"/>
              </a:ext>
            </a:extLst>
          </p:cNvPr>
          <p:cNvSpPr/>
          <p:nvPr/>
        </p:nvSpPr>
        <p:spPr>
          <a:xfrm>
            <a:off x="260648" y="55258"/>
            <a:ext cx="1589874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64E4214-BFA3-0936-D9B0-A35AC3DA81F7}"/>
              </a:ext>
            </a:extLst>
          </p:cNvPr>
          <p:cNvSpPr/>
          <p:nvPr/>
        </p:nvSpPr>
        <p:spPr>
          <a:xfrm>
            <a:off x="5331985" y="55258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D131D273-5DE5-DB40-9802-62048A96BFAF}"/>
              </a:ext>
            </a:extLst>
          </p:cNvPr>
          <p:cNvSpPr/>
          <p:nvPr/>
        </p:nvSpPr>
        <p:spPr>
          <a:xfrm>
            <a:off x="309412" y="279158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00"/>
              <a:t>,</a:t>
            </a:r>
          </a:p>
          <a:p>
            <a:r>
              <a:rPr lang="en-US" altLang="ko-KR" sz="600">
                <a:solidFill>
                  <a:schemeClr val="tx2"/>
                </a:solidFill>
              </a:rPr>
              <a:t>B/124~121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A/120~114</a:t>
            </a:r>
            <a:r>
              <a:rPr lang="en-US" altLang="ko-KR" sz="600"/>
              <a:t>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8300C6D2-309E-B128-B6A1-B947F2EC10B8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850522" y="382810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7EAFCBFD-F7B0-DE5E-0303-C8A36A071FED}"/>
              </a:ext>
            </a:extLst>
          </p:cNvPr>
          <p:cNvSpPr/>
          <p:nvPr/>
        </p:nvSpPr>
        <p:spPr>
          <a:xfrm>
            <a:off x="5393539" y="237646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00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9CE37E3C-B4D6-9546-8C55-22CCF623B32E}"/>
              </a:ext>
            </a:extLst>
          </p:cNvPr>
          <p:cNvSpPr/>
          <p:nvPr/>
        </p:nvSpPr>
        <p:spPr>
          <a:xfrm>
            <a:off x="3512901" y="771056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200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A26EBCE5-4167-878E-224C-0EA1E00E2ABF}"/>
              </a:ext>
            </a:extLst>
          </p:cNvPr>
          <p:cNvSpPr/>
          <p:nvPr/>
        </p:nvSpPr>
        <p:spPr>
          <a:xfrm>
            <a:off x="1923045" y="61236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5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7AB9E5AD-C44F-743C-BBAF-73ADB150B9F3}"/>
              </a:ext>
            </a:extLst>
          </p:cNvPr>
          <p:cNvSpPr/>
          <p:nvPr/>
        </p:nvSpPr>
        <p:spPr>
          <a:xfrm>
            <a:off x="2603878" y="6123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ABA8121A-2411-8E41-7563-5D1CF6B36503}"/>
              </a:ext>
            </a:extLst>
          </p:cNvPr>
          <p:cNvSpPr/>
          <p:nvPr/>
        </p:nvSpPr>
        <p:spPr>
          <a:xfrm>
            <a:off x="1923045" y="1445668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rgbClr val="C00000"/>
                </a:solidFill>
              </a:rPr>
              <a:t>A</a:t>
            </a:r>
            <a:endParaRPr lang="en-US" altLang="ko-KR" sz="500" dirty="0">
              <a:solidFill>
                <a:srgbClr val="C00000"/>
              </a:solidFill>
            </a:endParaRPr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7F99E067-683C-DC40-34A2-0CFA352192D8}"/>
              </a:ext>
            </a:extLst>
          </p:cNvPr>
          <p:cNvSpPr/>
          <p:nvPr/>
        </p:nvSpPr>
        <p:spPr>
          <a:xfrm>
            <a:off x="3290098" y="1441470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3">
                    <a:lumMod val="75000"/>
                  </a:schemeClr>
                </a:solidFill>
              </a:rPr>
              <a:t>C</a:t>
            </a:r>
            <a:endParaRPr lang="en-US" altLang="ko-KR" sz="5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9" name="사각형: 둥근 모서리 6">
            <a:extLst>
              <a:ext uri="{FF2B5EF4-FFF2-40B4-BE49-F238E27FC236}">
                <a16:creationId xmlns:a16="http://schemas.microsoft.com/office/drawing/2014/main" id="{592D962F-AA6C-A30D-8A9A-EF7A899B7419}"/>
              </a:ext>
            </a:extLst>
          </p:cNvPr>
          <p:cNvSpPr/>
          <p:nvPr/>
        </p:nvSpPr>
        <p:spPr>
          <a:xfrm>
            <a:off x="3970377" y="144146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사각형: 둥근 모서리 6">
            <a:extLst>
              <a:ext uri="{FF2B5EF4-FFF2-40B4-BE49-F238E27FC236}">
                <a16:creationId xmlns:a16="http://schemas.microsoft.com/office/drawing/2014/main" id="{2877B53E-98E2-9D08-603E-DB9A4A2D0275}"/>
              </a:ext>
            </a:extLst>
          </p:cNvPr>
          <p:cNvSpPr/>
          <p:nvPr/>
        </p:nvSpPr>
        <p:spPr>
          <a:xfrm>
            <a:off x="4648667" y="144146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5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9ACE25DF-667A-0AF2-8D6F-2E40215D6968}"/>
              </a:ext>
            </a:extLst>
          </p:cNvPr>
          <p:cNvSpPr/>
          <p:nvPr/>
        </p:nvSpPr>
        <p:spPr>
          <a:xfrm>
            <a:off x="2603878" y="144329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tx2"/>
                </a:solidFill>
              </a:rPr>
              <a:t>B</a:t>
            </a:r>
            <a:endParaRPr lang="en-US" altLang="ko-KR" sz="500" dirty="0">
              <a:solidFill>
                <a:schemeClr val="tx2"/>
              </a:solidFill>
            </a:endParaRP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FA5DBBFF-0039-6A68-4CC8-8CE942DC87BA}"/>
              </a:ext>
            </a:extLst>
          </p:cNvPr>
          <p:cNvSpPr/>
          <p:nvPr/>
        </p:nvSpPr>
        <p:spPr>
          <a:xfrm>
            <a:off x="3970377" y="196062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5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F0A7ABEF-A8ED-7DE1-67A6-D699C069B5A8}"/>
              </a:ext>
            </a:extLst>
          </p:cNvPr>
          <p:cNvSpPr/>
          <p:nvPr/>
        </p:nvSpPr>
        <p:spPr>
          <a:xfrm>
            <a:off x="4651210" y="1960627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사각형: 둥근 모서리 6">
            <a:extLst>
              <a:ext uri="{FF2B5EF4-FFF2-40B4-BE49-F238E27FC236}">
                <a16:creationId xmlns:a16="http://schemas.microsoft.com/office/drawing/2014/main" id="{FDF754DE-A041-D5D6-6BAB-2E4204823270}"/>
              </a:ext>
            </a:extLst>
          </p:cNvPr>
          <p:cNvSpPr/>
          <p:nvPr/>
        </p:nvSpPr>
        <p:spPr>
          <a:xfrm>
            <a:off x="1923045" y="337064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CC89046C-CB61-0984-E364-7F801B57103A}"/>
              </a:ext>
            </a:extLst>
          </p:cNvPr>
          <p:cNvSpPr/>
          <p:nvPr/>
        </p:nvSpPr>
        <p:spPr>
          <a:xfrm>
            <a:off x="2603878" y="336827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5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E12F685-AA6A-B12B-0A63-362E1B3964B5}"/>
              </a:ext>
            </a:extLst>
          </p:cNvPr>
          <p:cNvSpPr txBox="1"/>
          <p:nvPr/>
        </p:nvSpPr>
        <p:spPr>
          <a:xfrm>
            <a:off x="4193649" y="2924310"/>
            <a:ext cx="1138337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675" b="1">
                <a:solidFill>
                  <a:schemeClr val="accent5">
                    <a:lumMod val="75000"/>
                  </a:schemeClr>
                </a:solidFill>
              </a:rPr>
              <a:t>E/142~133</a:t>
            </a:r>
            <a:r>
              <a:rPr lang="en-KR" sz="675" b="1"/>
              <a:t>, </a:t>
            </a:r>
            <a:r>
              <a:rPr lang="en-KR" sz="675" b="1">
                <a:solidFill>
                  <a:schemeClr val="accent4">
                    <a:lumMod val="75000"/>
                  </a:schemeClr>
                </a:solidFill>
              </a:rPr>
              <a:t>D/150~143</a:t>
            </a:r>
          </a:p>
          <a:p>
            <a:r>
              <a:rPr lang="en-KR" sz="675" b="1"/>
              <a:t>Not Processed Again</a:t>
            </a:r>
          </a:p>
        </p:txBody>
      </p:sp>
    </p:spTree>
    <p:extLst>
      <p:ext uri="{BB962C8B-B14F-4D97-AF65-F5344CB8AC3E}">
        <p14:creationId xmlns:p14="http://schemas.microsoft.com/office/powerpoint/2010/main" val="328018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6E563-BA5B-DBCF-776F-41DB0496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76">
            <a:extLst>
              <a:ext uri="{FF2B5EF4-FFF2-40B4-BE49-F238E27FC236}">
                <a16:creationId xmlns:a16="http://schemas.microsoft.com/office/drawing/2014/main" id="{A3CB1542-0C67-CB54-6C76-A8F5C66FD0E4}"/>
              </a:ext>
            </a:extLst>
          </p:cNvPr>
          <p:cNvSpPr/>
          <p:nvPr/>
        </p:nvSpPr>
        <p:spPr>
          <a:xfrm>
            <a:off x="-891480" y="2931790"/>
            <a:ext cx="8136904" cy="31623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D2C61639-88B7-4603-10C1-4FED271A3985}"/>
              </a:ext>
            </a:extLst>
          </p:cNvPr>
          <p:cNvSpPr/>
          <p:nvPr/>
        </p:nvSpPr>
        <p:spPr>
          <a:xfrm>
            <a:off x="260648" y="1007942"/>
            <a:ext cx="1589874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C5B5798F-2E7C-29A9-5325-417B4D9AFBB7}"/>
              </a:ext>
            </a:extLst>
          </p:cNvPr>
          <p:cNvSpPr/>
          <p:nvPr/>
        </p:nvSpPr>
        <p:spPr>
          <a:xfrm>
            <a:off x="5331985" y="1007942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6CBEE661-AD5E-A49A-01FF-76C5B61F50B7}"/>
              </a:ext>
            </a:extLst>
          </p:cNvPr>
          <p:cNvSpPr/>
          <p:nvPr/>
        </p:nvSpPr>
        <p:spPr>
          <a:xfrm>
            <a:off x="309412" y="1231842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6">
                    <a:lumMod val="75000"/>
                  </a:schemeClr>
                </a:solidFill>
              </a:rPr>
              <a:t>F/155~151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00"/>
              <a:t>,</a:t>
            </a:r>
            <a:r>
              <a:rPr lang="ko-KR" altLang="en-US" sz="600"/>
              <a:t> </a:t>
            </a:r>
            <a:r>
              <a:rPr lang="en-US" altLang="ko-KR" sz="600">
                <a:solidFill>
                  <a:schemeClr val="tx2"/>
                </a:solidFill>
              </a:rPr>
              <a:t>B/124~121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A/120~114</a:t>
            </a:r>
            <a:r>
              <a:rPr lang="en-US" altLang="ko-KR" sz="600"/>
              <a:t>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64E0D842-2E0D-9DEA-68CA-F1346DD03D4C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850522" y="1335494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3BF9AC66-7851-1E73-79A8-B6D38CC576C1}"/>
              </a:ext>
            </a:extLst>
          </p:cNvPr>
          <p:cNvSpPr/>
          <p:nvPr/>
        </p:nvSpPr>
        <p:spPr>
          <a:xfrm>
            <a:off x="5393539" y="1190331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6">
                    <a:lumMod val="75000"/>
                  </a:schemeClr>
                </a:solidFill>
              </a:rPr>
              <a:t>155~151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tx2"/>
                </a:solidFill>
              </a:rPr>
              <a:t>124~121</a:t>
            </a:r>
            <a:r>
              <a:rPr lang="en-US" altLang="ko-KR" sz="600"/>
              <a:t>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48D94962-D189-D5E9-69E8-18BC2DCB1572}"/>
              </a:ext>
            </a:extLst>
          </p:cNvPr>
          <p:cNvSpPr/>
          <p:nvPr/>
        </p:nvSpPr>
        <p:spPr>
          <a:xfrm>
            <a:off x="260649" y="1974955"/>
            <a:ext cx="1589875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1805B646-71D4-E182-2BC1-2E2AAE6FDFC7}"/>
              </a:ext>
            </a:extLst>
          </p:cNvPr>
          <p:cNvSpPr/>
          <p:nvPr/>
        </p:nvSpPr>
        <p:spPr>
          <a:xfrm>
            <a:off x="5331985" y="1968979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A1835696-60AA-B8B2-FDA2-72D57C6D81AD}"/>
              </a:ext>
            </a:extLst>
          </p:cNvPr>
          <p:cNvSpPr/>
          <p:nvPr/>
        </p:nvSpPr>
        <p:spPr>
          <a:xfrm>
            <a:off x="309412" y="2192880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rgbClr val="C00000"/>
                </a:solidFill>
              </a:rPr>
              <a:t>A/120~114</a:t>
            </a:r>
            <a:r>
              <a:rPr lang="en-US" altLang="ko-KR" sz="600"/>
              <a:t>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704E7112-75F9-D514-76BD-B0CD98D3C097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1850524" y="2296531"/>
            <a:ext cx="3481461" cy="5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68226423-7DDF-6998-CBF2-026E2B88804E}"/>
              </a:ext>
            </a:extLst>
          </p:cNvPr>
          <p:cNvSpPr/>
          <p:nvPr/>
        </p:nvSpPr>
        <p:spPr>
          <a:xfrm>
            <a:off x="5393539" y="2151367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6">
                    <a:lumMod val="75000"/>
                  </a:schemeClr>
                </a:solidFill>
              </a:rPr>
              <a:t>155~151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tx2"/>
                </a:solidFill>
              </a:rPr>
              <a:t>124~121</a:t>
            </a:r>
            <a:r>
              <a:rPr lang="en-US" altLang="ko-KR" sz="6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41806A69-090E-DF40-9DA4-BC599F97B160}"/>
              </a:ext>
            </a:extLst>
          </p:cNvPr>
          <p:cNvSpPr/>
          <p:nvPr/>
        </p:nvSpPr>
        <p:spPr>
          <a:xfrm>
            <a:off x="260649" y="2931790"/>
            <a:ext cx="1589875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6768A00F-5CE2-9933-ADF9-60CFEE1BBA0B}"/>
              </a:ext>
            </a:extLst>
          </p:cNvPr>
          <p:cNvSpPr/>
          <p:nvPr/>
        </p:nvSpPr>
        <p:spPr>
          <a:xfrm>
            <a:off x="5331985" y="2931790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7CD2A90A-388E-A1D1-C59C-13236A237D96}"/>
              </a:ext>
            </a:extLst>
          </p:cNvPr>
          <p:cNvSpPr/>
          <p:nvPr/>
        </p:nvSpPr>
        <p:spPr>
          <a:xfrm>
            <a:off x="309412" y="3155691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rgbClr val="C00000"/>
                </a:solidFill>
              </a:rPr>
              <a:t>A/120~114</a:t>
            </a:r>
            <a:r>
              <a:rPr lang="en-US" altLang="ko-KR" sz="600"/>
              <a:t>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83AE6EFB-5AA8-43E7-6155-2C6B109DDDC4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850524" y="3259342"/>
            <a:ext cx="348146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BF459CB9-F375-8205-8487-C810DD3BCAF8}"/>
              </a:ext>
            </a:extLst>
          </p:cNvPr>
          <p:cNvSpPr/>
          <p:nvPr/>
        </p:nvSpPr>
        <p:spPr>
          <a:xfrm>
            <a:off x="5393539" y="3114178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</a:t>
            </a:r>
            <a:r>
              <a:rPr lang="en-US" altLang="ko-KR" sz="600"/>
              <a:t> 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6">
                    <a:lumMod val="75000"/>
                  </a:schemeClr>
                </a:solidFill>
              </a:rPr>
              <a:t>155~151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tx2"/>
                </a:solidFill>
              </a:rPr>
              <a:t>124~121</a:t>
            </a:r>
            <a:r>
              <a:rPr lang="en-US" altLang="ko-KR" sz="600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2D7BB76A-2436-656C-E4C6-8174A4039D9A}"/>
              </a:ext>
            </a:extLst>
          </p:cNvPr>
          <p:cNvSpPr/>
          <p:nvPr/>
        </p:nvSpPr>
        <p:spPr>
          <a:xfrm>
            <a:off x="3512901" y="1726783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A9B67A99-5375-7839-2FDD-827863B23E91}"/>
              </a:ext>
            </a:extLst>
          </p:cNvPr>
          <p:cNvSpPr/>
          <p:nvPr/>
        </p:nvSpPr>
        <p:spPr>
          <a:xfrm>
            <a:off x="3512901" y="2689594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98AD5DBB-033B-D4AC-E98D-CA03D5E8E627}"/>
              </a:ext>
            </a:extLst>
          </p:cNvPr>
          <p:cNvSpPr/>
          <p:nvPr/>
        </p:nvSpPr>
        <p:spPr>
          <a:xfrm>
            <a:off x="3591254" y="59409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5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1B617124-1F17-48FD-B580-5A5DE97C682E}"/>
              </a:ext>
            </a:extLst>
          </p:cNvPr>
          <p:cNvSpPr/>
          <p:nvPr/>
        </p:nvSpPr>
        <p:spPr>
          <a:xfrm>
            <a:off x="4139041" y="59409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tx2"/>
                </a:solidFill>
              </a:rPr>
              <a:t>B/124~121</a:t>
            </a:r>
            <a:endParaRPr lang="en-US" altLang="ko-KR" sz="500" dirty="0">
              <a:solidFill>
                <a:schemeClr val="tx2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27268AC8-1727-4AD8-D09E-B20318C10CAA}"/>
              </a:ext>
            </a:extLst>
          </p:cNvPr>
          <p:cNvSpPr/>
          <p:nvPr/>
        </p:nvSpPr>
        <p:spPr>
          <a:xfrm>
            <a:off x="4696461" y="59409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rgbClr val="C00000"/>
                </a:solidFill>
              </a:rPr>
              <a:t>A/120~114</a:t>
            </a:r>
            <a:endParaRPr lang="en-US" altLang="ko-KR" sz="500" dirty="0">
              <a:solidFill>
                <a:srgbClr val="C00000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A0E43F1C-5BB1-203F-029D-6BB9DC24B450}"/>
              </a:ext>
            </a:extLst>
          </p:cNvPr>
          <p:cNvSpPr/>
          <p:nvPr/>
        </p:nvSpPr>
        <p:spPr>
          <a:xfrm>
            <a:off x="260648" y="55258"/>
            <a:ext cx="1589874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Epoch=0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E81629C-826B-95F4-F5F8-90D3497D76E1}"/>
              </a:ext>
            </a:extLst>
          </p:cNvPr>
          <p:cNvSpPr/>
          <p:nvPr/>
        </p:nvSpPr>
        <p:spPr>
          <a:xfrm>
            <a:off x="5331985" y="55258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2DD1870C-EB6C-2177-3804-9BC8E36C86E5}"/>
              </a:ext>
            </a:extLst>
          </p:cNvPr>
          <p:cNvSpPr/>
          <p:nvPr/>
        </p:nvSpPr>
        <p:spPr>
          <a:xfrm>
            <a:off x="309412" y="279158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6">
                    <a:lumMod val="75000"/>
                  </a:schemeClr>
                </a:solidFill>
              </a:rPr>
              <a:t>F/155~151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00"/>
              <a:t>,</a:t>
            </a:r>
            <a:r>
              <a:rPr lang="ko-KR" altLang="en-US" sz="600"/>
              <a:t> </a:t>
            </a:r>
            <a:r>
              <a:rPr lang="en-US" altLang="ko-KR" sz="600">
                <a:solidFill>
                  <a:schemeClr val="tx2"/>
                </a:solidFill>
              </a:rPr>
              <a:t>B/124~121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rgbClr val="C00000"/>
                </a:solidFill>
              </a:rPr>
              <a:t>A/120~114</a:t>
            </a:r>
            <a:r>
              <a:rPr lang="en-US" altLang="ko-KR" sz="600"/>
              <a:t>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579D8B4E-C89F-6C36-0671-C28F2258787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850522" y="382810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96A5DF74-6F6E-BF3C-9774-CFEE98815A9A}"/>
              </a:ext>
            </a:extLst>
          </p:cNvPr>
          <p:cNvSpPr/>
          <p:nvPr/>
        </p:nvSpPr>
        <p:spPr>
          <a:xfrm>
            <a:off x="5393539" y="237646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Epoch=0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00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106A0384-4883-D78F-DEDB-1769A43DA31F}"/>
              </a:ext>
            </a:extLst>
          </p:cNvPr>
          <p:cNvSpPr/>
          <p:nvPr/>
        </p:nvSpPr>
        <p:spPr>
          <a:xfrm>
            <a:off x="3512901" y="771056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666A6A47-8EE1-62E2-8D46-C9948A79328D}"/>
              </a:ext>
            </a:extLst>
          </p:cNvPr>
          <p:cNvSpPr/>
          <p:nvPr/>
        </p:nvSpPr>
        <p:spPr>
          <a:xfrm>
            <a:off x="1927695" y="61235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6">
                    <a:lumMod val="75000"/>
                  </a:schemeClr>
                </a:solidFill>
              </a:rPr>
              <a:t>F/155~151</a:t>
            </a:r>
            <a:endParaRPr lang="en-US" altLang="ko-KR" sz="5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F6E58F75-810D-E723-A215-5A7FB9347DE9}"/>
              </a:ext>
            </a:extLst>
          </p:cNvPr>
          <p:cNvSpPr/>
          <p:nvPr/>
        </p:nvSpPr>
        <p:spPr>
          <a:xfrm>
            <a:off x="3036735" y="61235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사각형: 둥근 모서리 6">
            <a:extLst>
              <a:ext uri="{FF2B5EF4-FFF2-40B4-BE49-F238E27FC236}">
                <a16:creationId xmlns:a16="http://schemas.microsoft.com/office/drawing/2014/main" id="{95CED7CA-54E2-A15B-26DE-93CE90599920}"/>
              </a:ext>
            </a:extLst>
          </p:cNvPr>
          <p:cNvSpPr/>
          <p:nvPr/>
        </p:nvSpPr>
        <p:spPr>
          <a:xfrm>
            <a:off x="2479314" y="61235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5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4" name="사각형: 둥근 모서리 6">
            <a:extLst>
              <a:ext uri="{FF2B5EF4-FFF2-40B4-BE49-F238E27FC236}">
                <a16:creationId xmlns:a16="http://schemas.microsoft.com/office/drawing/2014/main" id="{A550A635-BB6E-6AB9-459E-DFEF33B5F0EA}"/>
              </a:ext>
            </a:extLst>
          </p:cNvPr>
          <p:cNvSpPr/>
          <p:nvPr/>
        </p:nvSpPr>
        <p:spPr>
          <a:xfrm>
            <a:off x="3586603" y="1440138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사각형: 둥근 모서리 6">
            <a:extLst>
              <a:ext uri="{FF2B5EF4-FFF2-40B4-BE49-F238E27FC236}">
                <a16:creationId xmlns:a16="http://schemas.microsoft.com/office/drawing/2014/main" id="{0E19141A-3942-8ED6-8AF3-0B13E3296055}"/>
              </a:ext>
            </a:extLst>
          </p:cNvPr>
          <p:cNvSpPr/>
          <p:nvPr/>
        </p:nvSpPr>
        <p:spPr>
          <a:xfrm>
            <a:off x="4134390" y="1440137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5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6" name="사각형: 둥근 모서리 6">
            <a:extLst>
              <a:ext uri="{FF2B5EF4-FFF2-40B4-BE49-F238E27FC236}">
                <a16:creationId xmlns:a16="http://schemas.microsoft.com/office/drawing/2014/main" id="{1A74D77B-DA33-09BE-CBAD-EF09E0CD8333}"/>
              </a:ext>
            </a:extLst>
          </p:cNvPr>
          <p:cNvSpPr/>
          <p:nvPr/>
        </p:nvSpPr>
        <p:spPr>
          <a:xfrm>
            <a:off x="4691811" y="1440137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6">
                    <a:lumMod val="75000"/>
                  </a:schemeClr>
                </a:solidFill>
              </a:rPr>
              <a:t>F</a:t>
            </a:r>
            <a:endParaRPr lang="en-US" altLang="ko-KR" sz="5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BB162F8E-CC62-9FC6-3538-C30364FF0C23}"/>
              </a:ext>
            </a:extLst>
          </p:cNvPr>
          <p:cNvSpPr/>
          <p:nvPr/>
        </p:nvSpPr>
        <p:spPr>
          <a:xfrm>
            <a:off x="1923045" y="1441962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rgbClr val="C00000"/>
                </a:solidFill>
              </a:rPr>
              <a:t>A</a:t>
            </a:r>
            <a:endParaRPr lang="en-US" altLang="ko-KR" sz="500" dirty="0">
              <a:solidFill>
                <a:srgbClr val="C00000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31B5C0B5-60A9-C088-9CEB-D4F4CEF090A6}"/>
              </a:ext>
            </a:extLst>
          </p:cNvPr>
          <p:cNvSpPr/>
          <p:nvPr/>
        </p:nvSpPr>
        <p:spPr>
          <a:xfrm>
            <a:off x="3032084" y="1441962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accent3">
                    <a:lumMod val="75000"/>
                  </a:schemeClr>
                </a:solidFill>
              </a:rPr>
              <a:t>C</a:t>
            </a:r>
            <a:endParaRPr lang="en-US" altLang="ko-KR" sz="5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41" name="사각형: 둥근 모서리 6">
            <a:extLst>
              <a:ext uri="{FF2B5EF4-FFF2-40B4-BE49-F238E27FC236}">
                <a16:creationId xmlns:a16="http://schemas.microsoft.com/office/drawing/2014/main" id="{B7927F9A-9325-9D3B-A486-43C88ACDD2AB}"/>
              </a:ext>
            </a:extLst>
          </p:cNvPr>
          <p:cNvSpPr/>
          <p:nvPr/>
        </p:nvSpPr>
        <p:spPr>
          <a:xfrm>
            <a:off x="2479314" y="1441962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chemeClr val="tx2"/>
                </a:solidFill>
              </a:rPr>
              <a:t>B</a:t>
            </a:r>
            <a:endParaRPr lang="en-US" altLang="ko-KR" sz="500" dirty="0">
              <a:solidFill>
                <a:schemeClr val="tx2"/>
              </a:solidFill>
            </a:endParaRPr>
          </a:p>
        </p:txBody>
      </p:sp>
      <p:sp>
        <p:nvSpPr>
          <p:cNvPr id="45" name="사각형: 둥근 모서리 6">
            <a:extLst>
              <a:ext uri="{FF2B5EF4-FFF2-40B4-BE49-F238E27FC236}">
                <a16:creationId xmlns:a16="http://schemas.microsoft.com/office/drawing/2014/main" id="{F9A9EA48-6F69-D6F7-C7B6-2B72CA658252}"/>
              </a:ext>
            </a:extLst>
          </p:cNvPr>
          <p:cNvSpPr/>
          <p:nvPr/>
        </p:nvSpPr>
        <p:spPr>
          <a:xfrm>
            <a:off x="4696461" y="1964778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rgbClr val="C00000"/>
                </a:solidFill>
              </a:rPr>
              <a:t>A/120~114</a:t>
            </a:r>
            <a:endParaRPr lang="en-US" altLang="ko-KR" sz="500" dirty="0">
              <a:solidFill>
                <a:srgbClr val="C00000"/>
              </a:solidFill>
            </a:endParaRP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BFD207E7-701D-74B8-D83E-2C170B98646F}"/>
              </a:ext>
            </a:extLst>
          </p:cNvPr>
          <p:cNvSpPr/>
          <p:nvPr/>
        </p:nvSpPr>
        <p:spPr>
          <a:xfrm>
            <a:off x="1923045" y="3369103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rgbClr val="C00000"/>
                </a:solidFill>
              </a:rPr>
              <a:t>A</a:t>
            </a:r>
            <a:br>
              <a:rPr lang="en-US" altLang="ko-KR" sz="500">
                <a:solidFill>
                  <a:srgbClr val="C00000"/>
                </a:solidFill>
              </a:rPr>
            </a:br>
            <a:r>
              <a:rPr lang="en-US" altLang="ko-KR" sz="500">
                <a:solidFill>
                  <a:srgbClr val="C00000"/>
                </a:solidFill>
              </a:rPr>
              <a:t>OutOfOrder</a:t>
            </a:r>
          </a:p>
        </p:txBody>
      </p:sp>
      <p:sp>
        <p:nvSpPr>
          <p:cNvPr id="18" name="사각형: 둥근 모서리 56">
            <a:extLst>
              <a:ext uri="{FF2B5EF4-FFF2-40B4-BE49-F238E27FC236}">
                <a16:creationId xmlns:a16="http://schemas.microsoft.com/office/drawing/2014/main" id="{5F2CD6DF-6132-A5F0-ECA4-B75F6BBD4240}"/>
              </a:ext>
            </a:extLst>
          </p:cNvPr>
          <p:cNvSpPr/>
          <p:nvPr/>
        </p:nvSpPr>
        <p:spPr>
          <a:xfrm>
            <a:off x="260648" y="3888625"/>
            <a:ext cx="1589875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</a:t>
            </a:r>
            <a:r>
              <a:rPr lang="en-US" altLang="ko-KR" sz="700" b="1"/>
              <a:t>Epoch=1</a:t>
            </a:r>
          </a:p>
        </p:txBody>
      </p:sp>
      <p:sp>
        <p:nvSpPr>
          <p:cNvPr id="19" name="사각형: 둥근 모서리 6">
            <a:extLst>
              <a:ext uri="{FF2B5EF4-FFF2-40B4-BE49-F238E27FC236}">
                <a16:creationId xmlns:a16="http://schemas.microsoft.com/office/drawing/2014/main" id="{AAF6EDBA-BF9B-7A12-C4B1-7ED31DB3DFAF}"/>
              </a:ext>
            </a:extLst>
          </p:cNvPr>
          <p:cNvSpPr/>
          <p:nvPr/>
        </p:nvSpPr>
        <p:spPr>
          <a:xfrm>
            <a:off x="5331984" y="3888625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20" name="사각형: 둥근 모서리 56">
            <a:extLst>
              <a:ext uri="{FF2B5EF4-FFF2-40B4-BE49-F238E27FC236}">
                <a16:creationId xmlns:a16="http://schemas.microsoft.com/office/drawing/2014/main" id="{C479B31C-AABD-8151-8501-14ADD5B1CE76}"/>
              </a:ext>
            </a:extLst>
          </p:cNvPr>
          <p:cNvSpPr/>
          <p:nvPr/>
        </p:nvSpPr>
        <p:spPr>
          <a:xfrm>
            <a:off x="309411" y="4112526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rgbClr val="C00000"/>
                </a:solidFill>
              </a:rPr>
              <a:t>A/120~114</a:t>
            </a:r>
            <a:r>
              <a:rPr lang="en-US" altLang="ko-KR" sz="600"/>
              <a:t>]</a:t>
            </a:r>
          </a:p>
        </p:txBody>
      </p:sp>
      <p:cxnSp>
        <p:nvCxnSpPr>
          <p:cNvPr id="21" name="직선 화살표 연결선 96">
            <a:extLst>
              <a:ext uri="{FF2B5EF4-FFF2-40B4-BE49-F238E27FC236}">
                <a16:creationId xmlns:a16="http://schemas.microsoft.com/office/drawing/2014/main" id="{A956E7A6-2029-02AD-42DE-8F5D883A8C85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1850523" y="4216177"/>
            <a:ext cx="348146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56">
            <a:extLst>
              <a:ext uri="{FF2B5EF4-FFF2-40B4-BE49-F238E27FC236}">
                <a16:creationId xmlns:a16="http://schemas.microsoft.com/office/drawing/2014/main" id="{CF5502C2-7331-8FC9-DCD8-EA0D112D8DC9}"/>
              </a:ext>
            </a:extLst>
          </p:cNvPr>
          <p:cNvSpPr/>
          <p:nvPr/>
        </p:nvSpPr>
        <p:spPr>
          <a:xfrm>
            <a:off x="5393538" y="4071013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Epoch=1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00"/>
              <a:t>, </a:t>
            </a:r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00"/>
              <a:t>]</a:t>
            </a:r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020BF301-A939-4DE5-20C4-EE3FD0ABEA9A}"/>
              </a:ext>
            </a:extLst>
          </p:cNvPr>
          <p:cNvSpPr/>
          <p:nvPr/>
        </p:nvSpPr>
        <p:spPr>
          <a:xfrm>
            <a:off x="3512900" y="3636508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200"/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3A2A3E98-EDA6-07A1-5BF4-735B8FC4964D}"/>
              </a:ext>
            </a:extLst>
          </p:cNvPr>
          <p:cNvSpPr/>
          <p:nvPr/>
        </p:nvSpPr>
        <p:spPr>
          <a:xfrm>
            <a:off x="4688911" y="3894602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rgbClr val="C00000"/>
                </a:solidFill>
              </a:rPr>
              <a:t>A/120~114</a:t>
            </a:r>
            <a:endParaRPr lang="en-US" altLang="ko-KR" sz="500" dirty="0">
              <a:solidFill>
                <a:srgbClr val="C000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842279-4569-57BB-5B2C-513C6DF9879E}"/>
              </a:ext>
            </a:extLst>
          </p:cNvPr>
          <p:cNvSpPr txBox="1"/>
          <p:nvPr/>
        </p:nvSpPr>
        <p:spPr>
          <a:xfrm>
            <a:off x="1850522" y="3894602"/>
            <a:ext cx="1138337" cy="196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675" b="1"/>
              <a:t>Epoch Increased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A9EA4D0-24BB-D967-F9C0-05B65A03FF26}"/>
              </a:ext>
            </a:extLst>
          </p:cNvPr>
          <p:cNvSpPr txBox="1"/>
          <p:nvPr/>
        </p:nvSpPr>
        <p:spPr>
          <a:xfrm>
            <a:off x="4542985" y="4852720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600" b="1">
                <a:solidFill>
                  <a:srgbClr val="C00000"/>
                </a:solidFill>
              </a:rPr>
              <a:t>A/120~144</a:t>
            </a:r>
          </a:p>
          <a:p>
            <a:r>
              <a:rPr lang="en-KR" sz="600" b="1"/>
              <a:t>Processed Again</a:t>
            </a:r>
          </a:p>
        </p:txBody>
      </p:sp>
      <p:sp>
        <p:nvSpPr>
          <p:cNvPr id="69" name="사각형: 둥근 모서리 56">
            <a:extLst>
              <a:ext uri="{FF2B5EF4-FFF2-40B4-BE49-F238E27FC236}">
                <a16:creationId xmlns:a16="http://schemas.microsoft.com/office/drawing/2014/main" id="{B8A74D1C-BA7F-7922-745A-3A31E235B018}"/>
              </a:ext>
            </a:extLst>
          </p:cNvPr>
          <p:cNvSpPr/>
          <p:nvPr/>
        </p:nvSpPr>
        <p:spPr>
          <a:xfrm>
            <a:off x="260648" y="4865159"/>
            <a:ext cx="1589875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/>
              <a:t>Producer PID=1 </a:t>
            </a:r>
            <a:r>
              <a:rPr lang="en-US" altLang="ko-KR" sz="700" b="1"/>
              <a:t>Epoch=1</a:t>
            </a:r>
          </a:p>
        </p:txBody>
      </p:sp>
      <p:sp>
        <p:nvSpPr>
          <p:cNvPr id="70" name="사각형: 둥근 모서리 6">
            <a:extLst>
              <a:ext uri="{FF2B5EF4-FFF2-40B4-BE49-F238E27FC236}">
                <a16:creationId xmlns:a16="http://schemas.microsoft.com/office/drawing/2014/main" id="{30540DD5-A936-305A-021B-31C68B506AA0}"/>
              </a:ext>
            </a:extLst>
          </p:cNvPr>
          <p:cNvSpPr/>
          <p:nvPr/>
        </p:nvSpPr>
        <p:spPr>
          <a:xfrm>
            <a:off x="5331984" y="4865159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00" dirty="0"/>
              <a:t>Kafka Broker</a:t>
            </a:r>
            <a:endParaRPr lang="ko-KR" altLang="en-US" sz="700" dirty="0"/>
          </a:p>
        </p:txBody>
      </p:sp>
      <p:sp>
        <p:nvSpPr>
          <p:cNvPr id="71" name="사각형: 둥근 모서리 56">
            <a:extLst>
              <a:ext uri="{FF2B5EF4-FFF2-40B4-BE49-F238E27FC236}">
                <a16:creationId xmlns:a16="http://schemas.microsoft.com/office/drawing/2014/main" id="{C233666B-FEF9-2FF0-A3EA-CA8750C6DB26}"/>
              </a:ext>
            </a:extLst>
          </p:cNvPr>
          <p:cNvSpPr/>
          <p:nvPr/>
        </p:nvSpPr>
        <p:spPr>
          <a:xfrm>
            <a:off x="309411" y="5089060"/>
            <a:ext cx="1478540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In-flight Requests</a:t>
            </a:r>
            <a:endParaRPr lang="en-US" altLang="ko-KR" sz="600"/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rgbClr val="C00000"/>
                </a:solidFill>
              </a:rPr>
              <a:t>A/120~114</a:t>
            </a:r>
            <a:r>
              <a:rPr lang="en-US" altLang="ko-KR" sz="600"/>
              <a:t>]</a:t>
            </a:r>
          </a:p>
        </p:txBody>
      </p: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3BE80387-A52C-BA8E-69BC-774DE60A81FD}"/>
              </a:ext>
            </a:extLst>
          </p:cNvPr>
          <p:cNvCxnSpPr>
            <a:cxnSpLocks/>
            <a:stCxn id="69" idx="3"/>
            <a:endCxn id="70" idx="1"/>
          </p:cNvCxnSpPr>
          <p:nvPr/>
        </p:nvCxnSpPr>
        <p:spPr>
          <a:xfrm>
            <a:off x="1850523" y="5192711"/>
            <a:ext cx="348146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사각형: 둥근 모서리 56">
            <a:extLst>
              <a:ext uri="{FF2B5EF4-FFF2-40B4-BE49-F238E27FC236}">
                <a16:creationId xmlns:a16="http://schemas.microsoft.com/office/drawing/2014/main" id="{0C5A4662-1C91-00A6-A622-38471AD0D026}"/>
              </a:ext>
            </a:extLst>
          </p:cNvPr>
          <p:cNvSpPr/>
          <p:nvPr/>
        </p:nvSpPr>
        <p:spPr>
          <a:xfrm>
            <a:off x="5393538" y="5047547"/>
            <a:ext cx="1355122" cy="417003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b="1"/>
              <a:t>Cached SEQ </a:t>
            </a:r>
            <a:r>
              <a:rPr lang="en-US" altLang="ko-KR" sz="600"/>
              <a:t>PID=1 </a:t>
            </a:r>
            <a:r>
              <a:rPr lang="en-US" altLang="ko-KR" sz="600" b="1"/>
              <a:t>Epoch=1</a:t>
            </a:r>
          </a:p>
          <a:p>
            <a:pPr algn="ctr"/>
            <a:r>
              <a:rPr lang="en-US" altLang="ko-KR" sz="600"/>
              <a:t>Topic A, Partition 0 :</a:t>
            </a:r>
          </a:p>
          <a:p>
            <a:r>
              <a:rPr lang="en-US" altLang="ko-KR" sz="600"/>
              <a:t>[</a:t>
            </a:r>
            <a:r>
              <a:rPr lang="en-US" altLang="ko-KR" sz="600">
                <a:solidFill>
                  <a:srgbClr val="C00000"/>
                </a:solidFill>
              </a:rPr>
              <a:t>120~114</a:t>
            </a:r>
            <a:r>
              <a:rPr lang="en-US" altLang="ko-KR" sz="600"/>
              <a:t>]</a:t>
            </a:r>
          </a:p>
        </p:txBody>
      </p:sp>
      <p:sp>
        <p:nvSpPr>
          <p:cNvPr id="76" name="Down Arrow 75">
            <a:extLst>
              <a:ext uri="{FF2B5EF4-FFF2-40B4-BE49-F238E27FC236}">
                <a16:creationId xmlns:a16="http://schemas.microsoft.com/office/drawing/2014/main" id="{A097301C-4104-4D1B-C628-5BBC8E62B0A7}"/>
              </a:ext>
            </a:extLst>
          </p:cNvPr>
          <p:cNvSpPr/>
          <p:nvPr/>
        </p:nvSpPr>
        <p:spPr>
          <a:xfrm>
            <a:off x="3512900" y="4593342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200"/>
          </a:p>
        </p:txBody>
      </p:sp>
      <p:sp>
        <p:nvSpPr>
          <p:cNvPr id="78" name="사각형: 둥근 모서리 6">
            <a:extLst>
              <a:ext uri="{FF2B5EF4-FFF2-40B4-BE49-F238E27FC236}">
                <a16:creationId xmlns:a16="http://schemas.microsoft.com/office/drawing/2014/main" id="{F770DC44-352A-8786-1C90-32CAE44EBE0E}"/>
              </a:ext>
            </a:extLst>
          </p:cNvPr>
          <p:cNvSpPr/>
          <p:nvPr/>
        </p:nvSpPr>
        <p:spPr>
          <a:xfrm>
            <a:off x="1923045" y="5300511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>
                <a:solidFill>
                  <a:srgbClr val="C0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512505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4947E-ED35-400B-A070-F5C82E717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5BCA73-BAFB-463B-8961-D3E290BC1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6938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6FB25-2769-AEEB-9A10-82C608806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DC4E52E1-1C34-3BCF-0908-C81C95BC12A4}"/>
              </a:ext>
            </a:extLst>
          </p:cNvPr>
          <p:cNvSpPr/>
          <p:nvPr/>
        </p:nvSpPr>
        <p:spPr>
          <a:xfrm>
            <a:off x="3290098" y="181981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6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DFC20497-EF5F-A53F-2925-3EC6049CBA59}"/>
              </a:ext>
            </a:extLst>
          </p:cNvPr>
          <p:cNvSpPr/>
          <p:nvPr/>
        </p:nvSpPr>
        <p:spPr>
          <a:xfrm>
            <a:off x="3970377" y="1819818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tx2"/>
                </a:solidFill>
              </a:rPr>
              <a:t>B/124~121</a:t>
            </a:r>
            <a:endParaRPr lang="en-US" altLang="ko-KR" sz="600" dirty="0">
              <a:solidFill>
                <a:schemeClr val="tx2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B8F2BCB1-04CE-DDFD-394E-318E1A95D731}"/>
              </a:ext>
            </a:extLst>
          </p:cNvPr>
          <p:cNvSpPr/>
          <p:nvPr/>
        </p:nvSpPr>
        <p:spPr>
          <a:xfrm>
            <a:off x="4648667" y="1819818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rgbClr val="C00000"/>
                </a:solidFill>
              </a:rPr>
              <a:t>A/120~114</a:t>
            </a:r>
            <a:endParaRPr lang="en-US" altLang="ko-KR" sz="600" dirty="0">
              <a:solidFill>
                <a:srgbClr val="C00000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80FB6DC1-E4E0-97B6-A241-94BA9C37735B}"/>
              </a:ext>
            </a:extLst>
          </p:cNvPr>
          <p:cNvSpPr/>
          <p:nvPr/>
        </p:nvSpPr>
        <p:spPr>
          <a:xfrm>
            <a:off x="63500" y="1815666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BA322168-A688-7010-5AC9-923924CFF800}"/>
              </a:ext>
            </a:extLst>
          </p:cNvPr>
          <p:cNvSpPr/>
          <p:nvPr/>
        </p:nvSpPr>
        <p:spPr>
          <a:xfrm>
            <a:off x="5331985" y="1815666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D7430AFB-2107-D39B-58DD-2D35E8FF6663}"/>
              </a:ext>
            </a:extLst>
          </p:cNvPr>
          <p:cNvSpPr/>
          <p:nvPr/>
        </p:nvSpPr>
        <p:spPr>
          <a:xfrm>
            <a:off x="3967564" y="278085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C4B348F2-777A-25DF-FE57-6E8E3EE11951}"/>
              </a:ext>
            </a:extLst>
          </p:cNvPr>
          <p:cNvSpPr/>
          <p:nvPr/>
        </p:nvSpPr>
        <p:spPr>
          <a:xfrm>
            <a:off x="126070" y="2039566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75"/>
              <a:t>,</a:t>
            </a:r>
            <a:r>
              <a:rPr lang="ko-KR" altLang="en-US" sz="675"/>
              <a:t> </a:t>
            </a:r>
            <a:r>
              <a:rPr lang="en-US" altLang="ko-KR" sz="675">
                <a:solidFill>
                  <a:schemeClr val="tx2"/>
                </a:solidFill>
              </a:rPr>
              <a:t>B/124~121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A/120~114</a:t>
            </a:r>
            <a:r>
              <a:rPr lang="en-US" altLang="ko-KR" sz="675"/>
              <a:t>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EB8E30AA-D418-E154-6757-F8E9EBE14F37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850523" y="2143218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F52282A9-CD87-FF46-BDEF-CBA2024CA935}"/>
              </a:ext>
            </a:extLst>
          </p:cNvPr>
          <p:cNvSpPr/>
          <p:nvPr/>
        </p:nvSpPr>
        <p:spPr>
          <a:xfrm>
            <a:off x="5393539" y="2039566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r>
              <a:rPr lang="ko-KR" altLang="en-US" sz="750" b="1"/>
              <a:t> </a:t>
            </a:r>
            <a:r>
              <a:rPr lang="en-US" altLang="ko-KR" sz="750" b="1"/>
              <a:t>Topic A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75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5119F50A-A7D5-564D-5155-293965B5B3BB}"/>
              </a:ext>
            </a:extLst>
          </p:cNvPr>
          <p:cNvSpPr/>
          <p:nvPr/>
        </p:nvSpPr>
        <p:spPr>
          <a:xfrm>
            <a:off x="4648397" y="278085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6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A88698F2-25CE-6E37-2479-99CF45B5D560}"/>
              </a:ext>
            </a:extLst>
          </p:cNvPr>
          <p:cNvSpPr/>
          <p:nvPr/>
        </p:nvSpPr>
        <p:spPr>
          <a:xfrm>
            <a:off x="1927053" y="321620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rgbClr val="C00000"/>
                </a:solidFill>
              </a:rPr>
              <a:t>A</a:t>
            </a:r>
            <a:endParaRPr lang="en-US" altLang="ko-KR" sz="600" dirty="0">
              <a:solidFill>
                <a:srgbClr val="C00000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6AFCE0EC-2476-2FE8-F81F-7BA51638BE15}"/>
              </a:ext>
            </a:extLst>
          </p:cNvPr>
          <p:cNvSpPr/>
          <p:nvPr/>
        </p:nvSpPr>
        <p:spPr>
          <a:xfrm>
            <a:off x="2607886" y="321620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tx2"/>
                </a:solidFill>
              </a:rPr>
              <a:t>B</a:t>
            </a:r>
            <a:endParaRPr lang="en-US" altLang="ko-KR" sz="600" dirty="0">
              <a:solidFill>
                <a:schemeClr val="tx2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CCE245E0-9AEC-52DF-5E1F-464D8D3D0DC4}"/>
              </a:ext>
            </a:extLst>
          </p:cNvPr>
          <p:cNvSpPr/>
          <p:nvPr/>
        </p:nvSpPr>
        <p:spPr>
          <a:xfrm>
            <a:off x="63501" y="2782679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EE89297B-EF11-0BC5-41A1-84563ABDEA48}"/>
              </a:ext>
            </a:extLst>
          </p:cNvPr>
          <p:cNvSpPr/>
          <p:nvPr/>
        </p:nvSpPr>
        <p:spPr>
          <a:xfrm>
            <a:off x="5331985" y="2776703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FE10560E-CF23-7EB5-77AA-60061CEEBF9D}"/>
              </a:ext>
            </a:extLst>
          </p:cNvPr>
          <p:cNvSpPr/>
          <p:nvPr/>
        </p:nvSpPr>
        <p:spPr>
          <a:xfrm>
            <a:off x="126070" y="3000604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75"/>
              <a:t>,</a:t>
            </a:r>
          </a:p>
          <a:p>
            <a:r>
              <a:rPr lang="en-US" altLang="ko-KR" sz="675">
                <a:solidFill>
                  <a:schemeClr val="tx2"/>
                </a:solidFill>
              </a:rPr>
              <a:t>B/124~121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A/120~114</a:t>
            </a:r>
            <a:r>
              <a:rPr lang="en-US" altLang="ko-KR" sz="675"/>
              <a:t>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C6F830F8-0218-FA63-70E2-0E737A063F93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1850523" y="3104255"/>
            <a:ext cx="3481463" cy="5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83599B28-DB46-AD8E-CA4D-4E91762EEDBC}"/>
              </a:ext>
            </a:extLst>
          </p:cNvPr>
          <p:cNvSpPr/>
          <p:nvPr/>
        </p:nvSpPr>
        <p:spPr>
          <a:xfrm>
            <a:off x="5393539" y="3000603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tx2"/>
                </a:solidFill>
              </a:rPr>
              <a:t>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120~114</a:t>
            </a:r>
            <a:r>
              <a:rPr lang="en-US" altLang="ko-KR" sz="675"/>
              <a:t>, </a:t>
            </a:r>
            <a:r>
              <a:rPr lang="en-US" altLang="ko-KR" sz="675" dirty="0">
                <a:solidFill>
                  <a:schemeClr val="tx1"/>
                </a:solidFill>
              </a:rPr>
              <a:t>113~106, 105~100</a:t>
            </a:r>
            <a:r>
              <a:rPr lang="en-US" altLang="ko-KR" sz="675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FA4DCD67-9764-08F5-34D3-5170D1492E22}"/>
              </a:ext>
            </a:extLst>
          </p:cNvPr>
          <p:cNvSpPr/>
          <p:nvPr/>
        </p:nvSpPr>
        <p:spPr>
          <a:xfrm>
            <a:off x="1927053" y="417724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6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AC5312A8-5D28-7C84-A462-37E035A57189}"/>
              </a:ext>
            </a:extLst>
          </p:cNvPr>
          <p:cNvSpPr/>
          <p:nvPr/>
        </p:nvSpPr>
        <p:spPr>
          <a:xfrm>
            <a:off x="2607886" y="4177240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8861D8F0-61F3-0193-0025-7ECEF73A74DF}"/>
              </a:ext>
            </a:extLst>
          </p:cNvPr>
          <p:cNvSpPr/>
          <p:nvPr/>
        </p:nvSpPr>
        <p:spPr>
          <a:xfrm>
            <a:off x="63501" y="3739514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837D1253-C2A1-1852-B90C-D9EB48E12BBB}"/>
              </a:ext>
            </a:extLst>
          </p:cNvPr>
          <p:cNvSpPr/>
          <p:nvPr/>
        </p:nvSpPr>
        <p:spPr>
          <a:xfrm>
            <a:off x="5331985" y="3739514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E40390C2-7C07-992A-7C8D-4876D6390AF8}"/>
              </a:ext>
            </a:extLst>
          </p:cNvPr>
          <p:cNvSpPr/>
          <p:nvPr/>
        </p:nvSpPr>
        <p:spPr>
          <a:xfrm>
            <a:off x="126070" y="3963415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75"/>
              <a:t>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B01B0022-B709-1B37-92A7-D502C90DE8D0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850523" y="4067066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00E77F61-11D5-DF66-DEED-23EFAE2F7761}"/>
              </a:ext>
            </a:extLst>
          </p:cNvPr>
          <p:cNvSpPr/>
          <p:nvPr/>
        </p:nvSpPr>
        <p:spPr>
          <a:xfrm>
            <a:off x="5393539" y="3963414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tx2"/>
                </a:solidFill>
              </a:rPr>
              <a:t>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120~114</a:t>
            </a:r>
            <a:r>
              <a:rPr lang="en-US" altLang="ko-KR" sz="675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92153786-74EE-974F-4BEA-003F2C18561D}"/>
              </a:ext>
            </a:extLst>
          </p:cNvPr>
          <p:cNvSpPr/>
          <p:nvPr/>
        </p:nvSpPr>
        <p:spPr>
          <a:xfrm>
            <a:off x="3512901" y="2534507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747874CE-0C0C-E5DE-B4E3-ED249EBE381C}"/>
              </a:ext>
            </a:extLst>
          </p:cNvPr>
          <p:cNvSpPr/>
          <p:nvPr/>
        </p:nvSpPr>
        <p:spPr>
          <a:xfrm>
            <a:off x="3512901" y="3497318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7225DD4F-91D1-1A2E-285B-4DCB1DADB441}"/>
              </a:ext>
            </a:extLst>
          </p:cNvPr>
          <p:cNvSpPr/>
          <p:nvPr/>
        </p:nvSpPr>
        <p:spPr>
          <a:xfrm>
            <a:off x="3291475" y="321620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498128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A7DEE-DB41-AA6C-89C3-0A780D46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0EB195F6-681F-E624-7800-7F0C2F421925}"/>
              </a:ext>
            </a:extLst>
          </p:cNvPr>
          <p:cNvSpPr/>
          <p:nvPr/>
        </p:nvSpPr>
        <p:spPr>
          <a:xfrm>
            <a:off x="3970377" y="1819818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34336FCC-D58B-F975-3A26-8395CFA9CE31}"/>
              </a:ext>
            </a:extLst>
          </p:cNvPr>
          <p:cNvSpPr/>
          <p:nvPr/>
        </p:nvSpPr>
        <p:spPr>
          <a:xfrm>
            <a:off x="4648667" y="1819818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6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59687DFD-3524-A440-20FF-087AA6EC69B7}"/>
              </a:ext>
            </a:extLst>
          </p:cNvPr>
          <p:cNvSpPr/>
          <p:nvPr/>
        </p:nvSpPr>
        <p:spPr>
          <a:xfrm>
            <a:off x="63500" y="1815666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981863FA-F8F3-F18F-33DD-5521D73CE302}"/>
              </a:ext>
            </a:extLst>
          </p:cNvPr>
          <p:cNvSpPr/>
          <p:nvPr/>
        </p:nvSpPr>
        <p:spPr>
          <a:xfrm>
            <a:off x="5331985" y="1815666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80D01D0A-23CF-41C3-C360-2BE3BE564002}"/>
              </a:ext>
            </a:extLst>
          </p:cNvPr>
          <p:cNvSpPr/>
          <p:nvPr/>
        </p:nvSpPr>
        <p:spPr>
          <a:xfrm>
            <a:off x="126070" y="2039566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75"/>
              <a:t>,</a:t>
            </a:r>
          </a:p>
          <a:p>
            <a:r>
              <a:rPr lang="en-US" altLang="ko-KR" sz="675">
                <a:solidFill>
                  <a:schemeClr val="tx2"/>
                </a:solidFill>
              </a:rPr>
              <a:t>B/124~121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A/120~114</a:t>
            </a:r>
            <a:r>
              <a:rPr lang="en-US" altLang="ko-KR" sz="675"/>
              <a:t>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15A09E25-C672-6BF4-11E9-198676F6AE2A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850523" y="2143218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F433699B-ECA2-6A31-0132-08AB2F4F5EFD}"/>
              </a:ext>
            </a:extLst>
          </p:cNvPr>
          <p:cNvSpPr/>
          <p:nvPr/>
        </p:nvSpPr>
        <p:spPr>
          <a:xfrm>
            <a:off x="5393539" y="2039566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tx2"/>
                </a:solidFill>
              </a:rPr>
              <a:t>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120~114</a:t>
            </a:r>
            <a:r>
              <a:rPr lang="en-US" altLang="ko-KR" sz="675"/>
              <a:t>, 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75"/>
              <a:t>]</a:t>
            </a: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EDB6A672-6DCC-59AE-7E72-430CDAF61891}"/>
              </a:ext>
            </a:extLst>
          </p:cNvPr>
          <p:cNvSpPr/>
          <p:nvPr/>
        </p:nvSpPr>
        <p:spPr>
          <a:xfrm>
            <a:off x="1927053" y="321620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</a:t>
            </a:r>
          </a:p>
          <a:p>
            <a:pPr algn="ctr"/>
            <a:r>
              <a:rPr lang="en-US" altLang="ko-KR" sz="600" dirty="0">
                <a:solidFill>
                  <a:schemeClr val="accent4">
                    <a:lumMod val="75000"/>
                  </a:schemeClr>
                </a:solidFill>
              </a:rPr>
              <a:t>OutOfOrder</a:t>
            </a: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7C3E1150-E6CB-D5C7-F9F2-C4DC279FC2C2}"/>
              </a:ext>
            </a:extLst>
          </p:cNvPr>
          <p:cNvSpPr/>
          <p:nvPr/>
        </p:nvSpPr>
        <p:spPr>
          <a:xfrm>
            <a:off x="2607886" y="321620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</a:t>
            </a:r>
          </a:p>
          <a:p>
            <a:pPr algn="ctr"/>
            <a:r>
              <a:rPr lang="en-US" altLang="ko-KR" sz="600" dirty="0">
                <a:solidFill>
                  <a:schemeClr val="accent5">
                    <a:lumMod val="75000"/>
                  </a:schemeClr>
                </a:solidFill>
              </a:rPr>
              <a:t>OutOfOrder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C769B309-8320-CDF2-B35D-9B00B670BFF1}"/>
              </a:ext>
            </a:extLst>
          </p:cNvPr>
          <p:cNvSpPr/>
          <p:nvPr/>
        </p:nvSpPr>
        <p:spPr>
          <a:xfrm>
            <a:off x="63501" y="2782679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49009F90-808D-EBEC-97A1-349AB9E51E7E}"/>
              </a:ext>
            </a:extLst>
          </p:cNvPr>
          <p:cNvSpPr/>
          <p:nvPr/>
        </p:nvSpPr>
        <p:spPr>
          <a:xfrm>
            <a:off x="5331985" y="2776703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AEB238DF-12ED-2355-6E17-E388192A6101}"/>
              </a:ext>
            </a:extLst>
          </p:cNvPr>
          <p:cNvSpPr/>
          <p:nvPr/>
        </p:nvSpPr>
        <p:spPr>
          <a:xfrm>
            <a:off x="126070" y="3000604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75"/>
              <a:t>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D8DE87A8-B48D-1484-83D9-65E75DD12356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1850523" y="3104255"/>
            <a:ext cx="3481463" cy="5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24A6A20A-A680-AF04-3BA0-14236DFDB93F}"/>
              </a:ext>
            </a:extLst>
          </p:cNvPr>
          <p:cNvSpPr/>
          <p:nvPr/>
        </p:nvSpPr>
        <p:spPr>
          <a:xfrm>
            <a:off x="5393539" y="3000603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tx2"/>
                </a:solidFill>
              </a:rPr>
              <a:t>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120~114</a:t>
            </a:r>
            <a:r>
              <a:rPr lang="en-US" altLang="ko-KR" sz="675"/>
              <a:t>, 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75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25BEE8C1-94C6-9A1F-0D3B-57A007088B11}"/>
              </a:ext>
            </a:extLst>
          </p:cNvPr>
          <p:cNvSpPr/>
          <p:nvPr/>
        </p:nvSpPr>
        <p:spPr>
          <a:xfrm>
            <a:off x="63501" y="3739514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20E6740F-AEBB-ACE7-31D4-24986CFDE694}"/>
              </a:ext>
            </a:extLst>
          </p:cNvPr>
          <p:cNvSpPr/>
          <p:nvPr/>
        </p:nvSpPr>
        <p:spPr>
          <a:xfrm>
            <a:off x="5331985" y="3739514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087F11D3-FC5F-1ABC-7CB7-5074DF1C9E9E}"/>
              </a:ext>
            </a:extLst>
          </p:cNvPr>
          <p:cNvSpPr/>
          <p:nvPr/>
        </p:nvSpPr>
        <p:spPr>
          <a:xfrm>
            <a:off x="126070" y="3963415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75"/>
              <a:t>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0D9271AA-86D4-FF67-27F5-6E1EB8340E58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850523" y="4067066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0A6F5DDC-D1F6-35E4-B155-FAC9533EE005}"/>
              </a:ext>
            </a:extLst>
          </p:cNvPr>
          <p:cNvSpPr/>
          <p:nvPr/>
        </p:nvSpPr>
        <p:spPr>
          <a:xfrm>
            <a:off x="5393539" y="3963414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tx2"/>
                </a:solidFill>
              </a:rPr>
              <a:t>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120~114</a:t>
            </a:r>
            <a:r>
              <a:rPr lang="en-US" altLang="ko-KR" sz="675"/>
              <a:t>, 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75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BC161943-AB0E-770C-717D-96CA9629F98D}"/>
              </a:ext>
            </a:extLst>
          </p:cNvPr>
          <p:cNvSpPr/>
          <p:nvPr/>
        </p:nvSpPr>
        <p:spPr>
          <a:xfrm>
            <a:off x="3512901" y="2534507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0DEE950C-7BB3-A50F-9F8C-C0D203E48765}"/>
              </a:ext>
            </a:extLst>
          </p:cNvPr>
          <p:cNvSpPr/>
          <p:nvPr/>
        </p:nvSpPr>
        <p:spPr>
          <a:xfrm>
            <a:off x="3512901" y="3497318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376B8268-D085-818C-1876-C991DF41E922}"/>
              </a:ext>
            </a:extLst>
          </p:cNvPr>
          <p:cNvSpPr/>
          <p:nvPr/>
        </p:nvSpPr>
        <p:spPr>
          <a:xfrm>
            <a:off x="3290098" y="86713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6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44067492-344D-4412-E705-1D5C48D00425}"/>
              </a:ext>
            </a:extLst>
          </p:cNvPr>
          <p:cNvSpPr/>
          <p:nvPr/>
        </p:nvSpPr>
        <p:spPr>
          <a:xfrm>
            <a:off x="3970377" y="86713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tx2"/>
                </a:solidFill>
              </a:rPr>
              <a:t>B/124~121</a:t>
            </a:r>
            <a:endParaRPr lang="en-US" altLang="ko-KR" sz="600" dirty="0">
              <a:solidFill>
                <a:schemeClr val="tx2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4580BE58-026D-7F13-0DD5-7D65EAA54A41}"/>
              </a:ext>
            </a:extLst>
          </p:cNvPr>
          <p:cNvSpPr/>
          <p:nvPr/>
        </p:nvSpPr>
        <p:spPr>
          <a:xfrm>
            <a:off x="4648667" y="86713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rgbClr val="C00000"/>
                </a:solidFill>
              </a:rPr>
              <a:t>A/120~114</a:t>
            </a:r>
            <a:endParaRPr lang="en-US" altLang="ko-KR" sz="600" dirty="0">
              <a:solidFill>
                <a:srgbClr val="C00000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1E0C4A83-976F-E98C-ECA8-43FAC6C0FE5B}"/>
              </a:ext>
            </a:extLst>
          </p:cNvPr>
          <p:cNvSpPr/>
          <p:nvPr/>
        </p:nvSpPr>
        <p:spPr>
          <a:xfrm>
            <a:off x="63500" y="862982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E9639B5-A686-788C-6C6C-0D195A78217B}"/>
              </a:ext>
            </a:extLst>
          </p:cNvPr>
          <p:cNvSpPr/>
          <p:nvPr/>
        </p:nvSpPr>
        <p:spPr>
          <a:xfrm>
            <a:off x="5331985" y="862982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685665D2-2ED2-F33B-C1E6-967C0B171B8D}"/>
              </a:ext>
            </a:extLst>
          </p:cNvPr>
          <p:cNvSpPr/>
          <p:nvPr/>
        </p:nvSpPr>
        <p:spPr>
          <a:xfrm>
            <a:off x="126070" y="1086882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75"/>
              <a:t>,</a:t>
            </a:r>
          </a:p>
          <a:p>
            <a:r>
              <a:rPr lang="en-US" altLang="ko-KR" sz="675">
                <a:solidFill>
                  <a:schemeClr val="tx2"/>
                </a:solidFill>
              </a:rPr>
              <a:t>B/124~121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A/120~114</a:t>
            </a:r>
            <a:r>
              <a:rPr lang="en-US" altLang="ko-KR" sz="675"/>
              <a:t>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196A63A6-2953-73CE-EB7F-1E71021F6EAC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850523" y="1190534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00BB4FB7-916F-B953-7813-8371F22C75FD}"/>
              </a:ext>
            </a:extLst>
          </p:cNvPr>
          <p:cNvSpPr/>
          <p:nvPr/>
        </p:nvSpPr>
        <p:spPr>
          <a:xfrm>
            <a:off x="5393539" y="1086882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75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A82E35F7-5FCB-50BA-1940-BC9B29BFA665}"/>
              </a:ext>
            </a:extLst>
          </p:cNvPr>
          <p:cNvSpPr/>
          <p:nvPr/>
        </p:nvSpPr>
        <p:spPr>
          <a:xfrm>
            <a:off x="3512901" y="1578780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0A097A19-F357-C702-79EA-77FB68967C16}"/>
              </a:ext>
            </a:extLst>
          </p:cNvPr>
          <p:cNvSpPr/>
          <p:nvPr/>
        </p:nvSpPr>
        <p:spPr>
          <a:xfrm>
            <a:off x="1923045" y="868960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A96F6B7F-748E-A5E0-13EE-CEF957C44434}"/>
              </a:ext>
            </a:extLst>
          </p:cNvPr>
          <p:cNvSpPr/>
          <p:nvPr/>
        </p:nvSpPr>
        <p:spPr>
          <a:xfrm>
            <a:off x="2603878" y="86895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6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EDE483E0-C828-CBAA-79DE-2071D6CBCEE4}"/>
              </a:ext>
            </a:extLst>
          </p:cNvPr>
          <p:cNvSpPr/>
          <p:nvPr/>
        </p:nvSpPr>
        <p:spPr>
          <a:xfrm>
            <a:off x="1923045" y="2253392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rgbClr val="C00000"/>
                </a:solidFill>
              </a:rPr>
              <a:t>A</a:t>
            </a:r>
            <a:endParaRPr lang="en-US" altLang="ko-KR" sz="600" dirty="0">
              <a:solidFill>
                <a:srgbClr val="C00000"/>
              </a:solidFill>
            </a:endParaRPr>
          </a:p>
        </p:txBody>
      </p:sp>
      <p:sp>
        <p:nvSpPr>
          <p:cNvPr id="15" name="사각형: 둥근 모서리 6">
            <a:extLst>
              <a:ext uri="{FF2B5EF4-FFF2-40B4-BE49-F238E27FC236}">
                <a16:creationId xmlns:a16="http://schemas.microsoft.com/office/drawing/2014/main" id="{BBD91840-7202-DC32-2CE4-D1C9AA1361D9}"/>
              </a:ext>
            </a:extLst>
          </p:cNvPr>
          <p:cNvSpPr/>
          <p:nvPr/>
        </p:nvSpPr>
        <p:spPr>
          <a:xfrm>
            <a:off x="2603878" y="225339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tx2"/>
                </a:solidFill>
              </a:rPr>
              <a:t>B</a:t>
            </a:r>
            <a:endParaRPr lang="en-US" altLang="ko-KR" sz="600" dirty="0">
              <a:solidFill>
                <a:schemeClr val="tx2"/>
              </a:solidFill>
            </a:endParaRPr>
          </a:p>
        </p:txBody>
      </p:sp>
      <p:sp>
        <p:nvSpPr>
          <p:cNvPr id="16" name="사각형: 둥근 모서리 6">
            <a:extLst>
              <a:ext uri="{FF2B5EF4-FFF2-40B4-BE49-F238E27FC236}">
                <a16:creationId xmlns:a16="http://schemas.microsoft.com/office/drawing/2014/main" id="{325B57D5-8B18-3E0A-6A1C-F4EFFF1B1DAA}"/>
              </a:ext>
            </a:extLst>
          </p:cNvPr>
          <p:cNvSpPr/>
          <p:nvPr/>
        </p:nvSpPr>
        <p:spPr>
          <a:xfrm>
            <a:off x="3290098" y="373951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7" name="사각형: 둥근 모서리 6">
            <a:extLst>
              <a:ext uri="{FF2B5EF4-FFF2-40B4-BE49-F238E27FC236}">
                <a16:creationId xmlns:a16="http://schemas.microsoft.com/office/drawing/2014/main" id="{81D56EC9-FD66-FF3A-E752-19B17584D554}"/>
              </a:ext>
            </a:extLst>
          </p:cNvPr>
          <p:cNvSpPr/>
          <p:nvPr/>
        </p:nvSpPr>
        <p:spPr>
          <a:xfrm>
            <a:off x="3970377" y="373951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6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97E1C668-960C-E419-B1DC-C0AD613BAC68}"/>
              </a:ext>
            </a:extLst>
          </p:cNvPr>
          <p:cNvSpPr/>
          <p:nvPr/>
        </p:nvSpPr>
        <p:spPr>
          <a:xfrm>
            <a:off x="4648667" y="373951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600" dirty="0">
              <a:solidFill>
                <a:schemeClr val="accent3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1531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BEB39-07EB-0C35-85FD-0AAF81FFF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A3690DEB-92AA-7730-FD90-56C52970A5AE}"/>
              </a:ext>
            </a:extLst>
          </p:cNvPr>
          <p:cNvSpPr/>
          <p:nvPr/>
        </p:nvSpPr>
        <p:spPr>
          <a:xfrm>
            <a:off x="63500" y="1815666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6DDA7F69-310B-755C-F33D-80C55BD54E34}"/>
              </a:ext>
            </a:extLst>
          </p:cNvPr>
          <p:cNvSpPr/>
          <p:nvPr/>
        </p:nvSpPr>
        <p:spPr>
          <a:xfrm>
            <a:off x="5331985" y="1815666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D535C8D4-F637-DAFC-D30D-7E8C82A63C36}"/>
              </a:ext>
            </a:extLst>
          </p:cNvPr>
          <p:cNvSpPr/>
          <p:nvPr/>
        </p:nvSpPr>
        <p:spPr>
          <a:xfrm>
            <a:off x="126070" y="2039566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75"/>
              <a:t>,</a:t>
            </a:r>
          </a:p>
          <a:p>
            <a:r>
              <a:rPr lang="en-US" altLang="ko-KR" sz="675">
                <a:solidFill>
                  <a:schemeClr val="tx2"/>
                </a:solidFill>
              </a:rPr>
              <a:t>B/124~121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A/120~114</a:t>
            </a:r>
            <a:r>
              <a:rPr lang="en-US" altLang="ko-KR" sz="675"/>
              <a:t>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79D674F1-79A6-C11E-2EC1-A1F7EE8B0608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850523" y="2143218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D4D3AF08-4116-9186-BE5E-88B85ECD4BF4}"/>
              </a:ext>
            </a:extLst>
          </p:cNvPr>
          <p:cNvSpPr/>
          <p:nvPr/>
        </p:nvSpPr>
        <p:spPr>
          <a:xfrm>
            <a:off x="5393539" y="2039566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tx2"/>
                </a:solidFill>
              </a:rPr>
              <a:t>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120~114</a:t>
            </a:r>
            <a:r>
              <a:rPr lang="en-US" altLang="ko-KR" sz="675"/>
              <a:t>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9810862C-0F5E-A097-4F17-93D91F350299}"/>
              </a:ext>
            </a:extLst>
          </p:cNvPr>
          <p:cNvSpPr/>
          <p:nvPr/>
        </p:nvSpPr>
        <p:spPr>
          <a:xfrm>
            <a:off x="63501" y="2782679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B3693E6B-623A-94CB-DE13-26CFB10E3B7E}"/>
              </a:ext>
            </a:extLst>
          </p:cNvPr>
          <p:cNvSpPr/>
          <p:nvPr/>
        </p:nvSpPr>
        <p:spPr>
          <a:xfrm>
            <a:off x="5331985" y="2776703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14D66F55-7CE3-DD40-B22E-F325E1E8B27A}"/>
              </a:ext>
            </a:extLst>
          </p:cNvPr>
          <p:cNvSpPr/>
          <p:nvPr/>
        </p:nvSpPr>
        <p:spPr>
          <a:xfrm>
            <a:off x="126070" y="3000604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75"/>
              <a:t>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870E9648-C176-311B-8BA3-FFF9F88FA092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1850523" y="3104255"/>
            <a:ext cx="3481463" cy="5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E0389DE4-3228-0D11-6A23-97A3A039925B}"/>
              </a:ext>
            </a:extLst>
          </p:cNvPr>
          <p:cNvSpPr/>
          <p:nvPr/>
        </p:nvSpPr>
        <p:spPr>
          <a:xfrm>
            <a:off x="5393539" y="3000603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tx2"/>
                </a:solidFill>
              </a:rPr>
              <a:t>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120~114</a:t>
            </a:r>
            <a:r>
              <a:rPr lang="en-US" altLang="ko-KR" sz="675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9CA7A7EF-44E5-B69A-7D23-2854ED966F67}"/>
              </a:ext>
            </a:extLst>
          </p:cNvPr>
          <p:cNvSpPr/>
          <p:nvPr/>
        </p:nvSpPr>
        <p:spPr>
          <a:xfrm>
            <a:off x="63501" y="3739514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C4DCF052-DC6F-472C-A39A-09C6ABCE3A08}"/>
              </a:ext>
            </a:extLst>
          </p:cNvPr>
          <p:cNvSpPr/>
          <p:nvPr/>
        </p:nvSpPr>
        <p:spPr>
          <a:xfrm>
            <a:off x="5331985" y="3739514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630DDD5B-32E2-E85D-4831-F19A0457C17C}"/>
              </a:ext>
            </a:extLst>
          </p:cNvPr>
          <p:cNvSpPr/>
          <p:nvPr/>
        </p:nvSpPr>
        <p:spPr>
          <a:xfrm>
            <a:off x="126070" y="3963415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75"/>
              <a:t>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1AA63C34-2738-D04D-6A80-E8298FA459A2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850523" y="4067066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215F7E39-D3C0-71F4-99CD-514021AEA8DE}"/>
              </a:ext>
            </a:extLst>
          </p:cNvPr>
          <p:cNvSpPr/>
          <p:nvPr/>
        </p:nvSpPr>
        <p:spPr>
          <a:xfrm>
            <a:off x="5393539" y="3963414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tx2"/>
                </a:solidFill>
              </a:rPr>
              <a:t>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120~114</a:t>
            </a:r>
            <a:r>
              <a:rPr lang="en-US" altLang="ko-KR" sz="675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0AF92F2F-0123-C170-1B7A-D62A38E0FD85}"/>
              </a:ext>
            </a:extLst>
          </p:cNvPr>
          <p:cNvSpPr/>
          <p:nvPr/>
        </p:nvSpPr>
        <p:spPr>
          <a:xfrm>
            <a:off x="3512901" y="2534507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91E85A4F-01BC-EBA9-012F-4EDFF50E18D7}"/>
              </a:ext>
            </a:extLst>
          </p:cNvPr>
          <p:cNvSpPr/>
          <p:nvPr/>
        </p:nvSpPr>
        <p:spPr>
          <a:xfrm>
            <a:off x="3512901" y="3497318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F74DAE81-971A-AD54-14E5-9B7B5D814D53}"/>
              </a:ext>
            </a:extLst>
          </p:cNvPr>
          <p:cNvSpPr/>
          <p:nvPr/>
        </p:nvSpPr>
        <p:spPr>
          <a:xfrm>
            <a:off x="3290098" y="86713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6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B3464A8C-FAD5-5800-1B9D-FEDCA618A518}"/>
              </a:ext>
            </a:extLst>
          </p:cNvPr>
          <p:cNvSpPr/>
          <p:nvPr/>
        </p:nvSpPr>
        <p:spPr>
          <a:xfrm>
            <a:off x="3970377" y="86713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tx2"/>
                </a:solidFill>
              </a:rPr>
              <a:t>B/124~121</a:t>
            </a:r>
            <a:endParaRPr lang="en-US" altLang="ko-KR" sz="600" dirty="0">
              <a:solidFill>
                <a:schemeClr val="tx2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D8ED661D-4DAC-277A-81C9-D5E6509A77DA}"/>
              </a:ext>
            </a:extLst>
          </p:cNvPr>
          <p:cNvSpPr/>
          <p:nvPr/>
        </p:nvSpPr>
        <p:spPr>
          <a:xfrm>
            <a:off x="4648667" y="86713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rgbClr val="C00000"/>
                </a:solidFill>
              </a:rPr>
              <a:t>A/120~114</a:t>
            </a:r>
            <a:endParaRPr lang="en-US" altLang="ko-KR" sz="600" dirty="0">
              <a:solidFill>
                <a:srgbClr val="C00000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C0C8F603-EB06-2C28-0802-C3B68BC3EAFB}"/>
              </a:ext>
            </a:extLst>
          </p:cNvPr>
          <p:cNvSpPr/>
          <p:nvPr/>
        </p:nvSpPr>
        <p:spPr>
          <a:xfrm>
            <a:off x="63500" y="862982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F548714-17F0-36C3-701B-C08CDC4C75C5}"/>
              </a:ext>
            </a:extLst>
          </p:cNvPr>
          <p:cNvSpPr/>
          <p:nvPr/>
        </p:nvSpPr>
        <p:spPr>
          <a:xfrm>
            <a:off x="5331985" y="862982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E8722E88-CE8B-659E-8B2D-352CAB3FD20E}"/>
              </a:ext>
            </a:extLst>
          </p:cNvPr>
          <p:cNvSpPr/>
          <p:nvPr/>
        </p:nvSpPr>
        <p:spPr>
          <a:xfrm>
            <a:off x="126070" y="1086882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75"/>
              <a:t>,</a:t>
            </a:r>
          </a:p>
          <a:p>
            <a:r>
              <a:rPr lang="en-US" altLang="ko-KR" sz="675">
                <a:solidFill>
                  <a:schemeClr val="tx2"/>
                </a:solidFill>
              </a:rPr>
              <a:t>B/124~121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A/120~114</a:t>
            </a:r>
            <a:r>
              <a:rPr lang="en-US" altLang="ko-KR" sz="675"/>
              <a:t>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F8430BF6-F61D-2CBC-2C12-C2EB70278A68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850523" y="1190534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5EAE268E-A579-FE5B-56EA-E71F2C8D30B8}"/>
              </a:ext>
            </a:extLst>
          </p:cNvPr>
          <p:cNvSpPr/>
          <p:nvPr/>
        </p:nvSpPr>
        <p:spPr>
          <a:xfrm>
            <a:off x="5393539" y="1086882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75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AD3515DE-A514-E935-E65D-1E67E889D590}"/>
              </a:ext>
            </a:extLst>
          </p:cNvPr>
          <p:cNvSpPr/>
          <p:nvPr/>
        </p:nvSpPr>
        <p:spPr>
          <a:xfrm>
            <a:off x="3512901" y="1578780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6D0358AE-DEA9-B2A7-0682-6CB71A7AA362}"/>
              </a:ext>
            </a:extLst>
          </p:cNvPr>
          <p:cNvSpPr/>
          <p:nvPr/>
        </p:nvSpPr>
        <p:spPr>
          <a:xfrm>
            <a:off x="1923045" y="868960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796605FF-463B-CC2E-D673-42114F482C3A}"/>
              </a:ext>
            </a:extLst>
          </p:cNvPr>
          <p:cNvSpPr/>
          <p:nvPr/>
        </p:nvSpPr>
        <p:spPr>
          <a:xfrm>
            <a:off x="2603878" y="86895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6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563CDC3F-B396-9CFA-27EF-5850366FD453}"/>
              </a:ext>
            </a:extLst>
          </p:cNvPr>
          <p:cNvSpPr/>
          <p:nvPr/>
        </p:nvSpPr>
        <p:spPr>
          <a:xfrm>
            <a:off x="1923045" y="2253392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rgbClr val="C00000"/>
                </a:solidFill>
              </a:rPr>
              <a:t>A</a:t>
            </a:r>
            <a:endParaRPr lang="en-US" altLang="ko-KR" sz="600" dirty="0">
              <a:solidFill>
                <a:srgbClr val="C00000"/>
              </a:solidFill>
            </a:endParaRPr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69B63DD8-9B4D-8616-66F7-509C78356DF4}"/>
              </a:ext>
            </a:extLst>
          </p:cNvPr>
          <p:cNvSpPr/>
          <p:nvPr/>
        </p:nvSpPr>
        <p:spPr>
          <a:xfrm>
            <a:off x="3290098" y="224919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</a:t>
            </a:r>
            <a:endParaRPr lang="en-US" altLang="ko-KR" sz="6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9" name="사각형: 둥근 모서리 6">
            <a:extLst>
              <a:ext uri="{FF2B5EF4-FFF2-40B4-BE49-F238E27FC236}">
                <a16:creationId xmlns:a16="http://schemas.microsoft.com/office/drawing/2014/main" id="{B352F51E-7F55-1CC9-0920-F6944C9DD3BA}"/>
              </a:ext>
            </a:extLst>
          </p:cNvPr>
          <p:cNvSpPr/>
          <p:nvPr/>
        </p:nvSpPr>
        <p:spPr>
          <a:xfrm>
            <a:off x="3970377" y="224919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6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사각형: 둥근 모서리 6">
            <a:extLst>
              <a:ext uri="{FF2B5EF4-FFF2-40B4-BE49-F238E27FC236}">
                <a16:creationId xmlns:a16="http://schemas.microsoft.com/office/drawing/2014/main" id="{31512AB1-C489-48B1-4BD1-DD6EA7580EB5}"/>
              </a:ext>
            </a:extLst>
          </p:cNvPr>
          <p:cNvSpPr/>
          <p:nvPr/>
        </p:nvSpPr>
        <p:spPr>
          <a:xfrm>
            <a:off x="4648667" y="224919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02EF8DA7-088D-FF2E-9615-9A72997145F2}"/>
              </a:ext>
            </a:extLst>
          </p:cNvPr>
          <p:cNvSpPr/>
          <p:nvPr/>
        </p:nvSpPr>
        <p:spPr>
          <a:xfrm>
            <a:off x="2603878" y="225101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tx2"/>
                </a:solidFill>
              </a:rPr>
              <a:t>B</a:t>
            </a:r>
            <a:endParaRPr lang="en-US" altLang="ko-KR" sz="600" dirty="0">
              <a:solidFill>
                <a:schemeClr val="tx2"/>
              </a:solidFill>
            </a:endParaRP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868DF935-6B09-1513-653E-AF3D88A1463B}"/>
              </a:ext>
            </a:extLst>
          </p:cNvPr>
          <p:cNvSpPr/>
          <p:nvPr/>
        </p:nvSpPr>
        <p:spPr>
          <a:xfrm>
            <a:off x="3970377" y="276835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63E1FD3B-A5F3-39DA-0394-88FAD2C8B696}"/>
              </a:ext>
            </a:extLst>
          </p:cNvPr>
          <p:cNvSpPr/>
          <p:nvPr/>
        </p:nvSpPr>
        <p:spPr>
          <a:xfrm>
            <a:off x="4651210" y="276835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6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사각형: 둥근 모서리 6">
            <a:extLst>
              <a:ext uri="{FF2B5EF4-FFF2-40B4-BE49-F238E27FC236}">
                <a16:creationId xmlns:a16="http://schemas.microsoft.com/office/drawing/2014/main" id="{37336FA2-090E-0008-D70F-4BDE25C769CF}"/>
              </a:ext>
            </a:extLst>
          </p:cNvPr>
          <p:cNvSpPr/>
          <p:nvPr/>
        </p:nvSpPr>
        <p:spPr>
          <a:xfrm>
            <a:off x="1923045" y="417836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6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F1B90723-5616-95EF-6E0B-58C7D995F729}"/>
              </a:ext>
            </a:extLst>
          </p:cNvPr>
          <p:cNvSpPr/>
          <p:nvPr/>
        </p:nvSpPr>
        <p:spPr>
          <a:xfrm>
            <a:off x="2603878" y="417599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1600C8-22C6-8121-55CE-1624E548C22B}"/>
              </a:ext>
            </a:extLst>
          </p:cNvPr>
          <p:cNvSpPr txBox="1"/>
          <p:nvPr/>
        </p:nvSpPr>
        <p:spPr>
          <a:xfrm>
            <a:off x="4193649" y="3732034"/>
            <a:ext cx="1138337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675" b="1">
                <a:solidFill>
                  <a:schemeClr val="accent5">
                    <a:lumMod val="75000"/>
                  </a:schemeClr>
                </a:solidFill>
              </a:rPr>
              <a:t>E/142~133</a:t>
            </a:r>
            <a:r>
              <a:rPr lang="en-KR" sz="675" b="1"/>
              <a:t>, </a:t>
            </a:r>
            <a:r>
              <a:rPr lang="en-KR" sz="675" b="1">
                <a:solidFill>
                  <a:schemeClr val="accent4">
                    <a:lumMod val="75000"/>
                  </a:schemeClr>
                </a:solidFill>
              </a:rPr>
              <a:t>D/150~143</a:t>
            </a:r>
          </a:p>
          <a:p>
            <a:r>
              <a:rPr lang="en-KR" sz="675" b="1"/>
              <a:t>Not Processed Again</a:t>
            </a:r>
          </a:p>
        </p:txBody>
      </p:sp>
    </p:spTree>
    <p:extLst>
      <p:ext uri="{BB962C8B-B14F-4D97-AF65-F5344CB8AC3E}">
        <p14:creationId xmlns:p14="http://schemas.microsoft.com/office/powerpoint/2010/main" val="1184903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FFC26-91F9-1AD7-CA2C-D1348664E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1693E784-C0F3-3704-AF56-75DFB6717CBE}"/>
              </a:ext>
            </a:extLst>
          </p:cNvPr>
          <p:cNvSpPr/>
          <p:nvPr/>
        </p:nvSpPr>
        <p:spPr>
          <a:xfrm>
            <a:off x="63500" y="1815666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F9F157BD-C178-8F77-D9EE-B1D464808454}"/>
              </a:ext>
            </a:extLst>
          </p:cNvPr>
          <p:cNvSpPr/>
          <p:nvPr/>
        </p:nvSpPr>
        <p:spPr>
          <a:xfrm>
            <a:off x="5331985" y="1815666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69EB0CAD-BE13-CF95-C499-BE4F5D430757}"/>
              </a:ext>
            </a:extLst>
          </p:cNvPr>
          <p:cNvSpPr/>
          <p:nvPr/>
        </p:nvSpPr>
        <p:spPr>
          <a:xfrm>
            <a:off x="126070" y="2039566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6">
                    <a:lumMod val="75000"/>
                  </a:schemeClr>
                </a:solidFill>
              </a:rPr>
              <a:t>F/155~151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75"/>
              <a:t>,</a:t>
            </a:r>
            <a:r>
              <a:rPr lang="ko-KR" altLang="en-US" sz="675"/>
              <a:t> </a:t>
            </a:r>
            <a:r>
              <a:rPr lang="en-US" altLang="ko-KR" sz="675">
                <a:solidFill>
                  <a:schemeClr val="tx2"/>
                </a:solidFill>
              </a:rPr>
              <a:t>B/124~121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A/120~114</a:t>
            </a:r>
            <a:r>
              <a:rPr lang="en-US" altLang="ko-KR" sz="675"/>
              <a:t>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85340784-BC96-595E-9448-5AB990C55301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850523" y="2143218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418483F8-258A-0221-1835-9C9839CCE50F}"/>
              </a:ext>
            </a:extLst>
          </p:cNvPr>
          <p:cNvSpPr/>
          <p:nvPr/>
        </p:nvSpPr>
        <p:spPr>
          <a:xfrm>
            <a:off x="5393539" y="2039566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6">
                    <a:lumMod val="75000"/>
                  </a:schemeClr>
                </a:solidFill>
              </a:rPr>
              <a:t>155~151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tx2"/>
                </a:solidFill>
              </a:rPr>
              <a:t>124~121</a:t>
            </a:r>
            <a:r>
              <a:rPr lang="en-US" altLang="ko-KR" sz="675"/>
              <a:t>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E89655FC-487D-766A-915D-5627DCEC9BC4}"/>
              </a:ext>
            </a:extLst>
          </p:cNvPr>
          <p:cNvSpPr/>
          <p:nvPr/>
        </p:nvSpPr>
        <p:spPr>
          <a:xfrm>
            <a:off x="63501" y="2782679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029C008A-63FB-914B-5BA9-282454F852E7}"/>
              </a:ext>
            </a:extLst>
          </p:cNvPr>
          <p:cNvSpPr/>
          <p:nvPr/>
        </p:nvSpPr>
        <p:spPr>
          <a:xfrm>
            <a:off x="5331985" y="2776703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D7049BDD-BDB9-EF46-E7E1-5EA042DB95EB}"/>
              </a:ext>
            </a:extLst>
          </p:cNvPr>
          <p:cNvSpPr/>
          <p:nvPr/>
        </p:nvSpPr>
        <p:spPr>
          <a:xfrm>
            <a:off x="126070" y="3000604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rgbClr val="C00000"/>
                </a:solidFill>
              </a:rPr>
              <a:t>A/120~114</a:t>
            </a:r>
            <a:r>
              <a:rPr lang="en-US" altLang="ko-KR" sz="675"/>
              <a:t>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E95A5B13-A295-C041-BF49-A26953D29AD7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1850523" y="3104255"/>
            <a:ext cx="3481463" cy="5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AC001BA0-A9EC-2049-1328-4618BA94416F}"/>
              </a:ext>
            </a:extLst>
          </p:cNvPr>
          <p:cNvSpPr/>
          <p:nvPr/>
        </p:nvSpPr>
        <p:spPr>
          <a:xfrm>
            <a:off x="5393539" y="3000603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6">
                    <a:lumMod val="75000"/>
                  </a:schemeClr>
                </a:solidFill>
              </a:rPr>
              <a:t>155~151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tx2"/>
                </a:solidFill>
              </a:rPr>
              <a:t>124~121</a:t>
            </a:r>
            <a:r>
              <a:rPr lang="en-US" altLang="ko-KR" sz="675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4A643EF7-5DB3-1BC0-65EB-C3517CF73583}"/>
              </a:ext>
            </a:extLst>
          </p:cNvPr>
          <p:cNvSpPr/>
          <p:nvPr/>
        </p:nvSpPr>
        <p:spPr>
          <a:xfrm>
            <a:off x="63501" y="3739514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11D89872-7785-38F5-452B-6209CCCD3F4A}"/>
              </a:ext>
            </a:extLst>
          </p:cNvPr>
          <p:cNvSpPr/>
          <p:nvPr/>
        </p:nvSpPr>
        <p:spPr>
          <a:xfrm>
            <a:off x="5331985" y="3739514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3F4AF677-A1C2-923F-ADB0-E1F12155123E}"/>
              </a:ext>
            </a:extLst>
          </p:cNvPr>
          <p:cNvSpPr/>
          <p:nvPr/>
        </p:nvSpPr>
        <p:spPr>
          <a:xfrm>
            <a:off x="126070" y="3963415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rgbClr val="C00000"/>
                </a:solidFill>
              </a:rPr>
              <a:t>A/120~114</a:t>
            </a:r>
            <a:r>
              <a:rPr lang="en-US" altLang="ko-KR" sz="675"/>
              <a:t>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21E0305F-A840-C4B4-D259-2F801EEAA769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850523" y="4067066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6F175D6A-8534-400D-9DF7-AA46CBB83A33}"/>
              </a:ext>
            </a:extLst>
          </p:cNvPr>
          <p:cNvSpPr/>
          <p:nvPr/>
        </p:nvSpPr>
        <p:spPr>
          <a:xfrm>
            <a:off x="5393539" y="3963414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6">
                    <a:lumMod val="75000"/>
                  </a:schemeClr>
                </a:solidFill>
              </a:rPr>
              <a:t>155~151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132~125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tx2"/>
                </a:solidFill>
              </a:rPr>
              <a:t>124~121</a:t>
            </a:r>
            <a:r>
              <a:rPr lang="en-US" altLang="ko-KR" sz="675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BD0C584F-7B07-48E1-6814-3CCF6EFBFA91}"/>
              </a:ext>
            </a:extLst>
          </p:cNvPr>
          <p:cNvSpPr/>
          <p:nvPr/>
        </p:nvSpPr>
        <p:spPr>
          <a:xfrm>
            <a:off x="3512901" y="2534507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6A3CFE7E-B341-79D9-09CD-B79215C770B8}"/>
              </a:ext>
            </a:extLst>
          </p:cNvPr>
          <p:cNvSpPr/>
          <p:nvPr/>
        </p:nvSpPr>
        <p:spPr>
          <a:xfrm>
            <a:off x="3512901" y="3497318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A71AEDD3-C1B9-CF7D-2B44-EF7AFE1B88DC}"/>
              </a:ext>
            </a:extLst>
          </p:cNvPr>
          <p:cNvSpPr/>
          <p:nvPr/>
        </p:nvSpPr>
        <p:spPr>
          <a:xfrm>
            <a:off x="3591254" y="867133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C/132~125</a:t>
            </a:r>
            <a:endParaRPr lang="en-US" altLang="ko-KR" sz="6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8F222034-690B-AA5C-4CC0-DB0A410B2AAF}"/>
              </a:ext>
            </a:extLst>
          </p:cNvPr>
          <p:cNvSpPr/>
          <p:nvPr/>
        </p:nvSpPr>
        <p:spPr>
          <a:xfrm>
            <a:off x="4139041" y="867133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tx2"/>
                </a:solidFill>
              </a:rPr>
              <a:t>B/124~121</a:t>
            </a:r>
            <a:endParaRPr lang="en-US" altLang="ko-KR" sz="600" dirty="0">
              <a:solidFill>
                <a:schemeClr val="tx2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53C9D048-F1D1-C984-60A9-73F337FB0253}"/>
              </a:ext>
            </a:extLst>
          </p:cNvPr>
          <p:cNvSpPr/>
          <p:nvPr/>
        </p:nvSpPr>
        <p:spPr>
          <a:xfrm>
            <a:off x="4696461" y="867133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rgbClr val="C00000"/>
                </a:solidFill>
              </a:rPr>
              <a:t>A/120~114</a:t>
            </a:r>
            <a:endParaRPr lang="en-US" altLang="ko-KR" sz="600" dirty="0">
              <a:solidFill>
                <a:srgbClr val="C00000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2C0BBE8C-D228-72B6-AA75-6838AA261248}"/>
              </a:ext>
            </a:extLst>
          </p:cNvPr>
          <p:cNvSpPr/>
          <p:nvPr/>
        </p:nvSpPr>
        <p:spPr>
          <a:xfrm>
            <a:off x="63500" y="862982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D6ECE8F8-6EC8-1D10-AB6F-E31EADBD06EA}"/>
              </a:ext>
            </a:extLst>
          </p:cNvPr>
          <p:cNvSpPr/>
          <p:nvPr/>
        </p:nvSpPr>
        <p:spPr>
          <a:xfrm>
            <a:off x="5331985" y="862982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DA93B22A-3F62-659F-AFC3-EA333950136F}"/>
              </a:ext>
            </a:extLst>
          </p:cNvPr>
          <p:cNvSpPr/>
          <p:nvPr/>
        </p:nvSpPr>
        <p:spPr>
          <a:xfrm>
            <a:off x="126070" y="1086882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>
                <a:solidFill>
                  <a:schemeClr val="accent6">
                    <a:lumMod val="75000"/>
                  </a:schemeClr>
                </a:solidFill>
              </a:rPr>
              <a:t>F/155~151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5">
                    <a:lumMod val="75000"/>
                  </a:schemeClr>
                </a:solidFill>
              </a:rPr>
              <a:t>E/150~143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4">
                    <a:lumMod val="75000"/>
                  </a:schemeClr>
                </a:solidFill>
              </a:rPr>
              <a:t>D/142~133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chemeClr val="accent3">
                    <a:lumMod val="75000"/>
                  </a:schemeClr>
                </a:solidFill>
              </a:rPr>
              <a:t>C/132~125</a:t>
            </a:r>
            <a:r>
              <a:rPr lang="en-US" altLang="ko-KR" sz="675"/>
              <a:t>,</a:t>
            </a:r>
            <a:r>
              <a:rPr lang="ko-KR" altLang="en-US" sz="675"/>
              <a:t> </a:t>
            </a:r>
            <a:r>
              <a:rPr lang="en-US" altLang="ko-KR" sz="675">
                <a:solidFill>
                  <a:schemeClr val="tx2"/>
                </a:solidFill>
              </a:rPr>
              <a:t>B/124~121</a:t>
            </a:r>
            <a:r>
              <a:rPr lang="en-US" altLang="ko-KR" sz="675"/>
              <a:t>, </a:t>
            </a:r>
            <a:r>
              <a:rPr lang="en-US" altLang="ko-KR" sz="675">
                <a:solidFill>
                  <a:srgbClr val="C00000"/>
                </a:solidFill>
              </a:rPr>
              <a:t>A/120~114</a:t>
            </a:r>
            <a:r>
              <a:rPr lang="en-US" altLang="ko-KR" sz="675"/>
              <a:t>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717DB089-2DDA-B159-E853-07C6E549C575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850523" y="1190534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9523B45D-815C-D2EC-ECB8-DA92172EFB79}"/>
              </a:ext>
            </a:extLst>
          </p:cNvPr>
          <p:cNvSpPr/>
          <p:nvPr/>
        </p:nvSpPr>
        <p:spPr>
          <a:xfrm>
            <a:off x="5393539" y="1086882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75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6F44A221-30C4-6734-3894-149AB301FBD5}"/>
              </a:ext>
            </a:extLst>
          </p:cNvPr>
          <p:cNvSpPr/>
          <p:nvPr/>
        </p:nvSpPr>
        <p:spPr>
          <a:xfrm>
            <a:off x="3512901" y="1578780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5C509BC1-D0A6-4CB1-37B2-639E480521A7}"/>
              </a:ext>
            </a:extLst>
          </p:cNvPr>
          <p:cNvSpPr/>
          <p:nvPr/>
        </p:nvSpPr>
        <p:spPr>
          <a:xfrm>
            <a:off x="1927695" y="868959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6">
                    <a:lumMod val="75000"/>
                  </a:schemeClr>
                </a:solidFill>
              </a:rPr>
              <a:t>F/155~151</a:t>
            </a:r>
            <a:endParaRPr lang="en-US" altLang="ko-KR" sz="6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C3204F8F-5896-D4D6-E5FA-7F5A0CE40AE1}"/>
              </a:ext>
            </a:extLst>
          </p:cNvPr>
          <p:cNvSpPr/>
          <p:nvPr/>
        </p:nvSpPr>
        <p:spPr>
          <a:xfrm>
            <a:off x="3036735" y="868959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D/142~133</a:t>
            </a:r>
            <a:endParaRPr lang="en-US" altLang="ko-KR" sz="6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사각형: 둥근 모서리 6">
            <a:extLst>
              <a:ext uri="{FF2B5EF4-FFF2-40B4-BE49-F238E27FC236}">
                <a16:creationId xmlns:a16="http://schemas.microsoft.com/office/drawing/2014/main" id="{122883EE-6096-9B39-36AE-53C565F751F9}"/>
              </a:ext>
            </a:extLst>
          </p:cNvPr>
          <p:cNvSpPr/>
          <p:nvPr/>
        </p:nvSpPr>
        <p:spPr>
          <a:xfrm>
            <a:off x="2479314" y="868959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E/150~143</a:t>
            </a:r>
            <a:endParaRPr lang="en-US" altLang="ko-KR" sz="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4" name="사각형: 둥근 모서리 6">
            <a:extLst>
              <a:ext uri="{FF2B5EF4-FFF2-40B4-BE49-F238E27FC236}">
                <a16:creationId xmlns:a16="http://schemas.microsoft.com/office/drawing/2014/main" id="{B3AD1422-A0E4-1582-2F9D-71FE7279D03F}"/>
              </a:ext>
            </a:extLst>
          </p:cNvPr>
          <p:cNvSpPr/>
          <p:nvPr/>
        </p:nvSpPr>
        <p:spPr>
          <a:xfrm>
            <a:off x="3586603" y="2247862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4">
                    <a:lumMod val="75000"/>
                  </a:schemeClr>
                </a:solidFill>
              </a:rPr>
              <a:t>D</a:t>
            </a:r>
            <a:endParaRPr lang="en-US" altLang="ko-KR" sz="6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사각형: 둥근 모서리 6">
            <a:extLst>
              <a:ext uri="{FF2B5EF4-FFF2-40B4-BE49-F238E27FC236}">
                <a16:creationId xmlns:a16="http://schemas.microsoft.com/office/drawing/2014/main" id="{55D24817-077F-353A-BF38-4D9B616761EB}"/>
              </a:ext>
            </a:extLst>
          </p:cNvPr>
          <p:cNvSpPr/>
          <p:nvPr/>
        </p:nvSpPr>
        <p:spPr>
          <a:xfrm>
            <a:off x="4134390" y="2247861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5">
                    <a:lumMod val="75000"/>
                  </a:schemeClr>
                </a:solidFill>
              </a:rPr>
              <a:t>E</a:t>
            </a:r>
            <a:endParaRPr lang="en-US" altLang="ko-KR" sz="6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6" name="사각형: 둥근 모서리 6">
            <a:extLst>
              <a:ext uri="{FF2B5EF4-FFF2-40B4-BE49-F238E27FC236}">
                <a16:creationId xmlns:a16="http://schemas.microsoft.com/office/drawing/2014/main" id="{93719A54-799E-CF5C-74B7-86986FF81A65}"/>
              </a:ext>
            </a:extLst>
          </p:cNvPr>
          <p:cNvSpPr/>
          <p:nvPr/>
        </p:nvSpPr>
        <p:spPr>
          <a:xfrm>
            <a:off x="4691811" y="2247861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6">
                    <a:lumMod val="75000"/>
                  </a:schemeClr>
                </a:solidFill>
              </a:rPr>
              <a:t>F</a:t>
            </a:r>
            <a:endParaRPr lang="en-US" altLang="ko-KR" sz="6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1F25BCA2-C5D4-7270-E435-1869B5084388}"/>
              </a:ext>
            </a:extLst>
          </p:cNvPr>
          <p:cNvSpPr/>
          <p:nvPr/>
        </p:nvSpPr>
        <p:spPr>
          <a:xfrm>
            <a:off x="1923045" y="2249686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rgbClr val="C00000"/>
                </a:solidFill>
              </a:rPr>
              <a:t>A</a:t>
            </a:r>
            <a:endParaRPr lang="en-US" altLang="ko-KR" sz="600" dirty="0">
              <a:solidFill>
                <a:srgbClr val="C00000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7CB10D41-6565-DA39-087A-A978E9252BEE}"/>
              </a:ext>
            </a:extLst>
          </p:cNvPr>
          <p:cNvSpPr/>
          <p:nvPr/>
        </p:nvSpPr>
        <p:spPr>
          <a:xfrm>
            <a:off x="3032084" y="2249686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3">
                    <a:lumMod val="75000"/>
                  </a:schemeClr>
                </a:solidFill>
              </a:rPr>
              <a:t>C</a:t>
            </a:r>
            <a:endParaRPr lang="en-US" altLang="ko-KR" sz="6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41" name="사각형: 둥근 모서리 6">
            <a:extLst>
              <a:ext uri="{FF2B5EF4-FFF2-40B4-BE49-F238E27FC236}">
                <a16:creationId xmlns:a16="http://schemas.microsoft.com/office/drawing/2014/main" id="{0479E2F9-71D6-52AF-5276-A30BE4428A46}"/>
              </a:ext>
            </a:extLst>
          </p:cNvPr>
          <p:cNvSpPr/>
          <p:nvPr/>
        </p:nvSpPr>
        <p:spPr>
          <a:xfrm>
            <a:off x="2479314" y="2249686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tx2"/>
                </a:solidFill>
              </a:rPr>
              <a:t>B</a:t>
            </a:r>
            <a:endParaRPr lang="en-US" altLang="ko-KR" sz="600" dirty="0">
              <a:solidFill>
                <a:schemeClr val="tx2"/>
              </a:solidFill>
            </a:endParaRPr>
          </a:p>
        </p:txBody>
      </p:sp>
      <p:sp>
        <p:nvSpPr>
          <p:cNvPr id="45" name="사각형: 둥근 모서리 6">
            <a:extLst>
              <a:ext uri="{FF2B5EF4-FFF2-40B4-BE49-F238E27FC236}">
                <a16:creationId xmlns:a16="http://schemas.microsoft.com/office/drawing/2014/main" id="{A9242BB8-1EAC-08C2-86CE-215E907FA857}"/>
              </a:ext>
            </a:extLst>
          </p:cNvPr>
          <p:cNvSpPr/>
          <p:nvPr/>
        </p:nvSpPr>
        <p:spPr>
          <a:xfrm>
            <a:off x="4696461" y="2772502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rgbClr val="C00000"/>
                </a:solidFill>
              </a:rPr>
              <a:t>A/120~114</a:t>
            </a:r>
            <a:endParaRPr lang="en-US" altLang="ko-KR" sz="600" dirty="0">
              <a:solidFill>
                <a:srgbClr val="C0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29A07A-81CE-B31D-E2CB-AAE28B5D5358}"/>
              </a:ext>
            </a:extLst>
          </p:cNvPr>
          <p:cNvSpPr txBox="1"/>
          <p:nvPr/>
        </p:nvSpPr>
        <p:spPr>
          <a:xfrm>
            <a:off x="4480552" y="3740500"/>
            <a:ext cx="86594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675" b="1">
                <a:solidFill>
                  <a:srgbClr val="C00000"/>
                </a:solidFill>
              </a:rPr>
              <a:t>A/120~144</a:t>
            </a:r>
          </a:p>
          <a:p>
            <a:r>
              <a:rPr lang="en-KR" sz="675" b="1"/>
              <a:t>Processed Again</a:t>
            </a: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CB795FF6-C358-7084-F1EB-08D4A8CC9E4E}"/>
              </a:ext>
            </a:extLst>
          </p:cNvPr>
          <p:cNvSpPr/>
          <p:nvPr/>
        </p:nvSpPr>
        <p:spPr>
          <a:xfrm>
            <a:off x="1923045" y="4176827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rgbClr val="C00000"/>
                </a:solidFill>
              </a:rPr>
              <a:t>A</a:t>
            </a:r>
            <a:endParaRPr lang="en-US" altLang="ko-KR" sz="6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641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C8C52-6DDA-0143-6D40-FFC1C3151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3D88C807-E8E3-7418-00FF-0AB765E281FA}"/>
              </a:ext>
            </a:extLst>
          </p:cNvPr>
          <p:cNvSpPr/>
          <p:nvPr/>
        </p:nvSpPr>
        <p:spPr>
          <a:xfrm>
            <a:off x="3290098" y="181981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C/132~125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12A6435-8F7B-00FA-4BED-B0F1EEA0454B}"/>
              </a:ext>
            </a:extLst>
          </p:cNvPr>
          <p:cNvSpPr/>
          <p:nvPr/>
        </p:nvSpPr>
        <p:spPr>
          <a:xfrm>
            <a:off x="3970377" y="1819818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accent1"/>
                </a:solidFill>
              </a:rPr>
              <a:t>B/124~121</a:t>
            </a:r>
            <a:endParaRPr lang="en-US" altLang="ko-KR" sz="600" dirty="0">
              <a:solidFill>
                <a:schemeClr val="accent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B85F3ED0-45C6-E0F9-728D-08652D7D57B1}"/>
              </a:ext>
            </a:extLst>
          </p:cNvPr>
          <p:cNvSpPr/>
          <p:nvPr/>
        </p:nvSpPr>
        <p:spPr>
          <a:xfrm>
            <a:off x="4648667" y="1819818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rgbClr val="C00000"/>
                </a:solidFill>
              </a:rPr>
              <a:t>A/120~114</a:t>
            </a:r>
            <a:endParaRPr lang="en-US" altLang="ko-KR" sz="600" dirty="0">
              <a:solidFill>
                <a:srgbClr val="C00000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264E44AA-7416-08FC-F90E-428028C2CDCD}"/>
              </a:ext>
            </a:extLst>
          </p:cNvPr>
          <p:cNvSpPr/>
          <p:nvPr/>
        </p:nvSpPr>
        <p:spPr>
          <a:xfrm>
            <a:off x="63500" y="1815666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6B23877F-975B-502E-8FC7-06477D92B4A5}"/>
              </a:ext>
            </a:extLst>
          </p:cNvPr>
          <p:cNvSpPr/>
          <p:nvPr/>
        </p:nvSpPr>
        <p:spPr>
          <a:xfrm>
            <a:off x="5331985" y="1815666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36E00FEA-36FD-05C3-FBC2-87C49849BE91}"/>
              </a:ext>
            </a:extLst>
          </p:cNvPr>
          <p:cNvSpPr/>
          <p:nvPr/>
        </p:nvSpPr>
        <p:spPr>
          <a:xfrm>
            <a:off x="3967564" y="278085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E/150~143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DCA8DE83-604B-4E9E-8A2D-9177064B51D7}"/>
              </a:ext>
            </a:extLst>
          </p:cNvPr>
          <p:cNvSpPr/>
          <p:nvPr/>
        </p:nvSpPr>
        <p:spPr>
          <a:xfrm>
            <a:off x="126070" y="2039566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[C/132~125, B/124~121, A/120~114]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A6329468-8911-399A-D82D-F0FB7CC1E4EA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850523" y="2143218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3640BF64-9E99-198E-3CA7-02C3C8901DEC}"/>
              </a:ext>
            </a:extLst>
          </p:cNvPr>
          <p:cNvSpPr/>
          <p:nvPr/>
        </p:nvSpPr>
        <p:spPr>
          <a:xfrm>
            <a:off x="5393539" y="2039566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75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1A02FC67-3648-9ADC-2687-5DB90925FEF2}"/>
              </a:ext>
            </a:extLst>
          </p:cNvPr>
          <p:cNvSpPr/>
          <p:nvPr/>
        </p:nvSpPr>
        <p:spPr>
          <a:xfrm>
            <a:off x="4648397" y="278085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D/142~133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3EAFBEE5-88E7-B743-BB3B-E799ACDE0BA9}"/>
              </a:ext>
            </a:extLst>
          </p:cNvPr>
          <p:cNvSpPr/>
          <p:nvPr/>
        </p:nvSpPr>
        <p:spPr>
          <a:xfrm>
            <a:off x="1927053" y="321620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A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36CD6D65-992C-786C-B5F0-4FBB918CCB3B}"/>
              </a:ext>
            </a:extLst>
          </p:cNvPr>
          <p:cNvSpPr/>
          <p:nvPr/>
        </p:nvSpPr>
        <p:spPr>
          <a:xfrm>
            <a:off x="2607886" y="321620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B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B91A098E-A6B0-42D9-F980-AF6173630E9B}"/>
              </a:ext>
            </a:extLst>
          </p:cNvPr>
          <p:cNvSpPr/>
          <p:nvPr/>
        </p:nvSpPr>
        <p:spPr>
          <a:xfrm>
            <a:off x="63501" y="2782679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CBE6A6C7-80A3-F9D6-0AA0-9BAE549730D6}"/>
              </a:ext>
            </a:extLst>
          </p:cNvPr>
          <p:cNvSpPr/>
          <p:nvPr/>
        </p:nvSpPr>
        <p:spPr>
          <a:xfrm>
            <a:off x="5331985" y="2776703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1D86E90E-0823-E0D6-E50A-4EFEEBD201BE}"/>
              </a:ext>
            </a:extLst>
          </p:cNvPr>
          <p:cNvSpPr/>
          <p:nvPr/>
        </p:nvSpPr>
        <p:spPr>
          <a:xfrm>
            <a:off x="126070" y="3000604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[E/150~143, D/142~133, C/132~125,</a:t>
            </a:r>
          </a:p>
          <a:p>
            <a:r>
              <a:rPr lang="en-US" altLang="ko-KR" sz="675"/>
              <a:t>B/124~121, A/120~114]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25CB0437-4C95-B21E-5620-5EA06DCE77CC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1850523" y="3104255"/>
            <a:ext cx="3481463" cy="5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6D3E28DB-2899-824F-9564-A7EEC7E537A7}"/>
              </a:ext>
            </a:extLst>
          </p:cNvPr>
          <p:cNvSpPr/>
          <p:nvPr/>
        </p:nvSpPr>
        <p:spPr>
          <a:xfrm>
            <a:off x="5393539" y="3000603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[132~125, 124~121, 120~114, </a:t>
            </a:r>
            <a:r>
              <a:rPr lang="en-US" altLang="ko-KR" sz="675" dirty="0">
                <a:solidFill>
                  <a:schemeClr val="tx1"/>
                </a:solidFill>
              </a:rPr>
              <a:t>113~106, 105~100</a:t>
            </a:r>
            <a:r>
              <a:rPr lang="en-US" altLang="ko-KR" sz="675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CF055E2B-8A91-E555-A82A-DF5F70E3DE4F}"/>
              </a:ext>
            </a:extLst>
          </p:cNvPr>
          <p:cNvSpPr/>
          <p:nvPr/>
        </p:nvSpPr>
        <p:spPr>
          <a:xfrm>
            <a:off x="1927053" y="417724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D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29CDB2DA-64FB-8138-269C-8B54E98DBC09}"/>
              </a:ext>
            </a:extLst>
          </p:cNvPr>
          <p:cNvSpPr/>
          <p:nvPr/>
        </p:nvSpPr>
        <p:spPr>
          <a:xfrm>
            <a:off x="2607886" y="4177240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E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A32F34F2-2C2C-FD39-60F4-C8A37382D580}"/>
              </a:ext>
            </a:extLst>
          </p:cNvPr>
          <p:cNvSpPr/>
          <p:nvPr/>
        </p:nvSpPr>
        <p:spPr>
          <a:xfrm>
            <a:off x="63501" y="3739514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F5C124C9-D14C-A3E8-53B2-19F5D42181F3}"/>
              </a:ext>
            </a:extLst>
          </p:cNvPr>
          <p:cNvSpPr/>
          <p:nvPr/>
        </p:nvSpPr>
        <p:spPr>
          <a:xfrm>
            <a:off x="5331985" y="3739514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C36B5B18-D972-5C2E-6FBD-EF6D5328E3CA}"/>
              </a:ext>
            </a:extLst>
          </p:cNvPr>
          <p:cNvSpPr/>
          <p:nvPr/>
        </p:nvSpPr>
        <p:spPr>
          <a:xfrm>
            <a:off x="126070" y="3963415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[E/150~143, D/142~133]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248471C4-C8D2-0973-FBF0-0D933AFCB240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850523" y="4067066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FC55FEDE-B939-E139-41DD-F452EE4A6FF3}"/>
              </a:ext>
            </a:extLst>
          </p:cNvPr>
          <p:cNvSpPr/>
          <p:nvPr/>
        </p:nvSpPr>
        <p:spPr>
          <a:xfrm>
            <a:off x="5393539" y="3963414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EF89B9EA-64E9-4D32-2865-65A6C9BEAC3A}"/>
              </a:ext>
            </a:extLst>
          </p:cNvPr>
          <p:cNvSpPr/>
          <p:nvPr/>
        </p:nvSpPr>
        <p:spPr>
          <a:xfrm>
            <a:off x="3512901" y="2534507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6D60F155-6E63-B469-7CFA-CF6E115716FC}"/>
              </a:ext>
            </a:extLst>
          </p:cNvPr>
          <p:cNvSpPr/>
          <p:nvPr/>
        </p:nvSpPr>
        <p:spPr>
          <a:xfrm>
            <a:off x="3512901" y="3497318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608EB0AA-8925-C664-D5BD-3A22C1448BE9}"/>
              </a:ext>
            </a:extLst>
          </p:cNvPr>
          <p:cNvSpPr/>
          <p:nvPr/>
        </p:nvSpPr>
        <p:spPr>
          <a:xfrm>
            <a:off x="3291475" y="321620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18946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C1AA2-1043-331A-43E5-F4CCF5306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8803D6C5-6087-E4D5-6E4B-199939F4BD35}"/>
              </a:ext>
            </a:extLst>
          </p:cNvPr>
          <p:cNvSpPr/>
          <p:nvPr/>
        </p:nvSpPr>
        <p:spPr>
          <a:xfrm>
            <a:off x="3970377" y="1819818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E/150~143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D624CB62-9036-0916-663B-07249D276D8C}"/>
              </a:ext>
            </a:extLst>
          </p:cNvPr>
          <p:cNvSpPr/>
          <p:nvPr/>
        </p:nvSpPr>
        <p:spPr>
          <a:xfrm>
            <a:off x="4648667" y="1819818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D/142~133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0BD9F215-DBB8-2A13-BEF5-77F1733150DE}"/>
              </a:ext>
            </a:extLst>
          </p:cNvPr>
          <p:cNvSpPr/>
          <p:nvPr/>
        </p:nvSpPr>
        <p:spPr>
          <a:xfrm>
            <a:off x="63500" y="1815666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575D76D9-554F-729C-588B-47A93BB57FF1}"/>
              </a:ext>
            </a:extLst>
          </p:cNvPr>
          <p:cNvSpPr/>
          <p:nvPr/>
        </p:nvSpPr>
        <p:spPr>
          <a:xfrm>
            <a:off x="5331985" y="1815666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B8BFBB43-5947-A170-E54F-2FC8A434EF84}"/>
              </a:ext>
            </a:extLst>
          </p:cNvPr>
          <p:cNvSpPr/>
          <p:nvPr/>
        </p:nvSpPr>
        <p:spPr>
          <a:xfrm>
            <a:off x="126070" y="2039566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[E/150~143, D/142~133, C/132~125,</a:t>
            </a:r>
          </a:p>
          <a:p>
            <a:r>
              <a:rPr lang="en-US" altLang="ko-KR" sz="675"/>
              <a:t>B/124~121, A/120~114]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D334BEC2-CB67-27BE-CFCD-6757FAF300C1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850523" y="2143218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E4845554-9940-79D6-C744-A0982E25D233}"/>
              </a:ext>
            </a:extLst>
          </p:cNvPr>
          <p:cNvSpPr/>
          <p:nvPr/>
        </p:nvSpPr>
        <p:spPr>
          <a:xfrm>
            <a:off x="5393539" y="2039566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[124~121, 120~114, 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75"/>
              <a:t>]</a:t>
            </a: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3EBDB5A0-2173-8E67-186D-57EEA922CF1B}"/>
              </a:ext>
            </a:extLst>
          </p:cNvPr>
          <p:cNvSpPr/>
          <p:nvPr/>
        </p:nvSpPr>
        <p:spPr>
          <a:xfrm>
            <a:off x="1927053" y="321620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D</a:t>
            </a:r>
          </a:p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2F56C445-0CD4-286A-F6C7-80C31151BD3B}"/>
              </a:ext>
            </a:extLst>
          </p:cNvPr>
          <p:cNvSpPr/>
          <p:nvPr/>
        </p:nvSpPr>
        <p:spPr>
          <a:xfrm>
            <a:off x="2607886" y="321620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E</a:t>
            </a:r>
          </a:p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DCE6B9F8-F809-77BC-9843-448A456BAB91}"/>
              </a:ext>
            </a:extLst>
          </p:cNvPr>
          <p:cNvSpPr/>
          <p:nvPr/>
        </p:nvSpPr>
        <p:spPr>
          <a:xfrm>
            <a:off x="63501" y="2782679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49DA3393-B29E-A871-08C3-2365BE007A54}"/>
              </a:ext>
            </a:extLst>
          </p:cNvPr>
          <p:cNvSpPr/>
          <p:nvPr/>
        </p:nvSpPr>
        <p:spPr>
          <a:xfrm>
            <a:off x="5331985" y="2776703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2AB4B3F4-90D9-7120-A33E-C8AE917D6522}"/>
              </a:ext>
            </a:extLst>
          </p:cNvPr>
          <p:cNvSpPr/>
          <p:nvPr/>
        </p:nvSpPr>
        <p:spPr>
          <a:xfrm>
            <a:off x="126070" y="3000604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[C/132~125, B/124~121, A/120~114]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35AF1E2-A682-01A8-8189-566F0DD25EE0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1850523" y="3104255"/>
            <a:ext cx="3481463" cy="5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AB66D3E8-8833-C3F8-284B-9A12C1BD3288}"/>
              </a:ext>
            </a:extLst>
          </p:cNvPr>
          <p:cNvSpPr/>
          <p:nvPr/>
        </p:nvSpPr>
        <p:spPr>
          <a:xfrm>
            <a:off x="5393539" y="3000603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[124~121, 120~114, 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75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B07F538C-EAD2-548D-98CD-5EF84B92C52C}"/>
              </a:ext>
            </a:extLst>
          </p:cNvPr>
          <p:cNvSpPr/>
          <p:nvPr/>
        </p:nvSpPr>
        <p:spPr>
          <a:xfrm>
            <a:off x="63501" y="3739514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3643B645-3C8B-E0CE-FC5E-256AD6154B2E}"/>
              </a:ext>
            </a:extLst>
          </p:cNvPr>
          <p:cNvSpPr/>
          <p:nvPr/>
        </p:nvSpPr>
        <p:spPr>
          <a:xfrm>
            <a:off x="5331985" y="3739514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D10C23A6-5746-5A18-C3FC-662B781DF689}"/>
              </a:ext>
            </a:extLst>
          </p:cNvPr>
          <p:cNvSpPr/>
          <p:nvPr/>
        </p:nvSpPr>
        <p:spPr>
          <a:xfrm>
            <a:off x="126070" y="3963415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[C/132~125, B/124~121, A/120~114]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17C1ACEE-68F6-4F73-AA32-A4706691AAD9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850523" y="4067066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E8AB1B65-6940-CF3D-4C47-3858946B71EB}"/>
              </a:ext>
            </a:extLst>
          </p:cNvPr>
          <p:cNvSpPr/>
          <p:nvPr/>
        </p:nvSpPr>
        <p:spPr>
          <a:xfrm>
            <a:off x="5393539" y="3963414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[124~121, 120~114, 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75"/>
              <a:t>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473163F8-AD55-0526-E834-D3B32AD28BF4}"/>
              </a:ext>
            </a:extLst>
          </p:cNvPr>
          <p:cNvSpPr/>
          <p:nvPr/>
        </p:nvSpPr>
        <p:spPr>
          <a:xfrm>
            <a:off x="3512901" y="2534507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9759F91F-2431-98F0-6DE9-9CA0EB5D7026}"/>
              </a:ext>
            </a:extLst>
          </p:cNvPr>
          <p:cNvSpPr/>
          <p:nvPr/>
        </p:nvSpPr>
        <p:spPr>
          <a:xfrm>
            <a:off x="3512901" y="3497318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EE7744A2-0A22-F465-52D2-79E60BB28DCD}"/>
              </a:ext>
            </a:extLst>
          </p:cNvPr>
          <p:cNvSpPr/>
          <p:nvPr/>
        </p:nvSpPr>
        <p:spPr>
          <a:xfrm>
            <a:off x="3290098" y="86713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C/132~125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63BEC69B-6FC1-3626-9C0B-BA4875DD471A}"/>
              </a:ext>
            </a:extLst>
          </p:cNvPr>
          <p:cNvSpPr/>
          <p:nvPr/>
        </p:nvSpPr>
        <p:spPr>
          <a:xfrm>
            <a:off x="3970377" y="86713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B/124~121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0E43E176-D86E-360A-E66D-034C977D26BA}"/>
              </a:ext>
            </a:extLst>
          </p:cNvPr>
          <p:cNvSpPr/>
          <p:nvPr/>
        </p:nvSpPr>
        <p:spPr>
          <a:xfrm>
            <a:off x="4648667" y="86713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A/120~114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E7E39751-C28F-01FE-7E9C-4E3274AC77C9}"/>
              </a:ext>
            </a:extLst>
          </p:cNvPr>
          <p:cNvSpPr/>
          <p:nvPr/>
        </p:nvSpPr>
        <p:spPr>
          <a:xfrm>
            <a:off x="63500" y="862982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F3322E4-FA2A-4887-BE0B-136DEAE360DB}"/>
              </a:ext>
            </a:extLst>
          </p:cNvPr>
          <p:cNvSpPr/>
          <p:nvPr/>
        </p:nvSpPr>
        <p:spPr>
          <a:xfrm>
            <a:off x="5331985" y="862982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F0AA261D-6A8F-839E-FC43-E8025D8405F2}"/>
              </a:ext>
            </a:extLst>
          </p:cNvPr>
          <p:cNvSpPr/>
          <p:nvPr/>
        </p:nvSpPr>
        <p:spPr>
          <a:xfrm>
            <a:off x="126070" y="1086882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[E/150~143, D/142~133, C/132~125,</a:t>
            </a:r>
          </a:p>
          <a:p>
            <a:r>
              <a:rPr lang="en-US" altLang="ko-KR" sz="675"/>
              <a:t>B/124~121, A/120~114]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C5C05747-DA2D-242B-A27E-4CED6A7085B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850523" y="1190534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5C4D4D98-B959-E012-57C3-F1A532116F16}"/>
              </a:ext>
            </a:extLst>
          </p:cNvPr>
          <p:cNvSpPr/>
          <p:nvPr/>
        </p:nvSpPr>
        <p:spPr>
          <a:xfrm>
            <a:off x="5393539" y="1086882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75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E0E8B20E-5E00-573B-2A68-FDDBA2C34638}"/>
              </a:ext>
            </a:extLst>
          </p:cNvPr>
          <p:cNvSpPr/>
          <p:nvPr/>
        </p:nvSpPr>
        <p:spPr>
          <a:xfrm>
            <a:off x="3512901" y="1578780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0FE6EF1D-AE47-AC15-C3D5-D1D4EB0014E7}"/>
              </a:ext>
            </a:extLst>
          </p:cNvPr>
          <p:cNvSpPr/>
          <p:nvPr/>
        </p:nvSpPr>
        <p:spPr>
          <a:xfrm>
            <a:off x="1923045" y="868960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E/150~143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35775A6B-4349-1378-CF6B-53272B5D0D05}"/>
              </a:ext>
            </a:extLst>
          </p:cNvPr>
          <p:cNvSpPr/>
          <p:nvPr/>
        </p:nvSpPr>
        <p:spPr>
          <a:xfrm>
            <a:off x="2603878" y="86895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D/142~133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C3429819-E878-DF7B-C0B4-13FA774CE416}"/>
              </a:ext>
            </a:extLst>
          </p:cNvPr>
          <p:cNvSpPr/>
          <p:nvPr/>
        </p:nvSpPr>
        <p:spPr>
          <a:xfrm>
            <a:off x="1923045" y="2253392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A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6">
            <a:extLst>
              <a:ext uri="{FF2B5EF4-FFF2-40B4-BE49-F238E27FC236}">
                <a16:creationId xmlns:a16="http://schemas.microsoft.com/office/drawing/2014/main" id="{8E01B676-8E5D-67B3-D5A9-1E0A7BA97B4E}"/>
              </a:ext>
            </a:extLst>
          </p:cNvPr>
          <p:cNvSpPr/>
          <p:nvPr/>
        </p:nvSpPr>
        <p:spPr>
          <a:xfrm>
            <a:off x="2603878" y="225339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B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6">
            <a:extLst>
              <a:ext uri="{FF2B5EF4-FFF2-40B4-BE49-F238E27FC236}">
                <a16:creationId xmlns:a16="http://schemas.microsoft.com/office/drawing/2014/main" id="{8B404CA8-748B-ABAE-1DF8-4D06F36253BE}"/>
              </a:ext>
            </a:extLst>
          </p:cNvPr>
          <p:cNvSpPr/>
          <p:nvPr/>
        </p:nvSpPr>
        <p:spPr>
          <a:xfrm>
            <a:off x="3290098" y="373951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E/150~143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6">
            <a:extLst>
              <a:ext uri="{FF2B5EF4-FFF2-40B4-BE49-F238E27FC236}">
                <a16:creationId xmlns:a16="http://schemas.microsoft.com/office/drawing/2014/main" id="{AE7FD256-E9A2-53B1-C68B-62C11233A29B}"/>
              </a:ext>
            </a:extLst>
          </p:cNvPr>
          <p:cNvSpPr/>
          <p:nvPr/>
        </p:nvSpPr>
        <p:spPr>
          <a:xfrm>
            <a:off x="3970377" y="373951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D/142~133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B38BB678-568D-6A2B-2C0B-4D3892093041}"/>
              </a:ext>
            </a:extLst>
          </p:cNvPr>
          <p:cNvSpPr/>
          <p:nvPr/>
        </p:nvSpPr>
        <p:spPr>
          <a:xfrm>
            <a:off x="4648667" y="373951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C/132~125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9416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E357-7BD3-000D-CF3E-8776FA518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8C47790A-87FD-D546-1F18-43E7B34FFF37}"/>
              </a:ext>
            </a:extLst>
          </p:cNvPr>
          <p:cNvSpPr/>
          <p:nvPr/>
        </p:nvSpPr>
        <p:spPr>
          <a:xfrm>
            <a:off x="63500" y="1815666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7F2F8039-6FC1-53EB-3153-DB8837A00BA9}"/>
              </a:ext>
            </a:extLst>
          </p:cNvPr>
          <p:cNvSpPr/>
          <p:nvPr/>
        </p:nvSpPr>
        <p:spPr>
          <a:xfrm>
            <a:off x="5331985" y="1815666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F0639FB1-6FDA-D58E-EC00-DF0EFE194C1A}"/>
              </a:ext>
            </a:extLst>
          </p:cNvPr>
          <p:cNvSpPr/>
          <p:nvPr/>
        </p:nvSpPr>
        <p:spPr>
          <a:xfrm>
            <a:off x="126070" y="2039566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[E/150~143, D/142~133, C/132~125,</a:t>
            </a:r>
          </a:p>
          <a:p>
            <a:r>
              <a:rPr lang="en-US" altLang="ko-KR" sz="675"/>
              <a:t>B/124~121, A/120~114]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B2057D14-02CE-77E3-2959-5AC4089D4448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850523" y="2143218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97CE22D5-E8C0-5390-C685-931FC7030A32}"/>
              </a:ext>
            </a:extLst>
          </p:cNvPr>
          <p:cNvSpPr/>
          <p:nvPr/>
        </p:nvSpPr>
        <p:spPr>
          <a:xfrm>
            <a:off x="5393539" y="2039566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2E82F5D7-D2BA-9A00-5E5B-03F3B390189C}"/>
              </a:ext>
            </a:extLst>
          </p:cNvPr>
          <p:cNvSpPr/>
          <p:nvPr/>
        </p:nvSpPr>
        <p:spPr>
          <a:xfrm>
            <a:off x="63501" y="2782679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4B7BD5B1-627A-DCD0-AC4E-213639AAB817}"/>
              </a:ext>
            </a:extLst>
          </p:cNvPr>
          <p:cNvSpPr/>
          <p:nvPr/>
        </p:nvSpPr>
        <p:spPr>
          <a:xfrm>
            <a:off x="5331985" y="2776703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00DC77CE-F613-0F8C-49E3-B87E0F152237}"/>
              </a:ext>
            </a:extLst>
          </p:cNvPr>
          <p:cNvSpPr/>
          <p:nvPr/>
        </p:nvSpPr>
        <p:spPr>
          <a:xfrm>
            <a:off x="126070" y="3000604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[E/150~143, D/142~133]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2982BD9-7A30-5C5C-1156-5A6054F3F6AD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1850523" y="3104255"/>
            <a:ext cx="3481463" cy="5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A8AFF1A9-9596-CB27-04C7-F542DCF0034D}"/>
              </a:ext>
            </a:extLst>
          </p:cNvPr>
          <p:cNvSpPr/>
          <p:nvPr/>
        </p:nvSpPr>
        <p:spPr>
          <a:xfrm>
            <a:off x="5393539" y="3000603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843D5D8D-A5D1-F9C7-83F9-F6C740D8AB8B}"/>
              </a:ext>
            </a:extLst>
          </p:cNvPr>
          <p:cNvSpPr/>
          <p:nvPr/>
        </p:nvSpPr>
        <p:spPr>
          <a:xfrm>
            <a:off x="63501" y="3739514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8C5EF7D9-A78F-B31F-482B-2BF5FF2164EC}"/>
              </a:ext>
            </a:extLst>
          </p:cNvPr>
          <p:cNvSpPr/>
          <p:nvPr/>
        </p:nvSpPr>
        <p:spPr>
          <a:xfrm>
            <a:off x="5331985" y="3739514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96D85830-4784-FC29-C9F2-6111E9ADA3E9}"/>
              </a:ext>
            </a:extLst>
          </p:cNvPr>
          <p:cNvSpPr/>
          <p:nvPr/>
        </p:nvSpPr>
        <p:spPr>
          <a:xfrm>
            <a:off x="126070" y="3963415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[E/150~143, D/142~133]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34059623-1CFB-BFA3-2A0E-940735FDDFDA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850523" y="4067066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EBDF3DC7-197C-4E4D-EFB7-46570796E328}"/>
              </a:ext>
            </a:extLst>
          </p:cNvPr>
          <p:cNvSpPr/>
          <p:nvPr/>
        </p:nvSpPr>
        <p:spPr>
          <a:xfrm>
            <a:off x="5393539" y="3963414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6A217AFF-F2E9-9C82-2A3A-F1FAC2BDE15F}"/>
              </a:ext>
            </a:extLst>
          </p:cNvPr>
          <p:cNvSpPr/>
          <p:nvPr/>
        </p:nvSpPr>
        <p:spPr>
          <a:xfrm>
            <a:off x="3512901" y="2534507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8C4CC247-4344-AD0A-51DB-F1BDE74D13F6}"/>
              </a:ext>
            </a:extLst>
          </p:cNvPr>
          <p:cNvSpPr/>
          <p:nvPr/>
        </p:nvSpPr>
        <p:spPr>
          <a:xfrm>
            <a:off x="3512901" y="3497318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9985ED37-553A-30FA-D711-88A4C424AE39}"/>
              </a:ext>
            </a:extLst>
          </p:cNvPr>
          <p:cNvSpPr/>
          <p:nvPr/>
        </p:nvSpPr>
        <p:spPr>
          <a:xfrm>
            <a:off x="3290098" y="86713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C/132~125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6662A7EB-951F-5E98-71B2-51AEB5617D32}"/>
              </a:ext>
            </a:extLst>
          </p:cNvPr>
          <p:cNvSpPr/>
          <p:nvPr/>
        </p:nvSpPr>
        <p:spPr>
          <a:xfrm>
            <a:off x="3970377" y="86713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B/124~121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D40F5669-B1B9-2C98-1F97-ED7F5859E8FC}"/>
              </a:ext>
            </a:extLst>
          </p:cNvPr>
          <p:cNvSpPr/>
          <p:nvPr/>
        </p:nvSpPr>
        <p:spPr>
          <a:xfrm>
            <a:off x="4648667" y="86713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A/120~114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BDB68000-0A15-DE25-5CC2-07A749DC69B7}"/>
              </a:ext>
            </a:extLst>
          </p:cNvPr>
          <p:cNvSpPr/>
          <p:nvPr/>
        </p:nvSpPr>
        <p:spPr>
          <a:xfrm>
            <a:off x="63500" y="862982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8A19D3E-1516-74B9-82B3-E68D1AF31540}"/>
              </a:ext>
            </a:extLst>
          </p:cNvPr>
          <p:cNvSpPr/>
          <p:nvPr/>
        </p:nvSpPr>
        <p:spPr>
          <a:xfrm>
            <a:off x="5331985" y="862982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861DBF6B-77EE-E344-03B4-1329A6742C1A}"/>
              </a:ext>
            </a:extLst>
          </p:cNvPr>
          <p:cNvSpPr/>
          <p:nvPr/>
        </p:nvSpPr>
        <p:spPr>
          <a:xfrm>
            <a:off x="126070" y="1086882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[E/150~143, D/142~133, C/132~125,</a:t>
            </a:r>
          </a:p>
          <a:p>
            <a:r>
              <a:rPr lang="en-US" altLang="ko-KR" sz="675"/>
              <a:t>B/124~121, A/120~114]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D310155A-008A-7020-D14F-C868254BA65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850523" y="1190534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46EC197B-5DCF-AA04-A52D-014D89F16C93}"/>
              </a:ext>
            </a:extLst>
          </p:cNvPr>
          <p:cNvSpPr/>
          <p:nvPr/>
        </p:nvSpPr>
        <p:spPr>
          <a:xfrm>
            <a:off x="5393539" y="1086882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75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0B64F4C5-E318-1B73-F8A7-EEB0EED7F250}"/>
              </a:ext>
            </a:extLst>
          </p:cNvPr>
          <p:cNvSpPr/>
          <p:nvPr/>
        </p:nvSpPr>
        <p:spPr>
          <a:xfrm>
            <a:off x="3512901" y="1578780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1C0380CC-1F02-DF5F-FDC0-8AC7A17063EE}"/>
              </a:ext>
            </a:extLst>
          </p:cNvPr>
          <p:cNvSpPr/>
          <p:nvPr/>
        </p:nvSpPr>
        <p:spPr>
          <a:xfrm>
            <a:off x="1923045" y="868960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E/150~143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C5D471EE-FB66-16FE-1EB4-6600143606D9}"/>
              </a:ext>
            </a:extLst>
          </p:cNvPr>
          <p:cNvSpPr/>
          <p:nvPr/>
        </p:nvSpPr>
        <p:spPr>
          <a:xfrm>
            <a:off x="2603878" y="86895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D/142~133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85CD97EE-FEF0-FF89-6EEF-54C2FE421C3C}"/>
              </a:ext>
            </a:extLst>
          </p:cNvPr>
          <p:cNvSpPr/>
          <p:nvPr/>
        </p:nvSpPr>
        <p:spPr>
          <a:xfrm>
            <a:off x="1923045" y="2253392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A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03C981CD-F839-9D8F-386B-9EACC0A10B7D}"/>
              </a:ext>
            </a:extLst>
          </p:cNvPr>
          <p:cNvSpPr/>
          <p:nvPr/>
        </p:nvSpPr>
        <p:spPr>
          <a:xfrm>
            <a:off x="3290098" y="2249194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C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6">
            <a:extLst>
              <a:ext uri="{FF2B5EF4-FFF2-40B4-BE49-F238E27FC236}">
                <a16:creationId xmlns:a16="http://schemas.microsoft.com/office/drawing/2014/main" id="{5B449EDE-5AA1-E2A2-EF02-5D8770D13F4F}"/>
              </a:ext>
            </a:extLst>
          </p:cNvPr>
          <p:cNvSpPr/>
          <p:nvPr/>
        </p:nvSpPr>
        <p:spPr>
          <a:xfrm>
            <a:off x="3970377" y="224919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D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6">
            <a:extLst>
              <a:ext uri="{FF2B5EF4-FFF2-40B4-BE49-F238E27FC236}">
                <a16:creationId xmlns:a16="http://schemas.microsoft.com/office/drawing/2014/main" id="{CE0CE522-864D-5F4E-D634-F9D3AC62A50B}"/>
              </a:ext>
            </a:extLst>
          </p:cNvPr>
          <p:cNvSpPr/>
          <p:nvPr/>
        </p:nvSpPr>
        <p:spPr>
          <a:xfrm>
            <a:off x="4648667" y="224919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E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B2D06BDC-A261-565C-A9AE-21EDA65CB662}"/>
              </a:ext>
            </a:extLst>
          </p:cNvPr>
          <p:cNvSpPr/>
          <p:nvPr/>
        </p:nvSpPr>
        <p:spPr>
          <a:xfrm>
            <a:off x="2603878" y="225101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1E055D9B-0864-5F0A-DBFB-FBD8C4DFA011}"/>
              </a:ext>
            </a:extLst>
          </p:cNvPr>
          <p:cNvSpPr/>
          <p:nvPr/>
        </p:nvSpPr>
        <p:spPr>
          <a:xfrm>
            <a:off x="3970377" y="2768353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E/150~143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A22E125D-BE1B-1C0C-B25B-D5A7B6ACCC91}"/>
              </a:ext>
            </a:extLst>
          </p:cNvPr>
          <p:cNvSpPr/>
          <p:nvPr/>
        </p:nvSpPr>
        <p:spPr>
          <a:xfrm>
            <a:off x="4651210" y="2768351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D/142~133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1" name="사각형: 둥근 모서리 6">
            <a:extLst>
              <a:ext uri="{FF2B5EF4-FFF2-40B4-BE49-F238E27FC236}">
                <a16:creationId xmlns:a16="http://schemas.microsoft.com/office/drawing/2014/main" id="{9F017DE3-74DD-EBDC-B9B2-81CA02EFD9AF}"/>
              </a:ext>
            </a:extLst>
          </p:cNvPr>
          <p:cNvSpPr/>
          <p:nvPr/>
        </p:nvSpPr>
        <p:spPr>
          <a:xfrm>
            <a:off x="1923045" y="4178369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D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94349867-8575-001C-C7C3-BB4560F770CE}"/>
              </a:ext>
            </a:extLst>
          </p:cNvPr>
          <p:cNvSpPr/>
          <p:nvPr/>
        </p:nvSpPr>
        <p:spPr>
          <a:xfrm>
            <a:off x="2603878" y="4175995"/>
            <a:ext cx="602315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AE2BF8-3F79-F688-0991-148CF6A48436}"/>
              </a:ext>
            </a:extLst>
          </p:cNvPr>
          <p:cNvSpPr txBox="1"/>
          <p:nvPr/>
        </p:nvSpPr>
        <p:spPr>
          <a:xfrm>
            <a:off x="4193649" y="3732034"/>
            <a:ext cx="1138337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675" b="1"/>
              <a:t>E/142~133, D/150~143</a:t>
            </a:r>
          </a:p>
          <a:p>
            <a:r>
              <a:rPr lang="en-KR" sz="675" b="1"/>
              <a:t>Not Processed Again</a:t>
            </a:r>
          </a:p>
        </p:txBody>
      </p:sp>
    </p:spTree>
    <p:extLst>
      <p:ext uri="{BB962C8B-B14F-4D97-AF65-F5344CB8AC3E}">
        <p14:creationId xmlns:p14="http://schemas.microsoft.com/office/powerpoint/2010/main" val="998597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C12F3-2281-ED85-CAC6-E3392CCDF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324E68B4-692A-F1E0-B92A-D99651B76B1A}"/>
              </a:ext>
            </a:extLst>
          </p:cNvPr>
          <p:cNvSpPr/>
          <p:nvPr/>
        </p:nvSpPr>
        <p:spPr>
          <a:xfrm>
            <a:off x="63500" y="1815666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8ECB3A79-F528-3088-5740-30D7765F8736}"/>
              </a:ext>
            </a:extLst>
          </p:cNvPr>
          <p:cNvSpPr/>
          <p:nvPr/>
        </p:nvSpPr>
        <p:spPr>
          <a:xfrm>
            <a:off x="5331985" y="1815666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19BE4D9D-BED9-120A-9A0F-2E2B5F26836F}"/>
              </a:ext>
            </a:extLst>
          </p:cNvPr>
          <p:cNvSpPr/>
          <p:nvPr/>
        </p:nvSpPr>
        <p:spPr>
          <a:xfrm>
            <a:off x="126070" y="2039566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[F/155~151, E/150~143, D/142~133, C/132~125, B/124~121, A/120~114]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1A9509CC-38FD-BC11-BFD1-F5E186604BD2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850523" y="2143218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FF5E1A87-ABF0-0742-B279-564EA022EA71}"/>
              </a:ext>
            </a:extLst>
          </p:cNvPr>
          <p:cNvSpPr/>
          <p:nvPr/>
        </p:nvSpPr>
        <p:spPr>
          <a:xfrm>
            <a:off x="5393539" y="2039566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[155~151, 150~143, 142~133, 132~125, 124~121]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A9CDE387-FFC2-E3F1-026D-C9E5DB7DB1CB}"/>
              </a:ext>
            </a:extLst>
          </p:cNvPr>
          <p:cNvSpPr/>
          <p:nvPr/>
        </p:nvSpPr>
        <p:spPr>
          <a:xfrm>
            <a:off x="63501" y="2782679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46B73651-7321-55EB-A5F3-DA73FF102A2A}"/>
              </a:ext>
            </a:extLst>
          </p:cNvPr>
          <p:cNvSpPr/>
          <p:nvPr/>
        </p:nvSpPr>
        <p:spPr>
          <a:xfrm>
            <a:off x="5331985" y="2776703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FA632BF3-9C4D-2E55-B4E6-78B18F9E89E8}"/>
              </a:ext>
            </a:extLst>
          </p:cNvPr>
          <p:cNvSpPr/>
          <p:nvPr/>
        </p:nvSpPr>
        <p:spPr>
          <a:xfrm>
            <a:off x="126070" y="3000604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[A/120~114]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5225436-7163-DB48-043F-F80051430A88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 flipV="1">
            <a:off x="1850523" y="3104255"/>
            <a:ext cx="3481463" cy="5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42653EC1-970D-CC17-43FA-B26AC2D59691}"/>
              </a:ext>
            </a:extLst>
          </p:cNvPr>
          <p:cNvSpPr/>
          <p:nvPr/>
        </p:nvSpPr>
        <p:spPr>
          <a:xfrm>
            <a:off x="5393539" y="3000603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[155~151, 150~143, 142~133, 132~125, 124~121]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FEA81A85-AAE2-7A51-1C6A-50A643FBBDAB}"/>
              </a:ext>
            </a:extLst>
          </p:cNvPr>
          <p:cNvSpPr/>
          <p:nvPr/>
        </p:nvSpPr>
        <p:spPr>
          <a:xfrm>
            <a:off x="63501" y="3739514"/>
            <a:ext cx="1787023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F2BC63C1-4BDA-294E-6DCE-A8698941D1DB}"/>
              </a:ext>
            </a:extLst>
          </p:cNvPr>
          <p:cNvSpPr/>
          <p:nvPr/>
        </p:nvSpPr>
        <p:spPr>
          <a:xfrm>
            <a:off x="5331985" y="3739514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5A9DC1DB-AA1D-80FC-9C45-7F46CDA6DF45}"/>
              </a:ext>
            </a:extLst>
          </p:cNvPr>
          <p:cNvSpPr/>
          <p:nvPr/>
        </p:nvSpPr>
        <p:spPr>
          <a:xfrm>
            <a:off x="126070" y="3963415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[A/120~114]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830B78B5-BF02-375B-2470-7ABE6FC3CC31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850523" y="4067066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FC35AB54-26D4-C63B-7CD9-993B430AF533}"/>
              </a:ext>
            </a:extLst>
          </p:cNvPr>
          <p:cNvSpPr/>
          <p:nvPr/>
        </p:nvSpPr>
        <p:spPr>
          <a:xfrm>
            <a:off x="5393539" y="3963414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[155~151, 150~143, 142~133, 132~125, 124~121]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BFF345A0-515B-6617-C71A-1D1368F6568C}"/>
              </a:ext>
            </a:extLst>
          </p:cNvPr>
          <p:cNvSpPr/>
          <p:nvPr/>
        </p:nvSpPr>
        <p:spPr>
          <a:xfrm>
            <a:off x="3512901" y="2534507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0F626CD3-5DC3-C2F9-26D7-02F9B957C0D6}"/>
              </a:ext>
            </a:extLst>
          </p:cNvPr>
          <p:cNvSpPr/>
          <p:nvPr/>
        </p:nvSpPr>
        <p:spPr>
          <a:xfrm>
            <a:off x="3512901" y="3497318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3AFC68B3-1F9B-A047-116D-CC69C69E5B6A}"/>
              </a:ext>
            </a:extLst>
          </p:cNvPr>
          <p:cNvSpPr/>
          <p:nvPr/>
        </p:nvSpPr>
        <p:spPr>
          <a:xfrm>
            <a:off x="3591254" y="867133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C/132~125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D49F294D-E9F5-8A3E-2E5B-CACD8F2BCAD5}"/>
              </a:ext>
            </a:extLst>
          </p:cNvPr>
          <p:cNvSpPr/>
          <p:nvPr/>
        </p:nvSpPr>
        <p:spPr>
          <a:xfrm>
            <a:off x="4139041" y="867133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B/124~121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A6F461B3-C58D-34DA-5E84-3E52D113501B}"/>
              </a:ext>
            </a:extLst>
          </p:cNvPr>
          <p:cNvSpPr/>
          <p:nvPr/>
        </p:nvSpPr>
        <p:spPr>
          <a:xfrm>
            <a:off x="4696461" y="867133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A/120~114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060527C5-43F0-92B8-251F-6F6F3523A0D8}"/>
              </a:ext>
            </a:extLst>
          </p:cNvPr>
          <p:cNvSpPr/>
          <p:nvPr/>
        </p:nvSpPr>
        <p:spPr>
          <a:xfrm>
            <a:off x="63500" y="862982"/>
            <a:ext cx="1787022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5C941EE-19D3-310D-6E28-9599B33F7790}"/>
              </a:ext>
            </a:extLst>
          </p:cNvPr>
          <p:cNvSpPr/>
          <p:nvPr/>
        </p:nvSpPr>
        <p:spPr>
          <a:xfrm>
            <a:off x="5331985" y="862982"/>
            <a:ext cx="1478228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8" name="사각형: 둥근 모서리 56">
            <a:extLst>
              <a:ext uri="{FF2B5EF4-FFF2-40B4-BE49-F238E27FC236}">
                <a16:creationId xmlns:a16="http://schemas.microsoft.com/office/drawing/2014/main" id="{6DCB5E1E-043E-FAF3-66D3-559A59A84812}"/>
              </a:ext>
            </a:extLst>
          </p:cNvPr>
          <p:cNvSpPr/>
          <p:nvPr/>
        </p:nvSpPr>
        <p:spPr>
          <a:xfrm>
            <a:off x="126070" y="1086882"/>
            <a:ext cx="166188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[F/155~151, E/150~143, D/142~133, C/132~125, B/124~121, A/120~114]</a:t>
            </a:r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7647ADB7-AF33-FF18-4CCA-0665499015A5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850523" y="1190534"/>
            <a:ext cx="348146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8B381A7F-8F97-D974-4AF3-DAA6B8C9DB6E}"/>
              </a:ext>
            </a:extLst>
          </p:cNvPr>
          <p:cNvSpPr/>
          <p:nvPr/>
        </p:nvSpPr>
        <p:spPr>
          <a:xfrm>
            <a:off x="5393539" y="1086882"/>
            <a:ext cx="1355122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75"/>
              <a:t>]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EB26DF62-ABD1-C485-16BF-B973C2A429C6}"/>
              </a:ext>
            </a:extLst>
          </p:cNvPr>
          <p:cNvSpPr/>
          <p:nvPr/>
        </p:nvSpPr>
        <p:spPr>
          <a:xfrm>
            <a:off x="3512901" y="1578780"/>
            <a:ext cx="156706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81EA7C8F-4F34-B699-9465-3DAB0448B359}"/>
              </a:ext>
            </a:extLst>
          </p:cNvPr>
          <p:cNvSpPr/>
          <p:nvPr/>
        </p:nvSpPr>
        <p:spPr>
          <a:xfrm>
            <a:off x="1927695" y="868959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F/155~151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16CA7BD3-1751-CF28-C84E-2E8EAE1499FA}"/>
              </a:ext>
            </a:extLst>
          </p:cNvPr>
          <p:cNvSpPr/>
          <p:nvPr/>
        </p:nvSpPr>
        <p:spPr>
          <a:xfrm>
            <a:off x="3036735" y="868959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D/142~133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6">
            <a:extLst>
              <a:ext uri="{FF2B5EF4-FFF2-40B4-BE49-F238E27FC236}">
                <a16:creationId xmlns:a16="http://schemas.microsoft.com/office/drawing/2014/main" id="{85598022-26FD-D9B5-A033-2387F859E8EE}"/>
              </a:ext>
            </a:extLst>
          </p:cNvPr>
          <p:cNvSpPr/>
          <p:nvPr/>
        </p:nvSpPr>
        <p:spPr>
          <a:xfrm>
            <a:off x="2479314" y="868959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E/150~143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4" name="사각형: 둥근 모서리 6">
            <a:extLst>
              <a:ext uri="{FF2B5EF4-FFF2-40B4-BE49-F238E27FC236}">
                <a16:creationId xmlns:a16="http://schemas.microsoft.com/office/drawing/2014/main" id="{F3B36C12-DBC5-D911-4BC3-48D4A0C319CE}"/>
              </a:ext>
            </a:extLst>
          </p:cNvPr>
          <p:cNvSpPr/>
          <p:nvPr/>
        </p:nvSpPr>
        <p:spPr>
          <a:xfrm>
            <a:off x="3586603" y="2247862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D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5" name="사각형: 둥근 모서리 6">
            <a:extLst>
              <a:ext uri="{FF2B5EF4-FFF2-40B4-BE49-F238E27FC236}">
                <a16:creationId xmlns:a16="http://schemas.microsoft.com/office/drawing/2014/main" id="{B07C2478-4FEB-F8FC-8425-CDD26D01D675}"/>
              </a:ext>
            </a:extLst>
          </p:cNvPr>
          <p:cNvSpPr/>
          <p:nvPr/>
        </p:nvSpPr>
        <p:spPr>
          <a:xfrm>
            <a:off x="4134390" y="2247861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E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6">
            <a:extLst>
              <a:ext uri="{FF2B5EF4-FFF2-40B4-BE49-F238E27FC236}">
                <a16:creationId xmlns:a16="http://schemas.microsoft.com/office/drawing/2014/main" id="{0A80BF7D-6810-7EA0-BC1E-AF485ECFBBC5}"/>
              </a:ext>
            </a:extLst>
          </p:cNvPr>
          <p:cNvSpPr/>
          <p:nvPr/>
        </p:nvSpPr>
        <p:spPr>
          <a:xfrm>
            <a:off x="4691811" y="2247861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F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EF1017E3-657F-AE2A-DE9F-FBD0CB3F0904}"/>
              </a:ext>
            </a:extLst>
          </p:cNvPr>
          <p:cNvSpPr/>
          <p:nvPr/>
        </p:nvSpPr>
        <p:spPr>
          <a:xfrm>
            <a:off x="1923045" y="2249686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A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EC180F48-66EC-44E6-F3EF-9B88EE42B608}"/>
              </a:ext>
            </a:extLst>
          </p:cNvPr>
          <p:cNvSpPr/>
          <p:nvPr/>
        </p:nvSpPr>
        <p:spPr>
          <a:xfrm>
            <a:off x="3032084" y="2249686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C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6">
            <a:extLst>
              <a:ext uri="{FF2B5EF4-FFF2-40B4-BE49-F238E27FC236}">
                <a16:creationId xmlns:a16="http://schemas.microsoft.com/office/drawing/2014/main" id="{8737D916-DC52-0F7C-F3E6-1DE76FAC93C7}"/>
              </a:ext>
            </a:extLst>
          </p:cNvPr>
          <p:cNvSpPr/>
          <p:nvPr/>
        </p:nvSpPr>
        <p:spPr>
          <a:xfrm>
            <a:off x="2479314" y="2249686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B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45" name="사각형: 둥근 모서리 6">
            <a:extLst>
              <a:ext uri="{FF2B5EF4-FFF2-40B4-BE49-F238E27FC236}">
                <a16:creationId xmlns:a16="http://schemas.microsoft.com/office/drawing/2014/main" id="{C7B92695-0995-C22E-1DA7-08EC3907A771}"/>
              </a:ext>
            </a:extLst>
          </p:cNvPr>
          <p:cNvSpPr/>
          <p:nvPr/>
        </p:nvSpPr>
        <p:spPr>
          <a:xfrm>
            <a:off x="4696461" y="2772502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A/120~114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845AAA9-F6A4-5DF9-19A2-18FFAA4C575F}"/>
              </a:ext>
            </a:extLst>
          </p:cNvPr>
          <p:cNvSpPr txBox="1"/>
          <p:nvPr/>
        </p:nvSpPr>
        <p:spPr>
          <a:xfrm>
            <a:off x="4480552" y="3740500"/>
            <a:ext cx="86594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675" b="1"/>
              <a:t>A/120~144</a:t>
            </a:r>
          </a:p>
          <a:p>
            <a:r>
              <a:rPr lang="en-KR" sz="675" b="1"/>
              <a:t>Processed Again</a:t>
            </a: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FC1E2649-C924-BD7B-F732-84E56D5BC2DD}"/>
              </a:ext>
            </a:extLst>
          </p:cNvPr>
          <p:cNvSpPr/>
          <p:nvPr/>
        </p:nvSpPr>
        <p:spPr>
          <a:xfrm>
            <a:off x="1923045" y="4176827"/>
            <a:ext cx="554521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/>
              <a:t>A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358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23ADD-4C8F-4D67-6463-E4A66A93B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B45F215B-00A5-E330-D46E-992B90DD94FD}"/>
              </a:ext>
            </a:extLst>
          </p:cNvPr>
          <p:cNvSpPr/>
          <p:nvPr/>
        </p:nvSpPr>
        <p:spPr>
          <a:xfrm>
            <a:off x="3100088" y="1754738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132~125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F2666A19-E07E-CF16-4ED9-07696E23DFA2}"/>
              </a:ext>
            </a:extLst>
          </p:cNvPr>
          <p:cNvSpPr/>
          <p:nvPr/>
        </p:nvSpPr>
        <p:spPr>
          <a:xfrm>
            <a:off x="3803429" y="1754737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124~121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B1D83E3F-C190-8038-D81A-DA0EA2DCD41C}"/>
              </a:ext>
            </a:extLst>
          </p:cNvPr>
          <p:cNvSpPr/>
          <p:nvPr/>
        </p:nvSpPr>
        <p:spPr>
          <a:xfrm>
            <a:off x="4504714" y="1754737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120~114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B1C92215-39E9-8910-8D02-17396CBCA3C8}"/>
              </a:ext>
            </a:extLst>
          </p:cNvPr>
          <p:cNvSpPr/>
          <p:nvPr/>
        </p:nvSpPr>
        <p:spPr>
          <a:xfrm>
            <a:off x="83374" y="1750586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A898AB81-760B-C8DC-7DA4-DCE2AF32DE77}"/>
              </a:ext>
            </a:extLst>
          </p:cNvPr>
          <p:cNvSpPr/>
          <p:nvPr/>
        </p:nvSpPr>
        <p:spPr>
          <a:xfrm>
            <a:off x="5211198" y="1750586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1F9148F9-FCE8-913B-E57B-C4E5B3898ADF}"/>
              </a:ext>
            </a:extLst>
          </p:cNvPr>
          <p:cNvSpPr/>
          <p:nvPr/>
        </p:nvSpPr>
        <p:spPr>
          <a:xfrm>
            <a:off x="3800521" y="2715771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150~143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8E74A8D3-7A00-B65B-FA81-941E01B5AD61}"/>
              </a:ext>
            </a:extLst>
          </p:cNvPr>
          <p:cNvSpPr/>
          <p:nvPr/>
        </p:nvSpPr>
        <p:spPr>
          <a:xfrm>
            <a:off x="147013" y="1974487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[A132~125, 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1CC38AEB-B4AB-F2BA-F08C-E5E0E0170E19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611714" y="2078138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6D3E6773-C8EA-A1B9-7513-81CB54F0F0EE}"/>
              </a:ext>
            </a:extLst>
          </p:cNvPr>
          <p:cNvSpPr/>
          <p:nvPr/>
        </p:nvSpPr>
        <p:spPr>
          <a:xfrm>
            <a:off x="5274838" y="1974487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75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CE584084-288D-03C6-6324-9D5CB8B99FCE}"/>
              </a:ext>
            </a:extLst>
          </p:cNvPr>
          <p:cNvSpPr/>
          <p:nvPr/>
        </p:nvSpPr>
        <p:spPr>
          <a:xfrm>
            <a:off x="4504435" y="2715770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142~133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2973E791-E84F-4293-8D2B-843E912079AD}"/>
              </a:ext>
            </a:extLst>
          </p:cNvPr>
          <p:cNvSpPr/>
          <p:nvPr/>
        </p:nvSpPr>
        <p:spPr>
          <a:xfrm>
            <a:off x="1690836" y="3151124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120~114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7769FEF1-E43F-BC3E-46E3-F6C34D6124BB}"/>
              </a:ext>
            </a:extLst>
          </p:cNvPr>
          <p:cNvSpPr/>
          <p:nvPr/>
        </p:nvSpPr>
        <p:spPr>
          <a:xfrm>
            <a:off x="2394750" y="315112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124~121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08C30A80-46E3-F62F-7E41-909CE54785C6}"/>
              </a:ext>
            </a:extLst>
          </p:cNvPr>
          <p:cNvSpPr/>
          <p:nvPr/>
        </p:nvSpPr>
        <p:spPr>
          <a:xfrm>
            <a:off x="83374" y="2711623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8981DAF3-7B4E-11B5-DE1C-0F4888083A0C}"/>
              </a:ext>
            </a:extLst>
          </p:cNvPr>
          <p:cNvSpPr/>
          <p:nvPr/>
        </p:nvSpPr>
        <p:spPr>
          <a:xfrm>
            <a:off x="5211198" y="2711623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AC2C03F7-00CC-8612-3C1F-55B073AFF9FD}"/>
              </a:ext>
            </a:extLst>
          </p:cNvPr>
          <p:cNvSpPr/>
          <p:nvPr/>
        </p:nvSpPr>
        <p:spPr>
          <a:xfrm>
            <a:off x="147013" y="2935524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7CC7404B-168C-745C-A6C6-EE38B1F03EF5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1611714" y="3039175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6E7EC374-AF78-451C-26AD-EA0890854F5B}"/>
              </a:ext>
            </a:extLst>
          </p:cNvPr>
          <p:cNvSpPr/>
          <p:nvPr/>
        </p:nvSpPr>
        <p:spPr>
          <a:xfrm>
            <a:off x="5274838" y="2935523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[132~125, 124~121, 120~114, </a:t>
            </a:r>
            <a:r>
              <a:rPr lang="en-US" altLang="ko-KR" sz="675" dirty="0">
                <a:solidFill>
                  <a:schemeClr val="tx1"/>
                </a:solidFill>
              </a:rPr>
              <a:t>113~106, 105~100</a:t>
            </a:r>
            <a:r>
              <a:rPr lang="en-US" altLang="ko-KR" sz="675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BE133265-C91E-6163-F77C-BEF6FCC306AA}"/>
              </a:ext>
            </a:extLst>
          </p:cNvPr>
          <p:cNvSpPr/>
          <p:nvPr/>
        </p:nvSpPr>
        <p:spPr>
          <a:xfrm>
            <a:off x="1690836" y="4112161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142~133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27B953A6-17F4-0B56-7F30-4950030066B4}"/>
              </a:ext>
            </a:extLst>
          </p:cNvPr>
          <p:cNvSpPr/>
          <p:nvPr/>
        </p:nvSpPr>
        <p:spPr>
          <a:xfrm>
            <a:off x="2394750" y="4112161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150~143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7E420290-BF82-EA0D-5F37-F7B34DC00226}"/>
              </a:ext>
            </a:extLst>
          </p:cNvPr>
          <p:cNvSpPr/>
          <p:nvPr/>
        </p:nvSpPr>
        <p:spPr>
          <a:xfrm>
            <a:off x="83374" y="3674434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29019C7D-8365-D28A-3B61-1D200AD41386}"/>
              </a:ext>
            </a:extLst>
          </p:cNvPr>
          <p:cNvSpPr/>
          <p:nvPr/>
        </p:nvSpPr>
        <p:spPr>
          <a:xfrm>
            <a:off x="5211198" y="3674434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1DEDBA63-CFE3-C3DD-F57D-4C83025561FB}"/>
              </a:ext>
            </a:extLst>
          </p:cNvPr>
          <p:cNvSpPr/>
          <p:nvPr/>
        </p:nvSpPr>
        <p:spPr>
          <a:xfrm>
            <a:off x="147013" y="3898335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[150~143, 142~133]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8557B43F-7315-FDAA-B106-C82FC0EF7681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611714" y="4001986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29B37F35-8BCF-8323-E385-B4915070FE41}"/>
              </a:ext>
            </a:extLst>
          </p:cNvPr>
          <p:cNvSpPr/>
          <p:nvPr/>
        </p:nvSpPr>
        <p:spPr>
          <a:xfrm>
            <a:off x="5274838" y="3898334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B16D13FE-011B-8235-61A4-DD5D8169E849}"/>
              </a:ext>
            </a:extLst>
          </p:cNvPr>
          <p:cNvSpPr/>
          <p:nvPr/>
        </p:nvSpPr>
        <p:spPr>
          <a:xfrm>
            <a:off x="3330446" y="2469427"/>
            <a:ext cx="162018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ACF12224-F08C-616E-E51F-D6534C73DFF2}"/>
              </a:ext>
            </a:extLst>
          </p:cNvPr>
          <p:cNvSpPr/>
          <p:nvPr/>
        </p:nvSpPr>
        <p:spPr>
          <a:xfrm>
            <a:off x="3330446" y="3432238"/>
            <a:ext cx="162018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A5FBD9E4-8779-58B2-8646-29B56F25D16E}"/>
              </a:ext>
            </a:extLst>
          </p:cNvPr>
          <p:cNvSpPr/>
          <p:nvPr/>
        </p:nvSpPr>
        <p:spPr>
          <a:xfrm>
            <a:off x="3101513" y="315112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132~125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06463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EBA5C-A6CF-47E6-1EA9-8EB965702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20189D1-A48A-8AE3-37F9-4642D9757BA4}"/>
              </a:ext>
            </a:extLst>
          </p:cNvPr>
          <p:cNvSpPr/>
          <p:nvPr/>
        </p:nvSpPr>
        <p:spPr>
          <a:xfrm>
            <a:off x="83374" y="789552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CFCF76BC-ECFD-9C04-D090-2D7288B99E46}"/>
              </a:ext>
            </a:extLst>
          </p:cNvPr>
          <p:cNvSpPr/>
          <p:nvPr/>
        </p:nvSpPr>
        <p:spPr>
          <a:xfrm>
            <a:off x="5211198" y="789552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3F42307D-731D-83D5-AA64-64D936522644}"/>
              </a:ext>
            </a:extLst>
          </p:cNvPr>
          <p:cNvSpPr/>
          <p:nvPr/>
        </p:nvSpPr>
        <p:spPr>
          <a:xfrm>
            <a:off x="1692320" y="789554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150~143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082B2357-D489-D358-BEBE-DF32AC672F1B}"/>
              </a:ext>
            </a:extLst>
          </p:cNvPr>
          <p:cNvSpPr/>
          <p:nvPr/>
        </p:nvSpPr>
        <p:spPr>
          <a:xfrm>
            <a:off x="147013" y="1013453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C8DA028D-8462-A9C0-171D-C3CE92072FF6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1611714" y="1117104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7EACBF28-F521-593F-1E9A-46BE29094494}"/>
              </a:ext>
            </a:extLst>
          </p:cNvPr>
          <p:cNvSpPr/>
          <p:nvPr/>
        </p:nvSpPr>
        <p:spPr>
          <a:xfrm>
            <a:off x="5274838" y="1013452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75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22A6EF85-8C94-A977-C148-DE37E1819E23}"/>
              </a:ext>
            </a:extLst>
          </p:cNvPr>
          <p:cNvSpPr/>
          <p:nvPr/>
        </p:nvSpPr>
        <p:spPr>
          <a:xfrm>
            <a:off x="2396234" y="78955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142~133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A8CA39C5-56D8-5516-8160-D7C57DC42337}"/>
              </a:ext>
            </a:extLst>
          </p:cNvPr>
          <p:cNvSpPr/>
          <p:nvPr/>
        </p:nvSpPr>
        <p:spPr>
          <a:xfrm>
            <a:off x="3100088" y="78955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132~125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387F784-B583-CA2D-3BEB-CC738E9E53B2}"/>
              </a:ext>
            </a:extLst>
          </p:cNvPr>
          <p:cNvSpPr/>
          <p:nvPr/>
        </p:nvSpPr>
        <p:spPr>
          <a:xfrm>
            <a:off x="3803429" y="78955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124~121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7DC774B8-17EB-9207-477A-1343538EAA0E}"/>
              </a:ext>
            </a:extLst>
          </p:cNvPr>
          <p:cNvSpPr/>
          <p:nvPr/>
        </p:nvSpPr>
        <p:spPr>
          <a:xfrm>
            <a:off x="4504714" y="78955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120~114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18497D89-81A2-52FD-73B7-8CD29A12CDE6}"/>
              </a:ext>
            </a:extLst>
          </p:cNvPr>
          <p:cNvSpPr/>
          <p:nvPr/>
        </p:nvSpPr>
        <p:spPr>
          <a:xfrm>
            <a:off x="83374" y="1750586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DAF9CAA3-27F7-248F-4103-1E2044B86BCA}"/>
              </a:ext>
            </a:extLst>
          </p:cNvPr>
          <p:cNvSpPr/>
          <p:nvPr/>
        </p:nvSpPr>
        <p:spPr>
          <a:xfrm>
            <a:off x="5211198" y="1750586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A9CB33B8-DAC8-E329-58F8-881B04F8086A}"/>
              </a:ext>
            </a:extLst>
          </p:cNvPr>
          <p:cNvSpPr/>
          <p:nvPr/>
        </p:nvSpPr>
        <p:spPr>
          <a:xfrm>
            <a:off x="3800521" y="1750586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150~143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88475CB0-C675-25CC-3EA2-0A789CC09259}"/>
              </a:ext>
            </a:extLst>
          </p:cNvPr>
          <p:cNvSpPr/>
          <p:nvPr/>
        </p:nvSpPr>
        <p:spPr>
          <a:xfrm>
            <a:off x="147013" y="1974487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368A4087-26AD-4137-F919-7CFD6B1285BF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611714" y="2078138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4E8FB8A6-98B9-65A3-D4B4-B6FB017EE3B7}"/>
              </a:ext>
            </a:extLst>
          </p:cNvPr>
          <p:cNvSpPr/>
          <p:nvPr/>
        </p:nvSpPr>
        <p:spPr>
          <a:xfrm>
            <a:off x="5274838" y="1974487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[124~121, 120~114, 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75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2C77377D-13A6-A543-E995-6C21AC6F6E5E}"/>
              </a:ext>
            </a:extLst>
          </p:cNvPr>
          <p:cNvSpPr/>
          <p:nvPr/>
        </p:nvSpPr>
        <p:spPr>
          <a:xfrm>
            <a:off x="4504435" y="1750585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142~133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55A51EA4-2CDA-4E48-80B4-E7ECC2B21B67}"/>
              </a:ext>
            </a:extLst>
          </p:cNvPr>
          <p:cNvSpPr/>
          <p:nvPr/>
        </p:nvSpPr>
        <p:spPr>
          <a:xfrm>
            <a:off x="1690836" y="2185939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120~114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7DCF1646-E8C1-5553-DB46-90F4A799D30D}"/>
              </a:ext>
            </a:extLst>
          </p:cNvPr>
          <p:cNvSpPr/>
          <p:nvPr/>
        </p:nvSpPr>
        <p:spPr>
          <a:xfrm>
            <a:off x="2394750" y="2185939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124~121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5A5FD832-D177-40AC-8661-187ADF63D760}"/>
              </a:ext>
            </a:extLst>
          </p:cNvPr>
          <p:cNvSpPr/>
          <p:nvPr/>
        </p:nvSpPr>
        <p:spPr>
          <a:xfrm>
            <a:off x="83374" y="2711623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062C0199-C290-601D-0D77-E97212239742}"/>
              </a:ext>
            </a:extLst>
          </p:cNvPr>
          <p:cNvSpPr/>
          <p:nvPr/>
        </p:nvSpPr>
        <p:spPr>
          <a:xfrm>
            <a:off x="5211198" y="2711623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024BE11F-836E-1124-8158-0FC3CC9D50D3}"/>
              </a:ext>
            </a:extLst>
          </p:cNvPr>
          <p:cNvSpPr/>
          <p:nvPr/>
        </p:nvSpPr>
        <p:spPr>
          <a:xfrm>
            <a:off x="147013" y="2935524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[150~143, 142~133, 132~125]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80C980A9-2828-7FD4-21A3-6244A2F785E8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1611714" y="3039175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F65DEFF4-2B4F-434F-5810-6A00202A49D0}"/>
              </a:ext>
            </a:extLst>
          </p:cNvPr>
          <p:cNvSpPr/>
          <p:nvPr/>
        </p:nvSpPr>
        <p:spPr>
          <a:xfrm>
            <a:off x="5274838" y="2935523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[124~121, 120~114, 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75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EAE85C0A-DFE6-97C0-9874-7C9935406BD3}"/>
              </a:ext>
            </a:extLst>
          </p:cNvPr>
          <p:cNvSpPr/>
          <p:nvPr/>
        </p:nvSpPr>
        <p:spPr>
          <a:xfrm>
            <a:off x="1690836" y="3146976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142~133</a:t>
            </a:r>
          </a:p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B4006853-73BE-F71C-FA87-43FE9BC61AB2}"/>
              </a:ext>
            </a:extLst>
          </p:cNvPr>
          <p:cNvSpPr/>
          <p:nvPr/>
        </p:nvSpPr>
        <p:spPr>
          <a:xfrm>
            <a:off x="2394750" y="3146976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150~143</a:t>
            </a:r>
          </a:p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B089379F-262A-43A1-8654-6DC75CB5717D}"/>
              </a:ext>
            </a:extLst>
          </p:cNvPr>
          <p:cNvSpPr/>
          <p:nvPr/>
        </p:nvSpPr>
        <p:spPr>
          <a:xfrm>
            <a:off x="83374" y="3674434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D20560C8-1080-CB8B-21B6-3788C16AAD85}"/>
              </a:ext>
            </a:extLst>
          </p:cNvPr>
          <p:cNvSpPr/>
          <p:nvPr/>
        </p:nvSpPr>
        <p:spPr>
          <a:xfrm>
            <a:off x="5211198" y="3674434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9A785450-1458-B16A-F159-77CD4FB7F647}"/>
              </a:ext>
            </a:extLst>
          </p:cNvPr>
          <p:cNvSpPr/>
          <p:nvPr/>
        </p:nvSpPr>
        <p:spPr>
          <a:xfrm>
            <a:off x="147013" y="3898335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96728E3-0952-94BD-B425-5CCA92B44567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611714" y="4001986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616F10B3-4E2E-9B10-40E8-724C655A6256}"/>
              </a:ext>
            </a:extLst>
          </p:cNvPr>
          <p:cNvSpPr/>
          <p:nvPr/>
        </p:nvSpPr>
        <p:spPr>
          <a:xfrm>
            <a:off x="5274838" y="3898334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[124~121, 120~114, 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75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C5240859-7538-1CEC-D152-30F540CE123F}"/>
              </a:ext>
            </a:extLst>
          </p:cNvPr>
          <p:cNvSpPr/>
          <p:nvPr/>
        </p:nvSpPr>
        <p:spPr>
          <a:xfrm>
            <a:off x="3330446" y="1508390"/>
            <a:ext cx="162018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7416C92B-D839-1139-0081-BD508CBD9CE6}"/>
              </a:ext>
            </a:extLst>
          </p:cNvPr>
          <p:cNvSpPr/>
          <p:nvPr/>
        </p:nvSpPr>
        <p:spPr>
          <a:xfrm>
            <a:off x="3330446" y="2469427"/>
            <a:ext cx="162018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D80B1170-85FF-343D-B243-1268B1E57FBD}"/>
              </a:ext>
            </a:extLst>
          </p:cNvPr>
          <p:cNvSpPr/>
          <p:nvPr/>
        </p:nvSpPr>
        <p:spPr>
          <a:xfrm>
            <a:off x="3330446" y="3432238"/>
            <a:ext cx="162018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4" name="사각형: 둥근 모서리 6">
            <a:extLst>
              <a:ext uri="{FF2B5EF4-FFF2-40B4-BE49-F238E27FC236}">
                <a16:creationId xmlns:a16="http://schemas.microsoft.com/office/drawing/2014/main" id="{A49923B2-7696-66F8-B26A-7EDB090C7CE2}"/>
              </a:ext>
            </a:extLst>
          </p:cNvPr>
          <p:cNvSpPr/>
          <p:nvPr/>
        </p:nvSpPr>
        <p:spPr>
          <a:xfrm>
            <a:off x="3096607" y="367858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150~143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65" name="사각형: 둥근 모서리 6">
            <a:extLst>
              <a:ext uri="{FF2B5EF4-FFF2-40B4-BE49-F238E27FC236}">
                <a16:creationId xmlns:a16="http://schemas.microsoft.com/office/drawing/2014/main" id="{F04FC999-7C63-B865-1BA8-FD2ACFCC5EDD}"/>
              </a:ext>
            </a:extLst>
          </p:cNvPr>
          <p:cNvSpPr/>
          <p:nvPr/>
        </p:nvSpPr>
        <p:spPr>
          <a:xfrm>
            <a:off x="3800521" y="367858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142~133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66" name="사각형: 둥근 모서리 6">
            <a:extLst>
              <a:ext uri="{FF2B5EF4-FFF2-40B4-BE49-F238E27FC236}">
                <a16:creationId xmlns:a16="http://schemas.microsoft.com/office/drawing/2014/main" id="{4B738940-8008-95FC-F934-58A61BD61045}"/>
              </a:ext>
            </a:extLst>
          </p:cNvPr>
          <p:cNvSpPr/>
          <p:nvPr/>
        </p:nvSpPr>
        <p:spPr>
          <a:xfrm>
            <a:off x="4504376" y="367858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132~125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5916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F1B00-C1D4-84EB-8EDA-E41643CED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7C0928F7-B939-6A16-62A2-F83C8814BBC9}"/>
              </a:ext>
            </a:extLst>
          </p:cNvPr>
          <p:cNvSpPr/>
          <p:nvPr/>
        </p:nvSpPr>
        <p:spPr>
          <a:xfrm>
            <a:off x="83374" y="789552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B43F3930-45E3-DBDB-9D4F-5A3792E1BDD8}"/>
              </a:ext>
            </a:extLst>
          </p:cNvPr>
          <p:cNvSpPr/>
          <p:nvPr/>
        </p:nvSpPr>
        <p:spPr>
          <a:xfrm>
            <a:off x="5211198" y="789552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7B690BE5-871C-78B6-CCFD-62C96B3B8909}"/>
              </a:ext>
            </a:extLst>
          </p:cNvPr>
          <p:cNvSpPr/>
          <p:nvPr/>
        </p:nvSpPr>
        <p:spPr>
          <a:xfrm>
            <a:off x="1692320" y="789554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150~143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34BCC529-5F92-7FEA-9016-86D46FDE17F1}"/>
              </a:ext>
            </a:extLst>
          </p:cNvPr>
          <p:cNvSpPr/>
          <p:nvPr/>
        </p:nvSpPr>
        <p:spPr>
          <a:xfrm>
            <a:off x="147013" y="1013453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7F346DAA-736B-6BC3-285B-A576D8EFB81D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1611714" y="1117104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B9D1E6C7-8182-CAA5-BEEA-9AE51D0F3311}"/>
              </a:ext>
            </a:extLst>
          </p:cNvPr>
          <p:cNvSpPr/>
          <p:nvPr/>
        </p:nvSpPr>
        <p:spPr>
          <a:xfrm>
            <a:off x="5274838" y="1013452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75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7C1B759E-8E74-0F2E-789F-DC3472445A70}"/>
              </a:ext>
            </a:extLst>
          </p:cNvPr>
          <p:cNvSpPr/>
          <p:nvPr/>
        </p:nvSpPr>
        <p:spPr>
          <a:xfrm>
            <a:off x="2396234" y="78955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142~133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A0BD7EA2-C95D-CA8C-2DF3-74F2AE27091D}"/>
              </a:ext>
            </a:extLst>
          </p:cNvPr>
          <p:cNvSpPr/>
          <p:nvPr/>
        </p:nvSpPr>
        <p:spPr>
          <a:xfrm>
            <a:off x="3100088" y="78955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132~125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0EDB2562-1970-9B1F-32DB-233E6938F804}"/>
              </a:ext>
            </a:extLst>
          </p:cNvPr>
          <p:cNvSpPr/>
          <p:nvPr/>
        </p:nvSpPr>
        <p:spPr>
          <a:xfrm>
            <a:off x="3803429" y="78955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124~121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3A69BF90-9783-D4D2-D1DD-08216ABC4A44}"/>
              </a:ext>
            </a:extLst>
          </p:cNvPr>
          <p:cNvSpPr/>
          <p:nvPr/>
        </p:nvSpPr>
        <p:spPr>
          <a:xfrm>
            <a:off x="4504714" y="789553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120~114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1F1B80E0-85ED-A5D6-5F9C-8759AE202856}"/>
              </a:ext>
            </a:extLst>
          </p:cNvPr>
          <p:cNvSpPr/>
          <p:nvPr/>
        </p:nvSpPr>
        <p:spPr>
          <a:xfrm>
            <a:off x="83374" y="1750586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D2643DD3-5809-9AF0-6A1E-85DD64E248C7}"/>
              </a:ext>
            </a:extLst>
          </p:cNvPr>
          <p:cNvSpPr/>
          <p:nvPr/>
        </p:nvSpPr>
        <p:spPr>
          <a:xfrm>
            <a:off x="5211198" y="1750586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6B5F8EC9-19E9-1BB4-1FB0-4E8DA8C9AAF6}"/>
              </a:ext>
            </a:extLst>
          </p:cNvPr>
          <p:cNvSpPr/>
          <p:nvPr/>
        </p:nvSpPr>
        <p:spPr>
          <a:xfrm>
            <a:off x="147013" y="1974487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2D4E24F8-6B40-4021-1982-DB2A07509D50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611714" y="2078138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0D1CE3B2-E6B9-88E2-8075-3EF9CA716F45}"/>
              </a:ext>
            </a:extLst>
          </p:cNvPr>
          <p:cNvSpPr/>
          <p:nvPr/>
        </p:nvSpPr>
        <p:spPr>
          <a:xfrm>
            <a:off x="5274838" y="1974487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96FB411F-1782-CC60-3B05-B18653CC60EA}"/>
              </a:ext>
            </a:extLst>
          </p:cNvPr>
          <p:cNvSpPr/>
          <p:nvPr/>
        </p:nvSpPr>
        <p:spPr>
          <a:xfrm>
            <a:off x="1690836" y="2185939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120~114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F0CE0A11-2ED5-2694-9147-FEE2CAB488B8}"/>
              </a:ext>
            </a:extLst>
          </p:cNvPr>
          <p:cNvSpPr/>
          <p:nvPr/>
        </p:nvSpPr>
        <p:spPr>
          <a:xfrm>
            <a:off x="2394750" y="2185939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124~121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2CB7FD22-6C85-F193-C3F6-5B8066F03723}"/>
              </a:ext>
            </a:extLst>
          </p:cNvPr>
          <p:cNvSpPr/>
          <p:nvPr/>
        </p:nvSpPr>
        <p:spPr>
          <a:xfrm>
            <a:off x="83374" y="2711623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BF38B831-AC2D-486B-D5E2-2DED6B0B734C}"/>
              </a:ext>
            </a:extLst>
          </p:cNvPr>
          <p:cNvSpPr/>
          <p:nvPr/>
        </p:nvSpPr>
        <p:spPr>
          <a:xfrm>
            <a:off x="5211198" y="2711623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453146AC-6F64-00E5-A172-F641BF4511BB}"/>
              </a:ext>
            </a:extLst>
          </p:cNvPr>
          <p:cNvSpPr/>
          <p:nvPr/>
        </p:nvSpPr>
        <p:spPr>
          <a:xfrm>
            <a:off x="147013" y="2935524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[150~143, 142~133]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73882987-8579-055C-8FDD-B916CDD04E06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1611714" y="3039175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7AEDA990-9BA2-FF78-57C8-DDFD8F95934C}"/>
              </a:ext>
            </a:extLst>
          </p:cNvPr>
          <p:cNvSpPr/>
          <p:nvPr/>
        </p:nvSpPr>
        <p:spPr>
          <a:xfrm>
            <a:off x="5274838" y="2935523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697931D5-2919-56A5-EB93-64560893C8CD}"/>
              </a:ext>
            </a:extLst>
          </p:cNvPr>
          <p:cNvSpPr/>
          <p:nvPr/>
        </p:nvSpPr>
        <p:spPr>
          <a:xfrm>
            <a:off x="83374" y="3674434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7C5BE525-013F-046B-ABBF-B6966EDB9E6D}"/>
              </a:ext>
            </a:extLst>
          </p:cNvPr>
          <p:cNvSpPr/>
          <p:nvPr/>
        </p:nvSpPr>
        <p:spPr>
          <a:xfrm>
            <a:off x="5211198" y="3674434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8D163E86-26A7-B72B-16EA-A1134B98DC47}"/>
              </a:ext>
            </a:extLst>
          </p:cNvPr>
          <p:cNvSpPr/>
          <p:nvPr/>
        </p:nvSpPr>
        <p:spPr>
          <a:xfrm>
            <a:off x="147013" y="3898335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6FF3559D-BF17-C6AC-ECAE-4268D54CCB01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611714" y="4001986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B72309C3-B74E-1E71-7FE5-BFE271C8E1C3}"/>
              </a:ext>
            </a:extLst>
          </p:cNvPr>
          <p:cNvSpPr/>
          <p:nvPr/>
        </p:nvSpPr>
        <p:spPr>
          <a:xfrm>
            <a:off x="5274838" y="3898334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[150~143, 142~133, 132~125,</a:t>
            </a:r>
          </a:p>
          <a:p>
            <a:r>
              <a:rPr lang="en-US" altLang="ko-KR" sz="675"/>
              <a:t>124~121, 120~114]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9E7864D9-5340-9D44-EE54-A904DB50A9D1}"/>
              </a:ext>
            </a:extLst>
          </p:cNvPr>
          <p:cNvSpPr/>
          <p:nvPr/>
        </p:nvSpPr>
        <p:spPr>
          <a:xfrm>
            <a:off x="3330446" y="1508390"/>
            <a:ext cx="162018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DD5FECD9-AF62-27F7-59BD-ECA017DA133C}"/>
              </a:ext>
            </a:extLst>
          </p:cNvPr>
          <p:cNvSpPr/>
          <p:nvPr/>
        </p:nvSpPr>
        <p:spPr>
          <a:xfrm>
            <a:off x="3330446" y="2469427"/>
            <a:ext cx="162018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AAE245B5-05DB-0E2C-791A-34396E299FFF}"/>
              </a:ext>
            </a:extLst>
          </p:cNvPr>
          <p:cNvSpPr/>
          <p:nvPr/>
        </p:nvSpPr>
        <p:spPr>
          <a:xfrm>
            <a:off x="3330446" y="3432238"/>
            <a:ext cx="162018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7" name="사각형: 둥근 모서리 6">
            <a:extLst>
              <a:ext uri="{FF2B5EF4-FFF2-40B4-BE49-F238E27FC236}">
                <a16:creationId xmlns:a16="http://schemas.microsoft.com/office/drawing/2014/main" id="{59B91BF4-DC32-5356-5EB8-A1D9B92796EC}"/>
              </a:ext>
            </a:extLst>
          </p:cNvPr>
          <p:cNvSpPr/>
          <p:nvPr/>
        </p:nvSpPr>
        <p:spPr>
          <a:xfrm>
            <a:off x="3101513" y="2189407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132~125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68" name="사각형: 둥근 모서리 6">
            <a:extLst>
              <a:ext uri="{FF2B5EF4-FFF2-40B4-BE49-F238E27FC236}">
                <a16:creationId xmlns:a16="http://schemas.microsoft.com/office/drawing/2014/main" id="{687CDAF1-1D48-26F3-B3F2-7C001B41BF9E}"/>
              </a:ext>
            </a:extLst>
          </p:cNvPr>
          <p:cNvSpPr/>
          <p:nvPr/>
        </p:nvSpPr>
        <p:spPr>
          <a:xfrm>
            <a:off x="3804854" y="2189407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142~133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69" name="사각형: 둥근 모서리 6">
            <a:extLst>
              <a:ext uri="{FF2B5EF4-FFF2-40B4-BE49-F238E27FC236}">
                <a16:creationId xmlns:a16="http://schemas.microsoft.com/office/drawing/2014/main" id="{E3319DA7-E8E4-7F95-6703-98034A80A510}"/>
              </a:ext>
            </a:extLst>
          </p:cNvPr>
          <p:cNvSpPr/>
          <p:nvPr/>
        </p:nvSpPr>
        <p:spPr>
          <a:xfrm>
            <a:off x="4506139" y="2189407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150~143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72" name="사각형: 둥근 모서리 6">
            <a:extLst>
              <a:ext uri="{FF2B5EF4-FFF2-40B4-BE49-F238E27FC236}">
                <a16:creationId xmlns:a16="http://schemas.microsoft.com/office/drawing/2014/main" id="{BCB141E0-615C-90D6-825B-7A276C4DFA07}"/>
              </a:ext>
            </a:extLst>
          </p:cNvPr>
          <p:cNvSpPr/>
          <p:nvPr/>
        </p:nvSpPr>
        <p:spPr>
          <a:xfrm>
            <a:off x="3800521" y="2708155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150~143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73" name="사각형: 둥근 모서리 6">
            <a:extLst>
              <a:ext uri="{FF2B5EF4-FFF2-40B4-BE49-F238E27FC236}">
                <a16:creationId xmlns:a16="http://schemas.microsoft.com/office/drawing/2014/main" id="{0A9292ED-4CBA-D0FA-08F6-FF5B11A5286E}"/>
              </a:ext>
            </a:extLst>
          </p:cNvPr>
          <p:cNvSpPr/>
          <p:nvPr/>
        </p:nvSpPr>
        <p:spPr>
          <a:xfrm>
            <a:off x="4504435" y="2708155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142~133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74" name="사각형: 둥근 모서리 6">
            <a:extLst>
              <a:ext uri="{FF2B5EF4-FFF2-40B4-BE49-F238E27FC236}">
                <a16:creationId xmlns:a16="http://schemas.microsoft.com/office/drawing/2014/main" id="{0CB6D6B5-D7D9-D714-2EDC-13A414258CFA}"/>
              </a:ext>
            </a:extLst>
          </p:cNvPr>
          <p:cNvSpPr/>
          <p:nvPr/>
        </p:nvSpPr>
        <p:spPr>
          <a:xfrm>
            <a:off x="1690836" y="4109786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142~133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75" name="사각형: 둥근 모서리 6">
            <a:extLst>
              <a:ext uri="{FF2B5EF4-FFF2-40B4-BE49-F238E27FC236}">
                <a16:creationId xmlns:a16="http://schemas.microsoft.com/office/drawing/2014/main" id="{9141E2AB-6BF4-78B1-3336-E96089F127E1}"/>
              </a:ext>
            </a:extLst>
          </p:cNvPr>
          <p:cNvSpPr/>
          <p:nvPr/>
        </p:nvSpPr>
        <p:spPr>
          <a:xfrm>
            <a:off x="2392121" y="4109786"/>
            <a:ext cx="622734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150~143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DB96FF-3D8A-0934-68CB-B009DF47085A}"/>
              </a:ext>
            </a:extLst>
          </p:cNvPr>
          <p:cNvSpPr txBox="1"/>
          <p:nvPr/>
        </p:nvSpPr>
        <p:spPr>
          <a:xfrm>
            <a:off x="4185084" y="3672661"/>
            <a:ext cx="1026115" cy="403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675" b="1"/>
              <a:t>142~133, 150~143</a:t>
            </a:r>
          </a:p>
          <a:p>
            <a:r>
              <a:rPr lang="en-KR" sz="675" b="1"/>
              <a:t>Not Processed Again</a:t>
            </a:r>
          </a:p>
        </p:txBody>
      </p:sp>
    </p:spTree>
    <p:extLst>
      <p:ext uri="{BB962C8B-B14F-4D97-AF65-F5344CB8AC3E}">
        <p14:creationId xmlns:p14="http://schemas.microsoft.com/office/powerpoint/2010/main" val="3721710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9F633-2FDD-CE3D-99B7-B156BEF11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54E09E46-816A-007F-7D39-E265BC6AB286}"/>
              </a:ext>
            </a:extLst>
          </p:cNvPr>
          <p:cNvSpPr/>
          <p:nvPr/>
        </p:nvSpPr>
        <p:spPr>
          <a:xfrm>
            <a:off x="83374" y="789552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472C3BB5-E2B0-379B-8C5F-05B2935D57C1}"/>
              </a:ext>
            </a:extLst>
          </p:cNvPr>
          <p:cNvSpPr/>
          <p:nvPr/>
        </p:nvSpPr>
        <p:spPr>
          <a:xfrm>
            <a:off x="5211198" y="789552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4AE6DEF4-6F6C-293A-0BF6-D0FCE65C122C}"/>
              </a:ext>
            </a:extLst>
          </p:cNvPr>
          <p:cNvSpPr/>
          <p:nvPr/>
        </p:nvSpPr>
        <p:spPr>
          <a:xfrm>
            <a:off x="2250252" y="789554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150~143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6AB99BA0-FD91-F167-D5FC-B7DB1DD0D76F}"/>
              </a:ext>
            </a:extLst>
          </p:cNvPr>
          <p:cNvSpPr/>
          <p:nvPr/>
        </p:nvSpPr>
        <p:spPr>
          <a:xfrm>
            <a:off x="147013" y="1013453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[155~151, 150~143, 142~133, 132~125, 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A6E23804-8864-4D3A-1EBF-9A6ACFFC42A5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1611714" y="1117104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FCBA7A96-E41F-B71F-6A9F-EC33E237FE35}"/>
              </a:ext>
            </a:extLst>
          </p:cNvPr>
          <p:cNvSpPr/>
          <p:nvPr/>
        </p:nvSpPr>
        <p:spPr>
          <a:xfrm>
            <a:off x="5274838" y="1013452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675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648AA92A-2130-3735-EFDE-B23CEB713610}"/>
              </a:ext>
            </a:extLst>
          </p:cNvPr>
          <p:cNvSpPr/>
          <p:nvPr/>
        </p:nvSpPr>
        <p:spPr>
          <a:xfrm>
            <a:off x="2842780" y="789553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142~133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4B1A115A-E5A7-0CA5-A616-CAE4503D712F}"/>
              </a:ext>
            </a:extLst>
          </p:cNvPr>
          <p:cNvSpPr/>
          <p:nvPr/>
        </p:nvSpPr>
        <p:spPr>
          <a:xfrm>
            <a:off x="3436158" y="789553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132~125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D19687B1-2D74-DC1C-D518-2BED9A9BE913}"/>
              </a:ext>
            </a:extLst>
          </p:cNvPr>
          <p:cNvSpPr/>
          <p:nvPr/>
        </p:nvSpPr>
        <p:spPr>
          <a:xfrm>
            <a:off x="4027838" y="789553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124~121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6B8D71E6-E9B4-21B2-9098-A13BE2271CFE}"/>
              </a:ext>
            </a:extLst>
          </p:cNvPr>
          <p:cNvSpPr/>
          <p:nvPr/>
        </p:nvSpPr>
        <p:spPr>
          <a:xfrm>
            <a:off x="4621216" y="789553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120~114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4AB24CC2-AF24-F307-F66D-80328BB8BA9F}"/>
              </a:ext>
            </a:extLst>
          </p:cNvPr>
          <p:cNvSpPr/>
          <p:nvPr/>
        </p:nvSpPr>
        <p:spPr>
          <a:xfrm>
            <a:off x="83374" y="1750586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31DB9B39-4C8B-8077-7A6F-F4EF0B6925B3}"/>
              </a:ext>
            </a:extLst>
          </p:cNvPr>
          <p:cNvSpPr/>
          <p:nvPr/>
        </p:nvSpPr>
        <p:spPr>
          <a:xfrm>
            <a:off x="5211198" y="1750586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F6592258-F90E-8885-BA56-9DA1F475B648}"/>
              </a:ext>
            </a:extLst>
          </p:cNvPr>
          <p:cNvSpPr/>
          <p:nvPr/>
        </p:nvSpPr>
        <p:spPr>
          <a:xfrm>
            <a:off x="147013" y="1974487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[155~151, 150~143, 142~133, 132~125, 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98AF0063-7E2E-E279-A285-961E2B19FE26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1611714" y="2078138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A6C7AFEF-EEF5-C0B9-24B8-BDBB8F6ED852}"/>
              </a:ext>
            </a:extLst>
          </p:cNvPr>
          <p:cNvSpPr/>
          <p:nvPr/>
        </p:nvSpPr>
        <p:spPr>
          <a:xfrm>
            <a:off x="5274838" y="1974487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[155~151, 150~143, 142~133, 132~125, 124~121]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DF30484E-3CAC-3A1D-F50B-9C09A061F507}"/>
              </a:ext>
            </a:extLst>
          </p:cNvPr>
          <p:cNvSpPr/>
          <p:nvPr/>
        </p:nvSpPr>
        <p:spPr>
          <a:xfrm>
            <a:off x="83374" y="2711623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068C36B6-8F77-FBD5-CF26-AF35E8C9BC57}"/>
              </a:ext>
            </a:extLst>
          </p:cNvPr>
          <p:cNvSpPr/>
          <p:nvPr/>
        </p:nvSpPr>
        <p:spPr>
          <a:xfrm>
            <a:off x="5211198" y="2711623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83D493D9-3F80-C181-18AC-C50E82617A15}"/>
              </a:ext>
            </a:extLst>
          </p:cNvPr>
          <p:cNvSpPr/>
          <p:nvPr/>
        </p:nvSpPr>
        <p:spPr>
          <a:xfrm>
            <a:off x="147013" y="2935524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14E2207-21FD-EA05-6016-F1A29E97EFBB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1611714" y="3039175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324C4F16-2FFE-A9A4-0C7D-9BA9790697CB}"/>
              </a:ext>
            </a:extLst>
          </p:cNvPr>
          <p:cNvSpPr/>
          <p:nvPr/>
        </p:nvSpPr>
        <p:spPr>
          <a:xfrm>
            <a:off x="5274838" y="2935523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[124~121, 120~114, 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75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BDD62245-2DEF-3192-C58F-705921AFE919}"/>
              </a:ext>
            </a:extLst>
          </p:cNvPr>
          <p:cNvSpPr/>
          <p:nvPr/>
        </p:nvSpPr>
        <p:spPr>
          <a:xfrm>
            <a:off x="83374" y="3674434"/>
            <a:ext cx="1528340" cy="655104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EB40601A-AC9D-F737-11C8-7DDA2814C53E}"/>
              </a:ext>
            </a:extLst>
          </p:cNvPr>
          <p:cNvSpPr/>
          <p:nvPr/>
        </p:nvSpPr>
        <p:spPr>
          <a:xfrm>
            <a:off x="5211198" y="3674434"/>
            <a:ext cx="1528340" cy="655104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Kafka Broker</a:t>
            </a:r>
            <a:endParaRPr lang="ko-KR" altLang="en-US" sz="75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B1E5DF92-6DED-A517-E8AA-F1148FBCF5D5}"/>
              </a:ext>
            </a:extLst>
          </p:cNvPr>
          <p:cNvSpPr/>
          <p:nvPr/>
        </p:nvSpPr>
        <p:spPr>
          <a:xfrm>
            <a:off x="147013" y="3898335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  <a:endParaRPr lang="en-US" altLang="ko-KR" sz="750"/>
          </a:p>
          <a:p>
            <a:r>
              <a:rPr lang="en-US" altLang="ko-KR" sz="675"/>
              <a:t>[120~114]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0430470E-F06B-7DF6-9F13-B1D231DB89BD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1611714" y="4001986"/>
            <a:ext cx="35994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DC5B19CD-876C-F39E-F142-CA69A9DBDFF0}"/>
              </a:ext>
            </a:extLst>
          </p:cNvPr>
          <p:cNvSpPr/>
          <p:nvPr/>
        </p:nvSpPr>
        <p:spPr>
          <a:xfrm>
            <a:off x="5274838" y="3898334"/>
            <a:ext cx="1401061" cy="375491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endParaRPr lang="en-US" altLang="ko-KR" sz="750"/>
          </a:p>
          <a:p>
            <a:r>
              <a:rPr lang="en-US" altLang="ko-KR" sz="675"/>
              <a:t>[124~121, 120~114, </a:t>
            </a:r>
            <a:r>
              <a:rPr lang="en-US" altLang="ko-KR" sz="675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675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D1935DC7-E57B-DEA3-A4AE-54D31889F31C}"/>
              </a:ext>
            </a:extLst>
          </p:cNvPr>
          <p:cNvSpPr/>
          <p:nvPr/>
        </p:nvSpPr>
        <p:spPr>
          <a:xfrm>
            <a:off x="3328256" y="1508390"/>
            <a:ext cx="162018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78C627CC-A08B-24C3-1083-4C983DE0F0A3}"/>
              </a:ext>
            </a:extLst>
          </p:cNvPr>
          <p:cNvSpPr/>
          <p:nvPr/>
        </p:nvSpPr>
        <p:spPr>
          <a:xfrm>
            <a:off x="3328256" y="2469427"/>
            <a:ext cx="162018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D1554A80-089E-48D7-5D69-CD2B38E2F290}"/>
              </a:ext>
            </a:extLst>
          </p:cNvPr>
          <p:cNvSpPr/>
          <p:nvPr/>
        </p:nvSpPr>
        <p:spPr>
          <a:xfrm>
            <a:off x="3328256" y="3432238"/>
            <a:ext cx="162018" cy="1766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820DDE46-5DAF-E012-A098-F377CAB0CCDB}"/>
              </a:ext>
            </a:extLst>
          </p:cNvPr>
          <p:cNvSpPr/>
          <p:nvPr/>
        </p:nvSpPr>
        <p:spPr>
          <a:xfrm>
            <a:off x="1657231" y="789553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155~151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D538EBD1-C5BD-D113-E481-B5E7A2CD0A7D}"/>
              </a:ext>
            </a:extLst>
          </p:cNvPr>
          <p:cNvSpPr/>
          <p:nvPr/>
        </p:nvSpPr>
        <p:spPr>
          <a:xfrm>
            <a:off x="2248261" y="2184750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124~121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6">
            <a:extLst>
              <a:ext uri="{FF2B5EF4-FFF2-40B4-BE49-F238E27FC236}">
                <a16:creationId xmlns:a16="http://schemas.microsoft.com/office/drawing/2014/main" id="{18455B47-61DA-5419-965B-AFFD81373012}"/>
              </a:ext>
            </a:extLst>
          </p:cNvPr>
          <p:cNvSpPr/>
          <p:nvPr/>
        </p:nvSpPr>
        <p:spPr>
          <a:xfrm>
            <a:off x="2840790" y="2184749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132~125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B52D256-6F77-4BDA-3213-052F30A400C1}"/>
              </a:ext>
            </a:extLst>
          </p:cNvPr>
          <p:cNvSpPr/>
          <p:nvPr/>
        </p:nvSpPr>
        <p:spPr>
          <a:xfrm>
            <a:off x="3434167" y="2184749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142~133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8" name="사각형: 둥근 모서리 6">
            <a:extLst>
              <a:ext uri="{FF2B5EF4-FFF2-40B4-BE49-F238E27FC236}">
                <a16:creationId xmlns:a16="http://schemas.microsoft.com/office/drawing/2014/main" id="{CA49AF96-5705-4B64-C765-9F9F6CE2D64E}"/>
              </a:ext>
            </a:extLst>
          </p:cNvPr>
          <p:cNvSpPr/>
          <p:nvPr/>
        </p:nvSpPr>
        <p:spPr>
          <a:xfrm>
            <a:off x="4025848" y="2184749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150~143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6">
            <a:extLst>
              <a:ext uri="{FF2B5EF4-FFF2-40B4-BE49-F238E27FC236}">
                <a16:creationId xmlns:a16="http://schemas.microsoft.com/office/drawing/2014/main" id="{C21820AB-6405-8092-A831-46C4D4FE8601}"/>
              </a:ext>
            </a:extLst>
          </p:cNvPr>
          <p:cNvSpPr/>
          <p:nvPr/>
        </p:nvSpPr>
        <p:spPr>
          <a:xfrm>
            <a:off x="4619225" y="2184749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155~151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6">
            <a:extLst>
              <a:ext uri="{FF2B5EF4-FFF2-40B4-BE49-F238E27FC236}">
                <a16:creationId xmlns:a16="http://schemas.microsoft.com/office/drawing/2014/main" id="{49FDB520-7448-6318-2B1E-43EB715C5149}"/>
              </a:ext>
            </a:extLst>
          </p:cNvPr>
          <p:cNvSpPr/>
          <p:nvPr/>
        </p:nvSpPr>
        <p:spPr>
          <a:xfrm>
            <a:off x="1655241" y="2184748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120~114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4E7B3F6D-7A59-A827-E239-487F2C4638EA}"/>
              </a:ext>
            </a:extLst>
          </p:cNvPr>
          <p:cNvSpPr/>
          <p:nvPr/>
        </p:nvSpPr>
        <p:spPr>
          <a:xfrm>
            <a:off x="4619225" y="2711623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120~114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05E6C3A1-DA75-0081-9CA1-56EB26BB108C}"/>
              </a:ext>
            </a:extLst>
          </p:cNvPr>
          <p:cNvSpPr/>
          <p:nvPr/>
        </p:nvSpPr>
        <p:spPr>
          <a:xfrm>
            <a:off x="1655240" y="4109786"/>
            <a:ext cx="544466" cy="219752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120~114</a:t>
            </a:r>
            <a:endParaRPr lang="en-US" altLang="ko-KR" sz="675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955A3B-338A-AEBE-02C2-6196CE754329}"/>
              </a:ext>
            </a:extLst>
          </p:cNvPr>
          <p:cNvSpPr txBox="1"/>
          <p:nvPr/>
        </p:nvSpPr>
        <p:spPr>
          <a:xfrm>
            <a:off x="4391023" y="3672661"/>
            <a:ext cx="86594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675" b="1"/>
              <a:t>120~144</a:t>
            </a:r>
          </a:p>
          <a:p>
            <a:r>
              <a:rPr lang="en-KR" sz="675" b="1"/>
              <a:t>Processed Again</a:t>
            </a:r>
          </a:p>
        </p:txBody>
      </p:sp>
    </p:spTree>
    <p:extLst>
      <p:ext uri="{BB962C8B-B14F-4D97-AF65-F5344CB8AC3E}">
        <p14:creationId xmlns:p14="http://schemas.microsoft.com/office/powerpoint/2010/main" val="35534857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019D1-EAF7-E19C-5B42-7B7B20BC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9EF659E-B0FC-6FB9-4D52-36DBCC619A3E}"/>
              </a:ext>
            </a:extLst>
          </p:cNvPr>
          <p:cNvSpPr/>
          <p:nvPr/>
        </p:nvSpPr>
        <p:spPr>
          <a:xfrm>
            <a:off x="136979" y="1351746"/>
            <a:ext cx="1125866" cy="706064"/>
          </a:xfrm>
          <a:prstGeom prst="roundRect">
            <a:avLst>
              <a:gd name="adj" fmla="val 10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 A</a:t>
            </a:r>
            <a:endParaRPr lang="ko-KR" altLang="en-US" sz="75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687D6FB8-4A86-44E8-FBE4-A05FF5DF6EE6}"/>
              </a:ext>
            </a:extLst>
          </p:cNvPr>
          <p:cNvSpPr/>
          <p:nvPr/>
        </p:nvSpPr>
        <p:spPr>
          <a:xfrm>
            <a:off x="4617132" y="719791"/>
            <a:ext cx="2166560" cy="3634157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750" dirty="0"/>
              <a:t>Kafka Broker A</a:t>
            </a:r>
            <a:endParaRPr lang="ko-KR" altLang="en-US" sz="75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8F7DF387-0E33-1A02-BA78-BDC46D03E53A}"/>
              </a:ext>
            </a:extLst>
          </p:cNvPr>
          <p:cNvSpPr/>
          <p:nvPr/>
        </p:nvSpPr>
        <p:spPr>
          <a:xfrm>
            <a:off x="5160352" y="2969251"/>
            <a:ext cx="1080120" cy="2017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Partition </a:t>
            </a:r>
            <a:r>
              <a:rPr lang="en-US" altLang="ko-KR" sz="675" dirty="0"/>
              <a:t>0</a:t>
            </a:r>
            <a:endParaRPr lang="ko-KR" altLang="en-US" sz="675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D1C5E04C-F14F-4DC2-58B7-930BCA52507F}"/>
              </a:ext>
            </a:extLst>
          </p:cNvPr>
          <p:cNvSpPr/>
          <p:nvPr/>
        </p:nvSpPr>
        <p:spPr>
          <a:xfrm>
            <a:off x="5160352" y="3557295"/>
            <a:ext cx="1080120" cy="2017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Partition </a:t>
            </a:r>
            <a:r>
              <a:rPr lang="en-US" altLang="ko-KR" sz="675" dirty="0"/>
              <a:t>0</a:t>
            </a:r>
            <a:endParaRPr lang="ko-KR" altLang="en-US" sz="675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CAA633AD-4E94-B295-51D5-1982F6350463}"/>
              </a:ext>
            </a:extLst>
          </p:cNvPr>
          <p:cNvSpPr/>
          <p:nvPr/>
        </p:nvSpPr>
        <p:spPr>
          <a:xfrm>
            <a:off x="5083219" y="2748331"/>
            <a:ext cx="1234387" cy="473786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Topic A</a:t>
            </a:r>
            <a:endParaRPr lang="ko-KR" altLang="en-US" sz="75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B814A52-E1E9-023A-D280-1D2AC9507EA5}"/>
              </a:ext>
            </a:extLst>
          </p:cNvPr>
          <p:cNvSpPr/>
          <p:nvPr/>
        </p:nvSpPr>
        <p:spPr>
          <a:xfrm>
            <a:off x="5083219" y="3291781"/>
            <a:ext cx="1234387" cy="828576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Topic B</a:t>
            </a:r>
            <a:endParaRPr lang="ko-KR" altLang="en-US" sz="75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6FAC6F3D-7C36-064A-0C92-4EEC85D6B550}"/>
              </a:ext>
            </a:extLst>
          </p:cNvPr>
          <p:cNvSpPr/>
          <p:nvPr/>
        </p:nvSpPr>
        <p:spPr>
          <a:xfrm>
            <a:off x="5160352" y="3835767"/>
            <a:ext cx="1080120" cy="2017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/>
              <a:t>Partition </a:t>
            </a:r>
            <a:r>
              <a:rPr lang="en-US" altLang="ko-KR" sz="675" dirty="0"/>
              <a:t>3</a:t>
            </a:r>
            <a:endParaRPr lang="ko-KR" altLang="en-US" sz="675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513E29FF-EFD9-CCEA-EEF6-5161C30E2B31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262845" y="1704778"/>
            <a:ext cx="335428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AED935F1-071E-34FB-70AB-8CAA5ADFDD93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262308" y="3502131"/>
            <a:ext cx="335482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5573ED60-CF47-E3C0-50A5-300F63E2396F}"/>
              </a:ext>
            </a:extLst>
          </p:cNvPr>
          <p:cNvSpPr/>
          <p:nvPr/>
        </p:nvSpPr>
        <p:spPr>
          <a:xfrm>
            <a:off x="1435393" y="865692"/>
            <a:ext cx="1382564" cy="1654979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Request C </a:t>
            </a:r>
            <a:r>
              <a:rPr lang="en-US" altLang="ko-KR" sz="750" b="1" dirty="0"/>
              <a:t>PID=1 Epoch=1</a:t>
            </a:r>
            <a:endParaRPr lang="ko-KR" altLang="en-US" sz="75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F822CB4-D128-2482-6F4A-3894BEDCD9E7}"/>
              </a:ext>
            </a:extLst>
          </p:cNvPr>
          <p:cNvSpPr/>
          <p:nvPr/>
        </p:nvSpPr>
        <p:spPr>
          <a:xfrm>
            <a:off x="1502219" y="1133645"/>
            <a:ext cx="1248910" cy="496317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Topic A</a:t>
            </a:r>
          </a:p>
          <a:p>
            <a:pPr algn="ctr"/>
            <a:endParaRPr lang="en-US" altLang="ko-KR" sz="788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C3A8BE1E-4EC9-60EC-07C5-9494E1086B6A}"/>
              </a:ext>
            </a:extLst>
          </p:cNvPr>
          <p:cNvSpPr/>
          <p:nvPr/>
        </p:nvSpPr>
        <p:spPr>
          <a:xfrm>
            <a:off x="1576710" y="1332708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0 Records</a:t>
            </a:r>
          </a:p>
          <a:p>
            <a:pPr algn="ctr"/>
            <a:r>
              <a:rPr lang="en-US" altLang="ko-KR" sz="675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F8D22DFB-8823-1305-C31E-857595DFE5FC}"/>
              </a:ext>
            </a:extLst>
          </p:cNvPr>
          <p:cNvSpPr/>
          <p:nvPr/>
        </p:nvSpPr>
        <p:spPr>
          <a:xfrm>
            <a:off x="1507263" y="1698055"/>
            <a:ext cx="1248910" cy="763915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Topic B</a:t>
            </a:r>
          </a:p>
          <a:p>
            <a:pPr algn="ctr"/>
            <a:endParaRPr lang="en-US" altLang="ko-KR" sz="788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AF0C5FD-877C-885F-9F02-47967590D4F7}"/>
              </a:ext>
            </a:extLst>
          </p:cNvPr>
          <p:cNvSpPr/>
          <p:nvPr/>
        </p:nvSpPr>
        <p:spPr>
          <a:xfrm>
            <a:off x="1581755" y="1897120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0 Records</a:t>
            </a:r>
          </a:p>
          <a:p>
            <a:pPr algn="ctr"/>
            <a:r>
              <a:rPr lang="en-US" altLang="ko-KR" sz="675" b="1" dirty="0">
                <a:solidFill>
                  <a:schemeClr val="tx2"/>
                </a:solidFill>
              </a:rPr>
              <a:t>SEQ=215~208</a:t>
            </a:r>
            <a:endParaRPr lang="ko-KR" altLang="en-US" sz="675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33B8110B-C029-451C-B226-C4D013AC0698}"/>
              </a:ext>
            </a:extLst>
          </p:cNvPr>
          <p:cNvSpPr/>
          <p:nvPr/>
        </p:nvSpPr>
        <p:spPr>
          <a:xfrm>
            <a:off x="1581755" y="2175577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3 Records</a:t>
            </a:r>
          </a:p>
          <a:p>
            <a:pPr algn="ctr"/>
            <a:r>
              <a:rPr lang="en-US" altLang="ko-KR" sz="675" b="1" dirty="0">
                <a:solidFill>
                  <a:schemeClr val="tx2"/>
                </a:solidFill>
              </a:rPr>
              <a:t>SEQ=195~186</a:t>
            </a:r>
            <a:endParaRPr lang="ko-KR" altLang="en-US" sz="675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AF69E912-D683-CCCF-CA9A-1C0BFFC8E23D}"/>
              </a:ext>
            </a:extLst>
          </p:cNvPr>
          <p:cNvSpPr/>
          <p:nvPr/>
        </p:nvSpPr>
        <p:spPr>
          <a:xfrm>
            <a:off x="3062020" y="865692"/>
            <a:ext cx="1382564" cy="1654979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Request A </a:t>
            </a:r>
            <a:r>
              <a:rPr lang="en-US" altLang="ko-KR" sz="750" b="1" dirty="0"/>
              <a:t>PID=1 Epoch=1 </a:t>
            </a:r>
            <a:endParaRPr lang="ko-KR" altLang="en-US" sz="75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4D53EAB8-D832-99B3-C379-B743D5414AF4}"/>
              </a:ext>
            </a:extLst>
          </p:cNvPr>
          <p:cNvSpPr/>
          <p:nvPr/>
        </p:nvSpPr>
        <p:spPr>
          <a:xfrm>
            <a:off x="3128847" y="1133645"/>
            <a:ext cx="1248910" cy="496317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Topic A</a:t>
            </a:r>
          </a:p>
          <a:p>
            <a:pPr algn="ctr"/>
            <a:endParaRPr lang="en-US" altLang="ko-KR" sz="788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8F6A3457-38B9-D809-EA36-7308E08BC7DC}"/>
              </a:ext>
            </a:extLst>
          </p:cNvPr>
          <p:cNvSpPr/>
          <p:nvPr/>
        </p:nvSpPr>
        <p:spPr>
          <a:xfrm>
            <a:off x="3203337" y="1332708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0 Records</a:t>
            </a:r>
          </a:p>
          <a:p>
            <a:pPr algn="ctr"/>
            <a:r>
              <a:rPr lang="en-US" altLang="ko-KR" sz="675" b="1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AEEB3CC4-98D5-E257-0768-BD8139DCC30A}"/>
              </a:ext>
            </a:extLst>
          </p:cNvPr>
          <p:cNvSpPr/>
          <p:nvPr/>
        </p:nvSpPr>
        <p:spPr>
          <a:xfrm>
            <a:off x="3133890" y="1698056"/>
            <a:ext cx="1248910" cy="763915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Topic B</a:t>
            </a:r>
          </a:p>
          <a:p>
            <a:pPr algn="ctr"/>
            <a:endParaRPr lang="en-US" altLang="ko-KR" sz="788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8FCAA27-C946-C68B-5BB9-3F1C396FE22C}"/>
              </a:ext>
            </a:extLst>
          </p:cNvPr>
          <p:cNvSpPr/>
          <p:nvPr/>
        </p:nvSpPr>
        <p:spPr>
          <a:xfrm>
            <a:off x="3208382" y="1897120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0 Records</a:t>
            </a:r>
          </a:p>
          <a:p>
            <a:pPr algn="ctr"/>
            <a:r>
              <a:rPr lang="en-US" altLang="ko-KR" sz="675" b="1" dirty="0">
                <a:solidFill>
                  <a:srgbClr val="C00000"/>
                </a:solidFill>
              </a:rPr>
              <a:t>SEQ=207~200</a:t>
            </a:r>
            <a:endParaRPr lang="ko-KR" altLang="en-US" sz="675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AA8D49D3-3EE8-D35D-0E14-D9BA3204E30D}"/>
              </a:ext>
            </a:extLst>
          </p:cNvPr>
          <p:cNvSpPr/>
          <p:nvPr/>
        </p:nvSpPr>
        <p:spPr>
          <a:xfrm>
            <a:off x="3208382" y="2175578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3 Records</a:t>
            </a:r>
          </a:p>
          <a:p>
            <a:pPr algn="ctr"/>
            <a:r>
              <a:rPr lang="en-US" altLang="ko-KR" sz="675" b="1" dirty="0">
                <a:solidFill>
                  <a:srgbClr val="C00000"/>
                </a:solidFill>
              </a:rPr>
              <a:t>SEQ=185~180</a:t>
            </a:r>
            <a:endParaRPr lang="ko-KR" altLang="en-US" sz="675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C104D460-108E-8723-7334-C81271AF4B51}"/>
              </a:ext>
            </a:extLst>
          </p:cNvPr>
          <p:cNvSpPr/>
          <p:nvPr/>
        </p:nvSpPr>
        <p:spPr>
          <a:xfrm>
            <a:off x="2244483" y="2674642"/>
            <a:ext cx="1382564" cy="1654979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Request B </a:t>
            </a:r>
            <a:r>
              <a:rPr lang="en-US" altLang="ko-KR" sz="750" b="1" dirty="0"/>
              <a:t>PID=2 Epoch=3</a:t>
            </a:r>
            <a:endParaRPr lang="ko-KR" altLang="en-US" sz="75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BD187995-DC83-513A-C566-2566CB71DC8E}"/>
              </a:ext>
            </a:extLst>
          </p:cNvPr>
          <p:cNvSpPr/>
          <p:nvPr/>
        </p:nvSpPr>
        <p:spPr>
          <a:xfrm>
            <a:off x="2311310" y="2942594"/>
            <a:ext cx="1248910" cy="496317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Topic A</a:t>
            </a:r>
          </a:p>
          <a:p>
            <a:pPr algn="ctr"/>
            <a:endParaRPr lang="en-US" altLang="ko-KR" sz="75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6163F28E-1A13-0A65-DD36-A270D11333D0}"/>
              </a:ext>
            </a:extLst>
          </p:cNvPr>
          <p:cNvSpPr/>
          <p:nvPr/>
        </p:nvSpPr>
        <p:spPr>
          <a:xfrm>
            <a:off x="2385800" y="3141658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0 Records</a:t>
            </a:r>
          </a:p>
          <a:p>
            <a:pPr algn="ctr"/>
            <a:r>
              <a:rPr lang="en-US" altLang="ko-KR" sz="675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675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E75F20C7-0DD1-BFF7-7AFD-94AFCF36B31C}"/>
              </a:ext>
            </a:extLst>
          </p:cNvPr>
          <p:cNvSpPr/>
          <p:nvPr/>
        </p:nvSpPr>
        <p:spPr>
          <a:xfrm>
            <a:off x="2316354" y="3507006"/>
            <a:ext cx="1248910" cy="763915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Topic B</a:t>
            </a:r>
          </a:p>
          <a:p>
            <a:pPr algn="ctr"/>
            <a:endParaRPr lang="en-US" altLang="ko-KR" sz="75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79642867-40A7-B299-E073-77693DD35632}"/>
              </a:ext>
            </a:extLst>
          </p:cNvPr>
          <p:cNvSpPr/>
          <p:nvPr/>
        </p:nvSpPr>
        <p:spPr>
          <a:xfrm>
            <a:off x="2390845" y="3706070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0 Records</a:t>
            </a:r>
          </a:p>
          <a:p>
            <a:pPr algn="ctr"/>
            <a:r>
              <a:rPr lang="en-US" altLang="ko-KR" sz="675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675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9F59C30A-EFD6-20E8-721B-1FF2DDCEB572}"/>
              </a:ext>
            </a:extLst>
          </p:cNvPr>
          <p:cNvSpPr/>
          <p:nvPr/>
        </p:nvSpPr>
        <p:spPr>
          <a:xfrm>
            <a:off x="2390845" y="3984528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3 Records</a:t>
            </a:r>
          </a:p>
          <a:p>
            <a:pPr algn="ctr"/>
            <a:r>
              <a:rPr lang="en-US" altLang="ko-KR" sz="675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675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11737866-FF56-05B0-B7D5-BC3664E55D79}"/>
              </a:ext>
            </a:extLst>
          </p:cNvPr>
          <p:cNvSpPr/>
          <p:nvPr/>
        </p:nvSpPr>
        <p:spPr>
          <a:xfrm>
            <a:off x="4680317" y="783711"/>
            <a:ext cx="2040189" cy="918392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</a:t>
            </a:r>
            <a:r>
              <a:rPr lang="ko-KR" altLang="en-US" sz="750" b="1"/>
              <a:t> </a:t>
            </a:r>
            <a:r>
              <a:rPr lang="en-US" altLang="ko-KR" sz="750" b="1"/>
              <a:t>PID=1 Epoch=1 </a:t>
            </a:r>
          </a:p>
          <a:p>
            <a:pPr algn="ctr"/>
            <a:endParaRPr lang="en-US" altLang="ko-KR" sz="750" b="1" dirty="0"/>
          </a:p>
          <a:p>
            <a:r>
              <a:rPr lang="en-US" altLang="ko-KR" sz="675" dirty="0"/>
              <a:t>Topic A, Partition 0 / </a:t>
            </a:r>
            <a:r>
              <a:rPr lang="en-US" altLang="ko-KR" sz="675" b="1" dirty="0">
                <a:solidFill>
                  <a:schemeClr val="tx2"/>
                </a:solidFill>
              </a:rPr>
              <a:t>113~106</a:t>
            </a:r>
            <a:r>
              <a:rPr lang="en-US" altLang="ko-KR" sz="675" dirty="0"/>
              <a:t>, </a:t>
            </a:r>
            <a:r>
              <a:rPr lang="en-US" altLang="ko-KR" sz="675" b="1" dirty="0">
                <a:solidFill>
                  <a:srgbClr val="C00000"/>
                </a:solidFill>
              </a:rPr>
              <a:t>105~100</a:t>
            </a:r>
            <a:r>
              <a:rPr lang="en-US" altLang="ko-KR" sz="675" dirty="0"/>
              <a:t>, 99~85, 84~78, 77~70</a:t>
            </a:r>
          </a:p>
          <a:p>
            <a:r>
              <a:rPr lang="en-US" altLang="ko-KR" sz="675" dirty="0"/>
              <a:t>Topic B, Partition 0 / </a:t>
            </a:r>
            <a:r>
              <a:rPr lang="en-US" altLang="ko-KR" sz="675" b="1" dirty="0">
                <a:solidFill>
                  <a:schemeClr val="tx2"/>
                </a:solidFill>
              </a:rPr>
              <a:t>215~208</a:t>
            </a:r>
            <a:r>
              <a:rPr lang="en-US" altLang="ko-KR" sz="675" dirty="0"/>
              <a:t>, </a:t>
            </a:r>
            <a:r>
              <a:rPr lang="en-US" altLang="ko-KR" sz="675" b="1" dirty="0">
                <a:solidFill>
                  <a:srgbClr val="C00000"/>
                </a:solidFill>
              </a:rPr>
              <a:t>207~200</a:t>
            </a:r>
            <a:r>
              <a:rPr lang="en-US" altLang="ko-KR" sz="675" dirty="0"/>
              <a:t>, 199~190, 189~179, 178~170</a:t>
            </a:r>
          </a:p>
          <a:p>
            <a:r>
              <a:rPr lang="en-US" altLang="ko-KR" sz="675" dirty="0"/>
              <a:t>Topic B, Partition 3 / </a:t>
            </a:r>
            <a:r>
              <a:rPr lang="en-US" altLang="ko-KR" sz="675" b="1" dirty="0">
                <a:solidFill>
                  <a:schemeClr val="tx2"/>
                </a:solidFill>
              </a:rPr>
              <a:t>195~186</a:t>
            </a:r>
            <a:r>
              <a:rPr lang="en-US" altLang="ko-KR" sz="675" dirty="0">
                <a:solidFill>
                  <a:schemeClr val="tx1"/>
                </a:solidFill>
              </a:rPr>
              <a:t>,</a:t>
            </a:r>
            <a:r>
              <a:rPr lang="ko-KR" altLang="en-US" sz="675" dirty="0">
                <a:solidFill>
                  <a:schemeClr val="tx1"/>
                </a:solidFill>
              </a:rPr>
              <a:t> </a:t>
            </a:r>
            <a:r>
              <a:rPr lang="en-US" altLang="ko-KR" sz="675" b="1" dirty="0">
                <a:solidFill>
                  <a:srgbClr val="C00000"/>
                </a:solidFill>
              </a:rPr>
              <a:t>185~180</a:t>
            </a:r>
            <a:r>
              <a:rPr lang="en-US" altLang="ko-KR" sz="675" dirty="0">
                <a:solidFill>
                  <a:schemeClr val="tx1"/>
                </a:solidFill>
              </a:rPr>
              <a:t>, 179~169, 168~161, 160~152</a:t>
            </a:r>
            <a:endParaRPr lang="en-US" altLang="ko-KR" sz="75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E19E03ED-5046-9E20-758A-35B6467EEC8F}"/>
              </a:ext>
            </a:extLst>
          </p:cNvPr>
          <p:cNvSpPr/>
          <p:nvPr/>
        </p:nvSpPr>
        <p:spPr>
          <a:xfrm>
            <a:off x="4680317" y="1766020"/>
            <a:ext cx="2040189" cy="918392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Cached SEQ PID=2 Epoch=3 </a:t>
            </a:r>
          </a:p>
          <a:p>
            <a:pPr algn="ctr"/>
            <a:endParaRPr lang="en-US" altLang="ko-KR" sz="750" b="1" dirty="0"/>
          </a:p>
          <a:p>
            <a:r>
              <a:rPr lang="en-US" altLang="ko-KR" sz="675" dirty="0"/>
              <a:t>Topic A, Partition 0 / </a:t>
            </a:r>
            <a:r>
              <a:rPr lang="en-US" altLang="ko-KR" sz="675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675" dirty="0"/>
              <a:t>, </a:t>
            </a:r>
            <a:r>
              <a:rPr lang="en-US" altLang="ko-KR" sz="675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675" dirty="0"/>
              <a:t>Topic B, Partition 0 / </a:t>
            </a:r>
            <a:r>
              <a:rPr lang="en-US" altLang="ko-KR" sz="675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675" dirty="0"/>
              <a:t>, </a:t>
            </a:r>
            <a:r>
              <a:rPr lang="en-US" altLang="ko-KR" sz="675" dirty="0">
                <a:solidFill>
                  <a:schemeClr val="tx1"/>
                </a:solidFill>
              </a:rPr>
              <a:t>501~493, 492~482, 481~472, 471~458</a:t>
            </a:r>
            <a:endParaRPr lang="en-US" altLang="ko-KR" sz="675" dirty="0"/>
          </a:p>
          <a:p>
            <a:r>
              <a:rPr lang="en-US" altLang="ko-KR" sz="675" dirty="0"/>
              <a:t>Topic B, Partition 3 / </a:t>
            </a:r>
            <a:r>
              <a:rPr lang="en-US" altLang="ko-KR" sz="675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675" dirty="0">
                <a:solidFill>
                  <a:schemeClr val="tx1"/>
                </a:solidFill>
              </a:rPr>
              <a:t>, 473~472,</a:t>
            </a:r>
            <a:r>
              <a:rPr lang="ko-KR" altLang="en-US" sz="675" dirty="0">
                <a:solidFill>
                  <a:schemeClr val="tx1"/>
                </a:solidFill>
              </a:rPr>
              <a:t> </a:t>
            </a:r>
            <a:r>
              <a:rPr lang="en-US" altLang="ko-KR" sz="675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9" name="사각형: 둥근 모서리 56">
            <a:extLst>
              <a:ext uri="{FF2B5EF4-FFF2-40B4-BE49-F238E27FC236}">
                <a16:creationId xmlns:a16="http://schemas.microsoft.com/office/drawing/2014/main" id="{AA43C9DC-0B64-B108-E81A-47001F804AB5}"/>
              </a:ext>
            </a:extLst>
          </p:cNvPr>
          <p:cNvSpPr/>
          <p:nvPr/>
        </p:nvSpPr>
        <p:spPr>
          <a:xfrm>
            <a:off x="190660" y="1597586"/>
            <a:ext cx="1018505" cy="406391"/>
          </a:xfrm>
          <a:prstGeom prst="roundRect">
            <a:avLst>
              <a:gd name="adj" fmla="val 1473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</a:p>
          <a:p>
            <a:pPr algn="ctr"/>
            <a:r>
              <a:rPr lang="en-US" altLang="ko-KR" sz="750" dirty="0"/>
              <a:t>A, C</a:t>
            </a:r>
          </a:p>
        </p:txBody>
      </p:sp>
      <p:sp>
        <p:nvSpPr>
          <p:cNvPr id="20" name="사각형: 둥근 모서리 56">
            <a:extLst>
              <a:ext uri="{FF2B5EF4-FFF2-40B4-BE49-F238E27FC236}">
                <a16:creationId xmlns:a16="http://schemas.microsoft.com/office/drawing/2014/main" id="{B48E9E42-7874-5428-0F2F-26DEF89C53E0}"/>
              </a:ext>
            </a:extLst>
          </p:cNvPr>
          <p:cNvSpPr/>
          <p:nvPr/>
        </p:nvSpPr>
        <p:spPr>
          <a:xfrm>
            <a:off x="136443" y="3149099"/>
            <a:ext cx="1125866" cy="706064"/>
          </a:xfrm>
          <a:prstGeom prst="roundRect">
            <a:avLst>
              <a:gd name="adj" fmla="val 10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/>
              <a:t>Producer A</a:t>
            </a:r>
            <a:endParaRPr lang="ko-KR" altLang="en-US" sz="750" dirty="0"/>
          </a:p>
        </p:txBody>
      </p:sp>
      <p:sp>
        <p:nvSpPr>
          <p:cNvPr id="21" name="사각형: 둥근 모서리 56">
            <a:extLst>
              <a:ext uri="{FF2B5EF4-FFF2-40B4-BE49-F238E27FC236}">
                <a16:creationId xmlns:a16="http://schemas.microsoft.com/office/drawing/2014/main" id="{7F2915B5-7DAD-7541-4C96-A2B2667B65D9}"/>
              </a:ext>
            </a:extLst>
          </p:cNvPr>
          <p:cNvSpPr/>
          <p:nvPr/>
        </p:nvSpPr>
        <p:spPr>
          <a:xfrm>
            <a:off x="190124" y="3394939"/>
            <a:ext cx="1018505" cy="406391"/>
          </a:xfrm>
          <a:prstGeom prst="roundRect">
            <a:avLst>
              <a:gd name="adj" fmla="val 1473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In-flight Requests</a:t>
            </a:r>
          </a:p>
          <a:p>
            <a:pPr algn="ctr"/>
            <a:r>
              <a:rPr lang="en-US" altLang="ko-KR" sz="750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994996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B234D-40D7-1F1B-5A1D-2D48EBA0D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B32F192D-2629-18AA-A6F5-0609FC7D8FE9}"/>
              </a:ext>
            </a:extLst>
          </p:cNvPr>
          <p:cNvSpPr/>
          <p:nvPr/>
        </p:nvSpPr>
        <p:spPr>
          <a:xfrm>
            <a:off x="176731" y="3210118"/>
            <a:ext cx="841519" cy="432093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88"/>
              <a:t>Producer B</a:t>
            </a:r>
            <a:endParaRPr lang="ko-KR" altLang="en-US" sz="788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7CEA34A4-E1A9-F74C-17BA-A392D147CC0B}"/>
              </a:ext>
            </a:extLst>
          </p:cNvPr>
          <p:cNvSpPr/>
          <p:nvPr/>
        </p:nvSpPr>
        <p:spPr>
          <a:xfrm>
            <a:off x="176731" y="1520603"/>
            <a:ext cx="841519" cy="432093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88"/>
              <a:t>Producer A</a:t>
            </a:r>
            <a:endParaRPr lang="ko-KR" altLang="en-US" sz="788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9D82B714-7D65-208A-6CC5-BDDB4DFA9940}"/>
              </a:ext>
            </a:extLst>
          </p:cNvPr>
          <p:cNvSpPr/>
          <p:nvPr/>
        </p:nvSpPr>
        <p:spPr>
          <a:xfrm>
            <a:off x="4514712" y="1623692"/>
            <a:ext cx="1404156" cy="1900958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750" dirty="0"/>
              <a:t>Kafka Broker A</a:t>
            </a:r>
            <a:endParaRPr lang="ko-KR" altLang="en-US" sz="75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4E7A7EF0-1CF5-19CC-875E-CC7940DCC44E}"/>
              </a:ext>
            </a:extLst>
          </p:cNvPr>
          <p:cNvSpPr/>
          <p:nvPr/>
        </p:nvSpPr>
        <p:spPr>
          <a:xfrm>
            <a:off x="4676729" y="2187431"/>
            <a:ext cx="1080120" cy="2017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/>
              <a:t>Partition </a:t>
            </a:r>
            <a:r>
              <a:rPr lang="en-US" altLang="ko-KR" sz="750" dirty="0"/>
              <a:t>0</a:t>
            </a:r>
            <a:endParaRPr lang="ko-KR" altLang="en-US" sz="75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1F64F997-6190-9E79-5DFC-2FF91A9BA8A6}"/>
              </a:ext>
            </a:extLst>
          </p:cNvPr>
          <p:cNvSpPr/>
          <p:nvPr/>
        </p:nvSpPr>
        <p:spPr>
          <a:xfrm>
            <a:off x="4676729" y="2757383"/>
            <a:ext cx="1080120" cy="2017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/>
              <a:t>Partition </a:t>
            </a:r>
            <a:r>
              <a:rPr lang="en-US" altLang="ko-KR" sz="750" dirty="0"/>
              <a:t>0</a:t>
            </a:r>
            <a:endParaRPr lang="ko-KR" altLang="en-US" sz="75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AA7C2AD7-8E94-466C-202A-E23DCE457CE5}"/>
              </a:ext>
            </a:extLst>
          </p:cNvPr>
          <p:cNvSpPr/>
          <p:nvPr/>
        </p:nvSpPr>
        <p:spPr>
          <a:xfrm>
            <a:off x="4599597" y="1966512"/>
            <a:ext cx="1234387" cy="473786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88" dirty="0"/>
              <a:t>Topic A</a:t>
            </a:r>
            <a:endParaRPr lang="ko-KR" altLang="en-US" sz="788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2B0BED5-4A7B-53F6-48D9-717F9E20EBFA}"/>
              </a:ext>
            </a:extLst>
          </p:cNvPr>
          <p:cNvSpPr/>
          <p:nvPr/>
        </p:nvSpPr>
        <p:spPr>
          <a:xfrm>
            <a:off x="4599597" y="2491868"/>
            <a:ext cx="1234387" cy="828576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88" dirty="0"/>
              <a:t>Topic B</a:t>
            </a:r>
            <a:endParaRPr lang="ko-KR" altLang="en-US" sz="788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D79B1CDF-72FB-DAAD-AA0D-347C8F2EBFA1}"/>
              </a:ext>
            </a:extLst>
          </p:cNvPr>
          <p:cNvSpPr/>
          <p:nvPr/>
        </p:nvSpPr>
        <p:spPr>
          <a:xfrm>
            <a:off x="4676729" y="3035855"/>
            <a:ext cx="1080120" cy="2017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/>
              <a:t>Partition </a:t>
            </a:r>
            <a:r>
              <a:rPr lang="en-US" altLang="ko-KR" sz="750" dirty="0"/>
              <a:t>3</a:t>
            </a:r>
            <a:endParaRPr lang="ko-KR" altLang="en-US" sz="75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4377B713-AF8B-95CD-394B-01E649374F33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018249" y="1736650"/>
            <a:ext cx="3496463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D381C1A-4635-05A0-8CE7-27C7DBB3CDF0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1018249" y="3426164"/>
            <a:ext cx="3496463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33468461-9C66-4EB8-2E22-845F21EDFFFB}"/>
              </a:ext>
            </a:extLst>
          </p:cNvPr>
          <p:cNvSpPr/>
          <p:nvPr/>
        </p:nvSpPr>
        <p:spPr>
          <a:xfrm>
            <a:off x="1262313" y="897564"/>
            <a:ext cx="1382564" cy="1654979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Request C </a:t>
            </a:r>
            <a:r>
              <a:rPr lang="en-US" altLang="ko-KR" sz="750" b="1" dirty="0"/>
              <a:t>PID=1 Epoch=1</a:t>
            </a:r>
            <a:endParaRPr lang="ko-KR" altLang="en-US" sz="75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BB6DF3F2-AD2C-42C3-CC39-AFAAC0A78415}"/>
              </a:ext>
            </a:extLst>
          </p:cNvPr>
          <p:cNvSpPr/>
          <p:nvPr/>
        </p:nvSpPr>
        <p:spPr>
          <a:xfrm>
            <a:off x="1329139" y="1165517"/>
            <a:ext cx="1248910" cy="496317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675" dirty="0"/>
              <a:t>Topic A</a:t>
            </a:r>
          </a:p>
          <a:p>
            <a:pPr algn="ctr"/>
            <a:endParaRPr lang="en-US" altLang="ko-KR" sz="7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4332C36B-2903-4A3C-2A4B-D5FE208E12D5}"/>
              </a:ext>
            </a:extLst>
          </p:cNvPr>
          <p:cNvSpPr/>
          <p:nvPr/>
        </p:nvSpPr>
        <p:spPr>
          <a:xfrm>
            <a:off x="1403630" y="1364580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0 Records</a:t>
            </a:r>
          </a:p>
          <a:p>
            <a:pPr algn="ctr"/>
            <a:r>
              <a:rPr lang="en-US" altLang="ko-KR" sz="675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778DB065-99C4-C860-8069-F3F79CA7370D}"/>
              </a:ext>
            </a:extLst>
          </p:cNvPr>
          <p:cNvSpPr/>
          <p:nvPr/>
        </p:nvSpPr>
        <p:spPr>
          <a:xfrm>
            <a:off x="1334184" y="1729927"/>
            <a:ext cx="1248910" cy="763915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675" dirty="0"/>
              <a:t>Topic B</a:t>
            </a:r>
          </a:p>
          <a:p>
            <a:pPr algn="ctr"/>
            <a:endParaRPr lang="en-US" altLang="ko-KR" sz="75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61D0269-7666-433F-00AB-B04CE2044E6E}"/>
              </a:ext>
            </a:extLst>
          </p:cNvPr>
          <p:cNvSpPr/>
          <p:nvPr/>
        </p:nvSpPr>
        <p:spPr>
          <a:xfrm>
            <a:off x="1408675" y="1928992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0 Records</a:t>
            </a:r>
          </a:p>
          <a:p>
            <a:pPr algn="ctr"/>
            <a:r>
              <a:rPr lang="en-US" altLang="ko-KR" sz="675" b="1" dirty="0">
                <a:solidFill>
                  <a:schemeClr val="tx2"/>
                </a:solidFill>
              </a:rPr>
              <a:t>SEQ=215~208</a:t>
            </a:r>
            <a:endParaRPr lang="ko-KR" altLang="en-US" sz="675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8499D262-347C-961D-C5C5-5B6347ABB08D}"/>
              </a:ext>
            </a:extLst>
          </p:cNvPr>
          <p:cNvSpPr/>
          <p:nvPr/>
        </p:nvSpPr>
        <p:spPr>
          <a:xfrm>
            <a:off x="1408675" y="2207449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3 Records</a:t>
            </a:r>
          </a:p>
          <a:p>
            <a:pPr algn="ctr"/>
            <a:r>
              <a:rPr lang="en-US" altLang="ko-KR" sz="675" b="1" dirty="0">
                <a:solidFill>
                  <a:schemeClr val="tx2"/>
                </a:solidFill>
              </a:rPr>
              <a:t>SEQ=195~186</a:t>
            </a:r>
            <a:endParaRPr lang="ko-KR" altLang="en-US" sz="675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068D4B35-CB18-D724-7AA8-5ED81DBB9398}"/>
              </a:ext>
            </a:extLst>
          </p:cNvPr>
          <p:cNvSpPr/>
          <p:nvPr/>
        </p:nvSpPr>
        <p:spPr>
          <a:xfrm>
            <a:off x="2888940" y="897564"/>
            <a:ext cx="1382564" cy="1654979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Request A </a:t>
            </a:r>
            <a:r>
              <a:rPr lang="en-US" altLang="ko-KR" sz="750" b="1" dirty="0"/>
              <a:t>PID=1 Epoch=1 </a:t>
            </a:r>
            <a:endParaRPr lang="ko-KR" altLang="en-US" sz="75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B3F16972-0A85-170B-0049-6FB65F194208}"/>
              </a:ext>
            </a:extLst>
          </p:cNvPr>
          <p:cNvSpPr/>
          <p:nvPr/>
        </p:nvSpPr>
        <p:spPr>
          <a:xfrm>
            <a:off x="2955767" y="1165517"/>
            <a:ext cx="1248910" cy="496317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675" dirty="0"/>
              <a:t>Topic A</a:t>
            </a:r>
          </a:p>
          <a:p>
            <a:pPr algn="ctr"/>
            <a:endParaRPr lang="en-US" altLang="ko-KR" sz="75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2947CFDB-A8C7-42A3-4AE0-CAC557A048E1}"/>
              </a:ext>
            </a:extLst>
          </p:cNvPr>
          <p:cNvSpPr/>
          <p:nvPr/>
        </p:nvSpPr>
        <p:spPr>
          <a:xfrm>
            <a:off x="3030257" y="1364581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0 Records</a:t>
            </a:r>
          </a:p>
          <a:p>
            <a:pPr algn="ctr"/>
            <a:r>
              <a:rPr lang="en-US" altLang="ko-KR" sz="675" b="1" dirty="0">
                <a:solidFill>
                  <a:srgbClr val="C00000"/>
                </a:solidFill>
              </a:rPr>
              <a:t>SEQ=106~100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E8B0E36-A796-B00E-EFB6-E1292D63DD3C}"/>
              </a:ext>
            </a:extLst>
          </p:cNvPr>
          <p:cNvSpPr/>
          <p:nvPr/>
        </p:nvSpPr>
        <p:spPr>
          <a:xfrm>
            <a:off x="2960811" y="1729928"/>
            <a:ext cx="1248910" cy="763915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675" dirty="0"/>
              <a:t>Topic B</a:t>
            </a:r>
          </a:p>
          <a:p>
            <a:pPr algn="ctr"/>
            <a:endParaRPr lang="en-US" altLang="ko-KR" sz="75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D6552DF4-EC1B-3556-16FD-7255B1104B1A}"/>
              </a:ext>
            </a:extLst>
          </p:cNvPr>
          <p:cNvSpPr/>
          <p:nvPr/>
        </p:nvSpPr>
        <p:spPr>
          <a:xfrm>
            <a:off x="3035302" y="1928992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0 Records</a:t>
            </a:r>
          </a:p>
          <a:p>
            <a:pPr algn="ctr"/>
            <a:r>
              <a:rPr lang="en-US" altLang="ko-KR" sz="675" b="1" dirty="0">
                <a:solidFill>
                  <a:srgbClr val="C00000"/>
                </a:solidFill>
              </a:rPr>
              <a:t>SEQ=207~200</a:t>
            </a:r>
            <a:endParaRPr lang="ko-KR" altLang="en-US" sz="675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F71361DF-B0BA-0179-9001-A74800A07AA6}"/>
              </a:ext>
            </a:extLst>
          </p:cNvPr>
          <p:cNvSpPr/>
          <p:nvPr/>
        </p:nvSpPr>
        <p:spPr>
          <a:xfrm>
            <a:off x="3035302" y="2207449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3 Records</a:t>
            </a:r>
          </a:p>
          <a:p>
            <a:pPr algn="ctr"/>
            <a:r>
              <a:rPr lang="en-US" altLang="ko-KR" sz="675" b="1" dirty="0">
                <a:solidFill>
                  <a:srgbClr val="C00000"/>
                </a:solidFill>
              </a:rPr>
              <a:t>SEQ=185~180</a:t>
            </a:r>
            <a:endParaRPr lang="ko-KR" altLang="en-US" sz="675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32C5F7D8-3C44-CADF-5D04-195E56D12D5E}"/>
              </a:ext>
            </a:extLst>
          </p:cNvPr>
          <p:cNvSpPr/>
          <p:nvPr/>
        </p:nvSpPr>
        <p:spPr>
          <a:xfrm>
            <a:off x="2071153" y="2620636"/>
            <a:ext cx="1382564" cy="1654979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750" dirty="0"/>
              <a:t>Request B </a:t>
            </a:r>
            <a:r>
              <a:rPr lang="en-US" altLang="ko-KR" sz="750" b="1" dirty="0"/>
              <a:t>PID=2 Epoch=3</a:t>
            </a:r>
            <a:endParaRPr lang="ko-KR" altLang="en-US" sz="75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5E5A5266-D0BF-99A5-C92B-6081C5510B66}"/>
              </a:ext>
            </a:extLst>
          </p:cNvPr>
          <p:cNvSpPr/>
          <p:nvPr/>
        </p:nvSpPr>
        <p:spPr>
          <a:xfrm>
            <a:off x="2137980" y="2888588"/>
            <a:ext cx="1248910" cy="496317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675" dirty="0"/>
              <a:t>Topic A</a:t>
            </a:r>
          </a:p>
          <a:p>
            <a:pPr algn="ctr"/>
            <a:endParaRPr lang="en-US" altLang="ko-KR" sz="75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FCF8E11E-A197-0413-4819-E9A735D68475}"/>
              </a:ext>
            </a:extLst>
          </p:cNvPr>
          <p:cNvSpPr/>
          <p:nvPr/>
        </p:nvSpPr>
        <p:spPr>
          <a:xfrm>
            <a:off x="2212471" y="3087652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0 Records</a:t>
            </a:r>
          </a:p>
          <a:p>
            <a:pPr algn="ctr"/>
            <a:r>
              <a:rPr lang="en-US" altLang="ko-KR" sz="675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675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D6077058-AA90-61BF-C4C6-A50E9480C48F}"/>
              </a:ext>
            </a:extLst>
          </p:cNvPr>
          <p:cNvSpPr/>
          <p:nvPr/>
        </p:nvSpPr>
        <p:spPr>
          <a:xfrm>
            <a:off x="2143024" y="3453000"/>
            <a:ext cx="1248910" cy="763915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675" dirty="0"/>
              <a:t>Topic B</a:t>
            </a:r>
          </a:p>
          <a:p>
            <a:pPr algn="ctr"/>
            <a:endParaRPr lang="en-US" altLang="ko-KR" sz="75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C46556D9-FF49-7835-778C-61845A047FDE}"/>
              </a:ext>
            </a:extLst>
          </p:cNvPr>
          <p:cNvSpPr/>
          <p:nvPr/>
        </p:nvSpPr>
        <p:spPr>
          <a:xfrm>
            <a:off x="2217515" y="3652063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0 Records</a:t>
            </a:r>
          </a:p>
          <a:p>
            <a:pPr algn="ctr"/>
            <a:r>
              <a:rPr lang="en-US" altLang="ko-KR" sz="675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675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89753E4D-B38F-E75C-CF22-7FDF10125747}"/>
              </a:ext>
            </a:extLst>
          </p:cNvPr>
          <p:cNvSpPr/>
          <p:nvPr/>
        </p:nvSpPr>
        <p:spPr>
          <a:xfrm>
            <a:off x="2217515" y="3930521"/>
            <a:ext cx="1099923" cy="219752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dirty="0"/>
              <a:t>Partition 3 Records</a:t>
            </a:r>
          </a:p>
          <a:p>
            <a:pPr algn="ctr"/>
            <a:r>
              <a:rPr lang="en-US" altLang="ko-KR" sz="675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675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4D660A13-48E7-7F09-FEEF-918C39E7AFF8}"/>
              </a:ext>
            </a:extLst>
          </p:cNvPr>
          <p:cNvSpPr/>
          <p:nvPr/>
        </p:nvSpPr>
        <p:spPr>
          <a:xfrm>
            <a:off x="4513055" y="716861"/>
            <a:ext cx="2040189" cy="830847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PID=1 Epoch=1 SEQ</a:t>
            </a:r>
            <a:r>
              <a:rPr lang="ko-KR" altLang="en-US" sz="750" b="1"/>
              <a:t> </a:t>
            </a:r>
            <a:r>
              <a:rPr lang="en-US" altLang="ko-KR" sz="750" b="1"/>
              <a:t>State</a:t>
            </a:r>
            <a:endParaRPr lang="en-US" altLang="ko-KR" sz="750" b="1" dirty="0"/>
          </a:p>
          <a:p>
            <a:r>
              <a:rPr lang="en-US" altLang="ko-KR" sz="788" dirty="0"/>
              <a:t>Topic A, Partition 0 / </a:t>
            </a:r>
            <a:r>
              <a:rPr lang="en-US" altLang="ko-KR" sz="788" b="1" dirty="0">
                <a:solidFill>
                  <a:schemeClr val="tx2"/>
                </a:solidFill>
              </a:rPr>
              <a:t>113~106</a:t>
            </a:r>
            <a:r>
              <a:rPr lang="en-US" altLang="ko-KR" sz="788" dirty="0"/>
              <a:t>, </a:t>
            </a:r>
            <a:r>
              <a:rPr lang="en-US" altLang="ko-KR" sz="788" b="1" dirty="0">
                <a:solidFill>
                  <a:srgbClr val="C00000"/>
                </a:solidFill>
              </a:rPr>
              <a:t>105~100</a:t>
            </a:r>
            <a:r>
              <a:rPr lang="en-US" altLang="ko-KR" sz="788" dirty="0"/>
              <a:t>, 99~85, 84~78, 77~70</a:t>
            </a:r>
          </a:p>
          <a:p>
            <a:r>
              <a:rPr lang="en-US" altLang="ko-KR" sz="788" dirty="0"/>
              <a:t>Topic B, Partition 0 / </a:t>
            </a:r>
            <a:r>
              <a:rPr lang="en-US" altLang="ko-KR" sz="788" b="1" dirty="0">
                <a:solidFill>
                  <a:schemeClr val="tx2"/>
                </a:solidFill>
              </a:rPr>
              <a:t>215~208</a:t>
            </a:r>
            <a:r>
              <a:rPr lang="en-US" altLang="ko-KR" sz="788" dirty="0"/>
              <a:t>, </a:t>
            </a:r>
            <a:r>
              <a:rPr lang="en-US" altLang="ko-KR" sz="788" b="1" dirty="0">
                <a:solidFill>
                  <a:srgbClr val="C00000"/>
                </a:solidFill>
              </a:rPr>
              <a:t>207~200</a:t>
            </a:r>
            <a:r>
              <a:rPr lang="en-US" altLang="ko-KR" sz="788" dirty="0"/>
              <a:t>, 199~190, 189~179, 178~170</a:t>
            </a:r>
          </a:p>
          <a:p>
            <a:r>
              <a:rPr lang="en-US" altLang="ko-KR" sz="788" dirty="0"/>
              <a:t>Topic B, Partition 3 / </a:t>
            </a:r>
            <a:r>
              <a:rPr lang="en-US" altLang="ko-KR" sz="788" b="1" dirty="0">
                <a:solidFill>
                  <a:schemeClr val="tx2"/>
                </a:solidFill>
              </a:rPr>
              <a:t>195~186</a:t>
            </a:r>
            <a:r>
              <a:rPr lang="en-US" altLang="ko-KR" sz="788" dirty="0">
                <a:solidFill>
                  <a:schemeClr val="tx1"/>
                </a:solidFill>
              </a:rPr>
              <a:t>,</a:t>
            </a:r>
          </a:p>
          <a:p>
            <a:r>
              <a:rPr lang="en-US" altLang="ko-KR" sz="788" b="1" dirty="0">
                <a:solidFill>
                  <a:srgbClr val="C00000"/>
                </a:solidFill>
              </a:rPr>
              <a:t>185~180</a:t>
            </a:r>
            <a:r>
              <a:rPr lang="en-US" altLang="ko-KR" sz="788" dirty="0">
                <a:solidFill>
                  <a:schemeClr val="tx1"/>
                </a:solidFill>
              </a:rPr>
              <a:t>, 179~169, 168~161, 160~152</a:t>
            </a: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A6777AFA-53BF-9595-434E-75418CBC6717}"/>
              </a:ext>
            </a:extLst>
          </p:cNvPr>
          <p:cNvSpPr/>
          <p:nvPr/>
        </p:nvSpPr>
        <p:spPr>
          <a:xfrm>
            <a:off x="4513055" y="3600983"/>
            <a:ext cx="2040189" cy="830847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b="1"/>
              <a:t>PID=1 Epoch=1 SEQ State</a:t>
            </a:r>
            <a:endParaRPr lang="en-US" altLang="ko-KR" sz="750" b="1" dirty="0"/>
          </a:p>
          <a:p>
            <a:r>
              <a:rPr lang="en-US" altLang="ko-KR" sz="788" dirty="0"/>
              <a:t>Topic A, Partition 0 / </a:t>
            </a:r>
            <a:r>
              <a:rPr lang="en-US" altLang="ko-KR" sz="788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788" dirty="0"/>
              <a:t>, </a:t>
            </a:r>
            <a:r>
              <a:rPr lang="en-US" altLang="ko-KR" sz="788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788" dirty="0"/>
              <a:t>Topic B, Partition 0 / </a:t>
            </a:r>
            <a:r>
              <a:rPr lang="en-US" altLang="ko-KR" sz="788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788" dirty="0"/>
              <a:t>, </a:t>
            </a:r>
            <a:r>
              <a:rPr lang="en-US" altLang="ko-KR" sz="788" dirty="0">
                <a:solidFill>
                  <a:schemeClr val="tx1"/>
                </a:solidFill>
              </a:rPr>
              <a:t>501~493, 492~482, 481~472, 471~458</a:t>
            </a:r>
            <a:endParaRPr lang="en-US" altLang="ko-KR" sz="788" dirty="0"/>
          </a:p>
          <a:p>
            <a:r>
              <a:rPr lang="en-US" altLang="ko-KR" sz="788" dirty="0"/>
              <a:t>Topic B, Partition 3 / </a:t>
            </a:r>
            <a:r>
              <a:rPr lang="en-US" altLang="ko-KR" sz="788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788" dirty="0">
                <a:solidFill>
                  <a:schemeClr val="tx1"/>
                </a:solidFill>
              </a:rPr>
              <a:t>, 473~472,</a:t>
            </a:r>
            <a:r>
              <a:rPr lang="ko-KR" altLang="en-US" sz="788" dirty="0">
                <a:solidFill>
                  <a:schemeClr val="tx1"/>
                </a:solidFill>
              </a:rPr>
              <a:t> </a:t>
            </a:r>
            <a:r>
              <a:rPr lang="en-US" altLang="ko-KR" sz="788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8BEA487-DF97-8BB9-0209-F73AE9FA4BAC}"/>
              </a:ext>
            </a:extLst>
          </p:cNvPr>
          <p:cNvSpPr/>
          <p:nvPr/>
        </p:nvSpPr>
        <p:spPr>
          <a:xfrm>
            <a:off x="4599596" y="1677391"/>
            <a:ext cx="1080120" cy="2017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/>
              <a:t>Partition </a:t>
            </a:r>
            <a:r>
              <a:rPr lang="en-US" altLang="ko-KR" sz="750" dirty="0"/>
              <a:t>0</a:t>
            </a:r>
            <a:endParaRPr lang="ko-KR" altLang="en-US" sz="750" dirty="0"/>
          </a:p>
        </p:txBody>
      </p:sp>
    </p:spTree>
    <p:extLst>
      <p:ext uri="{BB962C8B-B14F-4D97-AF65-F5344CB8AC3E}">
        <p14:creationId xmlns:p14="http://schemas.microsoft.com/office/powerpoint/2010/main" val="3744406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7B0F-BF68-07D3-4C3B-21FE8505A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F2ED092F-ACC2-2100-9293-543116AAA04A}"/>
              </a:ext>
            </a:extLst>
          </p:cNvPr>
          <p:cNvSpPr/>
          <p:nvPr/>
        </p:nvSpPr>
        <p:spPr>
          <a:xfrm>
            <a:off x="2570517" y="2344652"/>
            <a:ext cx="1371534" cy="1134127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75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A08BF677-9AFB-B6A5-F1E6-1BC6B787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3353" y="3194032"/>
            <a:ext cx="132725" cy="213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02D3FEE0-6F34-08B2-9CBC-DB5F0C08C865}"/>
              </a:ext>
            </a:extLst>
          </p:cNvPr>
          <p:cNvSpPr/>
          <p:nvPr/>
        </p:nvSpPr>
        <p:spPr>
          <a:xfrm>
            <a:off x="2646453" y="2419463"/>
            <a:ext cx="1219662" cy="313866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_schemas</a:t>
            </a:r>
          </a:p>
          <a:p>
            <a:pPr algn="ctr"/>
            <a:r>
              <a:rPr lang="en-US" altLang="ko-KR" sz="675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AC17B257-0D98-5E5A-283F-E368FFA598C0}"/>
              </a:ext>
            </a:extLst>
          </p:cNvPr>
          <p:cNvSpPr/>
          <p:nvPr/>
        </p:nvSpPr>
        <p:spPr>
          <a:xfrm>
            <a:off x="2646453" y="2805355"/>
            <a:ext cx="1219663" cy="313866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message</a:t>
            </a:r>
          </a:p>
          <a:p>
            <a:pPr algn="ctr"/>
            <a:r>
              <a:rPr lang="en-US" altLang="ko-KR" sz="675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16ED8D8A-CF09-476A-81B3-CC34FA1B48DE}"/>
              </a:ext>
            </a:extLst>
          </p:cNvPr>
          <p:cNvSpPr/>
          <p:nvPr/>
        </p:nvSpPr>
        <p:spPr>
          <a:xfrm>
            <a:off x="2726922" y="1437625"/>
            <a:ext cx="1058726" cy="582014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750"/>
          </a:p>
          <a:p>
            <a:pPr algn="ctr"/>
            <a:endParaRPr lang="en-US" altLang="ko-KR" sz="750"/>
          </a:p>
          <a:p>
            <a:pPr algn="ctr"/>
            <a:r>
              <a:rPr lang="en-US" altLang="ko-KR" sz="750"/>
              <a:t>Kafka Schema</a:t>
            </a:r>
          </a:p>
          <a:p>
            <a:pPr algn="ctr"/>
            <a:r>
              <a:rPr lang="en-US" altLang="ko-KR" sz="75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4B39612B-28CA-E93B-49B2-92FF6003D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922" y="1500499"/>
            <a:ext cx="132725" cy="213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BD17C77D-CCE7-28BB-77D8-AF1097A0ECB2}"/>
              </a:ext>
            </a:extLst>
          </p:cNvPr>
          <p:cNvSpPr/>
          <p:nvPr/>
        </p:nvSpPr>
        <p:spPr>
          <a:xfrm>
            <a:off x="836712" y="2805355"/>
            <a:ext cx="1058734" cy="313866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7D44A04E-B3FE-D369-6684-CC7CCB9BADDA}"/>
              </a:ext>
            </a:extLst>
          </p:cNvPr>
          <p:cNvSpPr/>
          <p:nvPr/>
        </p:nvSpPr>
        <p:spPr>
          <a:xfrm>
            <a:off x="4617123" y="2805355"/>
            <a:ext cx="1058734" cy="313866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4DE0D9F5-09CC-8B3E-EED4-39325E27E5B3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1508140" y="1586573"/>
            <a:ext cx="1076723" cy="136084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C07A8-C38F-6D2B-0E6F-A966EB11A226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1895447" y="2962288"/>
            <a:ext cx="75100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E93053-6467-9510-1E84-8A0238B3D19F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3866116" y="2962288"/>
            <a:ext cx="75100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AB4796-A71C-4BA2-6E06-7D641AA95869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3256284" y="2019638"/>
            <a:ext cx="1" cy="399825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E1A2E96D-C8D9-AF5D-6133-920A6EAE2F89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3927708" y="1586573"/>
            <a:ext cx="1076723" cy="136084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480BA95-5F81-9C39-B87B-F489E4CE3D53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3256285" y="1186633"/>
            <a:ext cx="0" cy="250991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01AEF36-A98E-A5F4-9A7F-4C1BCAC37FB7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836713" y="1343315"/>
            <a:ext cx="27002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5AE314BA-8CFF-6464-4663-C646D6607C79}"/>
              </a:ext>
            </a:extLst>
          </p:cNvPr>
          <p:cNvSpPr/>
          <p:nvPr/>
        </p:nvSpPr>
        <p:spPr>
          <a:xfrm>
            <a:off x="1106742" y="1232980"/>
            <a:ext cx="1058734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75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C581939-DE4D-F59C-B652-FC198E10277C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836056" y="1532117"/>
            <a:ext cx="2700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90692C20-B2C0-66DC-A6EB-82AFC2737B56}"/>
              </a:ext>
            </a:extLst>
          </p:cNvPr>
          <p:cNvSpPr/>
          <p:nvPr/>
        </p:nvSpPr>
        <p:spPr>
          <a:xfrm>
            <a:off x="1106085" y="1421782"/>
            <a:ext cx="1058734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75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3741B50-8902-7461-5A09-2F2F81056B04}"/>
              </a:ext>
            </a:extLst>
          </p:cNvPr>
          <p:cNvSpPr/>
          <p:nvPr/>
        </p:nvSpPr>
        <p:spPr>
          <a:xfrm>
            <a:off x="3175275" y="1186634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50">
                <a:solidFill>
                  <a:schemeClr val="accent1"/>
                </a:solidFill>
              </a:rPr>
              <a:t>1</a:t>
            </a:r>
            <a:endParaRPr lang="en-KR" sz="75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7816A207-43EF-F2F3-C9FE-0572C62A1987}"/>
              </a:ext>
            </a:extLst>
          </p:cNvPr>
          <p:cNvSpPr/>
          <p:nvPr/>
        </p:nvSpPr>
        <p:spPr>
          <a:xfrm>
            <a:off x="3256284" y="1157307"/>
            <a:ext cx="927780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2E9C49E-6607-A510-F4AA-12EFFDE3112A}"/>
              </a:ext>
            </a:extLst>
          </p:cNvPr>
          <p:cNvSpPr/>
          <p:nvPr/>
        </p:nvSpPr>
        <p:spPr>
          <a:xfrm>
            <a:off x="3175275" y="2100541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>
                <a:solidFill>
                  <a:schemeClr val="accent1"/>
                </a:solidFill>
              </a:rPr>
              <a:t>2</a:t>
            </a:r>
            <a:endParaRPr lang="en-KR" sz="75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DB6378C3-E800-12B1-C286-52876428B1D9}"/>
              </a:ext>
            </a:extLst>
          </p:cNvPr>
          <p:cNvSpPr/>
          <p:nvPr/>
        </p:nvSpPr>
        <p:spPr>
          <a:xfrm>
            <a:off x="2942947" y="2071214"/>
            <a:ext cx="1419826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accent1"/>
                </a:solidFill>
              </a:rPr>
              <a:t>Store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F6F6AEA-83D5-BC76-465A-A79B02CA0167}"/>
              </a:ext>
            </a:extLst>
          </p:cNvPr>
          <p:cNvSpPr/>
          <p:nvPr/>
        </p:nvSpPr>
        <p:spPr>
          <a:xfrm>
            <a:off x="1285069" y="2532836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50">
                <a:solidFill>
                  <a:schemeClr val="tx1"/>
                </a:solidFill>
              </a:rPr>
              <a:t>1</a:t>
            </a:r>
            <a:endParaRPr lang="en-KR" sz="75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58217613-4F56-6449-69AC-AC6AACF85D4C}"/>
              </a:ext>
            </a:extLst>
          </p:cNvPr>
          <p:cNvSpPr/>
          <p:nvPr/>
        </p:nvSpPr>
        <p:spPr>
          <a:xfrm>
            <a:off x="1363542" y="2503509"/>
            <a:ext cx="1058734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Get schema</a:t>
            </a:r>
            <a:br>
              <a:rPr lang="en-US" altLang="ko-KR" sz="750" i="1">
                <a:solidFill>
                  <a:schemeClr val="tx1"/>
                </a:solidFill>
              </a:rPr>
            </a:br>
            <a:r>
              <a:rPr lang="en-US" altLang="ko-KR" sz="750" i="1">
                <a:solidFill>
                  <a:schemeClr val="tx1"/>
                </a:solidFill>
              </a:rPr>
              <a:t>&amp; schema ID</a:t>
            </a:r>
          </a:p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C5263329-1D09-6D02-AD2F-4F97BA784405}"/>
              </a:ext>
            </a:extLst>
          </p:cNvPr>
          <p:cNvSpPr/>
          <p:nvPr/>
        </p:nvSpPr>
        <p:spPr>
          <a:xfrm>
            <a:off x="1882136" y="2877575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>
                <a:solidFill>
                  <a:schemeClr val="tx1"/>
                </a:solidFill>
              </a:rPr>
              <a:t>2</a:t>
            </a:r>
            <a:endParaRPr lang="en-KR" sz="75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C9998529-9BC3-CB2D-3DAA-0659528280E0}"/>
              </a:ext>
            </a:extLst>
          </p:cNvPr>
          <p:cNvSpPr/>
          <p:nvPr/>
        </p:nvSpPr>
        <p:spPr>
          <a:xfrm>
            <a:off x="1261067" y="3097914"/>
            <a:ext cx="1404156" cy="31386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9569D087-D70C-FB02-1104-26A6083779B8}"/>
              </a:ext>
            </a:extLst>
          </p:cNvPr>
          <p:cNvSpPr/>
          <p:nvPr/>
        </p:nvSpPr>
        <p:spPr>
          <a:xfrm>
            <a:off x="5064024" y="2529595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>
                <a:solidFill>
                  <a:schemeClr val="tx1"/>
                </a:solidFill>
              </a:rPr>
              <a:t>4</a:t>
            </a:r>
            <a:endParaRPr lang="en-KR" sz="75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4D693A9-BA0C-9492-B985-AFA2B553201E}"/>
              </a:ext>
            </a:extLst>
          </p:cNvPr>
          <p:cNvSpPr/>
          <p:nvPr/>
        </p:nvSpPr>
        <p:spPr>
          <a:xfrm>
            <a:off x="4471417" y="2877575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>
                <a:solidFill>
                  <a:schemeClr val="tx1"/>
                </a:solidFill>
              </a:rPr>
              <a:t>3</a:t>
            </a:r>
            <a:endParaRPr lang="en-KR" sz="75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1F9EF69C-41EF-7B71-2901-2C8BD78B4C15}"/>
              </a:ext>
            </a:extLst>
          </p:cNvPr>
          <p:cNvSpPr/>
          <p:nvPr/>
        </p:nvSpPr>
        <p:spPr>
          <a:xfrm>
            <a:off x="4082792" y="2503972"/>
            <a:ext cx="1058734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08AACADD-70D5-D936-4477-49F8DBB80C34}"/>
              </a:ext>
            </a:extLst>
          </p:cNvPr>
          <p:cNvSpPr/>
          <p:nvPr/>
        </p:nvSpPr>
        <p:spPr>
          <a:xfrm>
            <a:off x="3850348" y="3101174"/>
            <a:ext cx="1404156" cy="31386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Get serialized messages </a:t>
            </a:r>
            <a:br>
              <a:rPr lang="en-US" altLang="ko-KR" sz="750" i="1">
                <a:solidFill>
                  <a:schemeClr val="tx1"/>
                </a:solidFill>
              </a:rPr>
            </a:br>
            <a:r>
              <a:rPr lang="en-US" altLang="ko-KR" sz="750" i="1">
                <a:solidFill>
                  <a:schemeClr val="tx1"/>
                </a:solidFill>
              </a:rPr>
              <a:t>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CDA9F6E-A179-2120-1C55-7A4EAA0D7088}"/>
              </a:ext>
            </a:extLst>
          </p:cNvPr>
          <p:cNvSpPr/>
          <p:nvPr/>
        </p:nvSpPr>
        <p:spPr>
          <a:xfrm>
            <a:off x="5555381" y="3016904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>
                <a:solidFill>
                  <a:schemeClr val="tx1"/>
                </a:solidFill>
              </a:rPr>
              <a:t>5</a:t>
            </a:r>
            <a:endParaRPr lang="en-KR" sz="75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B82C7360-C53D-7268-E337-33FB9C843B7A}"/>
              </a:ext>
            </a:extLst>
          </p:cNvPr>
          <p:cNvSpPr/>
          <p:nvPr/>
        </p:nvSpPr>
        <p:spPr>
          <a:xfrm>
            <a:off x="4934312" y="3156010"/>
            <a:ext cx="1404156" cy="31386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Deserialized messages </a:t>
            </a:r>
          </a:p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with schema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B81F128-2883-6B98-6936-3DFB8C693503}"/>
              </a:ext>
            </a:extLst>
          </p:cNvPr>
          <p:cNvSpPr/>
          <p:nvPr/>
        </p:nvSpPr>
        <p:spPr>
          <a:xfrm>
            <a:off x="3688330" y="1895027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750">
                <a:solidFill>
                  <a:schemeClr val="accent1"/>
                </a:solidFill>
              </a:rPr>
              <a:t>3</a:t>
            </a:r>
          </a:p>
        </p:txBody>
      </p:sp>
      <p:sp>
        <p:nvSpPr>
          <p:cNvPr id="84" name="모서리가 둥근 직사각형 18">
            <a:extLst>
              <a:ext uri="{FF2B5EF4-FFF2-40B4-BE49-F238E27FC236}">
                <a16:creationId xmlns:a16="http://schemas.microsoft.com/office/drawing/2014/main" id="{3EA10CA4-A879-9EFE-8096-25CB88090A8A}"/>
              </a:ext>
            </a:extLst>
          </p:cNvPr>
          <p:cNvSpPr/>
          <p:nvPr/>
        </p:nvSpPr>
        <p:spPr>
          <a:xfrm>
            <a:off x="3688331" y="1869183"/>
            <a:ext cx="1419826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accent1"/>
                </a:solidFill>
              </a:rPr>
              <a:t>Caching stored schema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6155F22-F3A1-7453-C14E-A56D393257A8}"/>
              </a:ext>
            </a:extLst>
          </p:cNvPr>
          <p:cNvSpPr txBox="1"/>
          <p:nvPr/>
        </p:nvSpPr>
        <p:spPr>
          <a:xfrm>
            <a:off x="2708032" y="3904884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 sz="1350"/>
          </a:p>
        </p:txBody>
      </p:sp>
    </p:spTree>
    <p:extLst>
      <p:ext uri="{BB962C8B-B14F-4D97-AF65-F5344CB8AC3E}">
        <p14:creationId xmlns:p14="http://schemas.microsoft.com/office/powerpoint/2010/main" val="12466371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94487-4050-42AB-2DE1-A9F442CF6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4FFF2E80-DD2D-D5EC-42E6-0802AFA5359A}"/>
              </a:ext>
            </a:extLst>
          </p:cNvPr>
          <p:cNvSpPr/>
          <p:nvPr/>
        </p:nvSpPr>
        <p:spPr>
          <a:xfrm>
            <a:off x="2570517" y="2344652"/>
            <a:ext cx="1371534" cy="1134127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75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34D5A486-FCE0-5552-BA7D-9ABA487F6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3353" y="3194032"/>
            <a:ext cx="132725" cy="213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47E7C4F5-9B2D-848B-6542-54F4E56BCF0B}"/>
              </a:ext>
            </a:extLst>
          </p:cNvPr>
          <p:cNvSpPr/>
          <p:nvPr/>
        </p:nvSpPr>
        <p:spPr>
          <a:xfrm>
            <a:off x="2646453" y="2419463"/>
            <a:ext cx="1219662" cy="313866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_schemas</a:t>
            </a:r>
          </a:p>
          <a:p>
            <a:pPr algn="ctr"/>
            <a:r>
              <a:rPr lang="en-US" altLang="ko-KR" sz="675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84E15CD-D035-6CB8-9904-D5F9B97ECE00}"/>
              </a:ext>
            </a:extLst>
          </p:cNvPr>
          <p:cNvSpPr/>
          <p:nvPr/>
        </p:nvSpPr>
        <p:spPr>
          <a:xfrm>
            <a:off x="2646453" y="2805355"/>
            <a:ext cx="1219663" cy="313866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user-events</a:t>
            </a:r>
          </a:p>
          <a:p>
            <a:pPr algn="ctr"/>
            <a:r>
              <a:rPr lang="en-US" altLang="ko-KR" sz="675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AD92DB93-553B-728E-C010-840E27856378}"/>
              </a:ext>
            </a:extLst>
          </p:cNvPr>
          <p:cNvSpPr/>
          <p:nvPr/>
        </p:nvSpPr>
        <p:spPr>
          <a:xfrm>
            <a:off x="2726922" y="1437625"/>
            <a:ext cx="1058726" cy="582014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750"/>
          </a:p>
          <a:p>
            <a:pPr algn="ctr"/>
            <a:endParaRPr lang="en-US" altLang="ko-KR" sz="750"/>
          </a:p>
          <a:p>
            <a:pPr algn="ctr"/>
            <a:r>
              <a:rPr lang="en-US" altLang="ko-KR" sz="750"/>
              <a:t>Kafka Schema</a:t>
            </a:r>
          </a:p>
          <a:p>
            <a:pPr algn="ctr"/>
            <a:r>
              <a:rPr lang="en-US" altLang="ko-KR" sz="75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50EE0B99-6F0E-05A6-D85F-1102974F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922" y="1500499"/>
            <a:ext cx="132725" cy="213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0EA42608-676E-5C74-4F91-5609FEAF8BA4}"/>
              </a:ext>
            </a:extLst>
          </p:cNvPr>
          <p:cNvSpPr/>
          <p:nvPr/>
        </p:nvSpPr>
        <p:spPr>
          <a:xfrm>
            <a:off x="836712" y="2805355"/>
            <a:ext cx="1058734" cy="313866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5A486939-BDB2-BF60-22B4-26AE885D113F}"/>
              </a:ext>
            </a:extLst>
          </p:cNvPr>
          <p:cNvSpPr/>
          <p:nvPr/>
        </p:nvSpPr>
        <p:spPr>
          <a:xfrm>
            <a:off x="4617123" y="2805355"/>
            <a:ext cx="1058734" cy="313866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3E1DFFA9-2E8E-F324-A60F-CD8591B0C698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1508140" y="1586573"/>
            <a:ext cx="1076723" cy="136084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01B635B-CB25-A9A8-CADB-3F127DDBCD6B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1895447" y="2962288"/>
            <a:ext cx="75100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D583F0-CC0B-2583-2974-60DD017B7200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3866116" y="2962288"/>
            <a:ext cx="75100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6B05A-617C-BCB0-FBA4-347051D9B38C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3256284" y="2019638"/>
            <a:ext cx="1" cy="399825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D6AA3729-342B-E6FA-B7D6-7C1EFCCDD5CA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3927708" y="1586573"/>
            <a:ext cx="1076723" cy="136084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68E0631-393D-F1CA-6F4D-4EDF9622F3A7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3256285" y="1186633"/>
            <a:ext cx="0" cy="250991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9836AB-7C4D-96A0-88B8-1281EFDDB83F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836713" y="1343315"/>
            <a:ext cx="27002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2B41B531-0F03-4695-8B21-28BBA245F150}"/>
              </a:ext>
            </a:extLst>
          </p:cNvPr>
          <p:cNvSpPr/>
          <p:nvPr/>
        </p:nvSpPr>
        <p:spPr>
          <a:xfrm>
            <a:off x="1106742" y="1232980"/>
            <a:ext cx="1058734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75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BF74004-30F4-621C-B66E-CA92A9D2B39A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836056" y="1568227"/>
            <a:ext cx="2700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8F45AFCF-7C7E-C104-C1D6-4C3650EF0728}"/>
              </a:ext>
            </a:extLst>
          </p:cNvPr>
          <p:cNvSpPr/>
          <p:nvPr/>
        </p:nvSpPr>
        <p:spPr>
          <a:xfrm>
            <a:off x="1106085" y="1457891"/>
            <a:ext cx="1058734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75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0B0B6C5-1238-A42E-E7EB-1A37444EC3B8}"/>
              </a:ext>
            </a:extLst>
          </p:cNvPr>
          <p:cNvSpPr/>
          <p:nvPr/>
        </p:nvSpPr>
        <p:spPr>
          <a:xfrm>
            <a:off x="3175275" y="1186634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50">
                <a:solidFill>
                  <a:schemeClr val="accent1"/>
                </a:solidFill>
              </a:rPr>
              <a:t>1</a:t>
            </a:r>
            <a:endParaRPr lang="en-KR" sz="75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F55DC18E-241C-B0B3-9D65-10AFCC43CD53}"/>
              </a:ext>
            </a:extLst>
          </p:cNvPr>
          <p:cNvSpPr/>
          <p:nvPr/>
        </p:nvSpPr>
        <p:spPr>
          <a:xfrm>
            <a:off x="3256284" y="1157307"/>
            <a:ext cx="927780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180A70C-8081-F007-A501-3A9856B003FE}"/>
              </a:ext>
            </a:extLst>
          </p:cNvPr>
          <p:cNvSpPr/>
          <p:nvPr/>
        </p:nvSpPr>
        <p:spPr>
          <a:xfrm>
            <a:off x="3175275" y="2100541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>
                <a:solidFill>
                  <a:schemeClr val="accent1"/>
                </a:solidFill>
              </a:rPr>
              <a:t>2</a:t>
            </a:r>
            <a:endParaRPr lang="en-KR" sz="75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AE62495D-10E5-324A-0A60-3CE40675F1F3}"/>
              </a:ext>
            </a:extLst>
          </p:cNvPr>
          <p:cNvSpPr/>
          <p:nvPr/>
        </p:nvSpPr>
        <p:spPr>
          <a:xfrm>
            <a:off x="3197296" y="2071214"/>
            <a:ext cx="1419826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accent1"/>
                </a:solidFill>
              </a:rPr>
              <a:t>Store &amp;</a:t>
            </a:r>
            <a:r>
              <a:rPr lang="ko-KR" altLang="en-US" sz="750" i="1">
                <a:solidFill>
                  <a:schemeClr val="accent1"/>
                </a:solidFill>
              </a:rPr>
              <a:t> </a:t>
            </a:r>
            <a:r>
              <a:rPr lang="en-US" altLang="ko-KR" sz="750" i="1">
                <a:solidFill>
                  <a:schemeClr val="accent1"/>
                </a:solidFill>
              </a:rPr>
              <a:t>Caching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AB348A6-FAAD-54B8-2A17-EBB8280FBD1C}"/>
              </a:ext>
            </a:extLst>
          </p:cNvPr>
          <p:cNvSpPr/>
          <p:nvPr/>
        </p:nvSpPr>
        <p:spPr>
          <a:xfrm>
            <a:off x="1285069" y="2571117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50">
                <a:solidFill>
                  <a:schemeClr val="tx1"/>
                </a:solidFill>
              </a:rPr>
              <a:t>1</a:t>
            </a:r>
            <a:endParaRPr lang="en-KR" sz="75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70500521-0F97-CDB4-7E64-119AF493CC30}"/>
              </a:ext>
            </a:extLst>
          </p:cNvPr>
          <p:cNvSpPr/>
          <p:nvPr/>
        </p:nvSpPr>
        <p:spPr>
          <a:xfrm>
            <a:off x="1387558" y="2541791"/>
            <a:ext cx="1058734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Get Schema ID</a:t>
            </a:r>
          </a:p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E8B2969-3CD5-69E2-8F7A-7E6B193FAD2A}"/>
              </a:ext>
            </a:extLst>
          </p:cNvPr>
          <p:cNvSpPr/>
          <p:nvPr/>
        </p:nvSpPr>
        <p:spPr>
          <a:xfrm>
            <a:off x="1882136" y="2877575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>
                <a:solidFill>
                  <a:schemeClr val="tx1"/>
                </a:solidFill>
              </a:rPr>
              <a:t>3</a:t>
            </a:r>
            <a:endParaRPr lang="en-KR" sz="75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AF8563C3-87C1-9B7C-9659-D3FD8241E88D}"/>
              </a:ext>
            </a:extLst>
          </p:cNvPr>
          <p:cNvSpPr/>
          <p:nvPr/>
        </p:nvSpPr>
        <p:spPr>
          <a:xfrm>
            <a:off x="1261067" y="3097914"/>
            <a:ext cx="1404156" cy="31386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A096D47D-3D33-FFCA-238B-9D10CCC048EB}"/>
              </a:ext>
            </a:extLst>
          </p:cNvPr>
          <p:cNvSpPr/>
          <p:nvPr/>
        </p:nvSpPr>
        <p:spPr>
          <a:xfrm>
            <a:off x="5064024" y="2567414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>
                <a:solidFill>
                  <a:schemeClr val="tx1"/>
                </a:solidFill>
              </a:rPr>
              <a:t>4</a:t>
            </a:r>
            <a:endParaRPr lang="en-KR" sz="75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053DB77-C8F7-9A1F-E3FE-AE969851C9F7}"/>
              </a:ext>
            </a:extLst>
          </p:cNvPr>
          <p:cNvSpPr/>
          <p:nvPr/>
        </p:nvSpPr>
        <p:spPr>
          <a:xfrm>
            <a:off x="4471417" y="2877575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>
                <a:solidFill>
                  <a:schemeClr val="tx1"/>
                </a:solidFill>
              </a:rPr>
              <a:t>3</a:t>
            </a:r>
            <a:endParaRPr lang="en-KR" sz="75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78689172-3AFD-BFE6-7019-1EC6EACA00A7}"/>
              </a:ext>
            </a:extLst>
          </p:cNvPr>
          <p:cNvSpPr/>
          <p:nvPr/>
        </p:nvSpPr>
        <p:spPr>
          <a:xfrm>
            <a:off x="4082792" y="2541791"/>
            <a:ext cx="1058734" cy="22067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49F7783C-7B4E-1E51-2957-3E20737431E6}"/>
              </a:ext>
            </a:extLst>
          </p:cNvPr>
          <p:cNvSpPr/>
          <p:nvPr/>
        </p:nvSpPr>
        <p:spPr>
          <a:xfrm>
            <a:off x="3850348" y="3101174"/>
            <a:ext cx="1404156" cy="31386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Get Serialized Message 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45D0F2A-0E97-5B2F-3670-DC731AA5677E}"/>
              </a:ext>
            </a:extLst>
          </p:cNvPr>
          <p:cNvSpPr/>
          <p:nvPr/>
        </p:nvSpPr>
        <p:spPr>
          <a:xfrm>
            <a:off x="5594847" y="2877575"/>
            <a:ext cx="162018" cy="16201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50">
                <a:solidFill>
                  <a:schemeClr val="tx1"/>
                </a:solidFill>
              </a:rPr>
              <a:t>5</a:t>
            </a:r>
            <a:endParaRPr lang="en-KR" sz="75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CF02B3DC-518B-8FF8-164E-C4060AACE2EE}"/>
              </a:ext>
            </a:extLst>
          </p:cNvPr>
          <p:cNvSpPr/>
          <p:nvPr/>
        </p:nvSpPr>
        <p:spPr>
          <a:xfrm>
            <a:off x="4973778" y="3101174"/>
            <a:ext cx="1404156" cy="31386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Deserialized Message </a:t>
            </a:r>
          </a:p>
          <a:p>
            <a:pPr algn="ctr"/>
            <a:r>
              <a:rPr lang="en-US" altLang="ko-KR" sz="750" i="1">
                <a:solidFill>
                  <a:schemeClr val="tx1"/>
                </a:solidFill>
              </a:rPr>
              <a:t>with Schema</a:t>
            </a:r>
          </a:p>
        </p:txBody>
      </p:sp>
    </p:spTree>
    <p:extLst>
      <p:ext uri="{BB962C8B-B14F-4D97-AF65-F5344CB8AC3E}">
        <p14:creationId xmlns:p14="http://schemas.microsoft.com/office/powerpoint/2010/main" val="29523585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95541-9C69-0AEC-4210-98DF220AF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78649504-6592-F8F5-85B4-E56237289B30}"/>
              </a:ext>
            </a:extLst>
          </p:cNvPr>
          <p:cNvSpPr/>
          <p:nvPr/>
        </p:nvSpPr>
        <p:spPr>
          <a:xfrm>
            <a:off x="890718" y="2032485"/>
            <a:ext cx="1242138" cy="168745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75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29202823-75F0-840C-5CEB-4DE034020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765" y="3478195"/>
            <a:ext cx="209138" cy="215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0EAD2EE7-C6DF-5717-C7D7-F4EE2C6DFE65}"/>
              </a:ext>
            </a:extLst>
          </p:cNvPr>
          <p:cNvSpPr/>
          <p:nvPr/>
        </p:nvSpPr>
        <p:spPr>
          <a:xfrm>
            <a:off x="983511" y="2086491"/>
            <a:ext cx="1058734" cy="607672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675" b="1"/>
              <a:t>kafka_connect_src</a:t>
            </a:r>
          </a:p>
          <a:p>
            <a:pPr algn="ctr"/>
            <a:r>
              <a:rPr lang="en-US" altLang="ko-KR" sz="675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2293BAA7-6702-01FA-CC0A-BBE1ACE880D3}"/>
              </a:ext>
            </a:extLst>
          </p:cNvPr>
          <p:cNvSpPr/>
          <p:nvPr/>
        </p:nvSpPr>
        <p:spPr>
          <a:xfrm>
            <a:off x="982422" y="2782344"/>
            <a:ext cx="1058734" cy="607672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675" b="1"/>
              <a:t>kafka_connect_dst</a:t>
            </a:r>
          </a:p>
          <a:p>
            <a:pPr algn="ctr"/>
            <a:r>
              <a:rPr lang="en-US" altLang="ko-KR" sz="675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85F6F8B3-02B7-9BD5-45B3-16BA375B653C}"/>
              </a:ext>
            </a:extLst>
          </p:cNvPr>
          <p:cNvSpPr/>
          <p:nvPr/>
        </p:nvSpPr>
        <p:spPr>
          <a:xfrm>
            <a:off x="1194187" y="2151548"/>
            <a:ext cx="637379" cy="249881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User </a:t>
            </a:r>
            <a:r>
              <a:rPr lang="en-US" altLang="ko-KR" sz="675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6DFD520A-A0AB-7EC4-6C77-76E88F271AA1}"/>
              </a:ext>
            </a:extLst>
          </p:cNvPr>
          <p:cNvSpPr/>
          <p:nvPr/>
        </p:nvSpPr>
        <p:spPr>
          <a:xfrm>
            <a:off x="1193098" y="2847400"/>
            <a:ext cx="637379" cy="249881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User </a:t>
            </a:r>
            <a:r>
              <a:rPr lang="en-US" altLang="ko-KR" sz="675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02193C2-B3D9-C077-2CDD-24E8580DE57E}"/>
              </a:ext>
            </a:extLst>
          </p:cNvPr>
          <p:cNvSpPr/>
          <p:nvPr/>
        </p:nvSpPr>
        <p:spPr>
          <a:xfrm>
            <a:off x="2726922" y="2031690"/>
            <a:ext cx="1242138" cy="168745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75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F62BE1E2-2F91-7ECD-7F79-C9FDF98EE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0959" y="3478195"/>
            <a:ext cx="132725" cy="213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A4431C5F-EE34-9168-EABF-53AC8E2A2089}"/>
              </a:ext>
            </a:extLst>
          </p:cNvPr>
          <p:cNvSpPr/>
          <p:nvPr/>
        </p:nvSpPr>
        <p:spPr>
          <a:xfrm>
            <a:off x="2818625" y="2086491"/>
            <a:ext cx="1058734" cy="607672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postgresql-src-connector</a:t>
            </a:r>
            <a:endParaRPr lang="en-US" altLang="ko-KR" sz="675"/>
          </a:p>
          <a:p>
            <a:pPr algn="ctr"/>
            <a:r>
              <a:rPr lang="en-US" altLang="ko-KR" sz="675"/>
              <a:t>Kafka Source</a:t>
            </a:r>
          </a:p>
          <a:p>
            <a:pPr algn="ctr"/>
            <a:r>
              <a:rPr lang="en-US" altLang="ko-KR" sz="675"/>
              <a:t>JDBC 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421B3EA0-AAED-1C00-DFF0-F9CE233BD40A}"/>
              </a:ext>
            </a:extLst>
          </p:cNvPr>
          <p:cNvSpPr/>
          <p:nvPr/>
        </p:nvSpPr>
        <p:spPr>
          <a:xfrm>
            <a:off x="2818625" y="2782344"/>
            <a:ext cx="1058734" cy="607672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postgresql-dst-connector</a:t>
            </a:r>
            <a:endParaRPr lang="en-US" altLang="ko-KR" sz="675"/>
          </a:p>
          <a:p>
            <a:pPr algn="ctr"/>
            <a:r>
              <a:rPr lang="en-US" altLang="ko-KR" sz="675"/>
              <a:t>Kafka Sink</a:t>
            </a:r>
          </a:p>
          <a:p>
            <a:pPr algn="ctr"/>
            <a:r>
              <a:rPr lang="en-US" altLang="ko-KR" sz="675"/>
              <a:t>JDBC 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D070C02F-E5E6-F00F-7C41-C7A606E08AB6}"/>
              </a:ext>
            </a:extLst>
          </p:cNvPr>
          <p:cNvSpPr/>
          <p:nvPr/>
        </p:nvSpPr>
        <p:spPr>
          <a:xfrm>
            <a:off x="4563126" y="2031690"/>
            <a:ext cx="1404156" cy="189021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75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8CD3CB9A-E2F2-CBA0-2E88-3AB7A7EFC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9511" y="3651593"/>
            <a:ext cx="132725" cy="213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E5934A0D-B423-52B3-B25B-D262726A3E82}"/>
              </a:ext>
            </a:extLst>
          </p:cNvPr>
          <p:cNvSpPr/>
          <p:nvPr/>
        </p:nvSpPr>
        <p:spPr>
          <a:xfrm>
            <a:off x="4654828" y="2086490"/>
            <a:ext cx="1219662" cy="313866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postgresql-users</a:t>
            </a:r>
          </a:p>
          <a:p>
            <a:pPr algn="ctr"/>
            <a:r>
              <a:rPr lang="en-US" altLang="ko-KR" sz="675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3F50397-BB5A-698A-B097-CA832A874E7B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1831567" y="2276489"/>
            <a:ext cx="987058" cy="11383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1D5628CA-9BA0-1B1D-7EF3-15ADAAC95149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3877359" y="2086492"/>
            <a:ext cx="1387301" cy="303836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014FA48C-06EA-9225-57B7-171C48A61620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3877360" y="2243424"/>
            <a:ext cx="777470" cy="84275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A30E194-B126-6C70-171B-2ECC730A7868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1830479" y="2972342"/>
            <a:ext cx="988147" cy="11383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6787265-9FD4-3465-890C-2D52F851D5A4}"/>
              </a:ext>
            </a:extLst>
          </p:cNvPr>
          <p:cNvSpPr/>
          <p:nvPr/>
        </p:nvSpPr>
        <p:spPr>
          <a:xfrm>
            <a:off x="4654827" y="2472382"/>
            <a:ext cx="1219663" cy="313866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connect-cluster-configs</a:t>
            </a:r>
          </a:p>
          <a:p>
            <a:pPr algn="ctr"/>
            <a:r>
              <a:rPr lang="en-US" altLang="ko-KR" sz="675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C6BD22C9-2A06-4FF8-EB98-A4BE9BFAE38D}"/>
              </a:ext>
            </a:extLst>
          </p:cNvPr>
          <p:cNvSpPr/>
          <p:nvPr/>
        </p:nvSpPr>
        <p:spPr>
          <a:xfrm>
            <a:off x="4659590" y="2858274"/>
            <a:ext cx="1219663" cy="313866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connect-cluster-offsets</a:t>
            </a:r>
          </a:p>
          <a:p>
            <a:pPr algn="ctr"/>
            <a:r>
              <a:rPr lang="en-US" altLang="ko-KR" sz="675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6E538E9E-2D35-9B3D-5406-5F6EC73C373B}"/>
              </a:ext>
            </a:extLst>
          </p:cNvPr>
          <p:cNvSpPr/>
          <p:nvPr/>
        </p:nvSpPr>
        <p:spPr>
          <a:xfrm>
            <a:off x="4659590" y="3244166"/>
            <a:ext cx="1219663" cy="313866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connect-cluster-status</a:t>
            </a:r>
          </a:p>
          <a:p>
            <a:pPr algn="ctr"/>
            <a:r>
              <a:rPr lang="en-US" altLang="ko-KR" sz="675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C114515B-263C-82CA-4AAB-B8EA48A213CE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4246613" y="2701104"/>
            <a:ext cx="119425" cy="1916668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895BBEF6-8A8B-5323-D5AF-944B56548B6E}"/>
              </a:ext>
            </a:extLst>
          </p:cNvPr>
          <p:cNvSpPr/>
          <p:nvPr/>
        </p:nvSpPr>
        <p:spPr>
          <a:xfrm>
            <a:off x="2818627" y="1178670"/>
            <a:ext cx="1058726" cy="582014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750"/>
          </a:p>
          <a:p>
            <a:pPr algn="ctr"/>
            <a:endParaRPr lang="en-US" altLang="ko-KR" sz="750"/>
          </a:p>
          <a:p>
            <a:pPr algn="ctr"/>
            <a:r>
              <a:rPr lang="en-US" altLang="ko-KR" sz="750"/>
              <a:t>Strimzi Cluster </a:t>
            </a:r>
          </a:p>
          <a:p>
            <a:pPr algn="ctr"/>
            <a:r>
              <a:rPr lang="en-US" altLang="ko-KR" sz="75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F80E6D2B-2FBB-0012-F881-871D74B13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1628" y="1241545"/>
            <a:ext cx="132725" cy="213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38C75A43-F4C1-30E0-1E34-EE9F9984FCA7}"/>
              </a:ext>
            </a:extLst>
          </p:cNvPr>
          <p:cNvCxnSpPr>
            <a:cxnSpLocks/>
          </p:cNvCxnSpPr>
          <p:nvPr/>
        </p:nvCxnSpPr>
        <p:spPr>
          <a:xfrm rot="16200000" flipH="1">
            <a:off x="2823754" y="1896188"/>
            <a:ext cx="271007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0CC62A75-6203-8084-1CBB-D91DF2195D32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3877354" y="1469677"/>
            <a:ext cx="1777616" cy="562013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969384C2-BC4E-C6E4-60C1-ACD5B2A335D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3185088" y="1923587"/>
            <a:ext cx="325807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F577BEEC-0CBC-D83D-418F-DAA9922FFE2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25895" y="2271513"/>
            <a:ext cx="1021660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4CE87F7-482B-3149-26FA-F64653EF7FDF}"/>
              </a:ext>
            </a:extLst>
          </p:cNvPr>
          <p:cNvSpPr/>
          <p:nvPr/>
        </p:nvSpPr>
        <p:spPr>
          <a:xfrm>
            <a:off x="4611115" y="2442197"/>
            <a:ext cx="1307090" cy="1157528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600"/>
          </a:p>
        </p:txBody>
      </p:sp>
    </p:spTree>
    <p:extLst>
      <p:ext uri="{BB962C8B-B14F-4D97-AF65-F5344CB8AC3E}">
        <p14:creationId xmlns:p14="http://schemas.microsoft.com/office/powerpoint/2010/main" val="34330434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78503-3A30-E905-1EE0-EC3002CB3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F7D8BE2F-8283-50A0-FA99-BEEF04202651}"/>
              </a:ext>
            </a:extLst>
          </p:cNvPr>
          <p:cNvSpPr/>
          <p:nvPr/>
        </p:nvSpPr>
        <p:spPr>
          <a:xfrm>
            <a:off x="890718" y="2032485"/>
            <a:ext cx="1242138" cy="168745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75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8D13FBA0-D30B-76FA-F3C4-4D5DA06ED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765" y="3478195"/>
            <a:ext cx="209138" cy="215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FF0750F8-084B-F778-4783-B20C75BBEFCE}"/>
              </a:ext>
            </a:extLst>
          </p:cNvPr>
          <p:cNvSpPr/>
          <p:nvPr/>
        </p:nvSpPr>
        <p:spPr>
          <a:xfrm>
            <a:off x="983511" y="2086491"/>
            <a:ext cx="1058734" cy="607672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675" b="1"/>
              <a:t>kafka_connect_src</a:t>
            </a:r>
          </a:p>
          <a:p>
            <a:pPr algn="ctr"/>
            <a:r>
              <a:rPr lang="en-US" altLang="ko-KR" sz="675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91C752CD-5C69-756C-E3C7-6E4ECCED6895}"/>
              </a:ext>
            </a:extLst>
          </p:cNvPr>
          <p:cNvSpPr/>
          <p:nvPr/>
        </p:nvSpPr>
        <p:spPr>
          <a:xfrm>
            <a:off x="982422" y="2782344"/>
            <a:ext cx="1058734" cy="607672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675" b="1"/>
              <a:t>kafka_connect_dst</a:t>
            </a:r>
          </a:p>
          <a:p>
            <a:pPr algn="ctr"/>
            <a:r>
              <a:rPr lang="en-US" altLang="ko-KR" sz="675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F049222B-ECE8-D02C-E9EB-E17943512C08}"/>
              </a:ext>
            </a:extLst>
          </p:cNvPr>
          <p:cNvSpPr/>
          <p:nvPr/>
        </p:nvSpPr>
        <p:spPr>
          <a:xfrm>
            <a:off x="1194187" y="2151548"/>
            <a:ext cx="637379" cy="249881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User </a:t>
            </a:r>
            <a:r>
              <a:rPr lang="en-US" altLang="ko-KR" sz="675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497A3440-5633-329E-BCA9-F6860460F229}"/>
              </a:ext>
            </a:extLst>
          </p:cNvPr>
          <p:cNvSpPr/>
          <p:nvPr/>
        </p:nvSpPr>
        <p:spPr>
          <a:xfrm>
            <a:off x="1193098" y="2847400"/>
            <a:ext cx="637379" cy="249881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User </a:t>
            </a:r>
            <a:r>
              <a:rPr lang="en-US" altLang="ko-KR" sz="675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5586930-9367-83E1-E51D-8AAF23FDCD56}"/>
              </a:ext>
            </a:extLst>
          </p:cNvPr>
          <p:cNvSpPr/>
          <p:nvPr/>
        </p:nvSpPr>
        <p:spPr>
          <a:xfrm>
            <a:off x="2726922" y="2031690"/>
            <a:ext cx="1242138" cy="168745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75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9BFE631C-EECA-A29A-CA5C-E5DC396DC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0959" y="3478195"/>
            <a:ext cx="132725" cy="213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60BAD0BC-9751-7906-399A-370AC48EB71C}"/>
              </a:ext>
            </a:extLst>
          </p:cNvPr>
          <p:cNvSpPr/>
          <p:nvPr/>
        </p:nvSpPr>
        <p:spPr>
          <a:xfrm>
            <a:off x="2818625" y="2086491"/>
            <a:ext cx="1058734" cy="607672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postgresql-src-connector</a:t>
            </a:r>
            <a:endParaRPr lang="en-US" altLang="ko-KR" sz="675"/>
          </a:p>
          <a:p>
            <a:pPr algn="ctr"/>
            <a:r>
              <a:rPr lang="en-US" altLang="ko-KR" sz="675"/>
              <a:t>Kafka Source</a:t>
            </a:r>
          </a:p>
          <a:p>
            <a:pPr algn="ctr"/>
            <a:r>
              <a:rPr lang="en-US" altLang="ko-KR" sz="675"/>
              <a:t>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87DC8609-9080-190E-1672-716DA5B4973F}"/>
              </a:ext>
            </a:extLst>
          </p:cNvPr>
          <p:cNvSpPr/>
          <p:nvPr/>
        </p:nvSpPr>
        <p:spPr>
          <a:xfrm>
            <a:off x="2818625" y="2782344"/>
            <a:ext cx="1058734" cy="607672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postgresql-dst-connector</a:t>
            </a:r>
            <a:endParaRPr lang="en-US" altLang="ko-KR" sz="675"/>
          </a:p>
          <a:p>
            <a:pPr algn="ctr"/>
            <a:r>
              <a:rPr lang="en-US" altLang="ko-KR" sz="675"/>
              <a:t>Kafka Sink</a:t>
            </a:r>
          </a:p>
          <a:p>
            <a:pPr algn="ctr"/>
            <a:r>
              <a:rPr lang="en-US" altLang="ko-KR" sz="675"/>
              <a:t>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74D8AEDB-DEAC-FF47-FB40-30F142923D11}"/>
              </a:ext>
            </a:extLst>
          </p:cNvPr>
          <p:cNvSpPr/>
          <p:nvPr/>
        </p:nvSpPr>
        <p:spPr>
          <a:xfrm>
            <a:off x="4563126" y="2031690"/>
            <a:ext cx="1404156" cy="189021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75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90CBDB2E-DC36-B885-9033-C88853E3D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9511" y="3651593"/>
            <a:ext cx="132725" cy="213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CECC0C1A-5CF4-8F06-6089-E3B6BE939521}"/>
              </a:ext>
            </a:extLst>
          </p:cNvPr>
          <p:cNvSpPr/>
          <p:nvPr/>
        </p:nvSpPr>
        <p:spPr>
          <a:xfrm>
            <a:off x="4654828" y="2086490"/>
            <a:ext cx="1219662" cy="313866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postgresql-users</a:t>
            </a:r>
          </a:p>
          <a:p>
            <a:pPr algn="ctr"/>
            <a:r>
              <a:rPr lang="en-US" altLang="ko-KR" sz="675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30576FDB-0F68-EB01-C63B-DD1B3BAEF4E0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1831567" y="2276489"/>
            <a:ext cx="987058" cy="11383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DC502473-B8CB-1568-3A9B-5B433675C0FE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3877359" y="2086492"/>
            <a:ext cx="1387301" cy="303836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3258F753-DAB5-7D7D-DBF1-4A1EAC233205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3877360" y="2243424"/>
            <a:ext cx="777470" cy="84275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6731AF85-D64C-91D9-E0BA-AEC1386BFE35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1830479" y="2972342"/>
            <a:ext cx="988147" cy="11383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49513BC4-6925-650E-B718-0167F337B099}"/>
              </a:ext>
            </a:extLst>
          </p:cNvPr>
          <p:cNvSpPr/>
          <p:nvPr/>
        </p:nvSpPr>
        <p:spPr>
          <a:xfrm>
            <a:off x="4654827" y="2472382"/>
            <a:ext cx="1219663" cy="313866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connect-cluster-configs</a:t>
            </a:r>
          </a:p>
          <a:p>
            <a:pPr algn="ctr"/>
            <a:r>
              <a:rPr lang="en-US" altLang="ko-KR" sz="675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74A9639C-8269-D1E7-D774-1F2EA947D882}"/>
              </a:ext>
            </a:extLst>
          </p:cNvPr>
          <p:cNvSpPr/>
          <p:nvPr/>
        </p:nvSpPr>
        <p:spPr>
          <a:xfrm>
            <a:off x="4659590" y="2858274"/>
            <a:ext cx="1219663" cy="313866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connect-cluster-offsets</a:t>
            </a:r>
          </a:p>
          <a:p>
            <a:pPr algn="ctr"/>
            <a:r>
              <a:rPr lang="en-US" altLang="ko-KR" sz="675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013757C0-FF2F-92A2-ED0B-C780D723316B}"/>
              </a:ext>
            </a:extLst>
          </p:cNvPr>
          <p:cNvSpPr/>
          <p:nvPr/>
        </p:nvSpPr>
        <p:spPr>
          <a:xfrm>
            <a:off x="4659590" y="3244166"/>
            <a:ext cx="1219663" cy="313866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75" b="1"/>
              <a:t>connect-cluster-status</a:t>
            </a:r>
          </a:p>
          <a:p>
            <a:pPr algn="ctr"/>
            <a:r>
              <a:rPr lang="en-US" altLang="ko-KR" sz="675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EC429135-3AA0-53DE-2F68-BF50401D4E1F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4246613" y="2701104"/>
            <a:ext cx="119425" cy="1916668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7EDAE339-6383-C338-8C9D-729C75ED73C8}"/>
              </a:ext>
            </a:extLst>
          </p:cNvPr>
          <p:cNvSpPr/>
          <p:nvPr/>
        </p:nvSpPr>
        <p:spPr>
          <a:xfrm>
            <a:off x="2818627" y="1178670"/>
            <a:ext cx="1058726" cy="582014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750"/>
          </a:p>
          <a:p>
            <a:pPr algn="ctr"/>
            <a:endParaRPr lang="en-US" altLang="ko-KR" sz="750"/>
          </a:p>
          <a:p>
            <a:pPr algn="ctr"/>
            <a:r>
              <a:rPr lang="en-US" altLang="ko-KR" sz="750"/>
              <a:t>Strimzi Cluster </a:t>
            </a:r>
          </a:p>
          <a:p>
            <a:pPr algn="ctr"/>
            <a:r>
              <a:rPr lang="en-US" altLang="ko-KR" sz="75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E2E57FFC-A745-D1D4-74A3-11A65B0B8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1628" y="1241545"/>
            <a:ext cx="132725" cy="213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4F8D0ED9-0EAD-C33A-2B60-1DA14A4CAA24}"/>
              </a:ext>
            </a:extLst>
          </p:cNvPr>
          <p:cNvCxnSpPr>
            <a:cxnSpLocks/>
          </p:cNvCxnSpPr>
          <p:nvPr/>
        </p:nvCxnSpPr>
        <p:spPr>
          <a:xfrm rot="16200000" flipH="1">
            <a:off x="2823754" y="1896188"/>
            <a:ext cx="271007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71D2781D-6700-5B2E-D31B-1565E6AA5293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3877354" y="1469677"/>
            <a:ext cx="1777616" cy="562013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42919A2-E01A-990A-F6E9-7652F3B5FF0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3185088" y="1923587"/>
            <a:ext cx="325807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5F4F34C-BE5E-35AE-7098-121EABE0D4A8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25895" y="2271513"/>
            <a:ext cx="1021660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C160E8A-5D86-90EF-C855-FB2DBAD7286F}"/>
              </a:ext>
            </a:extLst>
          </p:cNvPr>
          <p:cNvSpPr/>
          <p:nvPr/>
        </p:nvSpPr>
        <p:spPr>
          <a:xfrm>
            <a:off x="4611115" y="2442197"/>
            <a:ext cx="1307090" cy="1157528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600"/>
          </a:p>
        </p:txBody>
      </p:sp>
    </p:spTree>
    <p:extLst>
      <p:ext uri="{BB962C8B-B14F-4D97-AF65-F5344CB8AC3E}">
        <p14:creationId xmlns:p14="http://schemas.microsoft.com/office/powerpoint/2010/main" val="2867215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54688</TotalTime>
  <Words>3721</Words>
  <Application>Microsoft Macintosh PowerPoint</Application>
  <PresentationFormat>Custom</PresentationFormat>
  <Paragraphs>952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맑은 고딕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5997</cp:revision>
  <dcterms:created xsi:type="dcterms:W3CDTF">2006-10-05T04:04:58Z</dcterms:created>
  <dcterms:modified xsi:type="dcterms:W3CDTF">2025-12-03T15:42:35Z</dcterms:modified>
</cp:coreProperties>
</file>
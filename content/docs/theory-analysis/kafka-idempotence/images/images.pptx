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77" r:id="rId2"/>
    <p:sldId id="423" r:id="rId3"/>
    <p:sldId id="425" r:id="rId4"/>
    <p:sldId id="421" r:id="rId5"/>
    <p:sldId id="424" r:id="rId6"/>
    <p:sldId id="396" r:id="rId7"/>
    <p:sldId id="422" r:id="rId8"/>
    <p:sldId id="420" r:id="rId9"/>
    <p:sldId id="416" r:id="rId10"/>
    <p:sldId id="419" r:id="rId11"/>
    <p:sldId id="418" r:id="rId12"/>
    <p:sldId id="417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33" autoAdjust="0"/>
    <p:restoredTop sz="89760" autoAdjust="0"/>
  </p:normalViewPr>
  <p:slideViewPr>
    <p:cSldViewPr>
      <p:cViewPr>
        <p:scale>
          <a:sx n="200" d="100"/>
          <a:sy n="200" d="100"/>
        </p:scale>
        <p:origin x="155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60B-5B16-6881-4A2B-36158A7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A6FF6-9754-8C45-9394-03B5FB6E1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97275-1A86-18EA-257C-E4E82E9F7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89D7BC-F503-20EA-77E9-29605B569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806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6506-5CA4-C578-91E8-A9F2265B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FE7375-B8FA-447B-DBA1-831371EE8B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54DA31-ABBC-8951-265F-B85B916EF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7F978A-AE11-0421-F9CE-C0832B86E9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125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6009-5CED-8464-CB16-BA0AF8DF4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5B2348-4ED5-A823-C1EF-36D9944F5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7AC882-758C-ABEA-DA31-9E94AF6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E06B9-291D-E4B0-A699-1B64A1617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34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7F370-7ED5-A1EB-A890-D3EFF52C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0B6525-533B-2D8A-D7D4-1DE28309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177E30-9A02-39E5-940E-0A3E1094C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93666-780A-E4C8-7E7C-F309A19808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618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35497" y="407069"/>
            <a:ext cx="2075354" cy="1938499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80469" y="332112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80469" y="4105183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77625" y="3026563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77625" y="3751164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80469" y="4476479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110851" y="137631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0851" y="380623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15446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Epoch=0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04547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03869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11273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10595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10595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187347" y="28835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Epoch=0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276448" y="64562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375770" y="91104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283173" y="139817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382496" y="166359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382496" y="203486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20384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Epoch=0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29294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39227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29967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39899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39899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240422" y="407069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Epoch=0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178~170]</a:t>
            </a:r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160~152]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240422" y="171681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Epoch=0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900" dirty="0"/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118134" y="720086"/>
            <a:ext cx="1910078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chemeClr val="tx2"/>
                </a:solidFill>
              </a:rPr>
              <a:t>113~106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chemeClr val="tx2"/>
                </a:solidFill>
              </a:rPr>
              <a:t>215~208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chemeClr val="tx2"/>
                </a:solidFill>
              </a:rPr>
              <a:t>195~186</a:t>
            </a:r>
            <a:r>
              <a:rPr lang="en-US" altLang="ko-KR" sz="900"/>
              <a:t>)]</a:t>
            </a:r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rgbClr val="C00000"/>
                </a:solidFill>
              </a:rPr>
              <a:t>105~100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rgbClr val="C00000"/>
                </a:solidFill>
              </a:rPr>
              <a:t>207~200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rgbClr val="C00000"/>
                </a:solidFill>
              </a:rPr>
              <a:t>185~180</a:t>
            </a:r>
            <a:r>
              <a:rPr lang="en-US" altLang="ko-KR" sz="9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35497" y="3107769"/>
            <a:ext cx="2075354" cy="1396940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118134" y="3420785"/>
            <a:ext cx="1910078" cy="99873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/>
              <a:t>), (Topic B,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FC09-8E71-F6E3-BCBA-09E1DBAC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FA4B5637-5CB7-C83D-B45E-0DAA8E667010}"/>
              </a:ext>
            </a:extLst>
          </p:cNvPr>
          <p:cNvSpPr/>
          <p:nvPr/>
        </p:nvSpPr>
        <p:spPr>
          <a:xfrm>
            <a:off x="4133451" y="148240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A34B57CC-30A7-36E0-7BDC-7EF4482BBF08}"/>
              </a:ext>
            </a:extLst>
          </p:cNvPr>
          <p:cNvSpPr/>
          <p:nvPr/>
        </p:nvSpPr>
        <p:spPr>
          <a:xfrm>
            <a:off x="5071239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BC8F638-B3A4-A268-DDEB-C0BB10FD03FA}"/>
              </a:ext>
            </a:extLst>
          </p:cNvPr>
          <p:cNvSpPr/>
          <p:nvPr/>
        </p:nvSpPr>
        <p:spPr>
          <a:xfrm>
            <a:off x="6006285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1CCB745-E56E-9810-5BF9-A5DF20A7B571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F9FFEA81-D1EA-6868-DF2B-56A3B719EB3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EC81A6A-E542-3112-0C1A-69CD3F4D7506}"/>
              </a:ext>
            </a:extLst>
          </p:cNvPr>
          <p:cNvSpPr/>
          <p:nvPr/>
        </p:nvSpPr>
        <p:spPr>
          <a:xfrm>
            <a:off x="5067361" y="276377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9A38B70-224B-05C7-4B38-7BC56C97F52A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4E8B0D0-4EF5-7FD9-C978-9C0047C4AC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14E04DFC-AEDE-BB7F-ADFE-269C190F87F3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47B7DE9A-A29D-3EFD-2819-136EFB057558}"/>
              </a:ext>
            </a:extLst>
          </p:cNvPr>
          <p:cNvSpPr/>
          <p:nvPr/>
        </p:nvSpPr>
        <p:spPr>
          <a:xfrm>
            <a:off x="6005913" y="276377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7F70D91-F3C7-7B8B-0F70-A8C99E4FDA39}"/>
              </a:ext>
            </a:extLst>
          </p:cNvPr>
          <p:cNvSpPr/>
          <p:nvPr/>
        </p:nvSpPr>
        <p:spPr>
          <a:xfrm>
            <a:off x="2254448" y="334424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B45EDB2-D78B-C1F8-A837-235E60553B98}"/>
              </a:ext>
            </a:extLst>
          </p:cNvPr>
          <p:cNvSpPr/>
          <p:nvPr/>
        </p:nvSpPr>
        <p:spPr>
          <a:xfrm>
            <a:off x="3193000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97A9E00-2B90-A851-9AF3-4E5F2D15AC98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350299B-650B-B788-72FC-9EA2C3FDE71F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5F8D5B20-3E0F-B017-6C7B-BF1D42DD581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5BE260-041B-A0D9-EE52-3BF6E62C1B4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26F4796F-DABA-340F-B6AC-C14061550E3F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[132~125, 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AEA3077-E68E-58D0-1454-2C6B15E1619A}"/>
              </a:ext>
            </a:extLst>
          </p:cNvPr>
          <p:cNvSpPr/>
          <p:nvPr/>
        </p:nvSpPr>
        <p:spPr>
          <a:xfrm>
            <a:off x="2254448" y="462563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049A9D0-BC29-B192-0F15-C06BF40F8392}"/>
              </a:ext>
            </a:extLst>
          </p:cNvPr>
          <p:cNvSpPr/>
          <p:nvPr/>
        </p:nvSpPr>
        <p:spPr>
          <a:xfrm>
            <a:off x="3193000" y="462562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216861BE-0AAC-C263-7152-CD4F4E5A333E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CD56572D-68C9-F95F-7A30-3083C05D3DE7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B35BD78-DBB1-2EE4-63A3-928C2B619B87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5B81B4E-7A19-F246-4638-0E05FD414A0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8D6411E-C75D-C303-3E23-F945211A2F56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3DCE644-C947-C6D6-683A-9BA830618344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63FB7-9D8F-FF86-03B3-1ADA23039C29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43B1B5E-14F4-C553-6D02-2B32C8F24817}"/>
              </a:ext>
            </a:extLst>
          </p:cNvPr>
          <p:cNvSpPr/>
          <p:nvPr/>
        </p:nvSpPr>
        <p:spPr>
          <a:xfrm>
            <a:off x="4135351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5476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29321-2BC5-2818-77AF-4FE50C5E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A5C3E26-9FCC-C991-F7FB-E86318DBB44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263CAEB-4C34-B362-28DE-9F1E8C77961B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3F768B4C-433B-EE76-DD5B-774C709E4588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9EC1216B-A603-BA14-A84F-C514B197C31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02F17C20-8950-31BF-9D36-44A5E920CE4D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3399035D-5933-250F-6163-1EE62D29FA4D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AB65B069-A952-F6F2-C77D-36F83665BE72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670CE90D-C8C6-EFCC-CF50-DCBEED7962C7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1D072C7-CC06-CDE9-ECD2-96DD527252A3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7987BFEC-CB74-2CA5-9AA4-0B6A28AECCEF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6F4232C-AFE7-7C9F-1F39-735BBAFBD21C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BFC18C31-5588-F27A-EF05-BCA46EDE368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0826A2EF-CC80-D1E8-558D-AC9DD11098AF}"/>
              </a:ext>
            </a:extLst>
          </p:cNvPr>
          <p:cNvSpPr/>
          <p:nvPr/>
        </p:nvSpPr>
        <p:spPr>
          <a:xfrm>
            <a:off x="5067361" y="14768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73C70489-AC54-8CC9-2BD3-8F2AA74439AE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02E79248-0E87-B243-7F6A-1E824643346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AFFEA65-9C8D-AD6D-71C9-6E9E791B5EF1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A30AAAEE-2842-103A-0369-89E90C0D4E10}"/>
              </a:ext>
            </a:extLst>
          </p:cNvPr>
          <p:cNvSpPr/>
          <p:nvPr/>
        </p:nvSpPr>
        <p:spPr>
          <a:xfrm>
            <a:off x="6005913" y="147686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97E23E0D-FA1C-7E7B-4442-806B73DCA9A6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273BA78-E1BF-CCF3-7700-A0EB4C33D80E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BC6F639-6052-BA51-FE93-EE2D2CC33920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89C5732-0FDC-55AB-763C-C2552A85CF7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916F0AB4-6886-9B2E-7AC6-C4CE72AEE9E6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3AD6545-D08E-FAD5-6087-127EA85CD889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7EA63579-8B80-AEDC-69B6-2C6B4632C376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4ED32D0F-3A46-B420-03ED-9B2554187913}"/>
              </a:ext>
            </a:extLst>
          </p:cNvPr>
          <p:cNvSpPr/>
          <p:nvPr/>
        </p:nvSpPr>
        <p:spPr>
          <a:xfrm>
            <a:off x="2254448" y="333871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C6FAD15-3AF9-E75D-6168-57B9A2010F6B}"/>
              </a:ext>
            </a:extLst>
          </p:cNvPr>
          <p:cNvSpPr/>
          <p:nvPr/>
        </p:nvSpPr>
        <p:spPr>
          <a:xfrm>
            <a:off x="3193000" y="333871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607002DF-8BBF-0670-1C14-C09CB6B9809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4F84BBBB-BA77-F2C3-ED4D-A393F209C58E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1498F43C-5FFA-0A28-DE67-34ACA0A57D33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8A65F58-CC36-5FC3-A4C7-4176A153D1CA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829B9E35-FDA1-139F-A618-A56F76E08125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99FA9EC9-731D-B13E-B9B7-2DA999A1D38D}"/>
              </a:ext>
            </a:extLst>
          </p:cNvPr>
          <p:cNvSpPr/>
          <p:nvPr/>
        </p:nvSpPr>
        <p:spPr>
          <a:xfrm>
            <a:off x="444059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D8CA2EB-7502-4533-C557-A00D225005D4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1D460-0820-3862-8919-9F4F4C7C5947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52444C50-A3E0-2EE1-22D8-5D4349821C29}"/>
              </a:ext>
            </a:extLst>
          </p:cNvPr>
          <p:cNvSpPr/>
          <p:nvPr/>
        </p:nvSpPr>
        <p:spPr>
          <a:xfrm>
            <a:off x="4128809" y="404752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CC4A1B8A-4EF4-F127-DC2E-57B5ABDD0170}"/>
              </a:ext>
            </a:extLst>
          </p:cNvPr>
          <p:cNvSpPr/>
          <p:nvPr/>
        </p:nvSpPr>
        <p:spPr>
          <a:xfrm>
            <a:off x="5067361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6">
            <a:extLst>
              <a:ext uri="{FF2B5EF4-FFF2-40B4-BE49-F238E27FC236}">
                <a16:creationId xmlns:a16="http://schemas.microsoft.com/office/drawing/2014/main" id="{BD4A8999-8B26-2F11-12B3-F2D4B79F89AD}"/>
              </a:ext>
            </a:extLst>
          </p:cNvPr>
          <p:cNvSpPr/>
          <p:nvPr/>
        </p:nvSpPr>
        <p:spPr>
          <a:xfrm>
            <a:off x="6005834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145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E357-42B6-59AE-3AA0-D9AAA71E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84AD674-43D4-2FD0-DEEA-2852C300FB9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59F5ABF8-6980-77E0-B86C-15F06E67D491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84F687F1-FD23-671C-C3BD-00311C94B461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0B63D8C0-8BD1-93DF-B3D5-CABDD22C44F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EBA5EBD-1165-A612-8A9A-F3DA3A255404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4628777-5DE9-54C6-06F5-3AB13B75C0BA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0A2D2961-AF6A-17B6-FF3E-099D327EF413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EA776A55-63A6-1E84-1B6E-C2FFDFE4A3DD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F135F66-83F6-C684-D455-B02A5FB7C8BC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C37EC564-45B6-D1D4-ED38-E93C93C582D6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5F53C3B-628C-3FA1-993F-A2A610A90844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3401E44C-84FA-3023-48CD-5DC869A9E4DB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25CF3524-9087-6B66-B23F-72355206C9B6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966A56D1-C614-87B1-8715-5C45C36743C9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9D2BFAC-E376-1833-A175-93C24D5322D2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AA64E80-51F9-1A57-8ADC-4D6F1902C96E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F8BE145-E947-9CA3-C985-389AD7949E51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A68E4D9-0762-FAA7-8391-CB27C8D7C764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A874F0-77A6-7BDA-61AA-43B3985C330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D0B70130-A552-204A-4B28-6141BE587CD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52D2CA9-69D1-71A3-7362-208F0A722F65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0470731F-EB24-26F1-563F-30AED33FDC65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5BBF980-AD87-1B2C-BCAD-65672151603A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0561BE6C-CCAD-F221-3352-635472FBEFA1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E7737BAF-94EA-2732-2C41-9F0F3F4C5DE8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B94D3C2-4E40-E1EF-196C-7386BD3DE5B4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34B57413-E270-0D36-441E-D2A2DFC89D01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9E7E93E-428D-02B1-602E-780B5F2192D7}"/>
              </a:ext>
            </a:extLst>
          </p:cNvPr>
          <p:cNvSpPr/>
          <p:nvPr/>
        </p:nvSpPr>
        <p:spPr>
          <a:xfrm>
            <a:off x="4463988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4285D8D-2756-5AAC-3851-38B10CA36306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5245901-5C00-2916-114A-2E3EDAD0D4FE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B83AE73E-648F-3572-16CC-9DF1CF2943A7}"/>
              </a:ext>
            </a:extLst>
          </p:cNvPr>
          <p:cNvSpPr/>
          <p:nvPr/>
        </p:nvSpPr>
        <p:spPr>
          <a:xfrm>
            <a:off x="4135351" y="206195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8DFBC8A7-0B32-3BDF-8266-2029B7D3E95C}"/>
              </a:ext>
            </a:extLst>
          </p:cNvPr>
          <p:cNvSpPr/>
          <p:nvPr/>
        </p:nvSpPr>
        <p:spPr>
          <a:xfrm>
            <a:off x="5073139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6">
            <a:extLst>
              <a:ext uri="{FF2B5EF4-FFF2-40B4-BE49-F238E27FC236}">
                <a16:creationId xmlns:a16="http://schemas.microsoft.com/office/drawing/2014/main" id="{49449498-BAE8-1F52-7104-E089DDBA54BE}"/>
              </a:ext>
            </a:extLst>
          </p:cNvPr>
          <p:cNvSpPr/>
          <p:nvPr/>
        </p:nvSpPr>
        <p:spPr>
          <a:xfrm>
            <a:off x="6008185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6">
            <a:extLst>
              <a:ext uri="{FF2B5EF4-FFF2-40B4-BE49-F238E27FC236}">
                <a16:creationId xmlns:a16="http://schemas.microsoft.com/office/drawing/2014/main" id="{1BE71933-6DE8-0873-B211-FF865764D400}"/>
              </a:ext>
            </a:extLst>
          </p:cNvPr>
          <p:cNvSpPr/>
          <p:nvPr/>
        </p:nvSpPr>
        <p:spPr>
          <a:xfrm>
            <a:off x="5067361" y="275362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6">
            <a:extLst>
              <a:ext uri="{FF2B5EF4-FFF2-40B4-BE49-F238E27FC236}">
                <a16:creationId xmlns:a16="http://schemas.microsoft.com/office/drawing/2014/main" id="{51AE8635-8BAC-B55D-9E6E-585E0753D123}"/>
              </a:ext>
            </a:extLst>
          </p:cNvPr>
          <p:cNvSpPr/>
          <p:nvPr/>
        </p:nvSpPr>
        <p:spPr>
          <a:xfrm>
            <a:off x="6005913" y="2753622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6">
            <a:extLst>
              <a:ext uri="{FF2B5EF4-FFF2-40B4-BE49-F238E27FC236}">
                <a16:creationId xmlns:a16="http://schemas.microsoft.com/office/drawing/2014/main" id="{30A27D94-9F47-250D-C0C6-9E3C8E8D50CC}"/>
              </a:ext>
            </a:extLst>
          </p:cNvPr>
          <p:cNvSpPr/>
          <p:nvPr/>
        </p:nvSpPr>
        <p:spPr>
          <a:xfrm>
            <a:off x="2254448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DB851F5E-EF1D-A04A-5AF0-06ABE8E6B283}"/>
              </a:ext>
            </a:extLst>
          </p:cNvPr>
          <p:cNvSpPr/>
          <p:nvPr/>
        </p:nvSpPr>
        <p:spPr>
          <a:xfrm>
            <a:off x="3189494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408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D08CE-0760-4173-1391-500355442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97A779DE-1B03-BDFE-20C6-CA7AC56E43DC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7478A23-9CB9-03A9-F97C-8057BAD278C2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310AAA8-3DA9-2D35-29B3-7027C836F054}"/>
              </a:ext>
            </a:extLst>
          </p:cNvPr>
          <p:cNvSpPr/>
          <p:nvPr/>
        </p:nvSpPr>
        <p:spPr>
          <a:xfrm>
            <a:off x="3000334" y="19548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4C371FE6-C5B1-2168-6A82-1036B3B559D5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098FDF9-BB14-BD58-075C-FE3562B4CC7B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8D3E78EB-F809-ABAE-B736-CB8797695830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4A6D8355-5D32-BCBD-5EBB-2B71D5A1A5BD}"/>
              </a:ext>
            </a:extLst>
          </p:cNvPr>
          <p:cNvSpPr/>
          <p:nvPr/>
        </p:nvSpPr>
        <p:spPr>
          <a:xfrm>
            <a:off x="379037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29AC6A8-10D0-3F7A-E68B-B331D1FD65FF}"/>
              </a:ext>
            </a:extLst>
          </p:cNvPr>
          <p:cNvSpPr/>
          <p:nvPr/>
        </p:nvSpPr>
        <p:spPr>
          <a:xfrm>
            <a:off x="458154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3E89F0A-AA8B-589D-867C-A8B573DD6037}"/>
              </a:ext>
            </a:extLst>
          </p:cNvPr>
          <p:cNvSpPr/>
          <p:nvPr/>
        </p:nvSpPr>
        <p:spPr>
          <a:xfrm>
            <a:off x="537044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A30A866B-A8E6-C9E7-B808-2EB1C187C664}"/>
              </a:ext>
            </a:extLst>
          </p:cNvPr>
          <p:cNvSpPr/>
          <p:nvPr/>
        </p:nvSpPr>
        <p:spPr>
          <a:xfrm>
            <a:off x="616161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47D744F4-7A82-41C3-8E8D-208BBBD02698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8B19EBE-841D-B083-89D1-F3B19E91EFBF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06652E4E-B60F-EF91-9748-D9D4FFCE1A61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B99FBE30-30D5-5CA0-A8E9-457B6EFB71B5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B85D4809-CFF5-AFB4-5BC7-2C87B8CEFEAD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6066052-B7E1-7C10-4B67-CC7F61DB37F1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408FC5-4C8F-FC40-E59D-96AA53EA7B6D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BC18A9F-B481-1C5C-736F-1D96F0FF8D74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6270F02-66E1-24FA-E1E6-0CFDE0F02840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138547C-7214-5439-E075-84CD516E9231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D45A389D-E7ED-2142-52EE-48055032CA1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29C47C9-6BDF-7EBF-E670-EEFF732F77A3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4EE48BE-BE9C-3E26-E3F8-4D8FC1B3FE99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BE371829-3D93-D7DB-7976-8204A7F43B3E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4FC17972-9C19-649C-1344-C49B3B8056B0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6AF8B59-4E59-00C0-513C-6637C131A742}"/>
              </a:ext>
            </a:extLst>
          </p:cNvPr>
          <p:cNvSpPr/>
          <p:nvPr/>
        </p:nvSpPr>
        <p:spPr>
          <a:xfrm>
            <a:off x="4463988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19317E7E-76C9-F1AB-B18A-7841F1B7DFCD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F7A6916-6388-AA38-AC6E-A531DCC7B75A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0261781E-339A-A00C-8BC6-2BE6B028B559}"/>
              </a:ext>
            </a:extLst>
          </p:cNvPr>
          <p:cNvSpPr/>
          <p:nvPr/>
        </p:nvSpPr>
        <p:spPr>
          <a:xfrm>
            <a:off x="2209641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9070F0AB-7C1F-2F89-A214-34B5B1F1D81C}"/>
              </a:ext>
            </a:extLst>
          </p:cNvPr>
          <p:cNvSpPr/>
          <p:nvPr/>
        </p:nvSpPr>
        <p:spPr>
          <a:xfrm>
            <a:off x="2997680" y="2055749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6">
            <a:extLst>
              <a:ext uri="{FF2B5EF4-FFF2-40B4-BE49-F238E27FC236}">
                <a16:creationId xmlns:a16="http://schemas.microsoft.com/office/drawing/2014/main" id="{361C06A9-BDDF-276B-058A-74F5E54F7C8D}"/>
              </a:ext>
            </a:extLst>
          </p:cNvPr>
          <p:cNvSpPr/>
          <p:nvPr/>
        </p:nvSpPr>
        <p:spPr>
          <a:xfrm>
            <a:off x="378771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83622C6-1115-FF93-494D-579A796A8CCF}"/>
              </a:ext>
            </a:extLst>
          </p:cNvPr>
          <p:cNvSpPr/>
          <p:nvPr/>
        </p:nvSpPr>
        <p:spPr>
          <a:xfrm>
            <a:off x="457888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6">
            <a:extLst>
              <a:ext uri="{FF2B5EF4-FFF2-40B4-BE49-F238E27FC236}">
                <a16:creationId xmlns:a16="http://schemas.microsoft.com/office/drawing/2014/main" id="{8D96FDDD-716F-3857-B0A6-F3EC4AB1955B}"/>
              </a:ext>
            </a:extLst>
          </p:cNvPr>
          <p:cNvSpPr/>
          <p:nvPr/>
        </p:nvSpPr>
        <p:spPr>
          <a:xfrm>
            <a:off x="536779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A09EBEA7-1784-EEDB-B4AA-89021A24C394}"/>
              </a:ext>
            </a:extLst>
          </p:cNvPr>
          <p:cNvSpPr/>
          <p:nvPr/>
        </p:nvSpPr>
        <p:spPr>
          <a:xfrm>
            <a:off x="615896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E0DA2007-1A51-DF41-A5F7-9F07FB5515E0}"/>
              </a:ext>
            </a:extLst>
          </p:cNvPr>
          <p:cNvSpPr/>
          <p:nvPr/>
        </p:nvSpPr>
        <p:spPr>
          <a:xfrm>
            <a:off x="2206987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6547F4DD-551D-7616-27BD-6ED11AC3FF52}"/>
              </a:ext>
            </a:extLst>
          </p:cNvPr>
          <p:cNvSpPr/>
          <p:nvPr/>
        </p:nvSpPr>
        <p:spPr>
          <a:xfrm>
            <a:off x="6158965" y="2758245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15F5973B-E71D-6A8B-0561-E106D8696223}"/>
              </a:ext>
            </a:extLst>
          </p:cNvPr>
          <p:cNvSpPr/>
          <p:nvPr/>
        </p:nvSpPr>
        <p:spPr>
          <a:xfrm>
            <a:off x="2206986" y="4622464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7C921-D740-3792-07BD-C929D892FEFD}"/>
              </a:ext>
            </a:extLst>
          </p:cNvPr>
          <p:cNvSpPr txBox="1"/>
          <p:nvPr/>
        </p:nvSpPr>
        <p:spPr>
          <a:xfrm>
            <a:off x="5854695" y="4039630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>
                <a:solidFill>
                  <a:srgbClr val="C00000"/>
                </a:solidFill>
              </a:rPr>
              <a:t>120~144 </a:t>
            </a:r>
          </a:p>
          <a:p>
            <a:r>
              <a:rPr lang="en-KR" sz="900" b="1">
                <a:solidFill>
                  <a:srgbClr val="C00000"/>
                </a:solidFill>
              </a:rPr>
              <a:t>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263669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82639" y="945078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683793" y="1415787"/>
            <a:ext cx="44723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83078" y="3812258"/>
            <a:ext cx="447309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913857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2002958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2102280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2009684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2109006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2109006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4082693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4171794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4271116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4178519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4277842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4277842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992644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3081745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3181067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3088470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3187793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3187793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254214" y="1272864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81924" y="3341549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253499" y="3669335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53963</TotalTime>
  <Words>1429</Words>
  <Application>Microsoft Macintosh PowerPoint</Application>
  <PresentationFormat>On-screen Show (16:9)</PresentationFormat>
  <Paragraphs>429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5827</cp:revision>
  <dcterms:created xsi:type="dcterms:W3CDTF">2006-10-05T04:04:58Z</dcterms:created>
  <dcterms:modified xsi:type="dcterms:W3CDTF">2025-11-30T12:13:18Z</dcterms:modified>
</cp:coreProperties>
</file>
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429" r:id="rId2"/>
    <p:sldId id="430" r:id="rId3"/>
    <p:sldId id="426" r:id="rId4"/>
    <p:sldId id="433" r:id="rId5"/>
    <p:sldId id="434" r:id="rId6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47" autoAdjust="0"/>
    <p:restoredTop sz="89760" autoAdjust="0"/>
  </p:normalViewPr>
  <p:slideViewPr>
    <p:cSldViewPr>
      <p:cViewPr>
        <p:scale>
          <a:sx n="200" d="100"/>
          <a:sy n="200" d="100"/>
        </p:scale>
        <p:origin x="640" y="1248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2025. 12. 10.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2025. 12. 10.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2025. 12. 10.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2025. 12. 10.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2025. 12. 10.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2025. 12. 10.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2025. 12. 10.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2025. 12. 10.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2025. 12. 10.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2025. 12. 10.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2025. 12. 10.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2025. 12. 10.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2025. 12. 10.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3D832-AE22-841F-E332-1310BF0D0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6">
            <a:extLst>
              <a:ext uri="{FF2B5EF4-FFF2-40B4-BE49-F238E27FC236}">
                <a16:creationId xmlns:a16="http://schemas.microsoft.com/office/drawing/2014/main" id="{A4BCF8EC-1C36-804E-FA2D-EEECAD320790}"/>
              </a:ext>
            </a:extLst>
          </p:cNvPr>
          <p:cNvSpPr/>
          <p:nvPr/>
        </p:nvSpPr>
        <p:spPr>
          <a:xfrm>
            <a:off x="3004727" y="959439"/>
            <a:ext cx="1863782" cy="1821206"/>
          </a:xfrm>
          <a:prstGeom prst="roundRect">
            <a:avLst>
              <a:gd name="adj" fmla="val 4353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 A</a:t>
            </a:r>
            <a:endParaRPr lang="ko-KR" altLang="en-US" sz="1000" dirty="0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C41E0B2B-6320-86DE-6641-4CF51A68AF47}"/>
              </a:ext>
            </a:extLst>
          </p:cNvPr>
          <p:cNvSpPr/>
          <p:nvPr/>
        </p:nvSpPr>
        <p:spPr>
          <a:xfrm>
            <a:off x="3216538" y="1630525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0</a:t>
            </a:r>
            <a:endParaRPr lang="ko-KR" altLang="en-US" sz="900" dirty="0"/>
          </a:p>
        </p:txBody>
      </p:sp>
      <p:sp>
        <p:nvSpPr>
          <p:cNvPr id="7" name="사각형: 둥근 모서리 70">
            <a:extLst>
              <a:ext uri="{FF2B5EF4-FFF2-40B4-BE49-F238E27FC236}">
                <a16:creationId xmlns:a16="http://schemas.microsoft.com/office/drawing/2014/main" id="{080EB1FB-08BE-8239-CFBD-9BA87913E7F2}"/>
              </a:ext>
            </a:extLst>
          </p:cNvPr>
          <p:cNvSpPr/>
          <p:nvPr/>
        </p:nvSpPr>
        <p:spPr>
          <a:xfrm>
            <a:off x="3113694" y="1335964"/>
            <a:ext cx="1645849" cy="631715"/>
          </a:xfrm>
          <a:prstGeom prst="roundRect">
            <a:avLst>
              <a:gd name="adj" fmla="val 1088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A</a:t>
            </a:r>
            <a:endParaRPr lang="ko-KR" altLang="en-US" sz="1000" dirty="0"/>
          </a:p>
        </p:txBody>
      </p:sp>
      <p:sp>
        <p:nvSpPr>
          <p:cNvPr id="10" name="사각형: 둥근 모서리 12">
            <a:extLst>
              <a:ext uri="{FF2B5EF4-FFF2-40B4-BE49-F238E27FC236}">
                <a16:creationId xmlns:a16="http://schemas.microsoft.com/office/drawing/2014/main" id="{0380AD0C-9FE6-73FC-1D1B-FD38960412D2}"/>
              </a:ext>
            </a:extLst>
          </p:cNvPr>
          <p:cNvSpPr/>
          <p:nvPr/>
        </p:nvSpPr>
        <p:spPr>
          <a:xfrm>
            <a:off x="3216538" y="2344204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0</a:t>
            </a:r>
            <a:endParaRPr lang="ko-KR" altLang="en-US" sz="900" dirty="0"/>
          </a:p>
        </p:txBody>
      </p:sp>
      <p:sp>
        <p:nvSpPr>
          <p:cNvPr id="11" name="사각형: 둥근 모서리 70">
            <a:extLst>
              <a:ext uri="{FF2B5EF4-FFF2-40B4-BE49-F238E27FC236}">
                <a16:creationId xmlns:a16="http://schemas.microsoft.com/office/drawing/2014/main" id="{80F8AEF6-FA5E-8764-E0DB-7AA0936A8F81}"/>
              </a:ext>
            </a:extLst>
          </p:cNvPr>
          <p:cNvSpPr/>
          <p:nvPr/>
        </p:nvSpPr>
        <p:spPr>
          <a:xfrm>
            <a:off x="3113694" y="2049643"/>
            <a:ext cx="1645849" cy="631715"/>
          </a:xfrm>
          <a:prstGeom prst="roundRect">
            <a:avLst>
              <a:gd name="adj" fmla="val 1088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B</a:t>
            </a:r>
            <a:endParaRPr lang="ko-KR" altLang="en-US" sz="1000" dirty="0"/>
          </a:p>
        </p:txBody>
      </p:sp>
      <p:sp>
        <p:nvSpPr>
          <p:cNvPr id="12" name="사각형: 둥근 모서리 6">
            <a:extLst>
              <a:ext uri="{FF2B5EF4-FFF2-40B4-BE49-F238E27FC236}">
                <a16:creationId xmlns:a16="http://schemas.microsoft.com/office/drawing/2014/main" id="{E08F481D-B092-D4DC-50B9-CBD5A74F5896}"/>
              </a:ext>
            </a:extLst>
          </p:cNvPr>
          <p:cNvSpPr/>
          <p:nvPr/>
        </p:nvSpPr>
        <p:spPr>
          <a:xfrm>
            <a:off x="5020951" y="959439"/>
            <a:ext cx="1863782" cy="1821206"/>
          </a:xfrm>
          <a:prstGeom prst="roundRect">
            <a:avLst>
              <a:gd name="adj" fmla="val 4353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 B</a:t>
            </a:r>
            <a:endParaRPr lang="ko-KR" altLang="en-US" sz="1000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677BBC5-0C04-0533-B8F0-D7E44D7C0155}"/>
              </a:ext>
            </a:extLst>
          </p:cNvPr>
          <p:cNvSpPr/>
          <p:nvPr/>
        </p:nvSpPr>
        <p:spPr>
          <a:xfrm>
            <a:off x="5232762" y="1630525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1</a:t>
            </a:r>
            <a:endParaRPr lang="ko-KR" altLang="en-US" sz="900" dirty="0"/>
          </a:p>
        </p:txBody>
      </p:sp>
      <p:sp>
        <p:nvSpPr>
          <p:cNvPr id="14" name="사각형: 둥근 모서리 70">
            <a:extLst>
              <a:ext uri="{FF2B5EF4-FFF2-40B4-BE49-F238E27FC236}">
                <a16:creationId xmlns:a16="http://schemas.microsoft.com/office/drawing/2014/main" id="{327BF129-E358-C94A-BE7C-824820E34C31}"/>
              </a:ext>
            </a:extLst>
          </p:cNvPr>
          <p:cNvSpPr/>
          <p:nvPr/>
        </p:nvSpPr>
        <p:spPr>
          <a:xfrm>
            <a:off x="5129918" y="1335964"/>
            <a:ext cx="1645849" cy="631715"/>
          </a:xfrm>
          <a:prstGeom prst="roundRect">
            <a:avLst>
              <a:gd name="adj" fmla="val 1088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A</a:t>
            </a:r>
            <a:endParaRPr lang="ko-KR" altLang="en-US" sz="1000" dirty="0"/>
          </a:p>
        </p:txBody>
      </p: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A936305F-B380-8D33-6BC5-438D18C219DB}"/>
              </a:ext>
            </a:extLst>
          </p:cNvPr>
          <p:cNvSpPr/>
          <p:nvPr/>
        </p:nvSpPr>
        <p:spPr>
          <a:xfrm>
            <a:off x="5232762" y="2344204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1</a:t>
            </a:r>
            <a:endParaRPr lang="ko-KR" altLang="en-US" sz="900" dirty="0"/>
          </a:p>
        </p:txBody>
      </p:sp>
      <p:sp>
        <p:nvSpPr>
          <p:cNvPr id="16" name="사각형: 둥근 모서리 70">
            <a:extLst>
              <a:ext uri="{FF2B5EF4-FFF2-40B4-BE49-F238E27FC236}">
                <a16:creationId xmlns:a16="http://schemas.microsoft.com/office/drawing/2014/main" id="{DCAD6759-7DF2-F1F5-D98E-498A30F71FCB}"/>
              </a:ext>
            </a:extLst>
          </p:cNvPr>
          <p:cNvSpPr/>
          <p:nvPr/>
        </p:nvSpPr>
        <p:spPr>
          <a:xfrm>
            <a:off x="5129918" y="2049643"/>
            <a:ext cx="1645849" cy="631715"/>
          </a:xfrm>
          <a:prstGeom prst="roundRect">
            <a:avLst>
              <a:gd name="adj" fmla="val 1088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B</a:t>
            </a:r>
            <a:endParaRPr lang="ko-KR" altLang="en-US" sz="1000" dirty="0"/>
          </a:p>
        </p:txBody>
      </p:sp>
      <p:sp>
        <p:nvSpPr>
          <p:cNvPr id="21" name="사각형: 둥근 모서리 6">
            <a:extLst>
              <a:ext uri="{FF2B5EF4-FFF2-40B4-BE49-F238E27FC236}">
                <a16:creationId xmlns:a16="http://schemas.microsoft.com/office/drawing/2014/main" id="{C0B2595E-C907-9442-0D24-AEDD9BA51805}"/>
              </a:ext>
            </a:extLst>
          </p:cNvPr>
          <p:cNvSpPr/>
          <p:nvPr/>
        </p:nvSpPr>
        <p:spPr>
          <a:xfrm>
            <a:off x="4012839" y="2860526"/>
            <a:ext cx="1863782" cy="1094370"/>
          </a:xfrm>
          <a:prstGeom prst="roundRect">
            <a:avLst>
              <a:gd name="adj" fmla="val 650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 C</a:t>
            </a:r>
            <a:endParaRPr lang="ko-KR" altLang="en-US" sz="1000" dirty="0"/>
          </a:p>
        </p:txBody>
      </p: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03AD8B1C-C020-C12C-6F02-F913D2C30489}"/>
              </a:ext>
            </a:extLst>
          </p:cNvPr>
          <p:cNvSpPr/>
          <p:nvPr/>
        </p:nvSpPr>
        <p:spPr>
          <a:xfrm>
            <a:off x="4224650" y="3531612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2</a:t>
            </a:r>
            <a:endParaRPr lang="ko-KR" altLang="en-US" sz="900" dirty="0"/>
          </a:p>
        </p:txBody>
      </p:sp>
      <p:sp>
        <p:nvSpPr>
          <p:cNvPr id="23" name="사각형: 둥근 모서리 70">
            <a:extLst>
              <a:ext uri="{FF2B5EF4-FFF2-40B4-BE49-F238E27FC236}">
                <a16:creationId xmlns:a16="http://schemas.microsoft.com/office/drawing/2014/main" id="{7B3F0A85-FB38-3BFB-0C2C-D0591609FD90}"/>
              </a:ext>
            </a:extLst>
          </p:cNvPr>
          <p:cNvSpPr/>
          <p:nvPr/>
        </p:nvSpPr>
        <p:spPr>
          <a:xfrm>
            <a:off x="4121806" y="3237051"/>
            <a:ext cx="1645849" cy="631715"/>
          </a:xfrm>
          <a:prstGeom prst="roundRect">
            <a:avLst>
              <a:gd name="adj" fmla="val 1088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B</a:t>
            </a:r>
            <a:endParaRPr lang="ko-KR" altLang="en-US" sz="1000" dirty="0"/>
          </a:p>
        </p:txBody>
      </p:sp>
      <p:sp>
        <p:nvSpPr>
          <p:cNvPr id="26" name="사각형: 둥근 모서리 56">
            <a:extLst>
              <a:ext uri="{FF2B5EF4-FFF2-40B4-BE49-F238E27FC236}">
                <a16:creationId xmlns:a16="http://schemas.microsoft.com/office/drawing/2014/main" id="{DBC5861B-B633-FFE7-C09D-7A634B9E20D3}"/>
              </a:ext>
            </a:extLst>
          </p:cNvPr>
          <p:cNvSpPr/>
          <p:nvPr/>
        </p:nvSpPr>
        <p:spPr>
          <a:xfrm>
            <a:off x="1420551" y="3450062"/>
            <a:ext cx="1217972" cy="432048"/>
          </a:xfrm>
          <a:prstGeom prst="roundRect">
            <a:avLst>
              <a:gd name="adj" fmla="val 1419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</a:t>
            </a:r>
          </a:p>
        </p:txBody>
      </p:sp>
      <p:cxnSp>
        <p:nvCxnSpPr>
          <p:cNvPr id="28" name="직선 화살표 연결선 96">
            <a:extLst>
              <a:ext uri="{FF2B5EF4-FFF2-40B4-BE49-F238E27FC236}">
                <a16:creationId xmlns:a16="http://schemas.microsoft.com/office/drawing/2014/main" id="{11224812-3D97-B4E3-7DEB-A6A714AF0685}"/>
              </a:ext>
            </a:extLst>
          </p:cNvPr>
          <p:cNvCxnSpPr>
            <a:cxnSpLocks/>
            <a:stCxn id="26" idx="3"/>
            <a:endCxn id="22" idx="1"/>
          </p:cNvCxnSpPr>
          <p:nvPr/>
        </p:nvCxnSpPr>
        <p:spPr>
          <a:xfrm>
            <a:off x="2638523" y="3666086"/>
            <a:ext cx="1586127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96">
            <a:extLst>
              <a:ext uri="{FF2B5EF4-FFF2-40B4-BE49-F238E27FC236}">
                <a16:creationId xmlns:a16="http://schemas.microsoft.com/office/drawing/2014/main" id="{7A031BA9-5491-1E94-BA3B-1573460A3420}"/>
              </a:ext>
            </a:extLst>
          </p:cNvPr>
          <p:cNvCxnSpPr>
            <a:cxnSpLocks/>
            <a:stCxn id="26" idx="3"/>
            <a:endCxn id="15" idx="1"/>
          </p:cNvCxnSpPr>
          <p:nvPr/>
        </p:nvCxnSpPr>
        <p:spPr>
          <a:xfrm flipV="1">
            <a:off x="2638523" y="2478678"/>
            <a:ext cx="2594239" cy="118740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96">
            <a:extLst>
              <a:ext uri="{FF2B5EF4-FFF2-40B4-BE49-F238E27FC236}">
                <a16:creationId xmlns:a16="http://schemas.microsoft.com/office/drawing/2014/main" id="{D448E179-331F-437D-1270-854F4417C36E}"/>
              </a:ext>
            </a:extLst>
          </p:cNvPr>
          <p:cNvCxnSpPr>
            <a:cxnSpLocks/>
            <a:stCxn id="26" idx="3"/>
            <a:endCxn id="13" idx="1"/>
          </p:cNvCxnSpPr>
          <p:nvPr/>
        </p:nvCxnSpPr>
        <p:spPr>
          <a:xfrm flipV="1">
            <a:off x="2638523" y="1764999"/>
            <a:ext cx="2594239" cy="190108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96">
            <a:extLst>
              <a:ext uri="{FF2B5EF4-FFF2-40B4-BE49-F238E27FC236}">
                <a16:creationId xmlns:a16="http://schemas.microsoft.com/office/drawing/2014/main" id="{A1EFB034-1FCF-417F-BA60-4E33A90E87CA}"/>
              </a:ext>
            </a:extLst>
          </p:cNvPr>
          <p:cNvCxnSpPr>
            <a:cxnSpLocks/>
            <a:stCxn id="26" idx="3"/>
            <a:endCxn id="10" idx="1"/>
          </p:cNvCxnSpPr>
          <p:nvPr/>
        </p:nvCxnSpPr>
        <p:spPr>
          <a:xfrm flipV="1">
            <a:off x="2638523" y="2478678"/>
            <a:ext cx="578015" cy="118740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96">
            <a:extLst>
              <a:ext uri="{FF2B5EF4-FFF2-40B4-BE49-F238E27FC236}">
                <a16:creationId xmlns:a16="http://schemas.microsoft.com/office/drawing/2014/main" id="{87017182-97E5-E9EA-DC63-3A199DEE7EC1}"/>
              </a:ext>
            </a:extLst>
          </p:cNvPr>
          <p:cNvCxnSpPr>
            <a:cxnSpLocks/>
            <a:stCxn id="26" idx="3"/>
            <a:endCxn id="5" idx="1"/>
          </p:cNvCxnSpPr>
          <p:nvPr/>
        </p:nvCxnSpPr>
        <p:spPr>
          <a:xfrm flipV="1">
            <a:off x="2638523" y="1764999"/>
            <a:ext cx="578015" cy="190108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70">
            <a:extLst>
              <a:ext uri="{FF2B5EF4-FFF2-40B4-BE49-F238E27FC236}">
                <a16:creationId xmlns:a16="http://schemas.microsoft.com/office/drawing/2014/main" id="{B0D2BCA6-3FCE-D568-B131-BC9669E4C9A8}"/>
              </a:ext>
            </a:extLst>
          </p:cNvPr>
          <p:cNvSpPr/>
          <p:nvPr/>
        </p:nvSpPr>
        <p:spPr>
          <a:xfrm>
            <a:off x="3059832" y="1275606"/>
            <a:ext cx="3769795" cy="2996201"/>
          </a:xfrm>
          <a:prstGeom prst="roundRect">
            <a:avLst>
              <a:gd name="adj" fmla="val 4095"/>
            </a:avLst>
          </a:prstGeom>
          <a:noFill/>
          <a:ln w="12700">
            <a:solidFill>
              <a:srgbClr val="C0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 dirty="0">
                <a:solidFill>
                  <a:srgbClr val="C00000"/>
                </a:solidFill>
              </a:rPr>
              <a:t>Transaction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547D9C-1ED5-4139-3020-2F7671449BDA}"/>
              </a:ext>
            </a:extLst>
          </p:cNvPr>
          <p:cNvSpPr txBox="1"/>
          <p:nvPr/>
        </p:nvSpPr>
        <p:spPr>
          <a:xfrm>
            <a:off x="1254145" y="2940647"/>
            <a:ext cx="155078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KR" sz="900"/>
              <a:t>Begin </a:t>
            </a:r>
            <a:r>
              <a:rPr lang="en-US" sz="900"/>
              <a:t>t</a:t>
            </a:r>
            <a:r>
              <a:rPr lang="en-KR" sz="900"/>
              <a:t>ransaction</a:t>
            </a:r>
          </a:p>
          <a:p>
            <a:pPr marL="228600" indent="-228600">
              <a:buAutoNum type="arabicPeriod"/>
            </a:pPr>
            <a:r>
              <a:rPr lang="en-KR" sz="900"/>
              <a:t>Produce records</a:t>
            </a:r>
          </a:p>
          <a:p>
            <a:pPr marL="228600" indent="-228600">
              <a:buAutoNum type="arabicPeriod"/>
            </a:pPr>
            <a:r>
              <a:rPr lang="en-KR" sz="900"/>
              <a:t>Commit </a:t>
            </a:r>
            <a:r>
              <a:rPr lang="en-US" sz="900"/>
              <a:t>t</a:t>
            </a:r>
            <a:r>
              <a:rPr lang="en-KR" sz="900"/>
              <a:t>ransaction</a:t>
            </a:r>
          </a:p>
        </p:txBody>
      </p:sp>
    </p:spTree>
    <p:extLst>
      <p:ext uri="{BB962C8B-B14F-4D97-AF65-F5344CB8AC3E}">
        <p14:creationId xmlns:p14="http://schemas.microsoft.com/office/powerpoint/2010/main" val="1131210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BB60B-6203-9ED7-3330-429DC867F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6">
            <a:extLst>
              <a:ext uri="{FF2B5EF4-FFF2-40B4-BE49-F238E27FC236}">
                <a16:creationId xmlns:a16="http://schemas.microsoft.com/office/drawing/2014/main" id="{BA83A456-399E-F1E7-3D62-C6F884AA45EA}"/>
              </a:ext>
            </a:extLst>
          </p:cNvPr>
          <p:cNvSpPr/>
          <p:nvPr/>
        </p:nvSpPr>
        <p:spPr>
          <a:xfrm>
            <a:off x="1763688" y="959439"/>
            <a:ext cx="1863782" cy="1821206"/>
          </a:xfrm>
          <a:prstGeom prst="roundRect">
            <a:avLst>
              <a:gd name="adj" fmla="val 4353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 A</a:t>
            </a:r>
            <a:endParaRPr lang="ko-KR" altLang="en-US" sz="1000" dirty="0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8FD2F788-6E10-BAB1-2FFF-99DF25C3CA24}"/>
              </a:ext>
            </a:extLst>
          </p:cNvPr>
          <p:cNvSpPr/>
          <p:nvPr/>
        </p:nvSpPr>
        <p:spPr>
          <a:xfrm>
            <a:off x="1975499" y="1630525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0</a:t>
            </a:r>
            <a:endParaRPr lang="ko-KR" altLang="en-US" sz="900" dirty="0"/>
          </a:p>
        </p:txBody>
      </p:sp>
      <p:sp>
        <p:nvSpPr>
          <p:cNvPr id="7" name="사각형: 둥근 모서리 70">
            <a:extLst>
              <a:ext uri="{FF2B5EF4-FFF2-40B4-BE49-F238E27FC236}">
                <a16:creationId xmlns:a16="http://schemas.microsoft.com/office/drawing/2014/main" id="{F3E93C9C-4B25-1537-6100-ADBFD1224429}"/>
              </a:ext>
            </a:extLst>
          </p:cNvPr>
          <p:cNvSpPr/>
          <p:nvPr/>
        </p:nvSpPr>
        <p:spPr>
          <a:xfrm>
            <a:off x="1872655" y="1335964"/>
            <a:ext cx="1645849" cy="631715"/>
          </a:xfrm>
          <a:prstGeom prst="roundRect">
            <a:avLst>
              <a:gd name="adj" fmla="val 1088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A</a:t>
            </a:r>
            <a:endParaRPr lang="ko-KR" altLang="en-US" sz="1000" dirty="0"/>
          </a:p>
        </p:txBody>
      </p:sp>
      <p:sp>
        <p:nvSpPr>
          <p:cNvPr id="10" name="사각형: 둥근 모서리 12">
            <a:extLst>
              <a:ext uri="{FF2B5EF4-FFF2-40B4-BE49-F238E27FC236}">
                <a16:creationId xmlns:a16="http://schemas.microsoft.com/office/drawing/2014/main" id="{2381C394-F9F3-C13B-51B7-FFE79FA99223}"/>
              </a:ext>
            </a:extLst>
          </p:cNvPr>
          <p:cNvSpPr/>
          <p:nvPr/>
        </p:nvSpPr>
        <p:spPr>
          <a:xfrm>
            <a:off x="1975499" y="2344204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0</a:t>
            </a:r>
            <a:endParaRPr lang="ko-KR" altLang="en-US" sz="900" dirty="0"/>
          </a:p>
        </p:txBody>
      </p:sp>
      <p:sp>
        <p:nvSpPr>
          <p:cNvPr id="11" name="사각형: 둥근 모서리 70">
            <a:extLst>
              <a:ext uri="{FF2B5EF4-FFF2-40B4-BE49-F238E27FC236}">
                <a16:creationId xmlns:a16="http://schemas.microsoft.com/office/drawing/2014/main" id="{E896061C-CE84-BE5D-0919-1A2049783410}"/>
              </a:ext>
            </a:extLst>
          </p:cNvPr>
          <p:cNvSpPr/>
          <p:nvPr/>
        </p:nvSpPr>
        <p:spPr>
          <a:xfrm>
            <a:off x="1872655" y="2049643"/>
            <a:ext cx="1645849" cy="631715"/>
          </a:xfrm>
          <a:prstGeom prst="roundRect">
            <a:avLst>
              <a:gd name="adj" fmla="val 1088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B</a:t>
            </a:r>
            <a:endParaRPr lang="ko-KR" altLang="en-US" sz="1000" dirty="0"/>
          </a:p>
        </p:txBody>
      </p:sp>
      <p:sp>
        <p:nvSpPr>
          <p:cNvPr id="12" name="사각형: 둥근 모서리 6">
            <a:extLst>
              <a:ext uri="{FF2B5EF4-FFF2-40B4-BE49-F238E27FC236}">
                <a16:creationId xmlns:a16="http://schemas.microsoft.com/office/drawing/2014/main" id="{A4A12AE8-F5BC-FDE7-3A56-BE4593DE7E15}"/>
              </a:ext>
            </a:extLst>
          </p:cNvPr>
          <p:cNvSpPr/>
          <p:nvPr/>
        </p:nvSpPr>
        <p:spPr>
          <a:xfrm>
            <a:off x="3779912" y="959439"/>
            <a:ext cx="1863782" cy="1821206"/>
          </a:xfrm>
          <a:prstGeom prst="roundRect">
            <a:avLst>
              <a:gd name="adj" fmla="val 4353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 B</a:t>
            </a:r>
            <a:endParaRPr lang="ko-KR" altLang="en-US" sz="1000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6EA1C89-E7BB-9293-9E11-99EEBE564386}"/>
              </a:ext>
            </a:extLst>
          </p:cNvPr>
          <p:cNvSpPr/>
          <p:nvPr/>
        </p:nvSpPr>
        <p:spPr>
          <a:xfrm>
            <a:off x="3991723" y="1630525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1</a:t>
            </a:r>
            <a:endParaRPr lang="ko-KR" altLang="en-US" sz="900" dirty="0"/>
          </a:p>
        </p:txBody>
      </p:sp>
      <p:sp>
        <p:nvSpPr>
          <p:cNvPr id="14" name="사각형: 둥근 모서리 70">
            <a:extLst>
              <a:ext uri="{FF2B5EF4-FFF2-40B4-BE49-F238E27FC236}">
                <a16:creationId xmlns:a16="http://schemas.microsoft.com/office/drawing/2014/main" id="{582E2C3B-1D55-78DE-CDA9-F031E731A31D}"/>
              </a:ext>
            </a:extLst>
          </p:cNvPr>
          <p:cNvSpPr/>
          <p:nvPr/>
        </p:nvSpPr>
        <p:spPr>
          <a:xfrm>
            <a:off x="3888879" y="1335964"/>
            <a:ext cx="1645849" cy="631715"/>
          </a:xfrm>
          <a:prstGeom prst="roundRect">
            <a:avLst>
              <a:gd name="adj" fmla="val 1088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A</a:t>
            </a:r>
            <a:endParaRPr lang="ko-KR" altLang="en-US" sz="1000" dirty="0"/>
          </a:p>
        </p:txBody>
      </p: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234AF7CF-41D5-5E2F-D217-0A97D6544E38}"/>
              </a:ext>
            </a:extLst>
          </p:cNvPr>
          <p:cNvSpPr/>
          <p:nvPr/>
        </p:nvSpPr>
        <p:spPr>
          <a:xfrm>
            <a:off x="3991723" y="2344204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1</a:t>
            </a:r>
            <a:endParaRPr lang="ko-KR" altLang="en-US" sz="900" dirty="0"/>
          </a:p>
        </p:txBody>
      </p:sp>
      <p:sp>
        <p:nvSpPr>
          <p:cNvPr id="16" name="사각형: 둥근 모서리 70">
            <a:extLst>
              <a:ext uri="{FF2B5EF4-FFF2-40B4-BE49-F238E27FC236}">
                <a16:creationId xmlns:a16="http://schemas.microsoft.com/office/drawing/2014/main" id="{2DF63831-37DF-B9E8-C6C5-1DB70F5955FB}"/>
              </a:ext>
            </a:extLst>
          </p:cNvPr>
          <p:cNvSpPr/>
          <p:nvPr/>
        </p:nvSpPr>
        <p:spPr>
          <a:xfrm>
            <a:off x="3888879" y="2049643"/>
            <a:ext cx="1645849" cy="631715"/>
          </a:xfrm>
          <a:prstGeom prst="roundRect">
            <a:avLst>
              <a:gd name="adj" fmla="val 1088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B</a:t>
            </a:r>
            <a:endParaRPr lang="ko-KR" altLang="en-US" sz="1000" dirty="0"/>
          </a:p>
        </p:txBody>
      </p:sp>
      <p:sp>
        <p:nvSpPr>
          <p:cNvPr id="21" name="사각형: 둥근 모서리 6">
            <a:extLst>
              <a:ext uri="{FF2B5EF4-FFF2-40B4-BE49-F238E27FC236}">
                <a16:creationId xmlns:a16="http://schemas.microsoft.com/office/drawing/2014/main" id="{E4CF5D92-7EB0-7BBC-370C-735363E9EB2A}"/>
              </a:ext>
            </a:extLst>
          </p:cNvPr>
          <p:cNvSpPr/>
          <p:nvPr/>
        </p:nvSpPr>
        <p:spPr>
          <a:xfrm>
            <a:off x="2771800" y="2860526"/>
            <a:ext cx="1863782" cy="1094370"/>
          </a:xfrm>
          <a:prstGeom prst="roundRect">
            <a:avLst>
              <a:gd name="adj" fmla="val 650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 C</a:t>
            </a:r>
            <a:endParaRPr lang="ko-KR" altLang="en-US" sz="1000" dirty="0"/>
          </a:p>
        </p:txBody>
      </p: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A049E65F-8487-FB0F-A6B5-B38AA3DE91E4}"/>
              </a:ext>
            </a:extLst>
          </p:cNvPr>
          <p:cNvSpPr/>
          <p:nvPr/>
        </p:nvSpPr>
        <p:spPr>
          <a:xfrm>
            <a:off x="2983611" y="3531612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2</a:t>
            </a:r>
            <a:endParaRPr lang="ko-KR" altLang="en-US" sz="900" dirty="0"/>
          </a:p>
        </p:txBody>
      </p:sp>
      <p:sp>
        <p:nvSpPr>
          <p:cNvPr id="23" name="사각형: 둥근 모서리 70">
            <a:extLst>
              <a:ext uri="{FF2B5EF4-FFF2-40B4-BE49-F238E27FC236}">
                <a16:creationId xmlns:a16="http://schemas.microsoft.com/office/drawing/2014/main" id="{9EA43BC3-20B6-D9E3-AD53-31E56FC0D21A}"/>
              </a:ext>
            </a:extLst>
          </p:cNvPr>
          <p:cNvSpPr/>
          <p:nvPr/>
        </p:nvSpPr>
        <p:spPr>
          <a:xfrm>
            <a:off x="2880767" y="3237051"/>
            <a:ext cx="1645849" cy="631715"/>
          </a:xfrm>
          <a:prstGeom prst="roundRect">
            <a:avLst>
              <a:gd name="adj" fmla="val 1088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B</a:t>
            </a:r>
            <a:endParaRPr lang="ko-KR" altLang="en-US" sz="1000" dirty="0"/>
          </a:p>
        </p:txBody>
      </p:sp>
      <p:sp>
        <p:nvSpPr>
          <p:cNvPr id="2" name="사각형: 둥근 모서리 56">
            <a:extLst>
              <a:ext uri="{FF2B5EF4-FFF2-40B4-BE49-F238E27FC236}">
                <a16:creationId xmlns:a16="http://schemas.microsoft.com/office/drawing/2014/main" id="{B8098A5D-A3F2-E5FC-EC7D-B76A0DC9FBF2}"/>
              </a:ext>
            </a:extLst>
          </p:cNvPr>
          <p:cNvSpPr/>
          <p:nvPr/>
        </p:nvSpPr>
        <p:spPr>
          <a:xfrm>
            <a:off x="6444208" y="2557492"/>
            <a:ext cx="1954904" cy="446306"/>
          </a:xfrm>
          <a:prstGeom prst="roundRect">
            <a:avLst>
              <a:gd name="adj" fmla="val 1419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&amp; Producer</a:t>
            </a:r>
          </a:p>
        </p:txBody>
      </p:sp>
      <p:cxnSp>
        <p:nvCxnSpPr>
          <p:cNvPr id="34" name="직선 화살표 연결선 96">
            <a:extLst>
              <a:ext uri="{FF2B5EF4-FFF2-40B4-BE49-F238E27FC236}">
                <a16:creationId xmlns:a16="http://schemas.microsoft.com/office/drawing/2014/main" id="{421CA78D-7D9C-1D0B-43F9-B52CB5210FDE}"/>
              </a:ext>
            </a:extLst>
          </p:cNvPr>
          <p:cNvCxnSpPr>
            <a:cxnSpLocks/>
            <a:stCxn id="5" idx="3"/>
            <a:endCxn id="2" idx="0"/>
          </p:cNvCxnSpPr>
          <p:nvPr/>
        </p:nvCxnSpPr>
        <p:spPr>
          <a:xfrm>
            <a:off x="3415659" y="1764999"/>
            <a:ext cx="4006001" cy="79249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96">
            <a:extLst>
              <a:ext uri="{FF2B5EF4-FFF2-40B4-BE49-F238E27FC236}">
                <a16:creationId xmlns:a16="http://schemas.microsoft.com/office/drawing/2014/main" id="{C6D5ABC5-3181-1217-827B-AB5A248436F1}"/>
              </a:ext>
            </a:extLst>
          </p:cNvPr>
          <p:cNvCxnSpPr>
            <a:cxnSpLocks/>
            <a:stCxn id="13" idx="3"/>
            <a:endCxn id="2" idx="0"/>
          </p:cNvCxnSpPr>
          <p:nvPr/>
        </p:nvCxnSpPr>
        <p:spPr>
          <a:xfrm>
            <a:off x="5431883" y="1764999"/>
            <a:ext cx="1989777" cy="79249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96">
            <a:extLst>
              <a:ext uri="{FF2B5EF4-FFF2-40B4-BE49-F238E27FC236}">
                <a16:creationId xmlns:a16="http://schemas.microsoft.com/office/drawing/2014/main" id="{0A6B7A33-835C-9080-D668-B8F1903EE73B}"/>
              </a:ext>
            </a:extLst>
          </p:cNvPr>
          <p:cNvCxnSpPr>
            <a:cxnSpLocks/>
            <a:stCxn id="2" idx="1"/>
            <a:endCxn id="10" idx="3"/>
          </p:cNvCxnSpPr>
          <p:nvPr/>
        </p:nvCxnSpPr>
        <p:spPr>
          <a:xfrm flipH="1" flipV="1">
            <a:off x="3415659" y="2478678"/>
            <a:ext cx="3028549" cy="30196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96">
            <a:extLst>
              <a:ext uri="{FF2B5EF4-FFF2-40B4-BE49-F238E27FC236}">
                <a16:creationId xmlns:a16="http://schemas.microsoft.com/office/drawing/2014/main" id="{72EB2789-ED21-3A3B-5B05-6B1055DD9532}"/>
              </a:ext>
            </a:extLst>
          </p:cNvPr>
          <p:cNvCxnSpPr>
            <a:cxnSpLocks/>
            <a:stCxn id="2" idx="1"/>
            <a:endCxn id="15" idx="3"/>
          </p:cNvCxnSpPr>
          <p:nvPr/>
        </p:nvCxnSpPr>
        <p:spPr>
          <a:xfrm flipH="1" flipV="1">
            <a:off x="5431883" y="2478678"/>
            <a:ext cx="1012325" cy="30196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96">
            <a:extLst>
              <a:ext uri="{FF2B5EF4-FFF2-40B4-BE49-F238E27FC236}">
                <a16:creationId xmlns:a16="http://schemas.microsoft.com/office/drawing/2014/main" id="{3033C743-34FB-8F1F-6C33-3268E4F9F974}"/>
              </a:ext>
            </a:extLst>
          </p:cNvPr>
          <p:cNvCxnSpPr>
            <a:cxnSpLocks/>
            <a:stCxn id="2" idx="1"/>
            <a:endCxn id="22" idx="3"/>
          </p:cNvCxnSpPr>
          <p:nvPr/>
        </p:nvCxnSpPr>
        <p:spPr>
          <a:xfrm flipH="1">
            <a:off x="4423771" y="2780645"/>
            <a:ext cx="2020437" cy="88544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사각형: 둥근 모서리 70">
            <a:extLst>
              <a:ext uri="{FF2B5EF4-FFF2-40B4-BE49-F238E27FC236}">
                <a16:creationId xmlns:a16="http://schemas.microsoft.com/office/drawing/2014/main" id="{D9AEC806-4541-135C-74FB-2BC04C6F7829}"/>
              </a:ext>
            </a:extLst>
          </p:cNvPr>
          <p:cNvSpPr/>
          <p:nvPr/>
        </p:nvSpPr>
        <p:spPr>
          <a:xfrm>
            <a:off x="1818793" y="1275606"/>
            <a:ext cx="3769795" cy="2996201"/>
          </a:xfrm>
          <a:prstGeom prst="roundRect">
            <a:avLst>
              <a:gd name="adj" fmla="val 4095"/>
            </a:avLst>
          </a:prstGeom>
          <a:noFill/>
          <a:ln w="12700">
            <a:solidFill>
              <a:srgbClr val="C0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 dirty="0">
                <a:solidFill>
                  <a:srgbClr val="C00000"/>
                </a:solidFill>
              </a:rPr>
              <a:t>Transaction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00FF19-6BFC-0C00-775B-F39830BE7556}"/>
              </a:ext>
            </a:extLst>
          </p:cNvPr>
          <p:cNvSpPr txBox="1"/>
          <p:nvPr/>
        </p:nvSpPr>
        <p:spPr>
          <a:xfrm>
            <a:off x="6094856" y="3003798"/>
            <a:ext cx="2653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sz="900"/>
              <a:t>Consume records &amp; </a:t>
            </a:r>
            <a:br>
              <a:rPr lang="en-US" sz="900"/>
            </a:br>
            <a:r>
              <a:rPr lang="en-US" sz="900"/>
              <a:t>get the </a:t>
            </a:r>
            <a:r>
              <a:rPr lang="en-US" sz="900" b="1">
                <a:solidFill>
                  <a:srgbClr val="C00000"/>
                </a:solidFill>
              </a:rPr>
              <a:t>last consumed record’s offset+1 </a:t>
            </a:r>
            <a:endParaRPr lang="en-KR" sz="900" b="1">
              <a:solidFill>
                <a:srgbClr val="C00000"/>
              </a:solidFill>
            </a:endParaRPr>
          </a:p>
          <a:p>
            <a:pPr marL="228600" indent="-228600">
              <a:buFontTx/>
              <a:buAutoNum type="arabicPeriod"/>
            </a:pPr>
            <a:r>
              <a:rPr lang="en-KR" sz="900"/>
              <a:t>Begin </a:t>
            </a:r>
            <a:r>
              <a:rPr lang="en-US" sz="900"/>
              <a:t>t</a:t>
            </a:r>
            <a:r>
              <a:rPr lang="en-KR" sz="900"/>
              <a:t>ransaction</a:t>
            </a:r>
          </a:p>
          <a:p>
            <a:pPr marL="228600" indent="-228600">
              <a:buFontTx/>
              <a:buAutoNum type="arabicPeriod"/>
            </a:pPr>
            <a:r>
              <a:rPr lang="en-KR" sz="900"/>
              <a:t>Produce records </a:t>
            </a:r>
            <a:r>
              <a:rPr lang="en-US" sz="900"/>
              <a:t>along </a:t>
            </a:r>
            <a:r>
              <a:rPr lang="en-KR" sz="900"/>
              <a:t>with the </a:t>
            </a:r>
            <a:r>
              <a:rPr lang="en-US" sz="900" b="1">
                <a:solidFill>
                  <a:srgbClr val="C00000"/>
                </a:solidFill>
              </a:rPr>
              <a:t>last </a:t>
            </a:r>
            <a:br>
              <a:rPr lang="en-US" sz="900" b="1">
                <a:solidFill>
                  <a:srgbClr val="C00000"/>
                </a:solidFill>
              </a:rPr>
            </a:br>
            <a:r>
              <a:rPr lang="en-US" sz="900" b="1">
                <a:solidFill>
                  <a:srgbClr val="C00000"/>
                </a:solidFill>
              </a:rPr>
              <a:t>consumed record’s offset+1</a:t>
            </a:r>
            <a:endParaRPr lang="en-KR" sz="900"/>
          </a:p>
          <a:p>
            <a:pPr marL="228600" indent="-228600">
              <a:buFontTx/>
              <a:buAutoNum type="arabicPeriod"/>
            </a:pPr>
            <a:r>
              <a:rPr lang="en-KR" sz="900"/>
              <a:t>Commit </a:t>
            </a:r>
            <a:r>
              <a:rPr lang="en-US" sz="900"/>
              <a:t>t</a:t>
            </a:r>
            <a:r>
              <a:rPr lang="en-KR" sz="900"/>
              <a:t>ransaction</a:t>
            </a:r>
          </a:p>
        </p:txBody>
      </p:sp>
    </p:spTree>
    <p:extLst>
      <p:ext uri="{BB962C8B-B14F-4D97-AF65-F5344CB8AC3E}">
        <p14:creationId xmlns:p14="http://schemas.microsoft.com/office/powerpoint/2010/main" val="3211029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2B001-AA05-A549-F2A9-8A067C77E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FEF73F-B96F-521B-7CF1-D2DE85BE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6485B6-F0B6-29A2-8F9E-2AA95F0B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854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9EBFA-A83E-53EA-E755-D73B25C8E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6">
            <a:extLst>
              <a:ext uri="{FF2B5EF4-FFF2-40B4-BE49-F238E27FC236}">
                <a16:creationId xmlns:a16="http://schemas.microsoft.com/office/drawing/2014/main" id="{8F06D6F0-EAE8-8D78-20BE-D9C57B781D4C}"/>
              </a:ext>
            </a:extLst>
          </p:cNvPr>
          <p:cNvSpPr/>
          <p:nvPr/>
        </p:nvSpPr>
        <p:spPr>
          <a:xfrm>
            <a:off x="3004727" y="959439"/>
            <a:ext cx="1863782" cy="1821206"/>
          </a:xfrm>
          <a:prstGeom prst="roundRect">
            <a:avLst>
              <a:gd name="adj" fmla="val 4353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 A</a:t>
            </a:r>
            <a:endParaRPr lang="ko-KR" altLang="en-US" sz="1000" dirty="0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A2A7D864-182E-CEBC-BB2B-6FFC74D89EC4}"/>
              </a:ext>
            </a:extLst>
          </p:cNvPr>
          <p:cNvSpPr/>
          <p:nvPr/>
        </p:nvSpPr>
        <p:spPr>
          <a:xfrm>
            <a:off x="3216538" y="1630525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0</a:t>
            </a:r>
            <a:endParaRPr lang="ko-KR" altLang="en-US" sz="900" dirty="0"/>
          </a:p>
        </p:txBody>
      </p:sp>
      <p:sp>
        <p:nvSpPr>
          <p:cNvPr id="7" name="사각형: 둥근 모서리 70">
            <a:extLst>
              <a:ext uri="{FF2B5EF4-FFF2-40B4-BE49-F238E27FC236}">
                <a16:creationId xmlns:a16="http://schemas.microsoft.com/office/drawing/2014/main" id="{F2E8815C-0019-A8F2-14F0-B6A4FFEA0E06}"/>
              </a:ext>
            </a:extLst>
          </p:cNvPr>
          <p:cNvSpPr/>
          <p:nvPr/>
        </p:nvSpPr>
        <p:spPr>
          <a:xfrm>
            <a:off x="3113694" y="1335964"/>
            <a:ext cx="1645849" cy="631715"/>
          </a:xfrm>
          <a:prstGeom prst="roundRect">
            <a:avLst>
              <a:gd name="adj" fmla="val 1088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A</a:t>
            </a:r>
            <a:endParaRPr lang="ko-KR" altLang="en-US" sz="1000" dirty="0"/>
          </a:p>
        </p:txBody>
      </p:sp>
      <p:sp>
        <p:nvSpPr>
          <p:cNvPr id="10" name="사각형: 둥근 모서리 12">
            <a:extLst>
              <a:ext uri="{FF2B5EF4-FFF2-40B4-BE49-F238E27FC236}">
                <a16:creationId xmlns:a16="http://schemas.microsoft.com/office/drawing/2014/main" id="{E0B9C87A-3A1E-615B-6301-982F9DED1B89}"/>
              </a:ext>
            </a:extLst>
          </p:cNvPr>
          <p:cNvSpPr/>
          <p:nvPr/>
        </p:nvSpPr>
        <p:spPr>
          <a:xfrm>
            <a:off x="3216538" y="2344204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0</a:t>
            </a:r>
            <a:endParaRPr lang="ko-KR" altLang="en-US" sz="900" dirty="0"/>
          </a:p>
        </p:txBody>
      </p:sp>
      <p:sp>
        <p:nvSpPr>
          <p:cNvPr id="11" name="사각형: 둥근 모서리 70">
            <a:extLst>
              <a:ext uri="{FF2B5EF4-FFF2-40B4-BE49-F238E27FC236}">
                <a16:creationId xmlns:a16="http://schemas.microsoft.com/office/drawing/2014/main" id="{7D3CFAFA-CD4E-3A40-C059-E1D9844CA938}"/>
              </a:ext>
            </a:extLst>
          </p:cNvPr>
          <p:cNvSpPr/>
          <p:nvPr/>
        </p:nvSpPr>
        <p:spPr>
          <a:xfrm>
            <a:off x="3113694" y="2049643"/>
            <a:ext cx="1645849" cy="631715"/>
          </a:xfrm>
          <a:prstGeom prst="roundRect">
            <a:avLst>
              <a:gd name="adj" fmla="val 1088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B</a:t>
            </a:r>
            <a:endParaRPr lang="ko-KR" altLang="en-US" sz="1000" dirty="0"/>
          </a:p>
        </p:txBody>
      </p:sp>
      <p:sp>
        <p:nvSpPr>
          <p:cNvPr id="12" name="사각형: 둥근 모서리 6">
            <a:extLst>
              <a:ext uri="{FF2B5EF4-FFF2-40B4-BE49-F238E27FC236}">
                <a16:creationId xmlns:a16="http://schemas.microsoft.com/office/drawing/2014/main" id="{051FA064-A1A3-6BB2-6527-6D28C439379B}"/>
              </a:ext>
            </a:extLst>
          </p:cNvPr>
          <p:cNvSpPr/>
          <p:nvPr/>
        </p:nvSpPr>
        <p:spPr>
          <a:xfrm>
            <a:off x="5020951" y="959439"/>
            <a:ext cx="1863782" cy="1821206"/>
          </a:xfrm>
          <a:prstGeom prst="roundRect">
            <a:avLst>
              <a:gd name="adj" fmla="val 4353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 B</a:t>
            </a:r>
            <a:endParaRPr lang="ko-KR" altLang="en-US" sz="1000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A25EBE9-ECD0-64FC-3B5A-BD1DB0C48D3F}"/>
              </a:ext>
            </a:extLst>
          </p:cNvPr>
          <p:cNvSpPr/>
          <p:nvPr/>
        </p:nvSpPr>
        <p:spPr>
          <a:xfrm>
            <a:off x="5232762" y="1630525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1</a:t>
            </a:r>
            <a:endParaRPr lang="ko-KR" altLang="en-US" sz="900" dirty="0"/>
          </a:p>
        </p:txBody>
      </p:sp>
      <p:sp>
        <p:nvSpPr>
          <p:cNvPr id="14" name="사각형: 둥근 모서리 70">
            <a:extLst>
              <a:ext uri="{FF2B5EF4-FFF2-40B4-BE49-F238E27FC236}">
                <a16:creationId xmlns:a16="http://schemas.microsoft.com/office/drawing/2014/main" id="{EE743A6F-DDAB-3AE9-7A0B-E7030628C7C3}"/>
              </a:ext>
            </a:extLst>
          </p:cNvPr>
          <p:cNvSpPr/>
          <p:nvPr/>
        </p:nvSpPr>
        <p:spPr>
          <a:xfrm>
            <a:off x="5129918" y="1335964"/>
            <a:ext cx="1645849" cy="631715"/>
          </a:xfrm>
          <a:prstGeom prst="roundRect">
            <a:avLst>
              <a:gd name="adj" fmla="val 1088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A</a:t>
            </a:r>
            <a:endParaRPr lang="ko-KR" altLang="en-US" sz="1000" dirty="0"/>
          </a:p>
        </p:txBody>
      </p: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393FB170-4464-7255-2FAD-69730AC70D26}"/>
              </a:ext>
            </a:extLst>
          </p:cNvPr>
          <p:cNvSpPr/>
          <p:nvPr/>
        </p:nvSpPr>
        <p:spPr>
          <a:xfrm>
            <a:off x="5232762" y="2344204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1</a:t>
            </a:r>
            <a:endParaRPr lang="ko-KR" altLang="en-US" sz="900" dirty="0"/>
          </a:p>
        </p:txBody>
      </p:sp>
      <p:sp>
        <p:nvSpPr>
          <p:cNvPr id="16" name="사각형: 둥근 모서리 70">
            <a:extLst>
              <a:ext uri="{FF2B5EF4-FFF2-40B4-BE49-F238E27FC236}">
                <a16:creationId xmlns:a16="http://schemas.microsoft.com/office/drawing/2014/main" id="{322EE847-9110-D210-6A71-4DF24526F43B}"/>
              </a:ext>
            </a:extLst>
          </p:cNvPr>
          <p:cNvSpPr/>
          <p:nvPr/>
        </p:nvSpPr>
        <p:spPr>
          <a:xfrm>
            <a:off x="5129918" y="2049643"/>
            <a:ext cx="1645849" cy="631715"/>
          </a:xfrm>
          <a:prstGeom prst="roundRect">
            <a:avLst>
              <a:gd name="adj" fmla="val 1088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B</a:t>
            </a:r>
            <a:endParaRPr lang="ko-KR" altLang="en-US" sz="1000" dirty="0"/>
          </a:p>
        </p:txBody>
      </p:sp>
      <p:sp>
        <p:nvSpPr>
          <p:cNvPr id="21" name="사각형: 둥근 모서리 6">
            <a:extLst>
              <a:ext uri="{FF2B5EF4-FFF2-40B4-BE49-F238E27FC236}">
                <a16:creationId xmlns:a16="http://schemas.microsoft.com/office/drawing/2014/main" id="{FE5CCEBA-15C8-2BF8-3586-449E288541B0}"/>
              </a:ext>
            </a:extLst>
          </p:cNvPr>
          <p:cNvSpPr/>
          <p:nvPr/>
        </p:nvSpPr>
        <p:spPr>
          <a:xfrm>
            <a:off x="4012839" y="2860526"/>
            <a:ext cx="1863782" cy="1094370"/>
          </a:xfrm>
          <a:prstGeom prst="roundRect">
            <a:avLst>
              <a:gd name="adj" fmla="val 650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 C</a:t>
            </a:r>
            <a:endParaRPr lang="ko-KR" altLang="en-US" sz="1000" dirty="0"/>
          </a:p>
        </p:txBody>
      </p: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FA5CFDB3-239C-7ABD-DDBE-ABD5F016C322}"/>
              </a:ext>
            </a:extLst>
          </p:cNvPr>
          <p:cNvSpPr/>
          <p:nvPr/>
        </p:nvSpPr>
        <p:spPr>
          <a:xfrm>
            <a:off x="4224650" y="3531612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2</a:t>
            </a:r>
            <a:endParaRPr lang="ko-KR" altLang="en-US" sz="900" dirty="0"/>
          </a:p>
        </p:txBody>
      </p:sp>
      <p:sp>
        <p:nvSpPr>
          <p:cNvPr id="23" name="사각형: 둥근 모서리 70">
            <a:extLst>
              <a:ext uri="{FF2B5EF4-FFF2-40B4-BE49-F238E27FC236}">
                <a16:creationId xmlns:a16="http://schemas.microsoft.com/office/drawing/2014/main" id="{BE401E76-5375-397C-55CA-109EF0DF8022}"/>
              </a:ext>
            </a:extLst>
          </p:cNvPr>
          <p:cNvSpPr/>
          <p:nvPr/>
        </p:nvSpPr>
        <p:spPr>
          <a:xfrm>
            <a:off x="4121806" y="3237051"/>
            <a:ext cx="1645849" cy="631715"/>
          </a:xfrm>
          <a:prstGeom prst="roundRect">
            <a:avLst>
              <a:gd name="adj" fmla="val 1088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B</a:t>
            </a:r>
            <a:endParaRPr lang="ko-KR" altLang="en-US" sz="1000" dirty="0"/>
          </a:p>
        </p:txBody>
      </p:sp>
      <p:sp>
        <p:nvSpPr>
          <p:cNvPr id="26" name="사각형: 둥근 모서리 56">
            <a:extLst>
              <a:ext uri="{FF2B5EF4-FFF2-40B4-BE49-F238E27FC236}">
                <a16:creationId xmlns:a16="http://schemas.microsoft.com/office/drawing/2014/main" id="{7E388504-EAC6-78BC-3156-AFD8F0E473FE}"/>
              </a:ext>
            </a:extLst>
          </p:cNvPr>
          <p:cNvSpPr/>
          <p:nvPr/>
        </p:nvSpPr>
        <p:spPr>
          <a:xfrm>
            <a:off x="1420551" y="3450062"/>
            <a:ext cx="1217972" cy="432048"/>
          </a:xfrm>
          <a:prstGeom prst="roundRect">
            <a:avLst>
              <a:gd name="adj" fmla="val 1419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</a:t>
            </a:r>
          </a:p>
        </p:txBody>
      </p:sp>
      <p:cxnSp>
        <p:nvCxnSpPr>
          <p:cNvPr id="28" name="직선 화살표 연결선 96">
            <a:extLst>
              <a:ext uri="{FF2B5EF4-FFF2-40B4-BE49-F238E27FC236}">
                <a16:creationId xmlns:a16="http://schemas.microsoft.com/office/drawing/2014/main" id="{38D29393-77CE-B2BB-2E65-81A3C7AE5AFB}"/>
              </a:ext>
            </a:extLst>
          </p:cNvPr>
          <p:cNvCxnSpPr>
            <a:cxnSpLocks/>
            <a:stCxn id="26" idx="3"/>
            <a:endCxn id="22" idx="1"/>
          </p:cNvCxnSpPr>
          <p:nvPr/>
        </p:nvCxnSpPr>
        <p:spPr>
          <a:xfrm>
            <a:off x="2638523" y="3666086"/>
            <a:ext cx="1586127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96">
            <a:extLst>
              <a:ext uri="{FF2B5EF4-FFF2-40B4-BE49-F238E27FC236}">
                <a16:creationId xmlns:a16="http://schemas.microsoft.com/office/drawing/2014/main" id="{2B9EADC7-0360-7EF9-6064-5E026DEAB2D9}"/>
              </a:ext>
            </a:extLst>
          </p:cNvPr>
          <p:cNvCxnSpPr>
            <a:cxnSpLocks/>
            <a:stCxn id="26" idx="3"/>
            <a:endCxn id="15" idx="1"/>
          </p:cNvCxnSpPr>
          <p:nvPr/>
        </p:nvCxnSpPr>
        <p:spPr>
          <a:xfrm flipV="1">
            <a:off x="2638523" y="2478678"/>
            <a:ext cx="2594239" cy="118740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96">
            <a:extLst>
              <a:ext uri="{FF2B5EF4-FFF2-40B4-BE49-F238E27FC236}">
                <a16:creationId xmlns:a16="http://schemas.microsoft.com/office/drawing/2014/main" id="{19C7D8A5-C985-7A08-C4CA-AB4E04B4C033}"/>
              </a:ext>
            </a:extLst>
          </p:cNvPr>
          <p:cNvCxnSpPr>
            <a:cxnSpLocks/>
            <a:stCxn id="26" idx="3"/>
            <a:endCxn id="13" idx="1"/>
          </p:cNvCxnSpPr>
          <p:nvPr/>
        </p:nvCxnSpPr>
        <p:spPr>
          <a:xfrm flipV="1">
            <a:off x="2638523" y="1764999"/>
            <a:ext cx="2594239" cy="190108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96">
            <a:extLst>
              <a:ext uri="{FF2B5EF4-FFF2-40B4-BE49-F238E27FC236}">
                <a16:creationId xmlns:a16="http://schemas.microsoft.com/office/drawing/2014/main" id="{FBB4BA2C-A1FA-4F68-A3E8-4076ED6147C9}"/>
              </a:ext>
            </a:extLst>
          </p:cNvPr>
          <p:cNvCxnSpPr>
            <a:cxnSpLocks/>
            <a:stCxn id="26" idx="3"/>
            <a:endCxn id="10" idx="1"/>
          </p:cNvCxnSpPr>
          <p:nvPr/>
        </p:nvCxnSpPr>
        <p:spPr>
          <a:xfrm flipV="1">
            <a:off x="2638523" y="2478678"/>
            <a:ext cx="578015" cy="118740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96">
            <a:extLst>
              <a:ext uri="{FF2B5EF4-FFF2-40B4-BE49-F238E27FC236}">
                <a16:creationId xmlns:a16="http://schemas.microsoft.com/office/drawing/2014/main" id="{49ECD43F-C921-A6E0-C646-883B9D703786}"/>
              </a:ext>
            </a:extLst>
          </p:cNvPr>
          <p:cNvCxnSpPr>
            <a:cxnSpLocks/>
            <a:stCxn id="26" idx="3"/>
            <a:endCxn id="5" idx="1"/>
          </p:cNvCxnSpPr>
          <p:nvPr/>
        </p:nvCxnSpPr>
        <p:spPr>
          <a:xfrm flipV="1">
            <a:off x="2638523" y="1764999"/>
            <a:ext cx="578015" cy="190108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70">
            <a:extLst>
              <a:ext uri="{FF2B5EF4-FFF2-40B4-BE49-F238E27FC236}">
                <a16:creationId xmlns:a16="http://schemas.microsoft.com/office/drawing/2014/main" id="{031CC484-8FBE-0E0C-309C-B13AA66EC622}"/>
              </a:ext>
            </a:extLst>
          </p:cNvPr>
          <p:cNvSpPr/>
          <p:nvPr/>
        </p:nvSpPr>
        <p:spPr>
          <a:xfrm>
            <a:off x="3059832" y="1275606"/>
            <a:ext cx="3769795" cy="2996201"/>
          </a:xfrm>
          <a:prstGeom prst="roundRect">
            <a:avLst>
              <a:gd name="adj" fmla="val 4095"/>
            </a:avLst>
          </a:prstGeom>
          <a:noFill/>
          <a:ln w="12700">
            <a:solidFill>
              <a:srgbClr val="C0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 dirty="0">
                <a:solidFill>
                  <a:srgbClr val="C00000"/>
                </a:solidFill>
              </a:rPr>
              <a:t>Transaction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308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CAEE2-B909-5FFB-20D4-785A762EA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6">
            <a:extLst>
              <a:ext uri="{FF2B5EF4-FFF2-40B4-BE49-F238E27FC236}">
                <a16:creationId xmlns:a16="http://schemas.microsoft.com/office/drawing/2014/main" id="{F13AECC9-F8E3-C6FD-35AD-9FD20086B8BC}"/>
              </a:ext>
            </a:extLst>
          </p:cNvPr>
          <p:cNvSpPr/>
          <p:nvPr/>
        </p:nvSpPr>
        <p:spPr>
          <a:xfrm>
            <a:off x="1763688" y="959439"/>
            <a:ext cx="1863782" cy="1821206"/>
          </a:xfrm>
          <a:prstGeom prst="roundRect">
            <a:avLst>
              <a:gd name="adj" fmla="val 4353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 A</a:t>
            </a:r>
            <a:endParaRPr lang="ko-KR" altLang="en-US" sz="1000" dirty="0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3188545D-6819-4C16-28B5-ADDFD42F05D1}"/>
              </a:ext>
            </a:extLst>
          </p:cNvPr>
          <p:cNvSpPr/>
          <p:nvPr/>
        </p:nvSpPr>
        <p:spPr>
          <a:xfrm>
            <a:off x="1975499" y="1630525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0</a:t>
            </a:r>
            <a:endParaRPr lang="ko-KR" altLang="en-US" sz="900" dirty="0"/>
          </a:p>
        </p:txBody>
      </p:sp>
      <p:sp>
        <p:nvSpPr>
          <p:cNvPr id="7" name="사각형: 둥근 모서리 70">
            <a:extLst>
              <a:ext uri="{FF2B5EF4-FFF2-40B4-BE49-F238E27FC236}">
                <a16:creationId xmlns:a16="http://schemas.microsoft.com/office/drawing/2014/main" id="{40BD8889-236A-71C0-E874-97F767F1B15F}"/>
              </a:ext>
            </a:extLst>
          </p:cNvPr>
          <p:cNvSpPr/>
          <p:nvPr/>
        </p:nvSpPr>
        <p:spPr>
          <a:xfrm>
            <a:off x="1872655" y="1335964"/>
            <a:ext cx="1645849" cy="631715"/>
          </a:xfrm>
          <a:prstGeom prst="roundRect">
            <a:avLst>
              <a:gd name="adj" fmla="val 1088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A</a:t>
            </a:r>
            <a:endParaRPr lang="ko-KR" altLang="en-US" sz="1000" dirty="0"/>
          </a:p>
        </p:txBody>
      </p:sp>
      <p:sp>
        <p:nvSpPr>
          <p:cNvPr id="10" name="사각형: 둥근 모서리 12">
            <a:extLst>
              <a:ext uri="{FF2B5EF4-FFF2-40B4-BE49-F238E27FC236}">
                <a16:creationId xmlns:a16="http://schemas.microsoft.com/office/drawing/2014/main" id="{321894E2-7A18-0A17-D92D-4F2BAB63F614}"/>
              </a:ext>
            </a:extLst>
          </p:cNvPr>
          <p:cNvSpPr/>
          <p:nvPr/>
        </p:nvSpPr>
        <p:spPr>
          <a:xfrm>
            <a:off x="1975499" y="2344204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0</a:t>
            </a:r>
            <a:endParaRPr lang="ko-KR" altLang="en-US" sz="900" dirty="0"/>
          </a:p>
        </p:txBody>
      </p:sp>
      <p:sp>
        <p:nvSpPr>
          <p:cNvPr id="11" name="사각형: 둥근 모서리 70">
            <a:extLst>
              <a:ext uri="{FF2B5EF4-FFF2-40B4-BE49-F238E27FC236}">
                <a16:creationId xmlns:a16="http://schemas.microsoft.com/office/drawing/2014/main" id="{B9570889-F856-21EF-E09F-131E83A3520C}"/>
              </a:ext>
            </a:extLst>
          </p:cNvPr>
          <p:cNvSpPr/>
          <p:nvPr/>
        </p:nvSpPr>
        <p:spPr>
          <a:xfrm>
            <a:off x="1872655" y="2049643"/>
            <a:ext cx="1645849" cy="631715"/>
          </a:xfrm>
          <a:prstGeom prst="roundRect">
            <a:avLst>
              <a:gd name="adj" fmla="val 1088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B</a:t>
            </a:r>
            <a:endParaRPr lang="ko-KR" altLang="en-US" sz="1000" dirty="0"/>
          </a:p>
        </p:txBody>
      </p:sp>
      <p:sp>
        <p:nvSpPr>
          <p:cNvPr id="12" name="사각형: 둥근 모서리 6">
            <a:extLst>
              <a:ext uri="{FF2B5EF4-FFF2-40B4-BE49-F238E27FC236}">
                <a16:creationId xmlns:a16="http://schemas.microsoft.com/office/drawing/2014/main" id="{88066C2F-8863-B5B4-49D7-545FA2536E42}"/>
              </a:ext>
            </a:extLst>
          </p:cNvPr>
          <p:cNvSpPr/>
          <p:nvPr/>
        </p:nvSpPr>
        <p:spPr>
          <a:xfrm>
            <a:off x="3779912" y="959439"/>
            <a:ext cx="1863782" cy="1821206"/>
          </a:xfrm>
          <a:prstGeom prst="roundRect">
            <a:avLst>
              <a:gd name="adj" fmla="val 4353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 B</a:t>
            </a:r>
            <a:endParaRPr lang="ko-KR" altLang="en-US" sz="1000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11C705F-9516-1FF0-1827-4058ED2157E4}"/>
              </a:ext>
            </a:extLst>
          </p:cNvPr>
          <p:cNvSpPr/>
          <p:nvPr/>
        </p:nvSpPr>
        <p:spPr>
          <a:xfrm>
            <a:off x="3991723" y="1630525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1</a:t>
            </a:r>
            <a:endParaRPr lang="ko-KR" altLang="en-US" sz="900" dirty="0"/>
          </a:p>
        </p:txBody>
      </p:sp>
      <p:sp>
        <p:nvSpPr>
          <p:cNvPr id="14" name="사각형: 둥근 모서리 70">
            <a:extLst>
              <a:ext uri="{FF2B5EF4-FFF2-40B4-BE49-F238E27FC236}">
                <a16:creationId xmlns:a16="http://schemas.microsoft.com/office/drawing/2014/main" id="{26FE191B-639C-6F44-C69A-25914027C7FE}"/>
              </a:ext>
            </a:extLst>
          </p:cNvPr>
          <p:cNvSpPr/>
          <p:nvPr/>
        </p:nvSpPr>
        <p:spPr>
          <a:xfrm>
            <a:off x="3888879" y="1335964"/>
            <a:ext cx="1645849" cy="631715"/>
          </a:xfrm>
          <a:prstGeom prst="roundRect">
            <a:avLst>
              <a:gd name="adj" fmla="val 1088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A</a:t>
            </a:r>
            <a:endParaRPr lang="ko-KR" altLang="en-US" sz="1000" dirty="0"/>
          </a:p>
        </p:txBody>
      </p: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0256B12F-A6E9-4F82-0AB6-93977F1027B3}"/>
              </a:ext>
            </a:extLst>
          </p:cNvPr>
          <p:cNvSpPr/>
          <p:nvPr/>
        </p:nvSpPr>
        <p:spPr>
          <a:xfrm>
            <a:off x="3991723" y="2344204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1</a:t>
            </a:r>
            <a:endParaRPr lang="ko-KR" altLang="en-US" sz="900" dirty="0"/>
          </a:p>
        </p:txBody>
      </p:sp>
      <p:sp>
        <p:nvSpPr>
          <p:cNvPr id="16" name="사각형: 둥근 모서리 70">
            <a:extLst>
              <a:ext uri="{FF2B5EF4-FFF2-40B4-BE49-F238E27FC236}">
                <a16:creationId xmlns:a16="http://schemas.microsoft.com/office/drawing/2014/main" id="{B6A43445-49AC-C515-3125-899CF95C4805}"/>
              </a:ext>
            </a:extLst>
          </p:cNvPr>
          <p:cNvSpPr/>
          <p:nvPr/>
        </p:nvSpPr>
        <p:spPr>
          <a:xfrm>
            <a:off x="3888879" y="2049643"/>
            <a:ext cx="1645849" cy="631715"/>
          </a:xfrm>
          <a:prstGeom prst="roundRect">
            <a:avLst>
              <a:gd name="adj" fmla="val 1088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B</a:t>
            </a:r>
            <a:endParaRPr lang="ko-KR" altLang="en-US" sz="1000" dirty="0"/>
          </a:p>
        </p:txBody>
      </p:sp>
      <p:sp>
        <p:nvSpPr>
          <p:cNvPr id="21" name="사각형: 둥근 모서리 6">
            <a:extLst>
              <a:ext uri="{FF2B5EF4-FFF2-40B4-BE49-F238E27FC236}">
                <a16:creationId xmlns:a16="http://schemas.microsoft.com/office/drawing/2014/main" id="{E3B450F7-AE5C-2E01-82A4-9F17B397D2A5}"/>
              </a:ext>
            </a:extLst>
          </p:cNvPr>
          <p:cNvSpPr/>
          <p:nvPr/>
        </p:nvSpPr>
        <p:spPr>
          <a:xfrm>
            <a:off x="2771800" y="2860526"/>
            <a:ext cx="1863782" cy="1094370"/>
          </a:xfrm>
          <a:prstGeom prst="roundRect">
            <a:avLst>
              <a:gd name="adj" fmla="val 650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 C</a:t>
            </a:r>
            <a:endParaRPr lang="ko-KR" altLang="en-US" sz="1000" dirty="0"/>
          </a:p>
        </p:txBody>
      </p: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B62134F8-1877-3EAF-0F75-CB49D4A59B15}"/>
              </a:ext>
            </a:extLst>
          </p:cNvPr>
          <p:cNvSpPr/>
          <p:nvPr/>
        </p:nvSpPr>
        <p:spPr>
          <a:xfrm>
            <a:off x="2983611" y="3531612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2</a:t>
            </a:r>
            <a:endParaRPr lang="ko-KR" altLang="en-US" sz="900" dirty="0"/>
          </a:p>
        </p:txBody>
      </p:sp>
      <p:sp>
        <p:nvSpPr>
          <p:cNvPr id="23" name="사각형: 둥근 모서리 70">
            <a:extLst>
              <a:ext uri="{FF2B5EF4-FFF2-40B4-BE49-F238E27FC236}">
                <a16:creationId xmlns:a16="http://schemas.microsoft.com/office/drawing/2014/main" id="{A07FF2FA-3359-67B8-7059-D9CAA26F1250}"/>
              </a:ext>
            </a:extLst>
          </p:cNvPr>
          <p:cNvSpPr/>
          <p:nvPr/>
        </p:nvSpPr>
        <p:spPr>
          <a:xfrm>
            <a:off x="2880767" y="3237051"/>
            <a:ext cx="1645849" cy="631715"/>
          </a:xfrm>
          <a:prstGeom prst="roundRect">
            <a:avLst>
              <a:gd name="adj" fmla="val 1088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B</a:t>
            </a:r>
            <a:endParaRPr lang="ko-KR" altLang="en-US" sz="1000" dirty="0"/>
          </a:p>
        </p:txBody>
      </p:sp>
      <p:sp>
        <p:nvSpPr>
          <p:cNvPr id="2" name="사각형: 둥근 모서리 56">
            <a:extLst>
              <a:ext uri="{FF2B5EF4-FFF2-40B4-BE49-F238E27FC236}">
                <a16:creationId xmlns:a16="http://schemas.microsoft.com/office/drawing/2014/main" id="{233519D9-E4EC-F5E4-3C93-F1701D8607D7}"/>
              </a:ext>
            </a:extLst>
          </p:cNvPr>
          <p:cNvSpPr/>
          <p:nvPr/>
        </p:nvSpPr>
        <p:spPr>
          <a:xfrm>
            <a:off x="6444208" y="2420605"/>
            <a:ext cx="1954904" cy="720080"/>
          </a:xfrm>
          <a:prstGeom prst="roundRect">
            <a:avLst>
              <a:gd name="adj" fmla="val 1419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&amp; Producer</a:t>
            </a:r>
          </a:p>
          <a:p>
            <a:pPr algn="ctr"/>
            <a:r>
              <a:rPr lang="en-US" altLang="ko-KR" sz="1000"/>
              <a:t>(Consuming </a:t>
            </a:r>
            <a:r>
              <a:rPr lang="en-US" altLang="ko-KR" sz="1000">
                <a:sym typeface="Wingdings" pitchFamily="2" charset="2"/>
              </a:rPr>
              <a:t> Processing</a:t>
            </a:r>
            <a:br>
              <a:rPr lang="en-US" altLang="ko-KR" sz="1000">
                <a:sym typeface="Wingdings" pitchFamily="2" charset="2"/>
              </a:rPr>
            </a:br>
            <a:r>
              <a:rPr lang="en-US" altLang="ko-KR" sz="1000">
                <a:sym typeface="Wingdings" pitchFamily="2" charset="2"/>
              </a:rPr>
              <a:t> Producing)</a:t>
            </a:r>
            <a:endParaRPr lang="en-US" altLang="ko-KR" sz="1000"/>
          </a:p>
        </p:txBody>
      </p:sp>
      <p:cxnSp>
        <p:nvCxnSpPr>
          <p:cNvPr id="34" name="직선 화살표 연결선 96">
            <a:extLst>
              <a:ext uri="{FF2B5EF4-FFF2-40B4-BE49-F238E27FC236}">
                <a16:creationId xmlns:a16="http://schemas.microsoft.com/office/drawing/2014/main" id="{33036C10-5D16-0DDC-0574-C8CCC79CFCF7}"/>
              </a:ext>
            </a:extLst>
          </p:cNvPr>
          <p:cNvCxnSpPr>
            <a:cxnSpLocks/>
            <a:stCxn id="5" idx="3"/>
            <a:endCxn id="2" idx="0"/>
          </p:cNvCxnSpPr>
          <p:nvPr/>
        </p:nvCxnSpPr>
        <p:spPr>
          <a:xfrm>
            <a:off x="3415659" y="1764999"/>
            <a:ext cx="4006001" cy="65560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96">
            <a:extLst>
              <a:ext uri="{FF2B5EF4-FFF2-40B4-BE49-F238E27FC236}">
                <a16:creationId xmlns:a16="http://schemas.microsoft.com/office/drawing/2014/main" id="{A23D98B5-2CDD-B317-38AE-3E7F39A1C8F2}"/>
              </a:ext>
            </a:extLst>
          </p:cNvPr>
          <p:cNvCxnSpPr>
            <a:cxnSpLocks/>
            <a:stCxn id="13" idx="3"/>
            <a:endCxn id="2" idx="0"/>
          </p:cNvCxnSpPr>
          <p:nvPr/>
        </p:nvCxnSpPr>
        <p:spPr>
          <a:xfrm>
            <a:off x="5431883" y="1764999"/>
            <a:ext cx="1989777" cy="65560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96">
            <a:extLst>
              <a:ext uri="{FF2B5EF4-FFF2-40B4-BE49-F238E27FC236}">
                <a16:creationId xmlns:a16="http://schemas.microsoft.com/office/drawing/2014/main" id="{036908B6-F1B5-92EC-9D1C-B42CF483F145}"/>
              </a:ext>
            </a:extLst>
          </p:cNvPr>
          <p:cNvCxnSpPr>
            <a:cxnSpLocks/>
            <a:stCxn id="2" idx="1"/>
            <a:endCxn id="10" idx="3"/>
          </p:cNvCxnSpPr>
          <p:nvPr/>
        </p:nvCxnSpPr>
        <p:spPr>
          <a:xfrm flipH="1" flipV="1">
            <a:off x="3415659" y="2478678"/>
            <a:ext cx="3028549" cy="30196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96">
            <a:extLst>
              <a:ext uri="{FF2B5EF4-FFF2-40B4-BE49-F238E27FC236}">
                <a16:creationId xmlns:a16="http://schemas.microsoft.com/office/drawing/2014/main" id="{469C467F-C7FC-6323-FAF8-A5CCF294C14A}"/>
              </a:ext>
            </a:extLst>
          </p:cNvPr>
          <p:cNvCxnSpPr>
            <a:cxnSpLocks/>
            <a:stCxn id="2" idx="1"/>
            <a:endCxn id="15" idx="3"/>
          </p:cNvCxnSpPr>
          <p:nvPr/>
        </p:nvCxnSpPr>
        <p:spPr>
          <a:xfrm flipH="1" flipV="1">
            <a:off x="5431883" y="2478678"/>
            <a:ext cx="1012325" cy="30196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96">
            <a:extLst>
              <a:ext uri="{FF2B5EF4-FFF2-40B4-BE49-F238E27FC236}">
                <a16:creationId xmlns:a16="http://schemas.microsoft.com/office/drawing/2014/main" id="{BAF6C0E3-6065-A45E-2CBB-EB1643182748}"/>
              </a:ext>
            </a:extLst>
          </p:cNvPr>
          <p:cNvCxnSpPr>
            <a:cxnSpLocks/>
            <a:stCxn id="2" idx="1"/>
            <a:endCxn id="22" idx="3"/>
          </p:cNvCxnSpPr>
          <p:nvPr/>
        </p:nvCxnSpPr>
        <p:spPr>
          <a:xfrm flipH="1">
            <a:off x="4423771" y="2780645"/>
            <a:ext cx="2020437" cy="88544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사각형: 둥근 모서리 70">
            <a:extLst>
              <a:ext uri="{FF2B5EF4-FFF2-40B4-BE49-F238E27FC236}">
                <a16:creationId xmlns:a16="http://schemas.microsoft.com/office/drawing/2014/main" id="{0978BBE9-973E-5243-258F-F78C196A80AF}"/>
              </a:ext>
            </a:extLst>
          </p:cNvPr>
          <p:cNvSpPr/>
          <p:nvPr/>
        </p:nvSpPr>
        <p:spPr>
          <a:xfrm>
            <a:off x="1818793" y="1275606"/>
            <a:ext cx="3769795" cy="2996201"/>
          </a:xfrm>
          <a:prstGeom prst="roundRect">
            <a:avLst>
              <a:gd name="adj" fmla="val 4095"/>
            </a:avLst>
          </a:prstGeom>
          <a:noFill/>
          <a:ln w="12700">
            <a:solidFill>
              <a:srgbClr val="C0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 dirty="0">
                <a:solidFill>
                  <a:srgbClr val="C00000"/>
                </a:solidFill>
              </a:rPr>
              <a:t>Transaction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312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55291</TotalTime>
  <Words>174</Words>
  <Application>Microsoft Macintosh PowerPoint</Application>
  <PresentationFormat>On-screen Show (16:9)</PresentationFormat>
  <Paragraphs>68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Wingdings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5855</cp:revision>
  <dcterms:created xsi:type="dcterms:W3CDTF">2006-10-05T04:04:58Z</dcterms:created>
  <dcterms:modified xsi:type="dcterms:W3CDTF">2025-12-10T15:33:24Z</dcterms:modified>
</cp:coreProperties>
</file>
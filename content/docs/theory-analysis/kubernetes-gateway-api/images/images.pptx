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435" r:id="rId2"/>
    <p:sldId id="437" r:id="rId3"/>
    <p:sldId id="438" r:id="rId4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9" autoAdjust="0"/>
    <p:restoredTop sz="89760" autoAdjust="0"/>
  </p:normalViewPr>
  <p:slideViewPr>
    <p:cSldViewPr>
      <p:cViewPr>
        <p:scale>
          <a:sx n="200" d="100"/>
          <a:sy n="200" d="100"/>
        </p:scale>
        <p:origin x="1216" y="1248"/>
      </p:cViewPr>
      <p:guideLst>
        <p:guide orient="horz" pos="2160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D5550B-26C4-49A9-A5BA-636EF7BE6CE9}" type="datetimeFigureOut">
              <a:rPr lang="ko-KR" altLang="en-US" smtClean="0"/>
              <a:t>2026. 10. 6.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5DFA43-8D57-47FB-BC46-057616015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350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7622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2026. 10. 6.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2026. 10. 6.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2026. 10. 6.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2026. 10. 6.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2026. 10. 6.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2026. 10. 6.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2026. 10. 6.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48935-DA93-1F89-C2C8-9496EA63E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12">
            <a:extLst>
              <a:ext uri="{FF2B5EF4-FFF2-40B4-BE49-F238E27FC236}">
                <a16:creationId xmlns:a16="http://schemas.microsoft.com/office/drawing/2014/main" id="{17B796B0-1011-0A54-3F1A-24B72F5D1BED}"/>
              </a:ext>
            </a:extLst>
          </p:cNvPr>
          <p:cNvSpPr/>
          <p:nvPr/>
        </p:nvSpPr>
        <p:spPr>
          <a:xfrm>
            <a:off x="5139179" y="735422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Vendor</a:t>
            </a:r>
          </a:p>
          <a:p>
            <a:pPr algn="ctr"/>
            <a:r>
              <a:rPr lang="en-US" altLang="ko-KR" sz="900" b="1"/>
              <a:t>GatewayClass</a:t>
            </a:r>
            <a:endParaRPr lang="ko-KR" altLang="en-US" sz="900" b="1" dirty="0"/>
          </a:p>
        </p:txBody>
      </p:sp>
      <p:sp>
        <p:nvSpPr>
          <p:cNvPr id="6" name="사각형: 둥근 모서리 70">
            <a:extLst>
              <a:ext uri="{FF2B5EF4-FFF2-40B4-BE49-F238E27FC236}">
                <a16:creationId xmlns:a16="http://schemas.microsoft.com/office/drawing/2014/main" id="{9962284B-5724-77ED-49C5-1719BE43C510}"/>
              </a:ext>
            </a:extLst>
          </p:cNvPr>
          <p:cNvSpPr/>
          <p:nvPr/>
        </p:nvSpPr>
        <p:spPr>
          <a:xfrm>
            <a:off x="3056578" y="1792126"/>
            <a:ext cx="5304640" cy="1545936"/>
          </a:xfrm>
          <a:prstGeom prst="roundRect">
            <a:avLst>
              <a:gd name="adj" fmla="val 7127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dirty="0"/>
              <a:t>Gateway </a:t>
            </a:r>
            <a:r>
              <a:rPr lang="en-US" altLang="ko-KR" sz="1000" b="1" dirty="0"/>
              <a:t>Namespace</a:t>
            </a:r>
            <a:endParaRPr lang="ko-KR" altLang="en-US" sz="1000" b="1" dirty="0"/>
          </a:p>
        </p:txBody>
      </p:sp>
      <p:sp>
        <p:nvSpPr>
          <p:cNvPr id="5" name="사각형: 둥근 모서리 12">
            <a:extLst>
              <a:ext uri="{FF2B5EF4-FFF2-40B4-BE49-F238E27FC236}">
                <a16:creationId xmlns:a16="http://schemas.microsoft.com/office/drawing/2014/main" id="{9B47CE3C-C740-53B7-71FA-51311C864A23}"/>
              </a:ext>
            </a:extLst>
          </p:cNvPr>
          <p:cNvSpPr/>
          <p:nvPr/>
        </p:nvSpPr>
        <p:spPr>
          <a:xfrm>
            <a:off x="4482222" y="2091910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 dirty="0"/>
          </a:p>
        </p:txBody>
      </p:sp>
      <p:sp>
        <p:nvSpPr>
          <p:cNvPr id="8" name="사각형: 둥근 모서리 12">
            <a:extLst>
              <a:ext uri="{FF2B5EF4-FFF2-40B4-BE49-F238E27FC236}">
                <a16:creationId xmlns:a16="http://schemas.microsoft.com/office/drawing/2014/main" id="{30CE5944-1D4E-5930-62F8-E2B14133EDD9}"/>
              </a:ext>
            </a:extLst>
          </p:cNvPr>
          <p:cNvSpPr/>
          <p:nvPr/>
        </p:nvSpPr>
        <p:spPr>
          <a:xfrm>
            <a:off x="5796136" y="2091909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 dirty="0"/>
          </a:p>
        </p:txBody>
      </p:sp>
      <p:cxnSp>
        <p:nvCxnSpPr>
          <p:cNvPr id="10" name="직선 화살표 연결선 96">
            <a:extLst>
              <a:ext uri="{FF2B5EF4-FFF2-40B4-BE49-F238E27FC236}">
                <a16:creationId xmlns:a16="http://schemas.microsoft.com/office/drawing/2014/main" id="{C670B73F-6929-EC75-85F9-40A64FB81FE6}"/>
              </a:ext>
            </a:extLst>
          </p:cNvPr>
          <p:cNvCxnSpPr>
            <a:cxnSpLocks/>
            <a:stCxn id="5" idx="0"/>
            <a:endCxn id="4" idx="2"/>
          </p:cNvCxnSpPr>
          <p:nvPr/>
        </p:nvCxnSpPr>
        <p:spPr>
          <a:xfrm flipV="1">
            <a:off x="5051941" y="1186933"/>
            <a:ext cx="656957" cy="9049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96">
            <a:extLst>
              <a:ext uri="{FF2B5EF4-FFF2-40B4-BE49-F238E27FC236}">
                <a16:creationId xmlns:a16="http://schemas.microsoft.com/office/drawing/2014/main" id="{AD5E3FF8-4AB9-63F8-9B53-6A8FA27B55BC}"/>
              </a:ext>
            </a:extLst>
          </p:cNvPr>
          <p:cNvCxnSpPr>
            <a:cxnSpLocks/>
            <a:stCxn id="8" idx="0"/>
            <a:endCxn id="4" idx="2"/>
          </p:cNvCxnSpPr>
          <p:nvPr/>
        </p:nvCxnSpPr>
        <p:spPr>
          <a:xfrm flipH="1" flipV="1">
            <a:off x="5708898" y="1186933"/>
            <a:ext cx="656957" cy="90497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70">
            <a:extLst>
              <a:ext uri="{FF2B5EF4-FFF2-40B4-BE49-F238E27FC236}">
                <a16:creationId xmlns:a16="http://schemas.microsoft.com/office/drawing/2014/main" id="{0EC69996-3C90-4056-0687-5ACF574A8A50}"/>
              </a:ext>
            </a:extLst>
          </p:cNvPr>
          <p:cNvSpPr/>
          <p:nvPr/>
        </p:nvSpPr>
        <p:spPr>
          <a:xfrm>
            <a:off x="2463800" y="3524900"/>
            <a:ext cx="6489700" cy="1495118"/>
          </a:xfrm>
          <a:prstGeom prst="roundRect">
            <a:avLst>
              <a:gd name="adj" fmla="val 8056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dirty="0"/>
              <a:t>App </a:t>
            </a:r>
            <a:r>
              <a:rPr lang="en-US" altLang="ko-KR" sz="1000" b="1" dirty="0"/>
              <a:t>Namespace</a:t>
            </a:r>
            <a:endParaRPr lang="ko-KR" altLang="en-US" sz="1000" b="1" dirty="0"/>
          </a:p>
        </p:txBody>
      </p:sp>
      <p:sp>
        <p:nvSpPr>
          <p:cNvPr id="18" name="사각형: 둥근 모서리 12">
            <a:extLst>
              <a:ext uri="{FF2B5EF4-FFF2-40B4-BE49-F238E27FC236}">
                <a16:creationId xmlns:a16="http://schemas.microsoft.com/office/drawing/2014/main" id="{7B27B4EA-E868-8819-EA50-8E1DC067310C}"/>
              </a:ext>
            </a:extLst>
          </p:cNvPr>
          <p:cNvSpPr/>
          <p:nvPr/>
        </p:nvSpPr>
        <p:spPr>
          <a:xfrm>
            <a:off x="6770451" y="1102094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2">
              <a:lumMod val="9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 Controller</a:t>
            </a:r>
            <a:r>
              <a:rPr lang="en-US" altLang="ko-KR" sz="900" b="1"/>
              <a:t> </a:t>
            </a:r>
            <a:br>
              <a:rPr lang="en-US" altLang="ko-KR" sz="900" b="1"/>
            </a:br>
            <a:r>
              <a:rPr lang="en-US" altLang="ko-KR" sz="900" b="1"/>
              <a:t>Deployment</a:t>
            </a:r>
            <a:endParaRPr lang="ko-KR" altLang="en-US" sz="900" b="1" dirty="0"/>
          </a:p>
        </p:txBody>
      </p:sp>
      <p:cxnSp>
        <p:nvCxnSpPr>
          <p:cNvPr id="19" name="직선 화살표 연결선 96">
            <a:extLst>
              <a:ext uri="{FF2B5EF4-FFF2-40B4-BE49-F238E27FC236}">
                <a16:creationId xmlns:a16="http://schemas.microsoft.com/office/drawing/2014/main" id="{DA3255D2-FF73-DA74-4362-EF47EB878E1F}"/>
              </a:ext>
            </a:extLst>
          </p:cNvPr>
          <p:cNvCxnSpPr>
            <a:cxnSpLocks/>
            <a:stCxn id="4" idx="3"/>
            <a:endCxn id="18" idx="1"/>
          </p:cNvCxnSpPr>
          <p:nvPr/>
        </p:nvCxnSpPr>
        <p:spPr>
          <a:xfrm>
            <a:off x="6278617" y="961178"/>
            <a:ext cx="491834" cy="36667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사각형: 둥근 모서리 12">
            <a:extLst>
              <a:ext uri="{FF2B5EF4-FFF2-40B4-BE49-F238E27FC236}">
                <a16:creationId xmlns:a16="http://schemas.microsoft.com/office/drawing/2014/main" id="{21CD65F1-AE0C-C469-F574-519DDB7F4B0D}"/>
              </a:ext>
            </a:extLst>
          </p:cNvPr>
          <p:cNvSpPr/>
          <p:nvPr/>
        </p:nvSpPr>
        <p:spPr>
          <a:xfrm>
            <a:off x="7110050" y="2091909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 Gateway</a:t>
            </a:r>
          </a:p>
          <a:p>
            <a:pPr algn="ctr"/>
            <a:r>
              <a:rPr lang="en-US" altLang="ko-KR" sz="900" b="1" dirty="0"/>
              <a:t>Service (LB)</a:t>
            </a:r>
            <a:endParaRPr lang="ko-KR" altLang="en-US" sz="900" b="1" dirty="0"/>
          </a:p>
        </p:txBody>
      </p:sp>
      <p:sp>
        <p:nvSpPr>
          <p:cNvPr id="27" name="사각형: 둥근 모서리 12">
            <a:extLst>
              <a:ext uri="{FF2B5EF4-FFF2-40B4-BE49-F238E27FC236}">
                <a16:creationId xmlns:a16="http://schemas.microsoft.com/office/drawing/2014/main" id="{8BFB6E66-F31D-B6E3-42A3-685664D2AF90}"/>
              </a:ext>
            </a:extLst>
          </p:cNvPr>
          <p:cNvSpPr/>
          <p:nvPr/>
        </p:nvSpPr>
        <p:spPr>
          <a:xfrm>
            <a:off x="3168308" y="2091909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 Gateway</a:t>
            </a:r>
          </a:p>
          <a:p>
            <a:pPr algn="ctr"/>
            <a:r>
              <a:rPr lang="en-US" altLang="ko-KR" sz="900" b="1" dirty="0"/>
              <a:t>Service (LB)</a:t>
            </a:r>
            <a:endParaRPr lang="ko-KR" altLang="en-US" sz="900" b="1" dirty="0"/>
          </a:p>
        </p:txBody>
      </p:sp>
      <p:cxnSp>
        <p:nvCxnSpPr>
          <p:cNvPr id="28" name="직선 화살표 연결선 96">
            <a:extLst>
              <a:ext uri="{FF2B5EF4-FFF2-40B4-BE49-F238E27FC236}">
                <a16:creationId xmlns:a16="http://schemas.microsoft.com/office/drawing/2014/main" id="{889DBA50-132A-65CB-11CD-673DAB8877B8}"/>
              </a:ext>
            </a:extLst>
          </p:cNvPr>
          <p:cNvCxnSpPr>
            <a:cxnSpLocks/>
            <a:stCxn id="18" idx="2"/>
            <a:endCxn id="27" idx="0"/>
          </p:cNvCxnSpPr>
          <p:nvPr/>
        </p:nvCxnSpPr>
        <p:spPr>
          <a:xfrm flipH="1">
            <a:off x="3738027" y="1553605"/>
            <a:ext cx="3602143" cy="538304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96">
            <a:extLst>
              <a:ext uri="{FF2B5EF4-FFF2-40B4-BE49-F238E27FC236}">
                <a16:creationId xmlns:a16="http://schemas.microsoft.com/office/drawing/2014/main" id="{E2A7F638-FA03-D650-C6F8-0DF10BA889B2}"/>
              </a:ext>
            </a:extLst>
          </p:cNvPr>
          <p:cNvCxnSpPr>
            <a:cxnSpLocks/>
            <a:stCxn id="18" idx="2"/>
            <a:endCxn id="26" idx="0"/>
          </p:cNvCxnSpPr>
          <p:nvPr/>
        </p:nvCxnSpPr>
        <p:spPr>
          <a:xfrm>
            <a:off x="7340170" y="1553605"/>
            <a:ext cx="339599" cy="538304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96">
            <a:extLst>
              <a:ext uri="{FF2B5EF4-FFF2-40B4-BE49-F238E27FC236}">
                <a16:creationId xmlns:a16="http://schemas.microsoft.com/office/drawing/2014/main" id="{C654FCAB-FAB2-6F8A-5BB3-43B9F735166F}"/>
              </a:ext>
            </a:extLst>
          </p:cNvPr>
          <p:cNvCxnSpPr>
            <a:cxnSpLocks/>
            <a:stCxn id="5" idx="1"/>
            <a:endCxn id="27" idx="3"/>
          </p:cNvCxnSpPr>
          <p:nvPr/>
        </p:nvCxnSpPr>
        <p:spPr>
          <a:xfrm flipH="1" flipV="1">
            <a:off x="4307746" y="2317665"/>
            <a:ext cx="174476" cy="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사각형: 둥근 모서리 12">
            <a:extLst>
              <a:ext uri="{FF2B5EF4-FFF2-40B4-BE49-F238E27FC236}">
                <a16:creationId xmlns:a16="http://schemas.microsoft.com/office/drawing/2014/main" id="{786416CF-9698-1772-FEB7-109ACAE53943}"/>
              </a:ext>
            </a:extLst>
          </p:cNvPr>
          <p:cNvSpPr/>
          <p:nvPr/>
        </p:nvSpPr>
        <p:spPr>
          <a:xfrm>
            <a:off x="3166944" y="74823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Client</a:t>
            </a:r>
            <a:endParaRPr lang="ko-KR" altLang="en-US" sz="900" dirty="0"/>
          </a:p>
        </p:txBody>
      </p:sp>
      <p:cxnSp>
        <p:nvCxnSpPr>
          <p:cNvPr id="42" name="직선 화살표 연결선 96">
            <a:extLst>
              <a:ext uri="{FF2B5EF4-FFF2-40B4-BE49-F238E27FC236}">
                <a16:creationId xmlns:a16="http://schemas.microsoft.com/office/drawing/2014/main" id="{B8D44716-DB12-A614-CDBD-0CEEF22367A7}"/>
              </a:ext>
            </a:extLst>
          </p:cNvPr>
          <p:cNvCxnSpPr>
            <a:cxnSpLocks/>
            <a:stCxn id="8" idx="3"/>
            <a:endCxn id="26" idx="1"/>
          </p:cNvCxnSpPr>
          <p:nvPr/>
        </p:nvCxnSpPr>
        <p:spPr>
          <a:xfrm>
            <a:off x="6935574" y="2317665"/>
            <a:ext cx="174476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사각형: 둥근 모서리 12">
            <a:extLst>
              <a:ext uri="{FF2B5EF4-FFF2-40B4-BE49-F238E27FC236}">
                <a16:creationId xmlns:a16="http://schemas.microsoft.com/office/drawing/2014/main" id="{9B7C7CF4-A837-68D9-1C73-9C8DE673B603}"/>
              </a:ext>
            </a:extLst>
          </p:cNvPr>
          <p:cNvSpPr/>
          <p:nvPr/>
        </p:nvSpPr>
        <p:spPr>
          <a:xfrm>
            <a:off x="3166944" y="2792529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 Gateway</a:t>
            </a:r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sp>
        <p:nvSpPr>
          <p:cNvPr id="47" name="사각형: 둥근 모서리 12">
            <a:extLst>
              <a:ext uri="{FF2B5EF4-FFF2-40B4-BE49-F238E27FC236}">
                <a16:creationId xmlns:a16="http://schemas.microsoft.com/office/drawing/2014/main" id="{BC41EC9C-4FCD-FA97-8884-79BF470FF960}"/>
              </a:ext>
            </a:extLst>
          </p:cNvPr>
          <p:cNvSpPr/>
          <p:nvPr/>
        </p:nvSpPr>
        <p:spPr>
          <a:xfrm>
            <a:off x="7110050" y="2789286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 Gateway</a:t>
            </a:r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cxnSp>
        <p:nvCxnSpPr>
          <p:cNvPr id="48" name="직선 화살표 연결선 96">
            <a:extLst>
              <a:ext uri="{FF2B5EF4-FFF2-40B4-BE49-F238E27FC236}">
                <a16:creationId xmlns:a16="http://schemas.microsoft.com/office/drawing/2014/main" id="{E6998F4C-8A6F-93A9-FEBF-B35BC8B2D9E2}"/>
              </a:ext>
            </a:extLst>
          </p:cNvPr>
          <p:cNvCxnSpPr>
            <a:cxnSpLocks/>
            <a:stCxn id="41" idx="2"/>
            <a:endCxn id="27" idx="0"/>
          </p:cNvCxnSpPr>
          <p:nvPr/>
        </p:nvCxnSpPr>
        <p:spPr>
          <a:xfrm>
            <a:off x="3736663" y="526334"/>
            <a:ext cx="1364" cy="1565575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96">
            <a:extLst>
              <a:ext uri="{FF2B5EF4-FFF2-40B4-BE49-F238E27FC236}">
                <a16:creationId xmlns:a16="http://schemas.microsoft.com/office/drawing/2014/main" id="{FE3C9626-0388-986E-FABD-2A728AE8BD54}"/>
              </a:ext>
            </a:extLst>
          </p:cNvPr>
          <p:cNvCxnSpPr>
            <a:cxnSpLocks/>
            <a:stCxn id="41" idx="2"/>
            <a:endCxn id="26" idx="0"/>
          </p:cNvCxnSpPr>
          <p:nvPr/>
        </p:nvCxnSpPr>
        <p:spPr>
          <a:xfrm>
            <a:off x="3736663" y="526334"/>
            <a:ext cx="3943106" cy="1565575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96">
            <a:extLst>
              <a:ext uri="{FF2B5EF4-FFF2-40B4-BE49-F238E27FC236}">
                <a16:creationId xmlns:a16="http://schemas.microsoft.com/office/drawing/2014/main" id="{F06784AB-1816-7D67-F43B-A770AD80AF02}"/>
              </a:ext>
            </a:extLst>
          </p:cNvPr>
          <p:cNvCxnSpPr>
            <a:cxnSpLocks/>
            <a:stCxn id="27" idx="2"/>
            <a:endCxn id="46" idx="0"/>
          </p:cNvCxnSpPr>
          <p:nvPr/>
        </p:nvCxnSpPr>
        <p:spPr>
          <a:xfrm flipH="1">
            <a:off x="3736663" y="2543420"/>
            <a:ext cx="1364" cy="249109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96">
            <a:extLst>
              <a:ext uri="{FF2B5EF4-FFF2-40B4-BE49-F238E27FC236}">
                <a16:creationId xmlns:a16="http://schemas.microsoft.com/office/drawing/2014/main" id="{3E628D1B-4E5C-68B3-A326-85861BB8C928}"/>
              </a:ext>
            </a:extLst>
          </p:cNvPr>
          <p:cNvCxnSpPr>
            <a:cxnSpLocks/>
            <a:stCxn id="26" idx="2"/>
            <a:endCxn id="47" idx="0"/>
          </p:cNvCxnSpPr>
          <p:nvPr/>
        </p:nvCxnSpPr>
        <p:spPr>
          <a:xfrm>
            <a:off x="7679769" y="2543420"/>
            <a:ext cx="0" cy="245866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[R] 103">
            <a:extLst>
              <a:ext uri="{FF2B5EF4-FFF2-40B4-BE49-F238E27FC236}">
                <a16:creationId xmlns:a16="http://schemas.microsoft.com/office/drawing/2014/main" id="{2D89267E-F770-A132-A129-D4262A9D0616}"/>
              </a:ext>
            </a:extLst>
          </p:cNvPr>
          <p:cNvCxnSpPr>
            <a:cxnSpLocks/>
          </p:cNvCxnSpPr>
          <p:nvPr/>
        </p:nvCxnSpPr>
        <p:spPr>
          <a:xfrm>
            <a:off x="1043608" y="1399538"/>
            <a:ext cx="8100392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[R] 107">
            <a:extLst>
              <a:ext uri="{FF2B5EF4-FFF2-40B4-BE49-F238E27FC236}">
                <a16:creationId xmlns:a16="http://schemas.microsoft.com/office/drawing/2014/main" id="{3C83F394-0590-5A6A-1E03-4ED16FCEC39F}"/>
              </a:ext>
            </a:extLst>
          </p:cNvPr>
          <p:cNvCxnSpPr>
            <a:cxnSpLocks/>
          </p:cNvCxnSpPr>
          <p:nvPr/>
        </p:nvCxnSpPr>
        <p:spPr>
          <a:xfrm>
            <a:off x="1043608" y="3428311"/>
            <a:ext cx="8100392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사각형: 둥근 모서리 12">
            <a:extLst>
              <a:ext uri="{FF2B5EF4-FFF2-40B4-BE49-F238E27FC236}">
                <a16:creationId xmlns:a16="http://schemas.microsoft.com/office/drawing/2014/main" id="{CA550E0D-752D-A1B0-1CE6-24560F261C32}"/>
              </a:ext>
            </a:extLst>
          </p:cNvPr>
          <p:cNvSpPr/>
          <p:nvPr/>
        </p:nvSpPr>
        <p:spPr>
          <a:xfrm>
            <a:off x="4482222" y="3836519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 App</a:t>
            </a:r>
          </a:p>
          <a:p>
            <a:pPr algn="ctr"/>
            <a:r>
              <a:rPr lang="en-US" altLang="ko-KR" sz="900" b="1"/>
              <a:t>HTTPRoute</a:t>
            </a:r>
            <a:endParaRPr lang="ko-KR" altLang="en-US" sz="900" b="1" dirty="0"/>
          </a:p>
        </p:txBody>
      </p:sp>
      <p:sp>
        <p:nvSpPr>
          <p:cNvPr id="109" name="사각형: 둥근 모서리 12">
            <a:extLst>
              <a:ext uri="{FF2B5EF4-FFF2-40B4-BE49-F238E27FC236}">
                <a16:creationId xmlns:a16="http://schemas.microsoft.com/office/drawing/2014/main" id="{90A64E5B-28DB-FD7D-B2C9-B25A15A6BC53}"/>
              </a:ext>
            </a:extLst>
          </p:cNvPr>
          <p:cNvSpPr/>
          <p:nvPr/>
        </p:nvSpPr>
        <p:spPr>
          <a:xfrm>
            <a:off x="5796135" y="3836519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 App</a:t>
            </a:r>
          </a:p>
          <a:p>
            <a:pPr algn="ctr"/>
            <a:r>
              <a:rPr lang="en-US" altLang="ko-KR" sz="900" b="1"/>
              <a:t>GRPCRoute</a:t>
            </a:r>
            <a:endParaRPr lang="ko-KR" altLang="en-US" sz="900" b="1" dirty="0"/>
          </a:p>
        </p:txBody>
      </p:sp>
      <p:sp>
        <p:nvSpPr>
          <p:cNvPr id="110" name="사각형: 둥근 모서리 12">
            <a:extLst>
              <a:ext uri="{FF2B5EF4-FFF2-40B4-BE49-F238E27FC236}">
                <a16:creationId xmlns:a16="http://schemas.microsoft.com/office/drawing/2014/main" id="{7FD14ABE-B299-0C5D-C4D4-EC7F316F1BC0}"/>
              </a:ext>
            </a:extLst>
          </p:cNvPr>
          <p:cNvSpPr/>
          <p:nvPr/>
        </p:nvSpPr>
        <p:spPr>
          <a:xfrm>
            <a:off x="3847030" y="4486770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 App</a:t>
            </a:r>
          </a:p>
          <a:p>
            <a:pPr algn="ctr"/>
            <a:r>
              <a:rPr lang="en-US" altLang="ko-KR" sz="900" b="1"/>
              <a:t>TLSRoute</a:t>
            </a:r>
            <a:endParaRPr lang="ko-KR" altLang="en-US" sz="900" b="1" dirty="0"/>
          </a:p>
        </p:txBody>
      </p:sp>
      <p:sp>
        <p:nvSpPr>
          <p:cNvPr id="111" name="사각형: 둥근 모서리 12">
            <a:extLst>
              <a:ext uri="{FF2B5EF4-FFF2-40B4-BE49-F238E27FC236}">
                <a16:creationId xmlns:a16="http://schemas.microsoft.com/office/drawing/2014/main" id="{DA66CBED-A306-F94B-F621-A113E514D4D8}"/>
              </a:ext>
            </a:extLst>
          </p:cNvPr>
          <p:cNvSpPr/>
          <p:nvPr/>
        </p:nvSpPr>
        <p:spPr>
          <a:xfrm>
            <a:off x="5138497" y="4486771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 App</a:t>
            </a:r>
          </a:p>
          <a:p>
            <a:pPr algn="ctr"/>
            <a:r>
              <a:rPr lang="en-US" altLang="ko-KR" sz="900" b="1"/>
              <a:t>TCPRoute</a:t>
            </a:r>
            <a:endParaRPr lang="ko-KR" altLang="en-US" sz="900" b="1" dirty="0"/>
          </a:p>
        </p:txBody>
      </p:sp>
      <p:sp>
        <p:nvSpPr>
          <p:cNvPr id="112" name="사각형: 둥근 모서리 12">
            <a:extLst>
              <a:ext uri="{FF2B5EF4-FFF2-40B4-BE49-F238E27FC236}">
                <a16:creationId xmlns:a16="http://schemas.microsoft.com/office/drawing/2014/main" id="{570D5B4C-EF80-1310-67FC-3EB65A00B599}"/>
              </a:ext>
            </a:extLst>
          </p:cNvPr>
          <p:cNvSpPr/>
          <p:nvPr/>
        </p:nvSpPr>
        <p:spPr>
          <a:xfrm>
            <a:off x="6429964" y="4486771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 App</a:t>
            </a:r>
          </a:p>
          <a:p>
            <a:pPr algn="ctr"/>
            <a:r>
              <a:rPr lang="en-US" altLang="ko-KR" sz="900" b="1"/>
              <a:t>UDPRoute</a:t>
            </a:r>
            <a:endParaRPr lang="ko-KR" altLang="en-US" sz="900" b="1" dirty="0"/>
          </a:p>
        </p:txBody>
      </p:sp>
      <p:sp>
        <p:nvSpPr>
          <p:cNvPr id="118" name="사각형: 둥근 모서리 12">
            <a:extLst>
              <a:ext uri="{FF2B5EF4-FFF2-40B4-BE49-F238E27FC236}">
                <a16:creationId xmlns:a16="http://schemas.microsoft.com/office/drawing/2014/main" id="{DDC18DDC-B60A-7C00-0B30-38BE1BBAFF1D}"/>
              </a:ext>
            </a:extLst>
          </p:cNvPr>
          <p:cNvSpPr/>
          <p:nvPr/>
        </p:nvSpPr>
        <p:spPr>
          <a:xfrm>
            <a:off x="3168308" y="3836519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 App</a:t>
            </a:r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121" name="사각형: 둥근 모서리 12">
            <a:extLst>
              <a:ext uri="{FF2B5EF4-FFF2-40B4-BE49-F238E27FC236}">
                <a16:creationId xmlns:a16="http://schemas.microsoft.com/office/drawing/2014/main" id="{0CCF9E64-2362-B997-7CDF-BC81F6756025}"/>
              </a:ext>
            </a:extLst>
          </p:cNvPr>
          <p:cNvSpPr/>
          <p:nvPr/>
        </p:nvSpPr>
        <p:spPr>
          <a:xfrm>
            <a:off x="2551546" y="4486770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 App</a:t>
            </a:r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cxnSp>
        <p:nvCxnSpPr>
          <p:cNvPr id="122" name="직선 화살표 연결선 96">
            <a:extLst>
              <a:ext uri="{FF2B5EF4-FFF2-40B4-BE49-F238E27FC236}">
                <a16:creationId xmlns:a16="http://schemas.microsoft.com/office/drawing/2014/main" id="{47802B0A-2D41-3F5F-F2BA-0C13312E566A}"/>
              </a:ext>
            </a:extLst>
          </p:cNvPr>
          <p:cNvCxnSpPr>
            <a:cxnSpLocks/>
            <a:stCxn id="46" idx="2"/>
            <a:endCxn id="118" idx="0"/>
          </p:cNvCxnSpPr>
          <p:nvPr/>
        </p:nvCxnSpPr>
        <p:spPr>
          <a:xfrm>
            <a:off x="3736663" y="3244040"/>
            <a:ext cx="1364" cy="592479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96">
            <a:extLst>
              <a:ext uri="{FF2B5EF4-FFF2-40B4-BE49-F238E27FC236}">
                <a16:creationId xmlns:a16="http://schemas.microsoft.com/office/drawing/2014/main" id="{413D92C0-8BA9-D176-DD50-4E5026B71CBD}"/>
              </a:ext>
            </a:extLst>
          </p:cNvPr>
          <p:cNvCxnSpPr>
            <a:cxnSpLocks/>
            <a:stCxn id="118" idx="2"/>
            <a:endCxn id="121" idx="0"/>
          </p:cNvCxnSpPr>
          <p:nvPr/>
        </p:nvCxnSpPr>
        <p:spPr>
          <a:xfrm flipH="1">
            <a:off x="3121265" y="4288030"/>
            <a:ext cx="616762" cy="19874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96">
            <a:extLst>
              <a:ext uri="{FF2B5EF4-FFF2-40B4-BE49-F238E27FC236}">
                <a16:creationId xmlns:a16="http://schemas.microsoft.com/office/drawing/2014/main" id="{0F4C3574-0CAB-22A4-D358-2990322C492B}"/>
              </a:ext>
            </a:extLst>
          </p:cNvPr>
          <p:cNvCxnSpPr>
            <a:cxnSpLocks/>
            <a:stCxn id="17" idx="0"/>
            <a:endCxn id="5" idx="2"/>
          </p:cNvCxnSpPr>
          <p:nvPr/>
        </p:nvCxnSpPr>
        <p:spPr>
          <a:xfrm flipV="1">
            <a:off x="5051941" y="2543421"/>
            <a:ext cx="0" cy="129309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화살표 연결선 96">
            <a:extLst>
              <a:ext uri="{FF2B5EF4-FFF2-40B4-BE49-F238E27FC236}">
                <a16:creationId xmlns:a16="http://schemas.microsoft.com/office/drawing/2014/main" id="{6338E18B-F456-F9D2-9D3E-A212042C3D71}"/>
              </a:ext>
            </a:extLst>
          </p:cNvPr>
          <p:cNvCxnSpPr>
            <a:cxnSpLocks/>
            <a:stCxn id="110" idx="0"/>
            <a:endCxn id="5" idx="2"/>
          </p:cNvCxnSpPr>
          <p:nvPr/>
        </p:nvCxnSpPr>
        <p:spPr>
          <a:xfrm flipV="1">
            <a:off x="4416749" y="2543421"/>
            <a:ext cx="635192" cy="194334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화살표 연결선 96">
            <a:extLst>
              <a:ext uri="{FF2B5EF4-FFF2-40B4-BE49-F238E27FC236}">
                <a16:creationId xmlns:a16="http://schemas.microsoft.com/office/drawing/2014/main" id="{B02AE02C-0369-8F2A-860A-73BBA94DFC11}"/>
              </a:ext>
            </a:extLst>
          </p:cNvPr>
          <p:cNvCxnSpPr>
            <a:cxnSpLocks/>
            <a:stCxn id="109" idx="0"/>
            <a:endCxn id="8" idx="2"/>
          </p:cNvCxnSpPr>
          <p:nvPr/>
        </p:nvCxnSpPr>
        <p:spPr>
          <a:xfrm flipV="1">
            <a:off x="6365854" y="2543420"/>
            <a:ext cx="1" cy="129309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화살표 연결선 96">
            <a:extLst>
              <a:ext uri="{FF2B5EF4-FFF2-40B4-BE49-F238E27FC236}">
                <a16:creationId xmlns:a16="http://schemas.microsoft.com/office/drawing/2014/main" id="{83EF16D4-A79F-740D-60FA-48F50605A638}"/>
              </a:ext>
            </a:extLst>
          </p:cNvPr>
          <p:cNvCxnSpPr>
            <a:cxnSpLocks/>
            <a:stCxn id="17" idx="1"/>
            <a:endCxn id="118" idx="3"/>
          </p:cNvCxnSpPr>
          <p:nvPr/>
        </p:nvCxnSpPr>
        <p:spPr>
          <a:xfrm flipH="1">
            <a:off x="4307746" y="4062275"/>
            <a:ext cx="174476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화살표 연결선 96">
            <a:extLst>
              <a:ext uri="{FF2B5EF4-FFF2-40B4-BE49-F238E27FC236}">
                <a16:creationId xmlns:a16="http://schemas.microsoft.com/office/drawing/2014/main" id="{2ECB91E2-8A27-CEC6-25BF-A56C6001D4B0}"/>
              </a:ext>
            </a:extLst>
          </p:cNvPr>
          <p:cNvCxnSpPr>
            <a:cxnSpLocks/>
            <a:stCxn id="110" idx="0"/>
            <a:endCxn id="118" idx="3"/>
          </p:cNvCxnSpPr>
          <p:nvPr/>
        </p:nvCxnSpPr>
        <p:spPr>
          <a:xfrm flipH="1" flipV="1">
            <a:off x="4307746" y="4062275"/>
            <a:ext cx="109003" cy="424495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사각형: 둥근 모서리 12">
            <a:extLst>
              <a:ext uri="{FF2B5EF4-FFF2-40B4-BE49-F238E27FC236}">
                <a16:creationId xmlns:a16="http://schemas.microsoft.com/office/drawing/2014/main" id="{B7CC36B1-28BF-FE9D-CE31-588EB49B98ED}"/>
              </a:ext>
            </a:extLst>
          </p:cNvPr>
          <p:cNvSpPr/>
          <p:nvPr/>
        </p:nvSpPr>
        <p:spPr>
          <a:xfrm>
            <a:off x="7110047" y="3836519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 App</a:t>
            </a:r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173" name="사각형: 둥근 모서리 12">
            <a:extLst>
              <a:ext uri="{FF2B5EF4-FFF2-40B4-BE49-F238E27FC236}">
                <a16:creationId xmlns:a16="http://schemas.microsoft.com/office/drawing/2014/main" id="{FDB290A5-1EE3-7D19-CB41-7DCC341F6E62}"/>
              </a:ext>
            </a:extLst>
          </p:cNvPr>
          <p:cNvSpPr/>
          <p:nvPr/>
        </p:nvSpPr>
        <p:spPr>
          <a:xfrm>
            <a:off x="7726327" y="4486770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 App</a:t>
            </a:r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cxnSp>
        <p:nvCxnSpPr>
          <p:cNvPr id="174" name="직선 화살표 연결선 96">
            <a:extLst>
              <a:ext uri="{FF2B5EF4-FFF2-40B4-BE49-F238E27FC236}">
                <a16:creationId xmlns:a16="http://schemas.microsoft.com/office/drawing/2014/main" id="{549769F4-6DF9-3F1D-41A3-787C0EBFE8EC}"/>
              </a:ext>
            </a:extLst>
          </p:cNvPr>
          <p:cNvCxnSpPr>
            <a:cxnSpLocks/>
            <a:stCxn id="111" idx="0"/>
          </p:cNvCxnSpPr>
          <p:nvPr/>
        </p:nvCxnSpPr>
        <p:spPr>
          <a:xfrm flipV="1">
            <a:off x="5708216" y="4059583"/>
            <a:ext cx="1458523" cy="42718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화살표 연결선 96">
            <a:extLst>
              <a:ext uri="{FF2B5EF4-FFF2-40B4-BE49-F238E27FC236}">
                <a16:creationId xmlns:a16="http://schemas.microsoft.com/office/drawing/2014/main" id="{7347A6AF-2977-FCFA-8DEA-54ACF875AD91}"/>
              </a:ext>
            </a:extLst>
          </p:cNvPr>
          <p:cNvCxnSpPr>
            <a:cxnSpLocks/>
            <a:stCxn id="112" idx="0"/>
            <a:endCxn id="172" idx="1"/>
          </p:cNvCxnSpPr>
          <p:nvPr/>
        </p:nvCxnSpPr>
        <p:spPr>
          <a:xfrm flipV="1">
            <a:off x="6999683" y="4062275"/>
            <a:ext cx="110364" cy="42449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화살표 연결선 96">
            <a:extLst>
              <a:ext uri="{FF2B5EF4-FFF2-40B4-BE49-F238E27FC236}">
                <a16:creationId xmlns:a16="http://schemas.microsoft.com/office/drawing/2014/main" id="{5CB3C2CF-9659-77C9-0692-5AED9489D434}"/>
              </a:ext>
            </a:extLst>
          </p:cNvPr>
          <p:cNvCxnSpPr>
            <a:cxnSpLocks/>
            <a:stCxn id="111" idx="0"/>
            <a:endCxn id="8" idx="2"/>
          </p:cNvCxnSpPr>
          <p:nvPr/>
        </p:nvCxnSpPr>
        <p:spPr>
          <a:xfrm flipV="1">
            <a:off x="5708216" y="2543420"/>
            <a:ext cx="657639" cy="194335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화살표 연결선 96">
            <a:extLst>
              <a:ext uri="{FF2B5EF4-FFF2-40B4-BE49-F238E27FC236}">
                <a16:creationId xmlns:a16="http://schemas.microsoft.com/office/drawing/2014/main" id="{D61C2549-75D7-208F-33EF-5342015CB12D}"/>
              </a:ext>
            </a:extLst>
          </p:cNvPr>
          <p:cNvCxnSpPr>
            <a:cxnSpLocks/>
            <a:stCxn id="112" idx="0"/>
            <a:endCxn id="8" idx="2"/>
          </p:cNvCxnSpPr>
          <p:nvPr/>
        </p:nvCxnSpPr>
        <p:spPr>
          <a:xfrm flipH="1" flipV="1">
            <a:off x="6365855" y="2543420"/>
            <a:ext cx="633828" cy="194335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화살표 연결선 96">
            <a:extLst>
              <a:ext uri="{FF2B5EF4-FFF2-40B4-BE49-F238E27FC236}">
                <a16:creationId xmlns:a16="http://schemas.microsoft.com/office/drawing/2014/main" id="{4298C525-65D5-A736-B87E-571E9852140B}"/>
              </a:ext>
            </a:extLst>
          </p:cNvPr>
          <p:cNvCxnSpPr>
            <a:cxnSpLocks/>
            <a:stCxn id="109" idx="3"/>
            <a:endCxn id="172" idx="1"/>
          </p:cNvCxnSpPr>
          <p:nvPr/>
        </p:nvCxnSpPr>
        <p:spPr>
          <a:xfrm>
            <a:off x="6935573" y="4062275"/>
            <a:ext cx="174474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화살표 연결선 96">
            <a:extLst>
              <a:ext uri="{FF2B5EF4-FFF2-40B4-BE49-F238E27FC236}">
                <a16:creationId xmlns:a16="http://schemas.microsoft.com/office/drawing/2014/main" id="{29D0B21E-30E9-2B32-C083-9398717384A0}"/>
              </a:ext>
            </a:extLst>
          </p:cNvPr>
          <p:cNvCxnSpPr>
            <a:cxnSpLocks/>
            <a:stCxn id="47" idx="2"/>
            <a:endCxn id="172" idx="0"/>
          </p:cNvCxnSpPr>
          <p:nvPr/>
        </p:nvCxnSpPr>
        <p:spPr>
          <a:xfrm flipH="1">
            <a:off x="7679766" y="3240797"/>
            <a:ext cx="3" cy="595722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직선 화살표 연결선 96">
            <a:extLst>
              <a:ext uri="{FF2B5EF4-FFF2-40B4-BE49-F238E27FC236}">
                <a16:creationId xmlns:a16="http://schemas.microsoft.com/office/drawing/2014/main" id="{CE4E465F-D551-BCB9-A094-01D64EA1235C}"/>
              </a:ext>
            </a:extLst>
          </p:cNvPr>
          <p:cNvCxnSpPr>
            <a:cxnSpLocks/>
            <a:stCxn id="172" idx="2"/>
            <a:endCxn id="173" idx="0"/>
          </p:cNvCxnSpPr>
          <p:nvPr/>
        </p:nvCxnSpPr>
        <p:spPr>
          <a:xfrm>
            <a:off x="7679766" y="4288030"/>
            <a:ext cx="616280" cy="19874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직선 연결선[R] 200">
            <a:extLst>
              <a:ext uri="{FF2B5EF4-FFF2-40B4-BE49-F238E27FC236}">
                <a16:creationId xmlns:a16="http://schemas.microsoft.com/office/drawing/2014/main" id="{2AC7FBB0-41DB-61E7-7405-C67FD4C2F7C9}"/>
              </a:ext>
            </a:extLst>
          </p:cNvPr>
          <p:cNvCxnSpPr>
            <a:cxnSpLocks/>
          </p:cNvCxnSpPr>
          <p:nvPr/>
        </p:nvCxnSpPr>
        <p:spPr>
          <a:xfrm>
            <a:off x="1048324" y="627534"/>
            <a:ext cx="8100392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직선 화살표 연결선 96">
            <a:extLst>
              <a:ext uri="{FF2B5EF4-FFF2-40B4-BE49-F238E27FC236}">
                <a16:creationId xmlns:a16="http://schemas.microsoft.com/office/drawing/2014/main" id="{C2A21D84-0ED7-54A9-8301-4507FADA96CE}"/>
              </a:ext>
            </a:extLst>
          </p:cNvPr>
          <p:cNvCxnSpPr>
            <a:cxnSpLocks/>
          </p:cNvCxnSpPr>
          <p:nvPr/>
        </p:nvCxnSpPr>
        <p:spPr>
          <a:xfrm>
            <a:off x="4572560" y="300578"/>
            <a:ext cx="323569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TextBox 211">
            <a:extLst>
              <a:ext uri="{FF2B5EF4-FFF2-40B4-BE49-F238E27FC236}">
                <a16:creationId xmlns:a16="http://schemas.microsoft.com/office/drawing/2014/main" id="{C2F007DF-00F8-B444-E1C0-19562D77CAE6}"/>
              </a:ext>
            </a:extLst>
          </p:cNvPr>
          <p:cNvSpPr txBox="1"/>
          <p:nvPr/>
        </p:nvSpPr>
        <p:spPr>
          <a:xfrm>
            <a:off x="4868303" y="190808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Reference</a:t>
            </a:r>
            <a:endParaRPr lang="en-KR" sz="900"/>
          </a:p>
        </p:txBody>
      </p:sp>
      <p:cxnSp>
        <p:nvCxnSpPr>
          <p:cNvPr id="214" name="직선 화살표 연결선 96">
            <a:extLst>
              <a:ext uri="{FF2B5EF4-FFF2-40B4-BE49-F238E27FC236}">
                <a16:creationId xmlns:a16="http://schemas.microsoft.com/office/drawing/2014/main" id="{486CA28B-3D15-7CE3-4454-347A3F6C8940}"/>
              </a:ext>
            </a:extLst>
          </p:cNvPr>
          <p:cNvCxnSpPr>
            <a:cxnSpLocks/>
          </p:cNvCxnSpPr>
          <p:nvPr/>
        </p:nvCxnSpPr>
        <p:spPr>
          <a:xfrm>
            <a:off x="5691416" y="303274"/>
            <a:ext cx="323569" cy="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TextBox 214">
            <a:extLst>
              <a:ext uri="{FF2B5EF4-FFF2-40B4-BE49-F238E27FC236}">
                <a16:creationId xmlns:a16="http://schemas.microsoft.com/office/drawing/2014/main" id="{9B3FE56A-4E7D-D956-0607-2A4BDF96E27B}"/>
              </a:ext>
            </a:extLst>
          </p:cNvPr>
          <p:cNvSpPr txBox="1"/>
          <p:nvPr/>
        </p:nvSpPr>
        <p:spPr>
          <a:xfrm>
            <a:off x="5987159" y="193504"/>
            <a:ext cx="5815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Traffic</a:t>
            </a:r>
            <a:endParaRPr lang="en-KR" sz="900"/>
          </a:p>
        </p:txBody>
      </p:sp>
      <p:cxnSp>
        <p:nvCxnSpPr>
          <p:cNvPr id="216" name="직선 화살표 연결선 96">
            <a:extLst>
              <a:ext uri="{FF2B5EF4-FFF2-40B4-BE49-F238E27FC236}">
                <a16:creationId xmlns:a16="http://schemas.microsoft.com/office/drawing/2014/main" id="{E6295254-7AFD-3733-2B42-A645599947E9}"/>
              </a:ext>
            </a:extLst>
          </p:cNvPr>
          <p:cNvCxnSpPr>
            <a:cxnSpLocks/>
            <a:stCxn id="18" idx="2"/>
            <a:endCxn id="47" idx="0"/>
          </p:cNvCxnSpPr>
          <p:nvPr/>
        </p:nvCxnSpPr>
        <p:spPr>
          <a:xfrm>
            <a:off x="7340170" y="1553605"/>
            <a:ext cx="339599" cy="1235681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직선 화살표 연결선 96">
            <a:extLst>
              <a:ext uri="{FF2B5EF4-FFF2-40B4-BE49-F238E27FC236}">
                <a16:creationId xmlns:a16="http://schemas.microsoft.com/office/drawing/2014/main" id="{EE1277FC-AE8D-230B-B0CA-088FCDB75C72}"/>
              </a:ext>
            </a:extLst>
          </p:cNvPr>
          <p:cNvCxnSpPr>
            <a:cxnSpLocks/>
            <a:stCxn id="18" idx="2"/>
            <a:endCxn id="46" idx="0"/>
          </p:cNvCxnSpPr>
          <p:nvPr/>
        </p:nvCxnSpPr>
        <p:spPr>
          <a:xfrm flipH="1">
            <a:off x="3736663" y="1553605"/>
            <a:ext cx="3603507" cy="1238924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직선 화살표 연결선 96">
            <a:extLst>
              <a:ext uri="{FF2B5EF4-FFF2-40B4-BE49-F238E27FC236}">
                <a16:creationId xmlns:a16="http://schemas.microsoft.com/office/drawing/2014/main" id="{44D5B54F-BA16-A952-50CE-2CECBF20C1D7}"/>
              </a:ext>
            </a:extLst>
          </p:cNvPr>
          <p:cNvCxnSpPr>
            <a:cxnSpLocks/>
            <a:stCxn id="5" idx="1"/>
            <a:endCxn id="46" idx="3"/>
          </p:cNvCxnSpPr>
          <p:nvPr/>
        </p:nvCxnSpPr>
        <p:spPr>
          <a:xfrm flipH="1">
            <a:off x="4306382" y="2317666"/>
            <a:ext cx="175840" cy="70061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직선 화살표 연결선 96">
            <a:extLst>
              <a:ext uri="{FF2B5EF4-FFF2-40B4-BE49-F238E27FC236}">
                <a16:creationId xmlns:a16="http://schemas.microsoft.com/office/drawing/2014/main" id="{7C350200-B73F-5A5F-57A4-701855057C2C}"/>
              </a:ext>
            </a:extLst>
          </p:cNvPr>
          <p:cNvCxnSpPr>
            <a:cxnSpLocks/>
            <a:stCxn id="8" idx="3"/>
            <a:endCxn id="47" idx="1"/>
          </p:cNvCxnSpPr>
          <p:nvPr/>
        </p:nvCxnSpPr>
        <p:spPr>
          <a:xfrm>
            <a:off x="6935574" y="2317665"/>
            <a:ext cx="174476" cy="697377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직선 화살표 연결선 96">
            <a:extLst>
              <a:ext uri="{FF2B5EF4-FFF2-40B4-BE49-F238E27FC236}">
                <a16:creationId xmlns:a16="http://schemas.microsoft.com/office/drawing/2014/main" id="{E4D49E3C-171A-3DD5-1943-CFE26C885FF1}"/>
              </a:ext>
            </a:extLst>
          </p:cNvPr>
          <p:cNvCxnSpPr>
            <a:cxnSpLocks/>
          </p:cNvCxnSpPr>
          <p:nvPr/>
        </p:nvCxnSpPr>
        <p:spPr>
          <a:xfrm>
            <a:off x="6627325" y="300578"/>
            <a:ext cx="323569" cy="0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TextBox 228">
            <a:extLst>
              <a:ext uri="{FF2B5EF4-FFF2-40B4-BE49-F238E27FC236}">
                <a16:creationId xmlns:a16="http://schemas.microsoft.com/office/drawing/2014/main" id="{FFA22FFE-27C1-73B2-D05A-55D83098BB40}"/>
              </a:ext>
            </a:extLst>
          </p:cNvPr>
          <p:cNvSpPr txBox="1"/>
          <p:nvPr/>
        </p:nvSpPr>
        <p:spPr>
          <a:xfrm>
            <a:off x="6923068" y="190808"/>
            <a:ext cx="5815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Create</a:t>
            </a:r>
            <a:endParaRPr lang="en-KR" sz="900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1FF05FF-C8A6-F63D-B2E3-7FA7AC77284D}"/>
              </a:ext>
            </a:extLst>
          </p:cNvPr>
          <p:cNvSpPr txBox="1"/>
          <p:nvPr/>
        </p:nvSpPr>
        <p:spPr>
          <a:xfrm>
            <a:off x="1639312" y="828870"/>
            <a:ext cx="953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/>
              <a:t>Infrastructure Provide</a:t>
            </a:r>
            <a:endParaRPr lang="en-KR" sz="900" b="1"/>
          </a:p>
        </p:txBody>
      </p:sp>
      <p:pic>
        <p:nvPicPr>
          <p:cNvPr id="246" name="그림 245" descr="사람 아이콘 일러스트 | Canva">
            <a:extLst>
              <a:ext uri="{FF2B5EF4-FFF2-40B4-BE49-F238E27FC236}">
                <a16:creationId xmlns:a16="http://schemas.microsoft.com/office/drawing/2014/main" id="{B499F637-C31F-C351-7659-AC01DD810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013" y="836246"/>
            <a:ext cx="315254" cy="354581"/>
          </a:xfrm>
          <a:prstGeom prst="rect">
            <a:avLst/>
          </a:prstGeom>
        </p:spPr>
      </p:pic>
      <p:sp>
        <p:nvSpPr>
          <p:cNvPr id="247" name="TextBox 246">
            <a:extLst>
              <a:ext uri="{FF2B5EF4-FFF2-40B4-BE49-F238E27FC236}">
                <a16:creationId xmlns:a16="http://schemas.microsoft.com/office/drawing/2014/main" id="{7BDEFA03-5461-E18F-27F8-0B57154C5973}"/>
              </a:ext>
            </a:extLst>
          </p:cNvPr>
          <p:cNvSpPr txBox="1"/>
          <p:nvPr/>
        </p:nvSpPr>
        <p:spPr>
          <a:xfrm>
            <a:off x="1644008" y="2211750"/>
            <a:ext cx="878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/>
              <a:t>Cluster</a:t>
            </a:r>
            <a:br>
              <a:rPr lang="en-US" altLang="ko-KR" sz="900" b="1"/>
            </a:br>
            <a:r>
              <a:rPr lang="en-US" altLang="ko-KR" sz="900" b="1"/>
              <a:t>Operator</a:t>
            </a:r>
            <a:endParaRPr lang="en-KR" sz="900" b="1"/>
          </a:p>
        </p:txBody>
      </p:sp>
      <p:pic>
        <p:nvPicPr>
          <p:cNvPr id="248" name="그림 247" descr="사람 아이콘 일러스트 | Canva">
            <a:extLst>
              <a:ext uri="{FF2B5EF4-FFF2-40B4-BE49-F238E27FC236}">
                <a16:creationId xmlns:a16="http://schemas.microsoft.com/office/drawing/2014/main" id="{823F2DDB-A214-3E8B-413C-4508E263C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709" y="2219126"/>
            <a:ext cx="315254" cy="354581"/>
          </a:xfrm>
          <a:prstGeom prst="rect">
            <a:avLst/>
          </a:prstGeom>
        </p:spPr>
      </p:pic>
      <p:sp>
        <p:nvSpPr>
          <p:cNvPr id="249" name="TextBox 248">
            <a:extLst>
              <a:ext uri="{FF2B5EF4-FFF2-40B4-BE49-F238E27FC236}">
                <a16:creationId xmlns:a16="http://schemas.microsoft.com/office/drawing/2014/main" id="{B97416CD-D5B5-5F09-C73E-01DB86DBE802}"/>
              </a:ext>
            </a:extLst>
          </p:cNvPr>
          <p:cNvSpPr txBox="1"/>
          <p:nvPr/>
        </p:nvSpPr>
        <p:spPr>
          <a:xfrm>
            <a:off x="1644008" y="4059583"/>
            <a:ext cx="878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/>
              <a:t>App</a:t>
            </a:r>
            <a:br>
              <a:rPr lang="en-US" altLang="ko-KR" sz="900" b="1"/>
            </a:br>
            <a:r>
              <a:rPr lang="en-US" altLang="ko-KR" sz="900" b="1"/>
              <a:t>Developer</a:t>
            </a:r>
            <a:endParaRPr lang="en-KR" sz="900"/>
          </a:p>
        </p:txBody>
      </p:sp>
      <p:pic>
        <p:nvPicPr>
          <p:cNvPr id="250" name="그림 249" descr="사람 아이콘 일러스트 | Canva">
            <a:extLst>
              <a:ext uri="{FF2B5EF4-FFF2-40B4-BE49-F238E27FC236}">
                <a16:creationId xmlns:a16="http://schemas.microsoft.com/office/drawing/2014/main" id="{9701ABA5-2833-AE8D-100F-780D09F7F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709" y="4066959"/>
            <a:ext cx="315254" cy="354581"/>
          </a:xfrm>
          <a:prstGeom prst="rect">
            <a:avLst/>
          </a:prstGeom>
        </p:spPr>
      </p:pic>
      <p:sp>
        <p:nvSpPr>
          <p:cNvPr id="2" name="사각형: 둥근 모서리 70">
            <a:extLst>
              <a:ext uri="{FF2B5EF4-FFF2-40B4-BE49-F238E27FC236}">
                <a16:creationId xmlns:a16="http://schemas.microsoft.com/office/drawing/2014/main" id="{A457F069-5FE3-0086-916F-8620D3BC3E7D}"/>
              </a:ext>
            </a:extLst>
          </p:cNvPr>
          <p:cNvSpPr/>
          <p:nvPr/>
        </p:nvSpPr>
        <p:spPr>
          <a:xfrm>
            <a:off x="6647429" y="693167"/>
            <a:ext cx="1385482" cy="951484"/>
          </a:xfrm>
          <a:prstGeom prst="roundRect">
            <a:avLst>
              <a:gd name="adj" fmla="val 7127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dirty="0"/>
              <a:t>Controller </a:t>
            </a:r>
            <a:r>
              <a:rPr lang="en-US" altLang="ko-KR" sz="1000" b="1" dirty="0"/>
              <a:t>Namespace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231479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A5C0E-43D4-42B8-FA0F-BEC5D18B9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3591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E7910-9D9E-5E07-2F2D-70AD8362C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12">
            <a:extLst>
              <a:ext uri="{FF2B5EF4-FFF2-40B4-BE49-F238E27FC236}">
                <a16:creationId xmlns:a16="http://schemas.microsoft.com/office/drawing/2014/main" id="{DB14B1ED-8D8D-D9EA-3E1F-FBE91520E3C3}"/>
              </a:ext>
            </a:extLst>
          </p:cNvPr>
          <p:cNvSpPr/>
          <p:nvPr/>
        </p:nvSpPr>
        <p:spPr>
          <a:xfrm>
            <a:off x="3203848" y="843558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Primary</a:t>
            </a:r>
          </a:p>
          <a:p>
            <a:pPr algn="ctr"/>
            <a:r>
              <a:rPr lang="en-US" altLang="ko-KR" sz="900" b="1"/>
              <a:t>GatewayClass</a:t>
            </a:r>
            <a:endParaRPr lang="ko-KR" altLang="en-US" sz="900" b="1" dirty="0"/>
          </a:p>
        </p:txBody>
      </p:sp>
      <p:sp>
        <p:nvSpPr>
          <p:cNvPr id="6" name="사각형: 둥근 모서리 70">
            <a:extLst>
              <a:ext uri="{FF2B5EF4-FFF2-40B4-BE49-F238E27FC236}">
                <a16:creationId xmlns:a16="http://schemas.microsoft.com/office/drawing/2014/main" id="{13E4332F-C7A5-DFA4-6B29-5D05B124D015}"/>
              </a:ext>
            </a:extLst>
          </p:cNvPr>
          <p:cNvSpPr/>
          <p:nvPr/>
        </p:nvSpPr>
        <p:spPr>
          <a:xfrm>
            <a:off x="2458832" y="1635644"/>
            <a:ext cx="2629470" cy="895847"/>
          </a:xfrm>
          <a:prstGeom prst="roundRect">
            <a:avLst>
              <a:gd name="adj" fmla="val 712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Gateway Namespace</a:t>
            </a:r>
            <a:endParaRPr lang="ko-KR" altLang="en-US" sz="1000" dirty="0"/>
          </a:p>
        </p:txBody>
      </p:sp>
      <p:sp>
        <p:nvSpPr>
          <p:cNvPr id="5" name="사각형: 둥근 모서리 12">
            <a:extLst>
              <a:ext uri="{FF2B5EF4-FFF2-40B4-BE49-F238E27FC236}">
                <a16:creationId xmlns:a16="http://schemas.microsoft.com/office/drawing/2014/main" id="{2FBB3F73-DD4E-1149-010D-D9820BA917F0}"/>
              </a:ext>
            </a:extLst>
          </p:cNvPr>
          <p:cNvSpPr/>
          <p:nvPr/>
        </p:nvSpPr>
        <p:spPr>
          <a:xfrm>
            <a:off x="2546891" y="1995686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 dirty="0"/>
          </a:p>
        </p:txBody>
      </p:sp>
      <p:sp>
        <p:nvSpPr>
          <p:cNvPr id="8" name="사각형: 둥근 모서리 12">
            <a:extLst>
              <a:ext uri="{FF2B5EF4-FFF2-40B4-BE49-F238E27FC236}">
                <a16:creationId xmlns:a16="http://schemas.microsoft.com/office/drawing/2014/main" id="{EB4362DB-3DB5-2CB1-1F28-84B9AD718DA3}"/>
              </a:ext>
            </a:extLst>
          </p:cNvPr>
          <p:cNvSpPr/>
          <p:nvPr/>
        </p:nvSpPr>
        <p:spPr>
          <a:xfrm>
            <a:off x="3860805" y="1995685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 dirty="0"/>
          </a:p>
        </p:txBody>
      </p:sp>
      <p:cxnSp>
        <p:nvCxnSpPr>
          <p:cNvPr id="10" name="직선 화살표 연결선 96">
            <a:extLst>
              <a:ext uri="{FF2B5EF4-FFF2-40B4-BE49-F238E27FC236}">
                <a16:creationId xmlns:a16="http://schemas.microsoft.com/office/drawing/2014/main" id="{734A7F69-A744-EADC-975E-49C550DD0430}"/>
              </a:ext>
            </a:extLst>
          </p:cNvPr>
          <p:cNvCxnSpPr>
            <a:cxnSpLocks/>
            <a:stCxn id="5" idx="0"/>
            <a:endCxn id="4" idx="2"/>
          </p:cNvCxnSpPr>
          <p:nvPr/>
        </p:nvCxnSpPr>
        <p:spPr>
          <a:xfrm flipV="1">
            <a:off x="3116610" y="1295069"/>
            <a:ext cx="656957" cy="70061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96">
            <a:extLst>
              <a:ext uri="{FF2B5EF4-FFF2-40B4-BE49-F238E27FC236}">
                <a16:creationId xmlns:a16="http://schemas.microsoft.com/office/drawing/2014/main" id="{BBD03077-68B1-29E9-19E1-92A4CF65F67A}"/>
              </a:ext>
            </a:extLst>
          </p:cNvPr>
          <p:cNvCxnSpPr>
            <a:cxnSpLocks/>
            <a:stCxn id="8" idx="0"/>
            <a:endCxn id="4" idx="2"/>
          </p:cNvCxnSpPr>
          <p:nvPr/>
        </p:nvCxnSpPr>
        <p:spPr>
          <a:xfrm flipH="1" flipV="1">
            <a:off x="3773567" y="1295069"/>
            <a:ext cx="656957" cy="70061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70">
            <a:extLst>
              <a:ext uri="{FF2B5EF4-FFF2-40B4-BE49-F238E27FC236}">
                <a16:creationId xmlns:a16="http://schemas.microsoft.com/office/drawing/2014/main" id="{E55B8D5C-220A-C1F5-5159-BF8A60BAAF49}"/>
              </a:ext>
            </a:extLst>
          </p:cNvPr>
          <p:cNvSpPr/>
          <p:nvPr/>
        </p:nvSpPr>
        <p:spPr>
          <a:xfrm>
            <a:off x="1824808" y="2870652"/>
            <a:ext cx="3897518" cy="895847"/>
          </a:xfrm>
          <a:prstGeom prst="roundRect">
            <a:avLst>
              <a:gd name="adj" fmla="val 712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App A Namespace</a:t>
            </a:r>
            <a:endParaRPr lang="ko-KR" altLang="en-US" sz="1000" dirty="0"/>
          </a:p>
        </p:txBody>
      </p:sp>
      <p:sp>
        <p:nvSpPr>
          <p:cNvPr id="17" name="사각형: 둥근 모서리 12">
            <a:extLst>
              <a:ext uri="{FF2B5EF4-FFF2-40B4-BE49-F238E27FC236}">
                <a16:creationId xmlns:a16="http://schemas.microsoft.com/office/drawing/2014/main" id="{2252741F-A932-AC7B-C1EB-10C8485E0B70}"/>
              </a:ext>
            </a:extLst>
          </p:cNvPr>
          <p:cNvSpPr/>
          <p:nvPr/>
        </p:nvSpPr>
        <p:spPr>
          <a:xfrm>
            <a:off x="1942644" y="3198942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A</a:t>
            </a:r>
          </a:p>
          <a:p>
            <a:pPr algn="ctr"/>
            <a:r>
              <a:rPr lang="en-US" altLang="ko-KR" sz="900" b="1"/>
              <a:t>HTTPRoute</a:t>
            </a:r>
            <a:endParaRPr lang="ko-KR" altLang="en-US" sz="900" b="1" dirty="0"/>
          </a:p>
        </p:txBody>
      </p:sp>
      <p:sp>
        <p:nvSpPr>
          <p:cNvPr id="18" name="사각형: 둥근 모서리 12">
            <a:extLst>
              <a:ext uri="{FF2B5EF4-FFF2-40B4-BE49-F238E27FC236}">
                <a16:creationId xmlns:a16="http://schemas.microsoft.com/office/drawing/2014/main" id="{91D34F43-E0BC-6079-2453-9F060C5AC09F}"/>
              </a:ext>
            </a:extLst>
          </p:cNvPr>
          <p:cNvSpPr/>
          <p:nvPr/>
        </p:nvSpPr>
        <p:spPr>
          <a:xfrm>
            <a:off x="4835120" y="843557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Gateway Controller Pod</a:t>
            </a:r>
            <a:endParaRPr lang="ko-KR" altLang="en-US" sz="900" b="1" dirty="0"/>
          </a:p>
        </p:txBody>
      </p:sp>
      <p:cxnSp>
        <p:nvCxnSpPr>
          <p:cNvPr id="19" name="직선 화살표 연결선 96">
            <a:extLst>
              <a:ext uri="{FF2B5EF4-FFF2-40B4-BE49-F238E27FC236}">
                <a16:creationId xmlns:a16="http://schemas.microsoft.com/office/drawing/2014/main" id="{6AFB81F4-C3E8-BCFD-7BCC-00349A72FA07}"/>
              </a:ext>
            </a:extLst>
          </p:cNvPr>
          <p:cNvCxnSpPr>
            <a:cxnSpLocks/>
            <a:stCxn id="4" idx="3"/>
            <a:endCxn id="18" idx="1"/>
          </p:cNvCxnSpPr>
          <p:nvPr/>
        </p:nvCxnSpPr>
        <p:spPr>
          <a:xfrm flipV="1">
            <a:off x="4343286" y="1069313"/>
            <a:ext cx="491834" cy="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779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55391</TotalTime>
  <Words>91</Words>
  <Application>Microsoft Macintosh PowerPoint</Application>
  <PresentationFormat>화면 슬라이드 쇼(16:9)</PresentationFormat>
  <Paragraphs>55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Corporation</dc:creator>
  <cp:lastModifiedBy>정섭 신</cp:lastModifiedBy>
  <cp:revision>5942</cp:revision>
  <dcterms:created xsi:type="dcterms:W3CDTF">2006-10-05T04:04:58Z</dcterms:created>
  <dcterms:modified xsi:type="dcterms:W3CDTF">2026-10-06T11:29:58Z</dcterms:modified>
</cp:coreProperties>
</file>
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26" r:id="rId9"/>
    <p:sldId id="427" r:id="rId10"/>
    <p:sldId id="428" r:id="rId11"/>
    <p:sldId id="424" r:id="rId12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36" r:id="rId20"/>
    <p:sldId id="413" r:id="rId21"/>
    <p:sldId id="414" r:id="rId22"/>
    <p:sldId id="415" r:id="rId23"/>
    <p:sldId id="403" r:id="rId24"/>
    <p:sldId id="399" r:id="rId25"/>
    <p:sldId id="400" r:id="rId26"/>
    <p:sldId id="401" r:id="rId27"/>
    <p:sldId id="402" r:id="rId28"/>
    <p:sldId id="404" r:id="rId29"/>
    <p:sldId id="405" r:id="rId30"/>
    <p:sldId id="408" r:id="rId31"/>
    <p:sldId id="407" r:id="rId32"/>
    <p:sldId id="409" r:id="rId33"/>
    <p:sldId id="410" r:id="rId34"/>
    <p:sldId id="387" r:id="rId35"/>
    <p:sldId id="411" r:id="rId36"/>
    <p:sldId id="412" r:id="rId37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5462032" y="20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94637" y="185084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1138-225E-1E21-080A-7A0BE143F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71B05-BAE8-620B-CFC0-111F22C37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65752-712C-5AD6-0579-42CA9238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0155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473D-5439-97B1-2615-8CB22F65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21FDD54-6E04-6840-DC58-64C10D79F1F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4B65177-AE72-13BE-FA5B-02656A93D2E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D711CF2-06C6-1200-5BB8-FB467E0EBC9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15D0B585-2C95-102A-F9DF-C1318763D42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67440FB-1800-440E-CBC2-55A6B7E9DA1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C2658DB-F939-A26F-0A34-B6DC97BEC8A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6C82534-EBC7-618B-E118-C2DFD1D7EC7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5E72EF4-A34D-CFD3-AA66-62357F2D176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AC206B8-2545-707E-D677-F4E0D233E9E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A4E843-4FD1-67FA-D2FE-8CD09C03067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5F0550C-6955-E83A-C580-295079F7EC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64A910A-1117-5BC0-7C4E-08F53FAD582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03259DE-BDD2-F5AE-DBAB-65D49039F6FA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C5F096-BB9C-1026-F3A6-48E0E055BB22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A9E493-D2A2-7448-8E5D-3CEAAD94D98E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15D11DD-62F6-6603-D1D1-FC74775E71E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193BE54-1CA3-5CF5-C5C8-180A913E36A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ED9A4CD-ACA9-E040-B51C-DDCF6D28771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BD64DA-88CA-B72B-F330-FCDCC41EFFA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1EBBF3-3CBB-B050-B754-2916E7B4A5C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CDDD4E5-CF15-989B-9C5A-52AABEE65430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53ED81-5969-AA75-6C8B-285D43C9449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33521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2DB3-DA05-026B-E13D-759DBE84B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3C47F15-6104-EFDE-C3FE-0C7266A41E1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6A82C3C-E2A8-8420-5A5F-9813FB3777F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3CD3B87-D275-0C03-A1B2-FA2ED9F27C1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5D42F68D-48A6-163A-DCBA-6295D6541E4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5CEE834-4BE6-02A3-899B-AB7EA549DD7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0907EEC-0043-ACE6-DA0F-7DB5F5C8FE7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5FAA407-438B-40E0-311D-4A4ABA6744F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1447562-19D2-2B04-ACC8-79A89CE2F03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6C86E2B-DC4F-2C1F-209A-642C0CD5B8A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B34A773-96A8-68B6-DBBD-3D6E6C9605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69DEBC-E96A-1990-3686-9D48AE8A2F8F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29FAB8-0C69-33E2-13E8-DAA20DEF9250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13}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20BA522A-1C49-D228-6347-68FB67ADA3F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0BE05B-5670-E02D-5925-28B9D76EAD3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INTERNAL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06E489-CC9A-D3C0-A48B-224C396012D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6BEA965-F82D-BCC4-E814-54537C48D8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D1A342A-FE4D-4BEE-A53D-62C552F3911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1BF6312-6AA3-556D-C466-08EEB581B09E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14398A4-4BEC-AD1E-2131-438737069F5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381FD6-93BE-4B73-826C-59D7AB94EF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5E3E3E-F7C6-8801-3E68-7FC30C8195D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4AAC3-93D2-8A90-FF27-C2A8C95659AF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00544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1F5D-B777-8BF5-DE29-56327774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5D7B55C-909D-2354-EF9E-7C81808B61E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1A3E7304-EF2F-33CF-DBF1-F7FC250F53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AB90066-10C2-5367-BE3A-A276F89B12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06251DD1-9BB0-9EBB-E99E-7CA4580C841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75B89487-B0A7-D126-00BD-9026F39CBDA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C47D0720-917B-B2A5-134A-53517F4B85D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DF5699-67FA-CD91-A140-261230C3ECD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52106FBC-0FBC-FFFC-83F4-C0AA297FCD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3CF1AD8-1E33-0F68-7BE5-537E414EDAC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ABC129C-5A0F-C93D-AD6F-2A370BDE492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B0A0DEEA-82E1-4D9B-7D11-288E5D3010F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184DAF-DB74-C647-F9C0-153E6C6634C8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25DA6E3-BFF5-EDD7-82F6-E4782FADBCB2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25853E7-EC5C-1278-3551-CE5D65ABAD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93F9391-8074-4764-39FA-2B002C5A907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E364A3-7B14-B518-6023-6555231AC46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14B03-D4AE-89FB-EFE6-6D56D5E5A3C1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CB3F658-1C51-B9EE-1241-8CF28B0253D0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33D831-3E74-D92A-3F03-02C243464DB8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8C69175-34F9-8E98-04CB-E960151CAB7E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4CC5AD3-E099-F42C-427E-61CE50A51D56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0743727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93F4-AA07-2A4B-1695-DD3D2C4E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5B60AD-0F98-A197-82D6-CA7FAFA46A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563A3B9-C19A-BBA4-D699-AFF3E16BD7B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6CD0541-929A-1ECD-9CA8-808F1EBFEF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BAA5F49-AFE8-0A44-06B4-6FCA78CB493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FAC19A5-3A19-E597-6DFC-1A747395DA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F7E095B-4FDB-DDBF-F5DF-C576914B679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2F973D85-4715-1D81-D506-1B3E4447500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82586A-50B1-6ECA-4588-4BA44B73AE7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3DFF786-BEC1-66AF-0A08-4394DAE8C61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A6257F7-E165-0563-BB33-88B3AD991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31C5F15-6053-2BB5-4242-546E0DAD70D3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08DB70C-A42F-0B03-35AE-051A5DF1AC0A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C70A610-D419-2419-0C27-FF678D543FD8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14CB50-44CB-E3F2-DBB3-77A05A6F0A3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32CB63-6492-6B14-4F59-05643397470A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A28E01E-759E-1F59-4231-7E42E3668CEA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215BD83-6348-AB44-BFD6-F3240BF4AD6D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C277CB1-BDEB-7979-2AD0-61EECB924769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02DEED1-1983-D301-EBBA-C57B6051C827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BD7DA-EB47-C2F2-B4F2-3C4D5781BFB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46016-C3EA-B392-AF29-6BE3CBBCCC20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D048859-F8BF-AE90-47EC-7E9DD282A0A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76FC0E-980B-2193-C7E0-A8481D80E71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55E3C7-7986-F0B9-66E8-3BEE3ECDFD04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6AEFF8E-183D-705F-13E1-E0798D6C03A3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477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59448</TotalTime>
  <Words>1109</Words>
  <Application>Microsoft Macintosh PowerPoint</Application>
  <PresentationFormat>화면 슬라이드 쇼(16:9)</PresentationFormat>
  <Paragraphs>472</Paragraphs>
  <Slides>36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3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5585</cp:revision>
  <dcterms:created xsi:type="dcterms:W3CDTF">2006-10-05T04:04:58Z</dcterms:created>
  <dcterms:modified xsi:type="dcterms:W3CDTF">2026-01-08T15:31:34Z</dcterms:modified>
</cp:coreProperties>
</file>
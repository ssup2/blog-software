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39" r:id="rId23"/>
    <p:sldId id="440" r:id="rId24"/>
    <p:sldId id="441" r:id="rId25"/>
    <p:sldId id="442" r:id="rId26"/>
    <p:sldId id="413" r:id="rId27"/>
    <p:sldId id="414" r:id="rId28"/>
    <p:sldId id="415" r:id="rId29"/>
    <p:sldId id="403" r:id="rId30"/>
    <p:sldId id="399" r:id="rId31"/>
    <p:sldId id="400" r:id="rId32"/>
    <p:sldId id="401" r:id="rId33"/>
    <p:sldId id="402" r:id="rId34"/>
    <p:sldId id="404" r:id="rId35"/>
    <p:sldId id="405" r:id="rId36"/>
    <p:sldId id="408" r:id="rId37"/>
    <p:sldId id="407" r:id="rId38"/>
    <p:sldId id="409" r:id="rId39"/>
    <p:sldId id="410" r:id="rId40"/>
    <p:sldId id="387" r:id="rId41"/>
    <p:sldId id="411" r:id="rId42"/>
    <p:sldId id="412" r:id="rId4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93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995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C8303A1-BEFD-42CC-F289-F4AB1008E4C7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3978-CE12-BF54-DC34-8DC6384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090507-063C-9EDC-3225-0F6BA4B80A8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3F8AE34-15C0-97CE-27BB-0E81FD78490F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22E450DF-5C27-302B-6085-F7AC6F8783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EBB4B32-DA3F-E6BD-6092-D8BF17A7A83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976528A-BB3D-91D9-8720-C7C983D303C5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EB5D6A8-25A7-22F9-ACDE-37985DD62B2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33AC78-F93A-E80C-9CBB-3CA16F28530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62B08-9330-2A05-FF85-6AB7052BE8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D977212-75C7-E01E-CBFE-95B9E75B7A4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A44104C-4A0A-C47A-3C7B-70B301F89C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04E23AD-387B-11D5-C682-B9561E5EF3AC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D465B61-3E8F-CB6A-79D4-3AA0080A8C99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0B3D46-B504-3D7F-FC20-BF6F6A0C14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5684C291-0D40-910B-C99E-9DB09132CC71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633AE7F-8A29-5254-5BE5-BBEE5D340DF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92DDED7-4DD4-20E2-7ABC-018AC8342D9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105A3F44-93AA-7651-ADED-86B4850F78A9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CCE4D-BFA3-91B6-D73D-93F5C1F3129F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BA6484-18B2-5092-0C89-5948F4C8B596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AC99F19-FE83-FF1D-A89B-C582370A99F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892E33-25BA-AD6B-F14B-0CE2DBFD9E42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2C78D3A-C708-BBFD-4886-F16F8202A0B0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EE622A9-A3B8-2338-BCB4-4A392EA89733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6E0C51B-7E92-6533-30C9-8625656D9EFF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93272C8-5F33-9CFB-AEA0-D71A5F7CE026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29540B8-41C5-FDC9-CA68-9965D7904C72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CD8C89-895C-F041-A212-625F7727DBDF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C71C09B-7806-2B87-153D-A7D60142F8AC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B1BC7A2-B60D-86A6-9A8B-65AFD9869E0C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2293A3-E74B-FB09-0251-4E70C7381559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6381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65027</TotalTime>
  <Words>1424</Words>
  <Application>Microsoft Macintosh PowerPoint</Application>
  <PresentationFormat>화면 슬라이드 쇼(16:9)</PresentationFormat>
  <Paragraphs>599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5615</cp:revision>
  <dcterms:created xsi:type="dcterms:W3CDTF">2006-10-05T04:04:58Z</dcterms:created>
  <dcterms:modified xsi:type="dcterms:W3CDTF">2026-01-12T12:30:47Z</dcterms:modified>
</cp:coreProperties>
</file>
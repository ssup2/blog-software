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98" r:id="rId2"/>
    <p:sldId id="403" r:id="rId3"/>
    <p:sldId id="399" r:id="rId4"/>
    <p:sldId id="400" r:id="rId5"/>
    <p:sldId id="401" r:id="rId6"/>
    <p:sldId id="402" r:id="rId7"/>
    <p:sldId id="404" r:id="rId8"/>
    <p:sldId id="405" r:id="rId9"/>
    <p:sldId id="406" r:id="rId10"/>
    <p:sldId id="407" r:id="rId11"/>
    <p:sldId id="387" r:id="rId12"/>
    <p:sldId id="392" r:id="rId13"/>
    <p:sldId id="393" r:id="rId14"/>
    <p:sldId id="394" r:id="rId15"/>
    <p:sldId id="395" r:id="rId16"/>
    <p:sldId id="396" r:id="rId17"/>
    <p:sldId id="397" r:id="rId18"/>
    <p:sldId id="391" r:id="rId1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03" autoAdjust="0"/>
    <p:restoredTop sz="93091" autoAdjust="0"/>
  </p:normalViewPr>
  <p:slideViewPr>
    <p:cSldViewPr>
      <p:cViewPr>
        <p:scale>
          <a:sx n="286" d="100"/>
          <a:sy n="286" d="100"/>
        </p:scale>
        <p:origin x="-1632" y="39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9ABEC67-3036-DBCC-A099-40F70C5561F7}"/>
              </a:ext>
            </a:extLst>
          </p:cNvPr>
          <p:cNvSpPr/>
          <p:nvPr/>
        </p:nvSpPr>
        <p:spPr>
          <a:xfrm>
            <a:off x="5364088" y="672945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D643B2C-C7AF-712E-27BE-26C602FB7160}"/>
              </a:ext>
            </a:extLst>
          </p:cNvPr>
          <p:cNvSpPr/>
          <p:nvPr/>
        </p:nvSpPr>
        <p:spPr>
          <a:xfrm>
            <a:off x="2139987" y="672945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085BD0E1-37D9-B16D-83A5-91AB654FE73A}"/>
              </a:ext>
            </a:extLst>
          </p:cNvPr>
          <p:cNvSpPr/>
          <p:nvPr/>
        </p:nvSpPr>
        <p:spPr>
          <a:xfrm>
            <a:off x="2377568" y="843558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339F5E8E-C1DA-52BD-7E26-7663EDE534D9}"/>
              </a:ext>
            </a:extLst>
          </p:cNvPr>
          <p:cNvSpPr/>
          <p:nvPr/>
        </p:nvSpPr>
        <p:spPr>
          <a:xfrm>
            <a:off x="5601669" y="843558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542333" y="1100196"/>
            <a:ext cx="20593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33967945-664B-9F49-A3A5-BDE002203EF9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55F8583-A68B-97BE-F126-26F9434B5AA6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DBB7EFCA-CE30-36A5-9104-75447735AD13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1BB12D4-66D9-A230-722C-23B4E5BC8209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58344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93523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03914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18080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50135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42702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9E4D5-B878-6534-1ED5-589EB0909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7A4D15B4-A973-6389-27A4-B7E7A1C90D06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239444A-29C3-0ABA-D203-489DE654699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1440F98-17E5-73AB-2BFB-B37F805724DD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6D7B60E-CD35-AB94-A81C-EF6D79B3DB24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A5C53C-56E6-A828-84C9-92ABE61F39D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05D4A2-1122-7EF1-4302-E40A4C68A0C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FDA94E34-97BE-7B36-12E7-4F41E97F7F40}"/>
              </a:ext>
            </a:extLst>
          </p:cNvPr>
          <p:cNvCxnSpPr>
            <a:cxnSpLocks/>
          </p:cNvCxnSpPr>
          <p:nvPr/>
        </p:nvCxnSpPr>
        <p:spPr>
          <a:xfrm>
            <a:off x="2346071" y="227929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B249107-141D-0958-B2D4-0A8844B7F0C6}"/>
              </a:ext>
            </a:extLst>
          </p:cNvPr>
          <p:cNvSpPr txBox="1"/>
          <p:nvPr/>
        </p:nvSpPr>
        <p:spPr>
          <a:xfrm>
            <a:off x="2928454" y="203307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E066FF5F-32F4-3F4C-E401-3D445E875534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89EA53-DB05-EC1C-559D-6DD48486E97D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AA0FDC58-1E54-308D-35B3-736E1C200EA2}"/>
              </a:ext>
            </a:extLst>
          </p:cNvPr>
          <p:cNvCxnSpPr>
            <a:cxnSpLocks/>
          </p:cNvCxnSpPr>
          <p:nvPr/>
        </p:nvCxnSpPr>
        <p:spPr>
          <a:xfrm>
            <a:off x="2346071" y="4240199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A9CBBBB-CB35-CF2C-778F-5DAECFADA518}"/>
              </a:ext>
            </a:extLst>
          </p:cNvPr>
          <p:cNvSpPr txBox="1"/>
          <p:nvPr/>
        </p:nvSpPr>
        <p:spPr>
          <a:xfrm>
            <a:off x="2928454" y="41170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A746187D-EA76-1ED7-1E53-61043DF4328B}"/>
              </a:ext>
            </a:extLst>
          </p:cNvPr>
          <p:cNvCxnSpPr>
            <a:cxnSpLocks/>
          </p:cNvCxnSpPr>
          <p:nvPr/>
        </p:nvCxnSpPr>
        <p:spPr>
          <a:xfrm>
            <a:off x="2346071" y="4485769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F9AD8E1-8530-DB63-123C-2BD67338571A}"/>
              </a:ext>
            </a:extLst>
          </p:cNvPr>
          <p:cNvSpPr txBox="1"/>
          <p:nvPr/>
        </p:nvSpPr>
        <p:spPr>
          <a:xfrm>
            <a:off x="2928454" y="43626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A251B1B7-7072-49E1-7FF9-5F54A4DE8633}"/>
              </a:ext>
            </a:extLst>
          </p:cNvPr>
          <p:cNvCxnSpPr>
            <a:cxnSpLocks/>
          </p:cNvCxnSpPr>
          <p:nvPr/>
        </p:nvCxnSpPr>
        <p:spPr>
          <a:xfrm>
            <a:off x="2346071" y="473199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0918959-2113-EE5C-C0F5-1F4A4489DC3F}"/>
              </a:ext>
            </a:extLst>
          </p:cNvPr>
          <p:cNvSpPr txBox="1"/>
          <p:nvPr/>
        </p:nvSpPr>
        <p:spPr>
          <a:xfrm>
            <a:off x="2928454" y="460887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E45F8554-52C6-12A0-ED6F-788B420FDA06}"/>
              </a:ext>
            </a:extLst>
          </p:cNvPr>
          <p:cNvCxnSpPr>
            <a:cxnSpLocks/>
          </p:cNvCxnSpPr>
          <p:nvPr/>
        </p:nvCxnSpPr>
        <p:spPr>
          <a:xfrm>
            <a:off x="2346071" y="1664322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4D2AC2-7C10-2F85-5FB1-161B799DC8E1}"/>
              </a:ext>
            </a:extLst>
          </p:cNvPr>
          <p:cNvSpPr txBox="1"/>
          <p:nvPr/>
        </p:nvSpPr>
        <p:spPr>
          <a:xfrm>
            <a:off x="2928454" y="14181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56192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64" cy="80410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7802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2C35755-D448-DD1E-E5CC-C7BBEFB03A11}"/>
              </a:ext>
            </a:extLst>
          </p:cNvPr>
          <p:cNvCxnSpPr>
            <a:cxnSpLocks/>
          </p:cNvCxnSpPr>
          <p:nvPr/>
        </p:nvCxnSpPr>
        <p:spPr>
          <a:xfrm>
            <a:off x="2346071" y="4240199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3D59C71-8CA4-780B-CEA1-70E32CD960C8}"/>
              </a:ext>
            </a:extLst>
          </p:cNvPr>
          <p:cNvSpPr txBox="1"/>
          <p:nvPr/>
        </p:nvSpPr>
        <p:spPr>
          <a:xfrm>
            <a:off x="2928454" y="41170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BBE05777-D429-BC7D-F820-1B53E8967140}"/>
              </a:ext>
            </a:extLst>
          </p:cNvPr>
          <p:cNvCxnSpPr>
            <a:cxnSpLocks/>
          </p:cNvCxnSpPr>
          <p:nvPr/>
        </p:nvCxnSpPr>
        <p:spPr>
          <a:xfrm>
            <a:off x="2346071" y="4485769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85C077-9068-2101-5563-2CABB54087BE}"/>
              </a:ext>
            </a:extLst>
          </p:cNvPr>
          <p:cNvSpPr txBox="1"/>
          <p:nvPr/>
        </p:nvSpPr>
        <p:spPr>
          <a:xfrm>
            <a:off x="2928454" y="43626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CACFB3BF-97B8-2B7A-0FAA-633422ACA79F}"/>
              </a:ext>
            </a:extLst>
          </p:cNvPr>
          <p:cNvCxnSpPr>
            <a:cxnSpLocks/>
          </p:cNvCxnSpPr>
          <p:nvPr/>
        </p:nvCxnSpPr>
        <p:spPr>
          <a:xfrm>
            <a:off x="2346071" y="473199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2F6E6F6-702F-29C9-A03D-C4DC1598D961}"/>
              </a:ext>
            </a:extLst>
          </p:cNvPr>
          <p:cNvSpPr txBox="1"/>
          <p:nvPr/>
        </p:nvSpPr>
        <p:spPr>
          <a:xfrm>
            <a:off x="2928454" y="460887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434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061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1259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561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728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3E257327-B64B-9A46-A341-CBD1AFEA4E15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F637E9A8-D8B4-2B4A-B456-A83F5872381A}"/>
              </a:ext>
            </a:extLst>
          </p:cNvPr>
          <p:cNvSpPr/>
          <p:nvPr/>
        </p:nvSpPr>
        <p:spPr>
          <a:xfrm>
            <a:off x="4977893" y="2588526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20</a:t>
            </a:r>
            <a:endParaRPr lang="ko-KR" altLang="en-US" sz="900" b="1"/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4C9A5755-7EE7-5F49-9BBC-125AF736DFB8}"/>
              </a:ext>
            </a:extLst>
          </p:cNvPr>
          <p:cNvSpPr/>
          <p:nvPr/>
        </p:nvSpPr>
        <p:spPr>
          <a:xfrm>
            <a:off x="6798080" y="2582202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80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6193414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108468" y="1995686"/>
            <a:ext cx="2189067" cy="1625039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198627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5A3B18EA-035A-9A4B-B9EA-839ED9F83C51}"/>
              </a:ext>
            </a:extLst>
          </p:cNvPr>
          <p:cNvSpPr/>
          <p:nvPr/>
        </p:nvSpPr>
        <p:spPr>
          <a:xfrm>
            <a:off x="92936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39" name="사각형: 둥근 모서리 29">
            <a:extLst>
              <a:ext uri="{FF2B5EF4-FFF2-40B4-BE49-F238E27FC236}">
                <a16:creationId xmlns:a16="http://schemas.microsoft.com/office/drawing/2014/main" id="{152B2FD7-269F-4545-B5FC-B7A81DD16EA8}"/>
              </a:ext>
            </a:extLst>
          </p:cNvPr>
          <p:cNvSpPr/>
          <p:nvPr/>
        </p:nvSpPr>
        <p:spPr>
          <a:xfrm>
            <a:off x="2903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0" name="사각형: 둥근 모서리 29">
            <a:extLst>
              <a:ext uri="{FF2B5EF4-FFF2-40B4-BE49-F238E27FC236}">
                <a16:creationId xmlns:a16="http://schemas.microsoft.com/office/drawing/2014/main" id="{3D95BA5C-BF69-1840-9C86-39A47818FA08}"/>
              </a:ext>
            </a:extLst>
          </p:cNvPr>
          <p:cNvSpPr/>
          <p:nvPr/>
        </p:nvSpPr>
        <p:spPr>
          <a:xfrm>
            <a:off x="1566794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6" name="사각형: 둥근 모서리 29">
            <a:extLst>
              <a:ext uri="{FF2B5EF4-FFF2-40B4-BE49-F238E27FC236}">
                <a16:creationId xmlns:a16="http://schemas.microsoft.com/office/drawing/2014/main" id="{4A221CAB-409F-AC41-AD7D-5A021A256F3D}"/>
              </a:ext>
            </a:extLst>
          </p:cNvPr>
          <p:cNvSpPr/>
          <p:nvPr/>
        </p:nvSpPr>
        <p:spPr>
          <a:xfrm>
            <a:off x="2378791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57" name="사각형: 둥근 모서리 29">
            <a:extLst>
              <a:ext uri="{FF2B5EF4-FFF2-40B4-BE49-F238E27FC236}">
                <a16:creationId xmlns:a16="http://schemas.microsoft.com/office/drawing/2014/main" id="{1FA6D55E-65C0-414C-AA46-FB4B0B157E0A}"/>
              </a:ext>
            </a:extLst>
          </p:cNvPr>
          <p:cNvSpPr/>
          <p:nvPr/>
        </p:nvSpPr>
        <p:spPr>
          <a:xfrm>
            <a:off x="2468950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58" name="사각형: 둥근 모서리 29">
            <a:extLst>
              <a:ext uri="{FF2B5EF4-FFF2-40B4-BE49-F238E27FC236}">
                <a16:creationId xmlns:a16="http://schemas.microsoft.com/office/drawing/2014/main" id="{AA86D1B0-D5D4-3A4C-A2AC-37553576AFDB}"/>
              </a:ext>
            </a:extLst>
          </p:cNvPr>
          <p:cNvSpPr/>
          <p:nvPr/>
        </p:nvSpPr>
        <p:spPr>
          <a:xfrm>
            <a:off x="319968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9" name="사각형: 둥근 모서리 29">
            <a:extLst>
              <a:ext uri="{FF2B5EF4-FFF2-40B4-BE49-F238E27FC236}">
                <a16:creationId xmlns:a16="http://schemas.microsoft.com/office/drawing/2014/main" id="{4BF036EC-6320-8346-86CD-B9410C8A6E19}"/>
              </a:ext>
            </a:extLst>
          </p:cNvPr>
          <p:cNvSpPr/>
          <p:nvPr/>
        </p:nvSpPr>
        <p:spPr>
          <a:xfrm>
            <a:off x="256068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0" name="사각형: 둥근 모서리 29">
            <a:extLst>
              <a:ext uri="{FF2B5EF4-FFF2-40B4-BE49-F238E27FC236}">
                <a16:creationId xmlns:a16="http://schemas.microsoft.com/office/drawing/2014/main" id="{A3C3EA20-D46F-6B4D-B484-5FBF64BA3F01}"/>
              </a:ext>
            </a:extLst>
          </p:cNvPr>
          <p:cNvSpPr/>
          <p:nvPr/>
        </p:nvSpPr>
        <p:spPr>
          <a:xfrm>
            <a:off x="3837117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1" name="사각형: 둥근 모서리 29">
            <a:extLst>
              <a:ext uri="{FF2B5EF4-FFF2-40B4-BE49-F238E27FC236}">
                <a16:creationId xmlns:a16="http://schemas.microsoft.com/office/drawing/2014/main" id="{0A2ECE38-BD93-B74F-A5F7-ECDF15F62E46}"/>
              </a:ext>
            </a:extLst>
          </p:cNvPr>
          <p:cNvSpPr/>
          <p:nvPr/>
        </p:nvSpPr>
        <p:spPr>
          <a:xfrm>
            <a:off x="4649114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2" name="사각형: 둥근 모서리 29">
            <a:extLst>
              <a:ext uri="{FF2B5EF4-FFF2-40B4-BE49-F238E27FC236}">
                <a16:creationId xmlns:a16="http://schemas.microsoft.com/office/drawing/2014/main" id="{3BC9D4CE-5D12-DC48-9043-F7373229B4D4}"/>
              </a:ext>
            </a:extLst>
          </p:cNvPr>
          <p:cNvSpPr/>
          <p:nvPr/>
        </p:nvSpPr>
        <p:spPr>
          <a:xfrm>
            <a:off x="4739273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3" name="사각형: 둥근 모서리 29">
            <a:extLst>
              <a:ext uri="{FF2B5EF4-FFF2-40B4-BE49-F238E27FC236}">
                <a16:creationId xmlns:a16="http://schemas.microsoft.com/office/drawing/2014/main" id="{D015331B-685D-C34B-BE32-8BF1BB842BE1}"/>
              </a:ext>
            </a:extLst>
          </p:cNvPr>
          <p:cNvSpPr/>
          <p:nvPr/>
        </p:nvSpPr>
        <p:spPr>
          <a:xfrm>
            <a:off x="547001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4" name="사각형: 둥근 모서리 29">
            <a:extLst>
              <a:ext uri="{FF2B5EF4-FFF2-40B4-BE49-F238E27FC236}">
                <a16:creationId xmlns:a16="http://schemas.microsoft.com/office/drawing/2014/main" id="{0F967C67-4C30-314D-ACBD-6E0B53EB7889}"/>
              </a:ext>
            </a:extLst>
          </p:cNvPr>
          <p:cNvSpPr/>
          <p:nvPr/>
        </p:nvSpPr>
        <p:spPr>
          <a:xfrm>
            <a:off x="483100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5" name="사각형: 둥근 모서리 29">
            <a:extLst>
              <a:ext uri="{FF2B5EF4-FFF2-40B4-BE49-F238E27FC236}">
                <a16:creationId xmlns:a16="http://schemas.microsoft.com/office/drawing/2014/main" id="{1036DB88-3B2A-C343-93FD-E37E4C5F8F29}"/>
              </a:ext>
            </a:extLst>
          </p:cNvPr>
          <p:cNvSpPr/>
          <p:nvPr/>
        </p:nvSpPr>
        <p:spPr>
          <a:xfrm>
            <a:off x="6107440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6" name="사각형: 둥근 모서리 29">
            <a:extLst>
              <a:ext uri="{FF2B5EF4-FFF2-40B4-BE49-F238E27FC236}">
                <a16:creationId xmlns:a16="http://schemas.microsoft.com/office/drawing/2014/main" id="{733F9388-9EFA-6344-ADE7-16848AA42823}"/>
              </a:ext>
            </a:extLst>
          </p:cNvPr>
          <p:cNvSpPr/>
          <p:nvPr/>
        </p:nvSpPr>
        <p:spPr>
          <a:xfrm>
            <a:off x="6919437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7" name="사각형: 둥근 모서리 29">
            <a:extLst>
              <a:ext uri="{FF2B5EF4-FFF2-40B4-BE49-F238E27FC236}">
                <a16:creationId xmlns:a16="http://schemas.microsoft.com/office/drawing/2014/main" id="{D9B2C655-0801-9E4C-8E2C-50B1606A001F}"/>
              </a:ext>
            </a:extLst>
          </p:cNvPr>
          <p:cNvSpPr/>
          <p:nvPr/>
        </p:nvSpPr>
        <p:spPr>
          <a:xfrm>
            <a:off x="7009596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8" name="사각형: 둥근 모서리 29">
            <a:extLst>
              <a:ext uri="{FF2B5EF4-FFF2-40B4-BE49-F238E27FC236}">
                <a16:creationId xmlns:a16="http://schemas.microsoft.com/office/drawing/2014/main" id="{63597B7B-6E3C-EF40-9B63-1F6C7165B9BD}"/>
              </a:ext>
            </a:extLst>
          </p:cNvPr>
          <p:cNvSpPr/>
          <p:nvPr/>
        </p:nvSpPr>
        <p:spPr>
          <a:xfrm>
            <a:off x="7740335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9" name="사각형: 둥근 모서리 29">
            <a:extLst>
              <a:ext uri="{FF2B5EF4-FFF2-40B4-BE49-F238E27FC236}">
                <a16:creationId xmlns:a16="http://schemas.microsoft.com/office/drawing/2014/main" id="{6E6B131C-A6C8-1149-BE88-4711EB29DE82}"/>
              </a:ext>
            </a:extLst>
          </p:cNvPr>
          <p:cNvSpPr/>
          <p:nvPr/>
        </p:nvSpPr>
        <p:spPr>
          <a:xfrm>
            <a:off x="710133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0" name="사각형: 둥근 모서리 29">
            <a:extLst>
              <a:ext uri="{FF2B5EF4-FFF2-40B4-BE49-F238E27FC236}">
                <a16:creationId xmlns:a16="http://schemas.microsoft.com/office/drawing/2014/main" id="{CA4CD21A-F636-DD42-B0E4-5244FD332C8C}"/>
              </a:ext>
            </a:extLst>
          </p:cNvPr>
          <p:cNvSpPr/>
          <p:nvPr/>
        </p:nvSpPr>
        <p:spPr>
          <a:xfrm>
            <a:off x="83777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198627" y="1910613"/>
            <a:ext cx="1224136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myshell-kr-a 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969482" y="1732721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Service</a:t>
            </a:r>
            <a:endParaRPr lang="ko-KR" altLang="en-US" sz="90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19D2ACE-B887-AD4D-950D-92E6C10FD86B}"/>
              </a:ext>
            </a:extLst>
          </p:cNvPr>
          <p:cNvCxnSpPr>
            <a:cxnSpLocks/>
          </p:cNvCxnSpPr>
          <p:nvPr/>
        </p:nvCxnSpPr>
        <p:spPr>
          <a:xfrm flipH="1">
            <a:off x="1307334" y="1297688"/>
            <a:ext cx="3431939" cy="5158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A0549765-AC56-BB4E-85C8-69D67A6BDA5B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30764" y="730888"/>
            <a:ext cx="349961" cy="34054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63D0452D-63F0-B447-BAF1-415A1116037D}"/>
              </a:ext>
            </a:extLst>
          </p:cNvPr>
          <p:cNvCxnSpPr>
            <a:cxnSpLocks/>
            <a:stCxn id="72" idx="2"/>
            <a:endCxn id="57" idx="0"/>
          </p:cNvCxnSpPr>
          <p:nvPr/>
        </p:nvCxnSpPr>
        <p:spPr>
          <a:xfrm rot="5400000">
            <a:off x="3865925" y="1866049"/>
            <a:ext cx="349961" cy="113516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382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42997</TotalTime>
  <Words>712</Words>
  <Application>Microsoft Macintosh PowerPoint</Application>
  <PresentationFormat>화면 슬라이드 쇼(16:9)</PresentationFormat>
  <Paragraphs>280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5445</cp:revision>
  <dcterms:created xsi:type="dcterms:W3CDTF">2006-10-05T04:04:58Z</dcterms:created>
  <dcterms:modified xsi:type="dcterms:W3CDTF">2025-12-27T16:08:53Z</dcterms:modified>
</cp:coreProperties>
</file>
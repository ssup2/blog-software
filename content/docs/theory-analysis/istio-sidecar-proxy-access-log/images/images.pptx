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38" r:id="rId9"/>
    <p:sldId id="426" r:id="rId10"/>
    <p:sldId id="427" r:id="rId11"/>
    <p:sldId id="428" r:id="rId12"/>
    <p:sldId id="424" r:id="rId13"/>
    <p:sldId id="429" r:id="rId14"/>
    <p:sldId id="430" r:id="rId15"/>
    <p:sldId id="431" r:id="rId16"/>
    <p:sldId id="432" r:id="rId17"/>
    <p:sldId id="433" r:id="rId18"/>
    <p:sldId id="434" r:id="rId19"/>
    <p:sldId id="435" r:id="rId20"/>
    <p:sldId id="436" r:id="rId21"/>
    <p:sldId id="437" r:id="rId22"/>
    <p:sldId id="439" r:id="rId23"/>
    <p:sldId id="440" r:id="rId24"/>
    <p:sldId id="441" r:id="rId25"/>
    <p:sldId id="442" r:id="rId26"/>
    <p:sldId id="443" r:id="rId27"/>
    <p:sldId id="413" r:id="rId28"/>
    <p:sldId id="414" r:id="rId29"/>
    <p:sldId id="415" r:id="rId30"/>
    <p:sldId id="403" r:id="rId31"/>
    <p:sldId id="399" r:id="rId32"/>
    <p:sldId id="400" r:id="rId33"/>
    <p:sldId id="401" r:id="rId34"/>
    <p:sldId id="402" r:id="rId35"/>
    <p:sldId id="404" r:id="rId36"/>
    <p:sldId id="405" r:id="rId37"/>
    <p:sldId id="408" r:id="rId38"/>
    <p:sldId id="407" r:id="rId39"/>
    <p:sldId id="409" r:id="rId40"/>
    <p:sldId id="410" r:id="rId41"/>
    <p:sldId id="387" r:id="rId42"/>
    <p:sldId id="411" r:id="rId43"/>
    <p:sldId id="412" r:id="rId4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5584333" y="236995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C8303A1-BEFD-42CC-F289-F4AB1008E4C7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13978-CE12-BF54-DC34-8DC638438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090507-063C-9EDC-3225-0F6BA4B80A8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3F8AE34-15C0-97CE-27BB-0E81FD78490F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22E450DF-5C27-302B-6085-F7AC6F8783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EBB4B32-DA3F-E6BD-6092-D8BF17A7A83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976528A-BB3D-91D9-8720-C7C983D303C5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EB5D6A8-25A7-22F9-ACDE-37985DD62B2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33AC78-F93A-E80C-9CBB-3CA16F28530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A862B08-9330-2A05-FF85-6AB7052BE8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D977212-75C7-E01E-CBFE-95B9E75B7A4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A44104C-4A0A-C47A-3C7B-70B301F89C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04E23AD-387B-11D5-C682-B9561E5EF3AC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D465B61-3E8F-CB6A-79D4-3AA0080A8C99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0B3D46-B504-3D7F-FC20-BF6F6A0C14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5684C291-0D40-910B-C99E-9DB09132CC71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F633AE7F-8A29-5254-5BE5-BBEE5D340DF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92DDED7-4DD4-20E2-7ABC-018AC8342D9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105A3F44-93AA-7651-ADED-86B4850F78A9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ACCE4D-BFA3-91B6-D73D-93F5C1F3129F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BA6484-18B2-5092-0C89-5948F4C8B596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AC99F19-FE83-FF1D-A89B-C582370A99F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7892E33-25BA-AD6B-F14B-0CE2DBFD9E42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2C78D3A-C708-BBFD-4886-F16F8202A0B0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EE622A9-A3B8-2338-BCB4-4A392EA89733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6E0C51B-7E92-6533-30C9-8625656D9EFF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93272C8-5F33-9CFB-AEA0-D71A5F7CE026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29540B8-41C5-FDC9-CA68-9965D7904C72}"/>
              </a:ext>
            </a:extLst>
          </p:cNvPr>
          <p:cNvSpPr txBox="1"/>
          <p:nvPr/>
        </p:nvSpPr>
        <p:spPr>
          <a:xfrm>
            <a:off x="5584333" y="236360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CD8C89-895C-F041-A212-625F7727DBDF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C71C09B-7806-2B87-153D-A7D60142F8AC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B1BC7A2-B60D-86A6-9A8B-65AFD9869E0C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2293A3-E74B-FB09-0251-4E70C7381559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6381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15E61-E0AD-6D8D-ED5B-B35B412E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07106EE-6F4F-C766-6463-5B1E7743AD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6B9A580-476A-4D15-8CA2-148D8883756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6A3DBB0-D6F9-4ECD-0941-45EAC47F871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7F2124E-56B2-4DD4-404E-BC1DA36ED94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0035ACB-67AD-6C36-1BF3-3B7896B0840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1E3332B7-4696-25FF-2154-56936C2C1C3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913C4A0-3224-7B75-FE79-097E8FBB3EF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C98888CB-87C5-1679-F157-9D266525837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2F809FA-5E98-AA9A-6AB4-B5A42DFDBCA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C97E62-AF19-3EBC-F218-C97B1BA889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EBFF7AD-E032-6355-5F09-DEAE610639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653FD54-3F76-090D-1865-D7CE72472371}"/>
              </a:ext>
            </a:extLst>
          </p:cNvPr>
          <p:cNvSpPr txBox="1"/>
          <p:nvPr/>
        </p:nvSpPr>
        <p:spPr>
          <a:xfrm>
            <a:off x="763986" y="1185664"/>
            <a:ext cx="3159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F3C3796-B2C0-A8AE-08C9-5DBDE0F6F44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7F6B881-7883-D277-D7EA-8EC0150228B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B472D76-3857-9938-0446-81592EC58AC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AB4D81-EF8D-31E5-6611-1CAA3327E5B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92BDA18-0102-AFB1-B446-D4E21F2481C0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321762-9963-BC6E-3DD9-4D04CDB594F8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83E0C17D-CA4A-6641-09D4-B310B0DD31B4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7721DF9-2E3E-C33C-86ED-1C43B3C2C55F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83613A-D0D3-AF34-9CD6-5F499B188171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66CF1BC-DF3C-18C0-6CCA-1384CA658C4A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1A41C84A-B9D9-B64E-F133-8D3E121388BB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462BD4-7565-7AF4-5D68-D0B3969CEF75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F5B5043E-49D6-5D7F-12AB-7BB13FA50E02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D832E-614F-BE80-3D1F-8FAAAAE504C4}"/>
              </a:ext>
            </a:extLst>
          </p:cNvPr>
          <p:cNvSpPr txBox="1"/>
          <p:nvPr/>
        </p:nvSpPr>
        <p:spPr>
          <a:xfrm>
            <a:off x="763986" y="1859256"/>
            <a:ext cx="3087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5E769EE-703B-9F5B-30A9-829A0588C785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7B87862-4FC1-8AC6-1096-28A569135594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41E32BF4-76E2-98F7-B8EE-744E3E66B579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1F68F9-6B34-8405-CB74-CC04C9D310EF}"/>
              </a:ext>
            </a:extLst>
          </p:cNvPr>
          <p:cNvSpPr txBox="1"/>
          <p:nvPr/>
        </p:nvSpPr>
        <p:spPr>
          <a:xfrm>
            <a:off x="763986" y="2565842"/>
            <a:ext cx="3087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9F905FAF-BD76-0E05-5381-806953891974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48AD28-0985-A39A-2E58-766FCE8ABC0F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D50B7A3-A0D4-E462-A60C-C340E93AE689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8966AF1-F158-D3D1-3484-ED9684DF1458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E8BF3053-172C-6CBC-DD9A-5F57485F8ABA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791ECA-59BB-BE9D-0114-7E79AFCC72E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17DF6934-EFC5-F934-6A72-CCD1A0D0FA80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E55873B6-D38B-F4D0-DAB3-A4D2269F9B31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7223F98F-703F-142F-B818-5AD7DA620F6F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F6B5776-028A-F79B-26C8-3B0CFC53AC63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0 OK</a:t>
            </a: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9DB59851-399C-39A2-2658-40003820021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024E980A-0909-D341-8EA5-94C3AFBB6C4F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65D2E05-48A8-4297-C76D-B416BDEAB221}"/>
              </a:ext>
            </a:extLst>
          </p:cNvPr>
          <p:cNvSpPr txBox="1"/>
          <p:nvPr/>
        </p:nvSpPr>
        <p:spPr>
          <a:xfrm>
            <a:off x="3681961" y="3684335"/>
            <a:ext cx="3122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DE79D6C8-EA9F-6F26-D4A9-588CB40075C0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98B48C-7114-B6EB-78AB-6CEB6C0DE0E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2A06C07F-AA8C-3DB4-D553-1B16281EE705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C917816-5062-F473-5BD1-21EDD273CC5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844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1CD4-2B90-69E8-4536-9F466D2C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2C32CFE-DE47-56CA-6249-3AEDC76AA0C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FEDC4E4-A062-B47E-5CDE-DD6D5110C5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46E7E87-2D5F-707D-3399-D5085045EFF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602126A-5F03-B0AD-9E92-AD568505EBA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6F4728E-68B3-C170-03A9-D68BB6266CD4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92B9422-A7EE-C286-64C3-4BE798B88BC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86D5D95-3350-5B96-E13B-338476D5E14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E65F6AC-B2BB-7350-1925-C48C8A0B2AA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666A5F2-EB2B-D569-59C6-26728C8B933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D4EFD1-59A0-62C1-B50A-4524B8B22A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47980D9-0019-59E2-CF4F-4815DAB699C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145B57-CC8A-83B3-CBE5-3B66749B59F1}"/>
              </a:ext>
            </a:extLst>
          </p:cNvPr>
          <p:cNvSpPr txBox="1"/>
          <p:nvPr/>
        </p:nvSpPr>
        <p:spPr>
          <a:xfrm>
            <a:off x="763986" y="1185664"/>
            <a:ext cx="3241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CB2DE90-001C-6BE6-978F-9C37389A273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BCFEF86-88C3-EC40-5CC3-91FEAD8D231A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6C762DD-9C09-9EE3-04A0-F983A92130AB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BB12C0-350A-1F95-93CB-6457862498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40AEC5FD-23F0-1BCF-629D-32A922100096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48D291-C6E9-91C6-1B52-4FBB1B3BC603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E4DA0E72-3299-1A01-1B28-D3EB86712119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3D2E77C9-5B3D-BD62-9C50-5441A9E6A77B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08883A48-E468-293D-BE76-FF192508AB67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DEC4DDD-1B6F-9A0C-0147-6F1700336964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5DF2278F-5219-1ECB-502A-F19723A839E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6B051-FFB7-8A7E-F2E1-DDE18076845C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8DF76FAD-16E0-749F-CCD0-0F69C0396BDE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943812-1952-DBB9-9BD3-9C227CB6EF1B}"/>
              </a:ext>
            </a:extLst>
          </p:cNvPr>
          <p:cNvSpPr txBox="1"/>
          <p:nvPr/>
        </p:nvSpPr>
        <p:spPr>
          <a:xfrm>
            <a:off x="763986" y="3007400"/>
            <a:ext cx="3290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BFC442B2-DB6E-BF15-62D5-F16F495C3CF9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744E0F-4FDF-1D25-34CD-80954C618C8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6CF1BA0-196B-9C03-637C-7FD050DCB103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570C424-8C21-0B3F-9589-8A8277F91D69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543068E7-A760-BF1C-40C7-88A6110A7AE4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5B49C8-9229-1871-64C7-1FEFB0DFDC50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6421F54-E3B3-16CA-AE3A-B9311D76E7B2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8EDE105-771D-8681-D900-E8C1AD464AB3}"/>
              </a:ext>
            </a:extLst>
          </p:cNvPr>
          <p:cNvSpPr txBox="1"/>
          <p:nvPr/>
        </p:nvSpPr>
        <p:spPr>
          <a:xfrm>
            <a:off x="763986" y="1859820"/>
            <a:ext cx="34479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09CF167B-12F1-3825-7742-83E7C9E0DDF6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10EBA9-F20C-732F-F189-77470155F82C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EDC2B6A0-AC5D-971F-28A2-4F94C78AD7B9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9D53BE-81EC-BFED-64A5-5E0D385EF3CA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5151289A-E56F-494E-5E8C-6483A5EBA27C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507301-E8C8-7E8F-71B2-03632E3A3592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234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CB6C-72EC-AA6D-F81F-ED640E40B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E6A5D98-82AF-5275-C741-8F139F81374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A4863D4B-DBAF-88B0-9E15-7020FAA31D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EDF94B3B-46BC-8C1F-EAE7-6B8D48C1A6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167FDFE7-B2EE-1948-E34F-4FC5630E15B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599585C-7F0D-7FD2-E034-B0A067C46FA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2E491335-3BA7-4B8B-526B-DF5E58BB208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1D4DB01C-D995-E126-84C0-D1B6E61C97C0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74617B4E-2ECF-6245-AE40-DDC2D1433CC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463B4362-77E5-6CEE-B954-B9254262B027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00BA4E2-E88F-BF05-0961-A2FB392D1187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F5998B7-67EB-9F6D-2E99-388E11ADABE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B9E3A52-BE3A-E497-6E3E-64881185DAB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13}</a:t>
            </a: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399D2883-0B4B-6965-AD55-FEAE1179A4AB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4E43B25-6484-65C3-443B-ABBB98673564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9907B6A5-B6F3-A97E-A0E8-B4660FEE4FB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668E9C-8D4A-5104-57F3-A09CF6BBE3D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029652B6-44FD-D0A5-6EA4-14FE51931BD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7AADD80-7BE2-9E2A-817E-0F61B3D1A809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CCFB64A8-D613-9863-33FB-1143D675852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84D628B-659E-B9D7-D7E4-FFEA938B7F29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778873B-A0AB-63D6-3A81-52BB73B8FE11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8C582A9-7D0F-F1B8-6AA4-0A57677581C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946B05E-F845-D5BB-CC72-5E61CFF8DA5D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6A307C7-5212-43C8-497E-E2ADA592709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D6BBF8C4-CAE0-C3A5-EAF4-6E263D8FCA3F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CE5B4B7-A46E-1195-640F-956008E8693C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E12B7842-2740-3544-EB87-1DC50F4D3BF3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F6A7A2E-2408-6F7F-46C5-F322CBDB1191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AF40BF49-ACE8-C3E8-1B40-51A53B6D1337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BD357F8-466D-B25A-42C9-93340B95E86F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CD234D2D-BAAD-7D99-F11C-65E37CBBECA4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0D0EB-616E-E0A7-1BC4-F0E08C729AD6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8DB94EF7-D5BE-C374-B498-0418E585DBAF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84741-B44C-CD6D-A40E-AF67546C09B0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6152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65145</TotalTime>
  <Words>1469</Words>
  <Application>Microsoft Macintosh PowerPoint</Application>
  <PresentationFormat>화면 슬라이드 쇼(16:9)</PresentationFormat>
  <Paragraphs>619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5622</cp:revision>
  <dcterms:created xsi:type="dcterms:W3CDTF">2006-10-05T04:04:58Z</dcterms:created>
  <dcterms:modified xsi:type="dcterms:W3CDTF">2026-01-12T14:28:46Z</dcterms:modified>
</cp:coreProperties>
</file>
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414" r:id="rId2"/>
    <p:sldId id="413" r:id="rId3"/>
    <p:sldId id="398" r:id="rId4"/>
    <p:sldId id="403" r:id="rId5"/>
    <p:sldId id="399" r:id="rId6"/>
    <p:sldId id="400" r:id="rId7"/>
    <p:sldId id="401" r:id="rId8"/>
    <p:sldId id="402" r:id="rId9"/>
    <p:sldId id="404" r:id="rId10"/>
    <p:sldId id="405" r:id="rId11"/>
    <p:sldId id="408" r:id="rId12"/>
    <p:sldId id="407" r:id="rId13"/>
    <p:sldId id="409" r:id="rId14"/>
    <p:sldId id="410" r:id="rId15"/>
    <p:sldId id="387" r:id="rId16"/>
    <p:sldId id="411" r:id="rId17"/>
    <p:sldId id="412" r:id="rId1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9ABEC67-3036-DBCC-A099-40F70C5561F7}"/>
              </a:ext>
            </a:extLst>
          </p:cNvPr>
          <p:cNvSpPr/>
          <p:nvPr/>
        </p:nvSpPr>
        <p:spPr>
          <a:xfrm>
            <a:off x="5364088" y="1347614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D643B2C-C7AF-712E-27BE-26C602FB7160}"/>
              </a:ext>
            </a:extLst>
          </p:cNvPr>
          <p:cNvSpPr/>
          <p:nvPr/>
        </p:nvSpPr>
        <p:spPr>
          <a:xfrm>
            <a:off x="1403648" y="1347614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085BD0E1-37D9-B16D-83A5-91AB654FE73A}"/>
              </a:ext>
            </a:extLst>
          </p:cNvPr>
          <p:cNvSpPr/>
          <p:nvPr/>
        </p:nvSpPr>
        <p:spPr>
          <a:xfrm>
            <a:off x="1641229" y="1518227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339F5E8E-C1DA-52BD-7E26-7663EDE534D9}"/>
              </a:ext>
            </a:extLst>
          </p:cNvPr>
          <p:cNvSpPr/>
          <p:nvPr/>
        </p:nvSpPr>
        <p:spPr>
          <a:xfrm>
            <a:off x="5601669" y="1518227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199322" y="133660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560319" y="2216434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560318" y="150985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560318" y="81067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BBEB9EAA-A657-70C3-8A9B-3F1FE4578D30}"/>
              </a:ext>
            </a:extLst>
          </p:cNvPr>
          <p:cNvCxnSpPr>
            <a:cxnSpLocks/>
            <a:stCxn id="4" idx="0"/>
            <a:endCxn id="9" idx="1"/>
          </p:cNvCxnSpPr>
          <p:nvPr/>
        </p:nvCxnSpPr>
        <p:spPr>
          <a:xfrm rot="5400000" flipH="1" flipV="1">
            <a:off x="2669673" y="627582"/>
            <a:ext cx="444585" cy="133670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199322" y="203578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A0EE3E5F-4068-AB1E-B7CC-8A379D49124F}"/>
              </a:ext>
            </a:extLst>
          </p:cNvPr>
          <p:cNvCxnSpPr>
            <a:cxnSpLocks/>
            <a:stCxn id="2" idx="3"/>
            <a:endCxn id="5" idx="2"/>
          </p:cNvCxnSpPr>
          <p:nvPr/>
        </p:nvCxnSpPr>
        <p:spPr>
          <a:xfrm flipV="1">
            <a:off x="4838326" y="2031502"/>
            <a:ext cx="1345726" cy="44789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48803</TotalTime>
  <Words>447</Words>
  <Application>Microsoft Macintosh PowerPoint</Application>
  <PresentationFormat>화면 슬라이드 쇼(16:9)</PresentationFormat>
  <Paragraphs>158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5476</cp:revision>
  <dcterms:created xsi:type="dcterms:W3CDTF">2006-10-05T04:04:58Z</dcterms:created>
  <dcterms:modified xsi:type="dcterms:W3CDTF">2026-01-01T06:06:32Z</dcterms:modified>
</cp:coreProperties>
</file>
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398" r:id="rId2"/>
    <p:sldId id="416" r:id="rId3"/>
    <p:sldId id="417" r:id="rId4"/>
    <p:sldId id="418" r:id="rId5"/>
    <p:sldId id="419" r:id="rId6"/>
    <p:sldId id="420" r:id="rId7"/>
    <p:sldId id="413" r:id="rId8"/>
    <p:sldId id="414" r:id="rId9"/>
    <p:sldId id="415" r:id="rId10"/>
    <p:sldId id="403" r:id="rId11"/>
    <p:sldId id="399" r:id="rId12"/>
    <p:sldId id="400" r:id="rId13"/>
    <p:sldId id="401" r:id="rId14"/>
    <p:sldId id="402" r:id="rId15"/>
    <p:sldId id="404" r:id="rId16"/>
    <p:sldId id="405" r:id="rId17"/>
    <p:sldId id="408" r:id="rId18"/>
    <p:sldId id="407" r:id="rId19"/>
    <p:sldId id="409" r:id="rId20"/>
    <p:sldId id="410" r:id="rId21"/>
    <p:sldId id="387" r:id="rId22"/>
    <p:sldId id="411" r:id="rId23"/>
    <p:sldId id="412" r:id="rId2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D43C4-D3B4-1A8D-C6BB-0B63185A3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30285D8-4E28-0459-9376-8E13504E7C9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32FE79A-C064-92AE-DB4B-7844CCB7D021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960BA7E-2268-C0D7-356A-F25C9C175C6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99A4EF6-939E-8ACC-76E9-791EA59E3503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7390717-B063-CE7A-CF58-F36C4E9CDA11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46872B7-70DF-9AA8-6B06-FEA015C029F3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DA919B2D-EE58-F8BD-3AA9-DECCFA083E1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B217A3D-FAE6-EC8D-D51B-743725E679D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78C857B-D63A-913D-7E77-68BAE5551F06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D665980-74C1-A247-5472-81CC74535D3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E0564BFC-E8B9-2246-39C9-F0468A3F9AC4}"/>
              </a:ext>
            </a:extLst>
          </p:cNvPr>
          <p:cNvCxnSpPr>
            <a:cxnSpLocks/>
          </p:cNvCxnSpPr>
          <p:nvPr/>
        </p:nvCxnSpPr>
        <p:spPr>
          <a:xfrm>
            <a:off x="763988" y="103020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E441BFE-C7BD-D1DC-B498-33925F1FF0C0}"/>
              </a:ext>
            </a:extLst>
          </p:cNvPr>
          <p:cNvSpPr txBox="1"/>
          <p:nvPr/>
        </p:nvSpPr>
        <p:spPr>
          <a:xfrm>
            <a:off x="763987" y="78398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3B56B76-74C9-AC20-39BD-6EB684EC29AB}"/>
              </a:ext>
            </a:extLst>
          </p:cNvPr>
          <p:cNvCxnSpPr>
            <a:cxnSpLocks/>
          </p:cNvCxnSpPr>
          <p:nvPr/>
        </p:nvCxnSpPr>
        <p:spPr>
          <a:xfrm>
            <a:off x="5462033" y="127560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818625F6-22BC-B258-6B8D-0E98E1719277}"/>
              </a:ext>
            </a:extLst>
          </p:cNvPr>
          <p:cNvSpPr txBox="1"/>
          <p:nvPr/>
        </p:nvSpPr>
        <p:spPr>
          <a:xfrm>
            <a:off x="558433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872E0F9-DD99-09A7-39F3-20E4880EFD04}"/>
              </a:ext>
            </a:extLst>
          </p:cNvPr>
          <p:cNvCxnSpPr>
            <a:cxnSpLocks/>
          </p:cNvCxnSpPr>
          <p:nvPr/>
        </p:nvCxnSpPr>
        <p:spPr>
          <a:xfrm>
            <a:off x="3681969" y="110400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F5E65AC5-5C22-753B-E7EB-E918AE8A099A}"/>
              </a:ext>
            </a:extLst>
          </p:cNvPr>
          <p:cNvCxnSpPr>
            <a:cxnSpLocks/>
          </p:cNvCxnSpPr>
          <p:nvPr/>
        </p:nvCxnSpPr>
        <p:spPr>
          <a:xfrm>
            <a:off x="5462033" y="118389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26968A82-69AC-EFA6-9650-8E9EA184B435}"/>
              </a:ext>
            </a:extLst>
          </p:cNvPr>
          <p:cNvCxnSpPr>
            <a:cxnSpLocks/>
          </p:cNvCxnSpPr>
          <p:nvPr/>
        </p:nvCxnSpPr>
        <p:spPr>
          <a:xfrm>
            <a:off x="3681977" y="13476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84559813-068A-4FA0-62EB-558E0EC88101}"/>
              </a:ext>
            </a:extLst>
          </p:cNvPr>
          <p:cNvCxnSpPr>
            <a:cxnSpLocks/>
          </p:cNvCxnSpPr>
          <p:nvPr/>
        </p:nvCxnSpPr>
        <p:spPr>
          <a:xfrm>
            <a:off x="763987" y="14196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4161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99817-5EDF-F3E3-143C-098CB2422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2B4E5CB1-6F23-E7A2-4996-EEDAFE61F45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7BC0B1B-EDEE-AD92-77A2-A3DD4EEAFB0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38FA1D3-EA2A-39AD-176F-2A8D91E0A25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0358329-09C1-89FB-4F24-0CCBDC3F0E26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E8AC001-D7E9-8D81-1552-335A154D7FF0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98C366C-FCA3-1D22-ABA8-3BAD0D4D9191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33CD3E7-7548-02E0-B8BB-B62D6BA5CB3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A85DAF0-A882-2BCD-AA48-C4A763CF006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051C9C0-45AC-F244-577F-F19C52E9C42D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64D14D8-AB79-493B-C860-47BD09571D8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A54E9B7-F2A2-41D6-83EF-ECC22F97F277}"/>
              </a:ext>
            </a:extLst>
          </p:cNvPr>
          <p:cNvCxnSpPr>
            <a:cxnSpLocks/>
          </p:cNvCxnSpPr>
          <p:nvPr/>
        </p:nvCxnSpPr>
        <p:spPr>
          <a:xfrm>
            <a:off x="763988" y="103020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31CAE83-D4FA-D718-1A5A-7C10E7D9C0E2}"/>
              </a:ext>
            </a:extLst>
          </p:cNvPr>
          <p:cNvSpPr txBox="1"/>
          <p:nvPr/>
        </p:nvSpPr>
        <p:spPr>
          <a:xfrm>
            <a:off x="763987" y="78398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51D8745-6C91-21CF-1B16-720189794B87}"/>
              </a:ext>
            </a:extLst>
          </p:cNvPr>
          <p:cNvCxnSpPr>
            <a:cxnSpLocks/>
          </p:cNvCxnSpPr>
          <p:nvPr/>
        </p:nvCxnSpPr>
        <p:spPr>
          <a:xfrm>
            <a:off x="5462033" y="127560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873B42E6-CEAF-0D77-B5BB-0EB9353199EA}"/>
              </a:ext>
            </a:extLst>
          </p:cNvPr>
          <p:cNvSpPr txBox="1"/>
          <p:nvPr/>
        </p:nvSpPr>
        <p:spPr>
          <a:xfrm>
            <a:off x="558433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9DE66482-81FB-454E-0C8A-2D085E01FFCC}"/>
              </a:ext>
            </a:extLst>
          </p:cNvPr>
          <p:cNvCxnSpPr>
            <a:cxnSpLocks/>
          </p:cNvCxnSpPr>
          <p:nvPr/>
        </p:nvCxnSpPr>
        <p:spPr>
          <a:xfrm>
            <a:off x="3681969" y="110400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172FCEC-7E93-4C92-7AF1-22C9677ED749}"/>
              </a:ext>
            </a:extLst>
          </p:cNvPr>
          <p:cNvCxnSpPr>
            <a:cxnSpLocks/>
          </p:cNvCxnSpPr>
          <p:nvPr/>
        </p:nvCxnSpPr>
        <p:spPr>
          <a:xfrm>
            <a:off x="5462033" y="118389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1FFFBCF-14DA-67AC-C817-8B7873976F1C}"/>
              </a:ext>
            </a:extLst>
          </p:cNvPr>
          <p:cNvCxnSpPr>
            <a:cxnSpLocks/>
          </p:cNvCxnSpPr>
          <p:nvPr/>
        </p:nvCxnSpPr>
        <p:spPr>
          <a:xfrm>
            <a:off x="3681977" y="13476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14E0063-CC7C-9A5D-431F-153D11BFA6FF}"/>
              </a:ext>
            </a:extLst>
          </p:cNvPr>
          <p:cNvCxnSpPr>
            <a:cxnSpLocks/>
          </p:cNvCxnSpPr>
          <p:nvPr/>
        </p:nvCxnSpPr>
        <p:spPr>
          <a:xfrm>
            <a:off x="763987" y="14196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0777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99F6F-60A0-0902-4554-712F893C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6CFBC72-1AFB-7D56-11F3-6E71CF5E652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C007486-757C-0700-A091-88D2C3EAE9E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FCB1F295-BCDB-2FE3-6C58-BD39791AFD8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48639FD-64E2-891A-5EFE-7F0FBA140B9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C27AC59-C47B-B400-AFEA-F4CD1250E7E1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54FA8A4-5757-E004-7ABB-229B277871A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1619BE9-3307-661D-F174-612026841A6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82D1B50-3669-9510-C399-667F24ACEC38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741DC648-5A64-70E6-4014-F89366CD07D6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BEB1A25-E259-F739-14DC-D30A08270AF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422BAA-CB18-44C0-D98A-5B4310F73D83}"/>
              </a:ext>
            </a:extLst>
          </p:cNvPr>
          <p:cNvCxnSpPr>
            <a:cxnSpLocks/>
          </p:cNvCxnSpPr>
          <p:nvPr/>
        </p:nvCxnSpPr>
        <p:spPr>
          <a:xfrm>
            <a:off x="763988" y="103020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D5413F7-A6B5-4EBC-C9CD-A27BBF1786F5}"/>
              </a:ext>
            </a:extLst>
          </p:cNvPr>
          <p:cNvSpPr txBox="1"/>
          <p:nvPr/>
        </p:nvSpPr>
        <p:spPr>
          <a:xfrm>
            <a:off x="763987" y="78398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986B41AB-7499-21DA-CF43-1625EB813E9F}"/>
              </a:ext>
            </a:extLst>
          </p:cNvPr>
          <p:cNvCxnSpPr>
            <a:cxnSpLocks/>
          </p:cNvCxnSpPr>
          <p:nvPr/>
        </p:nvCxnSpPr>
        <p:spPr>
          <a:xfrm>
            <a:off x="3681969" y="110400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1925D51-87E5-B111-83C0-9F0DCEAE6D2E}"/>
              </a:ext>
            </a:extLst>
          </p:cNvPr>
          <p:cNvCxnSpPr>
            <a:cxnSpLocks/>
          </p:cNvCxnSpPr>
          <p:nvPr/>
        </p:nvCxnSpPr>
        <p:spPr>
          <a:xfrm>
            <a:off x="5462033" y="118389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7EAD812-3ACA-9392-B744-6F66A604B011}"/>
              </a:ext>
            </a:extLst>
          </p:cNvPr>
          <p:cNvCxnSpPr>
            <a:cxnSpLocks/>
          </p:cNvCxnSpPr>
          <p:nvPr/>
        </p:nvCxnSpPr>
        <p:spPr>
          <a:xfrm>
            <a:off x="763988" y="140347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81">
            <a:extLst>
              <a:ext uri="{FF2B5EF4-FFF2-40B4-BE49-F238E27FC236}">
                <a16:creationId xmlns:a16="http://schemas.microsoft.com/office/drawing/2014/main" id="{AF473F71-6139-AFA9-E6C1-619128BA477E}"/>
              </a:ext>
            </a:extLst>
          </p:cNvPr>
          <p:cNvCxnSpPr>
            <a:cxnSpLocks/>
          </p:cNvCxnSpPr>
          <p:nvPr/>
        </p:nvCxnSpPr>
        <p:spPr>
          <a:xfrm>
            <a:off x="3681969" y="147726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1A974B1D-7971-BD5D-098A-70EF1190E2DC}"/>
              </a:ext>
            </a:extLst>
          </p:cNvPr>
          <p:cNvCxnSpPr>
            <a:cxnSpLocks/>
          </p:cNvCxnSpPr>
          <p:nvPr/>
        </p:nvCxnSpPr>
        <p:spPr>
          <a:xfrm>
            <a:off x="5462033" y="155715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E47E509-494E-BCC5-F999-C16C9915C78D}"/>
              </a:ext>
            </a:extLst>
          </p:cNvPr>
          <p:cNvSpPr txBox="1"/>
          <p:nvPr/>
        </p:nvSpPr>
        <p:spPr>
          <a:xfrm>
            <a:off x="763987" y="115607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1958776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03020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783984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1604597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167660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10400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18389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167660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1748613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183890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272288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1602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03020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783984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5D36FA40-80BA-11B9-BA57-A65A79F08E05}"/>
              </a:ext>
            </a:extLst>
          </p:cNvPr>
          <p:cNvCxnSpPr>
            <a:cxnSpLocks/>
          </p:cNvCxnSpPr>
          <p:nvPr/>
        </p:nvCxnSpPr>
        <p:spPr>
          <a:xfrm>
            <a:off x="5462033" y="195285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10400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18389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024866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09687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2D563A1-4A24-4696-907F-FC3419BC0C2F}"/>
              </a:ext>
            </a:extLst>
          </p:cNvPr>
          <p:cNvSpPr/>
          <p:nvPr/>
        </p:nvSpPr>
        <p:spPr>
          <a:xfrm>
            <a:off x="8241825" y="1183890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A0058D-7E61-0610-225C-E6FD3ACB2842}"/>
              </a:ext>
            </a:extLst>
          </p:cNvPr>
          <p:cNvSpPr txBox="1"/>
          <p:nvPr/>
        </p:nvSpPr>
        <p:spPr>
          <a:xfrm>
            <a:off x="8410775" y="1272288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5584333" y="19505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16092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BAE498D-05D7-0C87-8B10-193D78114968}"/>
              </a:ext>
            </a:extLst>
          </p:cNvPr>
          <p:cNvCxnSpPr>
            <a:cxnSpLocks/>
          </p:cNvCxnSpPr>
          <p:nvPr/>
        </p:nvCxnSpPr>
        <p:spPr>
          <a:xfrm>
            <a:off x="3681977" y="1681228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1753236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16069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2902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3622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48CDA8F-3E81-427E-6830-7FABCA459588}"/>
              </a:ext>
            </a:extLst>
          </p:cNvPr>
          <p:cNvCxnSpPr>
            <a:cxnSpLocks/>
          </p:cNvCxnSpPr>
          <p:nvPr/>
        </p:nvCxnSpPr>
        <p:spPr>
          <a:xfrm>
            <a:off x="763982" y="2434245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2879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49206</TotalTime>
  <Words>608</Words>
  <Application>Microsoft Macintosh PowerPoint</Application>
  <PresentationFormat>화면 슬라이드 쇼(16:9)</PresentationFormat>
  <Paragraphs>255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5491</cp:revision>
  <dcterms:created xsi:type="dcterms:W3CDTF">2006-10-05T04:04:58Z</dcterms:created>
  <dcterms:modified xsi:type="dcterms:W3CDTF">2026-01-01T12:49:28Z</dcterms:modified>
</cp:coreProperties>
</file>
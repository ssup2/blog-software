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398" r:id="rId2"/>
    <p:sldId id="403" r:id="rId3"/>
    <p:sldId id="399" r:id="rId4"/>
    <p:sldId id="400" r:id="rId5"/>
    <p:sldId id="401" r:id="rId6"/>
    <p:sldId id="402" r:id="rId7"/>
    <p:sldId id="404" r:id="rId8"/>
    <p:sldId id="405" r:id="rId9"/>
    <p:sldId id="408" r:id="rId10"/>
    <p:sldId id="407" r:id="rId11"/>
    <p:sldId id="409" r:id="rId12"/>
    <p:sldId id="410" r:id="rId13"/>
    <p:sldId id="387" r:id="rId14"/>
    <p:sldId id="392" r:id="rId15"/>
    <p:sldId id="393" r:id="rId16"/>
    <p:sldId id="394" r:id="rId17"/>
    <p:sldId id="395" r:id="rId18"/>
    <p:sldId id="396" r:id="rId19"/>
    <p:sldId id="397" r:id="rId20"/>
    <p:sldId id="391" r:id="rId2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03" autoAdjust="0"/>
    <p:restoredTop sz="93091" autoAdjust="0"/>
  </p:normalViewPr>
  <p:slideViewPr>
    <p:cSldViewPr>
      <p:cViewPr>
        <p:scale>
          <a:sx n="286" d="100"/>
          <a:sy n="286" d="100"/>
        </p:scale>
        <p:origin x="-1632" y="392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F9ABEC67-3036-DBCC-A099-40F70C5561F7}"/>
              </a:ext>
            </a:extLst>
          </p:cNvPr>
          <p:cNvSpPr/>
          <p:nvPr/>
        </p:nvSpPr>
        <p:spPr>
          <a:xfrm>
            <a:off x="5364088" y="672945"/>
            <a:ext cx="1639925" cy="1034709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D643B2C-C7AF-712E-27BE-26C602FB7160}"/>
              </a:ext>
            </a:extLst>
          </p:cNvPr>
          <p:cNvSpPr/>
          <p:nvPr/>
        </p:nvSpPr>
        <p:spPr>
          <a:xfrm>
            <a:off x="2139987" y="672945"/>
            <a:ext cx="1639925" cy="1034709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085BD0E1-37D9-B16D-83A5-91AB654FE73A}"/>
              </a:ext>
            </a:extLst>
          </p:cNvPr>
          <p:cNvSpPr/>
          <p:nvPr/>
        </p:nvSpPr>
        <p:spPr>
          <a:xfrm>
            <a:off x="2377568" y="843558"/>
            <a:ext cx="1164765" cy="513275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339F5E8E-C1DA-52BD-7E26-7663EDE534D9}"/>
              </a:ext>
            </a:extLst>
          </p:cNvPr>
          <p:cNvSpPr/>
          <p:nvPr/>
        </p:nvSpPr>
        <p:spPr>
          <a:xfrm>
            <a:off x="5601669" y="843558"/>
            <a:ext cx="1164765" cy="513275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542333" y="1100196"/>
            <a:ext cx="20593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33967945-664B-9F49-A3A5-BDE002203EF9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55F8583-A68B-97BE-F126-26F9434B5AA6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DBB7EFCA-CE30-36A5-9104-75447735AD13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1BB12D4-66D9-A230-722C-23B4E5BC8209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999FFD8-6284-8C4E-A640-4938F840584E}"/>
              </a:ext>
            </a:extLst>
          </p:cNvPr>
          <p:cNvGrpSpPr/>
          <p:nvPr/>
        </p:nvGrpSpPr>
        <p:grpSpPr>
          <a:xfrm>
            <a:off x="1043217" y="3242920"/>
            <a:ext cx="1205434" cy="360040"/>
            <a:chOff x="296560" y="3039802"/>
            <a:chExt cx="1205434" cy="360040"/>
          </a:xfrm>
        </p:grpSpPr>
        <p:sp>
          <p:nvSpPr>
            <p:cNvPr id="37" name="사각형: 둥근 모서리 29">
              <a:extLst>
                <a:ext uri="{FF2B5EF4-FFF2-40B4-BE49-F238E27FC236}">
                  <a16:creationId xmlns:a16="http://schemas.microsoft.com/office/drawing/2014/main" id="{C5F66508-4677-3641-8B2E-5942A93B24D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38" name="사각형: 둥근 모서리 29">
              <a:extLst>
                <a:ext uri="{FF2B5EF4-FFF2-40B4-BE49-F238E27FC236}">
                  <a16:creationId xmlns:a16="http://schemas.microsoft.com/office/drawing/2014/main" id="{BDB89AF5-15E7-2D41-BD44-24E6AC1E8436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C00A727F-10B2-174F-AA4F-D7BB7AC90648}"/>
              </a:ext>
            </a:extLst>
          </p:cNvPr>
          <p:cNvCxnSpPr>
            <a:cxnSpLocks/>
            <a:stCxn id="72" idx="2"/>
            <a:endCxn id="26" idx="0"/>
          </p:cNvCxnSpPr>
          <p:nvPr/>
        </p:nvCxnSpPr>
        <p:spPr>
          <a:xfrm rot="5400000">
            <a:off x="2797363" y="1479800"/>
            <a:ext cx="503681" cy="280653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Elbow Connector 74">
            <a:extLst>
              <a:ext uri="{FF2B5EF4-FFF2-40B4-BE49-F238E27FC236}">
                <a16:creationId xmlns:a16="http://schemas.microsoft.com/office/drawing/2014/main" id="{D4B0AA72-B444-7247-82BC-DB274BEBD868}"/>
              </a:ext>
            </a:extLst>
          </p:cNvPr>
          <p:cNvCxnSpPr>
            <a:cxnSpLocks/>
            <a:stCxn id="72" idx="2"/>
            <a:endCxn id="42" idx="0"/>
          </p:cNvCxnSpPr>
          <p:nvPr/>
        </p:nvCxnSpPr>
        <p:spPr>
          <a:xfrm rot="5400000">
            <a:off x="3733319" y="2416052"/>
            <a:ext cx="503976" cy="93432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A53CBE94-C789-2F47-AAEC-FED237774C57}"/>
              </a:ext>
            </a:extLst>
          </p:cNvPr>
          <p:cNvCxnSpPr>
            <a:cxnSpLocks/>
            <a:stCxn id="72" idx="2"/>
            <a:endCxn id="47" idx="0"/>
          </p:cNvCxnSpPr>
          <p:nvPr/>
        </p:nvCxnSpPr>
        <p:spPr>
          <a:xfrm rot="16200000" flipH="1">
            <a:off x="4667877" y="2415822"/>
            <a:ext cx="503681" cy="93449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Elbow Connector 77">
            <a:extLst>
              <a:ext uri="{FF2B5EF4-FFF2-40B4-BE49-F238E27FC236}">
                <a16:creationId xmlns:a16="http://schemas.microsoft.com/office/drawing/2014/main" id="{03BAE97F-5FBA-BA47-8A3B-CC62F3DE25BE}"/>
              </a:ext>
            </a:extLst>
          </p:cNvPr>
          <p:cNvCxnSpPr>
            <a:cxnSpLocks/>
            <a:stCxn id="72" idx="2"/>
            <a:endCxn id="52" idx="0"/>
          </p:cNvCxnSpPr>
          <p:nvPr/>
        </p:nvCxnSpPr>
        <p:spPr>
          <a:xfrm rot="16200000" flipH="1">
            <a:off x="5605449" y="1478250"/>
            <a:ext cx="497357" cy="28033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04348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999FFD8-6284-8C4E-A640-4938F840584E}"/>
              </a:ext>
            </a:extLst>
          </p:cNvPr>
          <p:cNvGrpSpPr/>
          <p:nvPr/>
        </p:nvGrpSpPr>
        <p:grpSpPr>
          <a:xfrm>
            <a:off x="1043217" y="3242920"/>
            <a:ext cx="1205434" cy="360040"/>
            <a:chOff x="296560" y="3039802"/>
            <a:chExt cx="1205434" cy="360040"/>
          </a:xfrm>
        </p:grpSpPr>
        <p:sp>
          <p:nvSpPr>
            <p:cNvPr id="37" name="사각형: 둥근 모서리 29">
              <a:extLst>
                <a:ext uri="{FF2B5EF4-FFF2-40B4-BE49-F238E27FC236}">
                  <a16:creationId xmlns:a16="http://schemas.microsoft.com/office/drawing/2014/main" id="{C5F66508-4677-3641-8B2E-5942A93B24D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38" name="사각형: 둥근 모서리 29">
              <a:extLst>
                <a:ext uri="{FF2B5EF4-FFF2-40B4-BE49-F238E27FC236}">
                  <a16:creationId xmlns:a16="http://schemas.microsoft.com/office/drawing/2014/main" id="{BDB89AF5-15E7-2D41-BD44-24E6AC1E8436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C00A727F-10B2-174F-AA4F-D7BB7AC90648}"/>
              </a:ext>
            </a:extLst>
          </p:cNvPr>
          <p:cNvCxnSpPr>
            <a:cxnSpLocks/>
            <a:stCxn id="72" idx="2"/>
            <a:endCxn id="26" idx="0"/>
          </p:cNvCxnSpPr>
          <p:nvPr/>
        </p:nvCxnSpPr>
        <p:spPr>
          <a:xfrm rot="5400000">
            <a:off x="2797363" y="1479800"/>
            <a:ext cx="503681" cy="280653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6061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5" name="Elbow Connector 74">
            <a:extLst>
              <a:ext uri="{FF2B5EF4-FFF2-40B4-BE49-F238E27FC236}">
                <a16:creationId xmlns:a16="http://schemas.microsoft.com/office/drawing/2014/main" id="{D4B0AA72-B444-7247-82BC-DB274BEBD868}"/>
              </a:ext>
            </a:extLst>
          </p:cNvPr>
          <p:cNvCxnSpPr>
            <a:cxnSpLocks/>
            <a:stCxn id="72" idx="2"/>
            <a:endCxn id="42" idx="0"/>
          </p:cNvCxnSpPr>
          <p:nvPr/>
        </p:nvCxnSpPr>
        <p:spPr>
          <a:xfrm rot="5400000">
            <a:off x="3733319" y="2416052"/>
            <a:ext cx="503976" cy="93432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12594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A53CBE94-C789-2F47-AAEC-FED237774C57}"/>
              </a:ext>
            </a:extLst>
          </p:cNvPr>
          <p:cNvCxnSpPr>
            <a:cxnSpLocks/>
            <a:stCxn id="72" idx="2"/>
            <a:endCxn id="47" idx="0"/>
          </p:cNvCxnSpPr>
          <p:nvPr/>
        </p:nvCxnSpPr>
        <p:spPr>
          <a:xfrm rot="16200000" flipH="1">
            <a:off x="4667877" y="2415822"/>
            <a:ext cx="503681" cy="93449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Elbow Connector 77">
            <a:extLst>
              <a:ext uri="{FF2B5EF4-FFF2-40B4-BE49-F238E27FC236}">
                <a16:creationId xmlns:a16="http://schemas.microsoft.com/office/drawing/2014/main" id="{03BAE97F-5FBA-BA47-8A3B-CC62F3DE25BE}"/>
              </a:ext>
            </a:extLst>
          </p:cNvPr>
          <p:cNvCxnSpPr>
            <a:cxnSpLocks/>
            <a:stCxn id="72" idx="2"/>
            <a:endCxn id="52" idx="0"/>
          </p:cNvCxnSpPr>
          <p:nvPr/>
        </p:nvCxnSpPr>
        <p:spPr>
          <a:xfrm rot="16200000" flipH="1">
            <a:off x="5605449" y="1478250"/>
            <a:ext cx="497357" cy="28033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95614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sp>
        <p:nvSpPr>
          <p:cNvPr id="37" name="사각형: 둥근 모서리 29">
            <a:extLst>
              <a:ext uri="{FF2B5EF4-FFF2-40B4-BE49-F238E27FC236}">
                <a16:creationId xmlns:a16="http://schemas.microsoft.com/office/drawing/2014/main" id="{C5F66508-4677-3641-8B2E-5942A93B24D2}"/>
              </a:ext>
            </a:extLst>
          </p:cNvPr>
          <p:cNvSpPr/>
          <p:nvPr/>
        </p:nvSpPr>
        <p:spPr>
          <a:xfrm>
            <a:off x="1043217" y="3242920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C00A727F-10B2-174F-AA4F-D7BB7AC90648}"/>
              </a:ext>
            </a:extLst>
          </p:cNvPr>
          <p:cNvCxnSpPr>
            <a:cxnSpLocks/>
            <a:stCxn id="72" idx="2"/>
            <a:endCxn id="26" idx="0"/>
          </p:cNvCxnSpPr>
          <p:nvPr/>
        </p:nvCxnSpPr>
        <p:spPr>
          <a:xfrm rot="5400000">
            <a:off x="2797363" y="1479800"/>
            <a:ext cx="503681" cy="280653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47285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sp>
        <p:nvSpPr>
          <p:cNvPr id="37" name="사각형: 둥근 모서리 29">
            <a:extLst>
              <a:ext uri="{FF2B5EF4-FFF2-40B4-BE49-F238E27FC236}">
                <a16:creationId xmlns:a16="http://schemas.microsoft.com/office/drawing/2014/main" id="{C5F66508-4677-3641-8B2E-5942A93B24D2}"/>
              </a:ext>
            </a:extLst>
          </p:cNvPr>
          <p:cNvSpPr/>
          <p:nvPr/>
        </p:nvSpPr>
        <p:spPr>
          <a:xfrm>
            <a:off x="1043217" y="3242920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C00A727F-10B2-174F-AA4F-D7BB7AC90648}"/>
              </a:ext>
            </a:extLst>
          </p:cNvPr>
          <p:cNvCxnSpPr>
            <a:cxnSpLocks/>
            <a:stCxn id="72" idx="2"/>
            <a:endCxn id="47" idx="0"/>
          </p:cNvCxnSpPr>
          <p:nvPr/>
        </p:nvCxnSpPr>
        <p:spPr>
          <a:xfrm rot="16200000" flipH="1">
            <a:off x="4667877" y="2415822"/>
            <a:ext cx="503681" cy="93449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3E257327-B64B-9A46-A341-CBD1AFEA4E15}"/>
              </a:ext>
            </a:extLst>
          </p:cNvPr>
          <p:cNvCxnSpPr>
            <a:cxnSpLocks/>
            <a:stCxn id="72" idx="2"/>
            <a:endCxn id="52" idx="0"/>
          </p:cNvCxnSpPr>
          <p:nvPr/>
        </p:nvCxnSpPr>
        <p:spPr>
          <a:xfrm rot="16200000" flipH="1">
            <a:off x="5605449" y="1478250"/>
            <a:ext cx="497357" cy="28033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F637E9A8-D8B4-2B4A-B456-A83F5872381A}"/>
              </a:ext>
            </a:extLst>
          </p:cNvPr>
          <p:cNvSpPr/>
          <p:nvPr/>
        </p:nvSpPr>
        <p:spPr>
          <a:xfrm>
            <a:off x="4977893" y="2588526"/>
            <a:ext cx="547268" cy="360040"/>
          </a:xfrm>
          <a:prstGeom prst="roundRect">
            <a:avLst>
              <a:gd name="adj" fmla="val 17374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20</a:t>
            </a:r>
            <a:endParaRPr lang="ko-KR" altLang="en-US" sz="900" b="1"/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4C9A5755-7EE7-5F49-9BBC-125AF736DFB8}"/>
              </a:ext>
            </a:extLst>
          </p:cNvPr>
          <p:cNvSpPr/>
          <p:nvPr/>
        </p:nvSpPr>
        <p:spPr>
          <a:xfrm>
            <a:off x="6798080" y="2582202"/>
            <a:ext cx="547268" cy="360040"/>
          </a:xfrm>
          <a:prstGeom prst="roundRect">
            <a:avLst>
              <a:gd name="adj" fmla="val 17374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80</a:t>
            </a:r>
            <a:endParaRPr lang="ko-KR" altLang="en-US" sz="900" b="1"/>
          </a:p>
        </p:txBody>
      </p:sp>
    </p:spTree>
    <p:extLst>
      <p:ext uri="{BB962C8B-B14F-4D97-AF65-F5344CB8AC3E}">
        <p14:creationId xmlns:p14="http://schemas.microsoft.com/office/powerpoint/2010/main" val="26193414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108468" y="1995686"/>
            <a:ext cx="2189067" cy="1625039"/>
          </a:xfrm>
          <a:prstGeom prst="roundRect">
            <a:avLst>
              <a:gd name="adj" fmla="val 889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198627" y="2608611"/>
            <a:ext cx="2008747" cy="74297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Deployment</a:t>
            </a:r>
            <a:endParaRPr lang="ko-KR" altLang="en-US" sz="9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5A3B18EA-035A-9A4B-B9EA-839ED9F83C51}"/>
              </a:ext>
            </a:extLst>
          </p:cNvPr>
          <p:cNvSpPr/>
          <p:nvPr/>
        </p:nvSpPr>
        <p:spPr>
          <a:xfrm>
            <a:off x="929366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39" name="사각형: 둥근 모서리 29">
            <a:extLst>
              <a:ext uri="{FF2B5EF4-FFF2-40B4-BE49-F238E27FC236}">
                <a16:creationId xmlns:a16="http://schemas.microsoft.com/office/drawing/2014/main" id="{152B2FD7-269F-4545-B5FC-B7A81DD16EA8}"/>
              </a:ext>
            </a:extLst>
          </p:cNvPr>
          <p:cNvSpPr/>
          <p:nvPr/>
        </p:nvSpPr>
        <p:spPr>
          <a:xfrm>
            <a:off x="290363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40" name="사각형: 둥근 모서리 29">
            <a:extLst>
              <a:ext uri="{FF2B5EF4-FFF2-40B4-BE49-F238E27FC236}">
                <a16:creationId xmlns:a16="http://schemas.microsoft.com/office/drawing/2014/main" id="{3D95BA5C-BF69-1840-9C86-39A47818FA08}"/>
              </a:ext>
            </a:extLst>
          </p:cNvPr>
          <p:cNvSpPr/>
          <p:nvPr/>
        </p:nvSpPr>
        <p:spPr>
          <a:xfrm>
            <a:off x="1566794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56" name="사각형: 둥근 모서리 29">
            <a:extLst>
              <a:ext uri="{FF2B5EF4-FFF2-40B4-BE49-F238E27FC236}">
                <a16:creationId xmlns:a16="http://schemas.microsoft.com/office/drawing/2014/main" id="{4A221CAB-409F-AC41-AD7D-5A021A256F3D}"/>
              </a:ext>
            </a:extLst>
          </p:cNvPr>
          <p:cNvSpPr/>
          <p:nvPr/>
        </p:nvSpPr>
        <p:spPr>
          <a:xfrm>
            <a:off x="2378791" y="2499742"/>
            <a:ext cx="2189067" cy="1120983"/>
          </a:xfrm>
          <a:prstGeom prst="roundRect">
            <a:avLst>
              <a:gd name="adj" fmla="val 889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57" name="사각형: 둥근 모서리 29">
            <a:extLst>
              <a:ext uri="{FF2B5EF4-FFF2-40B4-BE49-F238E27FC236}">
                <a16:creationId xmlns:a16="http://schemas.microsoft.com/office/drawing/2014/main" id="{1FA6D55E-65C0-414C-AA46-FB4B0B157E0A}"/>
              </a:ext>
            </a:extLst>
          </p:cNvPr>
          <p:cNvSpPr/>
          <p:nvPr/>
        </p:nvSpPr>
        <p:spPr>
          <a:xfrm>
            <a:off x="2468950" y="2608611"/>
            <a:ext cx="2008747" cy="74297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Deployment</a:t>
            </a:r>
            <a:endParaRPr lang="ko-KR" altLang="en-US" sz="900"/>
          </a:p>
        </p:txBody>
      </p:sp>
      <p:sp>
        <p:nvSpPr>
          <p:cNvPr id="58" name="사각형: 둥근 모서리 29">
            <a:extLst>
              <a:ext uri="{FF2B5EF4-FFF2-40B4-BE49-F238E27FC236}">
                <a16:creationId xmlns:a16="http://schemas.microsoft.com/office/drawing/2014/main" id="{AA86D1B0-D5D4-3A4C-A2AC-37553576AFDB}"/>
              </a:ext>
            </a:extLst>
          </p:cNvPr>
          <p:cNvSpPr/>
          <p:nvPr/>
        </p:nvSpPr>
        <p:spPr>
          <a:xfrm>
            <a:off x="3199689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59" name="사각형: 둥근 모서리 29">
            <a:extLst>
              <a:ext uri="{FF2B5EF4-FFF2-40B4-BE49-F238E27FC236}">
                <a16:creationId xmlns:a16="http://schemas.microsoft.com/office/drawing/2014/main" id="{4BF036EC-6320-8346-86CD-B9410C8A6E19}"/>
              </a:ext>
            </a:extLst>
          </p:cNvPr>
          <p:cNvSpPr/>
          <p:nvPr/>
        </p:nvSpPr>
        <p:spPr>
          <a:xfrm>
            <a:off x="2560686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0" name="사각형: 둥근 모서리 29">
            <a:extLst>
              <a:ext uri="{FF2B5EF4-FFF2-40B4-BE49-F238E27FC236}">
                <a16:creationId xmlns:a16="http://schemas.microsoft.com/office/drawing/2014/main" id="{A3C3EA20-D46F-6B4D-B484-5FBF64BA3F01}"/>
              </a:ext>
            </a:extLst>
          </p:cNvPr>
          <p:cNvSpPr/>
          <p:nvPr/>
        </p:nvSpPr>
        <p:spPr>
          <a:xfrm>
            <a:off x="3837117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1" name="사각형: 둥근 모서리 29">
            <a:extLst>
              <a:ext uri="{FF2B5EF4-FFF2-40B4-BE49-F238E27FC236}">
                <a16:creationId xmlns:a16="http://schemas.microsoft.com/office/drawing/2014/main" id="{0A2ECE38-BD93-B74F-A5F7-ECDF15F62E46}"/>
              </a:ext>
            </a:extLst>
          </p:cNvPr>
          <p:cNvSpPr/>
          <p:nvPr/>
        </p:nvSpPr>
        <p:spPr>
          <a:xfrm>
            <a:off x="4649114" y="2499742"/>
            <a:ext cx="2189067" cy="1120983"/>
          </a:xfrm>
          <a:prstGeom prst="roundRect">
            <a:avLst>
              <a:gd name="adj" fmla="val 889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62" name="사각형: 둥근 모서리 29">
            <a:extLst>
              <a:ext uri="{FF2B5EF4-FFF2-40B4-BE49-F238E27FC236}">
                <a16:creationId xmlns:a16="http://schemas.microsoft.com/office/drawing/2014/main" id="{3BC9D4CE-5D12-DC48-9043-F7373229B4D4}"/>
              </a:ext>
            </a:extLst>
          </p:cNvPr>
          <p:cNvSpPr/>
          <p:nvPr/>
        </p:nvSpPr>
        <p:spPr>
          <a:xfrm>
            <a:off x="4739273" y="2608611"/>
            <a:ext cx="2008747" cy="74297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Deployment</a:t>
            </a:r>
            <a:endParaRPr lang="ko-KR" altLang="en-US" sz="900"/>
          </a:p>
        </p:txBody>
      </p:sp>
      <p:sp>
        <p:nvSpPr>
          <p:cNvPr id="63" name="사각형: 둥근 모서리 29">
            <a:extLst>
              <a:ext uri="{FF2B5EF4-FFF2-40B4-BE49-F238E27FC236}">
                <a16:creationId xmlns:a16="http://schemas.microsoft.com/office/drawing/2014/main" id="{D015331B-685D-C34B-BE32-8BF1BB842BE1}"/>
              </a:ext>
            </a:extLst>
          </p:cNvPr>
          <p:cNvSpPr/>
          <p:nvPr/>
        </p:nvSpPr>
        <p:spPr>
          <a:xfrm>
            <a:off x="5470012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4" name="사각형: 둥근 모서리 29">
            <a:extLst>
              <a:ext uri="{FF2B5EF4-FFF2-40B4-BE49-F238E27FC236}">
                <a16:creationId xmlns:a16="http://schemas.microsoft.com/office/drawing/2014/main" id="{0F967C67-4C30-314D-ACBD-6E0B53EB7889}"/>
              </a:ext>
            </a:extLst>
          </p:cNvPr>
          <p:cNvSpPr/>
          <p:nvPr/>
        </p:nvSpPr>
        <p:spPr>
          <a:xfrm>
            <a:off x="4831009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5" name="사각형: 둥근 모서리 29">
            <a:extLst>
              <a:ext uri="{FF2B5EF4-FFF2-40B4-BE49-F238E27FC236}">
                <a16:creationId xmlns:a16="http://schemas.microsoft.com/office/drawing/2014/main" id="{1036DB88-3B2A-C343-93FD-E37E4C5F8F29}"/>
              </a:ext>
            </a:extLst>
          </p:cNvPr>
          <p:cNvSpPr/>
          <p:nvPr/>
        </p:nvSpPr>
        <p:spPr>
          <a:xfrm>
            <a:off x="6107440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6" name="사각형: 둥근 모서리 29">
            <a:extLst>
              <a:ext uri="{FF2B5EF4-FFF2-40B4-BE49-F238E27FC236}">
                <a16:creationId xmlns:a16="http://schemas.microsoft.com/office/drawing/2014/main" id="{733F9388-9EFA-6344-ADE7-16848AA42823}"/>
              </a:ext>
            </a:extLst>
          </p:cNvPr>
          <p:cNvSpPr/>
          <p:nvPr/>
        </p:nvSpPr>
        <p:spPr>
          <a:xfrm>
            <a:off x="6919437" y="2499742"/>
            <a:ext cx="2189067" cy="1120983"/>
          </a:xfrm>
          <a:prstGeom prst="roundRect">
            <a:avLst>
              <a:gd name="adj" fmla="val 889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67" name="사각형: 둥근 모서리 29">
            <a:extLst>
              <a:ext uri="{FF2B5EF4-FFF2-40B4-BE49-F238E27FC236}">
                <a16:creationId xmlns:a16="http://schemas.microsoft.com/office/drawing/2014/main" id="{D9B2C655-0801-9E4C-8E2C-50B1606A001F}"/>
              </a:ext>
            </a:extLst>
          </p:cNvPr>
          <p:cNvSpPr/>
          <p:nvPr/>
        </p:nvSpPr>
        <p:spPr>
          <a:xfrm>
            <a:off x="7009596" y="2608611"/>
            <a:ext cx="2008747" cy="74297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Deployment</a:t>
            </a:r>
            <a:endParaRPr lang="ko-KR" altLang="en-US" sz="900"/>
          </a:p>
        </p:txBody>
      </p:sp>
      <p:sp>
        <p:nvSpPr>
          <p:cNvPr id="68" name="사각형: 둥근 모서리 29">
            <a:extLst>
              <a:ext uri="{FF2B5EF4-FFF2-40B4-BE49-F238E27FC236}">
                <a16:creationId xmlns:a16="http://schemas.microsoft.com/office/drawing/2014/main" id="{63597B7B-6E3C-EF40-9B63-1F6C7165B9BD}"/>
              </a:ext>
            </a:extLst>
          </p:cNvPr>
          <p:cNvSpPr/>
          <p:nvPr/>
        </p:nvSpPr>
        <p:spPr>
          <a:xfrm>
            <a:off x="7740335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9" name="사각형: 둥근 모서리 29">
            <a:extLst>
              <a:ext uri="{FF2B5EF4-FFF2-40B4-BE49-F238E27FC236}">
                <a16:creationId xmlns:a16="http://schemas.microsoft.com/office/drawing/2014/main" id="{6E6B131C-A6C8-1149-BE88-4711EB29DE82}"/>
              </a:ext>
            </a:extLst>
          </p:cNvPr>
          <p:cNvSpPr/>
          <p:nvPr/>
        </p:nvSpPr>
        <p:spPr>
          <a:xfrm>
            <a:off x="7101332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0" name="사각형: 둥근 모서리 29">
            <a:extLst>
              <a:ext uri="{FF2B5EF4-FFF2-40B4-BE49-F238E27FC236}">
                <a16:creationId xmlns:a16="http://schemas.microsoft.com/office/drawing/2014/main" id="{CA4CD21A-F636-DD42-B0E4-5244FD332C8C}"/>
              </a:ext>
            </a:extLst>
          </p:cNvPr>
          <p:cNvSpPr/>
          <p:nvPr/>
        </p:nvSpPr>
        <p:spPr>
          <a:xfrm>
            <a:off x="8377763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198627" y="1910613"/>
            <a:ext cx="1224136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myshell-kr-a 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969482" y="1732721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Service</a:t>
            </a:r>
            <a:endParaRPr lang="ko-KR" altLang="en-US" sz="900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B19D2ACE-B887-AD4D-950D-92E6C10FD86B}"/>
              </a:ext>
            </a:extLst>
          </p:cNvPr>
          <p:cNvCxnSpPr>
            <a:cxnSpLocks/>
          </p:cNvCxnSpPr>
          <p:nvPr/>
        </p:nvCxnSpPr>
        <p:spPr>
          <a:xfrm flipH="1">
            <a:off x="1307334" y="1297688"/>
            <a:ext cx="3431939" cy="5158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Elbow Connector 76">
            <a:extLst>
              <a:ext uri="{FF2B5EF4-FFF2-40B4-BE49-F238E27FC236}">
                <a16:creationId xmlns:a16="http://schemas.microsoft.com/office/drawing/2014/main" id="{A0549765-AC56-BB4E-85C8-69D67A6BDA5B}"/>
              </a:ext>
            </a:extLst>
          </p:cNvPr>
          <p:cNvCxnSpPr>
            <a:cxnSpLocks/>
            <a:stCxn id="72" idx="2"/>
            <a:endCxn id="26" idx="0"/>
          </p:cNvCxnSpPr>
          <p:nvPr/>
        </p:nvCxnSpPr>
        <p:spPr>
          <a:xfrm rot="5400000">
            <a:off x="2730764" y="730888"/>
            <a:ext cx="349961" cy="34054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63D0452D-63F0-B447-BAF1-415A1116037D}"/>
              </a:ext>
            </a:extLst>
          </p:cNvPr>
          <p:cNvCxnSpPr>
            <a:cxnSpLocks/>
            <a:stCxn id="72" idx="2"/>
            <a:endCxn id="57" idx="0"/>
          </p:cNvCxnSpPr>
          <p:nvPr/>
        </p:nvCxnSpPr>
        <p:spPr>
          <a:xfrm rot="5400000">
            <a:off x="3865925" y="1866049"/>
            <a:ext cx="349961" cy="113516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382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43016</TotalTime>
  <Words>824</Words>
  <Application>Microsoft Macintosh PowerPoint</Application>
  <PresentationFormat>화면 슬라이드 쇼(16:9)</PresentationFormat>
  <Paragraphs>309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5459</cp:revision>
  <dcterms:created xsi:type="dcterms:W3CDTF">2006-10-05T04:04:58Z</dcterms:created>
  <dcterms:modified xsi:type="dcterms:W3CDTF">2025-12-27T16:27:35Z</dcterms:modified>
</cp:coreProperties>
</file>
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398" r:id="rId2"/>
    <p:sldId id="425" r:id="rId3"/>
    <p:sldId id="421" r:id="rId4"/>
    <p:sldId id="422" r:id="rId5"/>
    <p:sldId id="423" r:id="rId6"/>
    <p:sldId id="419" r:id="rId7"/>
    <p:sldId id="420" r:id="rId8"/>
    <p:sldId id="424" r:id="rId9"/>
    <p:sldId id="413" r:id="rId10"/>
    <p:sldId id="414" r:id="rId11"/>
    <p:sldId id="415" r:id="rId12"/>
    <p:sldId id="403" r:id="rId13"/>
    <p:sldId id="399" r:id="rId14"/>
    <p:sldId id="400" r:id="rId15"/>
    <p:sldId id="401" r:id="rId16"/>
    <p:sldId id="402" r:id="rId17"/>
    <p:sldId id="404" r:id="rId18"/>
    <p:sldId id="405" r:id="rId19"/>
    <p:sldId id="408" r:id="rId20"/>
    <p:sldId id="407" r:id="rId21"/>
    <p:sldId id="409" r:id="rId22"/>
    <p:sldId id="410" r:id="rId23"/>
    <p:sldId id="387" r:id="rId24"/>
    <p:sldId id="411" r:id="rId25"/>
    <p:sldId id="412" r:id="rId26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신 정섭" initials="신정" lastIdx="1" clrIdx="0">
    <p:extLst>
      <p:ext uri="{19B8F6BF-5375-455C-9EA6-DF929625EA0E}">
        <p15:presenceInfo xmlns:p15="http://schemas.microsoft.com/office/powerpoint/2012/main" userId="2e700d248d2395d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87" autoAdjust="0"/>
    <p:restoredTop sz="93091" autoAdjust="0"/>
  </p:normalViewPr>
  <p:slideViewPr>
    <p:cSldViewPr>
      <p:cViewPr>
        <p:scale>
          <a:sx n="200" d="100"/>
          <a:sy n="200" d="100"/>
        </p:scale>
        <p:origin x="360" y="176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B719D-B266-16CC-C562-6996970E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E5905F3A-7036-4CDE-4198-9FB6D36A9AAF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4450617" y="206253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85641599-95DD-45BF-D4F4-3A50F04D2562}"/>
              </a:ext>
            </a:extLst>
          </p:cNvPr>
          <p:cNvSpPr/>
          <p:nvPr/>
        </p:nvSpPr>
        <p:spPr>
          <a:xfrm>
            <a:off x="3811614" y="2942365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26E044F-1A65-8804-CFC2-46BCCA04155E}"/>
              </a:ext>
            </a:extLst>
          </p:cNvPr>
          <p:cNvSpPr/>
          <p:nvPr/>
        </p:nvSpPr>
        <p:spPr>
          <a:xfrm>
            <a:off x="3811613" y="2235787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6A93278C-E31C-E585-CF63-674AB91E87C7}"/>
              </a:ext>
            </a:extLst>
          </p:cNvPr>
          <p:cNvSpPr/>
          <p:nvPr/>
        </p:nvSpPr>
        <p:spPr>
          <a:xfrm>
            <a:off x="3811613" y="1536608"/>
            <a:ext cx="1278007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47222323-B67F-18C2-875C-D82748BDCA42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4450617" y="276171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9">
            <a:extLst>
              <a:ext uri="{FF2B5EF4-FFF2-40B4-BE49-F238E27FC236}">
                <a16:creationId xmlns:a16="http://schemas.microsoft.com/office/drawing/2014/main" id="{0BF34E4E-D819-D227-3EB9-B02A8298008D}"/>
              </a:ext>
            </a:extLst>
          </p:cNvPr>
          <p:cNvSpPr/>
          <p:nvPr/>
        </p:nvSpPr>
        <p:spPr>
          <a:xfrm>
            <a:off x="89959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27" name="사각형: 둥근 모서리 29">
            <a:extLst>
              <a:ext uri="{FF2B5EF4-FFF2-40B4-BE49-F238E27FC236}">
                <a16:creationId xmlns:a16="http://schemas.microsoft.com/office/drawing/2014/main" id="{E097F662-9C91-B3D9-B15F-F660A0526DEF}"/>
              </a:ext>
            </a:extLst>
          </p:cNvPr>
          <p:cNvSpPr/>
          <p:nvPr/>
        </p:nvSpPr>
        <p:spPr>
          <a:xfrm>
            <a:off x="99010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28" name="사각형: 둥근 모서리 29">
            <a:extLst>
              <a:ext uri="{FF2B5EF4-FFF2-40B4-BE49-F238E27FC236}">
                <a16:creationId xmlns:a16="http://schemas.microsoft.com/office/drawing/2014/main" id="{C6C9454E-4573-AF98-DEF0-375D7AED75F1}"/>
              </a:ext>
            </a:extLst>
          </p:cNvPr>
          <p:cNvSpPr/>
          <p:nvPr/>
        </p:nvSpPr>
        <p:spPr>
          <a:xfrm>
            <a:off x="2377097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29" name="사각형: 둥근 모서리 29">
            <a:extLst>
              <a:ext uri="{FF2B5EF4-FFF2-40B4-BE49-F238E27FC236}">
                <a16:creationId xmlns:a16="http://schemas.microsoft.com/office/drawing/2014/main" id="{7BCD3A1A-69FC-D273-70A9-D694743F2497}"/>
              </a:ext>
            </a:extLst>
          </p:cNvPr>
          <p:cNvSpPr/>
          <p:nvPr/>
        </p:nvSpPr>
        <p:spPr>
          <a:xfrm>
            <a:off x="1087860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0" name="Straight Arrow Connector 81">
            <a:extLst>
              <a:ext uri="{FF2B5EF4-FFF2-40B4-BE49-F238E27FC236}">
                <a16:creationId xmlns:a16="http://schemas.microsoft.com/office/drawing/2014/main" id="{AFA355D9-47D5-662F-1A7B-8C2D92C053B5}"/>
              </a:ext>
            </a:extLst>
          </p:cNvPr>
          <p:cNvCxnSpPr>
            <a:cxnSpLocks/>
            <a:stCxn id="29" idx="3"/>
            <a:endCxn id="28" idx="1"/>
          </p:cNvCxnSpPr>
          <p:nvPr/>
        </p:nvCxnSpPr>
        <p:spPr>
          <a:xfrm>
            <a:off x="2077317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29">
            <a:extLst>
              <a:ext uri="{FF2B5EF4-FFF2-40B4-BE49-F238E27FC236}">
                <a16:creationId xmlns:a16="http://schemas.microsoft.com/office/drawing/2014/main" id="{A87D3520-DD14-E30C-4291-1C37B4DCDB91}"/>
              </a:ext>
            </a:extLst>
          </p:cNvPr>
          <p:cNvSpPr/>
          <p:nvPr/>
        </p:nvSpPr>
        <p:spPr>
          <a:xfrm>
            <a:off x="5450572" y="1851670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32" name="사각형: 둥근 모서리 29">
            <a:extLst>
              <a:ext uri="{FF2B5EF4-FFF2-40B4-BE49-F238E27FC236}">
                <a16:creationId xmlns:a16="http://schemas.microsoft.com/office/drawing/2014/main" id="{213B2CC5-D52F-D2A4-CADD-7C6EA9B23701}"/>
              </a:ext>
            </a:extLst>
          </p:cNvPr>
          <p:cNvSpPr/>
          <p:nvPr/>
        </p:nvSpPr>
        <p:spPr>
          <a:xfrm>
            <a:off x="5541081" y="1951122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33" name="사각형: 둥근 모서리 29">
            <a:extLst>
              <a:ext uri="{FF2B5EF4-FFF2-40B4-BE49-F238E27FC236}">
                <a16:creationId xmlns:a16="http://schemas.microsoft.com/office/drawing/2014/main" id="{EC26083D-6DBA-A754-DB94-36D4550FB3A2}"/>
              </a:ext>
            </a:extLst>
          </p:cNvPr>
          <p:cNvSpPr/>
          <p:nvPr/>
        </p:nvSpPr>
        <p:spPr>
          <a:xfrm>
            <a:off x="6829902" y="2045930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34" name="사각형: 둥근 모서리 29">
            <a:extLst>
              <a:ext uri="{FF2B5EF4-FFF2-40B4-BE49-F238E27FC236}">
                <a16:creationId xmlns:a16="http://schemas.microsoft.com/office/drawing/2014/main" id="{7D67EF93-D3CB-BDE4-08F7-694E0D9B1738}"/>
              </a:ext>
            </a:extLst>
          </p:cNvPr>
          <p:cNvSpPr/>
          <p:nvPr/>
        </p:nvSpPr>
        <p:spPr>
          <a:xfrm>
            <a:off x="5638840" y="2045930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5" name="Straight Arrow Connector 81">
            <a:extLst>
              <a:ext uri="{FF2B5EF4-FFF2-40B4-BE49-F238E27FC236}">
                <a16:creationId xmlns:a16="http://schemas.microsoft.com/office/drawing/2014/main" id="{348CB496-C848-EE63-622E-4EBF46BB10D7}"/>
              </a:ext>
            </a:extLst>
          </p:cNvPr>
          <p:cNvCxnSpPr>
            <a:cxnSpLocks/>
            <a:stCxn id="34" idx="3"/>
            <a:endCxn id="33" idx="1"/>
          </p:cNvCxnSpPr>
          <p:nvPr/>
        </p:nvCxnSpPr>
        <p:spPr>
          <a:xfrm>
            <a:off x="6530122" y="2265628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80">
            <a:extLst>
              <a:ext uri="{FF2B5EF4-FFF2-40B4-BE49-F238E27FC236}">
                <a16:creationId xmlns:a16="http://schemas.microsoft.com/office/drawing/2014/main" id="{60D77C7A-7EB3-5D25-0373-DA9D1152FF5A}"/>
              </a:ext>
            </a:extLst>
          </p:cNvPr>
          <p:cNvCxnSpPr>
            <a:cxnSpLocks/>
            <a:stCxn id="28" idx="0"/>
            <a:endCxn id="9" idx="0"/>
          </p:cNvCxnSpPr>
          <p:nvPr/>
        </p:nvCxnSpPr>
        <p:spPr>
          <a:xfrm rot="5400000" flipH="1" flipV="1">
            <a:off x="3382016" y="977330"/>
            <a:ext cx="509322" cy="1627879"/>
          </a:xfrm>
          <a:prstGeom prst="bentConnector3">
            <a:avLst>
              <a:gd name="adj1" fmla="val 14488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80">
            <a:extLst>
              <a:ext uri="{FF2B5EF4-FFF2-40B4-BE49-F238E27FC236}">
                <a16:creationId xmlns:a16="http://schemas.microsoft.com/office/drawing/2014/main" id="{08F1DEB0-4265-25DB-7A8D-0D7B60041B5C}"/>
              </a:ext>
            </a:extLst>
          </p:cNvPr>
          <p:cNvCxnSpPr>
            <a:cxnSpLocks/>
            <a:stCxn id="2" idx="2"/>
            <a:endCxn id="34" idx="2"/>
          </p:cNvCxnSpPr>
          <p:nvPr/>
        </p:nvCxnSpPr>
        <p:spPr>
          <a:xfrm rot="5400000" flipH="1" flipV="1">
            <a:off x="4776065" y="2159878"/>
            <a:ext cx="982968" cy="1633863"/>
          </a:xfrm>
          <a:prstGeom prst="bentConnector3">
            <a:avLst>
              <a:gd name="adj1" fmla="val -2325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78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B1732-004B-1080-5A4B-6E97898EB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ED1C6B-1951-402E-604B-8DFAE4A37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636D9-0DCF-66B0-651C-09D5F0A1DE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9974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68313-8269-6F2B-8540-BF86D0121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1FDABE30-4690-5763-EB2D-8A0FEFF512F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5EA79A3D-2C6A-F306-067D-CE060C2723B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673BDB24-6F73-C2D5-856F-080E73969208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17D29EC-AAF5-3EA1-8E9F-716121138F5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05A0D838-F92F-1A5D-CD55-A905DBA2404C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F8A0270-AF4B-03C8-4225-D2236B476495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7F11F06-8FDA-55C1-E7F7-11DFBBC8B67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A77CF21F-59FD-C092-644A-F3539F407A05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2C3FBF66-6155-DD58-06DD-3A1763448E9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D3278817-B173-AAFA-13F4-CC95E5CBAD1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65E83B8-7E8E-7BC6-4D84-9021251E07AB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73B78DC4-0156-BC0F-8EA5-4651A5621310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69B2F2EF-5AFF-7F7C-B16A-9F12F7E92AE4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E3BC87B-C28E-FFEE-42E3-F17B06372E37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DDC6FD5-83BD-9185-E9B6-E52D128EB96C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BFBC4CA1-46E1-5C35-FD8A-1A12F1145438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FAD9948B-32A6-7D7F-3687-C491BAB3D65C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2D541513-5865-B95B-E42D-6921F4405E57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CF62AE78-EBC6-4549-3F8D-FC35E1DB6D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389FA8F-968A-1748-07D1-066D67AE25F7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A19CC473-0B2A-68C4-BE8A-A11D3249EDBF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5445D30-8261-22D2-2F17-9A2919D1EB13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250851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36641-3808-7FA2-63FF-FE1B7111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4B28D3EE-AC41-F287-C602-F91E3286E435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BDEBE5B0-2B61-FA7C-17C6-04A2A54DE464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4CC0516A-DE84-4456-96BB-093352C279B0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7A2DD65A-8DBD-686A-668C-256AE252E1D8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AB17CBEF-EB45-E298-947D-CF78760686B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972B2E46-19F1-0B2D-8BE4-EB13A8E6EA2D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C3ABCEC-ACC6-4DE9-0BC4-5C96CD08BF8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E0321CF3-29F4-8EDF-5E24-28F963B82082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BB4BACD5-6239-1472-D81F-30537F4443E7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4CDA1DCD-9552-1B2F-D3E8-357218DCA09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5AD25256-2BDB-9B70-9B8A-CAA6D8241BD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BEE4913-03B1-EFB0-6CF7-B969234DB894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4A5FBD09-F440-8117-FC3E-D61C3016DF78}"/>
              </a:ext>
            </a:extLst>
          </p:cNvPr>
          <p:cNvCxnSpPr>
            <a:cxnSpLocks/>
          </p:cNvCxnSpPr>
          <p:nvPr/>
        </p:nvCxnSpPr>
        <p:spPr>
          <a:xfrm>
            <a:off x="5462033" y="167728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0623BB3-9B70-9219-490D-557B22AF28F0}"/>
              </a:ext>
            </a:extLst>
          </p:cNvPr>
          <p:cNvSpPr txBox="1"/>
          <p:nvPr/>
        </p:nvSpPr>
        <p:spPr>
          <a:xfrm>
            <a:off x="5584334" y="167728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BA06F6EA-B408-CFB6-25C7-BC33698635B7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4A9AB0D-28A8-33D5-08BB-33DB3A318A19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53F8E726-C186-6686-F195-10B3EF729555}"/>
              </a:ext>
            </a:extLst>
          </p:cNvPr>
          <p:cNvCxnSpPr>
            <a:cxnSpLocks/>
          </p:cNvCxnSpPr>
          <p:nvPr/>
        </p:nvCxnSpPr>
        <p:spPr>
          <a:xfrm>
            <a:off x="3681977" y="174929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FA43705E-F944-C487-57D5-67E44B532C04}"/>
              </a:ext>
            </a:extLst>
          </p:cNvPr>
          <p:cNvCxnSpPr>
            <a:cxnSpLocks/>
          </p:cNvCxnSpPr>
          <p:nvPr/>
        </p:nvCxnSpPr>
        <p:spPr>
          <a:xfrm>
            <a:off x="763987" y="182130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0BC113F7-B6AD-F382-E6AB-0CB1193B3B2D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B184DC-1E6E-80EB-C72C-CC21BF79F89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cxnSp>
        <p:nvCxnSpPr>
          <p:cNvPr id="5" name="Straight Arrow Connector 81">
            <a:extLst>
              <a:ext uri="{FF2B5EF4-FFF2-40B4-BE49-F238E27FC236}">
                <a16:creationId xmlns:a16="http://schemas.microsoft.com/office/drawing/2014/main" id="{5B6418BE-7828-8329-29EF-9DFF29318C6A}"/>
              </a:ext>
            </a:extLst>
          </p:cNvPr>
          <p:cNvCxnSpPr>
            <a:cxnSpLocks/>
          </p:cNvCxnSpPr>
          <p:nvPr/>
        </p:nvCxnSpPr>
        <p:spPr>
          <a:xfrm>
            <a:off x="763988" y="2169728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E74979D-3591-1207-DEDB-A02CDBE2B6DD}"/>
              </a:ext>
            </a:extLst>
          </p:cNvPr>
          <p:cNvSpPr txBox="1"/>
          <p:nvPr/>
        </p:nvSpPr>
        <p:spPr>
          <a:xfrm>
            <a:off x="763987" y="192350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037743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469A-990A-21D2-ADEE-7EFB4D4F4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E1421944-E955-0755-1748-5FB76F198AAD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DB4CD3DB-7FCB-A4AE-8FEE-F4A0F6881712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7561BF94-A1F5-E83C-13D6-74738CE837FB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F9927F52-7A87-8DCA-5153-6BA9F74C7E4C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30E9B784-70E9-A1B1-C519-5196AE0AC856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FBD11923-9BD8-B896-05E3-3F596B4F4492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C86ED5DC-4053-B611-0E7B-9BC1D84D8EE0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2D1552C-6218-EE8E-31E8-6EEFB5D7B3A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F038430-9C38-47B3-4E67-3D5453DA97D4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6E90069F-FBFF-B08A-7649-60A2B1ECB50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36C99D28-3159-2273-9AA3-FE9E1FB919B7}"/>
              </a:ext>
            </a:extLst>
          </p:cNvPr>
          <p:cNvCxnSpPr>
            <a:cxnSpLocks/>
          </p:cNvCxnSpPr>
          <p:nvPr/>
        </p:nvCxnSpPr>
        <p:spPr>
          <a:xfrm>
            <a:off x="763988" y="143188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600E884D-5157-2B3A-3AB5-7B69F1D380F6}"/>
              </a:ext>
            </a:extLst>
          </p:cNvPr>
          <p:cNvSpPr txBox="1"/>
          <p:nvPr/>
        </p:nvSpPr>
        <p:spPr>
          <a:xfrm>
            <a:off x="763987" y="118566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mock-server:8080/delay/5000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AAEE8836-3AD8-8CF3-89CB-C84AE356063F}"/>
              </a:ext>
            </a:extLst>
          </p:cNvPr>
          <p:cNvCxnSpPr>
            <a:cxnSpLocks/>
          </p:cNvCxnSpPr>
          <p:nvPr/>
        </p:nvCxnSpPr>
        <p:spPr>
          <a:xfrm>
            <a:off x="3681969" y="1505680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CC560726-5BB4-D246-67B6-C242B5063337}"/>
              </a:ext>
            </a:extLst>
          </p:cNvPr>
          <p:cNvCxnSpPr>
            <a:cxnSpLocks/>
          </p:cNvCxnSpPr>
          <p:nvPr/>
        </p:nvCxnSpPr>
        <p:spPr>
          <a:xfrm>
            <a:off x="5462033" y="1585571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F0536F2-1CCC-99F0-8EAB-1DAB48C2E9A6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62B0559-6095-1175-84AF-0108EA34C51F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3B993C-DFEB-CF48-7C99-B103252E6117}"/>
              </a:ext>
            </a:extLst>
          </p:cNvPr>
          <p:cNvSpPr txBox="1"/>
          <p:nvPr/>
        </p:nvSpPr>
        <p:spPr>
          <a:xfrm>
            <a:off x="763987" y="153978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E290B414-2077-03F0-12CA-8E701FA5ECDC}"/>
              </a:ext>
            </a:extLst>
          </p:cNvPr>
          <p:cNvCxnSpPr>
            <a:cxnSpLocks/>
          </p:cNvCxnSpPr>
          <p:nvPr/>
        </p:nvCxnSpPr>
        <p:spPr>
          <a:xfrm>
            <a:off x="763988" y="1786012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AB65D176-B0AE-7ED7-0CA3-3CBF43CCC7C1}"/>
              </a:ext>
            </a:extLst>
          </p:cNvPr>
          <p:cNvCxnSpPr>
            <a:cxnSpLocks/>
          </p:cNvCxnSpPr>
          <p:nvPr/>
        </p:nvCxnSpPr>
        <p:spPr>
          <a:xfrm>
            <a:off x="3681969" y="185980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871F3401-4DB6-E1A3-4058-EAA7205BDF31}"/>
              </a:ext>
            </a:extLst>
          </p:cNvPr>
          <p:cNvCxnSpPr>
            <a:cxnSpLocks/>
          </p:cNvCxnSpPr>
          <p:nvPr/>
        </p:nvCxnSpPr>
        <p:spPr>
          <a:xfrm>
            <a:off x="5462033" y="193969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FA29EF37-AAC7-89FE-B8F8-AD8AF9E014B1}"/>
              </a:ext>
            </a:extLst>
          </p:cNvPr>
          <p:cNvCxnSpPr>
            <a:cxnSpLocks/>
          </p:cNvCxnSpPr>
          <p:nvPr/>
        </p:nvCxnSpPr>
        <p:spPr>
          <a:xfrm>
            <a:off x="3681969" y="2203827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ED037383-3E51-EC01-0D7A-629AB96B321C}"/>
              </a:ext>
            </a:extLst>
          </p:cNvPr>
          <p:cNvCxnSpPr>
            <a:cxnSpLocks/>
          </p:cNvCxnSpPr>
          <p:nvPr/>
        </p:nvCxnSpPr>
        <p:spPr>
          <a:xfrm>
            <a:off x="5462033" y="2283718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75E4A917-B6DF-88E1-E549-591A47BED4B4}"/>
              </a:ext>
            </a:extLst>
          </p:cNvPr>
          <p:cNvSpPr txBox="1"/>
          <p:nvPr/>
        </p:nvSpPr>
        <p:spPr>
          <a:xfrm>
            <a:off x="3681968" y="195354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085625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0BB47-55FC-A44F-B2A5-056CEEB2D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D4B0BE91-4E51-84EF-2F49-1FF70DE38149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92FEBECD-014E-1FCE-1A5E-6C7FCD0B88FA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BB68702A-6E61-1793-C1A4-520A761EE7D7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98BE2486-F289-3189-578C-6B4BC9F1A5C2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5CB09E3F-7905-5FF0-8844-E1BEC7E99CF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662DB82A-CC98-4FD9-9775-9DF27B4268AC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BD29BE1A-09D4-6DAB-39EE-8B1DAA0318B1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9E625DD2-1891-1EEE-BC6D-7A2D4626FA6D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18FBBB0D-7D45-9E2C-2DA9-C0921490E302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1D67D35F-C96A-52CB-8E4C-1FB9DA43E438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407307EB-5C9E-3866-E5CC-521BE0128BE4}"/>
              </a:ext>
            </a:extLst>
          </p:cNvPr>
          <p:cNvCxnSpPr>
            <a:cxnSpLocks/>
          </p:cNvCxnSpPr>
          <p:nvPr/>
        </p:nvCxnSpPr>
        <p:spPr>
          <a:xfrm>
            <a:off x="763988" y="143188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73F56D7-C550-BC50-349D-9636296D26E5}"/>
              </a:ext>
            </a:extLst>
          </p:cNvPr>
          <p:cNvSpPr txBox="1"/>
          <p:nvPr/>
        </p:nvSpPr>
        <p:spPr>
          <a:xfrm>
            <a:off x="763986" y="1185663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mock-server:8080/reset-before-response/1000</a:t>
            </a:r>
            <a:endParaRPr kumimoji="1" lang="ko-KR" altLang="en-US" sz="1000" i="1"/>
          </a:p>
        </p:txBody>
      </p:sp>
      <p:cxnSp>
        <p:nvCxnSpPr>
          <p:cNvPr id="54" name="Straight Arrow Connector 81">
            <a:extLst>
              <a:ext uri="{FF2B5EF4-FFF2-40B4-BE49-F238E27FC236}">
                <a16:creationId xmlns:a16="http://schemas.microsoft.com/office/drawing/2014/main" id="{B77EBA17-EF7D-8CE4-8A6D-CDA443310B12}"/>
              </a:ext>
            </a:extLst>
          </p:cNvPr>
          <p:cNvCxnSpPr>
            <a:cxnSpLocks/>
          </p:cNvCxnSpPr>
          <p:nvPr/>
        </p:nvCxnSpPr>
        <p:spPr>
          <a:xfrm>
            <a:off x="5462033" y="2006276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2111CA3-34AE-057C-2CDF-F40DAA539354}"/>
              </a:ext>
            </a:extLst>
          </p:cNvPr>
          <p:cNvSpPr txBox="1"/>
          <p:nvPr/>
        </p:nvSpPr>
        <p:spPr>
          <a:xfrm>
            <a:off x="2666358" y="20379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D03C5C8D-6BA5-274A-850A-22C6CC6B7BA2}"/>
              </a:ext>
            </a:extLst>
          </p:cNvPr>
          <p:cNvCxnSpPr>
            <a:cxnSpLocks/>
          </p:cNvCxnSpPr>
          <p:nvPr/>
        </p:nvCxnSpPr>
        <p:spPr>
          <a:xfrm>
            <a:off x="3681969" y="1505679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ED8BA536-A74A-AB7D-5673-49353D2A389D}"/>
              </a:ext>
            </a:extLst>
          </p:cNvPr>
          <p:cNvCxnSpPr>
            <a:cxnSpLocks/>
          </p:cNvCxnSpPr>
          <p:nvPr/>
        </p:nvCxnSpPr>
        <p:spPr>
          <a:xfrm>
            <a:off x="5462033" y="1585570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9FA8D0C5-E452-DF3C-CB38-937FB4A28B50}"/>
              </a:ext>
            </a:extLst>
          </p:cNvPr>
          <p:cNvCxnSpPr>
            <a:cxnSpLocks/>
          </p:cNvCxnSpPr>
          <p:nvPr/>
        </p:nvCxnSpPr>
        <p:spPr>
          <a:xfrm>
            <a:off x="3681977" y="207828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0764FA75-A45A-50C2-EFB8-171A2ECE4B01}"/>
              </a:ext>
            </a:extLst>
          </p:cNvPr>
          <p:cNvCxnSpPr>
            <a:cxnSpLocks/>
          </p:cNvCxnSpPr>
          <p:nvPr/>
        </p:nvCxnSpPr>
        <p:spPr>
          <a:xfrm>
            <a:off x="763987" y="215029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8575321F-DA7E-D278-DE23-E5570022C613}"/>
              </a:ext>
            </a:extLst>
          </p:cNvPr>
          <p:cNvSpPr/>
          <p:nvPr/>
        </p:nvSpPr>
        <p:spPr>
          <a:xfrm>
            <a:off x="8241825" y="1585569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ED7F0-227D-B119-D125-4DCF435EED7A}"/>
              </a:ext>
            </a:extLst>
          </p:cNvPr>
          <p:cNvSpPr txBox="1"/>
          <p:nvPr/>
        </p:nvSpPr>
        <p:spPr>
          <a:xfrm>
            <a:off x="8410775" y="1680027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DBC783-7EC4-22AA-6E83-FB3B60F5B6B4}"/>
              </a:ext>
            </a:extLst>
          </p:cNvPr>
          <p:cNvSpPr txBox="1"/>
          <p:nvPr/>
        </p:nvSpPr>
        <p:spPr>
          <a:xfrm>
            <a:off x="5584333" y="2003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AFD9B98-D008-F61C-AA42-57C9239BD751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0DA25AE-2056-0077-7D91-EF1B4E4066C1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6D593B-D3F0-75EC-67FA-145BE00972A7}"/>
              </a:ext>
            </a:extLst>
          </p:cNvPr>
          <p:cNvSpPr txBox="1"/>
          <p:nvPr/>
        </p:nvSpPr>
        <p:spPr>
          <a:xfrm>
            <a:off x="763987" y="225241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4" name="Straight Arrow Connector 81">
            <a:extLst>
              <a:ext uri="{FF2B5EF4-FFF2-40B4-BE49-F238E27FC236}">
                <a16:creationId xmlns:a16="http://schemas.microsoft.com/office/drawing/2014/main" id="{F930E445-E6F7-8D17-121B-603C085D548F}"/>
              </a:ext>
            </a:extLst>
          </p:cNvPr>
          <p:cNvCxnSpPr>
            <a:cxnSpLocks/>
          </p:cNvCxnSpPr>
          <p:nvPr/>
        </p:nvCxnSpPr>
        <p:spPr>
          <a:xfrm>
            <a:off x="763988" y="2498644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2402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AE7AB-87CD-BC59-E9C8-46F7963E9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9F886A1B-5171-B477-B1E2-80213B993251}"/>
              </a:ext>
            </a:extLst>
          </p:cNvPr>
          <p:cNvSpPr/>
          <p:nvPr/>
        </p:nvSpPr>
        <p:spPr>
          <a:xfrm>
            <a:off x="179512" y="123478"/>
            <a:ext cx="4032448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44C7BB2-287B-7CA9-3611-CDAC28833FFB}"/>
              </a:ext>
            </a:extLst>
          </p:cNvPr>
          <p:cNvSpPr/>
          <p:nvPr/>
        </p:nvSpPr>
        <p:spPr>
          <a:xfrm>
            <a:off x="3236328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" name="사각형: 둥근 모서리 29">
            <a:extLst>
              <a:ext uri="{FF2B5EF4-FFF2-40B4-BE49-F238E27FC236}">
                <a16:creationId xmlns:a16="http://schemas.microsoft.com/office/drawing/2014/main" id="{329C40AC-62A6-EA0E-C9C7-919008228F45}"/>
              </a:ext>
            </a:extLst>
          </p:cNvPr>
          <p:cNvSpPr/>
          <p:nvPr/>
        </p:nvSpPr>
        <p:spPr>
          <a:xfrm>
            <a:off x="269263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0" name="사각형: 둥근 모서리 29">
            <a:extLst>
              <a:ext uri="{FF2B5EF4-FFF2-40B4-BE49-F238E27FC236}">
                <a16:creationId xmlns:a16="http://schemas.microsoft.com/office/drawing/2014/main" id="{3381388C-31CE-3BA1-933F-F6814F5E7061}"/>
              </a:ext>
            </a:extLst>
          </p:cNvPr>
          <p:cNvSpPr/>
          <p:nvPr/>
        </p:nvSpPr>
        <p:spPr>
          <a:xfrm>
            <a:off x="4932042" y="123478"/>
            <a:ext cx="4032446" cy="600168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sp>
        <p:nvSpPr>
          <p:cNvPr id="11" name="사각형: 둥근 모서리 29">
            <a:extLst>
              <a:ext uri="{FF2B5EF4-FFF2-40B4-BE49-F238E27FC236}">
                <a16:creationId xmlns:a16="http://schemas.microsoft.com/office/drawing/2014/main" id="{DD6CEC63-4A89-B3E2-8924-467501D335AB}"/>
              </a:ext>
            </a:extLst>
          </p:cNvPr>
          <p:cNvSpPr/>
          <p:nvPr/>
        </p:nvSpPr>
        <p:spPr>
          <a:xfrm>
            <a:off x="7885282" y="195486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2" name="사각형: 둥근 모서리 29">
            <a:extLst>
              <a:ext uri="{FF2B5EF4-FFF2-40B4-BE49-F238E27FC236}">
                <a16:creationId xmlns:a16="http://schemas.microsoft.com/office/drawing/2014/main" id="{BB9DBB4E-0D4C-5748-9BA6-A80035343A2B}"/>
              </a:ext>
            </a:extLst>
          </p:cNvPr>
          <p:cNvSpPr/>
          <p:nvPr/>
        </p:nvSpPr>
        <p:spPr>
          <a:xfrm>
            <a:off x="5016392" y="195486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92E1B4A6-6834-2243-F4E3-525026B4389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681969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81">
            <a:extLst>
              <a:ext uri="{FF2B5EF4-FFF2-40B4-BE49-F238E27FC236}">
                <a16:creationId xmlns:a16="http://schemas.microsoft.com/office/drawing/2014/main" id="{2FD70B6F-7830-1F73-E0CF-FE152D91FA7F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63992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985165D9-6BFA-A058-CE2C-DC229BAF1B30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380011" y="634882"/>
            <a:ext cx="0" cy="4385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81">
            <a:extLst>
              <a:ext uri="{FF2B5EF4-FFF2-40B4-BE49-F238E27FC236}">
                <a16:creationId xmlns:a16="http://schemas.microsoft.com/office/drawing/2014/main" id="{8AD2040C-E047-FAA5-E8AD-F04999BF5E25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5462033" y="634882"/>
            <a:ext cx="0" cy="43131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81">
            <a:extLst>
              <a:ext uri="{FF2B5EF4-FFF2-40B4-BE49-F238E27FC236}">
                <a16:creationId xmlns:a16="http://schemas.microsoft.com/office/drawing/2014/main" id="{8AFEF405-988E-FF87-9158-29D249B91536}"/>
              </a:ext>
            </a:extLst>
          </p:cNvPr>
          <p:cNvCxnSpPr>
            <a:cxnSpLocks/>
          </p:cNvCxnSpPr>
          <p:nvPr/>
        </p:nvCxnSpPr>
        <p:spPr>
          <a:xfrm>
            <a:off x="763988" y="1431263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E451B5E-3D14-003E-6CCE-E7B281038160}"/>
              </a:ext>
            </a:extLst>
          </p:cNvPr>
          <p:cNvSpPr txBox="1"/>
          <p:nvPr/>
        </p:nvSpPr>
        <p:spPr>
          <a:xfrm>
            <a:off x="763986" y="1185042"/>
            <a:ext cx="31599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mock-server:8080/reset-after-response/1000</a:t>
            </a:r>
            <a:endParaRPr kumimoji="1" lang="ko-KR" altLang="en-US" sz="1000" i="1"/>
          </a:p>
        </p:txBody>
      </p:sp>
      <p:cxnSp>
        <p:nvCxnSpPr>
          <p:cNvPr id="63" name="Straight Arrow Connector 81">
            <a:extLst>
              <a:ext uri="{FF2B5EF4-FFF2-40B4-BE49-F238E27FC236}">
                <a16:creationId xmlns:a16="http://schemas.microsoft.com/office/drawing/2014/main" id="{CDC247C2-C413-D8A7-8631-AC28179AC884}"/>
              </a:ext>
            </a:extLst>
          </p:cNvPr>
          <p:cNvCxnSpPr>
            <a:cxnSpLocks/>
          </p:cNvCxnSpPr>
          <p:nvPr/>
        </p:nvCxnSpPr>
        <p:spPr>
          <a:xfrm>
            <a:off x="3681969" y="1505058"/>
            <a:ext cx="178006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81">
            <a:extLst>
              <a:ext uri="{FF2B5EF4-FFF2-40B4-BE49-F238E27FC236}">
                <a16:creationId xmlns:a16="http://schemas.microsoft.com/office/drawing/2014/main" id="{006CC072-6B0F-300F-33A0-D14071DADA2E}"/>
              </a:ext>
            </a:extLst>
          </p:cNvPr>
          <p:cNvCxnSpPr>
            <a:cxnSpLocks/>
          </p:cNvCxnSpPr>
          <p:nvPr/>
        </p:nvCxnSpPr>
        <p:spPr>
          <a:xfrm>
            <a:off x="5462033" y="1584949"/>
            <a:ext cx="29179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81">
            <a:extLst>
              <a:ext uri="{FF2B5EF4-FFF2-40B4-BE49-F238E27FC236}">
                <a16:creationId xmlns:a16="http://schemas.microsoft.com/office/drawing/2014/main" id="{8A01F1A2-DBDF-339E-09AA-5E1AA2967FED}"/>
              </a:ext>
            </a:extLst>
          </p:cNvPr>
          <p:cNvCxnSpPr>
            <a:cxnSpLocks/>
          </p:cNvCxnSpPr>
          <p:nvPr/>
        </p:nvCxnSpPr>
        <p:spPr>
          <a:xfrm>
            <a:off x="3681977" y="2425924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81">
            <a:extLst>
              <a:ext uri="{FF2B5EF4-FFF2-40B4-BE49-F238E27FC236}">
                <a16:creationId xmlns:a16="http://schemas.microsoft.com/office/drawing/2014/main" id="{A1F85A67-17B7-A383-AB73-D5261130B6F6}"/>
              </a:ext>
            </a:extLst>
          </p:cNvPr>
          <p:cNvCxnSpPr>
            <a:cxnSpLocks/>
          </p:cNvCxnSpPr>
          <p:nvPr/>
        </p:nvCxnSpPr>
        <p:spPr>
          <a:xfrm>
            <a:off x="763987" y="2497932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호 1">
            <a:extLst>
              <a:ext uri="{FF2B5EF4-FFF2-40B4-BE49-F238E27FC236}">
                <a16:creationId xmlns:a16="http://schemas.microsoft.com/office/drawing/2014/main" id="{02D563A1-4A24-4696-907F-FC3419BC0C2F}"/>
              </a:ext>
            </a:extLst>
          </p:cNvPr>
          <p:cNvSpPr/>
          <p:nvPr/>
        </p:nvSpPr>
        <p:spPr>
          <a:xfrm>
            <a:off x="8241825" y="1584948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A0058D-7E61-0610-225C-E6FD3ACB2842}"/>
              </a:ext>
            </a:extLst>
          </p:cNvPr>
          <p:cNvSpPr txBox="1"/>
          <p:nvPr/>
        </p:nvSpPr>
        <p:spPr>
          <a:xfrm>
            <a:off x="8410775" y="1653008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975DC0-819C-B24F-D060-7140F710F8C3}"/>
              </a:ext>
            </a:extLst>
          </p:cNvPr>
          <p:cNvSpPr txBox="1"/>
          <p:nvPr/>
        </p:nvSpPr>
        <p:spPr>
          <a:xfrm>
            <a:off x="2666355" y="242039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FIN</a:t>
            </a:r>
            <a:endParaRPr kumimoji="1" lang="ko-KR" altLang="en-US" sz="1000" i="1"/>
          </a:p>
        </p:txBody>
      </p:sp>
      <p:cxnSp>
        <p:nvCxnSpPr>
          <p:cNvPr id="16" name="Straight Arrow Connector 81">
            <a:extLst>
              <a:ext uri="{FF2B5EF4-FFF2-40B4-BE49-F238E27FC236}">
                <a16:creationId xmlns:a16="http://schemas.microsoft.com/office/drawing/2014/main" id="{630E53CB-5D9C-94D8-3BA6-96931311DC29}"/>
              </a:ext>
            </a:extLst>
          </p:cNvPr>
          <p:cNvCxnSpPr>
            <a:cxnSpLocks/>
          </p:cNvCxnSpPr>
          <p:nvPr/>
        </p:nvCxnSpPr>
        <p:spPr>
          <a:xfrm>
            <a:off x="5462033" y="2010278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2BAE498D-05D7-0C87-8B10-193D78114968}"/>
              </a:ext>
            </a:extLst>
          </p:cNvPr>
          <p:cNvCxnSpPr>
            <a:cxnSpLocks/>
          </p:cNvCxnSpPr>
          <p:nvPr/>
        </p:nvCxnSpPr>
        <p:spPr>
          <a:xfrm>
            <a:off x="3681977" y="2082286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81">
            <a:extLst>
              <a:ext uri="{FF2B5EF4-FFF2-40B4-BE49-F238E27FC236}">
                <a16:creationId xmlns:a16="http://schemas.microsoft.com/office/drawing/2014/main" id="{A43474A5-FA46-19BB-40F7-F2A4285E6DD6}"/>
              </a:ext>
            </a:extLst>
          </p:cNvPr>
          <p:cNvCxnSpPr>
            <a:cxnSpLocks/>
          </p:cNvCxnSpPr>
          <p:nvPr/>
        </p:nvCxnSpPr>
        <p:spPr>
          <a:xfrm>
            <a:off x="763987" y="2154294"/>
            <a:ext cx="2917982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0385E62-9F05-5EBF-DBB8-163F6D2FC644}"/>
              </a:ext>
            </a:extLst>
          </p:cNvPr>
          <p:cNvSpPr txBox="1"/>
          <p:nvPr/>
        </p:nvSpPr>
        <p:spPr>
          <a:xfrm>
            <a:off x="5584333" y="200796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 + Partial Response</a:t>
            </a:r>
            <a:endParaRPr kumimoji="1" lang="ko-KR" altLang="en-US" sz="1000" i="1"/>
          </a:p>
        </p:txBody>
      </p:sp>
      <p:cxnSp>
        <p:nvCxnSpPr>
          <p:cNvPr id="21" name="Straight Arrow Connector 81">
            <a:extLst>
              <a:ext uri="{FF2B5EF4-FFF2-40B4-BE49-F238E27FC236}">
                <a16:creationId xmlns:a16="http://schemas.microsoft.com/office/drawing/2014/main" id="{C4B9F288-0902-F04E-62C0-6788D86564A4}"/>
              </a:ext>
            </a:extLst>
          </p:cNvPr>
          <p:cNvCxnSpPr>
            <a:cxnSpLocks/>
          </p:cNvCxnSpPr>
          <p:nvPr/>
        </p:nvCxnSpPr>
        <p:spPr>
          <a:xfrm>
            <a:off x="5462028" y="2326563"/>
            <a:ext cx="2917977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33925310-591A-85F5-13DB-D13C9373B0AD}"/>
              </a:ext>
            </a:extLst>
          </p:cNvPr>
          <p:cNvCxnSpPr>
            <a:cxnSpLocks/>
          </p:cNvCxnSpPr>
          <p:nvPr/>
        </p:nvCxnSpPr>
        <p:spPr>
          <a:xfrm>
            <a:off x="3681972" y="2763295"/>
            <a:ext cx="1780056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3BC9DED-8EE9-68C8-3AE6-0FABDF2E807E}"/>
              </a:ext>
            </a:extLst>
          </p:cNvPr>
          <p:cNvSpPr txBox="1"/>
          <p:nvPr/>
        </p:nvSpPr>
        <p:spPr>
          <a:xfrm>
            <a:off x="5584328" y="232425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3265C1-93A7-32EA-CE5C-77945D0046BB}"/>
              </a:ext>
            </a:extLst>
          </p:cNvPr>
          <p:cNvSpPr txBox="1"/>
          <p:nvPr/>
        </p:nvSpPr>
        <p:spPr>
          <a:xfrm>
            <a:off x="2666355" y="276329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27" name="Straight Arrow Connector 81">
            <a:extLst>
              <a:ext uri="{FF2B5EF4-FFF2-40B4-BE49-F238E27FC236}">
                <a16:creationId xmlns:a16="http://schemas.microsoft.com/office/drawing/2014/main" id="{3AE37C0C-060D-4235-4D6C-821BE262B007}"/>
              </a:ext>
            </a:extLst>
          </p:cNvPr>
          <p:cNvCxnSpPr>
            <a:cxnSpLocks/>
          </p:cNvCxnSpPr>
          <p:nvPr/>
        </p:nvCxnSpPr>
        <p:spPr>
          <a:xfrm>
            <a:off x="763988" y="1077765"/>
            <a:ext cx="291798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57B0BC4-5506-429A-7D61-0604C87A31F4}"/>
              </a:ext>
            </a:extLst>
          </p:cNvPr>
          <p:cNvSpPr txBox="1"/>
          <p:nvPr/>
        </p:nvSpPr>
        <p:spPr>
          <a:xfrm>
            <a:off x="763987" y="83154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SYN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297070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DB2AF-FAF3-E1D1-9075-433C777E2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F70D05-8619-5924-D135-698121D5F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17710F4-4CD4-64F0-EB4D-F4B2214DD8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22530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98441-60C3-2B04-68DD-3F292947D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3DC9F-C06B-D143-E65A-00913DD1F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A18F04-0D2F-9A0C-EC30-4AD0FBAAC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988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1D244-26D7-6140-60E1-E03A5F2D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E7C860AB-99C2-5548-B211-1C5713672C6C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C3DFF99-F482-A5A6-19D9-6DEAAF1C93D6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394A9B85-E0CB-C3E2-FE6B-313FDB0F8276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E83EA57A-E1C7-74DD-D938-77886DEE88B0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B158FBE7-8CF1-D522-A286-8D7DED3F931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2FB41AAC-29ED-C86A-F5FE-80C636EE48C3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3AD24A9F-6640-EF23-87A5-D85494C3E613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789A67B3-1412-BD36-5A55-3995D51EB0D6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2D72CE6-D484-F2BE-F23D-8F2D5269CFD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3C137BD7-6783-3AEA-2E54-E0DEB4115F36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7CE4F32E-8DA1-2B58-FB4C-EF04F5E067EE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761FE38E-FE45-B2D9-FEB2-5C058A412947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9030E72C-75D0-5101-BCBB-F20E65CBF7C2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1DD5E458-4627-ECDC-EB61-C9360DD9EE62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27CB51E6-5DD2-9D69-16A8-3C99F2C8B39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8503C275-CF2C-2B51-2E41-E6DB18EDD050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B9EC7C6E-C256-CC67-5D93-504342EDC0A7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A4B68954-A646-B3E9-B9BC-4478931DAEB5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E9CCED40-2C00-B387-B7BC-AD47EE9854A5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CDD1A6AA-32EA-20E0-8EC1-9357B0CB5D87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BE712579-55D1-0371-8312-3A9CDBBFD97D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C982D15B-33E2-2313-C616-9751C4C9E450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9705ABF-F96A-CA9D-A70F-2B396DEB0002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FF6CFCB8-EACD-517B-C20F-FF639AA59450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794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A9799-1BD4-2511-727E-886F29085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모서리 29">
            <a:extLst>
              <a:ext uri="{FF2B5EF4-FFF2-40B4-BE49-F238E27FC236}">
                <a16:creationId xmlns:a16="http://schemas.microsoft.com/office/drawing/2014/main" id="{C83CEC76-212D-1763-6A95-0DE2858A1BB3}"/>
              </a:ext>
            </a:extLst>
          </p:cNvPr>
          <p:cNvSpPr/>
          <p:nvPr/>
        </p:nvSpPr>
        <p:spPr>
          <a:xfrm>
            <a:off x="179512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E1D13E9-C6CB-C0C9-EE3C-D3E61B7DF42B}"/>
              </a:ext>
            </a:extLst>
          </p:cNvPr>
          <p:cNvSpPr/>
          <p:nvPr/>
        </p:nvSpPr>
        <p:spPr>
          <a:xfrm>
            <a:off x="270021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shell </a:t>
            </a:r>
            <a:r>
              <a:rPr lang="en-US" altLang="ko-KR" sz="1000"/>
              <a:t>Pod</a:t>
            </a:r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F8E56E2-71B3-FE13-9089-3B8885069C12}"/>
              </a:ext>
            </a:extLst>
          </p:cNvPr>
          <p:cNvCxnSpPr>
            <a:cxnSpLocks/>
            <a:stCxn id="9" idx="2"/>
            <a:endCxn id="3" idx="0"/>
          </p:cNvCxnSpPr>
          <p:nvPr/>
        </p:nvCxnSpPr>
        <p:spPr>
          <a:xfrm>
            <a:off x="3689931" y="2043387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사각형: 둥근 모서리 29">
            <a:extLst>
              <a:ext uri="{FF2B5EF4-FFF2-40B4-BE49-F238E27FC236}">
                <a16:creationId xmlns:a16="http://schemas.microsoft.com/office/drawing/2014/main" id="{7C90F752-57B8-4B66-0366-E4A19F054399}"/>
              </a:ext>
            </a:extLst>
          </p:cNvPr>
          <p:cNvSpPr/>
          <p:nvPr/>
        </p:nvSpPr>
        <p:spPr>
          <a:xfrm>
            <a:off x="3027276" y="2923215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3" name="사각형: 둥근 모서리 29">
            <a:extLst>
              <a:ext uri="{FF2B5EF4-FFF2-40B4-BE49-F238E27FC236}">
                <a16:creationId xmlns:a16="http://schemas.microsoft.com/office/drawing/2014/main" id="{7D1C98E8-6733-F5EB-371F-CE8E7751BDC9}"/>
              </a:ext>
            </a:extLst>
          </p:cNvPr>
          <p:cNvSpPr/>
          <p:nvPr/>
        </p:nvSpPr>
        <p:spPr>
          <a:xfrm>
            <a:off x="3027275" y="221663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9" name="사각형: 둥근 모서리 29">
            <a:extLst>
              <a:ext uri="{FF2B5EF4-FFF2-40B4-BE49-F238E27FC236}">
                <a16:creationId xmlns:a16="http://schemas.microsoft.com/office/drawing/2014/main" id="{7E07A315-AEF4-6B27-5C04-08FD8946E078}"/>
              </a:ext>
            </a:extLst>
          </p:cNvPr>
          <p:cNvSpPr/>
          <p:nvPr/>
        </p:nvSpPr>
        <p:spPr>
          <a:xfrm>
            <a:off x="3027275" y="1517458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mock-server-http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11" name="Elbow Connector 80">
            <a:extLst>
              <a:ext uri="{FF2B5EF4-FFF2-40B4-BE49-F238E27FC236}">
                <a16:creationId xmlns:a16="http://schemas.microsoft.com/office/drawing/2014/main" id="{ED7AA9CF-F5CC-D569-8DCF-FFF979F628D1}"/>
              </a:ext>
            </a:extLst>
          </p:cNvPr>
          <p:cNvCxnSpPr>
            <a:cxnSpLocks/>
            <a:stCxn id="75" idx="0"/>
            <a:endCxn id="9" idx="0"/>
          </p:cNvCxnSpPr>
          <p:nvPr/>
        </p:nvCxnSpPr>
        <p:spPr>
          <a:xfrm rot="5400000" flipH="1" flipV="1">
            <a:off x="2588846" y="1031270"/>
            <a:ext cx="614896" cy="1587273"/>
          </a:xfrm>
          <a:prstGeom prst="bentConnector3">
            <a:avLst>
              <a:gd name="adj1" fmla="val 137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81">
            <a:extLst>
              <a:ext uri="{FF2B5EF4-FFF2-40B4-BE49-F238E27FC236}">
                <a16:creationId xmlns:a16="http://schemas.microsoft.com/office/drawing/2014/main" id="{65255914-9ADC-59FF-BBC2-742A57E33CAC}"/>
              </a:ext>
            </a:extLst>
          </p:cNvPr>
          <p:cNvCxnSpPr>
            <a:cxnSpLocks/>
            <a:stCxn id="3" idx="2"/>
            <a:endCxn id="2" idx="0"/>
          </p:cNvCxnSpPr>
          <p:nvPr/>
        </p:nvCxnSpPr>
        <p:spPr>
          <a:xfrm>
            <a:off x="3689931" y="2742566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F555840B-8DB0-18F2-7767-45E7F6C2DB47}"/>
              </a:ext>
            </a:extLst>
          </p:cNvPr>
          <p:cNvCxnSpPr>
            <a:cxnSpLocks/>
            <a:stCxn id="19" idx="2"/>
            <a:endCxn id="17" idx="0"/>
          </p:cNvCxnSpPr>
          <p:nvPr/>
        </p:nvCxnSpPr>
        <p:spPr>
          <a:xfrm>
            <a:off x="5390759" y="2037546"/>
            <a:ext cx="0" cy="1732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사각형: 둥근 모서리 29">
            <a:extLst>
              <a:ext uri="{FF2B5EF4-FFF2-40B4-BE49-F238E27FC236}">
                <a16:creationId xmlns:a16="http://schemas.microsoft.com/office/drawing/2014/main" id="{53B1D163-A163-3956-6C4F-4573E6817193}"/>
              </a:ext>
            </a:extLst>
          </p:cNvPr>
          <p:cNvSpPr/>
          <p:nvPr/>
        </p:nvSpPr>
        <p:spPr>
          <a:xfrm>
            <a:off x="4728104" y="2917374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  <a:r>
              <a:rPr lang="en-US" altLang="ko-KR" sz="1000"/>
              <a:t> </a:t>
            </a:r>
          </a:p>
          <a:p>
            <a:pPr algn="ctr"/>
            <a:r>
              <a:rPr lang="en-US" altLang="ko-KR" sz="1000"/>
              <a:t>Service</a:t>
            </a:r>
            <a:endParaRPr lang="ko-KR" altLang="en-US" sz="1000"/>
          </a:p>
        </p:txBody>
      </p:sp>
      <p:sp>
        <p:nvSpPr>
          <p:cNvPr id="17" name="사각형: 둥근 모서리 29">
            <a:extLst>
              <a:ext uri="{FF2B5EF4-FFF2-40B4-BE49-F238E27FC236}">
                <a16:creationId xmlns:a16="http://schemas.microsoft.com/office/drawing/2014/main" id="{CBB26C07-679A-BBD4-AEE6-2408DD0FEF38}"/>
              </a:ext>
            </a:extLst>
          </p:cNvPr>
          <p:cNvSpPr/>
          <p:nvPr/>
        </p:nvSpPr>
        <p:spPr>
          <a:xfrm>
            <a:off x="4728103" y="2210796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DestinationRule</a:t>
            </a:r>
            <a:endParaRPr lang="ko-KR" altLang="en-US" sz="1000"/>
          </a:p>
        </p:txBody>
      </p:sp>
      <p:sp>
        <p:nvSpPr>
          <p:cNvPr id="19" name="사각형: 둥근 모서리 29">
            <a:extLst>
              <a:ext uri="{FF2B5EF4-FFF2-40B4-BE49-F238E27FC236}">
                <a16:creationId xmlns:a16="http://schemas.microsoft.com/office/drawing/2014/main" id="{9658EA15-C115-D046-BC01-CE361FF2FF39}"/>
              </a:ext>
            </a:extLst>
          </p:cNvPr>
          <p:cNvSpPr/>
          <p:nvPr/>
        </p:nvSpPr>
        <p:spPr>
          <a:xfrm>
            <a:off x="4728103" y="1511617"/>
            <a:ext cx="1325312" cy="525929"/>
          </a:xfrm>
          <a:prstGeom prst="roundRect">
            <a:avLst>
              <a:gd name="adj" fmla="val 11707"/>
            </a:avLst>
          </a:prstGeom>
          <a:ln w="12700"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mock-server-grpc</a:t>
            </a:r>
          </a:p>
          <a:p>
            <a:pPr algn="ctr"/>
            <a:r>
              <a:rPr lang="en-US" altLang="ko-KR" sz="1000"/>
              <a:t>VirtualService</a:t>
            </a:r>
            <a:endParaRPr lang="ko-KR" altLang="en-US" sz="1000"/>
          </a:p>
        </p:txBody>
      </p:sp>
      <p:cxnSp>
        <p:nvCxnSpPr>
          <p:cNvPr id="20" name="Straight Arrow Connector 81">
            <a:extLst>
              <a:ext uri="{FF2B5EF4-FFF2-40B4-BE49-F238E27FC236}">
                <a16:creationId xmlns:a16="http://schemas.microsoft.com/office/drawing/2014/main" id="{856D5F42-B52F-BC51-10EE-B7553B484597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5390759" y="2736725"/>
            <a:ext cx="1" cy="1806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80">
            <a:extLst>
              <a:ext uri="{FF2B5EF4-FFF2-40B4-BE49-F238E27FC236}">
                <a16:creationId xmlns:a16="http://schemas.microsoft.com/office/drawing/2014/main" id="{F6ED1B92-CF70-F61F-D1A0-24AD995DB76F}"/>
              </a:ext>
            </a:extLst>
          </p:cNvPr>
          <p:cNvCxnSpPr>
            <a:cxnSpLocks/>
            <a:stCxn id="75" idx="0"/>
            <a:endCxn id="19" idx="0"/>
          </p:cNvCxnSpPr>
          <p:nvPr/>
        </p:nvCxnSpPr>
        <p:spPr>
          <a:xfrm rot="5400000" flipH="1" flipV="1">
            <a:off x="3436340" y="177936"/>
            <a:ext cx="620737" cy="3288101"/>
          </a:xfrm>
          <a:prstGeom prst="bentConnector3">
            <a:avLst>
              <a:gd name="adj1" fmla="val 13682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사각형: 둥근 모서리 29">
            <a:extLst>
              <a:ext uri="{FF2B5EF4-FFF2-40B4-BE49-F238E27FC236}">
                <a16:creationId xmlns:a16="http://schemas.microsoft.com/office/drawing/2014/main" id="{5AF144A9-D6DF-7770-D4F5-17B2DF531D48}"/>
              </a:ext>
            </a:extLst>
          </p:cNvPr>
          <p:cNvSpPr/>
          <p:nvPr/>
        </p:nvSpPr>
        <p:spPr>
          <a:xfrm>
            <a:off x="1657017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78" name="사각형: 둥근 모서리 29">
            <a:extLst>
              <a:ext uri="{FF2B5EF4-FFF2-40B4-BE49-F238E27FC236}">
                <a16:creationId xmlns:a16="http://schemas.microsoft.com/office/drawing/2014/main" id="{22638D79-CACB-922D-56CA-AA594E5EB7A5}"/>
              </a:ext>
            </a:extLst>
          </p:cNvPr>
          <p:cNvSpPr/>
          <p:nvPr/>
        </p:nvSpPr>
        <p:spPr>
          <a:xfrm>
            <a:off x="367780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95" name="Straight Arrow Connector 81">
            <a:extLst>
              <a:ext uri="{FF2B5EF4-FFF2-40B4-BE49-F238E27FC236}">
                <a16:creationId xmlns:a16="http://schemas.microsoft.com/office/drawing/2014/main" id="{0A24C366-F812-7FE1-6A10-9569FD8DA77D}"/>
              </a:ext>
            </a:extLst>
          </p:cNvPr>
          <p:cNvCxnSpPr>
            <a:cxnSpLocks/>
            <a:stCxn id="78" idx="3"/>
            <a:endCxn id="75" idx="1"/>
          </p:cNvCxnSpPr>
          <p:nvPr/>
        </p:nvCxnSpPr>
        <p:spPr>
          <a:xfrm>
            <a:off x="1357237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사각형: 둥근 모서리 29">
            <a:extLst>
              <a:ext uri="{FF2B5EF4-FFF2-40B4-BE49-F238E27FC236}">
                <a16:creationId xmlns:a16="http://schemas.microsoft.com/office/drawing/2014/main" id="{426153DF-4581-7616-0CF0-1E6ED427FAA8}"/>
              </a:ext>
            </a:extLst>
          </p:cNvPr>
          <p:cNvSpPr/>
          <p:nvPr/>
        </p:nvSpPr>
        <p:spPr>
          <a:xfrm>
            <a:off x="6352093" y="1938094"/>
            <a:ext cx="2551069" cy="1267312"/>
          </a:xfrm>
          <a:prstGeom prst="roundRect">
            <a:avLst>
              <a:gd name="adj" fmla="val 602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 </a:t>
            </a:r>
          </a:p>
          <a:p>
            <a:pPr algn="ctr"/>
            <a:r>
              <a:rPr lang="en-US" altLang="ko-KR" sz="1000"/>
              <a:t>Worker Node</a:t>
            </a:r>
            <a:endParaRPr lang="ko-KR" altLang="en-US" sz="1000"/>
          </a:p>
        </p:txBody>
      </p:sp>
      <p:sp>
        <p:nvSpPr>
          <p:cNvPr id="101" name="사각형: 둥근 모서리 29">
            <a:extLst>
              <a:ext uri="{FF2B5EF4-FFF2-40B4-BE49-F238E27FC236}">
                <a16:creationId xmlns:a16="http://schemas.microsoft.com/office/drawing/2014/main" id="{287FDFA1-A474-A85C-35DD-77CAB13453C3}"/>
              </a:ext>
            </a:extLst>
          </p:cNvPr>
          <p:cNvSpPr/>
          <p:nvPr/>
        </p:nvSpPr>
        <p:spPr>
          <a:xfrm>
            <a:off x="6442602" y="2037546"/>
            <a:ext cx="2372526" cy="888200"/>
          </a:xfrm>
          <a:prstGeom prst="roundRect">
            <a:avLst>
              <a:gd name="adj" fmla="val 1012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mock-server </a:t>
            </a:r>
            <a:r>
              <a:rPr lang="en-US" altLang="ko-KR" sz="1000"/>
              <a:t>Pod</a:t>
            </a:r>
          </a:p>
        </p:txBody>
      </p:sp>
      <p:cxnSp>
        <p:nvCxnSpPr>
          <p:cNvPr id="105" name="Elbow Connector 80">
            <a:extLst>
              <a:ext uri="{FF2B5EF4-FFF2-40B4-BE49-F238E27FC236}">
                <a16:creationId xmlns:a16="http://schemas.microsoft.com/office/drawing/2014/main" id="{71E748AA-F0EE-5F37-E5F2-5BE0F8261349}"/>
              </a:ext>
            </a:extLst>
          </p:cNvPr>
          <p:cNvCxnSpPr>
            <a:cxnSpLocks/>
            <a:stCxn id="16" idx="2"/>
            <a:endCxn id="113" idx="2"/>
          </p:cNvCxnSpPr>
          <p:nvPr/>
        </p:nvCxnSpPr>
        <p:spPr>
          <a:xfrm rot="5400000" flipH="1" flipV="1">
            <a:off x="5752604" y="2209906"/>
            <a:ext cx="871553" cy="1595242"/>
          </a:xfrm>
          <a:prstGeom prst="bentConnector3">
            <a:avLst>
              <a:gd name="adj1" fmla="val -2622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사각형: 둥근 모서리 29">
            <a:extLst>
              <a:ext uri="{FF2B5EF4-FFF2-40B4-BE49-F238E27FC236}">
                <a16:creationId xmlns:a16="http://schemas.microsoft.com/office/drawing/2014/main" id="{A5315546-D51A-A61E-2276-827A9CF41C09}"/>
              </a:ext>
            </a:extLst>
          </p:cNvPr>
          <p:cNvSpPr/>
          <p:nvPr/>
        </p:nvSpPr>
        <p:spPr>
          <a:xfrm>
            <a:off x="7731423" y="2132354"/>
            <a:ext cx="989457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sp>
        <p:nvSpPr>
          <p:cNvPr id="113" name="사각형: 둥근 모서리 29">
            <a:extLst>
              <a:ext uri="{FF2B5EF4-FFF2-40B4-BE49-F238E27FC236}">
                <a16:creationId xmlns:a16="http://schemas.microsoft.com/office/drawing/2014/main" id="{8986F231-6AB7-4458-6849-38C3D221D0BC}"/>
              </a:ext>
            </a:extLst>
          </p:cNvPr>
          <p:cNvSpPr/>
          <p:nvPr/>
        </p:nvSpPr>
        <p:spPr>
          <a:xfrm>
            <a:off x="6540361" y="2132354"/>
            <a:ext cx="891282" cy="439396"/>
          </a:xfrm>
          <a:prstGeom prst="roundRect">
            <a:avLst>
              <a:gd name="adj" fmla="val 1452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istio-proxy</a:t>
            </a:r>
          </a:p>
          <a:p>
            <a:pPr algn="ctr"/>
            <a:r>
              <a:rPr lang="en-US" altLang="ko-KR" sz="1000"/>
              <a:t>Container</a:t>
            </a:r>
          </a:p>
        </p:txBody>
      </p:sp>
      <p:cxnSp>
        <p:nvCxnSpPr>
          <p:cNvPr id="115" name="Elbow Connector 80">
            <a:extLst>
              <a:ext uri="{FF2B5EF4-FFF2-40B4-BE49-F238E27FC236}">
                <a16:creationId xmlns:a16="http://schemas.microsoft.com/office/drawing/2014/main" id="{905FCA48-E7F9-1498-4E07-8B26DBFFA486}"/>
              </a:ext>
            </a:extLst>
          </p:cNvPr>
          <p:cNvCxnSpPr>
            <a:cxnSpLocks/>
            <a:stCxn id="2" idx="2"/>
            <a:endCxn id="113" idx="2"/>
          </p:cNvCxnSpPr>
          <p:nvPr/>
        </p:nvCxnSpPr>
        <p:spPr>
          <a:xfrm rot="5400000" flipH="1" flipV="1">
            <a:off x="4899270" y="1362412"/>
            <a:ext cx="877394" cy="3296070"/>
          </a:xfrm>
          <a:prstGeom prst="bentConnector3">
            <a:avLst>
              <a:gd name="adj1" fmla="val -2605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81">
            <a:extLst>
              <a:ext uri="{FF2B5EF4-FFF2-40B4-BE49-F238E27FC236}">
                <a16:creationId xmlns:a16="http://schemas.microsoft.com/office/drawing/2014/main" id="{85934D11-0BEB-44EC-5F95-50D994482308}"/>
              </a:ext>
            </a:extLst>
          </p:cNvPr>
          <p:cNvCxnSpPr>
            <a:cxnSpLocks/>
            <a:stCxn id="113" idx="3"/>
            <a:endCxn id="112" idx="1"/>
          </p:cNvCxnSpPr>
          <p:nvPr/>
        </p:nvCxnSpPr>
        <p:spPr>
          <a:xfrm>
            <a:off x="7431643" y="2352052"/>
            <a:ext cx="29978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8815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BCAE2-C219-280C-B18B-5792963E4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9826F6-CAD4-96B9-4D3A-235FC7CEE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B2D437-E790-3E9B-BE82-EDE6EB7435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30865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4170B-3EF0-4005-1219-0D589B3AA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978518AD-E17E-2D88-74B6-D5ADC210ED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C24A9C2-DA18-68F0-71AF-D8F445B40B6D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F7689B-9749-EF22-886E-8645EDE43E0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55E87322-5E7C-7993-E794-B06A78EBB691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919A54BE-CA91-3232-6BA1-94273CA3B6F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4E2AE9B-5D64-B540-1FC5-D69BDEBD940F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9228B211-E67B-8273-78A8-F7B761517D31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868CEEB-76D6-54E6-C9AC-4744800246A6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200 OK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267282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56635-3832-C276-1838-0F309C04D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D2FE382-FA3A-0C22-EC4F-395267900D9D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4F1F9D3-6910-F956-C082-3B87EBB2724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8E2D78F-46DB-3A48-03ED-036F0069B12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CF797F6-085F-8F60-FFA3-A11476654AC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2FDD720A-1F7A-156B-F090-295D2CF7EF5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25E2887-5B32-A3B0-3661-D8A4104A7356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787C5812-7DEA-262E-AA79-587FDB7FD65D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39243B-9FBA-3DED-F3B8-F36B5E150D12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594039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7744C-4F31-ACC6-9034-FCA148427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C6E3B579-43FF-1F83-3E25-1994E3C9121E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1E1420F5-D1EE-7A1E-FE42-8300A4EE99EC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D21DD75-893B-AB12-BA9A-3ABCB0221741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1B0D2045-4044-F20A-E3C5-F9CB5F9F64F9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6D1088F-D4AA-08F1-FF07-C976E1C79683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001786A-BD84-00BB-94A4-89CAA6911164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A75BD21-359D-F1D7-304B-3840858399B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E110930-74F5-58E0-61FE-B3AD31E887A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6994185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7F7EE-E639-E25D-03B6-D772379C1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F0C6EBDC-B32E-42ED-4484-4F64F05D57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41B2862-1B60-3BCB-B7E3-AC2A483E6FE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D393B28D-8E12-0C07-69F8-453B200F62B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B8238CF7-BBA0-EA2A-CE0E-02F839D757B6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68294EE-2A94-43D7-F833-8B3D07CD109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34E2AE0A-F712-5075-3011-1E6DF2431D68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80D2FA88-23C6-D981-A05C-4A3F1FABB34C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0D8AB0E-3E42-6AA4-94B6-0F540C9AF460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69813E42-F0B7-01E1-A58B-4BF78003269D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E8342-A7B8-0DD1-A5C5-6BBC3E4597D1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2847337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FEFB3-B0E3-A751-2A11-E37C0EF49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318A68AB-3960-B94A-A510-D9D287498672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C8F00B08-DDBF-F48A-EAD9-EBF25501504A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EE93234-570E-A794-E7D1-81851B21F5F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612EB67-A39A-3E80-65B5-18978307EE4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1ED0E87-BDC3-2034-6188-C2DAF60E108A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rgbClr val="C00000"/>
                </a:solidFill>
              </a:rPr>
              <a:t>GET </a:t>
            </a:r>
            <a:r>
              <a:rPr lang="en" altLang="ko-KR" sz="1000" i="1">
                <a:solidFill>
                  <a:srgbClr val="C00000"/>
                </a:solidFill>
              </a:rPr>
              <a:t>mock-server:8080/delay/5000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2878DA3-D173-547D-5BB4-F8A2FDC1081A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9F71F6D-0BF6-B26C-D762-2F9BC6037A8C}"/>
              </a:ext>
            </a:extLst>
          </p:cNvPr>
          <p:cNvSpPr txBox="1"/>
          <p:nvPr/>
        </p:nvSpPr>
        <p:spPr>
          <a:xfrm>
            <a:off x="2928454" y="120432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tx2"/>
                </a:solidFill>
              </a:rPr>
              <a:t>GET </a:t>
            </a:r>
            <a:r>
              <a:rPr lang="en" altLang="ko-KR" sz="1000" i="1">
                <a:solidFill>
                  <a:schemeClr val="tx2"/>
                </a:solidFill>
              </a:rPr>
              <a:t>mock-server:8080/delay/5000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0E3F641F-D1FD-E10B-6D2B-D9D37736286C}"/>
              </a:ext>
            </a:extLst>
          </p:cNvPr>
          <p:cNvCxnSpPr>
            <a:cxnSpLocks/>
          </p:cNvCxnSpPr>
          <p:nvPr/>
        </p:nvCxnSpPr>
        <p:spPr>
          <a:xfrm>
            <a:off x="2346071" y="1347614"/>
            <a:ext cx="497737" cy="0"/>
          </a:xfrm>
          <a:prstGeom prst="straightConnector1">
            <a:avLst/>
          </a:prstGeom>
          <a:ln>
            <a:solidFill>
              <a:schemeClr val="accent3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397760-A08C-147D-82A3-3C7F44F74E65}"/>
              </a:ext>
            </a:extLst>
          </p:cNvPr>
          <p:cNvSpPr txBox="1"/>
          <p:nvPr/>
        </p:nvSpPr>
        <p:spPr>
          <a:xfrm>
            <a:off x="2928454" y="144352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>
                <a:solidFill>
                  <a:schemeClr val="accent3"/>
                </a:solidFill>
              </a:rPr>
              <a:t>GET </a:t>
            </a:r>
            <a:r>
              <a:rPr lang="en" altLang="ko-KR" sz="1000" i="1">
                <a:solidFill>
                  <a:schemeClr val="accent3"/>
                </a:solidFill>
              </a:rPr>
              <a:t>mock-server:8080/delay/5000 </a:t>
            </a:r>
            <a:endParaRPr kumimoji="1" lang="ko-KR" altLang="en-US" sz="1000" i="1">
              <a:solidFill>
                <a:schemeClr val="accent3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1A8036-57D2-4019-F8B5-53842AFD7D1B}"/>
              </a:ext>
            </a:extLst>
          </p:cNvPr>
          <p:cNvSpPr txBox="1"/>
          <p:nvPr/>
        </p:nvSpPr>
        <p:spPr>
          <a:xfrm>
            <a:off x="2928453" y="222644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rgbClr val="C00000"/>
                </a:solidFill>
              </a:rPr>
              <a:t>200 OK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cxnSp>
        <p:nvCxnSpPr>
          <p:cNvPr id="10" name="Straight Arrow Connector 81">
            <a:extLst>
              <a:ext uri="{FF2B5EF4-FFF2-40B4-BE49-F238E27FC236}">
                <a16:creationId xmlns:a16="http://schemas.microsoft.com/office/drawing/2014/main" id="{296273D4-FD23-898F-5C3B-C33579433863}"/>
              </a:ext>
            </a:extLst>
          </p:cNvPr>
          <p:cNvCxnSpPr>
            <a:cxnSpLocks/>
          </p:cNvCxnSpPr>
          <p:nvPr/>
        </p:nvCxnSpPr>
        <p:spPr>
          <a:xfrm>
            <a:off x="2346070" y="2472668"/>
            <a:ext cx="3960440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호 11">
            <a:extLst>
              <a:ext uri="{FF2B5EF4-FFF2-40B4-BE49-F238E27FC236}">
                <a16:creationId xmlns:a16="http://schemas.microsoft.com/office/drawing/2014/main" id="{66880876-CC88-B7D1-6105-0ABAA81BC87E}"/>
              </a:ext>
            </a:extLst>
          </p:cNvPr>
          <p:cNvSpPr/>
          <p:nvPr/>
        </p:nvSpPr>
        <p:spPr>
          <a:xfrm>
            <a:off x="6156180" y="1199085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7B7A617-EFC0-4307-EB52-B7605F7F765C}"/>
              </a:ext>
            </a:extLst>
          </p:cNvPr>
          <p:cNvSpPr txBox="1"/>
          <p:nvPr/>
        </p:nvSpPr>
        <p:spPr>
          <a:xfrm>
            <a:off x="6337278" y="1712751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rgbClr val="C00000"/>
                </a:solidFill>
              </a:rPr>
              <a:t>5000ms</a:t>
            </a:r>
            <a:endParaRPr kumimoji="1" lang="ko-KR" altLang="en-US" sz="1000" i="1">
              <a:solidFill>
                <a:srgbClr val="C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097D09-59D9-0C95-9814-60CDD0A4C79B}"/>
              </a:ext>
            </a:extLst>
          </p:cNvPr>
          <p:cNvSpPr txBox="1"/>
          <p:nvPr/>
        </p:nvSpPr>
        <p:spPr>
          <a:xfrm>
            <a:off x="2928453" y="356953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>
                <a:solidFill>
                  <a:schemeClr val="tx2"/>
                </a:solidFill>
              </a:rPr>
              <a:t>200 OK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27F88202-0C33-F5A4-0F18-29F5E8338517}"/>
              </a:ext>
            </a:extLst>
          </p:cNvPr>
          <p:cNvCxnSpPr>
            <a:cxnSpLocks/>
          </p:cNvCxnSpPr>
          <p:nvPr/>
        </p:nvCxnSpPr>
        <p:spPr>
          <a:xfrm>
            <a:off x="2346070" y="3815752"/>
            <a:ext cx="3960440" cy="0"/>
          </a:xfrm>
          <a:prstGeom prst="straightConnector1">
            <a:avLst/>
          </a:prstGeom>
          <a:ln>
            <a:solidFill>
              <a:schemeClr val="tx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80">
            <a:extLst>
              <a:ext uri="{FF2B5EF4-FFF2-40B4-BE49-F238E27FC236}">
                <a16:creationId xmlns:a16="http://schemas.microsoft.com/office/drawing/2014/main" id="{ED116C40-095F-9CE3-6D37-24A282BC7869}"/>
              </a:ext>
            </a:extLst>
          </p:cNvPr>
          <p:cNvCxnSpPr>
            <a:cxnSpLocks/>
          </p:cNvCxnSpPr>
          <p:nvPr/>
        </p:nvCxnSpPr>
        <p:spPr>
          <a:xfrm>
            <a:off x="2346070" y="1273066"/>
            <a:ext cx="3960440" cy="1269074"/>
          </a:xfrm>
          <a:prstGeom prst="bentConnector3">
            <a:avLst>
              <a:gd name="adj1" fmla="val 14405"/>
            </a:avLst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호 37">
            <a:extLst>
              <a:ext uri="{FF2B5EF4-FFF2-40B4-BE49-F238E27FC236}">
                <a16:creationId xmlns:a16="http://schemas.microsoft.com/office/drawing/2014/main" id="{5495A184-241B-9957-9618-1CCED2EE74BD}"/>
              </a:ext>
            </a:extLst>
          </p:cNvPr>
          <p:cNvSpPr/>
          <p:nvPr/>
        </p:nvSpPr>
        <p:spPr>
          <a:xfrm>
            <a:off x="6172154" y="2542139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4D81F9-D305-F95D-D852-A73D67B692EE}"/>
              </a:ext>
            </a:extLst>
          </p:cNvPr>
          <p:cNvSpPr txBox="1"/>
          <p:nvPr/>
        </p:nvSpPr>
        <p:spPr>
          <a:xfrm>
            <a:off x="6353252" y="3055805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C212E-DF96-D652-773A-ADF3E8FD3A7D}"/>
              </a:ext>
            </a:extLst>
          </p:cNvPr>
          <p:cNvSpPr txBox="1"/>
          <p:nvPr/>
        </p:nvSpPr>
        <p:spPr>
          <a:xfrm>
            <a:off x="1589094" y="178901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>
                <a:solidFill>
                  <a:schemeClr val="tx2"/>
                </a:solidFill>
              </a:rPr>
              <a:t>5000ms</a:t>
            </a:r>
            <a:endParaRPr kumimoji="1" lang="ko-KR" altLang="en-US" sz="1000" i="1">
              <a:solidFill>
                <a:schemeClr val="tx2"/>
              </a:solidFill>
            </a:endParaRPr>
          </a:p>
        </p:txBody>
      </p:sp>
      <p:sp>
        <p:nvSpPr>
          <p:cNvPr id="47" name="호 46">
            <a:extLst>
              <a:ext uri="{FF2B5EF4-FFF2-40B4-BE49-F238E27FC236}">
                <a16:creationId xmlns:a16="http://schemas.microsoft.com/office/drawing/2014/main" id="{AD793D3E-8B76-8D92-A59B-F4F937AFE47F}"/>
              </a:ext>
            </a:extLst>
          </p:cNvPr>
          <p:cNvSpPr/>
          <p:nvPr/>
        </p:nvSpPr>
        <p:spPr>
          <a:xfrm flipH="1">
            <a:off x="2199134" y="1273066"/>
            <a:ext cx="288514" cy="1273554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912188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64EE1-C6A4-D1CD-01C5-D8F1579D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EDB1EE3-920E-070E-9E90-720792CD810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AF2D8061-47E3-ED11-3E59-8620CE422284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A3A3F3EA-04D5-106D-4E61-98B4C15CCDCB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235C000A-EE27-D876-2249-2378AE5E7147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E9698C5E-00E5-6CAA-BC6C-BD8B8DDF73D0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75EF94A-47CB-AFD6-A77B-C7D7EC066A59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236AA8F0-5F6A-22EF-0602-EBCF98A0D220}"/>
              </a:ext>
            </a:extLst>
          </p:cNvPr>
          <p:cNvCxnSpPr>
            <a:cxnSpLocks/>
          </p:cNvCxnSpPr>
          <p:nvPr/>
        </p:nvCxnSpPr>
        <p:spPr>
          <a:xfrm>
            <a:off x="2346071" y="127560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FEB8B80-941E-DBC9-968E-589F748809D3}"/>
              </a:ext>
            </a:extLst>
          </p:cNvPr>
          <p:cNvSpPr txBox="1"/>
          <p:nvPr/>
        </p:nvSpPr>
        <p:spPr>
          <a:xfrm>
            <a:off x="2928454" y="1275606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A505907C-7434-B45A-4681-C1D870FBA351}"/>
              </a:ext>
            </a:extLst>
          </p:cNvPr>
          <p:cNvCxnSpPr>
            <a:cxnSpLocks/>
          </p:cNvCxnSpPr>
          <p:nvPr/>
        </p:nvCxnSpPr>
        <p:spPr>
          <a:xfrm>
            <a:off x="2346071" y="243353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26734C0-14D7-73C4-530D-F13A8E3E35CF}"/>
              </a:ext>
            </a:extLst>
          </p:cNvPr>
          <p:cNvSpPr txBox="1"/>
          <p:nvPr/>
        </p:nvSpPr>
        <p:spPr>
          <a:xfrm>
            <a:off x="2928454" y="2187314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1F961F7F-60B1-4C9B-C4DC-FAA5547BD92C}"/>
              </a:ext>
            </a:extLst>
          </p:cNvPr>
          <p:cNvCxnSpPr>
            <a:cxnSpLocks/>
          </p:cNvCxnSpPr>
          <p:nvPr/>
        </p:nvCxnSpPr>
        <p:spPr>
          <a:xfrm>
            <a:off x="2346071" y="2505545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0976B70-5713-6C58-8812-F1952B228034}"/>
              </a:ext>
            </a:extLst>
          </p:cNvPr>
          <p:cNvSpPr txBox="1"/>
          <p:nvPr/>
        </p:nvSpPr>
        <p:spPr>
          <a:xfrm>
            <a:off x="2928454" y="250554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503 Service Unavailable</a:t>
            </a:r>
            <a:endParaRPr kumimoji="1" lang="ko-KR" altLang="en-US" sz="1000" i="1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9618050-C7AF-062B-E7C4-89173C887446}"/>
              </a:ext>
            </a:extLst>
          </p:cNvPr>
          <p:cNvSpPr/>
          <p:nvPr/>
        </p:nvSpPr>
        <p:spPr>
          <a:xfrm>
            <a:off x="4285124" y="164610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939AB10-34A7-D605-0FEC-CC5273246E1F}"/>
              </a:ext>
            </a:extLst>
          </p:cNvPr>
          <p:cNvSpPr/>
          <p:nvPr/>
        </p:nvSpPr>
        <p:spPr>
          <a:xfrm>
            <a:off x="4285124" y="1798822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8A2DE9-970F-CB1C-36AA-4032FBBA18BF}"/>
              </a:ext>
            </a:extLst>
          </p:cNvPr>
          <p:cNvSpPr/>
          <p:nvPr/>
        </p:nvSpPr>
        <p:spPr>
          <a:xfrm>
            <a:off x="4285124" y="1951517"/>
            <a:ext cx="72008" cy="7200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BC0E9FE-6901-32BE-471E-55F76663F12A}"/>
              </a:ext>
            </a:extLst>
          </p:cNvPr>
          <p:cNvSpPr/>
          <p:nvPr/>
        </p:nvSpPr>
        <p:spPr>
          <a:xfrm>
            <a:off x="6168328" y="1199085"/>
            <a:ext cx="276365" cy="1300653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26E9C5-8F09-6DFD-C895-9B8871050F8C}"/>
              </a:ext>
            </a:extLst>
          </p:cNvPr>
          <p:cNvSpPr txBox="1"/>
          <p:nvPr/>
        </p:nvSpPr>
        <p:spPr>
          <a:xfrm>
            <a:off x="6337278" y="1726300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5times</a:t>
            </a:r>
            <a:endParaRPr kumimoji="1" lang="ko-KR" altLang="en-US" sz="1000" i="1"/>
          </a:p>
        </p:txBody>
      </p:sp>
      <p:cxnSp>
        <p:nvCxnSpPr>
          <p:cNvPr id="15" name="Straight Arrow Connector 81">
            <a:extLst>
              <a:ext uri="{FF2B5EF4-FFF2-40B4-BE49-F238E27FC236}">
                <a16:creationId xmlns:a16="http://schemas.microsoft.com/office/drawing/2014/main" id="{1C678776-51B3-3A89-1CC4-82F261FE8D75}"/>
              </a:ext>
            </a:extLst>
          </p:cNvPr>
          <p:cNvCxnSpPr>
            <a:cxnSpLocks/>
          </p:cNvCxnSpPr>
          <p:nvPr/>
        </p:nvCxnSpPr>
        <p:spPr>
          <a:xfrm>
            <a:off x="2346071" y="309236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33C0E1-B114-BC40-EF52-15FDBA42437B}"/>
              </a:ext>
            </a:extLst>
          </p:cNvPr>
          <p:cNvSpPr txBox="1"/>
          <p:nvPr/>
        </p:nvSpPr>
        <p:spPr>
          <a:xfrm>
            <a:off x="2928454" y="285280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2" name="Straight Arrow Connector 81">
            <a:extLst>
              <a:ext uri="{FF2B5EF4-FFF2-40B4-BE49-F238E27FC236}">
                <a16:creationId xmlns:a16="http://schemas.microsoft.com/office/drawing/2014/main" id="{9B69D0BE-25C4-BD20-46A4-FB96B34F6C89}"/>
              </a:ext>
            </a:extLst>
          </p:cNvPr>
          <p:cNvCxnSpPr>
            <a:cxnSpLocks/>
          </p:cNvCxnSpPr>
          <p:nvPr/>
        </p:nvCxnSpPr>
        <p:spPr>
          <a:xfrm>
            <a:off x="2346071" y="3337930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F5097BB-94E4-248F-8A5D-AFFAA1FA8912}"/>
              </a:ext>
            </a:extLst>
          </p:cNvPr>
          <p:cNvSpPr txBox="1"/>
          <p:nvPr/>
        </p:nvSpPr>
        <p:spPr>
          <a:xfrm>
            <a:off x="2928454" y="3098371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  <p:cxnSp>
        <p:nvCxnSpPr>
          <p:cNvPr id="26" name="Straight Arrow Connector 81">
            <a:extLst>
              <a:ext uri="{FF2B5EF4-FFF2-40B4-BE49-F238E27FC236}">
                <a16:creationId xmlns:a16="http://schemas.microsoft.com/office/drawing/2014/main" id="{5F2933BF-399D-4108-F0FE-14E3BED400C6}"/>
              </a:ext>
            </a:extLst>
          </p:cNvPr>
          <p:cNvCxnSpPr>
            <a:cxnSpLocks/>
          </p:cNvCxnSpPr>
          <p:nvPr/>
        </p:nvCxnSpPr>
        <p:spPr>
          <a:xfrm>
            <a:off x="2346071" y="3584151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83006CE-677B-10C0-907B-4F6E952BE26F}"/>
              </a:ext>
            </a:extLst>
          </p:cNvPr>
          <p:cNvSpPr txBox="1"/>
          <p:nvPr/>
        </p:nvSpPr>
        <p:spPr>
          <a:xfrm>
            <a:off x="2928454" y="3344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mock-server:8080/status/503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8481241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9846E-93DE-7B46-CFF0-5CA363A9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6A739A79-7398-1DF1-5A09-936867C3134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2247D83D-A8B9-EC9B-EC5F-AE41A8B5306F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DROP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2B313E4A-8FFF-8023-C696-4D1EEC0D426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5AE5EEB-DFBC-F311-ACBB-763CD696E412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413435C-F32A-D0B2-F471-0F12D45BDCC6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44A8B4-D0EA-62BD-8390-7EF49FB7F12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67ED4FCC-B0F9-767F-5EA3-0B7DD1177904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2F6635-58D3-77E5-4B70-3E715B105A46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023970D5-C78D-D6C2-09E2-178350CAF966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10B15DD-2052-BEF9-9252-A656EDFC1037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E2BD90C4-6FA3-85AA-6601-6D881F4D8899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0F0CAC-4E10-0730-9D35-86FE499431A2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56767916-D7C5-C652-446F-40D2F32F2173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37805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FD49711-4B8B-754F-959E-8D170846BBE5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D6AF04DA-4B5F-69E3-8EDC-EA3396635B0A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3D2600B-C90C-C4F9-6229-1D80606E0558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2DAB456F-528B-79E3-59DD-87BA591D035C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FF6EBBD6-CC4F-5F7E-AC3A-431DAC1C10A0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" name="호 2">
            <a:extLst>
              <a:ext uri="{FF2B5EF4-FFF2-40B4-BE49-F238E27FC236}">
                <a16:creationId xmlns:a16="http://schemas.microsoft.com/office/drawing/2014/main" id="{5CE7404B-5D57-89A6-B43C-D38A5C9F73CC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DB4F46-CD50-EC84-04A5-649A77E56CB5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sp>
        <p:nvSpPr>
          <p:cNvPr id="10" name="호 9">
            <a:extLst>
              <a:ext uri="{FF2B5EF4-FFF2-40B4-BE49-F238E27FC236}">
                <a16:creationId xmlns:a16="http://schemas.microsoft.com/office/drawing/2014/main" id="{952A7466-22B2-43F9-51EB-8FBCC88C7604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733D18-4D2E-E70E-BE16-188B0B70AE91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34738889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9A73E-73FE-5BA7-3FF7-FB348C83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5BE7D0D8-4636-0B05-5D3F-37FF85D6F93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886A6A67-D264-3F23-31A6-414392DEA9D8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 with </a:t>
            </a:r>
            <a:r>
              <a:rPr lang="en-US" altLang="ko-KR" sz="1000" b="1"/>
              <a:t>iptables RESET</a:t>
            </a:r>
            <a:endParaRPr lang="ko-KR" altLang="en-US" sz="1000" b="1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64808149-04D8-DEA2-EC3B-04D892E65946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6156D552-D0C4-BA17-904A-195A13C6AD6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A26C3407-149D-D888-E421-898096A9EE2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76B0C52-4066-3813-5D87-91C9F0EEC832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F0A0BAC2-5777-8091-4424-8FC88B9D9EC0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37D8D1-997F-09F8-6A16-636971CBF7F2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5DE40EA3-DF6B-0191-80E9-BE2747FB2D12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F9FF146-0694-CEA1-A64E-E92C3A5F7C60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2992506D-7897-F2C8-7519-B5567396B20B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72C3AB6-5BB0-1727-7AA1-52F0C49C8F2A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72A8501-D0FE-E83B-8C44-9AD5A79E335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DA67E6F-9C93-E1D5-25E2-B4EE6E14F39E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F86BCD9C-91D1-30BB-1857-D55A38C17393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E0B1EA9-0B30-A43C-CBEF-3571B52D8B9E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054BDD6E-2FA4-3DBC-0BAD-4283BAADD2D9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4B017BC-991C-AD65-1904-5C6F0CDF9545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6F5FEACF-3ACA-03D5-70C7-19EA84058C6D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535CE9-4DE8-633D-6DAD-11553F4247D8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67892C83-169A-B2BE-3A5B-48806F9346F0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0B56C59-29F0-AC52-F99C-0BB709255BFE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B047370-A1D1-79FB-507A-A4DFDBDB48D9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B2D9504-C38D-1FFF-0E5E-268413E94871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3E1C0C04-F759-A99B-8B4E-04DBBFDAB212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E1298CA-2A75-1EBE-8141-3F011DEEE8F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6DDF2384-9065-5A99-C22E-0E78EDC8ABAB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DBBF713-7DDE-DA4F-2CE3-4BC4CC5698CD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3AF615AF-39A5-3D3B-3ECA-E3E9D0CBD68B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53512A37-9C14-018B-32BE-5AB8F6B8874A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5152A37B-C53B-F7AB-EFE0-16A2797D1541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E009FED-1A2B-FE7E-FD11-453FA1BB225B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14946905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47C03-8604-8855-A140-9F4EEE3F6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A3921287-DE4A-277B-2F43-EEF650BB928A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7EA3AE83-9389-EE9B-C85F-EE90AE117C10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C044EB1E-B38E-A148-6C44-5DD54E6FD97A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FAA025F6-DCDA-96CC-E482-D8998BF4996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C3910DC2-8FB1-966B-02B2-FCAA2292CAE5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BB569B8-566E-8A4B-3850-9862BCB57E1B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13" name="호 12">
            <a:extLst>
              <a:ext uri="{FF2B5EF4-FFF2-40B4-BE49-F238E27FC236}">
                <a16:creationId xmlns:a16="http://schemas.microsoft.com/office/drawing/2014/main" id="{63CB48C8-9AFC-1197-17E3-80EB9491D68F}"/>
              </a:ext>
            </a:extLst>
          </p:cNvPr>
          <p:cNvSpPr/>
          <p:nvPr/>
        </p:nvSpPr>
        <p:spPr>
          <a:xfrm>
            <a:off x="6168329" y="1199086"/>
            <a:ext cx="276349" cy="74199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7FDF94-EFE3-D6EF-5614-B2D20E9768AC}"/>
              </a:ext>
            </a:extLst>
          </p:cNvPr>
          <p:cNvSpPr txBox="1"/>
          <p:nvPr/>
        </p:nvSpPr>
        <p:spPr>
          <a:xfrm>
            <a:off x="6337278" y="1449489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7" name="Straight Arrow Connector 81">
            <a:extLst>
              <a:ext uri="{FF2B5EF4-FFF2-40B4-BE49-F238E27FC236}">
                <a16:creationId xmlns:a16="http://schemas.microsoft.com/office/drawing/2014/main" id="{3EF49D4C-55EC-0F5B-04B2-C7C00CF860D1}"/>
              </a:ext>
            </a:extLst>
          </p:cNvPr>
          <p:cNvCxnSpPr>
            <a:cxnSpLocks/>
          </p:cNvCxnSpPr>
          <p:nvPr/>
        </p:nvCxnSpPr>
        <p:spPr>
          <a:xfrm>
            <a:off x="2346071" y="126485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24CC50B-7398-456C-F972-22C19214AD1B}"/>
              </a:ext>
            </a:extLst>
          </p:cNvPr>
          <p:cNvSpPr txBox="1"/>
          <p:nvPr/>
        </p:nvSpPr>
        <p:spPr>
          <a:xfrm>
            <a:off x="2928454" y="126485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12" name="Straight Arrow Connector 81">
            <a:extLst>
              <a:ext uri="{FF2B5EF4-FFF2-40B4-BE49-F238E27FC236}">
                <a16:creationId xmlns:a16="http://schemas.microsoft.com/office/drawing/2014/main" id="{509D3887-C167-5845-FF27-B2740E1F6B78}"/>
              </a:ext>
            </a:extLst>
          </p:cNvPr>
          <p:cNvCxnSpPr>
            <a:cxnSpLocks/>
          </p:cNvCxnSpPr>
          <p:nvPr/>
        </p:nvCxnSpPr>
        <p:spPr>
          <a:xfrm>
            <a:off x="2346071" y="15731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59AA48B-D489-02AC-57AD-B755F92A27B2}"/>
              </a:ext>
            </a:extLst>
          </p:cNvPr>
          <p:cNvSpPr txBox="1"/>
          <p:nvPr/>
        </p:nvSpPr>
        <p:spPr>
          <a:xfrm>
            <a:off x="2928454" y="132696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C7381311-C275-4B48-77E3-F57CD88FCDB3}"/>
              </a:ext>
            </a:extLst>
          </p:cNvPr>
          <p:cNvCxnSpPr>
            <a:cxnSpLocks/>
          </p:cNvCxnSpPr>
          <p:nvPr/>
        </p:nvCxnSpPr>
        <p:spPr>
          <a:xfrm>
            <a:off x="2346071" y="1634449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436EAC3-8CA8-873D-E962-DF07C695D9EA}"/>
              </a:ext>
            </a:extLst>
          </p:cNvPr>
          <p:cNvSpPr txBox="1"/>
          <p:nvPr/>
        </p:nvSpPr>
        <p:spPr>
          <a:xfrm>
            <a:off x="2928454" y="1634448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2" name="Straight Arrow Connector 81">
            <a:extLst>
              <a:ext uri="{FF2B5EF4-FFF2-40B4-BE49-F238E27FC236}">
                <a16:creationId xmlns:a16="http://schemas.microsoft.com/office/drawing/2014/main" id="{55387091-048A-DC75-4CD7-D18B293B1A1D}"/>
              </a:ext>
            </a:extLst>
          </p:cNvPr>
          <p:cNvCxnSpPr>
            <a:cxnSpLocks/>
          </p:cNvCxnSpPr>
          <p:nvPr/>
        </p:nvCxnSpPr>
        <p:spPr>
          <a:xfrm>
            <a:off x="2346071" y="194193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165F276-8FD8-05D3-B5B3-8F18F4FB62CC}"/>
              </a:ext>
            </a:extLst>
          </p:cNvPr>
          <p:cNvSpPr txBox="1"/>
          <p:nvPr/>
        </p:nvSpPr>
        <p:spPr>
          <a:xfrm>
            <a:off x="2928454" y="169571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34" name="Straight Arrow Connector 81">
            <a:extLst>
              <a:ext uri="{FF2B5EF4-FFF2-40B4-BE49-F238E27FC236}">
                <a16:creationId xmlns:a16="http://schemas.microsoft.com/office/drawing/2014/main" id="{6EAF61D1-4BCB-5DF0-A218-7971B4B9C96B}"/>
              </a:ext>
            </a:extLst>
          </p:cNvPr>
          <p:cNvCxnSpPr>
            <a:cxnSpLocks/>
          </p:cNvCxnSpPr>
          <p:nvPr/>
        </p:nvCxnSpPr>
        <p:spPr>
          <a:xfrm>
            <a:off x="2346071" y="200319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FD5FDBF-2876-BC51-C4A5-E9CC294C8847}"/>
              </a:ext>
            </a:extLst>
          </p:cNvPr>
          <p:cNvSpPr txBox="1"/>
          <p:nvPr/>
        </p:nvSpPr>
        <p:spPr>
          <a:xfrm>
            <a:off x="2928454" y="200319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6" name="Straight Arrow Connector 81">
            <a:extLst>
              <a:ext uri="{FF2B5EF4-FFF2-40B4-BE49-F238E27FC236}">
                <a16:creationId xmlns:a16="http://schemas.microsoft.com/office/drawing/2014/main" id="{3DE2B306-823A-E86B-7D03-DF7A85622EE5}"/>
              </a:ext>
            </a:extLst>
          </p:cNvPr>
          <p:cNvCxnSpPr>
            <a:cxnSpLocks/>
          </p:cNvCxnSpPr>
          <p:nvPr/>
        </p:nvCxnSpPr>
        <p:spPr>
          <a:xfrm>
            <a:off x="2346071" y="255622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243A749-ADD6-EE6C-EE40-2AA14F676275}"/>
              </a:ext>
            </a:extLst>
          </p:cNvPr>
          <p:cNvSpPr txBox="1"/>
          <p:nvPr/>
        </p:nvSpPr>
        <p:spPr>
          <a:xfrm>
            <a:off x="2928454" y="23100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sp>
        <p:nvSpPr>
          <p:cNvPr id="38" name="호 37">
            <a:extLst>
              <a:ext uri="{FF2B5EF4-FFF2-40B4-BE49-F238E27FC236}">
                <a16:creationId xmlns:a16="http://schemas.microsoft.com/office/drawing/2014/main" id="{79EF7BB9-C6BD-D40F-9EC5-8BD92591603A}"/>
              </a:ext>
            </a:extLst>
          </p:cNvPr>
          <p:cNvSpPr/>
          <p:nvPr/>
        </p:nvSpPr>
        <p:spPr>
          <a:xfrm>
            <a:off x="6168329" y="2551713"/>
            <a:ext cx="291216" cy="740118"/>
          </a:xfrm>
          <a:prstGeom prst="arc">
            <a:avLst>
              <a:gd name="adj1" fmla="val 16200000"/>
              <a:gd name="adj2" fmla="val 5412057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240B6D-D301-6BF5-D225-127FC2B2F58A}"/>
              </a:ext>
            </a:extLst>
          </p:cNvPr>
          <p:cNvSpPr txBox="1"/>
          <p:nvPr/>
        </p:nvSpPr>
        <p:spPr>
          <a:xfrm>
            <a:off x="6337278" y="2802116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3times</a:t>
            </a:r>
            <a:endParaRPr kumimoji="1" lang="ko-KR" altLang="en-US" sz="1000" i="1"/>
          </a:p>
        </p:txBody>
      </p:sp>
      <p:cxnSp>
        <p:nvCxnSpPr>
          <p:cNvPr id="40" name="Straight Arrow Connector 81">
            <a:extLst>
              <a:ext uri="{FF2B5EF4-FFF2-40B4-BE49-F238E27FC236}">
                <a16:creationId xmlns:a16="http://schemas.microsoft.com/office/drawing/2014/main" id="{CEB081EA-5EEC-6457-9E4C-C29E0264FC72}"/>
              </a:ext>
            </a:extLst>
          </p:cNvPr>
          <p:cNvCxnSpPr>
            <a:cxnSpLocks/>
          </p:cNvCxnSpPr>
          <p:nvPr/>
        </p:nvCxnSpPr>
        <p:spPr>
          <a:xfrm>
            <a:off x="2346071" y="261748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34BF60F-6E76-00A6-4AC9-37698736C4D3}"/>
              </a:ext>
            </a:extLst>
          </p:cNvPr>
          <p:cNvSpPr txBox="1"/>
          <p:nvPr/>
        </p:nvSpPr>
        <p:spPr>
          <a:xfrm>
            <a:off x="2928454" y="261748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2" name="Straight Arrow Connector 81">
            <a:extLst>
              <a:ext uri="{FF2B5EF4-FFF2-40B4-BE49-F238E27FC236}">
                <a16:creationId xmlns:a16="http://schemas.microsoft.com/office/drawing/2014/main" id="{EE5D3499-F3E7-9278-3769-7FB0F408E3D4}"/>
              </a:ext>
            </a:extLst>
          </p:cNvPr>
          <p:cNvCxnSpPr>
            <a:cxnSpLocks/>
          </p:cNvCxnSpPr>
          <p:nvPr/>
        </p:nvCxnSpPr>
        <p:spPr>
          <a:xfrm>
            <a:off x="2346071" y="2925813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458627A-3EA7-52A8-19CB-70908589A2E8}"/>
              </a:ext>
            </a:extLst>
          </p:cNvPr>
          <p:cNvSpPr txBox="1"/>
          <p:nvPr/>
        </p:nvSpPr>
        <p:spPr>
          <a:xfrm>
            <a:off x="2928454" y="267959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44" name="Straight Arrow Connector 81">
            <a:extLst>
              <a:ext uri="{FF2B5EF4-FFF2-40B4-BE49-F238E27FC236}">
                <a16:creationId xmlns:a16="http://schemas.microsoft.com/office/drawing/2014/main" id="{AC11F974-8DE8-AD43-DBB2-2994B74E8904}"/>
              </a:ext>
            </a:extLst>
          </p:cNvPr>
          <p:cNvCxnSpPr>
            <a:cxnSpLocks/>
          </p:cNvCxnSpPr>
          <p:nvPr/>
        </p:nvCxnSpPr>
        <p:spPr>
          <a:xfrm>
            <a:off x="2346071" y="298707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B9F73D7-4644-420E-6E92-A0B36281B7BF}"/>
              </a:ext>
            </a:extLst>
          </p:cNvPr>
          <p:cNvSpPr txBox="1"/>
          <p:nvPr/>
        </p:nvSpPr>
        <p:spPr>
          <a:xfrm>
            <a:off x="2928454" y="29870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46" name="Straight Arrow Connector 81">
            <a:extLst>
              <a:ext uri="{FF2B5EF4-FFF2-40B4-BE49-F238E27FC236}">
                <a16:creationId xmlns:a16="http://schemas.microsoft.com/office/drawing/2014/main" id="{57BCC680-FCD5-624B-BBFA-46EEA3EFAE3E}"/>
              </a:ext>
            </a:extLst>
          </p:cNvPr>
          <p:cNvCxnSpPr>
            <a:cxnSpLocks/>
          </p:cNvCxnSpPr>
          <p:nvPr/>
        </p:nvCxnSpPr>
        <p:spPr>
          <a:xfrm>
            <a:off x="2346071" y="3294558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25DE74D5-B66B-CE63-827F-D5AF34C7AFC1}"/>
              </a:ext>
            </a:extLst>
          </p:cNvPr>
          <p:cNvSpPr txBox="1"/>
          <p:nvPr/>
        </p:nvSpPr>
        <p:spPr>
          <a:xfrm>
            <a:off x="2928454" y="3048337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  <p:cxnSp>
        <p:nvCxnSpPr>
          <p:cNvPr id="51" name="Straight Arrow Connector 81">
            <a:extLst>
              <a:ext uri="{FF2B5EF4-FFF2-40B4-BE49-F238E27FC236}">
                <a16:creationId xmlns:a16="http://schemas.microsoft.com/office/drawing/2014/main" id="{95C23966-0E48-06F3-7FF8-F11F00E53A5D}"/>
              </a:ext>
            </a:extLst>
          </p:cNvPr>
          <p:cNvCxnSpPr>
            <a:cxnSpLocks/>
          </p:cNvCxnSpPr>
          <p:nvPr/>
        </p:nvCxnSpPr>
        <p:spPr>
          <a:xfrm>
            <a:off x="2346071" y="3909523"/>
            <a:ext cx="569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A113F1B-85EE-B66E-8ADF-D8C430461B08}"/>
              </a:ext>
            </a:extLst>
          </p:cNvPr>
          <p:cNvSpPr txBox="1"/>
          <p:nvPr/>
        </p:nvSpPr>
        <p:spPr>
          <a:xfrm>
            <a:off x="2928454" y="3663302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7176090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D8BC0-362D-14EE-5098-F76C2B5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D01B1821-9F0D-BB8B-F841-12BC00A45ED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90EECB49-034C-1BA9-0FCF-CCB4DE231C5B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9155572-EE10-0E76-CC22-41D55270BDE9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4FC29E80-131D-CDD1-18FD-1B6BA39E899C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7A358CCC-C45E-5AB4-705E-1F8018AF1ECD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58238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E4B68DE-38BC-3067-4244-964156DBFBED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mock-server:8080/status/200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5126525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DAF6F-36A8-4218-B6A6-DDEC7E90E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DAEA3F-4B24-4A62-8C09-1B4372D30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343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09E44-1A46-B2CD-E2CC-332E4151E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BB8DF1DD-9531-EA2E-D38F-58866FCB8445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EFA98641-E4C7-C964-894E-4667869452D9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0C4CAD2A-6379-3AE5-B5B8-902E4AC0101C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D961DCA0-D61E-6625-AB46-B154CE3861F3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5E08A13B-8278-3746-8100-C6817BAB4EC2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163CE11-D96A-B719-EDAF-8395F8C9E007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mock-server:8080/delay/10000</a:t>
            </a:r>
            <a:endParaRPr kumimoji="1" lang="ko-KR" altLang="en-US" sz="1000" i="1"/>
          </a:p>
        </p:txBody>
      </p: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3219319F-9135-83F3-F4F8-15C128726505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B319C13-7B9D-3C05-92F4-9A6BE4F1F413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87A44243-E44E-5801-484D-9B8DB8DBAAD4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3B22D4-C705-035A-ED97-B5FE0C281860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9202027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010A-A1EF-2B1B-F120-E35D3BB08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29">
            <a:extLst>
              <a:ext uri="{FF2B5EF4-FFF2-40B4-BE49-F238E27FC236}">
                <a16:creationId xmlns:a16="http://schemas.microsoft.com/office/drawing/2014/main" id="{420FBD69-F2A8-B166-5018-CAAAFA067EF0}"/>
              </a:ext>
            </a:extLst>
          </p:cNvPr>
          <p:cNvSpPr/>
          <p:nvPr/>
        </p:nvSpPr>
        <p:spPr>
          <a:xfrm>
            <a:off x="176368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shell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sp>
        <p:nvSpPr>
          <p:cNvPr id="5" name="사각형: 둥근 모서리 29">
            <a:extLst>
              <a:ext uri="{FF2B5EF4-FFF2-40B4-BE49-F238E27FC236}">
                <a16:creationId xmlns:a16="http://schemas.microsoft.com/office/drawing/2014/main" id="{B03BC163-5975-9200-B868-5F3417050237}"/>
              </a:ext>
            </a:extLst>
          </p:cNvPr>
          <p:cNvSpPr/>
          <p:nvPr/>
        </p:nvSpPr>
        <p:spPr>
          <a:xfrm>
            <a:off x="5724128" y="411510"/>
            <a:ext cx="1164765" cy="657290"/>
          </a:xfrm>
          <a:prstGeom prst="roundRect">
            <a:avLst>
              <a:gd name="adj" fmla="val 173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mock-server</a:t>
            </a:r>
          </a:p>
          <a:p>
            <a:pPr algn="ctr"/>
            <a:r>
              <a:rPr lang="en-US" altLang="ko-KR" sz="1000"/>
              <a:t>Pod</a:t>
            </a:r>
            <a:endParaRPr lang="ko-KR" altLang="en-US" sz="1000"/>
          </a:p>
        </p:txBody>
      </p:sp>
      <p:cxnSp>
        <p:nvCxnSpPr>
          <p:cNvPr id="8" name="Straight Arrow Connector 81">
            <a:extLst>
              <a:ext uri="{FF2B5EF4-FFF2-40B4-BE49-F238E27FC236}">
                <a16:creationId xmlns:a16="http://schemas.microsoft.com/office/drawing/2014/main" id="{94359EBC-A245-048F-782D-5D58A081B510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630651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81">
            <a:extLst>
              <a:ext uri="{FF2B5EF4-FFF2-40B4-BE49-F238E27FC236}">
                <a16:creationId xmlns:a16="http://schemas.microsoft.com/office/drawing/2014/main" id="{ED7FD069-C200-2BF6-4EAA-53C326ED95AB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2346071" y="1068800"/>
            <a:ext cx="0" cy="337515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DAD27EB-1403-DA88-312B-D642AFA325C3}"/>
              </a:ext>
            </a:extLst>
          </p:cNvPr>
          <p:cNvSpPr txBox="1"/>
          <p:nvPr/>
        </p:nvSpPr>
        <p:spPr>
          <a:xfrm>
            <a:off x="2928454" y="957375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GET </a:t>
            </a:r>
            <a:r>
              <a:rPr lang="en" altLang="ko-KR" sz="1000" i="1"/>
              <a:t>mock-server:8080/disconnect/1000</a:t>
            </a:r>
            <a:endParaRPr kumimoji="1" lang="ko-KR" altLang="en-US" sz="1000" i="1"/>
          </a:p>
        </p:txBody>
      </p:sp>
      <p:cxnSp>
        <p:nvCxnSpPr>
          <p:cNvPr id="17" name="Straight Arrow Connector 81">
            <a:extLst>
              <a:ext uri="{FF2B5EF4-FFF2-40B4-BE49-F238E27FC236}">
                <a16:creationId xmlns:a16="http://schemas.microsoft.com/office/drawing/2014/main" id="{436B011A-667C-46AE-C8E9-B18CDC602A04}"/>
              </a:ext>
            </a:extLst>
          </p:cNvPr>
          <p:cNvCxnSpPr>
            <a:cxnSpLocks/>
          </p:cNvCxnSpPr>
          <p:nvPr/>
        </p:nvCxnSpPr>
        <p:spPr>
          <a:xfrm>
            <a:off x="2346071" y="1203596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81">
            <a:extLst>
              <a:ext uri="{FF2B5EF4-FFF2-40B4-BE49-F238E27FC236}">
                <a16:creationId xmlns:a16="http://schemas.microsoft.com/office/drawing/2014/main" id="{684F40FA-3A5E-FEB2-616D-BA19202EB181}"/>
              </a:ext>
            </a:extLst>
          </p:cNvPr>
          <p:cNvCxnSpPr>
            <a:cxnSpLocks/>
          </p:cNvCxnSpPr>
          <p:nvPr/>
        </p:nvCxnSpPr>
        <p:spPr>
          <a:xfrm>
            <a:off x="2346071" y="1626621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0BA1D4-B024-B064-7724-67AE51A28462}"/>
              </a:ext>
            </a:extLst>
          </p:cNvPr>
          <p:cNvSpPr txBox="1"/>
          <p:nvPr/>
        </p:nvSpPr>
        <p:spPr>
          <a:xfrm>
            <a:off x="2928454" y="1380400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cxnSp>
        <p:nvCxnSpPr>
          <p:cNvPr id="3" name="Straight Arrow Connector 81">
            <a:extLst>
              <a:ext uri="{FF2B5EF4-FFF2-40B4-BE49-F238E27FC236}">
                <a16:creationId xmlns:a16="http://schemas.microsoft.com/office/drawing/2014/main" id="{7F1FACCB-BF9D-CEFF-3216-166A4F284CBA}"/>
              </a:ext>
            </a:extLst>
          </p:cNvPr>
          <p:cNvCxnSpPr>
            <a:cxnSpLocks/>
          </p:cNvCxnSpPr>
          <p:nvPr/>
        </p:nvCxnSpPr>
        <p:spPr>
          <a:xfrm>
            <a:off x="2346071" y="1707654"/>
            <a:ext cx="3960440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3E18ABD-7A7A-1CF9-530F-DBA604B703DA}"/>
              </a:ext>
            </a:extLst>
          </p:cNvPr>
          <p:cNvSpPr txBox="1"/>
          <p:nvPr/>
        </p:nvSpPr>
        <p:spPr>
          <a:xfrm>
            <a:off x="2928454" y="1707653"/>
            <a:ext cx="27956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000" i="1"/>
              <a:t>TCP RST</a:t>
            </a:r>
            <a:endParaRPr kumimoji="1" lang="ko-KR" altLang="en-US" sz="1000" i="1"/>
          </a:p>
        </p:txBody>
      </p:sp>
      <p:sp>
        <p:nvSpPr>
          <p:cNvPr id="9" name="호 8">
            <a:extLst>
              <a:ext uri="{FF2B5EF4-FFF2-40B4-BE49-F238E27FC236}">
                <a16:creationId xmlns:a16="http://schemas.microsoft.com/office/drawing/2014/main" id="{98D0E240-0273-A2AC-C50C-ED9A814C4DFB}"/>
              </a:ext>
            </a:extLst>
          </p:cNvPr>
          <p:cNvSpPr/>
          <p:nvPr/>
        </p:nvSpPr>
        <p:spPr>
          <a:xfrm>
            <a:off x="6168328" y="1199085"/>
            <a:ext cx="276365" cy="423019"/>
          </a:xfrm>
          <a:prstGeom prst="arc">
            <a:avLst>
              <a:gd name="adj1" fmla="val 16200000"/>
              <a:gd name="adj2" fmla="val 5389298"/>
            </a:avLst>
          </a:prstGeom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F432B1-B870-B44F-43D4-63BC2E1FC2E5}"/>
              </a:ext>
            </a:extLst>
          </p:cNvPr>
          <p:cNvSpPr txBox="1"/>
          <p:nvPr/>
        </p:nvSpPr>
        <p:spPr>
          <a:xfrm>
            <a:off x="6337278" y="1287483"/>
            <a:ext cx="689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1000" i="1"/>
              <a:t>1000ms</a:t>
            </a:r>
            <a:endParaRPr kumimoji="1"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20693091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50777</TotalTime>
  <Words>628</Words>
  <Application>Microsoft Macintosh PowerPoint</Application>
  <PresentationFormat>화면 슬라이드 쇼(16:9)</PresentationFormat>
  <Paragraphs>265</Paragraphs>
  <Slides>25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5513</cp:revision>
  <dcterms:created xsi:type="dcterms:W3CDTF">2006-10-05T04:04:58Z</dcterms:created>
  <dcterms:modified xsi:type="dcterms:W3CDTF">2026-01-02T15:00:41Z</dcterms:modified>
</cp:coreProperties>
</file>
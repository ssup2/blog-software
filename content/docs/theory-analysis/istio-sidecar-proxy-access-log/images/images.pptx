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26" r:id="rId9"/>
    <p:sldId id="424" r:id="rId10"/>
    <p:sldId id="413" r:id="rId11"/>
    <p:sldId id="414" r:id="rId12"/>
    <p:sldId id="415" r:id="rId13"/>
    <p:sldId id="403" r:id="rId14"/>
    <p:sldId id="399" r:id="rId15"/>
    <p:sldId id="400" r:id="rId16"/>
    <p:sldId id="401" r:id="rId17"/>
    <p:sldId id="402" r:id="rId18"/>
    <p:sldId id="404" r:id="rId19"/>
    <p:sldId id="405" r:id="rId20"/>
    <p:sldId id="408" r:id="rId21"/>
    <p:sldId id="407" r:id="rId22"/>
    <p:sldId id="409" r:id="rId23"/>
    <p:sldId id="410" r:id="rId24"/>
    <p:sldId id="387" r:id="rId25"/>
    <p:sldId id="411" r:id="rId26"/>
    <p:sldId id="412" r:id="rId2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A29EF37-AAC7-89FE-B8F8-AD8AF9E014B1}"/>
              </a:ext>
            </a:extLst>
          </p:cNvPr>
          <p:cNvCxnSpPr>
            <a:cxnSpLocks/>
          </p:cNvCxnSpPr>
          <p:nvPr/>
        </p:nvCxnSpPr>
        <p:spPr>
          <a:xfrm>
            <a:off x="3681969" y="220382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3681968" y="195354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F70D05-8619-5924-D135-698121D5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7710F4-4CD4-64F0-EB4D-F4B2214DD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50825</TotalTime>
  <Words>658</Words>
  <Application>Microsoft Macintosh PowerPoint</Application>
  <PresentationFormat>화면 슬라이드 쇼(16:9)</PresentationFormat>
  <Paragraphs>281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2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5522</cp:revision>
  <dcterms:created xsi:type="dcterms:W3CDTF">2006-10-05T04:04:58Z</dcterms:created>
  <dcterms:modified xsi:type="dcterms:W3CDTF">2026-01-02T15:48:41Z</dcterms:modified>
</cp:coreProperties>
</file>
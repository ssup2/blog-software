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0"/>
  </p:notesMasterIdLst>
  <p:sldIdLst>
    <p:sldId id="398" r:id="rId2"/>
    <p:sldId id="425" r:id="rId3"/>
    <p:sldId id="421" r:id="rId4"/>
    <p:sldId id="422" r:id="rId5"/>
    <p:sldId id="423" r:id="rId6"/>
    <p:sldId id="419" r:id="rId7"/>
    <p:sldId id="420" r:id="rId8"/>
    <p:sldId id="438" r:id="rId9"/>
    <p:sldId id="426" r:id="rId10"/>
    <p:sldId id="427" r:id="rId11"/>
    <p:sldId id="428" r:id="rId12"/>
    <p:sldId id="424" r:id="rId13"/>
    <p:sldId id="429" r:id="rId14"/>
    <p:sldId id="430" r:id="rId15"/>
    <p:sldId id="431" r:id="rId16"/>
    <p:sldId id="432" r:id="rId17"/>
    <p:sldId id="433" r:id="rId18"/>
    <p:sldId id="434" r:id="rId19"/>
    <p:sldId id="435" r:id="rId20"/>
    <p:sldId id="436" r:id="rId21"/>
    <p:sldId id="437" r:id="rId22"/>
    <p:sldId id="413" r:id="rId23"/>
    <p:sldId id="414" r:id="rId24"/>
    <p:sldId id="415" r:id="rId25"/>
    <p:sldId id="403" r:id="rId26"/>
    <p:sldId id="399" r:id="rId27"/>
    <p:sldId id="400" r:id="rId28"/>
    <p:sldId id="401" r:id="rId29"/>
    <p:sldId id="402" r:id="rId30"/>
    <p:sldId id="404" r:id="rId31"/>
    <p:sldId id="405" r:id="rId32"/>
    <p:sldId id="408" r:id="rId33"/>
    <p:sldId id="407" r:id="rId34"/>
    <p:sldId id="409" r:id="rId35"/>
    <p:sldId id="410" r:id="rId36"/>
    <p:sldId id="387" r:id="rId37"/>
    <p:sldId id="411" r:id="rId38"/>
    <p:sldId id="412" r:id="rId39"/>
  </p:sldIdLst>
  <p:sldSz cx="9144000" cy="5143500" type="screen16x9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  <p15:guide id="3" orient="horz" pos="162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신 정섭" initials="신정" lastIdx="1" clrIdx="0">
    <p:extLst>
      <p:ext uri="{19B8F6BF-5375-455C-9EA6-DF929625EA0E}">
        <p15:presenceInfo xmlns:p15="http://schemas.microsoft.com/office/powerpoint/2012/main" userId="2e700d248d2395d6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B301B821-A1FF-4177-AEE7-76D212191A09}" styleName="보통 스타일 1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0787" autoAdjust="0"/>
    <p:restoredTop sz="93091" autoAdjust="0"/>
  </p:normalViewPr>
  <p:slideViewPr>
    <p:cSldViewPr>
      <p:cViewPr>
        <p:scale>
          <a:sx n="200" d="100"/>
          <a:sy n="200" d="100"/>
        </p:scale>
        <p:origin x="360" y="1760"/>
      </p:cViewPr>
      <p:guideLst>
        <p:guide orient="horz" pos="2160"/>
        <p:guide pos="2880"/>
        <p:guide orient="horz" pos="16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commentAuthors" Target="commentAuthor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CD5550B-26C4-49A9-A5BA-636EF7BE6CE9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5DFA43-8D57-47FB-BC46-057616015C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33502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1597820"/>
            <a:ext cx="7772400" cy="1102519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8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8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3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04789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3" y="1076327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3600451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4025504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05980"/>
            <a:ext cx="2057400" cy="4388644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05980"/>
            <a:ext cx="6019800" cy="438864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FB719D-B266-16CC-C562-6996970E1A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E5905F3A-7036-4CDE-4198-9FB6D36A9AAF}"/>
              </a:ext>
            </a:extLst>
          </p:cNvPr>
          <p:cNvCxnSpPr>
            <a:cxnSpLocks/>
            <a:stCxn id="9" idx="2"/>
            <a:endCxn id="3" idx="0"/>
          </p:cNvCxnSpPr>
          <p:nvPr/>
        </p:nvCxnSpPr>
        <p:spPr>
          <a:xfrm>
            <a:off x="4450617" y="2062537"/>
            <a:ext cx="0" cy="1732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사각형: 둥근 모서리 29">
            <a:extLst>
              <a:ext uri="{FF2B5EF4-FFF2-40B4-BE49-F238E27FC236}">
                <a16:creationId xmlns:a16="http://schemas.microsoft.com/office/drawing/2014/main" id="{85641599-95DD-45BF-D4F4-3A50F04D2562}"/>
              </a:ext>
            </a:extLst>
          </p:cNvPr>
          <p:cNvSpPr/>
          <p:nvPr/>
        </p:nvSpPr>
        <p:spPr>
          <a:xfrm>
            <a:off x="3811614" y="2942365"/>
            <a:ext cx="1278007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  <a:r>
              <a:rPr lang="en-US" altLang="ko-KR" sz="1000"/>
              <a:t> </a:t>
            </a:r>
          </a:p>
          <a:p>
            <a:pPr algn="ctr"/>
            <a:r>
              <a:rPr lang="en-US" altLang="ko-KR" sz="1000"/>
              <a:t>Service</a:t>
            </a:r>
            <a:endParaRPr lang="ko-KR" altLang="en-US" sz="1000"/>
          </a:p>
        </p:txBody>
      </p:sp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726E044F-1A65-8804-CFC2-46BCCA04155E}"/>
              </a:ext>
            </a:extLst>
          </p:cNvPr>
          <p:cNvSpPr/>
          <p:nvPr/>
        </p:nvSpPr>
        <p:spPr>
          <a:xfrm>
            <a:off x="3811613" y="2235787"/>
            <a:ext cx="1278007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DestinationRule</a:t>
            </a:r>
            <a:endParaRPr lang="ko-KR" altLang="en-US" sz="1000"/>
          </a:p>
        </p:txBody>
      </p:sp>
      <p:sp>
        <p:nvSpPr>
          <p:cNvPr id="9" name="사각형: 둥근 모서리 29">
            <a:extLst>
              <a:ext uri="{FF2B5EF4-FFF2-40B4-BE49-F238E27FC236}">
                <a16:creationId xmlns:a16="http://schemas.microsoft.com/office/drawing/2014/main" id="{6A93278C-E31C-E585-CF63-674AB91E87C7}"/>
              </a:ext>
            </a:extLst>
          </p:cNvPr>
          <p:cNvSpPr/>
          <p:nvPr/>
        </p:nvSpPr>
        <p:spPr>
          <a:xfrm>
            <a:off x="3811613" y="1536608"/>
            <a:ext cx="1278007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VirtualService</a:t>
            </a:r>
            <a:endParaRPr lang="ko-KR" altLang="en-US" sz="1000"/>
          </a:p>
        </p:txBody>
      </p:sp>
      <p:cxnSp>
        <p:nvCxnSpPr>
          <p:cNvPr id="18" name="Straight Arrow Connector 81">
            <a:extLst>
              <a:ext uri="{FF2B5EF4-FFF2-40B4-BE49-F238E27FC236}">
                <a16:creationId xmlns:a16="http://schemas.microsoft.com/office/drawing/2014/main" id="{47222323-B67F-18C2-875C-D82748BDCA42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>
            <a:off x="4450617" y="2761716"/>
            <a:ext cx="1" cy="18064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사각형: 둥근 모서리 29">
            <a:extLst>
              <a:ext uri="{FF2B5EF4-FFF2-40B4-BE49-F238E27FC236}">
                <a16:creationId xmlns:a16="http://schemas.microsoft.com/office/drawing/2014/main" id="{0BF34E4E-D819-D227-3EB9-B02A8298008D}"/>
              </a:ext>
            </a:extLst>
          </p:cNvPr>
          <p:cNvSpPr/>
          <p:nvPr/>
        </p:nvSpPr>
        <p:spPr>
          <a:xfrm>
            <a:off x="899592" y="1851670"/>
            <a:ext cx="2551069" cy="1267312"/>
          </a:xfrm>
          <a:prstGeom prst="roundRect">
            <a:avLst>
              <a:gd name="adj" fmla="val 602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 </a:t>
            </a:r>
          </a:p>
          <a:p>
            <a:pPr algn="ctr"/>
            <a:r>
              <a:rPr lang="en-US" altLang="ko-KR" sz="1000"/>
              <a:t>Worker Node</a:t>
            </a:r>
            <a:endParaRPr lang="ko-KR" altLang="en-US" sz="1000"/>
          </a:p>
        </p:txBody>
      </p:sp>
      <p:sp>
        <p:nvSpPr>
          <p:cNvPr id="27" name="사각형: 둥근 모서리 29">
            <a:extLst>
              <a:ext uri="{FF2B5EF4-FFF2-40B4-BE49-F238E27FC236}">
                <a16:creationId xmlns:a16="http://schemas.microsoft.com/office/drawing/2014/main" id="{E097F662-9C91-B3D9-B15F-F660A0526DEF}"/>
              </a:ext>
            </a:extLst>
          </p:cNvPr>
          <p:cNvSpPr/>
          <p:nvPr/>
        </p:nvSpPr>
        <p:spPr>
          <a:xfrm>
            <a:off x="990101" y="1951122"/>
            <a:ext cx="2372526" cy="888200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28" name="사각형: 둥근 모서리 29">
            <a:extLst>
              <a:ext uri="{FF2B5EF4-FFF2-40B4-BE49-F238E27FC236}">
                <a16:creationId xmlns:a16="http://schemas.microsoft.com/office/drawing/2014/main" id="{C6C9454E-4573-AF98-DEF0-375D7AED75F1}"/>
              </a:ext>
            </a:extLst>
          </p:cNvPr>
          <p:cNvSpPr/>
          <p:nvPr/>
        </p:nvSpPr>
        <p:spPr>
          <a:xfrm>
            <a:off x="2377097" y="2045930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29" name="사각형: 둥근 모서리 29">
            <a:extLst>
              <a:ext uri="{FF2B5EF4-FFF2-40B4-BE49-F238E27FC236}">
                <a16:creationId xmlns:a16="http://schemas.microsoft.com/office/drawing/2014/main" id="{7BCD3A1A-69FC-D273-70A9-D694743F2497}"/>
              </a:ext>
            </a:extLst>
          </p:cNvPr>
          <p:cNvSpPr/>
          <p:nvPr/>
        </p:nvSpPr>
        <p:spPr>
          <a:xfrm>
            <a:off x="1087860" y="2045930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0" name="Straight Arrow Connector 81">
            <a:extLst>
              <a:ext uri="{FF2B5EF4-FFF2-40B4-BE49-F238E27FC236}">
                <a16:creationId xmlns:a16="http://schemas.microsoft.com/office/drawing/2014/main" id="{AFA355D9-47D5-662F-1A7B-8C2D92C053B5}"/>
              </a:ext>
            </a:extLst>
          </p:cNvPr>
          <p:cNvCxnSpPr>
            <a:cxnSpLocks/>
            <a:stCxn id="29" idx="3"/>
            <a:endCxn id="28" idx="1"/>
          </p:cNvCxnSpPr>
          <p:nvPr/>
        </p:nvCxnSpPr>
        <p:spPr>
          <a:xfrm>
            <a:off x="2077317" y="2265628"/>
            <a:ext cx="29978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사각형: 둥근 모서리 29">
            <a:extLst>
              <a:ext uri="{FF2B5EF4-FFF2-40B4-BE49-F238E27FC236}">
                <a16:creationId xmlns:a16="http://schemas.microsoft.com/office/drawing/2014/main" id="{A87D3520-DD14-E30C-4291-1C37B4DCDB91}"/>
              </a:ext>
            </a:extLst>
          </p:cNvPr>
          <p:cNvSpPr/>
          <p:nvPr/>
        </p:nvSpPr>
        <p:spPr>
          <a:xfrm>
            <a:off x="5450572" y="1851670"/>
            <a:ext cx="2551069" cy="1267312"/>
          </a:xfrm>
          <a:prstGeom prst="roundRect">
            <a:avLst>
              <a:gd name="adj" fmla="val 602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 </a:t>
            </a:r>
          </a:p>
          <a:p>
            <a:pPr algn="ctr"/>
            <a:r>
              <a:rPr lang="en-US" altLang="ko-KR" sz="1000"/>
              <a:t>Worker Node</a:t>
            </a:r>
            <a:endParaRPr lang="ko-KR" altLang="en-US" sz="1000"/>
          </a:p>
        </p:txBody>
      </p:sp>
      <p:sp>
        <p:nvSpPr>
          <p:cNvPr id="32" name="사각형: 둥근 모서리 29">
            <a:extLst>
              <a:ext uri="{FF2B5EF4-FFF2-40B4-BE49-F238E27FC236}">
                <a16:creationId xmlns:a16="http://schemas.microsoft.com/office/drawing/2014/main" id="{213B2CC5-D52F-D2A4-CADD-7C6EA9B23701}"/>
              </a:ext>
            </a:extLst>
          </p:cNvPr>
          <p:cNvSpPr/>
          <p:nvPr/>
        </p:nvSpPr>
        <p:spPr>
          <a:xfrm>
            <a:off x="5541081" y="1951122"/>
            <a:ext cx="2372526" cy="888200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33" name="사각형: 둥근 모서리 29">
            <a:extLst>
              <a:ext uri="{FF2B5EF4-FFF2-40B4-BE49-F238E27FC236}">
                <a16:creationId xmlns:a16="http://schemas.microsoft.com/office/drawing/2014/main" id="{EC26083D-6DBA-A754-DB94-36D4550FB3A2}"/>
              </a:ext>
            </a:extLst>
          </p:cNvPr>
          <p:cNvSpPr/>
          <p:nvPr/>
        </p:nvSpPr>
        <p:spPr>
          <a:xfrm>
            <a:off x="6829902" y="2045930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34" name="사각형: 둥근 모서리 29">
            <a:extLst>
              <a:ext uri="{FF2B5EF4-FFF2-40B4-BE49-F238E27FC236}">
                <a16:creationId xmlns:a16="http://schemas.microsoft.com/office/drawing/2014/main" id="{7D67EF93-D3CB-BDE4-08F7-694E0D9B1738}"/>
              </a:ext>
            </a:extLst>
          </p:cNvPr>
          <p:cNvSpPr/>
          <p:nvPr/>
        </p:nvSpPr>
        <p:spPr>
          <a:xfrm>
            <a:off x="5638840" y="2045930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5" name="Straight Arrow Connector 81">
            <a:extLst>
              <a:ext uri="{FF2B5EF4-FFF2-40B4-BE49-F238E27FC236}">
                <a16:creationId xmlns:a16="http://schemas.microsoft.com/office/drawing/2014/main" id="{348CB496-C848-EE63-622E-4EBF46BB10D7}"/>
              </a:ext>
            </a:extLst>
          </p:cNvPr>
          <p:cNvCxnSpPr>
            <a:cxnSpLocks/>
            <a:stCxn id="34" idx="3"/>
            <a:endCxn id="33" idx="1"/>
          </p:cNvCxnSpPr>
          <p:nvPr/>
        </p:nvCxnSpPr>
        <p:spPr>
          <a:xfrm>
            <a:off x="6530122" y="2265628"/>
            <a:ext cx="29978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Elbow Connector 80">
            <a:extLst>
              <a:ext uri="{FF2B5EF4-FFF2-40B4-BE49-F238E27FC236}">
                <a16:creationId xmlns:a16="http://schemas.microsoft.com/office/drawing/2014/main" id="{60D77C7A-7EB3-5D25-0373-DA9D1152FF5A}"/>
              </a:ext>
            </a:extLst>
          </p:cNvPr>
          <p:cNvCxnSpPr>
            <a:cxnSpLocks/>
            <a:stCxn id="28" idx="0"/>
            <a:endCxn id="9" idx="0"/>
          </p:cNvCxnSpPr>
          <p:nvPr/>
        </p:nvCxnSpPr>
        <p:spPr>
          <a:xfrm rot="5400000" flipH="1" flipV="1">
            <a:off x="3382016" y="977330"/>
            <a:ext cx="509322" cy="1627879"/>
          </a:xfrm>
          <a:prstGeom prst="bentConnector3">
            <a:avLst>
              <a:gd name="adj1" fmla="val 144883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Elbow Connector 80">
            <a:extLst>
              <a:ext uri="{FF2B5EF4-FFF2-40B4-BE49-F238E27FC236}">
                <a16:creationId xmlns:a16="http://schemas.microsoft.com/office/drawing/2014/main" id="{08F1DEB0-4265-25DB-7A8D-0D7B60041B5C}"/>
              </a:ext>
            </a:extLst>
          </p:cNvPr>
          <p:cNvCxnSpPr>
            <a:cxnSpLocks/>
            <a:stCxn id="2" idx="2"/>
            <a:endCxn id="34" idx="2"/>
          </p:cNvCxnSpPr>
          <p:nvPr/>
        </p:nvCxnSpPr>
        <p:spPr>
          <a:xfrm rot="5400000" flipH="1" flipV="1">
            <a:off x="4776065" y="2159878"/>
            <a:ext cx="982968" cy="1633863"/>
          </a:xfrm>
          <a:prstGeom prst="bentConnector3">
            <a:avLst>
              <a:gd name="adj1" fmla="val -23256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878212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AB1732-004B-1080-5A4B-6E97898EB6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CED1C6B-1951-402E-604B-8DFAE4A373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A7636D9-0DCF-66B0-651C-09D5F0A1DE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699740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368313-8269-6F2B-8540-BF86D01211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1FDABE30-4690-5763-EB2D-8A0FEFF512F9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5EA79A3D-2C6A-F306-067D-CE060C2723B2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673BDB24-6F73-C2D5-856F-080E73969208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F17D29EC-AAF5-3EA1-8E9F-716121138F5C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05A0D838-F92F-1A5D-CD55-A905DBA2404C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6F8A0270-AF4B-03C8-4225-D2236B476495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B7F11F06-8FDA-55C1-E7F7-11DFBBC8B679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A77CF21F-59FD-C092-644A-F3539F407A05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2C3FBF66-6155-DD58-06DD-3A1763448E98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D3278817-B173-AAFA-13F4-CC95E5CBAD17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465E83B8-7E8E-7BC6-4D84-9021251E07AB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73B78DC4-0156-BC0F-8EA5-4651A5621310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54" name="Straight Arrow Connector 81">
            <a:extLst>
              <a:ext uri="{FF2B5EF4-FFF2-40B4-BE49-F238E27FC236}">
                <a16:creationId xmlns:a16="http://schemas.microsoft.com/office/drawing/2014/main" id="{69B2F2EF-5AFF-7F7C-B16A-9F12F7E92AE4}"/>
              </a:ext>
            </a:extLst>
          </p:cNvPr>
          <p:cNvCxnSpPr>
            <a:cxnSpLocks/>
          </p:cNvCxnSpPr>
          <p:nvPr/>
        </p:nvCxnSpPr>
        <p:spPr>
          <a:xfrm>
            <a:off x="5462033" y="1677286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BE3BC87B-C28E-FFEE-42E3-F17B06372E37}"/>
              </a:ext>
            </a:extLst>
          </p:cNvPr>
          <p:cNvSpPr txBox="1"/>
          <p:nvPr/>
        </p:nvSpPr>
        <p:spPr>
          <a:xfrm>
            <a:off x="5584334" y="167728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200 OK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DDDC6FD5-83BD-9185-E9B6-E52D128EB96C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BFBC4CA1-46E1-5C35-FD8A-1A12F1145438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81">
            <a:extLst>
              <a:ext uri="{FF2B5EF4-FFF2-40B4-BE49-F238E27FC236}">
                <a16:creationId xmlns:a16="http://schemas.microsoft.com/office/drawing/2014/main" id="{FAD9948B-32A6-7D7F-3687-C491BAB3D65C}"/>
              </a:ext>
            </a:extLst>
          </p:cNvPr>
          <p:cNvCxnSpPr>
            <a:cxnSpLocks/>
          </p:cNvCxnSpPr>
          <p:nvPr/>
        </p:nvCxnSpPr>
        <p:spPr>
          <a:xfrm>
            <a:off x="3681977" y="1749294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81">
            <a:extLst>
              <a:ext uri="{FF2B5EF4-FFF2-40B4-BE49-F238E27FC236}">
                <a16:creationId xmlns:a16="http://schemas.microsoft.com/office/drawing/2014/main" id="{2D541513-5865-B95B-E42D-6921F4405E57}"/>
              </a:ext>
            </a:extLst>
          </p:cNvPr>
          <p:cNvCxnSpPr>
            <a:cxnSpLocks/>
          </p:cNvCxnSpPr>
          <p:nvPr/>
        </p:nvCxnSpPr>
        <p:spPr>
          <a:xfrm>
            <a:off x="763987" y="1821302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CF62AE78-EBC6-4549-3F8D-FC35E1DB6D51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4389FA8F-968A-1748-07D1-066D67AE25F7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A19CC473-0B2A-68C4-BE8A-A11D3249EDBF}"/>
              </a:ext>
            </a:extLst>
          </p:cNvPr>
          <p:cNvCxnSpPr>
            <a:cxnSpLocks/>
          </p:cNvCxnSpPr>
          <p:nvPr/>
        </p:nvCxnSpPr>
        <p:spPr>
          <a:xfrm>
            <a:off x="763988" y="2169728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25445D30-8261-22D2-2F17-9A2919D1EB13}"/>
              </a:ext>
            </a:extLst>
          </p:cNvPr>
          <p:cNvSpPr txBox="1"/>
          <p:nvPr/>
        </p:nvSpPr>
        <p:spPr>
          <a:xfrm>
            <a:off x="763987" y="192350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12508514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36641-3808-7FA2-63FF-FE1B711116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4B28D3EE-AC41-F287-C602-F91E3286E435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BDEBE5B0-2B61-FA7C-17C6-04A2A54DE464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4CC0516A-DE84-4456-96BB-093352C279B0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7A2DD65A-8DBD-686A-668C-256AE252E1D8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AB17CBEF-EB45-E298-947D-CF78760686BB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972B2E46-19F1-0B2D-8BE4-EB13A8E6EA2D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EC3ABCEC-ACC6-4DE9-0BC4-5C96CD08BF85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E0321CF3-29F4-8EDF-5E24-28F963B82082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BB4BACD5-6239-1472-D81F-30537F4443E7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4CDA1DCD-9552-1B2F-D3E8-357218DCA097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5AD25256-2BDB-9B70-9B8A-CAA6D8241BD7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6BEE4913-03B1-EFB0-6CF7-B969234DB894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  <p:cxnSp>
        <p:nvCxnSpPr>
          <p:cNvPr id="54" name="Straight Arrow Connector 81">
            <a:extLst>
              <a:ext uri="{FF2B5EF4-FFF2-40B4-BE49-F238E27FC236}">
                <a16:creationId xmlns:a16="http://schemas.microsoft.com/office/drawing/2014/main" id="{4A5FBD09-F440-8117-FC3E-D61C3016DF78}"/>
              </a:ext>
            </a:extLst>
          </p:cNvPr>
          <p:cNvCxnSpPr>
            <a:cxnSpLocks/>
          </p:cNvCxnSpPr>
          <p:nvPr/>
        </p:nvCxnSpPr>
        <p:spPr>
          <a:xfrm>
            <a:off x="5462033" y="1677286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70623BB3-9B70-9219-490D-557B22AF28F0}"/>
              </a:ext>
            </a:extLst>
          </p:cNvPr>
          <p:cNvSpPr txBox="1"/>
          <p:nvPr/>
        </p:nvSpPr>
        <p:spPr>
          <a:xfrm>
            <a:off x="5584334" y="167728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503 Service Unavailable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BA06F6EA-B408-CFB6-25C7-BC33698635B7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C4A9AB0D-28A8-33D5-08BB-33DB3A318A19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81">
            <a:extLst>
              <a:ext uri="{FF2B5EF4-FFF2-40B4-BE49-F238E27FC236}">
                <a16:creationId xmlns:a16="http://schemas.microsoft.com/office/drawing/2014/main" id="{53F8E726-C186-6686-F195-10B3EF729555}"/>
              </a:ext>
            </a:extLst>
          </p:cNvPr>
          <p:cNvCxnSpPr>
            <a:cxnSpLocks/>
          </p:cNvCxnSpPr>
          <p:nvPr/>
        </p:nvCxnSpPr>
        <p:spPr>
          <a:xfrm>
            <a:off x="3681977" y="1749294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81">
            <a:extLst>
              <a:ext uri="{FF2B5EF4-FFF2-40B4-BE49-F238E27FC236}">
                <a16:creationId xmlns:a16="http://schemas.microsoft.com/office/drawing/2014/main" id="{FA43705E-F944-C487-57D5-67E44B532C04}"/>
              </a:ext>
            </a:extLst>
          </p:cNvPr>
          <p:cNvCxnSpPr>
            <a:cxnSpLocks/>
          </p:cNvCxnSpPr>
          <p:nvPr/>
        </p:nvCxnSpPr>
        <p:spPr>
          <a:xfrm>
            <a:off x="763987" y="1821302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0BC113F7-B6AD-F382-E6AB-0CB1193B3B2D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BB184DC-1E6E-80EB-C72C-CC21BF79F89F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5B6418BE-7828-8329-29EF-9DFF29318C6A}"/>
              </a:ext>
            </a:extLst>
          </p:cNvPr>
          <p:cNvCxnSpPr>
            <a:cxnSpLocks/>
          </p:cNvCxnSpPr>
          <p:nvPr/>
        </p:nvCxnSpPr>
        <p:spPr>
          <a:xfrm>
            <a:off x="763988" y="2169728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2E74979D-3591-1207-DEDB-A02CDBE2B6DD}"/>
              </a:ext>
            </a:extLst>
          </p:cNvPr>
          <p:cNvSpPr txBox="1"/>
          <p:nvPr/>
        </p:nvSpPr>
        <p:spPr>
          <a:xfrm>
            <a:off x="763987" y="192350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40377432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B469A-990A-21D2-ADEE-7EFB4D4F4F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E1421944-E955-0755-1748-5FB76F198AAD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DB4CD3DB-7FCB-A4AE-8FEE-F4A0F6881712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7561BF94-A1F5-E83C-13D6-74738CE837FB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F9927F52-7A87-8DCA-5153-6BA9F74C7E4C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30E9B784-70E9-A1B1-C519-5196AE0AC856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FBD11923-9BD8-B896-05E3-3F596B4F4492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C86ED5DC-4053-B611-0E7B-9BC1D84D8EE0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92D1552C-6218-EE8E-31E8-6EEFB5D7B3AB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5F038430-9C38-47B3-4E67-3D5453DA97D4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6E90069F-FBFF-B08A-7649-60A2B1ECB504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36C99D28-3159-2273-9AA3-FE9E1FB919B7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600E884D-5157-2B3A-3AB5-7B69F1D380F6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mock-server:8080/delay/5000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AAEE8836-3AD8-8CF3-89CB-C84AE356063F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CC560726-5BB4-D246-67B6-C242B5063337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6F0536F2-1CCC-99F0-8EAB-1DAB48C2E9A6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562B0559-6095-1175-84AF-0108EA34C51F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43B993C-DFEB-CF48-7C99-B103252E6117}"/>
              </a:ext>
            </a:extLst>
          </p:cNvPr>
          <p:cNvSpPr txBox="1"/>
          <p:nvPr/>
        </p:nvSpPr>
        <p:spPr>
          <a:xfrm>
            <a:off x="763987" y="153978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 (Ctrl + C)</a:t>
            </a:r>
            <a:endParaRPr kumimoji="1" lang="ko-KR" altLang="en-US" sz="1000" i="1"/>
          </a:p>
        </p:txBody>
      </p: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E290B414-2077-03F0-12CA-8E701FA5ECDC}"/>
              </a:ext>
            </a:extLst>
          </p:cNvPr>
          <p:cNvCxnSpPr>
            <a:cxnSpLocks/>
          </p:cNvCxnSpPr>
          <p:nvPr/>
        </p:nvCxnSpPr>
        <p:spPr>
          <a:xfrm>
            <a:off x="763988" y="1786012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81">
            <a:extLst>
              <a:ext uri="{FF2B5EF4-FFF2-40B4-BE49-F238E27FC236}">
                <a16:creationId xmlns:a16="http://schemas.microsoft.com/office/drawing/2014/main" id="{AB65D176-B0AE-7ED7-0CA3-3CBF43CCC7C1}"/>
              </a:ext>
            </a:extLst>
          </p:cNvPr>
          <p:cNvCxnSpPr>
            <a:cxnSpLocks/>
          </p:cNvCxnSpPr>
          <p:nvPr/>
        </p:nvCxnSpPr>
        <p:spPr>
          <a:xfrm>
            <a:off x="3681969" y="1859807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871F3401-4DB6-E1A3-4058-EAA7205BDF31}"/>
              </a:ext>
            </a:extLst>
          </p:cNvPr>
          <p:cNvCxnSpPr>
            <a:cxnSpLocks/>
          </p:cNvCxnSpPr>
          <p:nvPr/>
        </p:nvCxnSpPr>
        <p:spPr>
          <a:xfrm>
            <a:off x="5462033" y="1939698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81">
            <a:extLst>
              <a:ext uri="{FF2B5EF4-FFF2-40B4-BE49-F238E27FC236}">
                <a16:creationId xmlns:a16="http://schemas.microsoft.com/office/drawing/2014/main" id="{ED037383-3E51-EC01-0D7A-629AB96B321C}"/>
              </a:ext>
            </a:extLst>
          </p:cNvPr>
          <p:cNvCxnSpPr>
            <a:cxnSpLocks/>
          </p:cNvCxnSpPr>
          <p:nvPr/>
        </p:nvCxnSpPr>
        <p:spPr>
          <a:xfrm>
            <a:off x="5462033" y="2283718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75E4A917-B6DF-88E1-E549-591A47BED4B4}"/>
              </a:ext>
            </a:extLst>
          </p:cNvPr>
          <p:cNvSpPr txBox="1"/>
          <p:nvPr/>
        </p:nvSpPr>
        <p:spPr>
          <a:xfrm>
            <a:off x="5462032" y="203749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30856251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70BB47-55FC-A44F-B2A5-056CEEB2DC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D4B0BE91-4E51-84EF-2F49-1FF70DE38149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92FEBECD-014E-1FCE-1A5E-6C7FCD0B88FA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BB68702A-6E61-1793-C1A4-520A761EE7D7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98BE2486-F289-3189-578C-6B4BC9F1A5C2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5CB09E3F-7905-5FF0-8844-E1BEC7E99CFB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662DB82A-CC98-4FD9-9775-9DF27B4268AC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BD29BE1A-09D4-6DAB-39EE-8B1DAA0318B1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9E625DD2-1891-1EEE-BC6D-7A2D4626FA6D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18FBBB0D-7D45-9E2C-2DA9-C0921490E302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1D67D35F-C96A-52CB-8E4C-1FB9DA43E438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407307EB-5C9E-3866-E5CC-521BE0128BE4}"/>
              </a:ext>
            </a:extLst>
          </p:cNvPr>
          <p:cNvCxnSpPr>
            <a:cxnSpLocks/>
          </p:cNvCxnSpPr>
          <p:nvPr/>
        </p:nvCxnSpPr>
        <p:spPr>
          <a:xfrm>
            <a:off x="763988" y="1431884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073F56D7-C550-BC50-349D-9636296D26E5}"/>
              </a:ext>
            </a:extLst>
          </p:cNvPr>
          <p:cNvSpPr txBox="1"/>
          <p:nvPr/>
        </p:nvSpPr>
        <p:spPr>
          <a:xfrm>
            <a:off x="763986" y="1185663"/>
            <a:ext cx="315993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mock-server:8080/reset-before-response/1000</a:t>
            </a:r>
            <a:endParaRPr kumimoji="1" lang="ko-KR" altLang="en-US" sz="1000" i="1"/>
          </a:p>
        </p:txBody>
      </p:sp>
      <p:cxnSp>
        <p:nvCxnSpPr>
          <p:cNvPr id="54" name="Straight Arrow Connector 81">
            <a:extLst>
              <a:ext uri="{FF2B5EF4-FFF2-40B4-BE49-F238E27FC236}">
                <a16:creationId xmlns:a16="http://schemas.microsoft.com/office/drawing/2014/main" id="{B77EBA17-EF7D-8CE4-8A6D-CDA443310B12}"/>
              </a:ext>
            </a:extLst>
          </p:cNvPr>
          <p:cNvCxnSpPr>
            <a:cxnSpLocks/>
          </p:cNvCxnSpPr>
          <p:nvPr/>
        </p:nvCxnSpPr>
        <p:spPr>
          <a:xfrm>
            <a:off x="5462033" y="2006276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E2111CA3-34AE-057C-2CDF-F40DAA539354}"/>
              </a:ext>
            </a:extLst>
          </p:cNvPr>
          <p:cNvSpPr txBox="1"/>
          <p:nvPr/>
        </p:nvSpPr>
        <p:spPr>
          <a:xfrm>
            <a:off x="2666358" y="207548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503 Service Unavailable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D03C5C8D-6BA5-274A-850A-22C6CC6B7BA2}"/>
              </a:ext>
            </a:extLst>
          </p:cNvPr>
          <p:cNvCxnSpPr>
            <a:cxnSpLocks/>
          </p:cNvCxnSpPr>
          <p:nvPr/>
        </p:nvCxnSpPr>
        <p:spPr>
          <a:xfrm>
            <a:off x="3681969" y="1505679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ED8BA536-A74A-AB7D-5673-49353D2A389D}"/>
              </a:ext>
            </a:extLst>
          </p:cNvPr>
          <p:cNvCxnSpPr>
            <a:cxnSpLocks/>
          </p:cNvCxnSpPr>
          <p:nvPr/>
        </p:nvCxnSpPr>
        <p:spPr>
          <a:xfrm>
            <a:off x="5462033" y="1585570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81">
            <a:extLst>
              <a:ext uri="{FF2B5EF4-FFF2-40B4-BE49-F238E27FC236}">
                <a16:creationId xmlns:a16="http://schemas.microsoft.com/office/drawing/2014/main" id="{9FA8D0C5-E452-DF3C-CB38-937FB4A28B50}"/>
              </a:ext>
            </a:extLst>
          </p:cNvPr>
          <p:cNvCxnSpPr>
            <a:cxnSpLocks/>
          </p:cNvCxnSpPr>
          <p:nvPr/>
        </p:nvCxnSpPr>
        <p:spPr>
          <a:xfrm>
            <a:off x="3681977" y="2078284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81">
            <a:extLst>
              <a:ext uri="{FF2B5EF4-FFF2-40B4-BE49-F238E27FC236}">
                <a16:creationId xmlns:a16="http://schemas.microsoft.com/office/drawing/2014/main" id="{0764FA75-A45A-50C2-EFB8-171A2ECE4B01}"/>
              </a:ext>
            </a:extLst>
          </p:cNvPr>
          <p:cNvCxnSpPr>
            <a:cxnSpLocks/>
          </p:cNvCxnSpPr>
          <p:nvPr/>
        </p:nvCxnSpPr>
        <p:spPr>
          <a:xfrm>
            <a:off x="763987" y="2150292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호 1">
            <a:extLst>
              <a:ext uri="{FF2B5EF4-FFF2-40B4-BE49-F238E27FC236}">
                <a16:creationId xmlns:a16="http://schemas.microsoft.com/office/drawing/2014/main" id="{8575321F-DA7E-D278-DE23-E5570022C613}"/>
              </a:ext>
            </a:extLst>
          </p:cNvPr>
          <p:cNvSpPr/>
          <p:nvPr/>
        </p:nvSpPr>
        <p:spPr>
          <a:xfrm>
            <a:off x="8241825" y="1585569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65ED7F0-227D-B119-D125-4DCF435EED7A}"/>
              </a:ext>
            </a:extLst>
          </p:cNvPr>
          <p:cNvSpPr txBox="1"/>
          <p:nvPr/>
        </p:nvSpPr>
        <p:spPr>
          <a:xfrm>
            <a:off x="8410775" y="1680027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1000ms</a:t>
            </a:r>
            <a:endParaRPr kumimoji="1" lang="ko-KR" altLang="en-US" sz="1000" i="1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3DBC783-7EC4-22AA-6E83-FB3B60F5B6B4}"/>
              </a:ext>
            </a:extLst>
          </p:cNvPr>
          <p:cNvSpPr txBox="1"/>
          <p:nvPr/>
        </p:nvSpPr>
        <p:spPr>
          <a:xfrm>
            <a:off x="5584333" y="200396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2AFD9B98-D008-F61C-AA42-57C9239BD751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90DA25AE-2056-0077-7D91-EF1B4E4066C1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F6D593B-D3F0-75EC-67FA-145BE00972A7}"/>
              </a:ext>
            </a:extLst>
          </p:cNvPr>
          <p:cNvSpPr txBox="1"/>
          <p:nvPr/>
        </p:nvSpPr>
        <p:spPr>
          <a:xfrm>
            <a:off x="763987" y="225241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  <p:cxnSp>
        <p:nvCxnSpPr>
          <p:cNvPr id="14" name="Straight Arrow Connector 81">
            <a:extLst>
              <a:ext uri="{FF2B5EF4-FFF2-40B4-BE49-F238E27FC236}">
                <a16:creationId xmlns:a16="http://schemas.microsoft.com/office/drawing/2014/main" id="{F930E445-E6F7-8D17-121B-603C085D548F}"/>
              </a:ext>
            </a:extLst>
          </p:cNvPr>
          <p:cNvCxnSpPr>
            <a:cxnSpLocks/>
          </p:cNvCxnSpPr>
          <p:nvPr/>
        </p:nvCxnSpPr>
        <p:spPr>
          <a:xfrm>
            <a:off x="763988" y="2498644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724029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3AE7AB-87CD-BC59-E9C8-46F7963E97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9F886A1B-5171-B477-B1E2-80213B993251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C44C7BB2-287B-7CA9-3611-CDAC28833FFB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329C40AC-62A6-EA0E-C9C7-919008228F45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3381388C-31CE-3BA1-933F-F6814F5E7061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DD6CEC63-4A89-B3E2-8924-467501D335AB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BB9DBB4E-0D4C-5748-9BA6-A80035343A2B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92E1B4A6-6834-2243-F4E3-525026B43898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2FD70B6F-7830-1F73-E0CF-FE152D91FA7F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985165D9-6BFA-A058-CE2C-DC229BAF1B30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8AD2040C-E047-FAA5-E8AD-F04999BF5E25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8AFEF405-988E-FF87-9158-29D249B91536}"/>
              </a:ext>
            </a:extLst>
          </p:cNvPr>
          <p:cNvCxnSpPr>
            <a:cxnSpLocks/>
          </p:cNvCxnSpPr>
          <p:nvPr/>
        </p:nvCxnSpPr>
        <p:spPr>
          <a:xfrm>
            <a:off x="763988" y="1431263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E451B5E-3D14-003E-6CCE-E7B281038160}"/>
              </a:ext>
            </a:extLst>
          </p:cNvPr>
          <p:cNvSpPr txBox="1"/>
          <p:nvPr/>
        </p:nvSpPr>
        <p:spPr>
          <a:xfrm>
            <a:off x="763986" y="1185042"/>
            <a:ext cx="315993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mock-server:8080/reset-after-response/1000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CDC247C2-C413-D8A7-8631-AC28179AC884}"/>
              </a:ext>
            </a:extLst>
          </p:cNvPr>
          <p:cNvCxnSpPr>
            <a:cxnSpLocks/>
          </p:cNvCxnSpPr>
          <p:nvPr/>
        </p:nvCxnSpPr>
        <p:spPr>
          <a:xfrm>
            <a:off x="3681969" y="1505058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006CC072-6B0F-300F-33A0-D14071DADA2E}"/>
              </a:ext>
            </a:extLst>
          </p:cNvPr>
          <p:cNvCxnSpPr>
            <a:cxnSpLocks/>
          </p:cNvCxnSpPr>
          <p:nvPr/>
        </p:nvCxnSpPr>
        <p:spPr>
          <a:xfrm>
            <a:off x="5462033" y="1584949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81">
            <a:extLst>
              <a:ext uri="{FF2B5EF4-FFF2-40B4-BE49-F238E27FC236}">
                <a16:creationId xmlns:a16="http://schemas.microsoft.com/office/drawing/2014/main" id="{8A01F1A2-DBDF-339E-09AA-5E1AA2967FED}"/>
              </a:ext>
            </a:extLst>
          </p:cNvPr>
          <p:cNvCxnSpPr>
            <a:cxnSpLocks/>
          </p:cNvCxnSpPr>
          <p:nvPr/>
        </p:nvCxnSpPr>
        <p:spPr>
          <a:xfrm>
            <a:off x="3681977" y="2424814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81">
            <a:extLst>
              <a:ext uri="{FF2B5EF4-FFF2-40B4-BE49-F238E27FC236}">
                <a16:creationId xmlns:a16="http://schemas.microsoft.com/office/drawing/2014/main" id="{A1F85A67-17B7-A383-AB73-D5261130B6F6}"/>
              </a:ext>
            </a:extLst>
          </p:cNvPr>
          <p:cNvCxnSpPr>
            <a:cxnSpLocks/>
          </p:cNvCxnSpPr>
          <p:nvPr/>
        </p:nvCxnSpPr>
        <p:spPr>
          <a:xfrm>
            <a:off x="763987" y="2496822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94975DC0-819C-B24F-D060-7140F710F8C3}"/>
              </a:ext>
            </a:extLst>
          </p:cNvPr>
          <p:cNvSpPr txBox="1"/>
          <p:nvPr/>
        </p:nvSpPr>
        <p:spPr>
          <a:xfrm>
            <a:off x="2666355" y="241928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  <p:cxnSp>
        <p:nvCxnSpPr>
          <p:cNvPr id="16" name="Straight Arrow Connector 81">
            <a:extLst>
              <a:ext uri="{FF2B5EF4-FFF2-40B4-BE49-F238E27FC236}">
                <a16:creationId xmlns:a16="http://schemas.microsoft.com/office/drawing/2014/main" id="{630E53CB-5D9C-94D8-3BA6-96931311DC29}"/>
              </a:ext>
            </a:extLst>
          </p:cNvPr>
          <p:cNvCxnSpPr>
            <a:cxnSpLocks/>
          </p:cNvCxnSpPr>
          <p:nvPr/>
        </p:nvCxnSpPr>
        <p:spPr>
          <a:xfrm>
            <a:off x="5462033" y="2009168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81">
            <a:extLst>
              <a:ext uri="{FF2B5EF4-FFF2-40B4-BE49-F238E27FC236}">
                <a16:creationId xmlns:a16="http://schemas.microsoft.com/office/drawing/2014/main" id="{A43474A5-FA46-19BB-40F7-F2A4285E6DD6}"/>
              </a:ext>
            </a:extLst>
          </p:cNvPr>
          <p:cNvCxnSpPr>
            <a:cxnSpLocks/>
          </p:cNvCxnSpPr>
          <p:nvPr/>
        </p:nvCxnSpPr>
        <p:spPr>
          <a:xfrm>
            <a:off x="763987" y="2153184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30385E62-9F05-5EBF-DBB8-163F6D2FC644}"/>
              </a:ext>
            </a:extLst>
          </p:cNvPr>
          <p:cNvSpPr txBox="1"/>
          <p:nvPr/>
        </p:nvSpPr>
        <p:spPr>
          <a:xfrm>
            <a:off x="5584333" y="200685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200 OK + Partial Response</a:t>
            </a:r>
            <a:endParaRPr kumimoji="1" lang="ko-KR" altLang="en-US" sz="1000" i="1"/>
          </a:p>
        </p:txBody>
      </p:sp>
      <p:cxnSp>
        <p:nvCxnSpPr>
          <p:cNvPr id="21" name="Straight Arrow Connector 81">
            <a:extLst>
              <a:ext uri="{FF2B5EF4-FFF2-40B4-BE49-F238E27FC236}">
                <a16:creationId xmlns:a16="http://schemas.microsoft.com/office/drawing/2014/main" id="{C4B9F288-0902-F04E-62C0-6788D86564A4}"/>
              </a:ext>
            </a:extLst>
          </p:cNvPr>
          <p:cNvCxnSpPr>
            <a:cxnSpLocks/>
          </p:cNvCxnSpPr>
          <p:nvPr/>
        </p:nvCxnSpPr>
        <p:spPr>
          <a:xfrm>
            <a:off x="5462028" y="2325453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81">
            <a:extLst>
              <a:ext uri="{FF2B5EF4-FFF2-40B4-BE49-F238E27FC236}">
                <a16:creationId xmlns:a16="http://schemas.microsoft.com/office/drawing/2014/main" id="{33925310-591A-85F5-13DB-D13C9373B0AD}"/>
              </a:ext>
            </a:extLst>
          </p:cNvPr>
          <p:cNvCxnSpPr>
            <a:cxnSpLocks/>
          </p:cNvCxnSpPr>
          <p:nvPr/>
        </p:nvCxnSpPr>
        <p:spPr>
          <a:xfrm>
            <a:off x="3681972" y="2762185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53BC9DED-8EE9-68C8-3AE6-0FABDF2E807E}"/>
              </a:ext>
            </a:extLst>
          </p:cNvPr>
          <p:cNvSpPr txBox="1"/>
          <p:nvPr/>
        </p:nvSpPr>
        <p:spPr>
          <a:xfrm>
            <a:off x="5584328" y="232314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93265C1-93A7-32EA-CE5C-77945D0046BB}"/>
              </a:ext>
            </a:extLst>
          </p:cNvPr>
          <p:cNvSpPr txBox="1"/>
          <p:nvPr/>
        </p:nvSpPr>
        <p:spPr>
          <a:xfrm>
            <a:off x="2666355" y="276218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27" name="Straight Arrow Connector 81">
            <a:extLst>
              <a:ext uri="{FF2B5EF4-FFF2-40B4-BE49-F238E27FC236}">
                <a16:creationId xmlns:a16="http://schemas.microsoft.com/office/drawing/2014/main" id="{3AE37C0C-060D-4235-4D6C-821BE262B007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E57B0BC4-5506-429A-7D61-0604C87A31F4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sp>
        <p:nvSpPr>
          <p:cNvPr id="30" name="호 29">
            <a:extLst>
              <a:ext uri="{FF2B5EF4-FFF2-40B4-BE49-F238E27FC236}">
                <a16:creationId xmlns:a16="http://schemas.microsoft.com/office/drawing/2014/main" id="{530F991D-0535-28F6-CEFD-F38F2D838BC3}"/>
              </a:ext>
            </a:extLst>
          </p:cNvPr>
          <p:cNvSpPr/>
          <p:nvPr/>
        </p:nvSpPr>
        <p:spPr>
          <a:xfrm>
            <a:off x="8241825" y="1585569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8E49FB2-9594-B138-A6A9-388215BBFD74}"/>
              </a:ext>
            </a:extLst>
          </p:cNvPr>
          <p:cNvSpPr txBox="1"/>
          <p:nvPr/>
        </p:nvSpPr>
        <p:spPr>
          <a:xfrm>
            <a:off x="8410775" y="1680027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1000ms</a:t>
            </a:r>
            <a:endParaRPr kumimoji="1" lang="ko-KR" altLang="en-US" sz="1000" i="1"/>
          </a:p>
        </p:txBody>
      </p:sp>
      <p:cxnSp>
        <p:nvCxnSpPr>
          <p:cNvPr id="33" name="Straight Arrow Connector 81">
            <a:extLst>
              <a:ext uri="{FF2B5EF4-FFF2-40B4-BE49-F238E27FC236}">
                <a16:creationId xmlns:a16="http://schemas.microsoft.com/office/drawing/2014/main" id="{B8CE26C4-C415-E104-E376-442637C3A67B}"/>
              </a:ext>
            </a:extLst>
          </p:cNvPr>
          <p:cNvCxnSpPr>
            <a:cxnSpLocks/>
          </p:cNvCxnSpPr>
          <p:nvPr/>
        </p:nvCxnSpPr>
        <p:spPr>
          <a:xfrm>
            <a:off x="3681977" y="2078284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297070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EF74FA-F402-C51B-DB73-F189AFEC8B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ADE1A207-9EED-9FEB-2E93-04E68C6F95BD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25893CD3-3DE1-B95F-6ACA-8AE5F2C5F41C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B827D469-6585-DC45-0B7F-2CC87863B813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8308FA0D-F0FA-B94F-08FB-05FB1FD7A0F1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1ADCE13A-F9C2-1AC3-A506-9B177DDF5EFA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DBA63C24-33DA-696E-2780-5EA51568D8DE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9199A0EC-0F74-A273-A491-1F5701E5F158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8240E68E-4C2D-EFE0-1757-97F822C24415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CBE77C82-50B2-B539-26E3-034919A7F0B5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20B55E25-D2E7-947F-C7E5-EA6A708521F8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D47DF129-415F-5597-6915-C8CC90091F06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A2E9F9CD-86B5-1C55-42B1-82C63DB91109}"/>
              </a:ext>
            </a:extLst>
          </p:cNvPr>
          <p:cNvSpPr txBox="1"/>
          <p:nvPr/>
        </p:nvSpPr>
        <p:spPr>
          <a:xfrm>
            <a:off x="763986" y="1185664"/>
            <a:ext cx="366399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mock-server:8080/close-before-response/1000</a:t>
            </a:r>
            <a:endParaRPr kumimoji="1" lang="ko-KR" altLang="en-US" sz="1000" i="1"/>
          </a:p>
        </p:txBody>
      </p:sp>
      <p:cxnSp>
        <p:nvCxnSpPr>
          <p:cNvPr id="54" name="Straight Arrow Connector 81">
            <a:extLst>
              <a:ext uri="{FF2B5EF4-FFF2-40B4-BE49-F238E27FC236}">
                <a16:creationId xmlns:a16="http://schemas.microsoft.com/office/drawing/2014/main" id="{CEE0C31C-9588-6327-A2C6-739A262BBC7E}"/>
              </a:ext>
            </a:extLst>
          </p:cNvPr>
          <p:cNvCxnSpPr>
            <a:cxnSpLocks/>
          </p:cNvCxnSpPr>
          <p:nvPr/>
        </p:nvCxnSpPr>
        <p:spPr>
          <a:xfrm>
            <a:off x="5462033" y="2003965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C424DB10-E67F-5F15-8683-10699E778D6B}"/>
              </a:ext>
            </a:extLst>
          </p:cNvPr>
          <p:cNvSpPr txBox="1"/>
          <p:nvPr/>
        </p:nvSpPr>
        <p:spPr>
          <a:xfrm>
            <a:off x="5584334" y="200396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0E3D0A75-F439-9B09-1817-B85B10464194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06DF18FC-10E0-B1E1-4B12-FE0E90886565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81">
            <a:extLst>
              <a:ext uri="{FF2B5EF4-FFF2-40B4-BE49-F238E27FC236}">
                <a16:creationId xmlns:a16="http://schemas.microsoft.com/office/drawing/2014/main" id="{E5601E42-1F90-50A6-5AC6-FFEA7AA84CC1}"/>
              </a:ext>
            </a:extLst>
          </p:cNvPr>
          <p:cNvCxnSpPr>
            <a:cxnSpLocks/>
          </p:cNvCxnSpPr>
          <p:nvPr/>
        </p:nvCxnSpPr>
        <p:spPr>
          <a:xfrm>
            <a:off x="3681977" y="2075973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FB70A2E7-4C36-A833-2F1E-8D5C6D3CD221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65FC832E-F651-EFF4-9753-6BA096915C6D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0409B48B-00D0-5EC2-164C-0E63639FD30D}"/>
              </a:ext>
            </a:extLst>
          </p:cNvPr>
          <p:cNvCxnSpPr>
            <a:cxnSpLocks/>
          </p:cNvCxnSpPr>
          <p:nvPr/>
        </p:nvCxnSpPr>
        <p:spPr>
          <a:xfrm>
            <a:off x="763988" y="2496407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6EE5B9B6-662C-F658-BFC6-76CC70F06662}"/>
              </a:ext>
            </a:extLst>
          </p:cNvPr>
          <p:cNvSpPr txBox="1"/>
          <p:nvPr/>
        </p:nvSpPr>
        <p:spPr>
          <a:xfrm>
            <a:off x="763987" y="225018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  <p:sp>
        <p:nvSpPr>
          <p:cNvPr id="14" name="호 13">
            <a:extLst>
              <a:ext uri="{FF2B5EF4-FFF2-40B4-BE49-F238E27FC236}">
                <a16:creationId xmlns:a16="http://schemas.microsoft.com/office/drawing/2014/main" id="{645B9702-AC6A-51B8-ED56-ACC55F01E306}"/>
              </a:ext>
            </a:extLst>
          </p:cNvPr>
          <p:cNvSpPr/>
          <p:nvPr/>
        </p:nvSpPr>
        <p:spPr>
          <a:xfrm>
            <a:off x="8241825" y="1585569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AB2386D-9A2D-BCBB-55E6-23485EE01E52}"/>
              </a:ext>
            </a:extLst>
          </p:cNvPr>
          <p:cNvSpPr txBox="1"/>
          <p:nvPr/>
        </p:nvSpPr>
        <p:spPr>
          <a:xfrm>
            <a:off x="8410775" y="1680027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1000ms</a:t>
            </a:r>
            <a:endParaRPr kumimoji="1" lang="ko-KR" altLang="en-US" sz="1000" i="1"/>
          </a:p>
        </p:txBody>
      </p: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3B39EDDD-4756-53E3-DA43-D9CF0AC4CD2C}"/>
              </a:ext>
            </a:extLst>
          </p:cNvPr>
          <p:cNvCxnSpPr>
            <a:cxnSpLocks/>
          </p:cNvCxnSpPr>
          <p:nvPr/>
        </p:nvCxnSpPr>
        <p:spPr>
          <a:xfrm>
            <a:off x="763987" y="2153184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B41FE533-08E8-7A81-A48E-4CC0CFA9C017}"/>
              </a:ext>
            </a:extLst>
          </p:cNvPr>
          <p:cNvSpPr txBox="1"/>
          <p:nvPr/>
        </p:nvSpPr>
        <p:spPr>
          <a:xfrm>
            <a:off x="2666358" y="207548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503 Service Unavailable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20318398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9E107C-8AD4-AB22-C6C4-2D86B3870B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84BDBC81-C6A3-4676-DFEF-E940FFE4AE35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51332B54-59A2-19AD-AA55-10B6280A4FC8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C1414866-1E85-E51B-2182-6A979716CDBA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416C6F59-DAF9-7B9B-535F-264F2FEBBD2C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FD148650-E683-2E94-F98A-850E19317B3D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075EB613-4F35-DF70-63F2-7215C1EF5606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76AC4197-3F19-3334-9C6E-37DCFA1B4D5D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2AACC0CB-ADDF-C84A-9E51-F265AA715383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D16F8125-092B-0270-9968-FAF3D83477D7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E9280C47-811E-40F4-922A-2265D7C4E6EF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81B3CAFE-D6ED-CFA5-3B3A-A269977DFD13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D19001FE-F9F3-9223-D4B3-0EE263E05535}"/>
              </a:ext>
            </a:extLst>
          </p:cNvPr>
          <p:cNvSpPr txBox="1"/>
          <p:nvPr/>
        </p:nvSpPr>
        <p:spPr>
          <a:xfrm>
            <a:off x="763986" y="1185664"/>
            <a:ext cx="380800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mock-server:8080/close-after-response/1000</a:t>
            </a:r>
            <a:endParaRPr kumimoji="1" lang="ko-KR" altLang="en-US" sz="1000" i="1"/>
          </a:p>
        </p:txBody>
      </p:sp>
      <p:cxnSp>
        <p:nvCxnSpPr>
          <p:cNvPr id="54" name="Straight Arrow Connector 81">
            <a:extLst>
              <a:ext uri="{FF2B5EF4-FFF2-40B4-BE49-F238E27FC236}">
                <a16:creationId xmlns:a16="http://schemas.microsoft.com/office/drawing/2014/main" id="{DB0685A9-0DCF-4AC5-F67B-A31A6896D5EA}"/>
              </a:ext>
            </a:extLst>
          </p:cNvPr>
          <p:cNvCxnSpPr>
            <a:cxnSpLocks/>
          </p:cNvCxnSpPr>
          <p:nvPr/>
        </p:nvCxnSpPr>
        <p:spPr>
          <a:xfrm>
            <a:off x="5462033" y="2322193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9E86E0F5-C09C-4255-B49A-C22B45C1C18D}"/>
              </a:ext>
            </a:extLst>
          </p:cNvPr>
          <p:cNvSpPr txBox="1"/>
          <p:nvPr/>
        </p:nvSpPr>
        <p:spPr>
          <a:xfrm>
            <a:off x="5584334" y="232219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C55DD878-D367-BFC2-CD71-3EDF8D64C43A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876FC0DB-1405-2661-E632-A1E00BAA4F0B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81">
            <a:extLst>
              <a:ext uri="{FF2B5EF4-FFF2-40B4-BE49-F238E27FC236}">
                <a16:creationId xmlns:a16="http://schemas.microsoft.com/office/drawing/2014/main" id="{1FBD4573-2D43-190F-89EB-301A74A81514}"/>
              </a:ext>
            </a:extLst>
          </p:cNvPr>
          <p:cNvCxnSpPr>
            <a:cxnSpLocks/>
          </p:cNvCxnSpPr>
          <p:nvPr/>
        </p:nvCxnSpPr>
        <p:spPr>
          <a:xfrm>
            <a:off x="3681977" y="2394201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6F72283F-0769-58E3-775B-B698A3DDA1C8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D39E1102-1057-B38E-37BA-1A899BB645BE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6EDF20EA-C18F-B971-E8A6-1A56ABBD4328}"/>
              </a:ext>
            </a:extLst>
          </p:cNvPr>
          <p:cNvCxnSpPr>
            <a:cxnSpLocks/>
          </p:cNvCxnSpPr>
          <p:nvPr/>
        </p:nvCxnSpPr>
        <p:spPr>
          <a:xfrm>
            <a:off x="763988" y="281463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7A27B3FE-53DC-31D7-E957-593F2B7EDF18}"/>
              </a:ext>
            </a:extLst>
          </p:cNvPr>
          <p:cNvSpPr txBox="1"/>
          <p:nvPr/>
        </p:nvSpPr>
        <p:spPr>
          <a:xfrm>
            <a:off x="763987" y="256841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  <p:sp>
        <p:nvSpPr>
          <p:cNvPr id="14" name="호 13">
            <a:extLst>
              <a:ext uri="{FF2B5EF4-FFF2-40B4-BE49-F238E27FC236}">
                <a16:creationId xmlns:a16="http://schemas.microsoft.com/office/drawing/2014/main" id="{E23B797A-5C6C-F475-426E-BADF86721200}"/>
              </a:ext>
            </a:extLst>
          </p:cNvPr>
          <p:cNvSpPr/>
          <p:nvPr/>
        </p:nvSpPr>
        <p:spPr>
          <a:xfrm>
            <a:off x="8241825" y="1585569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F70C404-5D9A-811C-8C40-B4C1031BB223}"/>
              </a:ext>
            </a:extLst>
          </p:cNvPr>
          <p:cNvSpPr txBox="1"/>
          <p:nvPr/>
        </p:nvSpPr>
        <p:spPr>
          <a:xfrm>
            <a:off x="8410775" y="1680027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1000ms</a:t>
            </a:r>
            <a:endParaRPr kumimoji="1" lang="ko-KR" altLang="en-US" sz="1000" i="1"/>
          </a:p>
        </p:txBody>
      </p: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C06286B3-6BA5-9574-AE17-BB3612A7B65E}"/>
              </a:ext>
            </a:extLst>
          </p:cNvPr>
          <p:cNvCxnSpPr>
            <a:cxnSpLocks/>
          </p:cNvCxnSpPr>
          <p:nvPr/>
        </p:nvCxnSpPr>
        <p:spPr>
          <a:xfrm>
            <a:off x="763987" y="2471412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030CFE4C-F99D-95E3-6DAD-CA92D70DC233}"/>
              </a:ext>
            </a:extLst>
          </p:cNvPr>
          <p:cNvSpPr txBox="1"/>
          <p:nvPr/>
        </p:nvSpPr>
        <p:spPr>
          <a:xfrm>
            <a:off x="2666358" y="239370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503 Service Unavailable</a:t>
            </a:r>
            <a:endParaRPr kumimoji="1" lang="ko-KR" altLang="en-US" sz="1000" i="1"/>
          </a:p>
        </p:txBody>
      </p:sp>
      <p:cxnSp>
        <p:nvCxnSpPr>
          <p:cNvPr id="21" name="Straight Arrow Connector 81">
            <a:extLst>
              <a:ext uri="{FF2B5EF4-FFF2-40B4-BE49-F238E27FC236}">
                <a16:creationId xmlns:a16="http://schemas.microsoft.com/office/drawing/2014/main" id="{FF359788-E170-AF7B-F1B2-1BB137EB71D0}"/>
              </a:ext>
            </a:extLst>
          </p:cNvPr>
          <p:cNvCxnSpPr>
            <a:cxnSpLocks/>
          </p:cNvCxnSpPr>
          <p:nvPr/>
        </p:nvCxnSpPr>
        <p:spPr>
          <a:xfrm>
            <a:off x="5462033" y="2009168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2B9BBC0C-AE92-CA56-D58E-FEC18F27409B}"/>
              </a:ext>
            </a:extLst>
          </p:cNvPr>
          <p:cNvSpPr txBox="1"/>
          <p:nvPr/>
        </p:nvSpPr>
        <p:spPr>
          <a:xfrm>
            <a:off x="5584333" y="200685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200 OK + Partial Response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0B849159-2D01-8E9B-9F71-64DB14A841A3}"/>
              </a:ext>
            </a:extLst>
          </p:cNvPr>
          <p:cNvCxnSpPr>
            <a:cxnSpLocks/>
          </p:cNvCxnSpPr>
          <p:nvPr/>
        </p:nvCxnSpPr>
        <p:spPr>
          <a:xfrm>
            <a:off x="763987" y="2153184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81">
            <a:extLst>
              <a:ext uri="{FF2B5EF4-FFF2-40B4-BE49-F238E27FC236}">
                <a16:creationId xmlns:a16="http://schemas.microsoft.com/office/drawing/2014/main" id="{1679F635-7946-DD30-D98D-013BB5639E78}"/>
              </a:ext>
            </a:extLst>
          </p:cNvPr>
          <p:cNvCxnSpPr>
            <a:cxnSpLocks/>
          </p:cNvCxnSpPr>
          <p:nvPr/>
        </p:nvCxnSpPr>
        <p:spPr>
          <a:xfrm>
            <a:off x="3681977" y="2078284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08117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F64DB9-DB25-7B55-A780-C05EC3013C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AD5F6151-EA1B-6FCB-F683-785904D3F838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6657442A-2628-7974-3DD0-119FC1B591E6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39386F7E-D6FB-C3EC-E256-50C8721362A0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64F2FB99-B11F-549F-9C42-DC8341BC626A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D4F2F2D2-4DF1-78F0-E348-4D5EB4A07E4F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9BE34F73-F514-67DD-CD10-085CD59108BC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558CB1AB-EB19-C759-D1C5-CA2D2FDACC56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7B965DE7-DA9D-3866-01E5-4DCBAE8284D4}"/>
              </a:ext>
            </a:extLst>
          </p:cNvPr>
          <p:cNvCxnSpPr>
            <a:cxnSpLocks/>
          </p:cNvCxnSpPr>
          <p:nvPr/>
        </p:nvCxnSpPr>
        <p:spPr>
          <a:xfrm>
            <a:off x="763987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4AC660F9-BDD5-09E5-84C9-542A10E23B90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E2B90644-B44A-AC82-0FED-B7EE02398ADE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67560C04-C541-CE27-AC5E-614229E6BA88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AE53E02B-7AB9-8AA1-1296-59622DF8B764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GET </a:t>
            </a:r>
            <a:r>
              <a:rPr lang="en" altLang="ko-KR" sz="1000" i="1">
                <a:solidFill>
                  <a:srgbClr val="C00000"/>
                </a:solidFill>
              </a:rPr>
              <a:t>mock-server:8080/delay/5000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CF348400-BB70-9272-C579-35D9416D8631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2B8564E6-0000-0478-D674-BDA24640AE9E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5533EB41-AAF1-9C4B-CE16-D5C71F5AFDEC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D659F506-1716-069A-3C68-8ED117B416E6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SYN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DBEDA96A-D4CC-D409-32EB-C9F6346D1012}"/>
              </a:ext>
            </a:extLst>
          </p:cNvPr>
          <p:cNvCxnSpPr>
            <a:cxnSpLocks/>
          </p:cNvCxnSpPr>
          <p:nvPr/>
        </p:nvCxnSpPr>
        <p:spPr>
          <a:xfrm>
            <a:off x="5462033" y="3364885"/>
            <a:ext cx="2917977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9D00BB99-7C36-3F82-5F70-AC042E48E9FC}"/>
              </a:ext>
            </a:extLst>
          </p:cNvPr>
          <p:cNvSpPr txBox="1"/>
          <p:nvPr/>
        </p:nvSpPr>
        <p:spPr>
          <a:xfrm>
            <a:off x="5584334" y="336488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rgbClr val="C00000"/>
                </a:solidFill>
              </a:rPr>
              <a:t>200 OK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13" name="Straight Arrow Connector 81">
            <a:extLst>
              <a:ext uri="{FF2B5EF4-FFF2-40B4-BE49-F238E27FC236}">
                <a16:creationId xmlns:a16="http://schemas.microsoft.com/office/drawing/2014/main" id="{B7414477-9799-664D-08D0-5A0EE2B80E7E}"/>
              </a:ext>
            </a:extLst>
          </p:cNvPr>
          <p:cNvCxnSpPr>
            <a:cxnSpLocks/>
          </p:cNvCxnSpPr>
          <p:nvPr/>
        </p:nvCxnSpPr>
        <p:spPr>
          <a:xfrm>
            <a:off x="3681977" y="3436893"/>
            <a:ext cx="1780056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81">
            <a:extLst>
              <a:ext uri="{FF2B5EF4-FFF2-40B4-BE49-F238E27FC236}">
                <a16:creationId xmlns:a16="http://schemas.microsoft.com/office/drawing/2014/main" id="{27D3EB54-D29E-F7B2-9858-DE50745E0761}"/>
              </a:ext>
            </a:extLst>
          </p:cNvPr>
          <p:cNvCxnSpPr>
            <a:cxnSpLocks/>
          </p:cNvCxnSpPr>
          <p:nvPr/>
        </p:nvCxnSpPr>
        <p:spPr>
          <a:xfrm>
            <a:off x="763987" y="3508901"/>
            <a:ext cx="2917982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81">
            <a:extLst>
              <a:ext uri="{FF2B5EF4-FFF2-40B4-BE49-F238E27FC236}">
                <a16:creationId xmlns:a16="http://schemas.microsoft.com/office/drawing/2014/main" id="{597A302C-45C5-35D4-ABE3-ED13E846A8AA}"/>
              </a:ext>
            </a:extLst>
          </p:cNvPr>
          <p:cNvCxnSpPr>
            <a:cxnSpLocks/>
          </p:cNvCxnSpPr>
          <p:nvPr/>
        </p:nvCxnSpPr>
        <p:spPr>
          <a:xfrm>
            <a:off x="763988" y="3857327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4BFF01A9-6BBE-4C4B-37CA-B5EE7F4E4C15}"/>
              </a:ext>
            </a:extLst>
          </p:cNvPr>
          <p:cNvSpPr txBox="1"/>
          <p:nvPr/>
        </p:nvSpPr>
        <p:spPr>
          <a:xfrm>
            <a:off x="763987" y="361110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FIN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sp>
        <p:nvSpPr>
          <p:cNvPr id="20" name="호 19">
            <a:extLst>
              <a:ext uri="{FF2B5EF4-FFF2-40B4-BE49-F238E27FC236}">
                <a16:creationId xmlns:a16="http://schemas.microsoft.com/office/drawing/2014/main" id="{932DC0C8-06D6-DDA8-0522-F6DDEE3B6776}"/>
              </a:ext>
            </a:extLst>
          </p:cNvPr>
          <p:cNvSpPr/>
          <p:nvPr/>
        </p:nvSpPr>
        <p:spPr>
          <a:xfrm>
            <a:off x="8244505" y="1585570"/>
            <a:ext cx="257804" cy="1779305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rgbClr val="C0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BFEC4D1-4233-E55F-23FB-ADAB11445E64}"/>
              </a:ext>
            </a:extLst>
          </p:cNvPr>
          <p:cNvSpPr txBox="1"/>
          <p:nvPr/>
        </p:nvSpPr>
        <p:spPr>
          <a:xfrm>
            <a:off x="8425602" y="2351247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rgbClr val="C00000"/>
                </a:solidFill>
              </a:rPr>
              <a:t>5000ms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25" name="Straight Arrow Connector 81">
            <a:extLst>
              <a:ext uri="{FF2B5EF4-FFF2-40B4-BE49-F238E27FC236}">
                <a16:creationId xmlns:a16="http://schemas.microsoft.com/office/drawing/2014/main" id="{C735AABD-95C0-85D2-2456-FCF9F3E98B69}"/>
              </a:ext>
            </a:extLst>
          </p:cNvPr>
          <p:cNvCxnSpPr>
            <a:cxnSpLocks/>
          </p:cNvCxnSpPr>
          <p:nvPr/>
        </p:nvCxnSpPr>
        <p:spPr>
          <a:xfrm>
            <a:off x="763988" y="2105477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C4D7A09D-FB0E-9CA9-A8BE-E81460ECAAAF}"/>
              </a:ext>
            </a:extLst>
          </p:cNvPr>
          <p:cNvSpPr txBox="1"/>
          <p:nvPr/>
        </p:nvSpPr>
        <p:spPr>
          <a:xfrm>
            <a:off x="763987" y="185925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GET </a:t>
            </a:r>
            <a:r>
              <a:rPr lang="en" altLang="ko-KR" sz="1000" i="1">
                <a:solidFill>
                  <a:schemeClr val="tx2"/>
                </a:solidFill>
              </a:rPr>
              <a:t>mock-server:8080/delay/5000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27" name="Straight Arrow Connector 81">
            <a:extLst>
              <a:ext uri="{FF2B5EF4-FFF2-40B4-BE49-F238E27FC236}">
                <a16:creationId xmlns:a16="http://schemas.microsoft.com/office/drawing/2014/main" id="{F757D50F-8790-045F-7724-F6AB14D35F34}"/>
              </a:ext>
            </a:extLst>
          </p:cNvPr>
          <p:cNvCxnSpPr>
            <a:cxnSpLocks/>
          </p:cNvCxnSpPr>
          <p:nvPr/>
        </p:nvCxnSpPr>
        <p:spPr>
          <a:xfrm>
            <a:off x="763988" y="1751357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AA64F032-9460-F416-FEA7-A7AB3188FAF5}"/>
              </a:ext>
            </a:extLst>
          </p:cNvPr>
          <p:cNvSpPr txBox="1"/>
          <p:nvPr/>
        </p:nvSpPr>
        <p:spPr>
          <a:xfrm>
            <a:off x="763987" y="150513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SYN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29" name="Straight Arrow Connector 81">
            <a:extLst>
              <a:ext uri="{FF2B5EF4-FFF2-40B4-BE49-F238E27FC236}">
                <a16:creationId xmlns:a16="http://schemas.microsoft.com/office/drawing/2014/main" id="{C913A212-6A73-6792-5342-45C9BCC69197}"/>
              </a:ext>
            </a:extLst>
          </p:cNvPr>
          <p:cNvCxnSpPr>
            <a:cxnSpLocks/>
          </p:cNvCxnSpPr>
          <p:nvPr/>
        </p:nvCxnSpPr>
        <p:spPr>
          <a:xfrm>
            <a:off x="763988" y="2812063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B843F6B6-47BD-7B8B-A425-85FDE3806958}"/>
              </a:ext>
            </a:extLst>
          </p:cNvPr>
          <p:cNvSpPr txBox="1"/>
          <p:nvPr/>
        </p:nvSpPr>
        <p:spPr>
          <a:xfrm>
            <a:off x="763987" y="256584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GET </a:t>
            </a:r>
            <a:r>
              <a:rPr lang="en" altLang="ko-KR" sz="1000" i="1">
                <a:solidFill>
                  <a:schemeClr val="accent3"/>
                </a:solidFill>
              </a:rPr>
              <a:t>mock-server:8080/delay/5000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31" name="Straight Arrow Connector 81">
            <a:extLst>
              <a:ext uri="{FF2B5EF4-FFF2-40B4-BE49-F238E27FC236}">
                <a16:creationId xmlns:a16="http://schemas.microsoft.com/office/drawing/2014/main" id="{28F8472D-DDA1-FD52-5F17-7AB6984FD3ED}"/>
              </a:ext>
            </a:extLst>
          </p:cNvPr>
          <p:cNvCxnSpPr>
            <a:cxnSpLocks/>
          </p:cNvCxnSpPr>
          <p:nvPr/>
        </p:nvCxnSpPr>
        <p:spPr>
          <a:xfrm>
            <a:off x="763988" y="2457943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BACB6495-F10E-1B54-A790-91DF7745F18B}"/>
              </a:ext>
            </a:extLst>
          </p:cNvPr>
          <p:cNvSpPr txBox="1"/>
          <p:nvPr/>
        </p:nvSpPr>
        <p:spPr>
          <a:xfrm>
            <a:off x="763987" y="221172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TCP SYN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34" name="Straight Arrow Connector 81">
            <a:extLst>
              <a:ext uri="{FF2B5EF4-FFF2-40B4-BE49-F238E27FC236}">
                <a16:creationId xmlns:a16="http://schemas.microsoft.com/office/drawing/2014/main" id="{A5CB2EBC-41C8-9DB5-5B9D-80EC86B584D1}"/>
              </a:ext>
            </a:extLst>
          </p:cNvPr>
          <p:cNvCxnSpPr>
            <a:cxnSpLocks/>
          </p:cNvCxnSpPr>
          <p:nvPr/>
        </p:nvCxnSpPr>
        <p:spPr>
          <a:xfrm>
            <a:off x="763988" y="2931790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891B0BDC-891A-50DF-0B5B-D7DE42419023}"/>
              </a:ext>
            </a:extLst>
          </p:cNvPr>
          <p:cNvSpPr txBox="1"/>
          <p:nvPr/>
        </p:nvSpPr>
        <p:spPr>
          <a:xfrm>
            <a:off x="879694" y="293517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accent3"/>
                </a:solidFill>
              </a:rPr>
              <a:t>503 Service Unavailable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38" name="Straight Arrow Connector 81">
            <a:extLst>
              <a:ext uri="{FF2B5EF4-FFF2-40B4-BE49-F238E27FC236}">
                <a16:creationId xmlns:a16="http://schemas.microsoft.com/office/drawing/2014/main" id="{424210CE-4049-1FCA-E3FD-CED4B2414AB4}"/>
              </a:ext>
            </a:extLst>
          </p:cNvPr>
          <p:cNvCxnSpPr>
            <a:cxnSpLocks/>
          </p:cNvCxnSpPr>
          <p:nvPr/>
        </p:nvCxnSpPr>
        <p:spPr>
          <a:xfrm>
            <a:off x="763988" y="3250019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42A33FFE-46A0-9E5D-0EE9-1FCA8EF8B402}"/>
              </a:ext>
            </a:extLst>
          </p:cNvPr>
          <p:cNvSpPr txBox="1"/>
          <p:nvPr/>
        </p:nvSpPr>
        <p:spPr>
          <a:xfrm>
            <a:off x="763987" y="300379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TCP FIN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42" name="Straight Arrow Connector 81">
            <a:extLst>
              <a:ext uri="{FF2B5EF4-FFF2-40B4-BE49-F238E27FC236}">
                <a16:creationId xmlns:a16="http://schemas.microsoft.com/office/drawing/2014/main" id="{7B43A791-5B57-427E-E95C-DCE0BA1F2848}"/>
              </a:ext>
            </a:extLst>
          </p:cNvPr>
          <p:cNvCxnSpPr>
            <a:cxnSpLocks/>
          </p:cNvCxnSpPr>
          <p:nvPr/>
        </p:nvCxnSpPr>
        <p:spPr>
          <a:xfrm>
            <a:off x="3681969" y="3932019"/>
            <a:ext cx="1780064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81">
            <a:extLst>
              <a:ext uri="{FF2B5EF4-FFF2-40B4-BE49-F238E27FC236}">
                <a16:creationId xmlns:a16="http://schemas.microsoft.com/office/drawing/2014/main" id="{2D83375D-001C-B017-F735-8A6978DC0884}"/>
              </a:ext>
            </a:extLst>
          </p:cNvPr>
          <p:cNvCxnSpPr>
            <a:cxnSpLocks/>
          </p:cNvCxnSpPr>
          <p:nvPr/>
        </p:nvCxnSpPr>
        <p:spPr>
          <a:xfrm>
            <a:off x="5462033" y="4011910"/>
            <a:ext cx="2917978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81">
            <a:extLst>
              <a:ext uri="{FF2B5EF4-FFF2-40B4-BE49-F238E27FC236}">
                <a16:creationId xmlns:a16="http://schemas.microsoft.com/office/drawing/2014/main" id="{F7A52364-9792-D282-746D-CF69C514B1D0}"/>
              </a:ext>
            </a:extLst>
          </p:cNvPr>
          <p:cNvCxnSpPr>
            <a:cxnSpLocks/>
          </p:cNvCxnSpPr>
          <p:nvPr/>
        </p:nvCxnSpPr>
        <p:spPr>
          <a:xfrm>
            <a:off x="5462033" y="4257188"/>
            <a:ext cx="2917977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B3472CB4-05C2-8744-207C-3A5A56921BE8}"/>
              </a:ext>
            </a:extLst>
          </p:cNvPr>
          <p:cNvSpPr txBox="1"/>
          <p:nvPr/>
        </p:nvSpPr>
        <p:spPr>
          <a:xfrm>
            <a:off x="5584334" y="425718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tx2"/>
                </a:solidFill>
              </a:rPr>
              <a:t>200 OK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48" name="Straight Arrow Connector 81">
            <a:extLst>
              <a:ext uri="{FF2B5EF4-FFF2-40B4-BE49-F238E27FC236}">
                <a16:creationId xmlns:a16="http://schemas.microsoft.com/office/drawing/2014/main" id="{3D279A1F-5660-BD42-C4F4-97AE8BB28305}"/>
              </a:ext>
            </a:extLst>
          </p:cNvPr>
          <p:cNvCxnSpPr>
            <a:cxnSpLocks/>
          </p:cNvCxnSpPr>
          <p:nvPr/>
        </p:nvCxnSpPr>
        <p:spPr>
          <a:xfrm>
            <a:off x="3681977" y="4329196"/>
            <a:ext cx="1780056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81">
            <a:extLst>
              <a:ext uri="{FF2B5EF4-FFF2-40B4-BE49-F238E27FC236}">
                <a16:creationId xmlns:a16="http://schemas.microsoft.com/office/drawing/2014/main" id="{B3035838-443B-67C9-3F2D-0276CEF3D52E}"/>
              </a:ext>
            </a:extLst>
          </p:cNvPr>
          <p:cNvCxnSpPr>
            <a:cxnSpLocks/>
          </p:cNvCxnSpPr>
          <p:nvPr/>
        </p:nvCxnSpPr>
        <p:spPr>
          <a:xfrm>
            <a:off x="763987" y="4401204"/>
            <a:ext cx="2917982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A008961D-C30E-6602-1C6F-81F5A46CD01E}"/>
              </a:ext>
            </a:extLst>
          </p:cNvPr>
          <p:cNvSpPr txBox="1"/>
          <p:nvPr/>
        </p:nvSpPr>
        <p:spPr>
          <a:xfrm>
            <a:off x="3681962" y="368433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GET </a:t>
            </a:r>
            <a:r>
              <a:rPr lang="en" altLang="ko-KR" sz="1000" i="1">
                <a:solidFill>
                  <a:schemeClr val="tx2"/>
                </a:solidFill>
              </a:rPr>
              <a:t>mock-server:8080/delay/5000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sp>
        <p:nvSpPr>
          <p:cNvPr id="51" name="호 50">
            <a:extLst>
              <a:ext uri="{FF2B5EF4-FFF2-40B4-BE49-F238E27FC236}">
                <a16:creationId xmlns:a16="http://schemas.microsoft.com/office/drawing/2014/main" id="{B9201AB4-5ACB-B458-86A1-20DF79D9A498}"/>
              </a:ext>
            </a:extLst>
          </p:cNvPr>
          <p:cNvSpPr/>
          <p:nvPr/>
        </p:nvSpPr>
        <p:spPr>
          <a:xfrm>
            <a:off x="8244505" y="4008125"/>
            <a:ext cx="257804" cy="246222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2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>
              <a:solidFill>
                <a:schemeClr val="tx2"/>
              </a:solidFill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2343672-C369-9BDC-C876-458C2C8CF809}"/>
              </a:ext>
            </a:extLst>
          </p:cNvPr>
          <p:cNvSpPr txBox="1"/>
          <p:nvPr/>
        </p:nvSpPr>
        <p:spPr>
          <a:xfrm>
            <a:off x="8425602" y="4005284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chemeClr val="tx2"/>
                </a:solidFill>
              </a:rPr>
              <a:t>5000ms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55" name="Straight Arrow Connector 81">
            <a:extLst>
              <a:ext uri="{FF2B5EF4-FFF2-40B4-BE49-F238E27FC236}">
                <a16:creationId xmlns:a16="http://schemas.microsoft.com/office/drawing/2014/main" id="{ECE238E5-7FA0-A480-79A7-0ED1B541F1DE}"/>
              </a:ext>
            </a:extLst>
          </p:cNvPr>
          <p:cNvCxnSpPr>
            <a:cxnSpLocks/>
          </p:cNvCxnSpPr>
          <p:nvPr/>
        </p:nvCxnSpPr>
        <p:spPr>
          <a:xfrm>
            <a:off x="763988" y="4725470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BE6E78AA-9CBB-D745-4206-9E70B25ABBCF}"/>
              </a:ext>
            </a:extLst>
          </p:cNvPr>
          <p:cNvSpPr txBox="1"/>
          <p:nvPr/>
        </p:nvSpPr>
        <p:spPr>
          <a:xfrm>
            <a:off x="763987" y="447924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FIN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2525209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2A5725-F849-7260-649B-7E0B59EDE0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977271E5-83F1-D500-4747-53D53722CF16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D1656D38-48A0-DF92-5C85-6247E341D7E9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A4F6759B-D49E-375C-8419-94083B9E186B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BD8F43DF-D5C2-8FAE-422D-657794C8AF60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D7845B92-1318-8F4D-4726-27AEAA81319B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6E2DCAF3-0C0E-25E3-E3F1-54474E2237D0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9C853B93-80C6-7AF3-EF06-231304EABFAA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87AA4057-B4AB-F113-A09E-2034B9DA20FE}"/>
              </a:ext>
            </a:extLst>
          </p:cNvPr>
          <p:cNvCxnSpPr>
            <a:cxnSpLocks/>
          </p:cNvCxnSpPr>
          <p:nvPr/>
        </p:nvCxnSpPr>
        <p:spPr>
          <a:xfrm>
            <a:off x="763987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F4D6867D-D2E1-1EC4-7776-BDCE2A6A442B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FD632935-5006-5E31-2AAA-2DF44A6BC9A8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7EC61483-E9B0-1F6D-337D-DDE474EB5019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A357630F-3D75-720A-21D7-A8AC982AF028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GET </a:t>
            </a:r>
            <a:r>
              <a:rPr lang="en" altLang="ko-KR" sz="1000" i="1">
                <a:solidFill>
                  <a:srgbClr val="C00000"/>
                </a:solidFill>
              </a:rPr>
              <a:t>mock-server:8080/delay/5000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2660DBEF-5316-A38E-CA5D-27279DADC870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408DA1FB-CD0B-3408-9B8B-53AD698615D2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A52D172E-3E06-EAA7-5B61-F104CCA9A8B5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1604F6A5-B7E9-8C88-E37A-0A0B627A214A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SYN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3FF93C08-87C3-432A-44F1-EF06C6C2B4FC}"/>
              </a:ext>
            </a:extLst>
          </p:cNvPr>
          <p:cNvCxnSpPr>
            <a:cxnSpLocks/>
          </p:cNvCxnSpPr>
          <p:nvPr/>
        </p:nvCxnSpPr>
        <p:spPr>
          <a:xfrm>
            <a:off x="5462033" y="3823116"/>
            <a:ext cx="2917977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86B153BA-A3DB-0A1E-866A-17BD9D5295A2}"/>
              </a:ext>
            </a:extLst>
          </p:cNvPr>
          <p:cNvSpPr txBox="1"/>
          <p:nvPr/>
        </p:nvSpPr>
        <p:spPr>
          <a:xfrm>
            <a:off x="5584334" y="382311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rgbClr val="C00000"/>
                </a:solidFill>
              </a:rPr>
              <a:t>200 OK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13" name="Straight Arrow Connector 81">
            <a:extLst>
              <a:ext uri="{FF2B5EF4-FFF2-40B4-BE49-F238E27FC236}">
                <a16:creationId xmlns:a16="http://schemas.microsoft.com/office/drawing/2014/main" id="{05104D43-4491-B7C2-B901-0F4E3BE3D63F}"/>
              </a:ext>
            </a:extLst>
          </p:cNvPr>
          <p:cNvCxnSpPr>
            <a:cxnSpLocks/>
          </p:cNvCxnSpPr>
          <p:nvPr/>
        </p:nvCxnSpPr>
        <p:spPr>
          <a:xfrm>
            <a:off x="3681977" y="3895124"/>
            <a:ext cx="1780056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81">
            <a:extLst>
              <a:ext uri="{FF2B5EF4-FFF2-40B4-BE49-F238E27FC236}">
                <a16:creationId xmlns:a16="http://schemas.microsoft.com/office/drawing/2014/main" id="{401FA022-A14F-F9D3-F075-D583ABA498E6}"/>
              </a:ext>
            </a:extLst>
          </p:cNvPr>
          <p:cNvCxnSpPr>
            <a:cxnSpLocks/>
          </p:cNvCxnSpPr>
          <p:nvPr/>
        </p:nvCxnSpPr>
        <p:spPr>
          <a:xfrm>
            <a:off x="763987" y="3967132"/>
            <a:ext cx="2917982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81">
            <a:extLst>
              <a:ext uri="{FF2B5EF4-FFF2-40B4-BE49-F238E27FC236}">
                <a16:creationId xmlns:a16="http://schemas.microsoft.com/office/drawing/2014/main" id="{23247E3F-91CB-070E-FC79-7CBED2E794C1}"/>
              </a:ext>
            </a:extLst>
          </p:cNvPr>
          <p:cNvCxnSpPr>
            <a:cxnSpLocks/>
          </p:cNvCxnSpPr>
          <p:nvPr/>
        </p:nvCxnSpPr>
        <p:spPr>
          <a:xfrm>
            <a:off x="763988" y="4315558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0E57BC4D-A224-55E0-3CFC-6D36FD066F70}"/>
              </a:ext>
            </a:extLst>
          </p:cNvPr>
          <p:cNvSpPr txBox="1"/>
          <p:nvPr/>
        </p:nvSpPr>
        <p:spPr>
          <a:xfrm>
            <a:off x="763987" y="406933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FIN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sp>
        <p:nvSpPr>
          <p:cNvPr id="20" name="호 19">
            <a:extLst>
              <a:ext uri="{FF2B5EF4-FFF2-40B4-BE49-F238E27FC236}">
                <a16:creationId xmlns:a16="http://schemas.microsoft.com/office/drawing/2014/main" id="{7560F0E4-7D01-D5E1-66E9-44F4B75C1ED0}"/>
              </a:ext>
            </a:extLst>
          </p:cNvPr>
          <p:cNvSpPr/>
          <p:nvPr/>
        </p:nvSpPr>
        <p:spPr>
          <a:xfrm>
            <a:off x="8244505" y="1585570"/>
            <a:ext cx="257804" cy="2237534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rgbClr val="C0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EAFA508-7157-7616-E78F-9594740A5F1F}"/>
              </a:ext>
            </a:extLst>
          </p:cNvPr>
          <p:cNvSpPr txBox="1"/>
          <p:nvPr/>
        </p:nvSpPr>
        <p:spPr>
          <a:xfrm>
            <a:off x="8425602" y="2545227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rgbClr val="C00000"/>
                </a:solidFill>
              </a:rPr>
              <a:t>5000ms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29" name="Straight Arrow Connector 81">
            <a:extLst>
              <a:ext uri="{FF2B5EF4-FFF2-40B4-BE49-F238E27FC236}">
                <a16:creationId xmlns:a16="http://schemas.microsoft.com/office/drawing/2014/main" id="{C532EBAD-0B2D-41C5-11F8-01CF97B49B5B}"/>
              </a:ext>
            </a:extLst>
          </p:cNvPr>
          <p:cNvCxnSpPr>
            <a:cxnSpLocks/>
          </p:cNvCxnSpPr>
          <p:nvPr/>
        </p:nvCxnSpPr>
        <p:spPr>
          <a:xfrm>
            <a:off x="763988" y="3253621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F9A2DCA1-364E-3177-C751-32BC7C251407}"/>
              </a:ext>
            </a:extLst>
          </p:cNvPr>
          <p:cNvSpPr txBox="1"/>
          <p:nvPr/>
        </p:nvSpPr>
        <p:spPr>
          <a:xfrm>
            <a:off x="763987" y="300740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GET </a:t>
            </a:r>
            <a:r>
              <a:rPr lang="en" altLang="ko-KR" sz="1000" i="1">
                <a:solidFill>
                  <a:schemeClr val="accent3"/>
                </a:solidFill>
              </a:rPr>
              <a:t>mock-server:8080/delay/5000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31" name="Straight Arrow Connector 81">
            <a:extLst>
              <a:ext uri="{FF2B5EF4-FFF2-40B4-BE49-F238E27FC236}">
                <a16:creationId xmlns:a16="http://schemas.microsoft.com/office/drawing/2014/main" id="{041D54D6-D83B-F850-9C1B-2DFDEE0B4DAD}"/>
              </a:ext>
            </a:extLst>
          </p:cNvPr>
          <p:cNvCxnSpPr>
            <a:cxnSpLocks/>
          </p:cNvCxnSpPr>
          <p:nvPr/>
        </p:nvCxnSpPr>
        <p:spPr>
          <a:xfrm>
            <a:off x="763988" y="2899501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6C066F80-F19C-AC2D-4C1D-ACF14EF547BD}"/>
              </a:ext>
            </a:extLst>
          </p:cNvPr>
          <p:cNvSpPr txBox="1"/>
          <p:nvPr/>
        </p:nvSpPr>
        <p:spPr>
          <a:xfrm>
            <a:off x="763987" y="265328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TCP SYN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34" name="Straight Arrow Connector 81">
            <a:extLst>
              <a:ext uri="{FF2B5EF4-FFF2-40B4-BE49-F238E27FC236}">
                <a16:creationId xmlns:a16="http://schemas.microsoft.com/office/drawing/2014/main" id="{740CB670-BD31-C29D-E1DA-32DE12506451}"/>
              </a:ext>
            </a:extLst>
          </p:cNvPr>
          <p:cNvCxnSpPr>
            <a:cxnSpLocks/>
          </p:cNvCxnSpPr>
          <p:nvPr/>
        </p:nvCxnSpPr>
        <p:spPr>
          <a:xfrm>
            <a:off x="763988" y="3373348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AF1D8E8B-87BF-0314-CC5E-16EF52C226BF}"/>
              </a:ext>
            </a:extLst>
          </p:cNvPr>
          <p:cNvSpPr txBox="1"/>
          <p:nvPr/>
        </p:nvSpPr>
        <p:spPr>
          <a:xfrm>
            <a:off x="879694" y="337673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accent3"/>
                </a:solidFill>
              </a:rPr>
              <a:t>503 Service Unavailable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38" name="Straight Arrow Connector 81">
            <a:extLst>
              <a:ext uri="{FF2B5EF4-FFF2-40B4-BE49-F238E27FC236}">
                <a16:creationId xmlns:a16="http://schemas.microsoft.com/office/drawing/2014/main" id="{BB2B3D91-66F4-9996-2D04-511C4882633C}"/>
              </a:ext>
            </a:extLst>
          </p:cNvPr>
          <p:cNvCxnSpPr>
            <a:cxnSpLocks/>
          </p:cNvCxnSpPr>
          <p:nvPr/>
        </p:nvCxnSpPr>
        <p:spPr>
          <a:xfrm>
            <a:off x="763988" y="3691577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5BF6D811-8604-2344-102A-33A71B93A576}"/>
              </a:ext>
            </a:extLst>
          </p:cNvPr>
          <p:cNvSpPr txBox="1"/>
          <p:nvPr/>
        </p:nvSpPr>
        <p:spPr>
          <a:xfrm>
            <a:off x="763987" y="344535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TCP FIN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01CFFAF9-03B3-0AA6-69EA-5B377EE80AE1}"/>
              </a:ext>
            </a:extLst>
          </p:cNvPr>
          <p:cNvCxnSpPr>
            <a:cxnSpLocks/>
          </p:cNvCxnSpPr>
          <p:nvPr/>
        </p:nvCxnSpPr>
        <p:spPr>
          <a:xfrm>
            <a:off x="763988" y="2106041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7FEB6355-CF4B-A41D-03D9-C7D75AFEADD6}"/>
              </a:ext>
            </a:extLst>
          </p:cNvPr>
          <p:cNvSpPr txBox="1"/>
          <p:nvPr/>
        </p:nvSpPr>
        <p:spPr>
          <a:xfrm>
            <a:off x="763987" y="185982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GET </a:t>
            </a:r>
            <a:r>
              <a:rPr lang="en" altLang="ko-KR" sz="1000" i="1">
                <a:solidFill>
                  <a:schemeClr val="tx2"/>
                </a:solidFill>
              </a:rPr>
              <a:t>mock-server:8080/delay/5000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16" name="Straight Arrow Connector 81">
            <a:extLst>
              <a:ext uri="{FF2B5EF4-FFF2-40B4-BE49-F238E27FC236}">
                <a16:creationId xmlns:a16="http://schemas.microsoft.com/office/drawing/2014/main" id="{C39AAD4D-C641-7535-7C36-D8CA76459ECF}"/>
              </a:ext>
            </a:extLst>
          </p:cNvPr>
          <p:cNvCxnSpPr>
            <a:cxnSpLocks/>
          </p:cNvCxnSpPr>
          <p:nvPr/>
        </p:nvCxnSpPr>
        <p:spPr>
          <a:xfrm>
            <a:off x="763988" y="1751921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99E5514B-CC66-01AC-333F-A5C6C1C4AAE7}"/>
              </a:ext>
            </a:extLst>
          </p:cNvPr>
          <p:cNvSpPr txBox="1"/>
          <p:nvPr/>
        </p:nvSpPr>
        <p:spPr>
          <a:xfrm>
            <a:off x="763987" y="150570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SYN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21" name="Straight Arrow Connector 81">
            <a:extLst>
              <a:ext uri="{FF2B5EF4-FFF2-40B4-BE49-F238E27FC236}">
                <a16:creationId xmlns:a16="http://schemas.microsoft.com/office/drawing/2014/main" id="{7ACDAC44-05CD-CE82-D532-5E2324F45A1A}"/>
              </a:ext>
            </a:extLst>
          </p:cNvPr>
          <p:cNvCxnSpPr>
            <a:cxnSpLocks/>
          </p:cNvCxnSpPr>
          <p:nvPr/>
        </p:nvCxnSpPr>
        <p:spPr>
          <a:xfrm>
            <a:off x="763988" y="2225768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1F25201E-ED72-C850-1409-B302CE7BB6A6}"/>
              </a:ext>
            </a:extLst>
          </p:cNvPr>
          <p:cNvSpPr txBox="1"/>
          <p:nvPr/>
        </p:nvSpPr>
        <p:spPr>
          <a:xfrm>
            <a:off x="879694" y="222915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tx2"/>
                </a:solidFill>
              </a:rPr>
              <a:t>503 Service Unavailable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B5E7F1A7-BB67-6801-5C40-60354E27B52E}"/>
              </a:ext>
            </a:extLst>
          </p:cNvPr>
          <p:cNvCxnSpPr>
            <a:cxnSpLocks/>
          </p:cNvCxnSpPr>
          <p:nvPr/>
        </p:nvCxnSpPr>
        <p:spPr>
          <a:xfrm>
            <a:off x="763988" y="2543997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3F78C879-02A1-D3F8-AAFF-2CB9191174AA}"/>
              </a:ext>
            </a:extLst>
          </p:cNvPr>
          <p:cNvSpPr txBox="1"/>
          <p:nvPr/>
        </p:nvSpPr>
        <p:spPr>
          <a:xfrm>
            <a:off x="763987" y="229777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FIN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8229472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6DB2AF-FAF3-E1D1-9075-433C777E28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사각형: 둥근 모서리 29">
            <a:extLst>
              <a:ext uri="{FF2B5EF4-FFF2-40B4-BE49-F238E27FC236}">
                <a16:creationId xmlns:a16="http://schemas.microsoft.com/office/drawing/2014/main" id="{B47654E9-DB7B-872B-3204-50917686A539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27" name="사각형: 둥근 모서리 29">
            <a:extLst>
              <a:ext uri="{FF2B5EF4-FFF2-40B4-BE49-F238E27FC236}">
                <a16:creationId xmlns:a16="http://schemas.microsoft.com/office/drawing/2014/main" id="{8DCF9142-640E-4A97-A842-E0AEB2AC2C70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28" name="사각형: 둥근 모서리 29">
            <a:extLst>
              <a:ext uri="{FF2B5EF4-FFF2-40B4-BE49-F238E27FC236}">
                <a16:creationId xmlns:a16="http://schemas.microsoft.com/office/drawing/2014/main" id="{592EC5C0-72F9-DCB2-513E-E45291FBC4F5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29" name="사각형: 둥근 모서리 29">
            <a:extLst>
              <a:ext uri="{FF2B5EF4-FFF2-40B4-BE49-F238E27FC236}">
                <a16:creationId xmlns:a16="http://schemas.microsoft.com/office/drawing/2014/main" id="{E9B1459F-132A-8399-B0AA-F4B133FD5A8A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30" name="사각형: 둥근 모서리 29">
            <a:extLst>
              <a:ext uri="{FF2B5EF4-FFF2-40B4-BE49-F238E27FC236}">
                <a16:creationId xmlns:a16="http://schemas.microsoft.com/office/drawing/2014/main" id="{3E184534-CE12-B3EF-83FE-0AA38F9A7FA8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31" name="사각형: 둥근 모서리 29">
            <a:extLst>
              <a:ext uri="{FF2B5EF4-FFF2-40B4-BE49-F238E27FC236}">
                <a16:creationId xmlns:a16="http://schemas.microsoft.com/office/drawing/2014/main" id="{04CEDA67-4D6C-F29F-3A0F-C402A426B2F7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2" name="Straight Arrow Connector 81">
            <a:extLst>
              <a:ext uri="{FF2B5EF4-FFF2-40B4-BE49-F238E27FC236}">
                <a16:creationId xmlns:a16="http://schemas.microsoft.com/office/drawing/2014/main" id="{B025C823-3352-EE5E-142A-BA859E7F2781}"/>
              </a:ext>
            </a:extLst>
          </p:cNvPr>
          <p:cNvCxnSpPr>
            <a:cxnSpLocks/>
            <a:stCxn id="27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81">
            <a:extLst>
              <a:ext uri="{FF2B5EF4-FFF2-40B4-BE49-F238E27FC236}">
                <a16:creationId xmlns:a16="http://schemas.microsoft.com/office/drawing/2014/main" id="{E02B9F08-F54E-6301-73C6-44D31E397CD2}"/>
              </a:ext>
            </a:extLst>
          </p:cNvPr>
          <p:cNvCxnSpPr>
            <a:cxnSpLocks/>
            <a:stCxn id="28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81">
            <a:extLst>
              <a:ext uri="{FF2B5EF4-FFF2-40B4-BE49-F238E27FC236}">
                <a16:creationId xmlns:a16="http://schemas.microsoft.com/office/drawing/2014/main" id="{05EBA011-7849-15F0-A395-E5F1A7D71D4F}"/>
              </a:ext>
            </a:extLst>
          </p:cNvPr>
          <p:cNvCxnSpPr>
            <a:cxnSpLocks/>
            <a:stCxn id="30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81">
            <a:extLst>
              <a:ext uri="{FF2B5EF4-FFF2-40B4-BE49-F238E27FC236}">
                <a16:creationId xmlns:a16="http://schemas.microsoft.com/office/drawing/2014/main" id="{F9C03A3B-5188-7C0E-9D03-54C1DB07270F}"/>
              </a:ext>
            </a:extLst>
          </p:cNvPr>
          <p:cNvCxnSpPr>
            <a:cxnSpLocks/>
            <a:stCxn id="31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81EFAC47-0D65-0AF6-FD6F-9D15E7D90853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6BC3006C-634D-978B-21E6-9ED1A0C06234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GET </a:t>
            </a:r>
            <a:r>
              <a:rPr lang="en" altLang="ko-KR" sz="1000" i="1">
                <a:solidFill>
                  <a:srgbClr val="C00000"/>
                </a:solidFill>
              </a:rPr>
              <a:t>mock-server:8080/status/503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38" name="Straight Arrow Connector 81">
            <a:extLst>
              <a:ext uri="{FF2B5EF4-FFF2-40B4-BE49-F238E27FC236}">
                <a16:creationId xmlns:a16="http://schemas.microsoft.com/office/drawing/2014/main" id="{2082980C-F05D-F5E2-2982-862CEE6E9BE6}"/>
              </a:ext>
            </a:extLst>
          </p:cNvPr>
          <p:cNvCxnSpPr>
            <a:cxnSpLocks/>
          </p:cNvCxnSpPr>
          <p:nvPr/>
        </p:nvCxnSpPr>
        <p:spPr>
          <a:xfrm>
            <a:off x="5462033" y="1677286"/>
            <a:ext cx="2917977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86651FAF-315D-0668-4669-6C2573776BA9}"/>
              </a:ext>
            </a:extLst>
          </p:cNvPr>
          <p:cNvSpPr txBox="1"/>
          <p:nvPr/>
        </p:nvSpPr>
        <p:spPr>
          <a:xfrm>
            <a:off x="5584334" y="167728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rgbClr val="C00000"/>
                </a:solidFill>
              </a:rPr>
              <a:t>503 Service Unavailable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40" name="Straight Arrow Connector 81">
            <a:extLst>
              <a:ext uri="{FF2B5EF4-FFF2-40B4-BE49-F238E27FC236}">
                <a16:creationId xmlns:a16="http://schemas.microsoft.com/office/drawing/2014/main" id="{AA619DBE-6851-19E5-8C01-81DC272613A4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81">
            <a:extLst>
              <a:ext uri="{FF2B5EF4-FFF2-40B4-BE49-F238E27FC236}">
                <a16:creationId xmlns:a16="http://schemas.microsoft.com/office/drawing/2014/main" id="{AD06C6FB-C732-FFD1-727C-4BF42F92AA94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81">
            <a:extLst>
              <a:ext uri="{FF2B5EF4-FFF2-40B4-BE49-F238E27FC236}">
                <a16:creationId xmlns:a16="http://schemas.microsoft.com/office/drawing/2014/main" id="{396663D1-478F-4131-132C-9CEC6CFCF625}"/>
              </a:ext>
            </a:extLst>
          </p:cNvPr>
          <p:cNvCxnSpPr>
            <a:cxnSpLocks/>
          </p:cNvCxnSpPr>
          <p:nvPr/>
        </p:nvCxnSpPr>
        <p:spPr>
          <a:xfrm>
            <a:off x="3681977" y="1749294"/>
            <a:ext cx="1780056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81">
            <a:extLst>
              <a:ext uri="{FF2B5EF4-FFF2-40B4-BE49-F238E27FC236}">
                <a16:creationId xmlns:a16="http://schemas.microsoft.com/office/drawing/2014/main" id="{F69FAC6D-FB7B-831C-609C-7FD134D76D50}"/>
              </a:ext>
            </a:extLst>
          </p:cNvPr>
          <p:cNvCxnSpPr>
            <a:cxnSpLocks/>
          </p:cNvCxnSpPr>
          <p:nvPr/>
        </p:nvCxnSpPr>
        <p:spPr>
          <a:xfrm>
            <a:off x="763987" y="1821302"/>
            <a:ext cx="2917982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81">
            <a:extLst>
              <a:ext uri="{FF2B5EF4-FFF2-40B4-BE49-F238E27FC236}">
                <a16:creationId xmlns:a16="http://schemas.microsoft.com/office/drawing/2014/main" id="{A54CA514-4B8E-96D9-71F3-24276764ACF4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01914082-FD34-2853-086E-74E53B7431B4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SYN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84AF6FB8-1AA8-3762-B3E2-D84C56AEA49C}"/>
              </a:ext>
            </a:extLst>
          </p:cNvPr>
          <p:cNvCxnSpPr>
            <a:cxnSpLocks/>
          </p:cNvCxnSpPr>
          <p:nvPr/>
        </p:nvCxnSpPr>
        <p:spPr>
          <a:xfrm>
            <a:off x="763988" y="2169728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B5A22971-3C30-8014-8F12-23E4EFEA3E26}"/>
              </a:ext>
            </a:extLst>
          </p:cNvPr>
          <p:cNvSpPr txBox="1"/>
          <p:nvPr/>
        </p:nvSpPr>
        <p:spPr>
          <a:xfrm>
            <a:off x="763987" y="192350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FIN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AC72E86C-85B4-AB4C-8BAC-A54051F16750}"/>
              </a:ext>
            </a:extLst>
          </p:cNvPr>
          <p:cNvCxnSpPr>
            <a:cxnSpLocks/>
          </p:cNvCxnSpPr>
          <p:nvPr/>
        </p:nvCxnSpPr>
        <p:spPr>
          <a:xfrm>
            <a:off x="763988" y="2877957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TextBox 63">
            <a:extLst>
              <a:ext uri="{FF2B5EF4-FFF2-40B4-BE49-F238E27FC236}">
                <a16:creationId xmlns:a16="http://schemas.microsoft.com/office/drawing/2014/main" id="{1BDEF521-58D6-E12D-F387-18314EDB40BE}"/>
              </a:ext>
            </a:extLst>
          </p:cNvPr>
          <p:cNvSpPr txBox="1"/>
          <p:nvPr/>
        </p:nvSpPr>
        <p:spPr>
          <a:xfrm>
            <a:off x="763987" y="263173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GET </a:t>
            </a:r>
            <a:r>
              <a:rPr lang="en" altLang="ko-KR" sz="1000" i="1">
                <a:solidFill>
                  <a:schemeClr val="tx2"/>
                </a:solidFill>
              </a:rPr>
              <a:t>mock-server:8080/status/503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65" name="Straight Arrow Connector 81">
            <a:extLst>
              <a:ext uri="{FF2B5EF4-FFF2-40B4-BE49-F238E27FC236}">
                <a16:creationId xmlns:a16="http://schemas.microsoft.com/office/drawing/2014/main" id="{004503B9-E8C3-B9E6-9676-B6CC8BB748E2}"/>
              </a:ext>
            </a:extLst>
          </p:cNvPr>
          <p:cNvCxnSpPr>
            <a:cxnSpLocks/>
          </p:cNvCxnSpPr>
          <p:nvPr/>
        </p:nvCxnSpPr>
        <p:spPr>
          <a:xfrm>
            <a:off x="763988" y="2523837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5E15932F-DB98-363A-2864-1CC33AEA9E02}"/>
              </a:ext>
            </a:extLst>
          </p:cNvPr>
          <p:cNvSpPr txBox="1"/>
          <p:nvPr/>
        </p:nvSpPr>
        <p:spPr>
          <a:xfrm>
            <a:off x="763987" y="227761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SYN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67" name="Straight Arrow Connector 81">
            <a:extLst>
              <a:ext uri="{FF2B5EF4-FFF2-40B4-BE49-F238E27FC236}">
                <a16:creationId xmlns:a16="http://schemas.microsoft.com/office/drawing/2014/main" id="{C15D8FF5-DE0C-07BF-408D-983F23F1591A}"/>
              </a:ext>
            </a:extLst>
          </p:cNvPr>
          <p:cNvCxnSpPr>
            <a:cxnSpLocks/>
          </p:cNvCxnSpPr>
          <p:nvPr/>
        </p:nvCxnSpPr>
        <p:spPr>
          <a:xfrm>
            <a:off x="763988" y="2997684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2EA4D5C2-BA5C-01AE-C17E-40C9999E8E32}"/>
              </a:ext>
            </a:extLst>
          </p:cNvPr>
          <p:cNvSpPr txBox="1"/>
          <p:nvPr/>
        </p:nvSpPr>
        <p:spPr>
          <a:xfrm>
            <a:off x="879694" y="300106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tx2"/>
                </a:solidFill>
              </a:rPr>
              <a:t>503 Service Unavailable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69" name="Straight Arrow Connector 81">
            <a:extLst>
              <a:ext uri="{FF2B5EF4-FFF2-40B4-BE49-F238E27FC236}">
                <a16:creationId xmlns:a16="http://schemas.microsoft.com/office/drawing/2014/main" id="{E0C72572-4B48-A298-DF9A-CEC2A755377B}"/>
              </a:ext>
            </a:extLst>
          </p:cNvPr>
          <p:cNvCxnSpPr>
            <a:cxnSpLocks/>
          </p:cNvCxnSpPr>
          <p:nvPr/>
        </p:nvCxnSpPr>
        <p:spPr>
          <a:xfrm>
            <a:off x="763988" y="3315913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15809BC1-6085-3754-8AA3-55005D774519}"/>
              </a:ext>
            </a:extLst>
          </p:cNvPr>
          <p:cNvSpPr txBox="1"/>
          <p:nvPr/>
        </p:nvSpPr>
        <p:spPr>
          <a:xfrm>
            <a:off x="763987" y="30696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FIN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sp>
        <p:nvSpPr>
          <p:cNvPr id="71" name="호 70">
            <a:extLst>
              <a:ext uri="{FF2B5EF4-FFF2-40B4-BE49-F238E27FC236}">
                <a16:creationId xmlns:a16="http://schemas.microsoft.com/office/drawing/2014/main" id="{83DB0916-6A96-138B-B750-47268360125D}"/>
              </a:ext>
            </a:extLst>
          </p:cNvPr>
          <p:cNvSpPr/>
          <p:nvPr/>
        </p:nvSpPr>
        <p:spPr>
          <a:xfrm flipH="1">
            <a:off x="626799" y="1081147"/>
            <a:ext cx="252895" cy="1085191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rgbClr val="C0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5BE0F61B-5218-B172-C7FE-E14BFA66FB43}"/>
              </a:ext>
            </a:extLst>
          </p:cNvPr>
          <p:cNvSpPr txBox="1"/>
          <p:nvPr/>
        </p:nvSpPr>
        <p:spPr>
          <a:xfrm>
            <a:off x="5598" y="1500631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rgbClr val="C00000"/>
                </a:solidFill>
              </a:rPr>
              <a:t>5Times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sp>
        <p:nvSpPr>
          <p:cNvPr id="73" name="호 72">
            <a:extLst>
              <a:ext uri="{FF2B5EF4-FFF2-40B4-BE49-F238E27FC236}">
                <a16:creationId xmlns:a16="http://schemas.microsoft.com/office/drawing/2014/main" id="{B79E16E1-0814-5C14-BCF9-BAA4A7FA27D3}"/>
              </a:ext>
            </a:extLst>
          </p:cNvPr>
          <p:cNvSpPr/>
          <p:nvPr/>
        </p:nvSpPr>
        <p:spPr>
          <a:xfrm flipH="1">
            <a:off x="623497" y="2524741"/>
            <a:ext cx="249511" cy="791172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2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>
              <a:solidFill>
                <a:schemeClr val="tx2"/>
              </a:solidFill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5CF1A84E-2B0E-03EC-0E21-0F83A30B490B}"/>
              </a:ext>
            </a:extLst>
          </p:cNvPr>
          <p:cNvSpPr txBox="1"/>
          <p:nvPr/>
        </p:nvSpPr>
        <p:spPr>
          <a:xfrm>
            <a:off x="5598" y="2797216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chemeClr val="tx2"/>
                </a:solidFill>
              </a:rPr>
              <a:t>3Times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2225302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5994A2-4217-4FFD-0578-EFE2DDD8BA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787F39A4-6D51-CD73-274C-4F90E1B0500E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C049B329-23C8-804D-8D34-BDCB403905E7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8670BC41-B536-0CC5-9FCB-AE526B50AC73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AABBBFDF-E567-F6CA-538D-860A53BF3EE8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F94F59F1-D774-8C62-9CC8-096563A6ED06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4DB09466-A09E-AE51-64DD-2CCAEBF5F27E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EEB08A6E-7059-A127-DC42-5BC03836A3C9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50861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EB65DC1C-EF72-3521-60A1-27458D9A385B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50861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1C523E6A-F5E0-7AC3-4690-92B6ECBA27E5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50861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FE827BF7-52D0-85F8-2FFE-F73490BAE443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50861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CC9141E7-47D9-E61D-D47E-C9B534EFD8A0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B50365CC-EA72-C355-66ED-F311CA441D95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GET </a:t>
            </a:r>
            <a:r>
              <a:rPr lang="en" altLang="ko-KR" sz="1000" i="1">
                <a:solidFill>
                  <a:srgbClr val="C00000"/>
                </a:solidFill>
              </a:rPr>
              <a:t>mock-server:8080/status/200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84382939-8024-B7AF-EA19-E853C792A700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682119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81">
            <a:extLst>
              <a:ext uri="{FF2B5EF4-FFF2-40B4-BE49-F238E27FC236}">
                <a16:creationId xmlns:a16="http://schemas.microsoft.com/office/drawing/2014/main" id="{9DB4E06D-DF59-A654-6A5A-A7B9C154DEC7}"/>
              </a:ext>
            </a:extLst>
          </p:cNvPr>
          <p:cNvCxnSpPr>
            <a:cxnSpLocks/>
          </p:cNvCxnSpPr>
          <p:nvPr/>
        </p:nvCxnSpPr>
        <p:spPr>
          <a:xfrm>
            <a:off x="763987" y="1871280"/>
            <a:ext cx="2917982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F2322EB5-35B2-3FB1-8C76-1DF294F3C735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B32EC9E1-C63D-89ED-DFFD-570849075DF4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SYN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E24C90AB-4E85-8506-2D39-55808A1ED1AB}"/>
              </a:ext>
            </a:extLst>
          </p:cNvPr>
          <p:cNvCxnSpPr>
            <a:cxnSpLocks/>
          </p:cNvCxnSpPr>
          <p:nvPr/>
        </p:nvCxnSpPr>
        <p:spPr>
          <a:xfrm>
            <a:off x="763988" y="2236238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306356CA-0ED5-E0B3-A632-06796E888A2F}"/>
              </a:ext>
            </a:extLst>
          </p:cNvPr>
          <p:cNvSpPr txBox="1"/>
          <p:nvPr/>
        </p:nvSpPr>
        <p:spPr>
          <a:xfrm>
            <a:off x="763987" y="197744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FIN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13" name="Straight Arrow Connector 81">
            <a:extLst>
              <a:ext uri="{FF2B5EF4-FFF2-40B4-BE49-F238E27FC236}">
                <a16:creationId xmlns:a16="http://schemas.microsoft.com/office/drawing/2014/main" id="{B63AF0A4-DD08-CD88-6E55-F6EEBAAEEEF2}"/>
              </a:ext>
            </a:extLst>
          </p:cNvPr>
          <p:cNvCxnSpPr>
            <a:cxnSpLocks/>
          </p:cNvCxnSpPr>
          <p:nvPr/>
        </p:nvCxnSpPr>
        <p:spPr>
          <a:xfrm>
            <a:off x="3681969" y="1635646"/>
            <a:ext cx="1682119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81">
            <a:extLst>
              <a:ext uri="{FF2B5EF4-FFF2-40B4-BE49-F238E27FC236}">
                <a16:creationId xmlns:a16="http://schemas.microsoft.com/office/drawing/2014/main" id="{15E49615-FBA2-D1DF-9869-9E92B9DDB6C5}"/>
              </a:ext>
            </a:extLst>
          </p:cNvPr>
          <p:cNvCxnSpPr>
            <a:cxnSpLocks/>
          </p:cNvCxnSpPr>
          <p:nvPr/>
        </p:nvCxnSpPr>
        <p:spPr>
          <a:xfrm>
            <a:off x="3681969" y="1779662"/>
            <a:ext cx="1682119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05874968-25C8-7ED3-51BF-CF8078308B16}"/>
              </a:ext>
            </a:extLst>
          </p:cNvPr>
          <p:cNvSpPr txBox="1"/>
          <p:nvPr/>
        </p:nvSpPr>
        <p:spPr>
          <a:xfrm>
            <a:off x="879694" y="187128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rgbClr val="C00000"/>
                </a:solidFill>
              </a:rPr>
              <a:t>503 Service Unavailable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35" name="Straight Arrow Connector 81">
            <a:extLst>
              <a:ext uri="{FF2B5EF4-FFF2-40B4-BE49-F238E27FC236}">
                <a16:creationId xmlns:a16="http://schemas.microsoft.com/office/drawing/2014/main" id="{7278472A-6CBE-52B2-5CB7-08B6026C4D7F}"/>
              </a:ext>
            </a:extLst>
          </p:cNvPr>
          <p:cNvCxnSpPr>
            <a:cxnSpLocks/>
          </p:cNvCxnSpPr>
          <p:nvPr/>
        </p:nvCxnSpPr>
        <p:spPr>
          <a:xfrm>
            <a:off x="763988" y="2930163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0456FA75-666F-2D98-3D4B-1A9B0F722926}"/>
              </a:ext>
            </a:extLst>
          </p:cNvPr>
          <p:cNvSpPr txBox="1"/>
          <p:nvPr/>
        </p:nvSpPr>
        <p:spPr>
          <a:xfrm>
            <a:off x="763987" y="268394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GET </a:t>
            </a:r>
            <a:r>
              <a:rPr lang="en" altLang="ko-KR" sz="1000" i="1">
                <a:solidFill>
                  <a:schemeClr val="tx2"/>
                </a:solidFill>
              </a:rPr>
              <a:t>mock-server:8080/status/200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39" name="Straight Arrow Connector 81">
            <a:extLst>
              <a:ext uri="{FF2B5EF4-FFF2-40B4-BE49-F238E27FC236}">
                <a16:creationId xmlns:a16="http://schemas.microsoft.com/office/drawing/2014/main" id="{704787BC-D950-6F14-8C9F-72E7EDEED26D}"/>
              </a:ext>
            </a:extLst>
          </p:cNvPr>
          <p:cNvCxnSpPr>
            <a:cxnSpLocks/>
          </p:cNvCxnSpPr>
          <p:nvPr/>
        </p:nvCxnSpPr>
        <p:spPr>
          <a:xfrm>
            <a:off x="3681969" y="3003958"/>
            <a:ext cx="1682119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81">
            <a:extLst>
              <a:ext uri="{FF2B5EF4-FFF2-40B4-BE49-F238E27FC236}">
                <a16:creationId xmlns:a16="http://schemas.microsoft.com/office/drawing/2014/main" id="{FBB860B7-BC03-F515-D0A8-E925786BB2CA}"/>
              </a:ext>
            </a:extLst>
          </p:cNvPr>
          <p:cNvCxnSpPr>
            <a:cxnSpLocks/>
          </p:cNvCxnSpPr>
          <p:nvPr/>
        </p:nvCxnSpPr>
        <p:spPr>
          <a:xfrm>
            <a:off x="763987" y="3369558"/>
            <a:ext cx="2917982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81">
            <a:extLst>
              <a:ext uri="{FF2B5EF4-FFF2-40B4-BE49-F238E27FC236}">
                <a16:creationId xmlns:a16="http://schemas.microsoft.com/office/drawing/2014/main" id="{A974A52D-B6A4-CAF9-483D-F62F7FD2D7DA}"/>
              </a:ext>
            </a:extLst>
          </p:cNvPr>
          <p:cNvCxnSpPr>
            <a:cxnSpLocks/>
          </p:cNvCxnSpPr>
          <p:nvPr/>
        </p:nvCxnSpPr>
        <p:spPr>
          <a:xfrm>
            <a:off x="763988" y="2576043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1A95EB49-B81F-636A-928A-34D63A987EF9}"/>
              </a:ext>
            </a:extLst>
          </p:cNvPr>
          <p:cNvSpPr txBox="1"/>
          <p:nvPr/>
        </p:nvSpPr>
        <p:spPr>
          <a:xfrm>
            <a:off x="763987" y="232982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SYN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43" name="Straight Arrow Connector 81">
            <a:extLst>
              <a:ext uri="{FF2B5EF4-FFF2-40B4-BE49-F238E27FC236}">
                <a16:creationId xmlns:a16="http://schemas.microsoft.com/office/drawing/2014/main" id="{BB9B097B-9C9E-D0F9-6D2E-4AF3145E83A7}"/>
              </a:ext>
            </a:extLst>
          </p:cNvPr>
          <p:cNvCxnSpPr>
            <a:cxnSpLocks/>
          </p:cNvCxnSpPr>
          <p:nvPr/>
        </p:nvCxnSpPr>
        <p:spPr>
          <a:xfrm>
            <a:off x="763988" y="3734516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9772B883-151A-38D5-162F-B94D63C27390}"/>
              </a:ext>
            </a:extLst>
          </p:cNvPr>
          <p:cNvSpPr txBox="1"/>
          <p:nvPr/>
        </p:nvSpPr>
        <p:spPr>
          <a:xfrm>
            <a:off x="763987" y="347571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FIN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45" name="Straight Arrow Connector 81">
            <a:extLst>
              <a:ext uri="{FF2B5EF4-FFF2-40B4-BE49-F238E27FC236}">
                <a16:creationId xmlns:a16="http://schemas.microsoft.com/office/drawing/2014/main" id="{BB2F0995-5CE0-5046-8906-8801B8E9B0A0}"/>
              </a:ext>
            </a:extLst>
          </p:cNvPr>
          <p:cNvCxnSpPr>
            <a:cxnSpLocks/>
          </p:cNvCxnSpPr>
          <p:nvPr/>
        </p:nvCxnSpPr>
        <p:spPr>
          <a:xfrm>
            <a:off x="3681969" y="3133924"/>
            <a:ext cx="1682119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26A54B07-7F5D-D0E5-A827-882EC40EF4AF}"/>
              </a:ext>
            </a:extLst>
          </p:cNvPr>
          <p:cNvSpPr txBox="1"/>
          <p:nvPr/>
        </p:nvSpPr>
        <p:spPr>
          <a:xfrm>
            <a:off x="879694" y="336955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tx2"/>
                </a:solidFill>
              </a:rPr>
              <a:t>503 Service Unavailable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50" name="Straight Arrow Connector 81">
            <a:extLst>
              <a:ext uri="{FF2B5EF4-FFF2-40B4-BE49-F238E27FC236}">
                <a16:creationId xmlns:a16="http://schemas.microsoft.com/office/drawing/2014/main" id="{B1FB7C82-DDCF-A258-7DC2-DFA88266CA62}"/>
              </a:ext>
            </a:extLst>
          </p:cNvPr>
          <p:cNvCxnSpPr>
            <a:cxnSpLocks/>
          </p:cNvCxnSpPr>
          <p:nvPr/>
        </p:nvCxnSpPr>
        <p:spPr>
          <a:xfrm>
            <a:off x="763988" y="4407557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007374AA-5624-326F-BA54-9B0873ACF38A}"/>
              </a:ext>
            </a:extLst>
          </p:cNvPr>
          <p:cNvSpPr txBox="1"/>
          <p:nvPr/>
        </p:nvSpPr>
        <p:spPr>
          <a:xfrm>
            <a:off x="763987" y="416133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GET </a:t>
            </a:r>
            <a:r>
              <a:rPr lang="en" altLang="ko-KR" sz="1000" i="1">
                <a:solidFill>
                  <a:schemeClr val="accent3"/>
                </a:solidFill>
              </a:rPr>
              <a:t>mock-server:8080/status/200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56" name="Straight Arrow Connector 81">
            <a:extLst>
              <a:ext uri="{FF2B5EF4-FFF2-40B4-BE49-F238E27FC236}">
                <a16:creationId xmlns:a16="http://schemas.microsoft.com/office/drawing/2014/main" id="{A0E1D41D-EB09-C841-0BE2-B9004F6825FA}"/>
              </a:ext>
            </a:extLst>
          </p:cNvPr>
          <p:cNvCxnSpPr>
            <a:cxnSpLocks/>
          </p:cNvCxnSpPr>
          <p:nvPr/>
        </p:nvCxnSpPr>
        <p:spPr>
          <a:xfrm>
            <a:off x="763988" y="4053437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6E850A0E-4E01-3229-729F-F681B0CBAB48}"/>
              </a:ext>
            </a:extLst>
          </p:cNvPr>
          <p:cNvSpPr txBox="1"/>
          <p:nvPr/>
        </p:nvSpPr>
        <p:spPr>
          <a:xfrm>
            <a:off x="763987" y="380721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TCP SYN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58" name="Straight Arrow Connector 81">
            <a:extLst>
              <a:ext uri="{FF2B5EF4-FFF2-40B4-BE49-F238E27FC236}">
                <a16:creationId xmlns:a16="http://schemas.microsoft.com/office/drawing/2014/main" id="{06CCEFDF-6B66-5681-8A8D-5F2A08A42BCC}"/>
              </a:ext>
            </a:extLst>
          </p:cNvPr>
          <p:cNvCxnSpPr>
            <a:cxnSpLocks/>
          </p:cNvCxnSpPr>
          <p:nvPr/>
        </p:nvCxnSpPr>
        <p:spPr>
          <a:xfrm>
            <a:off x="763988" y="4527284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2FDDD330-3DEA-F8BF-5C56-242DB5AF21F6}"/>
              </a:ext>
            </a:extLst>
          </p:cNvPr>
          <p:cNvSpPr txBox="1"/>
          <p:nvPr/>
        </p:nvSpPr>
        <p:spPr>
          <a:xfrm>
            <a:off x="879694" y="453066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accent3"/>
                </a:solidFill>
              </a:rPr>
              <a:t>503 Service Unavailable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60" name="Straight Arrow Connector 81">
            <a:extLst>
              <a:ext uri="{FF2B5EF4-FFF2-40B4-BE49-F238E27FC236}">
                <a16:creationId xmlns:a16="http://schemas.microsoft.com/office/drawing/2014/main" id="{D98C8587-6CE3-622A-EBF4-F439EA09CB72}"/>
              </a:ext>
            </a:extLst>
          </p:cNvPr>
          <p:cNvCxnSpPr>
            <a:cxnSpLocks/>
          </p:cNvCxnSpPr>
          <p:nvPr/>
        </p:nvCxnSpPr>
        <p:spPr>
          <a:xfrm>
            <a:off x="763988" y="4845513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CCE4EEA0-2F48-6149-FDB8-12E0CDDE3F66}"/>
              </a:ext>
            </a:extLst>
          </p:cNvPr>
          <p:cNvSpPr txBox="1"/>
          <p:nvPr/>
        </p:nvSpPr>
        <p:spPr>
          <a:xfrm>
            <a:off x="763987" y="45992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TCP FIN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9C85CA5C-364D-7643-EE5B-16EFB1858CBE}"/>
              </a:ext>
            </a:extLst>
          </p:cNvPr>
          <p:cNvSpPr txBox="1"/>
          <p:nvPr/>
        </p:nvSpPr>
        <p:spPr>
          <a:xfrm>
            <a:off x="5364087" y="2933869"/>
            <a:ext cx="93610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chemeClr val="tx2"/>
                </a:solidFill>
              </a:rPr>
              <a:t>Retries with timeouts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EFC08FC9-C606-BD39-8B8A-52C3FF43061A}"/>
              </a:ext>
            </a:extLst>
          </p:cNvPr>
          <p:cNvSpPr txBox="1"/>
          <p:nvPr/>
        </p:nvSpPr>
        <p:spPr>
          <a:xfrm>
            <a:off x="5364087" y="1439614"/>
            <a:ext cx="93610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rgbClr val="C00000"/>
                </a:solidFill>
              </a:rPr>
              <a:t>Retries with timeouts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145715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88B082-2659-68BD-E156-BEB8FFA30B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0E9E11FF-640D-D68E-1305-2ACEC3CE9C31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7285DF78-96F6-C916-7A9C-19B2D7E74B33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A9AA8E6D-0965-2A72-2998-AD2A3FB3A006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FED3B801-CDA1-5012-0F0E-23CA41E011BE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9A62DE67-59E1-2508-F3F3-582C4255EF5E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9FF909F2-7E39-92AD-8821-7015BC35F24F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01BFBEF8-45E6-8695-2F95-5229BB67192B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50861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3FDC3781-E09C-65C2-613C-26E385B9D6D1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50861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2418F6AB-88BB-4B70-A283-BE1B702CCF53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50861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91F3F13B-7E43-9CCF-D4C8-C4B4E08CCA46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50861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28988957-1837-2478-5589-558DAE33A4A8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3D4FBBC2-527C-260A-97B5-A7FC4E2CAF2A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GET </a:t>
            </a:r>
            <a:r>
              <a:rPr lang="en" altLang="ko-KR" sz="1000" i="1">
                <a:solidFill>
                  <a:srgbClr val="C00000"/>
                </a:solidFill>
              </a:rPr>
              <a:t>mock-server:8080/status/200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66AD47C2-BCA5-9ED9-094A-7726DA4B9CE5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81">
            <a:extLst>
              <a:ext uri="{FF2B5EF4-FFF2-40B4-BE49-F238E27FC236}">
                <a16:creationId xmlns:a16="http://schemas.microsoft.com/office/drawing/2014/main" id="{E7FDFD21-7DC3-824E-DB58-ABFC58183028}"/>
              </a:ext>
            </a:extLst>
          </p:cNvPr>
          <p:cNvCxnSpPr>
            <a:cxnSpLocks/>
          </p:cNvCxnSpPr>
          <p:nvPr/>
        </p:nvCxnSpPr>
        <p:spPr>
          <a:xfrm>
            <a:off x="763987" y="1871280"/>
            <a:ext cx="2917982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23B09C75-7C8C-460E-EB38-1BF23F770A01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A1398D40-353D-6B28-DC3A-8FED5F9E1B64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SYN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6F9E4664-98B8-A652-7112-71EA53E11119}"/>
              </a:ext>
            </a:extLst>
          </p:cNvPr>
          <p:cNvCxnSpPr>
            <a:cxnSpLocks/>
          </p:cNvCxnSpPr>
          <p:nvPr/>
        </p:nvCxnSpPr>
        <p:spPr>
          <a:xfrm>
            <a:off x="763988" y="2236238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FE7AD8A7-F2C8-F3C7-BBA9-E044D3B437AE}"/>
              </a:ext>
            </a:extLst>
          </p:cNvPr>
          <p:cNvSpPr txBox="1"/>
          <p:nvPr/>
        </p:nvSpPr>
        <p:spPr>
          <a:xfrm>
            <a:off x="763987" y="197744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FIN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13" name="Straight Arrow Connector 81">
            <a:extLst>
              <a:ext uri="{FF2B5EF4-FFF2-40B4-BE49-F238E27FC236}">
                <a16:creationId xmlns:a16="http://schemas.microsoft.com/office/drawing/2014/main" id="{1EE586B0-D6CB-BD8B-3571-CCD0E9FD8027}"/>
              </a:ext>
            </a:extLst>
          </p:cNvPr>
          <p:cNvCxnSpPr>
            <a:cxnSpLocks/>
          </p:cNvCxnSpPr>
          <p:nvPr/>
        </p:nvCxnSpPr>
        <p:spPr>
          <a:xfrm>
            <a:off x="3681969" y="1635646"/>
            <a:ext cx="1780064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81">
            <a:extLst>
              <a:ext uri="{FF2B5EF4-FFF2-40B4-BE49-F238E27FC236}">
                <a16:creationId xmlns:a16="http://schemas.microsoft.com/office/drawing/2014/main" id="{AF5C3711-1E57-97AA-0914-D7787FA5A6DB}"/>
              </a:ext>
            </a:extLst>
          </p:cNvPr>
          <p:cNvCxnSpPr>
            <a:cxnSpLocks/>
          </p:cNvCxnSpPr>
          <p:nvPr/>
        </p:nvCxnSpPr>
        <p:spPr>
          <a:xfrm>
            <a:off x="3681969" y="1779662"/>
            <a:ext cx="1780064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F10AB54B-DE95-0745-1F63-C80E3396D397}"/>
              </a:ext>
            </a:extLst>
          </p:cNvPr>
          <p:cNvSpPr txBox="1"/>
          <p:nvPr/>
        </p:nvSpPr>
        <p:spPr>
          <a:xfrm>
            <a:off x="879694" y="187128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rgbClr val="C00000"/>
                </a:solidFill>
              </a:rPr>
              <a:t>503 Service Unavailable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35" name="Straight Arrow Connector 81">
            <a:extLst>
              <a:ext uri="{FF2B5EF4-FFF2-40B4-BE49-F238E27FC236}">
                <a16:creationId xmlns:a16="http://schemas.microsoft.com/office/drawing/2014/main" id="{6CDA6293-E3A2-70F8-BD9F-FF624569866C}"/>
              </a:ext>
            </a:extLst>
          </p:cNvPr>
          <p:cNvCxnSpPr>
            <a:cxnSpLocks/>
          </p:cNvCxnSpPr>
          <p:nvPr/>
        </p:nvCxnSpPr>
        <p:spPr>
          <a:xfrm>
            <a:off x="763988" y="2930163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129B750F-4961-39B7-E40A-E35BBD6F1C4B}"/>
              </a:ext>
            </a:extLst>
          </p:cNvPr>
          <p:cNvSpPr txBox="1"/>
          <p:nvPr/>
        </p:nvSpPr>
        <p:spPr>
          <a:xfrm>
            <a:off x="763987" y="268394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GET </a:t>
            </a:r>
            <a:r>
              <a:rPr lang="en" altLang="ko-KR" sz="1000" i="1">
                <a:solidFill>
                  <a:schemeClr val="tx2"/>
                </a:solidFill>
              </a:rPr>
              <a:t>mock-server:8080/status/200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39" name="Straight Arrow Connector 81">
            <a:extLst>
              <a:ext uri="{FF2B5EF4-FFF2-40B4-BE49-F238E27FC236}">
                <a16:creationId xmlns:a16="http://schemas.microsoft.com/office/drawing/2014/main" id="{21B3CE91-89D6-382D-90F2-1938AC3CE72A}"/>
              </a:ext>
            </a:extLst>
          </p:cNvPr>
          <p:cNvCxnSpPr>
            <a:cxnSpLocks/>
          </p:cNvCxnSpPr>
          <p:nvPr/>
        </p:nvCxnSpPr>
        <p:spPr>
          <a:xfrm>
            <a:off x="3681969" y="3003958"/>
            <a:ext cx="1780064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81">
            <a:extLst>
              <a:ext uri="{FF2B5EF4-FFF2-40B4-BE49-F238E27FC236}">
                <a16:creationId xmlns:a16="http://schemas.microsoft.com/office/drawing/2014/main" id="{3D2BF147-803C-EA33-8B76-CB8350666716}"/>
              </a:ext>
            </a:extLst>
          </p:cNvPr>
          <p:cNvCxnSpPr>
            <a:cxnSpLocks/>
          </p:cNvCxnSpPr>
          <p:nvPr/>
        </p:nvCxnSpPr>
        <p:spPr>
          <a:xfrm>
            <a:off x="763987" y="3369558"/>
            <a:ext cx="2917982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81">
            <a:extLst>
              <a:ext uri="{FF2B5EF4-FFF2-40B4-BE49-F238E27FC236}">
                <a16:creationId xmlns:a16="http://schemas.microsoft.com/office/drawing/2014/main" id="{AC7185D3-00FB-5D2F-8239-F0D065745CE2}"/>
              </a:ext>
            </a:extLst>
          </p:cNvPr>
          <p:cNvCxnSpPr>
            <a:cxnSpLocks/>
          </p:cNvCxnSpPr>
          <p:nvPr/>
        </p:nvCxnSpPr>
        <p:spPr>
          <a:xfrm>
            <a:off x="763988" y="2576043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E3586560-384C-739B-AB20-5D10E846C6F4}"/>
              </a:ext>
            </a:extLst>
          </p:cNvPr>
          <p:cNvSpPr txBox="1"/>
          <p:nvPr/>
        </p:nvSpPr>
        <p:spPr>
          <a:xfrm>
            <a:off x="763987" y="232982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SYN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43" name="Straight Arrow Connector 81">
            <a:extLst>
              <a:ext uri="{FF2B5EF4-FFF2-40B4-BE49-F238E27FC236}">
                <a16:creationId xmlns:a16="http://schemas.microsoft.com/office/drawing/2014/main" id="{4F34905A-5AC5-D46A-1704-32AD81C98A35}"/>
              </a:ext>
            </a:extLst>
          </p:cNvPr>
          <p:cNvCxnSpPr>
            <a:cxnSpLocks/>
          </p:cNvCxnSpPr>
          <p:nvPr/>
        </p:nvCxnSpPr>
        <p:spPr>
          <a:xfrm>
            <a:off x="763988" y="3734516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B118DC68-DFC0-F5DA-3509-BE91F72460A0}"/>
              </a:ext>
            </a:extLst>
          </p:cNvPr>
          <p:cNvSpPr txBox="1"/>
          <p:nvPr/>
        </p:nvSpPr>
        <p:spPr>
          <a:xfrm>
            <a:off x="763987" y="347571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FIN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45" name="Straight Arrow Connector 81">
            <a:extLst>
              <a:ext uri="{FF2B5EF4-FFF2-40B4-BE49-F238E27FC236}">
                <a16:creationId xmlns:a16="http://schemas.microsoft.com/office/drawing/2014/main" id="{028469F3-B3DB-F5FD-F495-CFBAA5E96E26}"/>
              </a:ext>
            </a:extLst>
          </p:cNvPr>
          <p:cNvCxnSpPr>
            <a:cxnSpLocks/>
          </p:cNvCxnSpPr>
          <p:nvPr/>
        </p:nvCxnSpPr>
        <p:spPr>
          <a:xfrm>
            <a:off x="3681969" y="3133924"/>
            <a:ext cx="1780064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F6AA4636-00D2-28E9-7F68-1D672EC9C95E}"/>
              </a:ext>
            </a:extLst>
          </p:cNvPr>
          <p:cNvSpPr txBox="1"/>
          <p:nvPr/>
        </p:nvSpPr>
        <p:spPr>
          <a:xfrm>
            <a:off x="879694" y="336955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tx2"/>
                </a:solidFill>
              </a:rPr>
              <a:t>503 Service Unavailable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50" name="Straight Arrow Connector 81">
            <a:extLst>
              <a:ext uri="{FF2B5EF4-FFF2-40B4-BE49-F238E27FC236}">
                <a16:creationId xmlns:a16="http://schemas.microsoft.com/office/drawing/2014/main" id="{89A357A8-41DF-BD0B-19B5-3E67FF11C9C9}"/>
              </a:ext>
            </a:extLst>
          </p:cNvPr>
          <p:cNvCxnSpPr>
            <a:cxnSpLocks/>
          </p:cNvCxnSpPr>
          <p:nvPr/>
        </p:nvCxnSpPr>
        <p:spPr>
          <a:xfrm>
            <a:off x="763988" y="4407557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CB1F8055-19B5-1414-5B81-DADCAC9AB0C1}"/>
              </a:ext>
            </a:extLst>
          </p:cNvPr>
          <p:cNvSpPr txBox="1"/>
          <p:nvPr/>
        </p:nvSpPr>
        <p:spPr>
          <a:xfrm>
            <a:off x="763987" y="416133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GET </a:t>
            </a:r>
            <a:r>
              <a:rPr lang="en" altLang="ko-KR" sz="1000" i="1">
                <a:solidFill>
                  <a:schemeClr val="accent3"/>
                </a:solidFill>
              </a:rPr>
              <a:t>mock-server:8080/status/200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56" name="Straight Arrow Connector 81">
            <a:extLst>
              <a:ext uri="{FF2B5EF4-FFF2-40B4-BE49-F238E27FC236}">
                <a16:creationId xmlns:a16="http://schemas.microsoft.com/office/drawing/2014/main" id="{ADEDA3B3-01EE-93EC-4996-E93F33135E85}"/>
              </a:ext>
            </a:extLst>
          </p:cNvPr>
          <p:cNvCxnSpPr>
            <a:cxnSpLocks/>
          </p:cNvCxnSpPr>
          <p:nvPr/>
        </p:nvCxnSpPr>
        <p:spPr>
          <a:xfrm>
            <a:off x="763988" y="4053437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9756BC60-4EF3-5967-9E68-6621D435A6C2}"/>
              </a:ext>
            </a:extLst>
          </p:cNvPr>
          <p:cNvSpPr txBox="1"/>
          <p:nvPr/>
        </p:nvSpPr>
        <p:spPr>
          <a:xfrm>
            <a:off x="763987" y="380721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TCP SYN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58" name="Straight Arrow Connector 81">
            <a:extLst>
              <a:ext uri="{FF2B5EF4-FFF2-40B4-BE49-F238E27FC236}">
                <a16:creationId xmlns:a16="http://schemas.microsoft.com/office/drawing/2014/main" id="{F0E25159-F3D0-089F-D7A5-1A40B459E378}"/>
              </a:ext>
            </a:extLst>
          </p:cNvPr>
          <p:cNvCxnSpPr>
            <a:cxnSpLocks/>
          </p:cNvCxnSpPr>
          <p:nvPr/>
        </p:nvCxnSpPr>
        <p:spPr>
          <a:xfrm>
            <a:off x="763988" y="4527284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55C8B179-12AD-6F61-9F2A-D24AC5BF45AF}"/>
              </a:ext>
            </a:extLst>
          </p:cNvPr>
          <p:cNvSpPr txBox="1"/>
          <p:nvPr/>
        </p:nvSpPr>
        <p:spPr>
          <a:xfrm>
            <a:off x="879694" y="453066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accent3"/>
                </a:solidFill>
              </a:rPr>
              <a:t>503 Service Unavailable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60" name="Straight Arrow Connector 81">
            <a:extLst>
              <a:ext uri="{FF2B5EF4-FFF2-40B4-BE49-F238E27FC236}">
                <a16:creationId xmlns:a16="http://schemas.microsoft.com/office/drawing/2014/main" id="{CEF61903-D1D1-9DD3-9A8B-9F629FB6B0F3}"/>
              </a:ext>
            </a:extLst>
          </p:cNvPr>
          <p:cNvCxnSpPr>
            <a:cxnSpLocks/>
          </p:cNvCxnSpPr>
          <p:nvPr/>
        </p:nvCxnSpPr>
        <p:spPr>
          <a:xfrm>
            <a:off x="763988" y="4845513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8DFE40C0-C018-8E69-2797-845A2219F5C8}"/>
              </a:ext>
            </a:extLst>
          </p:cNvPr>
          <p:cNvSpPr txBox="1"/>
          <p:nvPr/>
        </p:nvSpPr>
        <p:spPr>
          <a:xfrm>
            <a:off x="763987" y="45992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TCP FIN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20" name="Straight Arrow Connector 81">
            <a:extLst>
              <a:ext uri="{FF2B5EF4-FFF2-40B4-BE49-F238E27FC236}">
                <a16:creationId xmlns:a16="http://schemas.microsoft.com/office/drawing/2014/main" id="{F488C4B8-5546-0A5E-0F7C-170A159846FC}"/>
              </a:ext>
            </a:extLst>
          </p:cNvPr>
          <p:cNvCxnSpPr>
            <a:cxnSpLocks/>
          </p:cNvCxnSpPr>
          <p:nvPr/>
        </p:nvCxnSpPr>
        <p:spPr>
          <a:xfrm flipH="1">
            <a:off x="3681969" y="1563638"/>
            <a:ext cx="1780065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81">
            <a:extLst>
              <a:ext uri="{FF2B5EF4-FFF2-40B4-BE49-F238E27FC236}">
                <a16:creationId xmlns:a16="http://schemas.microsoft.com/office/drawing/2014/main" id="{2298B6C6-E644-A05D-D21C-7A3B192E87A7}"/>
              </a:ext>
            </a:extLst>
          </p:cNvPr>
          <p:cNvCxnSpPr>
            <a:cxnSpLocks/>
          </p:cNvCxnSpPr>
          <p:nvPr/>
        </p:nvCxnSpPr>
        <p:spPr>
          <a:xfrm flipH="1">
            <a:off x="3681969" y="1707654"/>
            <a:ext cx="1780065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81">
            <a:extLst>
              <a:ext uri="{FF2B5EF4-FFF2-40B4-BE49-F238E27FC236}">
                <a16:creationId xmlns:a16="http://schemas.microsoft.com/office/drawing/2014/main" id="{7D3EEC3A-8C8D-B29A-8D8D-0EFB3F5BCEE4}"/>
              </a:ext>
            </a:extLst>
          </p:cNvPr>
          <p:cNvCxnSpPr>
            <a:cxnSpLocks/>
          </p:cNvCxnSpPr>
          <p:nvPr/>
        </p:nvCxnSpPr>
        <p:spPr>
          <a:xfrm flipH="1">
            <a:off x="3681969" y="1851670"/>
            <a:ext cx="1780065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7B19BE8C-26DF-9344-1E24-5B314112F8AD}"/>
              </a:ext>
            </a:extLst>
          </p:cNvPr>
          <p:cNvSpPr txBox="1"/>
          <p:nvPr/>
        </p:nvSpPr>
        <p:spPr>
          <a:xfrm>
            <a:off x="5364087" y="2933869"/>
            <a:ext cx="93610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chemeClr val="tx2"/>
                </a:solidFill>
              </a:rPr>
              <a:t>Retries with TCP RST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9546247-0089-9F75-197C-06E1F11E50EC}"/>
              </a:ext>
            </a:extLst>
          </p:cNvPr>
          <p:cNvSpPr txBox="1"/>
          <p:nvPr/>
        </p:nvSpPr>
        <p:spPr>
          <a:xfrm>
            <a:off x="5364087" y="1439614"/>
            <a:ext cx="93610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rgbClr val="C00000"/>
                </a:solidFill>
              </a:rPr>
              <a:t>Retries with TCP RST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33" name="Straight Arrow Connector 81">
            <a:extLst>
              <a:ext uri="{FF2B5EF4-FFF2-40B4-BE49-F238E27FC236}">
                <a16:creationId xmlns:a16="http://schemas.microsoft.com/office/drawing/2014/main" id="{1B0ADAD6-DA5A-065B-55F8-4510E9273579}"/>
              </a:ext>
            </a:extLst>
          </p:cNvPr>
          <p:cNvCxnSpPr>
            <a:cxnSpLocks/>
          </p:cNvCxnSpPr>
          <p:nvPr/>
        </p:nvCxnSpPr>
        <p:spPr>
          <a:xfrm flipH="1">
            <a:off x="3681969" y="3063280"/>
            <a:ext cx="1780065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81">
            <a:extLst>
              <a:ext uri="{FF2B5EF4-FFF2-40B4-BE49-F238E27FC236}">
                <a16:creationId xmlns:a16="http://schemas.microsoft.com/office/drawing/2014/main" id="{B0FD86AD-4315-1F62-D13F-82B5E3D1D169}"/>
              </a:ext>
            </a:extLst>
          </p:cNvPr>
          <p:cNvCxnSpPr>
            <a:cxnSpLocks/>
          </p:cNvCxnSpPr>
          <p:nvPr/>
        </p:nvCxnSpPr>
        <p:spPr>
          <a:xfrm flipH="1">
            <a:off x="3681969" y="3207296"/>
            <a:ext cx="1780065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7858957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23DD1A-6D40-A147-DE5E-A05E30DBD0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AB8E78F8-1591-AE69-1E37-927FA70D6CEA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604EF53A-69F0-E3D9-C9EF-5E8E7B0D1029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4D334FD3-EA35-AE07-D70C-317C29D45A48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CD48C193-16FE-29A7-12C4-246B6E4FA8D5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450CCA5C-F2BD-D667-F79E-4D0CC7B06413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915B6E78-C89B-F1C6-B8DE-CC2E4FDD06A7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9B78CFD0-AD7A-8A80-FD3A-62F580AC8E73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0FFF3D4B-8D1C-B75C-9B1A-2590563A0199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53115B06-1AAB-C7CD-210B-DC4C4D36D19F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FF638221-0B5F-9600-B76E-D808776D6ECE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D33B417D-0BFA-AC90-714A-17B6BC56FE12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EC084E6D-3A76-B5E9-92C0-D2F7BCB88933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mock-server:8080/delay/10000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7130DF38-EFBB-824E-9F76-7D6873BE0026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2CE6A5DF-FDBA-3EFA-F4A8-4008FE6D6244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83249717-30B4-FE98-BF9A-9C7DC3DA229E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D70118EF-AC51-4B5D-DF3C-00CD3C65638E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9BE5FBC-E28D-7B2A-C874-13A3EE27F949}"/>
              </a:ext>
            </a:extLst>
          </p:cNvPr>
          <p:cNvSpPr txBox="1"/>
          <p:nvPr/>
        </p:nvSpPr>
        <p:spPr>
          <a:xfrm>
            <a:off x="763987" y="309978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B05D578E-61FC-96B3-FC53-A437C9F4C288}"/>
              </a:ext>
            </a:extLst>
          </p:cNvPr>
          <p:cNvCxnSpPr>
            <a:cxnSpLocks/>
          </p:cNvCxnSpPr>
          <p:nvPr/>
        </p:nvCxnSpPr>
        <p:spPr>
          <a:xfrm>
            <a:off x="763988" y="3346003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081A9B71-B032-C319-ED5E-DE1B69EE18E4}"/>
              </a:ext>
            </a:extLst>
          </p:cNvPr>
          <p:cNvCxnSpPr>
            <a:cxnSpLocks/>
          </p:cNvCxnSpPr>
          <p:nvPr/>
        </p:nvCxnSpPr>
        <p:spPr>
          <a:xfrm>
            <a:off x="5462033" y="250821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81">
            <a:extLst>
              <a:ext uri="{FF2B5EF4-FFF2-40B4-BE49-F238E27FC236}">
                <a16:creationId xmlns:a16="http://schemas.microsoft.com/office/drawing/2014/main" id="{4197DE88-3E77-4E32-AD1D-748C02A95A83}"/>
              </a:ext>
            </a:extLst>
          </p:cNvPr>
          <p:cNvCxnSpPr>
            <a:cxnSpLocks/>
          </p:cNvCxnSpPr>
          <p:nvPr/>
        </p:nvCxnSpPr>
        <p:spPr>
          <a:xfrm>
            <a:off x="3681969" y="281751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81">
            <a:extLst>
              <a:ext uri="{FF2B5EF4-FFF2-40B4-BE49-F238E27FC236}">
                <a16:creationId xmlns:a16="http://schemas.microsoft.com/office/drawing/2014/main" id="{7A256749-A614-4E81-CAFF-506DA657D135}"/>
              </a:ext>
            </a:extLst>
          </p:cNvPr>
          <p:cNvCxnSpPr>
            <a:cxnSpLocks/>
          </p:cNvCxnSpPr>
          <p:nvPr/>
        </p:nvCxnSpPr>
        <p:spPr>
          <a:xfrm>
            <a:off x="5462033" y="289740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D8609130-B181-8CF9-503D-FD2A230DD263}"/>
              </a:ext>
            </a:extLst>
          </p:cNvPr>
          <p:cNvSpPr txBox="1"/>
          <p:nvPr/>
        </p:nvSpPr>
        <p:spPr>
          <a:xfrm>
            <a:off x="3681968" y="256722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sp>
        <p:nvSpPr>
          <p:cNvPr id="5" name="호 4">
            <a:extLst>
              <a:ext uri="{FF2B5EF4-FFF2-40B4-BE49-F238E27FC236}">
                <a16:creationId xmlns:a16="http://schemas.microsoft.com/office/drawing/2014/main" id="{D6A37697-7830-01A9-FE7E-75C7165E399A}"/>
              </a:ext>
            </a:extLst>
          </p:cNvPr>
          <p:cNvSpPr/>
          <p:nvPr/>
        </p:nvSpPr>
        <p:spPr>
          <a:xfrm flipH="1">
            <a:off x="3547158" y="1504224"/>
            <a:ext cx="276365" cy="939455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6691C1F-EDAA-1CC7-4CDE-4BBFB5A699DC}"/>
              </a:ext>
            </a:extLst>
          </p:cNvPr>
          <p:cNvSpPr txBox="1"/>
          <p:nvPr/>
        </p:nvSpPr>
        <p:spPr>
          <a:xfrm>
            <a:off x="2894637" y="1850840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5000ms</a:t>
            </a:r>
            <a:endParaRPr kumimoji="1" lang="ko-KR" altLang="en-US" sz="1000" i="1"/>
          </a:p>
        </p:txBody>
      </p:sp>
      <p:cxnSp>
        <p:nvCxnSpPr>
          <p:cNvPr id="13" name="Straight Arrow Connector 81">
            <a:extLst>
              <a:ext uri="{FF2B5EF4-FFF2-40B4-BE49-F238E27FC236}">
                <a16:creationId xmlns:a16="http://schemas.microsoft.com/office/drawing/2014/main" id="{0FD4A88B-7A28-75F5-01D1-ED6D243AA2A5}"/>
              </a:ext>
            </a:extLst>
          </p:cNvPr>
          <p:cNvCxnSpPr>
            <a:cxnSpLocks/>
          </p:cNvCxnSpPr>
          <p:nvPr/>
        </p:nvCxnSpPr>
        <p:spPr>
          <a:xfrm flipH="1">
            <a:off x="763987" y="2996547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0D916ACF-8E9B-E362-4E6E-63BE0779EE3D}"/>
              </a:ext>
            </a:extLst>
          </p:cNvPr>
          <p:cNvSpPr txBox="1"/>
          <p:nvPr/>
        </p:nvSpPr>
        <p:spPr>
          <a:xfrm>
            <a:off x="872620" y="299653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504 Gateway Timeout</a:t>
            </a:r>
            <a:endParaRPr kumimoji="1" lang="ko-KR" altLang="en-US" sz="1000" i="1"/>
          </a:p>
        </p:txBody>
      </p:sp>
      <p:cxnSp>
        <p:nvCxnSpPr>
          <p:cNvPr id="24" name="Straight Arrow Connector 81">
            <a:extLst>
              <a:ext uri="{FF2B5EF4-FFF2-40B4-BE49-F238E27FC236}">
                <a16:creationId xmlns:a16="http://schemas.microsoft.com/office/drawing/2014/main" id="{8DC04F49-9F66-3BC8-83DE-841489CAA638}"/>
              </a:ext>
            </a:extLst>
          </p:cNvPr>
          <p:cNvCxnSpPr>
            <a:cxnSpLocks/>
          </p:cNvCxnSpPr>
          <p:nvPr/>
        </p:nvCxnSpPr>
        <p:spPr>
          <a:xfrm>
            <a:off x="3681969" y="2447745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F0DDA2D5-A9C9-F135-5EC4-1D79A17EB744}"/>
              </a:ext>
            </a:extLst>
          </p:cNvPr>
          <p:cNvSpPr txBox="1"/>
          <p:nvPr/>
        </p:nvSpPr>
        <p:spPr>
          <a:xfrm>
            <a:off x="3681968" y="220127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111614033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6B1138-225E-1E21-080A-7A0BE143F3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A871B05-BAE8-620B-CFC0-111F22C37B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D465752-712C-5AD6-0579-42CA9238AC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1901557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D0473D-5439-97B1-2615-8CB22F6515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B21FDD54-6E04-6840-DC58-64C10D79F1F3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74B65177-AE72-13BE-FA5B-02656A93D2EA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BD711CF2-06C6-1200-5BB8-FB467E0EBC97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15D0B585-2C95-102A-F9DF-C1318763D425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B67440FB-1800-440E-CBC2-55A6B7E9DA16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0C2658DB-F939-A26F-0A34-B6DC97BEC8AF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F6C82534-EBC7-618B-E118-C2DFD1D7EC7E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45E72EF4-A34D-CFD3-AA66-62357F2D1767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2AC206B8-2545-707E-D677-F4E0D233E9EC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8AA4E843-4FD1-67FA-D2FE-8CD09C030671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45F0550C-6955-E83A-C580-295079F7EC18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864A910A-1117-5BC0-7C4E-08F53FAD5826}"/>
              </a:ext>
            </a:extLst>
          </p:cNvPr>
          <p:cNvSpPr txBox="1"/>
          <p:nvPr/>
        </p:nvSpPr>
        <p:spPr>
          <a:xfrm>
            <a:off x="763986" y="1185664"/>
            <a:ext cx="30879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ko-KR" sz="1000" i="1"/>
              <a:t>mock-server:9090 Status {"code": 0}</a:t>
            </a:r>
            <a:endParaRPr kumimoji="1" lang="ko-KR" altLang="en-US" sz="1000" i="1"/>
          </a:p>
        </p:txBody>
      </p:sp>
      <p:cxnSp>
        <p:nvCxnSpPr>
          <p:cNvPr id="54" name="Straight Arrow Connector 81">
            <a:extLst>
              <a:ext uri="{FF2B5EF4-FFF2-40B4-BE49-F238E27FC236}">
                <a16:creationId xmlns:a16="http://schemas.microsoft.com/office/drawing/2014/main" id="{B03259DE-BDD2-F5AE-DBAB-65D49039F6FA}"/>
              </a:ext>
            </a:extLst>
          </p:cNvPr>
          <p:cNvCxnSpPr>
            <a:cxnSpLocks/>
          </p:cNvCxnSpPr>
          <p:nvPr/>
        </p:nvCxnSpPr>
        <p:spPr>
          <a:xfrm>
            <a:off x="5462033" y="1677286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0AC5F096-BB9C-1026-F3A6-48E0E055BB22}"/>
              </a:ext>
            </a:extLst>
          </p:cNvPr>
          <p:cNvSpPr txBox="1"/>
          <p:nvPr/>
        </p:nvSpPr>
        <p:spPr>
          <a:xfrm>
            <a:off x="5584334" y="167728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0 OK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31A9E493-D2A2-7448-8E5D-3CEAAD94D98E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E15D11DD-62F6-6603-D1D1-FC74775E71EF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81">
            <a:extLst>
              <a:ext uri="{FF2B5EF4-FFF2-40B4-BE49-F238E27FC236}">
                <a16:creationId xmlns:a16="http://schemas.microsoft.com/office/drawing/2014/main" id="{8193BE54-1CA3-5CF5-C5C8-180A913E36A9}"/>
              </a:ext>
            </a:extLst>
          </p:cNvPr>
          <p:cNvCxnSpPr>
            <a:cxnSpLocks/>
          </p:cNvCxnSpPr>
          <p:nvPr/>
        </p:nvCxnSpPr>
        <p:spPr>
          <a:xfrm>
            <a:off x="3681977" y="1749294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81">
            <a:extLst>
              <a:ext uri="{FF2B5EF4-FFF2-40B4-BE49-F238E27FC236}">
                <a16:creationId xmlns:a16="http://schemas.microsoft.com/office/drawing/2014/main" id="{2ED9A4CD-ACA9-E040-B51C-DDCF6D28771F}"/>
              </a:ext>
            </a:extLst>
          </p:cNvPr>
          <p:cNvCxnSpPr>
            <a:cxnSpLocks/>
          </p:cNvCxnSpPr>
          <p:nvPr/>
        </p:nvCxnSpPr>
        <p:spPr>
          <a:xfrm>
            <a:off x="763987" y="1821302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6FBD64DA-88CA-B72B-F330-FCDCC41EFFAA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0D1EBBF3-3CBB-B050-B754-2916E7B4A5CF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ACDDD4E5-CF15-989B-9C5A-52AABEE65430}"/>
              </a:ext>
            </a:extLst>
          </p:cNvPr>
          <p:cNvCxnSpPr>
            <a:cxnSpLocks/>
          </p:cNvCxnSpPr>
          <p:nvPr/>
        </p:nvCxnSpPr>
        <p:spPr>
          <a:xfrm>
            <a:off x="763988" y="2169728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D053ED81-5969-AA75-6C8B-285D43C94493}"/>
              </a:ext>
            </a:extLst>
          </p:cNvPr>
          <p:cNvSpPr txBox="1"/>
          <p:nvPr/>
        </p:nvSpPr>
        <p:spPr>
          <a:xfrm>
            <a:off x="763987" y="192350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23352128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B62DB3-DA05-026B-E13D-759DBE84B4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A3C47F15-6104-EFDE-C3FE-0C7266A41E1A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06A82C3C-E2A8-8420-5A5F-9813FB3777F5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03CD3B87-D275-0C03-A1B2-FA2ED9F27C18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5D42F68D-48A6-163A-DCBA-6295D6541E47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F5CEE834-4BE6-02A3-899B-AB7EA549DD72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90907EEC-0043-ACE6-DA0F-7DB5F5C8FE7F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65FAA407-438B-40E0-311D-4A4ABA6744FF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01447562-19D2-2B04-ACC8-79A89CE2F039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E6C86E2B-DC4F-2C1F-209A-642C0CD5B8A8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3B34A773-96A8-68B6-DBBD-3D6E6C9605AF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5A69DEBC-E96A-1990-3686-9D48AE8A2F8F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A829FAB8-0C69-33E2-13E8-DAA20DEF9250}"/>
              </a:ext>
            </a:extLst>
          </p:cNvPr>
          <p:cNvSpPr txBox="1"/>
          <p:nvPr/>
        </p:nvSpPr>
        <p:spPr>
          <a:xfrm>
            <a:off x="763986" y="1185664"/>
            <a:ext cx="30879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ko-KR" sz="1000" i="1"/>
              <a:t>mock-server:9090 Status {"code": 13}</a:t>
            </a:r>
            <a:endParaRPr kumimoji="1" lang="ko-KR" altLang="en-US" sz="1000" i="1"/>
          </a:p>
        </p:txBody>
      </p:sp>
      <p:cxnSp>
        <p:nvCxnSpPr>
          <p:cNvPr id="54" name="Straight Arrow Connector 81">
            <a:extLst>
              <a:ext uri="{FF2B5EF4-FFF2-40B4-BE49-F238E27FC236}">
                <a16:creationId xmlns:a16="http://schemas.microsoft.com/office/drawing/2014/main" id="{20BA522A-1C49-D228-6347-68FB67ADA3F6}"/>
              </a:ext>
            </a:extLst>
          </p:cNvPr>
          <p:cNvCxnSpPr>
            <a:cxnSpLocks/>
          </p:cNvCxnSpPr>
          <p:nvPr/>
        </p:nvCxnSpPr>
        <p:spPr>
          <a:xfrm>
            <a:off x="5462033" y="1677286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A70BE05B-5670-E02D-5925-28B9D76EAD39}"/>
              </a:ext>
            </a:extLst>
          </p:cNvPr>
          <p:cNvSpPr txBox="1"/>
          <p:nvPr/>
        </p:nvSpPr>
        <p:spPr>
          <a:xfrm>
            <a:off x="5584334" y="167728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13 INTERNAL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3106E489-CC9A-D3C0-A48B-224C396012D7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C6BEA965-F82D-BCC4-E814-54537C48D8AC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81">
            <a:extLst>
              <a:ext uri="{FF2B5EF4-FFF2-40B4-BE49-F238E27FC236}">
                <a16:creationId xmlns:a16="http://schemas.microsoft.com/office/drawing/2014/main" id="{DD1A342A-FE4D-4BEE-A53D-62C552F39119}"/>
              </a:ext>
            </a:extLst>
          </p:cNvPr>
          <p:cNvCxnSpPr>
            <a:cxnSpLocks/>
          </p:cNvCxnSpPr>
          <p:nvPr/>
        </p:nvCxnSpPr>
        <p:spPr>
          <a:xfrm>
            <a:off x="3681977" y="1749294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81">
            <a:extLst>
              <a:ext uri="{FF2B5EF4-FFF2-40B4-BE49-F238E27FC236}">
                <a16:creationId xmlns:a16="http://schemas.microsoft.com/office/drawing/2014/main" id="{71BF6312-6AA3-556D-C466-08EEB581B09E}"/>
              </a:ext>
            </a:extLst>
          </p:cNvPr>
          <p:cNvCxnSpPr>
            <a:cxnSpLocks/>
          </p:cNvCxnSpPr>
          <p:nvPr/>
        </p:nvCxnSpPr>
        <p:spPr>
          <a:xfrm>
            <a:off x="763987" y="1821302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E14398A4-4BEC-AD1E-2131-438737069F5C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67381FD6-93BE-4B73-826C-59D7AB94EF17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A15E3E3E-F7C6-8801-3E68-7FC30C8195DC}"/>
              </a:ext>
            </a:extLst>
          </p:cNvPr>
          <p:cNvCxnSpPr>
            <a:cxnSpLocks/>
          </p:cNvCxnSpPr>
          <p:nvPr/>
        </p:nvCxnSpPr>
        <p:spPr>
          <a:xfrm>
            <a:off x="763988" y="2169728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9284AAC3-93D2-8A90-FF27-C2A8C95659AF}"/>
              </a:ext>
            </a:extLst>
          </p:cNvPr>
          <p:cNvSpPr txBox="1"/>
          <p:nvPr/>
        </p:nvSpPr>
        <p:spPr>
          <a:xfrm>
            <a:off x="763987" y="192350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370054465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C91F5D-B777-8BF5-DE29-5632777429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75D7B55C-909D-2354-EF9E-7C81808B61E2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1A3E7304-EF2F-33CF-DBF1-F7FC250F532C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DAB90066-10C2-5367-BE3A-A276F89B12F2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06251DD1-9BB0-9EBB-E99E-7CA4580C8419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75B89487-B0A7-D126-00BD-9026F39CBDAF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C47D0720-917B-B2A5-134A-53517F4B85D7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A9DF5699-67FA-CD91-A140-261230C3ECD6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52106FBC-0FBC-FFFC-83F4-C0AA297FCD82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C3CF1AD8-1E33-0F68-7BE5-537E414EDAC4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1ABC129C-5A0F-C93D-AD6F-2A370BDE4920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B0A0DEEA-82E1-4D9B-7D11-288E5D3010FE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92184DAF-DB74-C647-F9C0-153E6C6634C8}"/>
              </a:ext>
            </a:extLst>
          </p:cNvPr>
          <p:cNvSpPr txBox="1"/>
          <p:nvPr/>
        </p:nvSpPr>
        <p:spPr>
          <a:xfrm>
            <a:off x="763986" y="1185664"/>
            <a:ext cx="291797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ko-KR" sz="1000" i="1"/>
              <a:t>mock-server:9090 Delay {"milliseconds": 5000}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625DA6E3-BFF5-EDD7-82F6-E4782FADBCB2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725853E7-EC5C-1278-3551-CE5D65ABADAC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A93F9391-8074-4764-39FA-2B002C5A9074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3CE364A3-7B14-B518-6023-6555231AC46A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AE14B03-D4AE-89FB-EFE6-6D56D5E5A3C1}"/>
              </a:ext>
            </a:extLst>
          </p:cNvPr>
          <p:cNvSpPr txBox="1"/>
          <p:nvPr/>
        </p:nvSpPr>
        <p:spPr>
          <a:xfrm>
            <a:off x="3681957" y="161358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HTTP/2 RST_STREAM</a:t>
            </a:r>
            <a:endParaRPr kumimoji="1" lang="ko-KR" altLang="en-US" sz="1000" i="1"/>
          </a:p>
        </p:txBody>
      </p: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4CB3F658-1C51-B9EE-1241-8CF28B0253D0}"/>
              </a:ext>
            </a:extLst>
          </p:cNvPr>
          <p:cNvCxnSpPr>
            <a:cxnSpLocks/>
          </p:cNvCxnSpPr>
          <p:nvPr/>
        </p:nvCxnSpPr>
        <p:spPr>
          <a:xfrm>
            <a:off x="763988" y="1786012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81">
            <a:extLst>
              <a:ext uri="{FF2B5EF4-FFF2-40B4-BE49-F238E27FC236}">
                <a16:creationId xmlns:a16="http://schemas.microsoft.com/office/drawing/2014/main" id="{4B33D831-3E74-D92A-3F03-02C243464DB8}"/>
              </a:ext>
            </a:extLst>
          </p:cNvPr>
          <p:cNvCxnSpPr>
            <a:cxnSpLocks/>
          </p:cNvCxnSpPr>
          <p:nvPr/>
        </p:nvCxnSpPr>
        <p:spPr>
          <a:xfrm>
            <a:off x="3681969" y="1859807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88C69175-34F9-8E98-04CB-E960151CAB7E}"/>
              </a:ext>
            </a:extLst>
          </p:cNvPr>
          <p:cNvCxnSpPr>
            <a:cxnSpLocks/>
          </p:cNvCxnSpPr>
          <p:nvPr/>
        </p:nvCxnSpPr>
        <p:spPr>
          <a:xfrm>
            <a:off x="5462033" y="1939698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C4CC5AD3-E099-F42C-427E-61CE50A51D56}"/>
              </a:ext>
            </a:extLst>
          </p:cNvPr>
          <p:cNvSpPr txBox="1"/>
          <p:nvPr/>
        </p:nvSpPr>
        <p:spPr>
          <a:xfrm>
            <a:off x="763987" y="153915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 (Ctrl + C)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107437271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0A93F4-AA07-2A4B-1695-DD3D2C4EEA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C55B60AD-0F98-A197-82D6-CA7FAFA46ACC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9563A3B9-C19A-BBA4-D699-AFF3E16BD7B0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36CD0541-929A-1ECD-9CA8-808F1EBFEFB6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CBAA5F49-AFE8-0A44-06B4-6FCA78CB493A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CFAC19A5-3A19-E597-6DFC-1A747395DA7B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3F7E095B-4FDB-DDBF-F5DF-C576914B6796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2F973D85-4715-1D81-D506-1B3E44475002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EB82586A-50B1-6ECA-4588-4BA44B73AE7E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B3DFF786-BEC1-66AF-0A08-4394DAE8C61E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3A6257F7-E165-0563-BB33-88B3AD9915D9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231C5F15-6053-2BB5-4242-546E0DAD70D3}"/>
              </a:ext>
            </a:extLst>
          </p:cNvPr>
          <p:cNvCxnSpPr>
            <a:cxnSpLocks/>
          </p:cNvCxnSpPr>
          <p:nvPr/>
        </p:nvCxnSpPr>
        <p:spPr>
          <a:xfrm>
            <a:off x="763988" y="1431884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C08DB70C-A42F-0B03-35AE-051A5DF1AC0A}"/>
              </a:ext>
            </a:extLst>
          </p:cNvPr>
          <p:cNvSpPr txBox="1"/>
          <p:nvPr/>
        </p:nvSpPr>
        <p:spPr>
          <a:xfrm>
            <a:off x="763986" y="1185663"/>
            <a:ext cx="388001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ko-KR" sz="1000" i="1"/>
              <a:t>mock-server:9090 ResetBeforeResponse {"milliseconds": 1000}</a:t>
            </a:r>
            <a:endParaRPr kumimoji="1" lang="ko-KR" altLang="en-US" sz="1000" i="1"/>
          </a:p>
        </p:txBody>
      </p:sp>
      <p:cxnSp>
        <p:nvCxnSpPr>
          <p:cNvPr id="54" name="Straight Arrow Connector 81">
            <a:extLst>
              <a:ext uri="{FF2B5EF4-FFF2-40B4-BE49-F238E27FC236}">
                <a16:creationId xmlns:a16="http://schemas.microsoft.com/office/drawing/2014/main" id="{CC70A610-D419-2419-0C27-FF678D543FD8}"/>
              </a:ext>
            </a:extLst>
          </p:cNvPr>
          <p:cNvCxnSpPr>
            <a:cxnSpLocks/>
          </p:cNvCxnSpPr>
          <p:nvPr/>
        </p:nvCxnSpPr>
        <p:spPr>
          <a:xfrm>
            <a:off x="5462033" y="2006276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3B14CB50-44CB-E3F2-DBB3-77A05A6F0A38}"/>
              </a:ext>
            </a:extLst>
          </p:cNvPr>
          <p:cNvSpPr txBox="1"/>
          <p:nvPr/>
        </p:nvSpPr>
        <p:spPr>
          <a:xfrm>
            <a:off x="2666358" y="207548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14 Unavailable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AC32CB63-6492-6B14-4F59-05643397470A}"/>
              </a:ext>
            </a:extLst>
          </p:cNvPr>
          <p:cNvCxnSpPr>
            <a:cxnSpLocks/>
          </p:cNvCxnSpPr>
          <p:nvPr/>
        </p:nvCxnSpPr>
        <p:spPr>
          <a:xfrm>
            <a:off x="3681969" y="1505679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4A28E01E-759E-1F59-4231-7E42E3668CEA}"/>
              </a:ext>
            </a:extLst>
          </p:cNvPr>
          <p:cNvCxnSpPr>
            <a:cxnSpLocks/>
          </p:cNvCxnSpPr>
          <p:nvPr/>
        </p:nvCxnSpPr>
        <p:spPr>
          <a:xfrm>
            <a:off x="5462033" y="1585570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81">
            <a:extLst>
              <a:ext uri="{FF2B5EF4-FFF2-40B4-BE49-F238E27FC236}">
                <a16:creationId xmlns:a16="http://schemas.microsoft.com/office/drawing/2014/main" id="{8215BD83-6348-AB44-BFD6-F3240BF4AD6D}"/>
              </a:ext>
            </a:extLst>
          </p:cNvPr>
          <p:cNvCxnSpPr>
            <a:cxnSpLocks/>
          </p:cNvCxnSpPr>
          <p:nvPr/>
        </p:nvCxnSpPr>
        <p:spPr>
          <a:xfrm>
            <a:off x="3681977" y="2078284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호 1">
            <a:extLst>
              <a:ext uri="{FF2B5EF4-FFF2-40B4-BE49-F238E27FC236}">
                <a16:creationId xmlns:a16="http://schemas.microsoft.com/office/drawing/2014/main" id="{002DEED1-1983-D301-EBBA-C57B6051C827}"/>
              </a:ext>
            </a:extLst>
          </p:cNvPr>
          <p:cNvSpPr/>
          <p:nvPr/>
        </p:nvSpPr>
        <p:spPr>
          <a:xfrm>
            <a:off x="8241825" y="1585569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28BD7DA-EB47-C2F2-B4F2-3C4D5781BFB5}"/>
              </a:ext>
            </a:extLst>
          </p:cNvPr>
          <p:cNvSpPr txBox="1"/>
          <p:nvPr/>
        </p:nvSpPr>
        <p:spPr>
          <a:xfrm>
            <a:off x="8410775" y="1680027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1000ms</a:t>
            </a:r>
            <a:endParaRPr kumimoji="1" lang="ko-KR" altLang="en-US" sz="1000" i="1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A946016-C3EA-B392-AF29-6BE3CBBCCC20}"/>
              </a:ext>
            </a:extLst>
          </p:cNvPr>
          <p:cNvSpPr txBox="1"/>
          <p:nvPr/>
        </p:nvSpPr>
        <p:spPr>
          <a:xfrm>
            <a:off x="5584333" y="200396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FD048859-F8BF-AE90-47EC-7E9DD282A0AF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4A76FC0E-980B-2193-C7E0-A8481D80E714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422BFD7D-5EF5-421C-0ABA-DD57F6AF22B7}"/>
              </a:ext>
            </a:extLst>
          </p:cNvPr>
          <p:cNvCxnSpPr>
            <a:cxnSpLocks/>
          </p:cNvCxnSpPr>
          <p:nvPr/>
        </p:nvCxnSpPr>
        <p:spPr>
          <a:xfrm>
            <a:off x="5462033" y="3134903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81">
            <a:extLst>
              <a:ext uri="{FF2B5EF4-FFF2-40B4-BE49-F238E27FC236}">
                <a16:creationId xmlns:a16="http://schemas.microsoft.com/office/drawing/2014/main" id="{D01475B5-EA77-C72D-1B88-2570D71ADBC2}"/>
              </a:ext>
            </a:extLst>
          </p:cNvPr>
          <p:cNvCxnSpPr>
            <a:cxnSpLocks/>
          </p:cNvCxnSpPr>
          <p:nvPr/>
        </p:nvCxnSpPr>
        <p:spPr>
          <a:xfrm>
            <a:off x="3681969" y="2634306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D39EE9F0-D9B3-264F-EAC6-98364C615D39}"/>
              </a:ext>
            </a:extLst>
          </p:cNvPr>
          <p:cNvCxnSpPr>
            <a:cxnSpLocks/>
          </p:cNvCxnSpPr>
          <p:nvPr/>
        </p:nvCxnSpPr>
        <p:spPr>
          <a:xfrm>
            <a:off x="5462033" y="2714197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81">
            <a:extLst>
              <a:ext uri="{FF2B5EF4-FFF2-40B4-BE49-F238E27FC236}">
                <a16:creationId xmlns:a16="http://schemas.microsoft.com/office/drawing/2014/main" id="{4A24E11C-8E7E-24E0-435A-153B6F3C6E53}"/>
              </a:ext>
            </a:extLst>
          </p:cNvPr>
          <p:cNvCxnSpPr>
            <a:cxnSpLocks/>
          </p:cNvCxnSpPr>
          <p:nvPr/>
        </p:nvCxnSpPr>
        <p:spPr>
          <a:xfrm>
            <a:off x="3681977" y="3206911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호 18">
            <a:extLst>
              <a:ext uri="{FF2B5EF4-FFF2-40B4-BE49-F238E27FC236}">
                <a16:creationId xmlns:a16="http://schemas.microsoft.com/office/drawing/2014/main" id="{F0B02C28-875E-A84C-3B35-283A0D326D1A}"/>
              </a:ext>
            </a:extLst>
          </p:cNvPr>
          <p:cNvSpPr/>
          <p:nvPr/>
        </p:nvSpPr>
        <p:spPr>
          <a:xfrm>
            <a:off x="8241825" y="2714196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F38854A-646F-10FF-475E-44365D2D19F5}"/>
              </a:ext>
            </a:extLst>
          </p:cNvPr>
          <p:cNvSpPr txBox="1"/>
          <p:nvPr/>
        </p:nvSpPr>
        <p:spPr>
          <a:xfrm>
            <a:off x="5584333" y="31325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F6F5ECE-D2AE-9C31-4169-5CE2E7162988}"/>
              </a:ext>
            </a:extLst>
          </p:cNvPr>
          <p:cNvSpPr txBox="1"/>
          <p:nvPr/>
        </p:nvSpPr>
        <p:spPr>
          <a:xfrm>
            <a:off x="3684670" y="2386852"/>
            <a:ext cx="411086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ko-KR" sz="1000" i="1"/>
              <a:t>mock-server:9090 ResetBeforeResponse {"milliseconds": 1000}</a:t>
            </a:r>
            <a:endParaRPr kumimoji="1" lang="ko-KR" altLang="en-US" sz="1000" i="1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94AF688-933B-E386-39AF-2237820E8CE7}"/>
              </a:ext>
            </a:extLst>
          </p:cNvPr>
          <p:cNvSpPr txBox="1"/>
          <p:nvPr/>
        </p:nvSpPr>
        <p:spPr>
          <a:xfrm>
            <a:off x="2666358" y="320436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14 Unavailable</a:t>
            </a:r>
            <a:endParaRPr kumimoji="1" lang="ko-KR" altLang="en-US" sz="1000" i="1"/>
          </a:p>
        </p:txBody>
      </p:sp>
      <p:cxnSp>
        <p:nvCxnSpPr>
          <p:cNvPr id="40" name="Straight Arrow Connector 81">
            <a:extLst>
              <a:ext uri="{FF2B5EF4-FFF2-40B4-BE49-F238E27FC236}">
                <a16:creationId xmlns:a16="http://schemas.microsoft.com/office/drawing/2014/main" id="{4E6DF5A2-45ED-4A76-5625-C824EEE88ACF}"/>
              </a:ext>
            </a:extLst>
          </p:cNvPr>
          <p:cNvCxnSpPr>
            <a:cxnSpLocks/>
          </p:cNvCxnSpPr>
          <p:nvPr/>
        </p:nvCxnSpPr>
        <p:spPr>
          <a:xfrm>
            <a:off x="5462033" y="4263529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81">
            <a:extLst>
              <a:ext uri="{FF2B5EF4-FFF2-40B4-BE49-F238E27FC236}">
                <a16:creationId xmlns:a16="http://schemas.microsoft.com/office/drawing/2014/main" id="{57678421-C9B4-6B04-EAA4-1C61A28A0048}"/>
              </a:ext>
            </a:extLst>
          </p:cNvPr>
          <p:cNvCxnSpPr>
            <a:cxnSpLocks/>
          </p:cNvCxnSpPr>
          <p:nvPr/>
        </p:nvCxnSpPr>
        <p:spPr>
          <a:xfrm>
            <a:off x="3681969" y="3762932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81">
            <a:extLst>
              <a:ext uri="{FF2B5EF4-FFF2-40B4-BE49-F238E27FC236}">
                <a16:creationId xmlns:a16="http://schemas.microsoft.com/office/drawing/2014/main" id="{BB339BC8-3604-042F-26BB-95B5F0F8D9DC}"/>
              </a:ext>
            </a:extLst>
          </p:cNvPr>
          <p:cNvCxnSpPr>
            <a:cxnSpLocks/>
          </p:cNvCxnSpPr>
          <p:nvPr/>
        </p:nvCxnSpPr>
        <p:spPr>
          <a:xfrm>
            <a:off x="5462033" y="3842823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81">
            <a:extLst>
              <a:ext uri="{FF2B5EF4-FFF2-40B4-BE49-F238E27FC236}">
                <a16:creationId xmlns:a16="http://schemas.microsoft.com/office/drawing/2014/main" id="{765BE89E-10AB-0592-6688-DAEFBE2EB4AD}"/>
              </a:ext>
            </a:extLst>
          </p:cNvPr>
          <p:cNvCxnSpPr>
            <a:cxnSpLocks/>
          </p:cNvCxnSpPr>
          <p:nvPr/>
        </p:nvCxnSpPr>
        <p:spPr>
          <a:xfrm>
            <a:off x="3681977" y="4335537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호 43">
            <a:extLst>
              <a:ext uri="{FF2B5EF4-FFF2-40B4-BE49-F238E27FC236}">
                <a16:creationId xmlns:a16="http://schemas.microsoft.com/office/drawing/2014/main" id="{5DDC03F3-0A0B-9056-4EBC-F7E011F4674F}"/>
              </a:ext>
            </a:extLst>
          </p:cNvPr>
          <p:cNvSpPr/>
          <p:nvPr/>
        </p:nvSpPr>
        <p:spPr>
          <a:xfrm>
            <a:off x="8241825" y="3842822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AE773EF-1C6E-0116-ADF4-FC0601349BB0}"/>
              </a:ext>
            </a:extLst>
          </p:cNvPr>
          <p:cNvSpPr txBox="1"/>
          <p:nvPr/>
        </p:nvSpPr>
        <p:spPr>
          <a:xfrm>
            <a:off x="5584333" y="426121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93E90A10-8339-B7F8-C67D-124AB2D17C37}"/>
              </a:ext>
            </a:extLst>
          </p:cNvPr>
          <p:cNvSpPr txBox="1"/>
          <p:nvPr/>
        </p:nvSpPr>
        <p:spPr>
          <a:xfrm>
            <a:off x="3684670" y="3515478"/>
            <a:ext cx="420061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ko-KR" sz="1000" i="1"/>
              <a:t>mock-server:9090 ResetBeforeResponse {"milliseconds": 1000}</a:t>
            </a:r>
            <a:endParaRPr kumimoji="1" lang="ko-KR" altLang="en-US" sz="1000" i="1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96D526A-4D44-9D3B-C526-D6A806DCDF6B}"/>
              </a:ext>
            </a:extLst>
          </p:cNvPr>
          <p:cNvSpPr txBox="1"/>
          <p:nvPr/>
        </p:nvSpPr>
        <p:spPr>
          <a:xfrm>
            <a:off x="2666358" y="433298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14 Unavailable</a:t>
            </a:r>
            <a:endParaRPr kumimoji="1" lang="ko-KR" altLang="en-US" sz="1000" i="1"/>
          </a:p>
        </p:txBody>
      </p:sp>
      <p:cxnSp>
        <p:nvCxnSpPr>
          <p:cNvPr id="57" name="Straight Arrow Connector 81">
            <a:extLst>
              <a:ext uri="{FF2B5EF4-FFF2-40B4-BE49-F238E27FC236}">
                <a16:creationId xmlns:a16="http://schemas.microsoft.com/office/drawing/2014/main" id="{6361DA66-AAEF-FDC5-0C56-6D5996BECF18}"/>
              </a:ext>
            </a:extLst>
          </p:cNvPr>
          <p:cNvCxnSpPr>
            <a:cxnSpLocks/>
          </p:cNvCxnSpPr>
          <p:nvPr/>
        </p:nvCxnSpPr>
        <p:spPr>
          <a:xfrm>
            <a:off x="763986" y="4403439"/>
            <a:ext cx="2917983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81">
            <a:extLst>
              <a:ext uri="{FF2B5EF4-FFF2-40B4-BE49-F238E27FC236}">
                <a16:creationId xmlns:a16="http://schemas.microsoft.com/office/drawing/2014/main" id="{9DE504E9-E20D-1D0C-172F-F39B2F29D98B}"/>
              </a:ext>
            </a:extLst>
          </p:cNvPr>
          <p:cNvCxnSpPr>
            <a:cxnSpLocks/>
          </p:cNvCxnSpPr>
          <p:nvPr/>
        </p:nvCxnSpPr>
        <p:spPr>
          <a:xfrm>
            <a:off x="763988" y="4753660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7C90F713-DDB2-214E-212C-38F354F5A7A9}"/>
              </a:ext>
            </a:extLst>
          </p:cNvPr>
          <p:cNvSpPr txBox="1"/>
          <p:nvPr/>
        </p:nvSpPr>
        <p:spPr>
          <a:xfrm>
            <a:off x="763987" y="450743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40047781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79C552-E71E-FEFD-2267-DE25355CCB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B3B7D1FB-D7E6-1552-A92C-43C382BD4A1E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A9AF35B9-A69F-8E44-D9A8-7FAFD6B2CF59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97B21E09-C448-9CA9-1A68-62A565D3722A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310C62FC-1D09-B198-2FC7-4579558B1915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D069340A-2628-F323-1538-25D91EB94B37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28A4C433-65F3-658A-07CA-B309815F7A48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C29E81DC-08D8-9421-E889-9C280019518B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1E3A735A-1234-ABDC-62AF-1831EF84429A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A69CB8CB-BDAC-3519-5D2B-9B444102B94F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37A9CC20-3229-7530-9D88-A010CD3B06E4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17E35E10-A707-3BBD-A33C-587F1B9978C6}"/>
              </a:ext>
            </a:extLst>
          </p:cNvPr>
          <p:cNvCxnSpPr>
            <a:cxnSpLocks/>
          </p:cNvCxnSpPr>
          <p:nvPr/>
        </p:nvCxnSpPr>
        <p:spPr>
          <a:xfrm>
            <a:off x="763988" y="1431884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9B9B5638-45C3-DBAC-232E-FB6280DD360B}"/>
              </a:ext>
            </a:extLst>
          </p:cNvPr>
          <p:cNvSpPr txBox="1"/>
          <p:nvPr/>
        </p:nvSpPr>
        <p:spPr>
          <a:xfrm>
            <a:off x="763986" y="1185663"/>
            <a:ext cx="380801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ko-KR" sz="1000" i="1"/>
              <a:t>mock-server:9090 ResetAfterResponse {"milliseconds": 1000}</a:t>
            </a:r>
            <a:endParaRPr kumimoji="1" lang="ko-KR" altLang="en-US" sz="1000" i="1"/>
          </a:p>
        </p:txBody>
      </p:sp>
      <p:cxnSp>
        <p:nvCxnSpPr>
          <p:cNvPr id="54" name="Straight Arrow Connector 81">
            <a:extLst>
              <a:ext uri="{FF2B5EF4-FFF2-40B4-BE49-F238E27FC236}">
                <a16:creationId xmlns:a16="http://schemas.microsoft.com/office/drawing/2014/main" id="{3CA65C87-B6D2-E447-FDFE-39F103C5B93C}"/>
              </a:ext>
            </a:extLst>
          </p:cNvPr>
          <p:cNvCxnSpPr>
            <a:cxnSpLocks/>
          </p:cNvCxnSpPr>
          <p:nvPr/>
        </p:nvCxnSpPr>
        <p:spPr>
          <a:xfrm>
            <a:off x="5462033" y="2006276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AF03EBFD-E4DC-ADE4-C8B5-2FF1A2411508}"/>
              </a:ext>
            </a:extLst>
          </p:cNvPr>
          <p:cNvCxnSpPr>
            <a:cxnSpLocks/>
          </p:cNvCxnSpPr>
          <p:nvPr/>
        </p:nvCxnSpPr>
        <p:spPr>
          <a:xfrm>
            <a:off x="3681969" y="1505679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D431AA36-5855-54FC-4BA2-AB3481FFF3EC}"/>
              </a:ext>
            </a:extLst>
          </p:cNvPr>
          <p:cNvCxnSpPr>
            <a:cxnSpLocks/>
          </p:cNvCxnSpPr>
          <p:nvPr/>
        </p:nvCxnSpPr>
        <p:spPr>
          <a:xfrm>
            <a:off x="5462033" y="1585570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81">
            <a:extLst>
              <a:ext uri="{FF2B5EF4-FFF2-40B4-BE49-F238E27FC236}">
                <a16:creationId xmlns:a16="http://schemas.microsoft.com/office/drawing/2014/main" id="{027E87C1-2D74-0AC7-3931-56659B88313A}"/>
              </a:ext>
            </a:extLst>
          </p:cNvPr>
          <p:cNvCxnSpPr>
            <a:cxnSpLocks/>
          </p:cNvCxnSpPr>
          <p:nvPr/>
        </p:nvCxnSpPr>
        <p:spPr>
          <a:xfrm>
            <a:off x="3681977" y="2078284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호 1">
            <a:extLst>
              <a:ext uri="{FF2B5EF4-FFF2-40B4-BE49-F238E27FC236}">
                <a16:creationId xmlns:a16="http://schemas.microsoft.com/office/drawing/2014/main" id="{8A2FFCFE-BC51-FA32-734B-4FA70AB64F2A}"/>
              </a:ext>
            </a:extLst>
          </p:cNvPr>
          <p:cNvSpPr/>
          <p:nvPr/>
        </p:nvSpPr>
        <p:spPr>
          <a:xfrm>
            <a:off x="8241825" y="1585569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27E5E3E-261A-A5DC-F0AF-762972100545}"/>
              </a:ext>
            </a:extLst>
          </p:cNvPr>
          <p:cNvSpPr txBox="1"/>
          <p:nvPr/>
        </p:nvSpPr>
        <p:spPr>
          <a:xfrm>
            <a:off x="8410775" y="1680027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1000ms</a:t>
            </a:r>
            <a:endParaRPr kumimoji="1" lang="ko-KR" altLang="en-US" sz="1000" i="1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2F32AEA-B696-CB51-BA97-F86A51626137}"/>
              </a:ext>
            </a:extLst>
          </p:cNvPr>
          <p:cNvSpPr txBox="1"/>
          <p:nvPr/>
        </p:nvSpPr>
        <p:spPr>
          <a:xfrm>
            <a:off x="5584333" y="200396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Partial Response</a:t>
            </a:r>
            <a:endParaRPr kumimoji="1" lang="ko-KR" altLang="en-US" sz="1000" i="1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F3BECC03-5F85-EF86-4C89-3FE2504BB7BE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90433B36-8DE6-168C-E829-603EAA4FDEC3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cxnSp>
        <p:nvCxnSpPr>
          <p:cNvPr id="58" name="Straight Arrow Connector 81">
            <a:extLst>
              <a:ext uri="{FF2B5EF4-FFF2-40B4-BE49-F238E27FC236}">
                <a16:creationId xmlns:a16="http://schemas.microsoft.com/office/drawing/2014/main" id="{DC2C78F2-1FDE-2FEE-259D-2969D3B5475F}"/>
              </a:ext>
            </a:extLst>
          </p:cNvPr>
          <p:cNvCxnSpPr>
            <a:cxnSpLocks/>
          </p:cNvCxnSpPr>
          <p:nvPr/>
        </p:nvCxnSpPr>
        <p:spPr>
          <a:xfrm>
            <a:off x="763988" y="2847520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F7B2427F-32AA-9F9D-C9CC-8B071E6253DB}"/>
              </a:ext>
            </a:extLst>
          </p:cNvPr>
          <p:cNvSpPr txBox="1"/>
          <p:nvPr/>
        </p:nvSpPr>
        <p:spPr>
          <a:xfrm>
            <a:off x="763987" y="260129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  <p:cxnSp>
        <p:nvCxnSpPr>
          <p:cNvPr id="13" name="Straight Arrow Connector 81">
            <a:extLst>
              <a:ext uri="{FF2B5EF4-FFF2-40B4-BE49-F238E27FC236}">
                <a16:creationId xmlns:a16="http://schemas.microsoft.com/office/drawing/2014/main" id="{308E1141-2634-F76F-3C9A-E536DC9A2F3B}"/>
              </a:ext>
            </a:extLst>
          </p:cNvPr>
          <p:cNvCxnSpPr>
            <a:cxnSpLocks/>
          </p:cNvCxnSpPr>
          <p:nvPr/>
        </p:nvCxnSpPr>
        <p:spPr>
          <a:xfrm>
            <a:off x="5462033" y="2365915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9BAA014F-3F50-1FEF-ECD2-E16BD672EC1B}"/>
              </a:ext>
            </a:extLst>
          </p:cNvPr>
          <p:cNvSpPr txBox="1"/>
          <p:nvPr/>
        </p:nvSpPr>
        <p:spPr>
          <a:xfrm>
            <a:off x="2666358" y="243512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HTTP/2 RST_STREAM</a:t>
            </a:r>
            <a:endParaRPr kumimoji="1" lang="ko-KR" altLang="en-US" sz="1000" i="1"/>
          </a:p>
        </p:txBody>
      </p:sp>
      <p:cxnSp>
        <p:nvCxnSpPr>
          <p:cNvPr id="22" name="Straight Arrow Connector 81">
            <a:extLst>
              <a:ext uri="{FF2B5EF4-FFF2-40B4-BE49-F238E27FC236}">
                <a16:creationId xmlns:a16="http://schemas.microsoft.com/office/drawing/2014/main" id="{C68F54F9-9F93-E8B5-34F0-9E334F70674A}"/>
              </a:ext>
            </a:extLst>
          </p:cNvPr>
          <p:cNvCxnSpPr>
            <a:cxnSpLocks/>
          </p:cNvCxnSpPr>
          <p:nvPr/>
        </p:nvCxnSpPr>
        <p:spPr>
          <a:xfrm>
            <a:off x="3681977" y="2437923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A7EDE223-FDC5-1328-376F-8FD3E492787C}"/>
              </a:ext>
            </a:extLst>
          </p:cNvPr>
          <p:cNvSpPr txBox="1"/>
          <p:nvPr/>
        </p:nvSpPr>
        <p:spPr>
          <a:xfrm>
            <a:off x="5584333" y="236360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24" name="Straight Arrow Connector 81">
            <a:extLst>
              <a:ext uri="{FF2B5EF4-FFF2-40B4-BE49-F238E27FC236}">
                <a16:creationId xmlns:a16="http://schemas.microsoft.com/office/drawing/2014/main" id="{929F7874-014F-4F51-2D50-CC1D63A0E7D7}"/>
              </a:ext>
            </a:extLst>
          </p:cNvPr>
          <p:cNvCxnSpPr>
            <a:cxnSpLocks/>
          </p:cNvCxnSpPr>
          <p:nvPr/>
        </p:nvCxnSpPr>
        <p:spPr>
          <a:xfrm>
            <a:off x="763986" y="2139702"/>
            <a:ext cx="2917983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81">
            <a:extLst>
              <a:ext uri="{FF2B5EF4-FFF2-40B4-BE49-F238E27FC236}">
                <a16:creationId xmlns:a16="http://schemas.microsoft.com/office/drawing/2014/main" id="{0CD72229-2938-1F8F-9DC7-753614F00377}"/>
              </a:ext>
            </a:extLst>
          </p:cNvPr>
          <p:cNvCxnSpPr>
            <a:cxnSpLocks/>
          </p:cNvCxnSpPr>
          <p:nvPr/>
        </p:nvCxnSpPr>
        <p:spPr>
          <a:xfrm>
            <a:off x="763986" y="2499742"/>
            <a:ext cx="2917983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81FB3040-F4EA-4E06-0F68-19606D4A07F0}"/>
              </a:ext>
            </a:extLst>
          </p:cNvPr>
          <p:cNvSpPr txBox="1"/>
          <p:nvPr/>
        </p:nvSpPr>
        <p:spPr>
          <a:xfrm>
            <a:off x="886293" y="250211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HTTP/2 RST_STREAM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123396850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A98441-60C3-2B04-68DD-3F292947DB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A3DC9F-C06B-D143-E65A-00913DD1F9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4A18F04-0D2F-9A0C-EC30-4AD0FBAACC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79885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01D244-26D7-6140-60E1-E03A5F2D9C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E7C860AB-99C2-5548-B211-1C5713672C6C}"/>
              </a:ext>
            </a:extLst>
          </p:cNvPr>
          <p:cNvSpPr/>
          <p:nvPr/>
        </p:nvSpPr>
        <p:spPr>
          <a:xfrm>
            <a:off x="179512" y="1938094"/>
            <a:ext cx="2551069" cy="1267312"/>
          </a:xfrm>
          <a:prstGeom prst="roundRect">
            <a:avLst>
              <a:gd name="adj" fmla="val 602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 </a:t>
            </a:r>
          </a:p>
          <a:p>
            <a:pPr algn="ctr"/>
            <a:r>
              <a:rPr lang="en-US" altLang="ko-KR" sz="1000"/>
              <a:t>Worker Node</a:t>
            </a:r>
            <a:endParaRPr lang="ko-KR" altLang="en-US" sz="1000"/>
          </a:p>
        </p:txBody>
      </p:sp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9C3DFF99-F482-A5A6-19D9-6DEAAF1C93D6}"/>
              </a:ext>
            </a:extLst>
          </p:cNvPr>
          <p:cNvSpPr/>
          <p:nvPr/>
        </p:nvSpPr>
        <p:spPr>
          <a:xfrm>
            <a:off x="270021" y="2037546"/>
            <a:ext cx="2372526" cy="888200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394A9B85-E0CB-C3E2-FE6B-313FDB0F8276}"/>
              </a:ext>
            </a:extLst>
          </p:cNvPr>
          <p:cNvCxnSpPr>
            <a:cxnSpLocks/>
            <a:stCxn id="9" idx="2"/>
            <a:endCxn id="3" idx="0"/>
          </p:cNvCxnSpPr>
          <p:nvPr/>
        </p:nvCxnSpPr>
        <p:spPr>
          <a:xfrm>
            <a:off x="3689931" y="2043387"/>
            <a:ext cx="0" cy="1732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사각형: 둥근 모서리 29">
            <a:extLst>
              <a:ext uri="{FF2B5EF4-FFF2-40B4-BE49-F238E27FC236}">
                <a16:creationId xmlns:a16="http://schemas.microsoft.com/office/drawing/2014/main" id="{E83EA57A-E1C7-74DD-D938-77886DEE88B0}"/>
              </a:ext>
            </a:extLst>
          </p:cNvPr>
          <p:cNvSpPr/>
          <p:nvPr/>
        </p:nvSpPr>
        <p:spPr>
          <a:xfrm>
            <a:off x="3027276" y="2923215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mock-server-http</a:t>
            </a:r>
            <a:r>
              <a:rPr lang="en-US" altLang="ko-KR" sz="1000"/>
              <a:t> </a:t>
            </a:r>
          </a:p>
          <a:p>
            <a:pPr algn="ctr"/>
            <a:r>
              <a:rPr lang="en-US" altLang="ko-KR" sz="1000"/>
              <a:t>Service</a:t>
            </a:r>
            <a:endParaRPr lang="ko-KR" altLang="en-US" sz="1000"/>
          </a:p>
        </p:txBody>
      </p:sp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B158FBE7-8CF1-D522-A286-8D7DED3F9319}"/>
              </a:ext>
            </a:extLst>
          </p:cNvPr>
          <p:cNvSpPr/>
          <p:nvPr/>
        </p:nvSpPr>
        <p:spPr>
          <a:xfrm>
            <a:off x="3027275" y="2216637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mock-server-http</a:t>
            </a:r>
          </a:p>
          <a:p>
            <a:pPr algn="ctr"/>
            <a:r>
              <a:rPr lang="en-US" altLang="ko-KR" sz="1000"/>
              <a:t>DestinationRule</a:t>
            </a:r>
            <a:endParaRPr lang="ko-KR" altLang="en-US" sz="1000"/>
          </a:p>
        </p:txBody>
      </p:sp>
      <p:sp>
        <p:nvSpPr>
          <p:cNvPr id="9" name="사각형: 둥근 모서리 29">
            <a:extLst>
              <a:ext uri="{FF2B5EF4-FFF2-40B4-BE49-F238E27FC236}">
                <a16:creationId xmlns:a16="http://schemas.microsoft.com/office/drawing/2014/main" id="{2FB41AAC-29ED-C86A-F5FE-80C636EE48C3}"/>
              </a:ext>
            </a:extLst>
          </p:cNvPr>
          <p:cNvSpPr/>
          <p:nvPr/>
        </p:nvSpPr>
        <p:spPr>
          <a:xfrm>
            <a:off x="3027275" y="1517458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mock-server-http</a:t>
            </a:r>
          </a:p>
          <a:p>
            <a:pPr algn="ctr"/>
            <a:r>
              <a:rPr lang="en-US" altLang="ko-KR" sz="1000"/>
              <a:t>VirtualService</a:t>
            </a:r>
            <a:endParaRPr lang="ko-KR" altLang="en-US" sz="1000"/>
          </a:p>
        </p:txBody>
      </p:sp>
      <p:cxnSp>
        <p:nvCxnSpPr>
          <p:cNvPr id="11" name="Elbow Connector 80">
            <a:extLst>
              <a:ext uri="{FF2B5EF4-FFF2-40B4-BE49-F238E27FC236}">
                <a16:creationId xmlns:a16="http://schemas.microsoft.com/office/drawing/2014/main" id="{3AD24A9F-6640-EF23-87A5-D85494C3E613}"/>
              </a:ext>
            </a:extLst>
          </p:cNvPr>
          <p:cNvCxnSpPr>
            <a:cxnSpLocks/>
            <a:stCxn id="75" idx="0"/>
            <a:endCxn id="9" idx="0"/>
          </p:cNvCxnSpPr>
          <p:nvPr/>
        </p:nvCxnSpPr>
        <p:spPr>
          <a:xfrm rot="5400000" flipH="1" flipV="1">
            <a:off x="2588846" y="1031270"/>
            <a:ext cx="614896" cy="1587273"/>
          </a:xfrm>
          <a:prstGeom prst="bentConnector3">
            <a:avLst>
              <a:gd name="adj1" fmla="val 137177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81">
            <a:extLst>
              <a:ext uri="{FF2B5EF4-FFF2-40B4-BE49-F238E27FC236}">
                <a16:creationId xmlns:a16="http://schemas.microsoft.com/office/drawing/2014/main" id="{789A67B3-1412-BD36-5A55-3995D51EB0D6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>
            <a:off x="3689931" y="2742566"/>
            <a:ext cx="1" cy="18064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22D72CE6-D484-F2BE-F23D-8F2D5269CFD7}"/>
              </a:ext>
            </a:extLst>
          </p:cNvPr>
          <p:cNvCxnSpPr>
            <a:cxnSpLocks/>
            <a:stCxn id="19" idx="2"/>
            <a:endCxn id="17" idx="0"/>
          </p:cNvCxnSpPr>
          <p:nvPr/>
        </p:nvCxnSpPr>
        <p:spPr>
          <a:xfrm>
            <a:off x="5390759" y="2037546"/>
            <a:ext cx="0" cy="1732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사각형: 둥근 모서리 29">
            <a:extLst>
              <a:ext uri="{FF2B5EF4-FFF2-40B4-BE49-F238E27FC236}">
                <a16:creationId xmlns:a16="http://schemas.microsoft.com/office/drawing/2014/main" id="{3C137BD7-6783-3AEA-2E54-E0DEB4115F36}"/>
              </a:ext>
            </a:extLst>
          </p:cNvPr>
          <p:cNvSpPr/>
          <p:nvPr/>
        </p:nvSpPr>
        <p:spPr>
          <a:xfrm>
            <a:off x="4728104" y="2917374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mock-server-grpc</a:t>
            </a:r>
            <a:r>
              <a:rPr lang="en-US" altLang="ko-KR" sz="1000"/>
              <a:t> </a:t>
            </a:r>
          </a:p>
          <a:p>
            <a:pPr algn="ctr"/>
            <a:r>
              <a:rPr lang="en-US" altLang="ko-KR" sz="1000"/>
              <a:t>Service</a:t>
            </a:r>
            <a:endParaRPr lang="ko-KR" altLang="en-US" sz="1000"/>
          </a:p>
        </p:txBody>
      </p:sp>
      <p:sp>
        <p:nvSpPr>
          <p:cNvPr id="17" name="사각형: 둥근 모서리 29">
            <a:extLst>
              <a:ext uri="{FF2B5EF4-FFF2-40B4-BE49-F238E27FC236}">
                <a16:creationId xmlns:a16="http://schemas.microsoft.com/office/drawing/2014/main" id="{7CE4F32E-8DA1-2B58-FB4C-EF04F5E067EE}"/>
              </a:ext>
            </a:extLst>
          </p:cNvPr>
          <p:cNvSpPr/>
          <p:nvPr/>
        </p:nvSpPr>
        <p:spPr>
          <a:xfrm>
            <a:off x="4728103" y="2210796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mock-server-grpc</a:t>
            </a:r>
          </a:p>
          <a:p>
            <a:pPr algn="ctr"/>
            <a:r>
              <a:rPr lang="en-US" altLang="ko-KR" sz="1000"/>
              <a:t>DestinationRule</a:t>
            </a:r>
            <a:endParaRPr lang="ko-KR" altLang="en-US" sz="1000"/>
          </a:p>
        </p:txBody>
      </p:sp>
      <p:sp>
        <p:nvSpPr>
          <p:cNvPr id="19" name="사각형: 둥근 모서리 29">
            <a:extLst>
              <a:ext uri="{FF2B5EF4-FFF2-40B4-BE49-F238E27FC236}">
                <a16:creationId xmlns:a16="http://schemas.microsoft.com/office/drawing/2014/main" id="{761FE38E-FE45-B2D9-FEB2-5C058A412947}"/>
              </a:ext>
            </a:extLst>
          </p:cNvPr>
          <p:cNvSpPr/>
          <p:nvPr/>
        </p:nvSpPr>
        <p:spPr>
          <a:xfrm>
            <a:off x="4728103" y="1511617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mock-server-grpc</a:t>
            </a:r>
          </a:p>
          <a:p>
            <a:pPr algn="ctr"/>
            <a:r>
              <a:rPr lang="en-US" altLang="ko-KR" sz="1000"/>
              <a:t>VirtualService</a:t>
            </a:r>
            <a:endParaRPr lang="ko-KR" altLang="en-US" sz="1000"/>
          </a:p>
        </p:txBody>
      </p:sp>
      <p:cxnSp>
        <p:nvCxnSpPr>
          <p:cNvPr id="20" name="Straight Arrow Connector 81">
            <a:extLst>
              <a:ext uri="{FF2B5EF4-FFF2-40B4-BE49-F238E27FC236}">
                <a16:creationId xmlns:a16="http://schemas.microsoft.com/office/drawing/2014/main" id="{9030E72C-75D0-5101-BCBB-F20E65CBF7C2}"/>
              </a:ext>
            </a:extLst>
          </p:cNvPr>
          <p:cNvCxnSpPr>
            <a:cxnSpLocks/>
            <a:stCxn id="17" idx="2"/>
            <a:endCxn id="16" idx="0"/>
          </p:cNvCxnSpPr>
          <p:nvPr/>
        </p:nvCxnSpPr>
        <p:spPr>
          <a:xfrm>
            <a:off x="5390759" y="2736725"/>
            <a:ext cx="1" cy="18064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Elbow Connector 80">
            <a:extLst>
              <a:ext uri="{FF2B5EF4-FFF2-40B4-BE49-F238E27FC236}">
                <a16:creationId xmlns:a16="http://schemas.microsoft.com/office/drawing/2014/main" id="{1DD5E458-4627-ECDC-EB61-C9360DD9EE62}"/>
              </a:ext>
            </a:extLst>
          </p:cNvPr>
          <p:cNvCxnSpPr>
            <a:cxnSpLocks/>
            <a:stCxn id="75" idx="0"/>
            <a:endCxn id="19" idx="0"/>
          </p:cNvCxnSpPr>
          <p:nvPr/>
        </p:nvCxnSpPr>
        <p:spPr>
          <a:xfrm rot="5400000" flipH="1" flipV="1">
            <a:off x="3436340" y="177936"/>
            <a:ext cx="620737" cy="3288101"/>
          </a:xfrm>
          <a:prstGeom prst="bentConnector3">
            <a:avLst>
              <a:gd name="adj1" fmla="val 136827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사각형: 둥근 모서리 29">
            <a:extLst>
              <a:ext uri="{FF2B5EF4-FFF2-40B4-BE49-F238E27FC236}">
                <a16:creationId xmlns:a16="http://schemas.microsoft.com/office/drawing/2014/main" id="{27CB51E6-5DD2-9D69-16A8-3C99F2C8B398}"/>
              </a:ext>
            </a:extLst>
          </p:cNvPr>
          <p:cNvSpPr/>
          <p:nvPr/>
        </p:nvSpPr>
        <p:spPr>
          <a:xfrm>
            <a:off x="1657017" y="2132354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8" name="사각형: 둥근 모서리 29">
            <a:extLst>
              <a:ext uri="{FF2B5EF4-FFF2-40B4-BE49-F238E27FC236}">
                <a16:creationId xmlns:a16="http://schemas.microsoft.com/office/drawing/2014/main" id="{8503C275-CF2C-2B51-2E41-E6DB18EDD050}"/>
              </a:ext>
            </a:extLst>
          </p:cNvPr>
          <p:cNvSpPr/>
          <p:nvPr/>
        </p:nvSpPr>
        <p:spPr>
          <a:xfrm>
            <a:off x="367780" y="2132354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95" name="Straight Arrow Connector 81">
            <a:extLst>
              <a:ext uri="{FF2B5EF4-FFF2-40B4-BE49-F238E27FC236}">
                <a16:creationId xmlns:a16="http://schemas.microsoft.com/office/drawing/2014/main" id="{B9EC7C6E-C256-CC67-5D93-504342EDC0A7}"/>
              </a:ext>
            </a:extLst>
          </p:cNvPr>
          <p:cNvCxnSpPr>
            <a:cxnSpLocks/>
            <a:stCxn id="78" idx="3"/>
            <a:endCxn id="75" idx="1"/>
          </p:cNvCxnSpPr>
          <p:nvPr/>
        </p:nvCxnSpPr>
        <p:spPr>
          <a:xfrm>
            <a:off x="1357237" y="2352052"/>
            <a:ext cx="29978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사각형: 둥근 모서리 29">
            <a:extLst>
              <a:ext uri="{FF2B5EF4-FFF2-40B4-BE49-F238E27FC236}">
                <a16:creationId xmlns:a16="http://schemas.microsoft.com/office/drawing/2014/main" id="{A4B68954-A646-B3E9-B9BC-4478931DAEB5}"/>
              </a:ext>
            </a:extLst>
          </p:cNvPr>
          <p:cNvSpPr/>
          <p:nvPr/>
        </p:nvSpPr>
        <p:spPr>
          <a:xfrm>
            <a:off x="6352093" y="1938094"/>
            <a:ext cx="2551069" cy="1267312"/>
          </a:xfrm>
          <a:prstGeom prst="roundRect">
            <a:avLst>
              <a:gd name="adj" fmla="val 602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 </a:t>
            </a:r>
          </a:p>
          <a:p>
            <a:pPr algn="ctr"/>
            <a:r>
              <a:rPr lang="en-US" altLang="ko-KR" sz="1000"/>
              <a:t>Worker Node</a:t>
            </a:r>
            <a:endParaRPr lang="ko-KR" altLang="en-US" sz="1000"/>
          </a:p>
        </p:txBody>
      </p:sp>
      <p:sp>
        <p:nvSpPr>
          <p:cNvPr id="101" name="사각형: 둥근 모서리 29">
            <a:extLst>
              <a:ext uri="{FF2B5EF4-FFF2-40B4-BE49-F238E27FC236}">
                <a16:creationId xmlns:a16="http://schemas.microsoft.com/office/drawing/2014/main" id="{E9CCED40-2C00-B387-B7BC-AD47EE9854A5}"/>
              </a:ext>
            </a:extLst>
          </p:cNvPr>
          <p:cNvSpPr/>
          <p:nvPr/>
        </p:nvSpPr>
        <p:spPr>
          <a:xfrm>
            <a:off x="6442602" y="2037546"/>
            <a:ext cx="2372526" cy="888200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cxnSp>
        <p:nvCxnSpPr>
          <p:cNvPr id="105" name="Elbow Connector 80">
            <a:extLst>
              <a:ext uri="{FF2B5EF4-FFF2-40B4-BE49-F238E27FC236}">
                <a16:creationId xmlns:a16="http://schemas.microsoft.com/office/drawing/2014/main" id="{CDD1A6AA-32EA-20E0-8EC1-9357B0CB5D87}"/>
              </a:ext>
            </a:extLst>
          </p:cNvPr>
          <p:cNvCxnSpPr>
            <a:cxnSpLocks/>
            <a:stCxn id="16" idx="2"/>
            <a:endCxn id="113" idx="2"/>
          </p:cNvCxnSpPr>
          <p:nvPr/>
        </p:nvCxnSpPr>
        <p:spPr>
          <a:xfrm rot="5400000" flipH="1" flipV="1">
            <a:off x="5752604" y="2209906"/>
            <a:ext cx="871553" cy="1595242"/>
          </a:xfrm>
          <a:prstGeom prst="bentConnector3">
            <a:avLst>
              <a:gd name="adj1" fmla="val -26229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사각형: 둥근 모서리 29">
            <a:extLst>
              <a:ext uri="{FF2B5EF4-FFF2-40B4-BE49-F238E27FC236}">
                <a16:creationId xmlns:a16="http://schemas.microsoft.com/office/drawing/2014/main" id="{BE712579-55D1-0371-8312-3A9CDBBFD97D}"/>
              </a:ext>
            </a:extLst>
          </p:cNvPr>
          <p:cNvSpPr/>
          <p:nvPr/>
        </p:nvSpPr>
        <p:spPr>
          <a:xfrm>
            <a:off x="7731423" y="2132354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13" name="사각형: 둥근 모서리 29">
            <a:extLst>
              <a:ext uri="{FF2B5EF4-FFF2-40B4-BE49-F238E27FC236}">
                <a16:creationId xmlns:a16="http://schemas.microsoft.com/office/drawing/2014/main" id="{C982D15B-33E2-2313-C616-9751C4C9E450}"/>
              </a:ext>
            </a:extLst>
          </p:cNvPr>
          <p:cNvSpPr/>
          <p:nvPr/>
        </p:nvSpPr>
        <p:spPr>
          <a:xfrm>
            <a:off x="6540361" y="2132354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115" name="Elbow Connector 80">
            <a:extLst>
              <a:ext uri="{FF2B5EF4-FFF2-40B4-BE49-F238E27FC236}">
                <a16:creationId xmlns:a16="http://schemas.microsoft.com/office/drawing/2014/main" id="{99705ABF-F96A-CA9D-A70F-2B396DEB0002}"/>
              </a:ext>
            </a:extLst>
          </p:cNvPr>
          <p:cNvCxnSpPr>
            <a:cxnSpLocks/>
            <a:stCxn id="2" idx="2"/>
            <a:endCxn id="113" idx="2"/>
          </p:cNvCxnSpPr>
          <p:nvPr/>
        </p:nvCxnSpPr>
        <p:spPr>
          <a:xfrm rot="5400000" flipH="1" flipV="1">
            <a:off x="4899270" y="1362412"/>
            <a:ext cx="877394" cy="3296070"/>
          </a:xfrm>
          <a:prstGeom prst="bentConnector3">
            <a:avLst>
              <a:gd name="adj1" fmla="val -26054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Arrow Connector 81">
            <a:extLst>
              <a:ext uri="{FF2B5EF4-FFF2-40B4-BE49-F238E27FC236}">
                <a16:creationId xmlns:a16="http://schemas.microsoft.com/office/drawing/2014/main" id="{FF6CFCB8-EACD-517B-C20F-FF639AA59450}"/>
              </a:ext>
            </a:extLst>
          </p:cNvPr>
          <p:cNvCxnSpPr>
            <a:cxnSpLocks/>
            <a:stCxn id="113" idx="3"/>
            <a:endCxn id="112" idx="1"/>
          </p:cNvCxnSpPr>
          <p:nvPr/>
        </p:nvCxnSpPr>
        <p:spPr>
          <a:xfrm>
            <a:off x="7431643" y="2352052"/>
            <a:ext cx="29978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9479473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FA9799-1BD4-2511-727E-886F29085D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C83CEC76-212D-1763-6A95-0DE2858A1BB3}"/>
              </a:ext>
            </a:extLst>
          </p:cNvPr>
          <p:cNvSpPr/>
          <p:nvPr/>
        </p:nvSpPr>
        <p:spPr>
          <a:xfrm>
            <a:off x="179512" y="1938094"/>
            <a:ext cx="2551069" cy="1267312"/>
          </a:xfrm>
          <a:prstGeom prst="roundRect">
            <a:avLst>
              <a:gd name="adj" fmla="val 602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 </a:t>
            </a:r>
          </a:p>
          <a:p>
            <a:pPr algn="ctr"/>
            <a:r>
              <a:rPr lang="en-US" altLang="ko-KR" sz="1000"/>
              <a:t>Worker Node</a:t>
            </a:r>
            <a:endParaRPr lang="ko-KR" altLang="en-US" sz="1000"/>
          </a:p>
        </p:txBody>
      </p:sp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CE1D13E9-C6CB-C0C9-EE3C-D3E61B7DF42B}"/>
              </a:ext>
            </a:extLst>
          </p:cNvPr>
          <p:cNvSpPr/>
          <p:nvPr/>
        </p:nvSpPr>
        <p:spPr>
          <a:xfrm>
            <a:off x="270021" y="2037546"/>
            <a:ext cx="2372526" cy="888200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CF8E56E2-71B3-FE13-9089-3B8885069C12}"/>
              </a:ext>
            </a:extLst>
          </p:cNvPr>
          <p:cNvCxnSpPr>
            <a:cxnSpLocks/>
            <a:stCxn id="9" idx="2"/>
            <a:endCxn id="3" idx="0"/>
          </p:cNvCxnSpPr>
          <p:nvPr/>
        </p:nvCxnSpPr>
        <p:spPr>
          <a:xfrm>
            <a:off x="3689931" y="2043387"/>
            <a:ext cx="0" cy="1732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사각형: 둥근 모서리 29">
            <a:extLst>
              <a:ext uri="{FF2B5EF4-FFF2-40B4-BE49-F238E27FC236}">
                <a16:creationId xmlns:a16="http://schemas.microsoft.com/office/drawing/2014/main" id="{7C90F752-57B8-4B66-0366-E4A19F054399}"/>
              </a:ext>
            </a:extLst>
          </p:cNvPr>
          <p:cNvSpPr/>
          <p:nvPr/>
        </p:nvSpPr>
        <p:spPr>
          <a:xfrm>
            <a:off x="3027276" y="2923215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mock-server-http</a:t>
            </a:r>
            <a:r>
              <a:rPr lang="en-US" altLang="ko-KR" sz="1000"/>
              <a:t> </a:t>
            </a:r>
          </a:p>
          <a:p>
            <a:pPr algn="ctr"/>
            <a:r>
              <a:rPr lang="en-US" altLang="ko-KR" sz="1000"/>
              <a:t>Service</a:t>
            </a:r>
            <a:endParaRPr lang="ko-KR" altLang="en-US" sz="1000"/>
          </a:p>
        </p:txBody>
      </p:sp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7D1C98E8-6733-F5EB-371F-CE8E7751BDC9}"/>
              </a:ext>
            </a:extLst>
          </p:cNvPr>
          <p:cNvSpPr/>
          <p:nvPr/>
        </p:nvSpPr>
        <p:spPr>
          <a:xfrm>
            <a:off x="3027275" y="2216637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mock-server-http</a:t>
            </a:r>
          </a:p>
          <a:p>
            <a:pPr algn="ctr"/>
            <a:r>
              <a:rPr lang="en-US" altLang="ko-KR" sz="1000"/>
              <a:t>DestinationRule</a:t>
            </a:r>
            <a:endParaRPr lang="ko-KR" altLang="en-US" sz="1000"/>
          </a:p>
        </p:txBody>
      </p:sp>
      <p:sp>
        <p:nvSpPr>
          <p:cNvPr id="9" name="사각형: 둥근 모서리 29">
            <a:extLst>
              <a:ext uri="{FF2B5EF4-FFF2-40B4-BE49-F238E27FC236}">
                <a16:creationId xmlns:a16="http://schemas.microsoft.com/office/drawing/2014/main" id="{7E07A315-AEF4-6B27-5C04-08FD8946E078}"/>
              </a:ext>
            </a:extLst>
          </p:cNvPr>
          <p:cNvSpPr/>
          <p:nvPr/>
        </p:nvSpPr>
        <p:spPr>
          <a:xfrm>
            <a:off x="3027275" y="1517458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mock-server-http</a:t>
            </a:r>
          </a:p>
          <a:p>
            <a:pPr algn="ctr"/>
            <a:r>
              <a:rPr lang="en-US" altLang="ko-KR" sz="1000"/>
              <a:t>VirtualService</a:t>
            </a:r>
            <a:endParaRPr lang="ko-KR" altLang="en-US" sz="1000"/>
          </a:p>
        </p:txBody>
      </p:sp>
      <p:cxnSp>
        <p:nvCxnSpPr>
          <p:cNvPr id="11" name="Elbow Connector 80">
            <a:extLst>
              <a:ext uri="{FF2B5EF4-FFF2-40B4-BE49-F238E27FC236}">
                <a16:creationId xmlns:a16="http://schemas.microsoft.com/office/drawing/2014/main" id="{ED7AA9CF-F5CC-D569-8DCF-FFF979F628D1}"/>
              </a:ext>
            </a:extLst>
          </p:cNvPr>
          <p:cNvCxnSpPr>
            <a:cxnSpLocks/>
            <a:stCxn id="75" idx="0"/>
            <a:endCxn id="9" idx="0"/>
          </p:cNvCxnSpPr>
          <p:nvPr/>
        </p:nvCxnSpPr>
        <p:spPr>
          <a:xfrm rot="5400000" flipH="1" flipV="1">
            <a:off x="2588846" y="1031270"/>
            <a:ext cx="614896" cy="1587273"/>
          </a:xfrm>
          <a:prstGeom prst="bentConnector3">
            <a:avLst>
              <a:gd name="adj1" fmla="val 137177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81">
            <a:extLst>
              <a:ext uri="{FF2B5EF4-FFF2-40B4-BE49-F238E27FC236}">
                <a16:creationId xmlns:a16="http://schemas.microsoft.com/office/drawing/2014/main" id="{65255914-9ADC-59FF-BBC2-742A57E33CAC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>
            <a:off x="3689931" y="2742566"/>
            <a:ext cx="1" cy="18064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F555840B-8DB0-18F2-7767-45E7F6C2DB47}"/>
              </a:ext>
            </a:extLst>
          </p:cNvPr>
          <p:cNvCxnSpPr>
            <a:cxnSpLocks/>
            <a:stCxn id="19" idx="2"/>
            <a:endCxn id="17" idx="0"/>
          </p:cNvCxnSpPr>
          <p:nvPr/>
        </p:nvCxnSpPr>
        <p:spPr>
          <a:xfrm>
            <a:off x="5390759" y="2037546"/>
            <a:ext cx="0" cy="1732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사각형: 둥근 모서리 29">
            <a:extLst>
              <a:ext uri="{FF2B5EF4-FFF2-40B4-BE49-F238E27FC236}">
                <a16:creationId xmlns:a16="http://schemas.microsoft.com/office/drawing/2014/main" id="{53B1D163-A163-3956-6C4F-4573E6817193}"/>
              </a:ext>
            </a:extLst>
          </p:cNvPr>
          <p:cNvSpPr/>
          <p:nvPr/>
        </p:nvSpPr>
        <p:spPr>
          <a:xfrm>
            <a:off x="4728104" y="2917374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mock-server-grpc</a:t>
            </a:r>
            <a:r>
              <a:rPr lang="en-US" altLang="ko-KR" sz="1000"/>
              <a:t> </a:t>
            </a:r>
          </a:p>
          <a:p>
            <a:pPr algn="ctr"/>
            <a:r>
              <a:rPr lang="en-US" altLang="ko-KR" sz="1000"/>
              <a:t>Service</a:t>
            </a:r>
            <a:endParaRPr lang="ko-KR" altLang="en-US" sz="1000"/>
          </a:p>
        </p:txBody>
      </p:sp>
      <p:sp>
        <p:nvSpPr>
          <p:cNvPr id="17" name="사각형: 둥근 모서리 29">
            <a:extLst>
              <a:ext uri="{FF2B5EF4-FFF2-40B4-BE49-F238E27FC236}">
                <a16:creationId xmlns:a16="http://schemas.microsoft.com/office/drawing/2014/main" id="{CBB26C07-679A-BBD4-AEE6-2408DD0FEF38}"/>
              </a:ext>
            </a:extLst>
          </p:cNvPr>
          <p:cNvSpPr/>
          <p:nvPr/>
        </p:nvSpPr>
        <p:spPr>
          <a:xfrm>
            <a:off x="4728103" y="2210796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mock-server-grpc</a:t>
            </a:r>
          </a:p>
          <a:p>
            <a:pPr algn="ctr"/>
            <a:r>
              <a:rPr lang="en-US" altLang="ko-KR" sz="1000"/>
              <a:t>DestinationRule</a:t>
            </a:r>
            <a:endParaRPr lang="ko-KR" altLang="en-US" sz="1000"/>
          </a:p>
        </p:txBody>
      </p:sp>
      <p:sp>
        <p:nvSpPr>
          <p:cNvPr id="19" name="사각형: 둥근 모서리 29">
            <a:extLst>
              <a:ext uri="{FF2B5EF4-FFF2-40B4-BE49-F238E27FC236}">
                <a16:creationId xmlns:a16="http://schemas.microsoft.com/office/drawing/2014/main" id="{9658EA15-C115-D046-BC01-CE361FF2FF39}"/>
              </a:ext>
            </a:extLst>
          </p:cNvPr>
          <p:cNvSpPr/>
          <p:nvPr/>
        </p:nvSpPr>
        <p:spPr>
          <a:xfrm>
            <a:off x="4728103" y="1511617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mock-server-grpc</a:t>
            </a:r>
          </a:p>
          <a:p>
            <a:pPr algn="ctr"/>
            <a:r>
              <a:rPr lang="en-US" altLang="ko-KR" sz="1000"/>
              <a:t>VirtualService</a:t>
            </a:r>
            <a:endParaRPr lang="ko-KR" altLang="en-US" sz="1000"/>
          </a:p>
        </p:txBody>
      </p:sp>
      <p:cxnSp>
        <p:nvCxnSpPr>
          <p:cNvPr id="20" name="Straight Arrow Connector 81">
            <a:extLst>
              <a:ext uri="{FF2B5EF4-FFF2-40B4-BE49-F238E27FC236}">
                <a16:creationId xmlns:a16="http://schemas.microsoft.com/office/drawing/2014/main" id="{856D5F42-B52F-BC51-10EE-B7553B484597}"/>
              </a:ext>
            </a:extLst>
          </p:cNvPr>
          <p:cNvCxnSpPr>
            <a:cxnSpLocks/>
            <a:stCxn id="17" idx="2"/>
            <a:endCxn id="16" idx="0"/>
          </p:cNvCxnSpPr>
          <p:nvPr/>
        </p:nvCxnSpPr>
        <p:spPr>
          <a:xfrm>
            <a:off x="5390759" y="2736725"/>
            <a:ext cx="1" cy="18064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Elbow Connector 80">
            <a:extLst>
              <a:ext uri="{FF2B5EF4-FFF2-40B4-BE49-F238E27FC236}">
                <a16:creationId xmlns:a16="http://schemas.microsoft.com/office/drawing/2014/main" id="{F6ED1B92-CF70-F61F-D1A0-24AD995DB76F}"/>
              </a:ext>
            </a:extLst>
          </p:cNvPr>
          <p:cNvCxnSpPr>
            <a:cxnSpLocks/>
            <a:stCxn id="75" idx="0"/>
            <a:endCxn id="19" idx="0"/>
          </p:cNvCxnSpPr>
          <p:nvPr/>
        </p:nvCxnSpPr>
        <p:spPr>
          <a:xfrm rot="5400000" flipH="1" flipV="1">
            <a:off x="3436340" y="177936"/>
            <a:ext cx="620737" cy="3288101"/>
          </a:xfrm>
          <a:prstGeom prst="bentConnector3">
            <a:avLst>
              <a:gd name="adj1" fmla="val 136827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사각형: 둥근 모서리 29">
            <a:extLst>
              <a:ext uri="{FF2B5EF4-FFF2-40B4-BE49-F238E27FC236}">
                <a16:creationId xmlns:a16="http://schemas.microsoft.com/office/drawing/2014/main" id="{5AF144A9-D6DF-7770-D4F5-17B2DF531D48}"/>
              </a:ext>
            </a:extLst>
          </p:cNvPr>
          <p:cNvSpPr/>
          <p:nvPr/>
        </p:nvSpPr>
        <p:spPr>
          <a:xfrm>
            <a:off x="1657017" y="2132354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8" name="사각형: 둥근 모서리 29">
            <a:extLst>
              <a:ext uri="{FF2B5EF4-FFF2-40B4-BE49-F238E27FC236}">
                <a16:creationId xmlns:a16="http://schemas.microsoft.com/office/drawing/2014/main" id="{22638D79-CACB-922D-56CA-AA594E5EB7A5}"/>
              </a:ext>
            </a:extLst>
          </p:cNvPr>
          <p:cNvSpPr/>
          <p:nvPr/>
        </p:nvSpPr>
        <p:spPr>
          <a:xfrm>
            <a:off x="367780" y="2132354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95" name="Straight Arrow Connector 81">
            <a:extLst>
              <a:ext uri="{FF2B5EF4-FFF2-40B4-BE49-F238E27FC236}">
                <a16:creationId xmlns:a16="http://schemas.microsoft.com/office/drawing/2014/main" id="{0A24C366-F812-7FE1-6A10-9569FD8DA77D}"/>
              </a:ext>
            </a:extLst>
          </p:cNvPr>
          <p:cNvCxnSpPr>
            <a:cxnSpLocks/>
            <a:stCxn id="78" idx="3"/>
            <a:endCxn id="75" idx="1"/>
          </p:cNvCxnSpPr>
          <p:nvPr/>
        </p:nvCxnSpPr>
        <p:spPr>
          <a:xfrm>
            <a:off x="1357237" y="2352052"/>
            <a:ext cx="29978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사각형: 둥근 모서리 29">
            <a:extLst>
              <a:ext uri="{FF2B5EF4-FFF2-40B4-BE49-F238E27FC236}">
                <a16:creationId xmlns:a16="http://schemas.microsoft.com/office/drawing/2014/main" id="{426153DF-4581-7616-0CF0-1E6ED427FAA8}"/>
              </a:ext>
            </a:extLst>
          </p:cNvPr>
          <p:cNvSpPr/>
          <p:nvPr/>
        </p:nvSpPr>
        <p:spPr>
          <a:xfrm>
            <a:off x="6352093" y="1938094"/>
            <a:ext cx="2551069" cy="1267312"/>
          </a:xfrm>
          <a:prstGeom prst="roundRect">
            <a:avLst>
              <a:gd name="adj" fmla="val 602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 </a:t>
            </a:r>
          </a:p>
          <a:p>
            <a:pPr algn="ctr"/>
            <a:r>
              <a:rPr lang="en-US" altLang="ko-KR" sz="1000"/>
              <a:t>Worker Node</a:t>
            </a:r>
            <a:endParaRPr lang="ko-KR" altLang="en-US" sz="1000"/>
          </a:p>
        </p:txBody>
      </p:sp>
      <p:sp>
        <p:nvSpPr>
          <p:cNvPr id="101" name="사각형: 둥근 모서리 29">
            <a:extLst>
              <a:ext uri="{FF2B5EF4-FFF2-40B4-BE49-F238E27FC236}">
                <a16:creationId xmlns:a16="http://schemas.microsoft.com/office/drawing/2014/main" id="{287FDFA1-A474-A85C-35DD-77CAB13453C3}"/>
              </a:ext>
            </a:extLst>
          </p:cNvPr>
          <p:cNvSpPr/>
          <p:nvPr/>
        </p:nvSpPr>
        <p:spPr>
          <a:xfrm>
            <a:off x="6442602" y="2037546"/>
            <a:ext cx="2372526" cy="888200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cxnSp>
        <p:nvCxnSpPr>
          <p:cNvPr id="105" name="Elbow Connector 80">
            <a:extLst>
              <a:ext uri="{FF2B5EF4-FFF2-40B4-BE49-F238E27FC236}">
                <a16:creationId xmlns:a16="http://schemas.microsoft.com/office/drawing/2014/main" id="{71E748AA-F0EE-5F37-E5F2-5BE0F8261349}"/>
              </a:ext>
            </a:extLst>
          </p:cNvPr>
          <p:cNvCxnSpPr>
            <a:cxnSpLocks/>
            <a:stCxn id="16" idx="2"/>
            <a:endCxn id="113" idx="2"/>
          </p:cNvCxnSpPr>
          <p:nvPr/>
        </p:nvCxnSpPr>
        <p:spPr>
          <a:xfrm rot="5400000" flipH="1" flipV="1">
            <a:off x="5752604" y="2209906"/>
            <a:ext cx="871553" cy="1595242"/>
          </a:xfrm>
          <a:prstGeom prst="bentConnector3">
            <a:avLst>
              <a:gd name="adj1" fmla="val -26229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사각형: 둥근 모서리 29">
            <a:extLst>
              <a:ext uri="{FF2B5EF4-FFF2-40B4-BE49-F238E27FC236}">
                <a16:creationId xmlns:a16="http://schemas.microsoft.com/office/drawing/2014/main" id="{A5315546-D51A-A61E-2276-827A9CF41C09}"/>
              </a:ext>
            </a:extLst>
          </p:cNvPr>
          <p:cNvSpPr/>
          <p:nvPr/>
        </p:nvSpPr>
        <p:spPr>
          <a:xfrm>
            <a:off x="7731423" y="2132354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13" name="사각형: 둥근 모서리 29">
            <a:extLst>
              <a:ext uri="{FF2B5EF4-FFF2-40B4-BE49-F238E27FC236}">
                <a16:creationId xmlns:a16="http://schemas.microsoft.com/office/drawing/2014/main" id="{8986F231-6AB7-4458-6849-38C3D221D0BC}"/>
              </a:ext>
            </a:extLst>
          </p:cNvPr>
          <p:cNvSpPr/>
          <p:nvPr/>
        </p:nvSpPr>
        <p:spPr>
          <a:xfrm>
            <a:off x="6540361" y="2132354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115" name="Elbow Connector 80">
            <a:extLst>
              <a:ext uri="{FF2B5EF4-FFF2-40B4-BE49-F238E27FC236}">
                <a16:creationId xmlns:a16="http://schemas.microsoft.com/office/drawing/2014/main" id="{905FCA48-E7F9-1498-4E07-8B26DBFFA486}"/>
              </a:ext>
            </a:extLst>
          </p:cNvPr>
          <p:cNvCxnSpPr>
            <a:cxnSpLocks/>
            <a:stCxn id="2" idx="2"/>
            <a:endCxn id="113" idx="2"/>
          </p:cNvCxnSpPr>
          <p:nvPr/>
        </p:nvCxnSpPr>
        <p:spPr>
          <a:xfrm rot="5400000" flipH="1" flipV="1">
            <a:off x="4899270" y="1362412"/>
            <a:ext cx="877394" cy="3296070"/>
          </a:xfrm>
          <a:prstGeom prst="bentConnector3">
            <a:avLst>
              <a:gd name="adj1" fmla="val -26054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Arrow Connector 81">
            <a:extLst>
              <a:ext uri="{FF2B5EF4-FFF2-40B4-BE49-F238E27FC236}">
                <a16:creationId xmlns:a16="http://schemas.microsoft.com/office/drawing/2014/main" id="{85934D11-0BEB-44EC-5F95-50D994482308}"/>
              </a:ext>
            </a:extLst>
          </p:cNvPr>
          <p:cNvCxnSpPr>
            <a:cxnSpLocks/>
            <a:stCxn id="113" idx="3"/>
            <a:endCxn id="112" idx="1"/>
          </p:cNvCxnSpPr>
          <p:nvPr/>
        </p:nvCxnSpPr>
        <p:spPr>
          <a:xfrm>
            <a:off x="7431643" y="2352052"/>
            <a:ext cx="29978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1288151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FBCAE2-C219-280C-B18B-5792963E44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F9826F6-CAD4-96B9-4D3A-235FC7CEE7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1B2D437-E790-3E9B-BE82-EDE6EB7435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0308658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D4170B-3EF0-4005-1219-0D589B3AA0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978518AD-E17E-2D88-74B6-D5ADC210ED45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1C24A9C2-DA18-68F0-71AF-D8F445B40B6D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D8F7689B-9749-EF22-886E-8645EDE43E08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55E87322-5E7C-7993-E794-B06A78EBB691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919A54BE-CA91-3232-6BA1-94273CA3B6F3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C4E2AE9B-5D64-B540-1FC5-D69BDEBD940F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9228B211-E67B-8273-78A8-F7B761517D31}"/>
              </a:ext>
            </a:extLst>
          </p:cNvPr>
          <p:cNvCxnSpPr>
            <a:cxnSpLocks/>
          </p:cNvCxnSpPr>
          <p:nvPr/>
        </p:nvCxnSpPr>
        <p:spPr>
          <a:xfrm>
            <a:off x="2346071" y="127560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B868CEEB-76D6-54E6-C9AC-4744800246A6}"/>
              </a:ext>
            </a:extLst>
          </p:cNvPr>
          <p:cNvSpPr txBox="1"/>
          <p:nvPr/>
        </p:nvSpPr>
        <p:spPr>
          <a:xfrm>
            <a:off x="2928454" y="127560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200 OK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32672820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B56635-3832-C276-1838-0F309C04DE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AD2FE382-FA3A-0C22-EC4F-395267900D9D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C4F1F9D3-6910-F956-C082-3B87EBB2724C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D8E2D78F-46DB-3A48-03ED-036F0069B122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6CF797F6-085F-8F60-FFA3-A11476654AC6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2FDD720A-1F7A-156B-F090-295D2CF7EF54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425E2887-5B32-A3B0-3661-D8A4104A7356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787C5812-7DEA-262E-AA79-587FDB7FD65D}"/>
              </a:ext>
            </a:extLst>
          </p:cNvPr>
          <p:cNvCxnSpPr>
            <a:cxnSpLocks/>
          </p:cNvCxnSpPr>
          <p:nvPr/>
        </p:nvCxnSpPr>
        <p:spPr>
          <a:xfrm>
            <a:off x="2346071" y="127560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AB39243B-9FBA-3DED-F3B8-F36B5E150D12}"/>
              </a:ext>
            </a:extLst>
          </p:cNvPr>
          <p:cNvSpPr txBox="1"/>
          <p:nvPr/>
        </p:nvSpPr>
        <p:spPr>
          <a:xfrm>
            <a:off x="2928454" y="127560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503 Service Unavailable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185940396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27744C-4F31-ACC6-9034-FCA1484277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C6E3B579-43FF-1F83-3E25-1994E3C9121E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1E1420F5-D1EE-7A1E-FE42-8300A4EE99EC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6D21DD75-893B-AB12-BA9A-3ABCB0221741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1B0D2045-4044-F20A-E3C5-F9CB5F9F64F9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46D1088F-D4AA-08F1-FF07-C976E1C79683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1001786A-BD84-00BB-94A4-89CAA6911164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mock-server:8080/delay/10000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6A75BD21-359D-F1D7-304B-3840858399BC}"/>
              </a:ext>
            </a:extLst>
          </p:cNvPr>
          <p:cNvCxnSpPr>
            <a:cxnSpLocks/>
          </p:cNvCxnSpPr>
          <p:nvPr/>
        </p:nvCxnSpPr>
        <p:spPr>
          <a:xfrm>
            <a:off x="2346071" y="1626621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1E110930-74F5-58E0-61FE-B3AD31E887A0}"/>
              </a:ext>
            </a:extLst>
          </p:cNvPr>
          <p:cNvSpPr txBox="1"/>
          <p:nvPr/>
        </p:nvSpPr>
        <p:spPr>
          <a:xfrm>
            <a:off x="2928454" y="138040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169941857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37F7EE-E639-E25D-03B6-D772379C13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F0C6EBDC-B32E-42ED-4484-4F64F05D5700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741B2862-1B60-3BCB-B7E3-AC2A483E6FEA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D393B28D-8E12-0C07-69F8-453B200F62BC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B8238CF7-BBA0-EA2A-CE0E-02F839D757B6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D68294EE-2A94-43D7-F833-8B3D07CD1097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mock-server:8080/disconnect/1000</a:t>
            </a:r>
            <a:endParaRPr kumimoji="1" lang="ko-KR" altLang="en-US" sz="1000" i="1"/>
          </a:p>
        </p:txBody>
      </p: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34E2AE0A-F712-5075-3011-1E6DF2431D68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80D2FA88-23C6-D981-A05C-4A3F1FABB34C}"/>
              </a:ext>
            </a:extLst>
          </p:cNvPr>
          <p:cNvCxnSpPr>
            <a:cxnSpLocks/>
          </p:cNvCxnSpPr>
          <p:nvPr/>
        </p:nvCxnSpPr>
        <p:spPr>
          <a:xfrm>
            <a:off x="2346071" y="1626621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50D8AB0E-3E42-6AA4-94B6-0F540C9AF460}"/>
              </a:ext>
            </a:extLst>
          </p:cNvPr>
          <p:cNvSpPr txBox="1"/>
          <p:nvPr/>
        </p:nvSpPr>
        <p:spPr>
          <a:xfrm>
            <a:off x="2928454" y="138040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sp>
        <p:nvSpPr>
          <p:cNvPr id="9" name="호 8">
            <a:extLst>
              <a:ext uri="{FF2B5EF4-FFF2-40B4-BE49-F238E27FC236}">
                <a16:creationId xmlns:a16="http://schemas.microsoft.com/office/drawing/2014/main" id="{69813E42-F0B7-01E1-A58B-4BF78003269D}"/>
              </a:ext>
            </a:extLst>
          </p:cNvPr>
          <p:cNvSpPr/>
          <p:nvPr/>
        </p:nvSpPr>
        <p:spPr>
          <a:xfrm>
            <a:off x="6168328" y="1199085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59E8342-A7B8-0DD1-A5C5-6BBC3E4597D1}"/>
              </a:ext>
            </a:extLst>
          </p:cNvPr>
          <p:cNvSpPr txBox="1"/>
          <p:nvPr/>
        </p:nvSpPr>
        <p:spPr>
          <a:xfrm>
            <a:off x="6337278" y="1287483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1000ms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228473379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1FEFB3-B0E3-A751-2A11-E37C0EF496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318A68AB-3960-B94A-A510-D9D287498672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C8F00B08-DDBF-F48A-EAD9-EBF25501504A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0EE93234-570E-A794-E7D1-81851B21F5F9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F612EB67-A39A-3E80-65B5-18978307EE42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E1ED0E87-BDC3-2034-6188-C2DAF60E108A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GET </a:t>
            </a:r>
            <a:r>
              <a:rPr lang="en" altLang="ko-KR" sz="1000" i="1">
                <a:solidFill>
                  <a:srgbClr val="C00000"/>
                </a:solidFill>
              </a:rPr>
              <a:t>mock-server:8080/delay/5000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E2878DA3-D173-547D-5BB4-F8A2FDC1081A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19F71F6D-0BF6-B26C-D762-2F9BC6037A8C}"/>
              </a:ext>
            </a:extLst>
          </p:cNvPr>
          <p:cNvSpPr txBox="1"/>
          <p:nvPr/>
        </p:nvSpPr>
        <p:spPr>
          <a:xfrm>
            <a:off x="2928454" y="120432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GET </a:t>
            </a:r>
            <a:r>
              <a:rPr lang="en" altLang="ko-KR" sz="1000" i="1">
                <a:solidFill>
                  <a:schemeClr val="tx2"/>
                </a:solidFill>
              </a:rPr>
              <a:t>mock-server:8080/delay/5000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3" name="Straight Arrow Connector 81">
            <a:extLst>
              <a:ext uri="{FF2B5EF4-FFF2-40B4-BE49-F238E27FC236}">
                <a16:creationId xmlns:a16="http://schemas.microsoft.com/office/drawing/2014/main" id="{0E3F641F-D1FD-E10B-6D2B-D9D37736286C}"/>
              </a:ext>
            </a:extLst>
          </p:cNvPr>
          <p:cNvCxnSpPr>
            <a:cxnSpLocks/>
          </p:cNvCxnSpPr>
          <p:nvPr/>
        </p:nvCxnSpPr>
        <p:spPr>
          <a:xfrm>
            <a:off x="2346071" y="1347614"/>
            <a:ext cx="497737" cy="0"/>
          </a:xfrm>
          <a:prstGeom prst="straightConnector1">
            <a:avLst/>
          </a:prstGeom>
          <a:ln>
            <a:solidFill>
              <a:schemeClr val="accent3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18397760-A08C-147D-82A3-3C7F44F74E65}"/>
              </a:ext>
            </a:extLst>
          </p:cNvPr>
          <p:cNvSpPr txBox="1"/>
          <p:nvPr/>
        </p:nvSpPr>
        <p:spPr>
          <a:xfrm>
            <a:off x="2928454" y="144352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GET </a:t>
            </a:r>
            <a:r>
              <a:rPr lang="en" altLang="ko-KR" sz="1000" i="1">
                <a:solidFill>
                  <a:schemeClr val="accent3"/>
                </a:solidFill>
              </a:rPr>
              <a:t>mock-server:8080/delay/5000 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C1A8036-57D2-4019-F8B5-53842AFD7D1B}"/>
              </a:ext>
            </a:extLst>
          </p:cNvPr>
          <p:cNvSpPr txBox="1"/>
          <p:nvPr/>
        </p:nvSpPr>
        <p:spPr>
          <a:xfrm>
            <a:off x="2928453" y="222644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rgbClr val="C00000"/>
                </a:solidFill>
              </a:rPr>
              <a:t>200 OK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10" name="Straight Arrow Connector 81">
            <a:extLst>
              <a:ext uri="{FF2B5EF4-FFF2-40B4-BE49-F238E27FC236}">
                <a16:creationId xmlns:a16="http://schemas.microsoft.com/office/drawing/2014/main" id="{296273D4-FD23-898F-5C3B-C33579433863}"/>
              </a:ext>
            </a:extLst>
          </p:cNvPr>
          <p:cNvCxnSpPr>
            <a:cxnSpLocks/>
          </p:cNvCxnSpPr>
          <p:nvPr/>
        </p:nvCxnSpPr>
        <p:spPr>
          <a:xfrm>
            <a:off x="2346070" y="2472668"/>
            <a:ext cx="3960440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호 11">
            <a:extLst>
              <a:ext uri="{FF2B5EF4-FFF2-40B4-BE49-F238E27FC236}">
                <a16:creationId xmlns:a16="http://schemas.microsoft.com/office/drawing/2014/main" id="{66880876-CC88-B7D1-6105-0ABAA81BC87E}"/>
              </a:ext>
            </a:extLst>
          </p:cNvPr>
          <p:cNvSpPr/>
          <p:nvPr/>
        </p:nvSpPr>
        <p:spPr>
          <a:xfrm>
            <a:off x="6156180" y="1199085"/>
            <a:ext cx="288514" cy="1273554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rgbClr val="C0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7B7A617-EFC0-4307-EB52-B7605F7F765C}"/>
              </a:ext>
            </a:extLst>
          </p:cNvPr>
          <p:cNvSpPr txBox="1"/>
          <p:nvPr/>
        </p:nvSpPr>
        <p:spPr>
          <a:xfrm>
            <a:off x="6337278" y="1712751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rgbClr val="C00000"/>
                </a:solidFill>
              </a:rPr>
              <a:t>5000ms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A097D09-59D9-0C95-9814-60CDD0A4C79B}"/>
              </a:ext>
            </a:extLst>
          </p:cNvPr>
          <p:cNvSpPr txBox="1"/>
          <p:nvPr/>
        </p:nvSpPr>
        <p:spPr>
          <a:xfrm>
            <a:off x="2928453" y="356953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tx2"/>
                </a:solidFill>
              </a:rPr>
              <a:t>200 OK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27F88202-0C33-F5A4-0F18-29F5E8338517}"/>
              </a:ext>
            </a:extLst>
          </p:cNvPr>
          <p:cNvCxnSpPr>
            <a:cxnSpLocks/>
          </p:cNvCxnSpPr>
          <p:nvPr/>
        </p:nvCxnSpPr>
        <p:spPr>
          <a:xfrm>
            <a:off x="2346070" y="3815752"/>
            <a:ext cx="3960440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Elbow Connector 80">
            <a:extLst>
              <a:ext uri="{FF2B5EF4-FFF2-40B4-BE49-F238E27FC236}">
                <a16:creationId xmlns:a16="http://schemas.microsoft.com/office/drawing/2014/main" id="{ED116C40-095F-9CE3-6D37-24A282BC7869}"/>
              </a:ext>
            </a:extLst>
          </p:cNvPr>
          <p:cNvCxnSpPr>
            <a:cxnSpLocks/>
          </p:cNvCxnSpPr>
          <p:nvPr/>
        </p:nvCxnSpPr>
        <p:spPr>
          <a:xfrm>
            <a:off x="2346070" y="1273066"/>
            <a:ext cx="3960440" cy="1269074"/>
          </a:xfrm>
          <a:prstGeom prst="bentConnector3">
            <a:avLst>
              <a:gd name="adj1" fmla="val 14405"/>
            </a:avLst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호 37">
            <a:extLst>
              <a:ext uri="{FF2B5EF4-FFF2-40B4-BE49-F238E27FC236}">
                <a16:creationId xmlns:a16="http://schemas.microsoft.com/office/drawing/2014/main" id="{5495A184-241B-9957-9618-1CCED2EE74BD}"/>
              </a:ext>
            </a:extLst>
          </p:cNvPr>
          <p:cNvSpPr/>
          <p:nvPr/>
        </p:nvSpPr>
        <p:spPr>
          <a:xfrm>
            <a:off x="6172154" y="2542139"/>
            <a:ext cx="288514" cy="1273554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2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54D81F9-D305-F95D-D852-A73D67B692EE}"/>
              </a:ext>
            </a:extLst>
          </p:cNvPr>
          <p:cNvSpPr txBox="1"/>
          <p:nvPr/>
        </p:nvSpPr>
        <p:spPr>
          <a:xfrm>
            <a:off x="6353252" y="3055805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chemeClr val="tx2"/>
                </a:solidFill>
              </a:rPr>
              <a:t>5000ms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27C212E-DF96-D652-773A-ADF3E8FD3A7D}"/>
              </a:ext>
            </a:extLst>
          </p:cNvPr>
          <p:cNvSpPr txBox="1"/>
          <p:nvPr/>
        </p:nvSpPr>
        <p:spPr>
          <a:xfrm>
            <a:off x="1589094" y="1789013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chemeClr val="tx2"/>
                </a:solidFill>
              </a:rPr>
              <a:t>5000ms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sp>
        <p:nvSpPr>
          <p:cNvPr id="47" name="호 46">
            <a:extLst>
              <a:ext uri="{FF2B5EF4-FFF2-40B4-BE49-F238E27FC236}">
                <a16:creationId xmlns:a16="http://schemas.microsoft.com/office/drawing/2014/main" id="{AD793D3E-8B76-8D92-A59B-F4F937AFE47F}"/>
              </a:ext>
            </a:extLst>
          </p:cNvPr>
          <p:cNvSpPr/>
          <p:nvPr/>
        </p:nvSpPr>
        <p:spPr>
          <a:xfrm flipH="1">
            <a:off x="2199134" y="1273066"/>
            <a:ext cx="288514" cy="1273554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2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59121885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F64EE1-C6A4-D1CD-01C5-D8F1579D7B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6EDB1EE3-920E-070E-9E90-720792CD8100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AF2D8061-47E3-ED11-3E59-8620CE422284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A3A3F3EA-04D5-106D-4E61-98B4C15CCDCB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235C000A-EE27-D876-2249-2378AE5E7147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E9698C5E-00E5-6CAA-BC6C-BD8B8DDF73D0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D75EF94A-47CB-AFD6-A77B-C7D7EC066A59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236AA8F0-5F6A-22EF-0602-EBCF98A0D220}"/>
              </a:ext>
            </a:extLst>
          </p:cNvPr>
          <p:cNvCxnSpPr>
            <a:cxnSpLocks/>
          </p:cNvCxnSpPr>
          <p:nvPr/>
        </p:nvCxnSpPr>
        <p:spPr>
          <a:xfrm>
            <a:off x="2346071" y="127560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FFEB8B80-941E-DBC9-968E-589F748809D3}"/>
              </a:ext>
            </a:extLst>
          </p:cNvPr>
          <p:cNvSpPr txBox="1"/>
          <p:nvPr/>
        </p:nvSpPr>
        <p:spPr>
          <a:xfrm>
            <a:off x="2928454" y="127560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503 Service Unavailable</a:t>
            </a:r>
            <a:endParaRPr kumimoji="1" lang="ko-KR" altLang="en-US" sz="1000" i="1"/>
          </a:p>
        </p:txBody>
      </p:sp>
      <p:cxnSp>
        <p:nvCxnSpPr>
          <p:cNvPr id="3" name="Straight Arrow Connector 81">
            <a:extLst>
              <a:ext uri="{FF2B5EF4-FFF2-40B4-BE49-F238E27FC236}">
                <a16:creationId xmlns:a16="http://schemas.microsoft.com/office/drawing/2014/main" id="{A505907C-7434-B45A-4681-C1D870FBA351}"/>
              </a:ext>
            </a:extLst>
          </p:cNvPr>
          <p:cNvCxnSpPr>
            <a:cxnSpLocks/>
          </p:cNvCxnSpPr>
          <p:nvPr/>
        </p:nvCxnSpPr>
        <p:spPr>
          <a:xfrm>
            <a:off x="2346071" y="2433535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526734C0-14D7-73C4-530D-F13A8E3E35CF}"/>
              </a:ext>
            </a:extLst>
          </p:cNvPr>
          <p:cNvSpPr txBox="1"/>
          <p:nvPr/>
        </p:nvSpPr>
        <p:spPr>
          <a:xfrm>
            <a:off x="2928454" y="218731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  <p:cxnSp>
        <p:nvCxnSpPr>
          <p:cNvPr id="7" name="Straight Arrow Connector 81">
            <a:extLst>
              <a:ext uri="{FF2B5EF4-FFF2-40B4-BE49-F238E27FC236}">
                <a16:creationId xmlns:a16="http://schemas.microsoft.com/office/drawing/2014/main" id="{1F961F7F-60B1-4C9B-C4DC-FAA5547BD92C}"/>
              </a:ext>
            </a:extLst>
          </p:cNvPr>
          <p:cNvCxnSpPr>
            <a:cxnSpLocks/>
          </p:cNvCxnSpPr>
          <p:nvPr/>
        </p:nvCxnSpPr>
        <p:spPr>
          <a:xfrm>
            <a:off x="2346071" y="2505545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40976B70-5713-6C58-8812-F1952B228034}"/>
              </a:ext>
            </a:extLst>
          </p:cNvPr>
          <p:cNvSpPr txBox="1"/>
          <p:nvPr/>
        </p:nvSpPr>
        <p:spPr>
          <a:xfrm>
            <a:off x="2928454" y="250554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503 Service Unavailable</a:t>
            </a:r>
            <a:endParaRPr kumimoji="1" lang="ko-KR" altLang="en-US" sz="1000" i="1"/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C9618050-C7AF-062B-E7C4-89173C887446}"/>
              </a:ext>
            </a:extLst>
          </p:cNvPr>
          <p:cNvSpPr/>
          <p:nvPr/>
        </p:nvSpPr>
        <p:spPr>
          <a:xfrm>
            <a:off x="4285124" y="1646102"/>
            <a:ext cx="72008" cy="720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E939AB10-34A7-D605-0FEC-CC5273246E1F}"/>
              </a:ext>
            </a:extLst>
          </p:cNvPr>
          <p:cNvSpPr/>
          <p:nvPr/>
        </p:nvSpPr>
        <p:spPr>
          <a:xfrm>
            <a:off x="4285124" y="1798822"/>
            <a:ext cx="72008" cy="720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C98A2DE9-970F-CB1C-36AA-4032FBBA18BF}"/>
              </a:ext>
            </a:extLst>
          </p:cNvPr>
          <p:cNvSpPr/>
          <p:nvPr/>
        </p:nvSpPr>
        <p:spPr>
          <a:xfrm>
            <a:off x="4285124" y="1951517"/>
            <a:ext cx="72008" cy="720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3" name="호 12">
            <a:extLst>
              <a:ext uri="{FF2B5EF4-FFF2-40B4-BE49-F238E27FC236}">
                <a16:creationId xmlns:a16="http://schemas.microsoft.com/office/drawing/2014/main" id="{6BC0E9FE-6901-32BE-471E-55F76663F12A}"/>
              </a:ext>
            </a:extLst>
          </p:cNvPr>
          <p:cNvSpPr/>
          <p:nvPr/>
        </p:nvSpPr>
        <p:spPr>
          <a:xfrm>
            <a:off x="6168328" y="1199085"/>
            <a:ext cx="276365" cy="1300653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526E9C5-8F09-6DFD-C895-9B8871050F8C}"/>
              </a:ext>
            </a:extLst>
          </p:cNvPr>
          <p:cNvSpPr txBox="1"/>
          <p:nvPr/>
        </p:nvSpPr>
        <p:spPr>
          <a:xfrm>
            <a:off x="6337278" y="1726300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5times</a:t>
            </a:r>
            <a:endParaRPr kumimoji="1" lang="ko-KR" altLang="en-US" sz="1000" i="1"/>
          </a:p>
        </p:txBody>
      </p: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1C678776-51B3-3A89-1CC4-82F261FE8D75}"/>
              </a:ext>
            </a:extLst>
          </p:cNvPr>
          <p:cNvCxnSpPr>
            <a:cxnSpLocks/>
          </p:cNvCxnSpPr>
          <p:nvPr/>
        </p:nvCxnSpPr>
        <p:spPr>
          <a:xfrm>
            <a:off x="2346071" y="3092360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9633C0E1-B114-BC40-EF52-15FDBA42437B}"/>
              </a:ext>
            </a:extLst>
          </p:cNvPr>
          <p:cNvSpPr txBox="1"/>
          <p:nvPr/>
        </p:nvSpPr>
        <p:spPr>
          <a:xfrm>
            <a:off x="2928454" y="285280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  <p:cxnSp>
        <p:nvCxnSpPr>
          <p:cNvPr id="22" name="Straight Arrow Connector 81">
            <a:extLst>
              <a:ext uri="{FF2B5EF4-FFF2-40B4-BE49-F238E27FC236}">
                <a16:creationId xmlns:a16="http://schemas.microsoft.com/office/drawing/2014/main" id="{9B69D0BE-25C4-BD20-46A4-FB96B34F6C89}"/>
              </a:ext>
            </a:extLst>
          </p:cNvPr>
          <p:cNvCxnSpPr>
            <a:cxnSpLocks/>
          </p:cNvCxnSpPr>
          <p:nvPr/>
        </p:nvCxnSpPr>
        <p:spPr>
          <a:xfrm>
            <a:off x="2346071" y="3337930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8F5097BB-94E4-248F-8A5D-AFFAA1FA8912}"/>
              </a:ext>
            </a:extLst>
          </p:cNvPr>
          <p:cNvSpPr txBox="1"/>
          <p:nvPr/>
        </p:nvSpPr>
        <p:spPr>
          <a:xfrm>
            <a:off x="2928454" y="309837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  <p:cxnSp>
        <p:nvCxnSpPr>
          <p:cNvPr id="26" name="Straight Arrow Connector 81">
            <a:extLst>
              <a:ext uri="{FF2B5EF4-FFF2-40B4-BE49-F238E27FC236}">
                <a16:creationId xmlns:a16="http://schemas.microsoft.com/office/drawing/2014/main" id="{5F2933BF-399D-4108-F0FE-14E3BED400C6}"/>
              </a:ext>
            </a:extLst>
          </p:cNvPr>
          <p:cNvCxnSpPr>
            <a:cxnSpLocks/>
          </p:cNvCxnSpPr>
          <p:nvPr/>
        </p:nvCxnSpPr>
        <p:spPr>
          <a:xfrm>
            <a:off x="2346071" y="3584151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A83006CE-677B-10C0-907B-4F6E952BE26F}"/>
              </a:ext>
            </a:extLst>
          </p:cNvPr>
          <p:cNvSpPr txBox="1"/>
          <p:nvPr/>
        </p:nvSpPr>
        <p:spPr>
          <a:xfrm>
            <a:off x="2928454" y="33445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184812416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E9846E-93DE-7B46-CFF0-5CA363A99B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6A739A79-7398-1DF1-5A09-936867C3134A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2247D83D-A8B9-EC9B-EC5F-AE41A8B5306F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 with </a:t>
            </a:r>
            <a:r>
              <a:rPr lang="en-US" altLang="ko-KR" sz="1000" b="1"/>
              <a:t>iptables DROP</a:t>
            </a:r>
            <a:endParaRPr lang="ko-KR" altLang="en-US" sz="1000" b="1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2B313E4A-8FFF-8023-C696-4D1EEC0D4262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45AE5EEB-DFBC-F311-ACBB-763CD696E412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A413435C-F32A-D0B2-F471-0F12D45BDCC6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37805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1E44A8B4-D0EA-62BD-8390-7EF49FB7F122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12" name="Straight Arrow Connector 81">
            <a:extLst>
              <a:ext uri="{FF2B5EF4-FFF2-40B4-BE49-F238E27FC236}">
                <a16:creationId xmlns:a16="http://schemas.microsoft.com/office/drawing/2014/main" id="{67ED4FCC-B0F9-767F-5EA3-0B7DD1177904}"/>
              </a:ext>
            </a:extLst>
          </p:cNvPr>
          <p:cNvCxnSpPr>
            <a:cxnSpLocks/>
          </p:cNvCxnSpPr>
          <p:nvPr/>
        </p:nvCxnSpPr>
        <p:spPr>
          <a:xfrm>
            <a:off x="2346071" y="1573186"/>
            <a:ext cx="337805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3B2F6635-58D3-77E5-4B70-3E715B105A46}"/>
              </a:ext>
            </a:extLst>
          </p:cNvPr>
          <p:cNvSpPr txBox="1"/>
          <p:nvPr/>
        </p:nvSpPr>
        <p:spPr>
          <a:xfrm>
            <a:off x="2928454" y="132696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32" name="Straight Arrow Connector 81">
            <a:extLst>
              <a:ext uri="{FF2B5EF4-FFF2-40B4-BE49-F238E27FC236}">
                <a16:creationId xmlns:a16="http://schemas.microsoft.com/office/drawing/2014/main" id="{023970D5-C78D-D6C2-09E2-178350CAF966}"/>
              </a:ext>
            </a:extLst>
          </p:cNvPr>
          <p:cNvCxnSpPr>
            <a:cxnSpLocks/>
          </p:cNvCxnSpPr>
          <p:nvPr/>
        </p:nvCxnSpPr>
        <p:spPr>
          <a:xfrm>
            <a:off x="2346071" y="1941931"/>
            <a:ext cx="337805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910B15DD-2052-BEF9-9252-A656EDFC1037}"/>
              </a:ext>
            </a:extLst>
          </p:cNvPr>
          <p:cNvSpPr txBox="1"/>
          <p:nvPr/>
        </p:nvSpPr>
        <p:spPr>
          <a:xfrm>
            <a:off x="2928454" y="169571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E2BD90C4-6FA3-85AA-6601-6D881F4D8899}"/>
              </a:ext>
            </a:extLst>
          </p:cNvPr>
          <p:cNvCxnSpPr>
            <a:cxnSpLocks/>
          </p:cNvCxnSpPr>
          <p:nvPr/>
        </p:nvCxnSpPr>
        <p:spPr>
          <a:xfrm>
            <a:off x="2346071" y="2556223"/>
            <a:ext cx="337805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CC0F0CAC-4E10-0730-9D35-86FE499431A2}"/>
              </a:ext>
            </a:extLst>
          </p:cNvPr>
          <p:cNvSpPr txBox="1"/>
          <p:nvPr/>
        </p:nvSpPr>
        <p:spPr>
          <a:xfrm>
            <a:off x="2928454" y="231000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42" name="Straight Arrow Connector 81">
            <a:extLst>
              <a:ext uri="{FF2B5EF4-FFF2-40B4-BE49-F238E27FC236}">
                <a16:creationId xmlns:a16="http://schemas.microsoft.com/office/drawing/2014/main" id="{56767916-D7C5-C652-446F-40D2F32F2173}"/>
              </a:ext>
            </a:extLst>
          </p:cNvPr>
          <p:cNvCxnSpPr>
            <a:cxnSpLocks/>
          </p:cNvCxnSpPr>
          <p:nvPr/>
        </p:nvCxnSpPr>
        <p:spPr>
          <a:xfrm>
            <a:off x="2346071" y="2925813"/>
            <a:ext cx="337805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AFD49711-4B8B-754F-959E-8D170846BBE5}"/>
              </a:ext>
            </a:extLst>
          </p:cNvPr>
          <p:cNvSpPr txBox="1"/>
          <p:nvPr/>
        </p:nvSpPr>
        <p:spPr>
          <a:xfrm>
            <a:off x="2928454" y="26795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D6AF04DA-4B5F-69E3-8EDC-EA3396635B0A}"/>
              </a:ext>
            </a:extLst>
          </p:cNvPr>
          <p:cNvCxnSpPr>
            <a:cxnSpLocks/>
          </p:cNvCxnSpPr>
          <p:nvPr/>
        </p:nvCxnSpPr>
        <p:spPr>
          <a:xfrm>
            <a:off x="2346071" y="3294558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B3D2600B-C90C-C4F9-6229-1D80606E0558}"/>
              </a:ext>
            </a:extLst>
          </p:cNvPr>
          <p:cNvSpPr txBox="1"/>
          <p:nvPr/>
        </p:nvSpPr>
        <p:spPr>
          <a:xfrm>
            <a:off x="2928454" y="304833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51" name="Straight Arrow Connector 81">
            <a:extLst>
              <a:ext uri="{FF2B5EF4-FFF2-40B4-BE49-F238E27FC236}">
                <a16:creationId xmlns:a16="http://schemas.microsoft.com/office/drawing/2014/main" id="{2DAB456F-528B-79E3-59DD-87BA591D035C}"/>
              </a:ext>
            </a:extLst>
          </p:cNvPr>
          <p:cNvCxnSpPr>
            <a:cxnSpLocks/>
          </p:cNvCxnSpPr>
          <p:nvPr/>
        </p:nvCxnSpPr>
        <p:spPr>
          <a:xfrm>
            <a:off x="2346071" y="3909523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FF6EBBD6-CC4F-5F7E-AC3A-431DAC1C10A0}"/>
              </a:ext>
            </a:extLst>
          </p:cNvPr>
          <p:cNvSpPr txBox="1"/>
          <p:nvPr/>
        </p:nvSpPr>
        <p:spPr>
          <a:xfrm>
            <a:off x="2928454" y="366330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sp>
        <p:nvSpPr>
          <p:cNvPr id="3" name="호 2">
            <a:extLst>
              <a:ext uri="{FF2B5EF4-FFF2-40B4-BE49-F238E27FC236}">
                <a16:creationId xmlns:a16="http://schemas.microsoft.com/office/drawing/2014/main" id="{5CE7404B-5D57-89A6-B43C-D38A5C9F73CC}"/>
              </a:ext>
            </a:extLst>
          </p:cNvPr>
          <p:cNvSpPr/>
          <p:nvPr/>
        </p:nvSpPr>
        <p:spPr>
          <a:xfrm>
            <a:off x="6168329" y="1199086"/>
            <a:ext cx="276349" cy="741998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5DB4F46-CD50-EC84-04A5-649A77E56CB5}"/>
              </a:ext>
            </a:extLst>
          </p:cNvPr>
          <p:cNvSpPr txBox="1"/>
          <p:nvPr/>
        </p:nvSpPr>
        <p:spPr>
          <a:xfrm>
            <a:off x="6337278" y="1449489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3times</a:t>
            </a:r>
            <a:endParaRPr kumimoji="1" lang="ko-KR" altLang="en-US" sz="1000" i="1"/>
          </a:p>
        </p:txBody>
      </p:sp>
      <p:sp>
        <p:nvSpPr>
          <p:cNvPr id="10" name="호 9">
            <a:extLst>
              <a:ext uri="{FF2B5EF4-FFF2-40B4-BE49-F238E27FC236}">
                <a16:creationId xmlns:a16="http://schemas.microsoft.com/office/drawing/2014/main" id="{952A7466-22B2-43F9-51EB-8FBCC88C7604}"/>
              </a:ext>
            </a:extLst>
          </p:cNvPr>
          <p:cNvSpPr/>
          <p:nvPr/>
        </p:nvSpPr>
        <p:spPr>
          <a:xfrm>
            <a:off x="6168329" y="2551713"/>
            <a:ext cx="291216" cy="740118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6733D18-4D2E-E70E-BE16-188B0B70AE91}"/>
              </a:ext>
            </a:extLst>
          </p:cNvPr>
          <p:cNvSpPr txBox="1"/>
          <p:nvPr/>
        </p:nvSpPr>
        <p:spPr>
          <a:xfrm>
            <a:off x="6337278" y="2802116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3times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347388896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F9A73E-73FE-5BA7-3FF7-FB348C8386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5BE7D0D8-4636-0B05-5D3F-37FF85D6F93A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886A6A67-D264-3F23-31A6-414392DEA9D8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 with </a:t>
            </a:r>
            <a:r>
              <a:rPr lang="en-US" altLang="ko-KR" sz="1000" b="1"/>
              <a:t>iptables RESET</a:t>
            </a:r>
            <a:endParaRPr lang="ko-KR" altLang="en-US" sz="1000" b="1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64808149-04D8-DEA2-EC3B-04D892E65946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6156D552-D0C4-BA17-904A-195A13C6AD63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A26C3407-149D-D888-E421-898096A9EE2D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676B0C52-4066-3813-5D87-91C9F0EEC832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sp>
        <p:nvSpPr>
          <p:cNvPr id="13" name="호 12">
            <a:extLst>
              <a:ext uri="{FF2B5EF4-FFF2-40B4-BE49-F238E27FC236}">
                <a16:creationId xmlns:a16="http://schemas.microsoft.com/office/drawing/2014/main" id="{F0A0BAC2-5777-8091-4424-8FC88B9D9EC0}"/>
              </a:ext>
            </a:extLst>
          </p:cNvPr>
          <p:cNvSpPr/>
          <p:nvPr/>
        </p:nvSpPr>
        <p:spPr>
          <a:xfrm>
            <a:off x="6168329" y="1199086"/>
            <a:ext cx="276349" cy="741998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337D8D1-997F-09F8-6A16-636971CBF7F2}"/>
              </a:ext>
            </a:extLst>
          </p:cNvPr>
          <p:cNvSpPr txBox="1"/>
          <p:nvPr/>
        </p:nvSpPr>
        <p:spPr>
          <a:xfrm>
            <a:off x="6337278" y="1449489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3times</a:t>
            </a:r>
            <a:endParaRPr kumimoji="1" lang="ko-KR" altLang="en-US" sz="1000" i="1"/>
          </a:p>
        </p:txBody>
      </p:sp>
      <p:cxnSp>
        <p:nvCxnSpPr>
          <p:cNvPr id="7" name="Straight Arrow Connector 81">
            <a:extLst>
              <a:ext uri="{FF2B5EF4-FFF2-40B4-BE49-F238E27FC236}">
                <a16:creationId xmlns:a16="http://schemas.microsoft.com/office/drawing/2014/main" id="{5DE40EA3-DF6B-0191-80E9-BE2747FB2D12}"/>
              </a:ext>
            </a:extLst>
          </p:cNvPr>
          <p:cNvCxnSpPr>
            <a:cxnSpLocks/>
          </p:cNvCxnSpPr>
          <p:nvPr/>
        </p:nvCxnSpPr>
        <p:spPr>
          <a:xfrm>
            <a:off x="2346071" y="1264859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6F9FF146-0694-CEA1-A64E-E92C3A5F7C60}"/>
              </a:ext>
            </a:extLst>
          </p:cNvPr>
          <p:cNvSpPr txBox="1"/>
          <p:nvPr/>
        </p:nvSpPr>
        <p:spPr>
          <a:xfrm>
            <a:off x="2928454" y="126485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12" name="Straight Arrow Connector 81">
            <a:extLst>
              <a:ext uri="{FF2B5EF4-FFF2-40B4-BE49-F238E27FC236}">
                <a16:creationId xmlns:a16="http://schemas.microsoft.com/office/drawing/2014/main" id="{2992506D-7897-F2C8-7519-B5567396B20B}"/>
              </a:ext>
            </a:extLst>
          </p:cNvPr>
          <p:cNvCxnSpPr>
            <a:cxnSpLocks/>
          </p:cNvCxnSpPr>
          <p:nvPr/>
        </p:nvCxnSpPr>
        <p:spPr>
          <a:xfrm>
            <a:off x="2346071" y="157318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072C3AB6-5BB0-1727-7AA1-52F0C49C8F2A}"/>
              </a:ext>
            </a:extLst>
          </p:cNvPr>
          <p:cNvSpPr txBox="1"/>
          <p:nvPr/>
        </p:nvSpPr>
        <p:spPr>
          <a:xfrm>
            <a:off x="2928454" y="132696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372A8501-D0FE-E83B-8C44-9AD5A79E3353}"/>
              </a:ext>
            </a:extLst>
          </p:cNvPr>
          <p:cNvCxnSpPr>
            <a:cxnSpLocks/>
          </p:cNvCxnSpPr>
          <p:nvPr/>
        </p:nvCxnSpPr>
        <p:spPr>
          <a:xfrm>
            <a:off x="2346071" y="1634449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3DA67E6F-9C93-E1D5-25E2-B4EE6E14F39E}"/>
              </a:ext>
            </a:extLst>
          </p:cNvPr>
          <p:cNvSpPr txBox="1"/>
          <p:nvPr/>
        </p:nvSpPr>
        <p:spPr>
          <a:xfrm>
            <a:off x="2928454" y="163444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32" name="Straight Arrow Connector 81">
            <a:extLst>
              <a:ext uri="{FF2B5EF4-FFF2-40B4-BE49-F238E27FC236}">
                <a16:creationId xmlns:a16="http://schemas.microsoft.com/office/drawing/2014/main" id="{F86BCD9C-91D1-30BB-1857-D55A38C17393}"/>
              </a:ext>
            </a:extLst>
          </p:cNvPr>
          <p:cNvCxnSpPr>
            <a:cxnSpLocks/>
          </p:cNvCxnSpPr>
          <p:nvPr/>
        </p:nvCxnSpPr>
        <p:spPr>
          <a:xfrm>
            <a:off x="2346071" y="1941931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AE0B1EA9-0B30-A43C-CBEF-3571B52D8B9E}"/>
              </a:ext>
            </a:extLst>
          </p:cNvPr>
          <p:cNvSpPr txBox="1"/>
          <p:nvPr/>
        </p:nvSpPr>
        <p:spPr>
          <a:xfrm>
            <a:off x="2928454" y="169571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34" name="Straight Arrow Connector 81">
            <a:extLst>
              <a:ext uri="{FF2B5EF4-FFF2-40B4-BE49-F238E27FC236}">
                <a16:creationId xmlns:a16="http://schemas.microsoft.com/office/drawing/2014/main" id="{054BDD6E-2FA4-3DBC-0BAD-4283BAADD2D9}"/>
              </a:ext>
            </a:extLst>
          </p:cNvPr>
          <p:cNvCxnSpPr>
            <a:cxnSpLocks/>
          </p:cNvCxnSpPr>
          <p:nvPr/>
        </p:nvCxnSpPr>
        <p:spPr>
          <a:xfrm>
            <a:off x="2346071" y="2003194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44B017BC-991C-AD65-1904-5C6F0CDF9545}"/>
              </a:ext>
            </a:extLst>
          </p:cNvPr>
          <p:cNvSpPr txBox="1"/>
          <p:nvPr/>
        </p:nvSpPr>
        <p:spPr>
          <a:xfrm>
            <a:off x="2928454" y="200319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6F5FEACF-3ACA-03D5-70C7-19EA84058C6D}"/>
              </a:ext>
            </a:extLst>
          </p:cNvPr>
          <p:cNvCxnSpPr>
            <a:cxnSpLocks/>
          </p:cNvCxnSpPr>
          <p:nvPr/>
        </p:nvCxnSpPr>
        <p:spPr>
          <a:xfrm>
            <a:off x="2346071" y="2556223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DD535CE9-4DE8-633D-6DAD-11553F4247D8}"/>
              </a:ext>
            </a:extLst>
          </p:cNvPr>
          <p:cNvSpPr txBox="1"/>
          <p:nvPr/>
        </p:nvSpPr>
        <p:spPr>
          <a:xfrm>
            <a:off x="2928454" y="231000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sp>
        <p:nvSpPr>
          <p:cNvPr id="38" name="호 37">
            <a:extLst>
              <a:ext uri="{FF2B5EF4-FFF2-40B4-BE49-F238E27FC236}">
                <a16:creationId xmlns:a16="http://schemas.microsoft.com/office/drawing/2014/main" id="{67892C83-169A-B2BE-3A5B-48806F9346F0}"/>
              </a:ext>
            </a:extLst>
          </p:cNvPr>
          <p:cNvSpPr/>
          <p:nvPr/>
        </p:nvSpPr>
        <p:spPr>
          <a:xfrm>
            <a:off x="6168329" y="2551713"/>
            <a:ext cx="291216" cy="740118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0B56C59-29F0-AC52-F99C-0BB709255BFE}"/>
              </a:ext>
            </a:extLst>
          </p:cNvPr>
          <p:cNvSpPr txBox="1"/>
          <p:nvPr/>
        </p:nvSpPr>
        <p:spPr>
          <a:xfrm>
            <a:off x="6337278" y="2802116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3times</a:t>
            </a:r>
            <a:endParaRPr kumimoji="1" lang="ko-KR" altLang="en-US" sz="1000" i="1"/>
          </a:p>
        </p:txBody>
      </p:sp>
      <p:cxnSp>
        <p:nvCxnSpPr>
          <p:cNvPr id="40" name="Straight Arrow Connector 81">
            <a:extLst>
              <a:ext uri="{FF2B5EF4-FFF2-40B4-BE49-F238E27FC236}">
                <a16:creationId xmlns:a16="http://schemas.microsoft.com/office/drawing/2014/main" id="{CB047370-A1D1-79FB-507A-A4DFDBDB48D9}"/>
              </a:ext>
            </a:extLst>
          </p:cNvPr>
          <p:cNvCxnSpPr>
            <a:cxnSpLocks/>
          </p:cNvCxnSpPr>
          <p:nvPr/>
        </p:nvCxnSpPr>
        <p:spPr>
          <a:xfrm>
            <a:off x="2346071" y="261748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3B2D9504-C38D-1FFF-0E5E-268413E94871}"/>
              </a:ext>
            </a:extLst>
          </p:cNvPr>
          <p:cNvSpPr txBox="1"/>
          <p:nvPr/>
        </p:nvSpPr>
        <p:spPr>
          <a:xfrm>
            <a:off x="2928454" y="261748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42" name="Straight Arrow Connector 81">
            <a:extLst>
              <a:ext uri="{FF2B5EF4-FFF2-40B4-BE49-F238E27FC236}">
                <a16:creationId xmlns:a16="http://schemas.microsoft.com/office/drawing/2014/main" id="{3E1C0C04-F759-A99B-8B4E-04DBBFDAB212}"/>
              </a:ext>
            </a:extLst>
          </p:cNvPr>
          <p:cNvCxnSpPr>
            <a:cxnSpLocks/>
          </p:cNvCxnSpPr>
          <p:nvPr/>
        </p:nvCxnSpPr>
        <p:spPr>
          <a:xfrm>
            <a:off x="2346071" y="2925813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CE1298CA-2A75-1EBE-8141-3F011DEEE8F8}"/>
              </a:ext>
            </a:extLst>
          </p:cNvPr>
          <p:cNvSpPr txBox="1"/>
          <p:nvPr/>
        </p:nvSpPr>
        <p:spPr>
          <a:xfrm>
            <a:off x="2928454" y="26795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44" name="Straight Arrow Connector 81">
            <a:extLst>
              <a:ext uri="{FF2B5EF4-FFF2-40B4-BE49-F238E27FC236}">
                <a16:creationId xmlns:a16="http://schemas.microsoft.com/office/drawing/2014/main" id="{6DDF2384-9065-5A99-C22E-0E78EDC8ABAB}"/>
              </a:ext>
            </a:extLst>
          </p:cNvPr>
          <p:cNvCxnSpPr>
            <a:cxnSpLocks/>
          </p:cNvCxnSpPr>
          <p:nvPr/>
        </p:nvCxnSpPr>
        <p:spPr>
          <a:xfrm>
            <a:off x="2346071" y="298707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DDBBF713-7DDE-DA4F-2CE3-4BC4CC5698CD}"/>
              </a:ext>
            </a:extLst>
          </p:cNvPr>
          <p:cNvSpPr txBox="1"/>
          <p:nvPr/>
        </p:nvSpPr>
        <p:spPr>
          <a:xfrm>
            <a:off x="2928454" y="29870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3AF615AF-39A5-3D3B-3ECA-E3E9D0CBD68B}"/>
              </a:ext>
            </a:extLst>
          </p:cNvPr>
          <p:cNvCxnSpPr>
            <a:cxnSpLocks/>
          </p:cNvCxnSpPr>
          <p:nvPr/>
        </p:nvCxnSpPr>
        <p:spPr>
          <a:xfrm>
            <a:off x="2346071" y="3294558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53512A37-9C14-018B-32BE-5AB8F6B8874A}"/>
              </a:ext>
            </a:extLst>
          </p:cNvPr>
          <p:cNvSpPr txBox="1"/>
          <p:nvPr/>
        </p:nvSpPr>
        <p:spPr>
          <a:xfrm>
            <a:off x="2928454" y="304833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51" name="Straight Arrow Connector 81">
            <a:extLst>
              <a:ext uri="{FF2B5EF4-FFF2-40B4-BE49-F238E27FC236}">
                <a16:creationId xmlns:a16="http://schemas.microsoft.com/office/drawing/2014/main" id="{5152A37B-C53B-F7AB-EFE0-16A2797D1541}"/>
              </a:ext>
            </a:extLst>
          </p:cNvPr>
          <p:cNvCxnSpPr>
            <a:cxnSpLocks/>
          </p:cNvCxnSpPr>
          <p:nvPr/>
        </p:nvCxnSpPr>
        <p:spPr>
          <a:xfrm>
            <a:off x="2346071" y="3909523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6E009FED-1A2B-FE7E-FD11-453FA1BB225B}"/>
              </a:ext>
            </a:extLst>
          </p:cNvPr>
          <p:cNvSpPr txBox="1"/>
          <p:nvPr/>
        </p:nvSpPr>
        <p:spPr>
          <a:xfrm>
            <a:off x="2928454" y="366330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149469053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B47C03-8604-8855-A140-9F4EEE3F68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A3921287-DE4A-277B-2F43-EEF650BB928A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7EA3AE83-9389-EE9B-C85F-EE90AE117C10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C044EB1E-B38E-A148-6C44-5DD54E6FD97A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FAA025F6-DCDA-96CC-E482-D8998BF4996D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C3910DC2-8FB1-966B-02B2-FCAA2292CAE5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6BB569B8-566E-8A4B-3850-9862BCB57E1B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sp>
        <p:nvSpPr>
          <p:cNvPr id="13" name="호 12">
            <a:extLst>
              <a:ext uri="{FF2B5EF4-FFF2-40B4-BE49-F238E27FC236}">
                <a16:creationId xmlns:a16="http://schemas.microsoft.com/office/drawing/2014/main" id="{63CB48C8-9AFC-1197-17E3-80EB9491D68F}"/>
              </a:ext>
            </a:extLst>
          </p:cNvPr>
          <p:cNvSpPr/>
          <p:nvPr/>
        </p:nvSpPr>
        <p:spPr>
          <a:xfrm>
            <a:off x="6168329" y="1199086"/>
            <a:ext cx="276349" cy="741998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D7FDF94-EFE3-D6EF-5614-B2D20E9768AC}"/>
              </a:ext>
            </a:extLst>
          </p:cNvPr>
          <p:cNvSpPr txBox="1"/>
          <p:nvPr/>
        </p:nvSpPr>
        <p:spPr>
          <a:xfrm>
            <a:off x="6337278" y="1449489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3times</a:t>
            </a:r>
            <a:endParaRPr kumimoji="1" lang="ko-KR" altLang="en-US" sz="1000" i="1"/>
          </a:p>
        </p:txBody>
      </p:sp>
      <p:cxnSp>
        <p:nvCxnSpPr>
          <p:cNvPr id="7" name="Straight Arrow Connector 81">
            <a:extLst>
              <a:ext uri="{FF2B5EF4-FFF2-40B4-BE49-F238E27FC236}">
                <a16:creationId xmlns:a16="http://schemas.microsoft.com/office/drawing/2014/main" id="{3EF49D4C-55EC-0F5B-04B2-C7C00CF860D1}"/>
              </a:ext>
            </a:extLst>
          </p:cNvPr>
          <p:cNvCxnSpPr>
            <a:cxnSpLocks/>
          </p:cNvCxnSpPr>
          <p:nvPr/>
        </p:nvCxnSpPr>
        <p:spPr>
          <a:xfrm>
            <a:off x="2346071" y="1264859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B24CC50B-7398-456C-F972-22C19214AD1B}"/>
              </a:ext>
            </a:extLst>
          </p:cNvPr>
          <p:cNvSpPr txBox="1"/>
          <p:nvPr/>
        </p:nvSpPr>
        <p:spPr>
          <a:xfrm>
            <a:off x="2928454" y="126485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12" name="Straight Arrow Connector 81">
            <a:extLst>
              <a:ext uri="{FF2B5EF4-FFF2-40B4-BE49-F238E27FC236}">
                <a16:creationId xmlns:a16="http://schemas.microsoft.com/office/drawing/2014/main" id="{509D3887-C167-5845-FF27-B2740E1F6B78}"/>
              </a:ext>
            </a:extLst>
          </p:cNvPr>
          <p:cNvCxnSpPr>
            <a:cxnSpLocks/>
          </p:cNvCxnSpPr>
          <p:nvPr/>
        </p:nvCxnSpPr>
        <p:spPr>
          <a:xfrm>
            <a:off x="2346071" y="157318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A59AA48B-D489-02AC-57AD-B755F92A27B2}"/>
              </a:ext>
            </a:extLst>
          </p:cNvPr>
          <p:cNvSpPr txBox="1"/>
          <p:nvPr/>
        </p:nvSpPr>
        <p:spPr>
          <a:xfrm>
            <a:off x="2928454" y="132696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C7381311-C275-4B48-77E3-F57CD88FCDB3}"/>
              </a:ext>
            </a:extLst>
          </p:cNvPr>
          <p:cNvCxnSpPr>
            <a:cxnSpLocks/>
          </p:cNvCxnSpPr>
          <p:nvPr/>
        </p:nvCxnSpPr>
        <p:spPr>
          <a:xfrm>
            <a:off x="2346071" y="1634449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7436EAC3-8CA8-873D-E962-DF07C695D9EA}"/>
              </a:ext>
            </a:extLst>
          </p:cNvPr>
          <p:cNvSpPr txBox="1"/>
          <p:nvPr/>
        </p:nvSpPr>
        <p:spPr>
          <a:xfrm>
            <a:off x="2928454" y="163444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32" name="Straight Arrow Connector 81">
            <a:extLst>
              <a:ext uri="{FF2B5EF4-FFF2-40B4-BE49-F238E27FC236}">
                <a16:creationId xmlns:a16="http://schemas.microsoft.com/office/drawing/2014/main" id="{55387091-048A-DC75-4CD7-D18B293B1A1D}"/>
              </a:ext>
            </a:extLst>
          </p:cNvPr>
          <p:cNvCxnSpPr>
            <a:cxnSpLocks/>
          </p:cNvCxnSpPr>
          <p:nvPr/>
        </p:nvCxnSpPr>
        <p:spPr>
          <a:xfrm>
            <a:off x="2346071" y="1941931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D165F276-8FD8-05D3-B5B3-8F18F4FB62CC}"/>
              </a:ext>
            </a:extLst>
          </p:cNvPr>
          <p:cNvSpPr txBox="1"/>
          <p:nvPr/>
        </p:nvSpPr>
        <p:spPr>
          <a:xfrm>
            <a:off x="2928454" y="169571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34" name="Straight Arrow Connector 81">
            <a:extLst>
              <a:ext uri="{FF2B5EF4-FFF2-40B4-BE49-F238E27FC236}">
                <a16:creationId xmlns:a16="http://schemas.microsoft.com/office/drawing/2014/main" id="{6EAF61D1-4BCB-5DF0-A218-7971B4B9C96B}"/>
              </a:ext>
            </a:extLst>
          </p:cNvPr>
          <p:cNvCxnSpPr>
            <a:cxnSpLocks/>
          </p:cNvCxnSpPr>
          <p:nvPr/>
        </p:nvCxnSpPr>
        <p:spPr>
          <a:xfrm>
            <a:off x="2346071" y="2003194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9FD5FDBF-2876-BC51-C4A5-E9CC294C8847}"/>
              </a:ext>
            </a:extLst>
          </p:cNvPr>
          <p:cNvSpPr txBox="1"/>
          <p:nvPr/>
        </p:nvSpPr>
        <p:spPr>
          <a:xfrm>
            <a:off x="2928454" y="200319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3DE2B306-823A-E86B-7D03-DF7A85622EE5}"/>
              </a:ext>
            </a:extLst>
          </p:cNvPr>
          <p:cNvCxnSpPr>
            <a:cxnSpLocks/>
          </p:cNvCxnSpPr>
          <p:nvPr/>
        </p:nvCxnSpPr>
        <p:spPr>
          <a:xfrm>
            <a:off x="2346071" y="2556223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C243A749-ADD6-EE6C-EE40-2AA14F676275}"/>
              </a:ext>
            </a:extLst>
          </p:cNvPr>
          <p:cNvSpPr txBox="1"/>
          <p:nvPr/>
        </p:nvSpPr>
        <p:spPr>
          <a:xfrm>
            <a:off x="2928454" y="231000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sp>
        <p:nvSpPr>
          <p:cNvPr id="38" name="호 37">
            <a:extLst>
              <a:ext uri="{FF2B5EF4-FFF2-40B4-BE49-F238E27FC236}">
                <a16:creationId xmlns:a16="http://schemas.microsoft.com/office/drawing/2014/main" id="{79EF7BB9-C6BD-D40F-9EC5-8BD92591603A}"/>
              </a:ext>
            </a:extLst>
          </p:cNvPr>
          <p:cNvSpPr/>
          <p:nvPr/>
        </p:nvSpPr>
        <p:spPr>
          <a:xfrm>
            <a:off x="6168329" y="2551713"/>
            <a:ext cx="291216" cy="740118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9240B6D-D301-6BF5-D225-127FC2B2F58A}"/>
              </a:ext>
            </a:extLst>
          </p:cNvPr>
          <p:cNvSpPr txBox="1"/>
          <p:nvPr/>
        </p:nvSpPr>
        <p:spPr>
          <a:xfrm>
            <a:off x="6337278" y="2802116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3times</a:t>
            </a:r>
            <a:endParaRPr kumimoji="1" lang="ko-KR" altLang="en-US" sz="1000" i="1"/>
          </a:p>
        </p:txBody>
      </p:sp>
      <p:cxnSp>
        <p:nvCxnSpPr>
          <p:cNvPr id="40" name="Straight Arrow Connector 81">
            <a:extLst>
              <a:ext uri="{FF2B5EF4-FFF2-40B4-BE49-F238E27FC236}">
                <a16:creationId xmlns:a16="http://schemas.microsoft.com/office/drawing/2014/main" id="{CEB081EA-5EEC-6457-9E4C-C29E0264FC72}"/>
              </a:ext>
            </a:extLst>
          </p:cNvPr>
          <p:cNvCxnSpPr>
            <a:cxnSpLocks/>
          </p:cNvCxnSpPr>
          <p:nvPr/>
        </p:nvCxnSpPr>
        <p:spPr>
          <a:xfrm>
            <a:off x="2346071" y="261748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D34BF60F-6E76-00A6-4AC9-37698736C4D3}"/>
              </a:ext>
            </a:extLst>
          </p:cNvPr>
          <p:cNvSpPr txBox="1"/>
          <p:nvPr/>
        </p:nvSpPr>
        <p:spPr>
          <a:xfrm>
            <a:off x="2928454" y="261748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42" name="Straight Arrow Connector 81">
            <a:extLst>
              <a:ext uri="{FF2B5EF4-FFF2-40B4-BE49-F238E27FC236}">
                <a16:creationId xmlns:a16="http://schemas.microsoft.com/office/drawing/2014/main" id="{EE5D3499-F3E7-9278-3769-7FB0F408E3D4}"/>
              </a:ext>
            </a:extLst>
          </p:cNvPr>
          <p:cNvCxnSpPr>
            <a:cxnSpLocks/>
          </p:cNvCxnSpPr>
          <p:nvPr/>
        </p:nvCxnSpPr>
        <p:spPr>
          <a:xfrm>
            <a:off x="2346071" y="2925813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8458627A-3EA7-52A8-19CB-70908589A2E8}"/>
              </a:ext>
            </a:extLst>
          </p:cNvPr>
          <p:cNvSpPr txBox="1"/>
          <p:nvPr/>
        </p:nvSpPr>
        <p:spPr>
          <a:xfrm>
            <a:off x="2928454" y="26795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44" name="Straight Arrow Connector 81">
            <a:extLst>
              <a:ext uri="{FF2B5EF4-FFF2-40B4-BE49-F238E27FC236}">
                <a16:creationId xmlns:a16="http://schemas.microsoft.com/office/drawing/2014/main" id="{AC11F974-8DE8-AD43-DBB2-2994B74E8904}"/>
              </a:ext>
            </a:extLst>
          </p:cNvPr>
          <p:cNvCxnSpPr>
            <a:cxnSpLocks/>
          </p:cNvCxnSpPr>
          <p:nvPr/>
        </p:nvCxnSpPr>
        <p:spPr>
          <a:xfrm>
            <a:off x="2346071" y="298707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6B9F73D7-4644-420E-6E92-A0B36281B7BF}"/>
              </a:ext>
            </a:extLst>
          </p:cNvPr>
          <p:cNvSpPr txBox="1"/>
          <p:nvPr/>
        </p:nvSpPr>
        <p:spPr>
          <a:xfrm>
            <a:off x="2928454" y="29870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57BCC680-FCD5-624B-BBFA-46EEA3EFAE3E}"/>
              </a:ext>
            </a:extLst>
          </p:cNvPr>
          <p:cNvCxnSpPr>
            <a:cxnSpLocks/>
          </p:cNvCxnSpPr>
          <p:nvPr/>
        </p:nvCxnSpPr>
        <p:spPr>
          <a:xfrm>
            <a:off x="2346071" y="3294558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25DE74D5-B66B-CE63-827F-D5AF34C7AFC1}"/>
              </a:ext>
            </a:extLst>
          </p:cNvPr>
          <p:cNvSpPr txBox="1"/>
          <p:nvPr/>
        </p:nvSpPr>
        <p:spPr>
          <a:xfrm>
            <a:off x="2928454" y="304833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51" name="Straight Arrow Connector 81">
            <a:extLst>
              <a:ext uri="{FF2B5EF4-FFF2-40B4-BE49-F238E27FC236}">
                <a16:creationId xmlns:a16="http://schemas.microsoft.com/office/drawing/2014/main" id="{95C23966-0E48-06F3-7FF8-F11F00E53A5D}"/>
              </a:ext>
            </a:extLst>
          </p:cNvPr>
          <p:cNvCxnSpPr>
            <a:cxnSpLocks/>
          </p:cNvCxnSpPr>
          <p:nvPr/>
        </p:nvCxnSpPr>
        <p:spPr>
          <a:xfrm>
            <a:off x="2346071" y="3909523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2A113F1B-85EE-B66E-8ADF-D8C430461B08}"/>
              </a:ext>
            </a:extLst>
          </p:cNvPr>
          <p:cNvSpPr txBox="1"/>
          <p:nvPr/>
        </p:nvSpPr>
        <p:spPr>
          <a:xfrm>
            <a:off x="2928454" y="366330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271760907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7D8BC0-362D-14EE-5098-F76C2B5A45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D01B1821-9F0D-BB8B-F841-12BC00A45ED0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90EECB49-034C-1BA9-0FCF-CCB4DE231C5B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99155572-EE10-0E76-CC22-41D55270BDE9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4FC29E80-131D-CDD1-18FD-1B6BA39E899C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7A358CCC-C45E-5AB4-705E-1F8018AF1ECD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58238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4E4B68DE-38BC-3067-4244-964156DBFBED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51265255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FCDAF6F-36A8-4218-B6A6-DDEC7E90E7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3DAEA3F-4B24-4A62-8C09-1B4372D308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0833439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109E44-1A46-B2CD-E2CC-332E4151EF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BB8DF1DD-9531-EA2E-D38F-58866FCB8445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EFA98641-E4C7-C964-894E-4667869452D9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0C4CAD2A-6379-3AE5-B5B8-902E4AC0101C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D961DCA0-D61E-6625-AB46-B154CE3861F3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5E08A13B-8278-3746-8100-C6817BAB4EC2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5163CE11-D96A-B719-EDAF-8395F8C9E007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mock-server:8080/delay/10000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3219319F-9135-83F3-F4F8-15C128726505}"/>
              </a:ext>
            </a:extLst>
          </p:cNvPr>
          <p:cNvCxnSpPr>
            <a:cxnSpLocks/>
          </p:cNvCxnSpPr>
          <p:nvPr/>
        </p:nvCxnSpPr>
        <p:spPr>
          <a:xfrm>
            <a:off x="2346071" y="1626621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BB319C13-7B9D-3C05-92F4-9A6BE4F1F413}"/>
              </a:ext>
            </a:extLst>
          </p:cNvPr>
          <p:cNvSpPr txBox="1"/>
          <p:nvPr/>
        </p:nvSpPr>
        <p:spPr>
          <a:xfrm>
            <a:off x="2928454" y="138040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3" name="Straight Arrow Connector 81">
            <a:extLst>
              <a:ext uri="{FF2B5EF4-FFF2-40B4-BE49-F238E27FC236}">
                <a16:creationId xmlns:a16="http://schemas.microsoft.com/office/drawing/2014/main" id="{87A44243-E44E-5801-484D-9B8DB8DBAAD4}"/>
              </a:ext>
            </a:extLst>
          </p:cNvPr>
          <p:cNvCxnSpPr>
            <a:cxnSpLocks/>
          </p:cNvCxnSpPr>
          <p:nvPr/>
        </p:nvCxnSpPr>
        <p:spPr>
          <a:xfrm>
            <a:off x="2346071" y="1707654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F43B22D4-C705-035A-ED97-B5FE0C281860}"/>
              </a:ext>
            </a:extLst>
          </p:cNvPr>
          <p:cNvSpPr txBox="1"/>
          <p:nvPr/>
        </p:nvSpPr>
        <p:spPr>
          <a:xfrm>
            <a:off x="2928454" y="170765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92020276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01010A-A1EF-2B1B-F120-E35D3BB08A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420FBD69-F2A8-B166-5018-CAAAFA067EF0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B03BC163-5975-9200-B868-5F3417050237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94359EBC-A245-048F-782D-5D58A081B510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ED7FD069-C200-2BF6-4EAA-53C326ED95AB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8DAD27EB-1403-DA88-312B-D642AFA325C3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mock-server:8080/disconnect/1000</a:t>
            </a:r>
            <a:endParaRPr kumimoji="1" lang="ko-KR" altLang="en-US" sz="1000" i="1"/>
          </a:p>
        </p:txBody>
      </p: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436B011A-667C-46AE-C8E9-B18CDC602A04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684F40FA-3A5E-FEB2-616D-BA19202EB181}"/>
              </a:ext>
            </a:extLst>
          </p:cNvPr>
          <p:cNvCxnSpPr>
            <a:cxnSpLocks/>
          </p:cNvCxnSpPr>
          <p:nvPr/>
        </p:nvCxnSpPr>
        <p:spPr>
          <a:xfrm>
            <a:off x="2346071" y="1626621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8E0BA1D4-B024-B064-7724-67AE51A28462}"/>
              </a:ext>
            </a:extLst>
          </p:cNvPr>
          <p:cNvSpPr txBox="1"/>
          <p:nvPr/>
        </p:nvSpPr>
        <p:spPr>
          <a:xfrm>
            <a:off x="2928454" y="138040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3" name="Straight Arrow Connector 81">
            <a:extLst>
              <a:ext uri="{FF2B5EF4-FFF2-40B4-BE49-F238E27FC236}">
                <a16:creationId xmlns:a16="http://schemas.microsoft.com/office/drawing/2014/main" id="{7F1FACCB-BF9D-CEFF-3216-166A4F284CBA}"/>
              </a:ext>
            </a:extLst>
          </p:cNvPr>
          <p:cNvCxnSpPr>
            <a:cxnSpLocks/>
          </p:cNvCxnSpPr>
          <p:nvPr/>
        </p:nvCxnSpPr>
        <p:spPr>
          <a:xfrm>
            <a:off x="2346071" y="1707654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33E18ABD-7A7A-1CF9-530F-DBA604B703DA}"/>
              </a:ext>
            </a:extLst>
          </p:cNvPr>
          <p:cNvSpPr txBox="1"/>
          <p:nvPr/>
        </p:nvSpPr>
        <p:spPr>
          <a:xfrm>
            <a:off x="2928454" y="170765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sp>
        <p:nvSpPr>
          <p:cNvPr id="9" name="호 8">
            <a:extLst>
              <a:ext uri="{FF2B5EF4-FFF2-40B4-BE49-F238E27FC236}">
                <a16:creationId xmlns:a16="http://schemas.microsoft.com/office/drawing/2014/main" id="{98D0E240-0273-A2AC-C50C-ED9A814C4DFB}"/>
              </a:ext>
            </a:extLst>
          </p:cNvPr>
          <p:cNvSpPr/>
          <p:nvPr/>
        </p:nvSpPr>
        <p:spPr>
          <a:xfrm>
            <a:off x="6168328" y="1199085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DF432B1-B870-B44F-43D4-63BC2E1FC2E5}"/>
              </a:ext>
            </a:extLst>
          </p:cNvPr>
          <p:cNvSpPr txBox="1"/>
          <p:nvPr/>
        </p:nvSpPr>
        <p:spPr>
          <a:xfrm>
            <a:off x="6337278" y="1287483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1000ms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20693091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63546</TotalTime>
  <Words>1212</Words>
  <Application>Microsoft Macintosh PowerPoint</Application>
  <PresentationFormat>화면 슬라이드 쇼(16:9)</PresentationFormat>
  <Paragraphs>513</Paragraphs>
  <Slides>38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38</vt:i4>
      </vt:variant>
    </vt:vector>
  </HeadingPairs>
  <TitlesOfParts>
    <vt:vector size="41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R&amp;D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Microsoft Corporation</dc:creator>
  <cp:lastModifiedBy>정섭 신</cp:lastModifiedBy>
  <cp:revision>5603</cp:revision>
  <dcterms:created xsi:type="dcterms:W3CDTF">2006-10-05T04:04:58Z</dcterms:created>
  <dcterms:modified xsi:type="dcterms:W3CDTF">2026-01-11T11:49:48Z</dcterms:modified>
</cp:coreProperties>
</file>
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398" r:id="rId2"/>
    <p:sldId id="425" r:id="rId3"/>
    <p:sldId id="421" r:id="rId4"/>
    <p:sldId id="422" r:id="rId5"/>
    <p:sldId id="423" r:id="rId6"/>
    <p:sldId id="419" r:id="rId7"/>
    <p:sldId id="420" r:id="rId8"/>
    <p:sldId id="426" r:id="rId9"/>
    <p:sldId id="427" r:id="rId10"/>
    <p:sldId id="428" r:id="rId11"/>
    <p:sldId id="424" r:id="rId12"/>
    <p:sldId id="429" r:id="rId13"/>
    <p:sldId id="430" r:id="rId14"/>
    <p:sldId id="431" r:id="rId15"/>
    <p:sldId id="432" r:id="rId16"/>
    <p:sldId id="433" r:id="rId17"/>
    <p:sldId id="434" r:id="rId18"/>
    <p:sldId id="435" r:id="rId19"/>
    <p:sldId id="436" r:id="rId20"/>
    <p:sldId id="437" r:id="rId21"/>
    <p:sldId id="413" r:id="rId22"/>
    <p:sldId id="414" r:id="rId23"/>
    <p:sldId id="415" r:id="rId24"/>
    <p:sldId id="403" r:id="rId25"/>
    <p:sldId id="399" r:id="rId26"/>
    <p:sldId id="400" r:id="rId27"/>
    <p:sldId id="401" r:id="rId28"/>
    <p:sldId id="402" r:id="rId29"/>
    <p:sldId id="404" r:id="rId30"/>
    <p:sldId id="405" r:id="rId31"/>
    <p:sldId id="408" r:id="rId32"/>
    <p:sldId id="407" r:id="rId33"/>
    <p:sldId id="409" r:id="rId34"/>
    <p:sldId id="410" r:id="rId35"/>
    <p:sldId id="387" r:id="rId36"/>
    <p:sldId id="411" r:id="rId37"/>
    <p:sldId id="412" r:id="rId3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87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469A-990A-21D2-ADEE-7EFB4D4F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E1421944-E955-0755-1748-5FB76F198AA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B4CD3DB-7FCB-A4AE-8FEE-F4A0F688171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561BF94-A1F5-E83C-13D6-74738CE837F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9927F52-7A87-8DCA-5153-6BA9F74C7E4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0E9B784-70E9-A1B1-C519-5196AE0AC85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BD11923-9BD8-B896-05E3-3F596B4F449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86ED5DC-4053-B611-0E7B-9BC1D84D8EE0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2D1552C-6218-EE8E-31E8-6EEFB5D7B3A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F038430-9C38-47B3-4E67-3D5453DA97D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E90069F-FBFF-B08A-7649-60A2B1ECB50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6C99D28-3159-2273-9AA3-FE9E1FB919B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00E884D-5157-2B3A-3AB5-7B69F1D380F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AEE8836-3AD8-8CF3-89CB-C84AE356063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C560726-5BB4-D246-67B6-C242B506333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0536F2-1CCC-99F0-8EAB-1DAB48C2E9A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62B0559-6095-1175-84AF-0108EA34C51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3B993C-DFEB-CF48-7C99-B103252E6117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290B414-2077-03F0-12CA-8E701FA5ECDC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AB65D176-B0AE-7ED7-0CA3-3CBF43CCC7C1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71F3401-4DB6-E1A3-4058-EAA7205BDF31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ED037383-3E51-EC01-0D7A-629AB96B321C}"/>
              </a:ext>
            </a:extLst>
          </p:cNvPr>
          <p:cNvCxnSpPr>
            <a:cxnSpLocks/>
          </p:cNvCxnSpPr>
          <p:nvPr/>
        </p:nvCxnSpPr>
        <p:spPr>
          <a:xfrm>
            <a:off x="5462033" y="228371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5E4A917-B6DF-88E1-E549-591A47BED4B4}"/>
              </a:ext>
            </a:extLst>
          </p:cNvPr>
          <p:cNvSpPr txBox="1"/>
          <p:nvPr/>
        </p:nvSpPr>
        <p:spPr>
          <a:xfrm>
            <a:off x="5462032" y="203749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85625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48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68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1928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54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218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31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21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30" name="호 29">
            <a:extLst>
              <a:ext uri="{FF2B5EF4-FFF2-40B4-BE49-F238E27FC236}">
                <a16:creationId xmlns:a16="http://schemas.microsoft.com/office/drawing/2014/main" id="{530F991D-0535-28F6-CEFD-F38F2D838BC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E49FB2-9594-B138-A6A9-388215BBFD74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B8CE26C4-C415-E104-E376-442637C3A67B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107C-8AD4-AB22-C6C4-2D86B387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4BDBC81-C6A3-4676-DFEF-E940FFE4AE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1332B54-59A2-19AD-AA55-10B6280A4FC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1414866-1E85-E51B-2182-6A979716CDB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416C6F59-DAF9-7B9B-535F-264F2FEBBD2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D148650-E683-2E94-F98A-850E19317B3D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75EB613-4F35-DF70-63F2-7215C1EF560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6AC4197-3F19-3334-9C6E-37DCFA1B4D5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AACC0CB-ADDF-C84A-9E51-F265AA71538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16F8125-092B-0270-9968-FAF3D83477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9280C47-811E-40F4-922A-2265D7C4E6E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1B3CAFE-D6ED-CFA5-3B3A-A269977DFD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19001FE-F9F3-9223-D4B3-0EE263E0553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DB0685A9-0DCF-4AC5-F67B-A31A6896D5EA}"/>
              </a:ext>
            </a:extLst>
          </p:cNvPr>
          <p:cNvCxnSpPr>
            <a:cxnSpLocks/>
          </p:cNvCxnSpPr>
          <p:nvPr/>
        </p:nvCxnSpPr>
        <p:spPr>
          <a:xfrm>
            <a:off x="5462033" y="200396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E86E0F5-C09C-4255-B49A-C22B45C1C18D}"/>
              </a:ext>
            </a:extLst>
          </p:cNvPr>
          <p:cNvSpPr txBox="1"/>
          <p:nvPr/>
        </p:nvSpPr>
        <p:spPr>
          <a:xfrm>
            <a:off x="5584334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55DD878-D367-BFC2-CD71-3EDF8D64C43A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876FC0DB-1405-2661-E632-A1E00BAA4F0B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1FBD4573-2D43-190F-89EB-301A74A81514}"/>
              </a:ext>
            </a:extLst>
          </p:cNvPr>
          <p:cNvCxnSpPr>
            <a:cxnSpLocks/>
          </p:cNvCxnSpPr>
          <p:nvPr/>
        </p:nvCxnSpPr>
        <p:spPr>
          <a:xfrm>
            <a:off x="3681977" y="207597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72283F-0769-58E3-775B-B698A3DDA1C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9E1102-1057-B38E-37BA-1A899BB645B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EDF20EA-C18F-B971-E8A6-1A56ABBD4328}"/>
              </a:ext>
            </a:extLst>
          </p:cNvPr>
          <p:cNvCxnSpPr>
            <a:cxnSpLocks/>
          </p:cNvCxnSpPr>
          <p:nvPr/>
        </p:nvCxnSpPr>
        <p:spPr>
          <a:xfrm>
            <a:off x="763988" y="249640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27B3FE-53DC-31D7-E957-593F2B7EDF18}"/>
              </a:ext>
            </a:extLst>
          </p:cNvPr>
          <p:cNvSpPr txBox="1"/>
          <p:nvPr/>
        </p:nvSpPr>
        <p:spPr>
          <a:xfrm>
            <a:off x="763987" y="22501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E23B797A-5C6C-F475-426E-BADF86721200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70C404-5D9A-811C-8C40-B4C1031BB223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06286B3-6BA5-9574-AE17-BB3612A7B65E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30CFE4C-F99D-95E3-6DAD-CA92D70DC233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081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4DB9-DB25-7B55-A780-C05EC301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5F6151-EA1B-6FCB-F683-785904D3F83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657442A-2628-7974-3DD0-119FC1B591E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9386F7E-D6FB-C3EC-E256-50C8721362A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4F2FB99-B11F-549F-9C42-DC8341BC62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4F2F2D2-4DF1-78F0-E348-4D5EB4A07E4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BE34F73-F514-67DD-CD10-085CD59108B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58CB1AB-EB19-C759-D1C5-CA2D2FDACC5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7B965DE7-DA9D-3866-01E5-4DCBAE8284D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4AC660F9-BDD5-09E5-84C9-542A10E23B9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2B90644-B44A-AC82-0FED-B7EE02398AD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67560C04-C541-CE27-AC5E-614229E6BA8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E53E02B-7AB9-8AA1-1296-59622DF8B76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F348400-BB70-9272-C579-35D9416D8631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B8564E6-0000-0478-D674-BDA24640AE9E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33EB41-AAF1-9C4B-CE16-D5C71F5AFDE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59F506-1716-069A-3C68-8ED117B416E6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BEDA96A-D4CC-D409-32EB-C9F6346D1012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00BB99-7C36-3F82-5F70-AC042E48E9FC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7414477-9799-664D-08D0-5A0EE2B80E7E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27D3EB54-D29E-F7B2-9858-DE50745E0761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597A302C-45C5-35D4-ABE3-ED13E846A8AA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BFF01A9-6BBE-4C4B-37CA-B5EE7F4E4C15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932DC0C8-06D6-DDA8-0522-F6DDEE3B6776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EC4D1-4233-E55F-23FB-ADAB11445E64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C735AABD-95C0-85D2-2456-FCF9F3E98B69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D7A09D-FB0E-9CA9-A8BE-E81460ECAAAF}"/>
              </a:ext>
            </a:extLst>
          </p:cNvPr>
          <p:cNvSpPr txBox="1"/>
          <p:nvPr/>
        </p:nvSpPr>
        <p:spPr>
          <a:xfrm>
            <a:off x="763987" y="18592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F757D50F-8790-045F-7724-F6AB14D35F34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A64F032-9460-F416-FEA7-A7AB3188FAF5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913A212-6A73-6792-5342-45C9BCC69197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843F6B6-47BD-7B8B-A425-85FDE3806958}"/>
              </a:ext>
            </a:extLst>
          </p:cNvPr>
          <p:cNvSpPr txBox="1"/>
          <p:nvPr/>
        </p:nvSpPr>
        <p:spPr>
          <a:xfrm>
            <a:off x="763987" y="25658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28F8472D-DDA1-FD52-5F17-7AB6984FD3ED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B6495-F10E-1B54-A790-91DF7745F18B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A5CB2EBC-41C8-9DB5-5B9D-80EC86B584D1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91B0BDC-891A-50DF-0B5B-D7DE42419023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424210CE-4049-1FCA-E3FD-CED4B2414AB4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A33FFE-46A0-9E5D-0EE9-1FCA8EF8B40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7B43A791-5B57-427E-E95C-DCE0BA1F2848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2D83375D-001C-B017-F735-8A6978DC0884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F7A52364-9792-D282-746D-CF69C514B1D0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3472CB4-05C2-8744-207C-3A5A56921BE8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3D279A1F-5660-BD42-C4F4-97AE8BB2830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B3035838-443B-67C9-3F2D-0276CEF3D52E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008961D-C30E-6602-1C6F-81F5A46CD01E}"/>
              </a:ext>
            </a:extLst>
          </p:cNvPr>
          <p:cNvSpPr txBox="1"/>
          <p:nvPr/>
        </p:nvSpPr>
        <p:spPr>
          <a:xfrm>
            <a:off x="3681962" y="368433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B9201AB4-5ACB-B458-86A1-20DF79D9A498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343672-C369-9BDC-C876-458C2C8CF80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ECE238E5-7FA0-A480-79A7-0ED1B541F1DE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E6E78AA-9CBB-D745-4206-9E70B25ABBC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252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5725-F849-7260-649B-7E0B59EDE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7271E5-83F1-D500-4747-53D53722CF16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1656D38-48A0-DF92-5C85-6247E341D7E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4F6759B-D49E-375C-8419-94083B9E186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D8F43DF-D5C2-8FAE-422D-657794C8AF6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7845B92-1318-8F4D-4726-27AEAA81319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E2DCAF3-0C0E-25E3-E3F1-54474E2237D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C853B93-80C6-7AF3-EF06-231304EABFAA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7AA4057-B4AB-F113-A09E-2034B9DA20F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4D6867D-D2E1-1EC4-7776-BDCE2A6A442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D632935-5006-5E31-2AAA-2DF44A6BC9A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7EC61483-E9B0-1F6D-337D-DDE474EB5019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357630F-3D75-720A-21D7-A8AC982AF028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660DBEF-5316-A38E-CA5D-27279DADC87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08DA1FB-CD0B-3408-9B8B-53AD698615D2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52D172E-3E06-EAA7-5B61-F104CCA9A8B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604F6A5-B7E9-8C88-E37A-0A0B627A214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FF93C08-87C3-432A-44F1-EF06C6C2B4FC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6B153BA-A3DB-0A1E-866A-17BD9D5295A2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5104D43-4491-B7C2-B901-0F4E3BE3D63F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01FA022-A14F-F9D3-F075-D583ABA498E6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3247E3F-91CB-070E-FC79-7CBED2E794C1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57BC4D-A224-55E0-3CFC-6D36FD066F70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7560F0E4-7D01-D5E1-66E9-44F4B75C1ED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AFA508-7157-7616-E78F-9594740A5F1F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532EBAD-0B2D-41C5-11F8-01CF97B49B5B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9A2DCA1-364E-3177-C751-32BC7C251407}"/>
              </a:ext>
            </a:extLst>
          </p:cNvPr>
          <p:cNvSpPr txBox="1"/>
          <p:nvPr/>
        </p:nvSpPr>
        <p:spPr>
          <a:xfrm>
            <a:off x="763987" y="3007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041D54D6-D83B-F850-9C1B-2DFDEE0B4DAD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C066F80-F19C-AC2D-4C1D-ACF14EF547B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740CB670-BD31-C29D-E1DA-32DE12506451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F1D8E8B-87BF-0314-CC5E-16EF52C226BF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BB2B3D91-66F4-9996-2D04-511C4882633C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BF6D811-8604-2344-102A-33A71B93A576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1CFFAF9-03B3-0AA6-69EA-5B377EE80AE1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EB6355-CF4B-A41D-03D9-C7D75AFEADD6}"/>
              </a:ext>
            </a:extLst>
          </p:cNvPr>
          <p:cNvSpPr txBox="1"/>
          <p:nvPr/>
        </p:nvSpPr>
        <p:spPr>
          <a:xfrm>
            <a:off x="763987" y="18598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C39AAD4D-C641-7535-7C36-D8CA76459ECF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E5514B-CC66-01AC-333F-A5C6C1C4AAE7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7ACDAC44-05CD-CE82-D532-5E2324F45A1A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F25201E-ED72-C850-1409-B302CE7BB6A6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B5E7F1A7-BB67-6801-5C40-60354E27B52E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F78C879-02A1-D3F8-AAFF-2CB9191174AA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294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47654E9-DB7B-872B-3204-50917686A53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8DCF9142-640E-4A97-A842-E0AEB2AC2C7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592EC5C0-72F9-DCB2-513E-E45291FBC4F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E9B1459F-132A-8399-B0AA-F4B133FD5A8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3E184534-CE12-B3EF-83FE-0AA38F9A7FA8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04CEDA67-4D6C-F29F-3A0F-C402A426B2F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B025C823-3352-EE5E-142A-BA859E7F2781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02B9F08-F54E-6301-73C6-44D31E397CD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EBA011-7849-15F0-A395-E5F1A7D71D4F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F9C03A3B-5188-7C0E-9D03-54C1DB07270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FAC47-0D65-0AF6-FD6F-9D15E7D9085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BC3006C-634D-978B-21E6-9ED1A0C0623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mock-server:8080/status/503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2082980C-F05D-F5E2-2982-862CEE6E9BE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6651FAF-315D-0668-4669-6C2573776BA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AA619DBE-6851-19E5-8C01-81DC272613A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D06C6FB-C732-FFD1-727C-4BF42F92AA9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96663D1-478F-4131-132C-9CEC6CFCF62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F69FAC6D-FB7B-831C-609C-7FD134D76D50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54CA514-4B8E-96D9-71F3-24276764ACF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1914082-FD34-2853-086E-74E53B7431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84AF6FB8-1AA8-3762-B3E2-D84C56AEA49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5A22971-3C30-8014-8F12-23E4EFEA3E2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72E86C-85B4-AB4C-8BAC-A54051F16750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1BDEF521-58D6-E12D-F387-18314EDB40B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mock-server:8080/status/503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004503B9-E8C3-B9E6-9676-B6CC8BB748E2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15932F-DB98-363A-2864-1CC33AEA9E02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C15D8FF5-DE0C-07BF-408D-983F23F1591A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A4D5C2-BA5C-01AE-C17E-40C9999E8E32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E0C72572-4B48-A298-DF9A-CEC2A755377B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5809BC1-6085-3754-8AA3-55005D774519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83DB0916-6A96-138B-B750-47268360125D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E0F61B-5218-B172-C7FE-E14BFA66FB43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B79E16E1-0814-5C14-BCF9-BAA4A7FA27D3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CF1A84E-2B0E-03EC-0E21-0F83A30B490B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994A2-4217-4FFD-0578-EFE2DDD8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87F39A4-6D51-CD73-274C-4F90E1B0500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049B329-23C8-804D-8D34-BDCB403905E7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8670BC41-B536-0CC5-9FCB-AE526B50AC7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ABBBFDF-E567-F6CA-538D-860A53BF3EE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94F59F1-D774-8C62-9CC8-096563A6ED0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DB09466-A09E-AE51-64DD-2CCAEBF5F27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EB08A6E-7059-A127-DC42-5BC03836A3C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65DC1C-EF72-3521-60A1-27458D9A385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C523E6A-F5E0-7AC3-4690-92B6ECBA27E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E827BF7-52D0-85F8-2FFE-F73490BAE44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C9141E7-47D9-E61D-D47E-C9B534EFD8A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50365CC-EA72-C355-66ED-F311CA441D9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4382939-8024-B7AF-EA19-E853C792A70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9DB4E06D-DF59-A654-6A5A-A7B9C154DEC7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2322EB5-35B2-3FB1-8C76-1DF294F3C73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32EC9E1-C63D-89ED-DFFD-570849075D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E24C90AB-4E85-8506-2D39-55808A1ED1AB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6356CA-0ED5-E0B3-A632-06796E888A2F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63AF0A4-DD08-CD88-6E55-F6EEBAAEEEF2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15E49615-FBA2-D1DF-9869-9E92B9DDB6C5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5874968-25C8-7ED3-51BF-CF8078308B16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7278472A-6CBE-52B2-5CB7-08B6026C4D7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456FA75-666F-2D98-3D4B-1A9B0F722926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704787BC-D950-6F14-8C9F-72E7EDEED26D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FBB860B7-BC03-F515-D0A8-E925786BB2C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974A52D-B6A4-CAF9-483D-F62F7FD2D7DA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A95EB49-B81F-636A-928A-34D63A987EF9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BB9B097B-9C9E-D0F9-6D2E-4AF3145E83A7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72B883-151A-38D5-162F-B94D63C2739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BB2F0995-5CE0-5046-8906-8801B8E9B0A0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6A54B07-7F5D-D0E5-A827-882EC40EF4AF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B1FB7C82-DDCF-A258-7DC2-DFA88266CA62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07374AA-5624-326F-BA54-9B0873ACF38A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0E1D41D-EB09-C841-0BE2-B9004F6825FA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E850A0E-4E01-3229-729F-F681B0CBAB4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06CCEFDF-6B66-5681-8A8D-5F2A08A42BCC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FDDD330-3DEA-F8BF-5C56-242DB5AF21F6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98C8587-6CE3-622A-EBF4-F439EA09CB72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CE4EEA0-2F48-6149-FDB8-12E0CDDE3F66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85CA5C-364D-7643-EE5B-16EFB1858CBE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FC08FC9-C606-BD39-8B8A-52C3FF43061A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4571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B082-2659-68BD-E156-BEB8FFA3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0E9E11FF-640D-D68E-1305-2ACEC3CE9C3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285DF78-96F6-C916-7A9C-19B2D7E74B3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A8E6D-0965-2A72-2998-AD2A3FB3A00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ED3B801-CDA1-5012-0F0E-23CA41E011BE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A62DE67-59E1-2508-F3F3-582C4255EF5E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FF909F2-7E39-92AD-8821-7015BC35F24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1BFBEF8-45E6-8695-2F95-5229BB67192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FDC3781-E09C-65C2-613C-26E385B9D6D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418F6AB-88BB-4B70-A283-BE1B702CCF5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1F3F13B-7E43-9CCF-D4C8-C4B4E08CCA4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8988957-1837-2478-5589-558DAE33A4A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D4FBBC2-527C-260A-97B5-A7FC4E2CAF2A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6AD47C2-BCA5-9ED9-094A-7726DA4B9CE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7FDFD21-7DC3-824E-DB58-ABFC58183028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B09C75-7C8C-460E-EB38-1BF23F770A0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1398D40-353D-6B28-DC3A-8FED5F9E1B6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F9E4664-98B8-A652-7112-71EA53E11119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E7AD8A7-F2C8-F3C7-BBA9-E044D3B437AE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1EE586B0-D6CB-BD8B-3571-CCD0E9FD8027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AF5C3711-1E57-97AA-0914-D7787FA5A6DB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10AB54B-DE95-0745-1F63-C80E3396D397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6CDA6293-E3A2-70F8-BD9F-FF624569866C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29B750F-4961-39B7-E40A-E35BBD6F1C4B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1B3CE91-89D6-382D-90F2-1938AC3CE72A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3D2BF147-803C-EA33-8B76-CB8350666716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7185D3-00FB-5D2F-8239-F0D065745CE2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3586560-384C-739B-AB20-5D10E846C6F4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F34905A-5AC5-D46A-1704-32AD81C98A35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118DC68-DFC0-F5DA-3509-BE91F72460A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028469F3-B3DB-F5FD-F495-CFBAA5E96E26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6AA4636-00D2-28E9-7F68-1D672EC9C95E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9A357A8-41DF-BD0B-19B5-3E67FF11C9C9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B1F8055-19B5-1414-5B81-DADCAC9AB0C1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DEDA3B3-01EE-93EC-4996-E93F33135E85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756BC60-4EF3-5967-9E68-6621D435A6C2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F0E25159-F3D0-089F-D7A5-1A40B459E378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55C8B179-12AD-6F61-9F2A-D24AC5BF45AF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CEF61903-D1D1-9DD3-9A8B-9F629FB6B0F3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8DFE40C0-C018-8E69-2797-845A2219F5C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F488C4B8-5546-0A5E-0F7C-170A159846FC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98B6C6-E644-A05D-D21C-7A3B192E87A7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7D3EEC3A-8C8D-B29A-8D8D-0EFB3F5BCEE4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19BE8C-26DF-9344-1E24-5B314112F8AD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546247-0089-9F75-197C-06E1F11E50EC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1B0ADAD6-DA5A-065B-55F8-4510E9273579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B0FD86AD-4315-1F62-D13F-82B5E3D1D169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95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DD1A-6D40-A147-DE5E-A05E30DB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B8E78F8-1591-AE69-1E37-927FA70D6CE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04EF53A-69F0-E3D9-C9EF-5E8E7B0D102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D334FD3-EA35-AE07-D70C-317C29D45A4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D48C193-16FE-29A7-12C4-246B6E4FA8D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50CCA5C-F2BD-D667-F79E-4D0CC7B06413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15B6E78-C89B-F1C6-B8DE-CC2E4FDD06A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B78CFD0-AD7A-8A80-FD3A-62F580AC8E73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FFF3D4B-8D1C-B75C-9B1A-2590563A01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3115B06-1AAB-C7CD-210B-DC4C4D36D19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F638221-0B5F-9600-B76E-D808776D6EC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33B417D-0BFA-AC90-714A-17B6BC56FE12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C084E6D-3A76-B5E9-92C0-D2F7BCB88933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7130DF38-EFBB-824E-9F76-7D6873BE002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CE6A5DF-FDBA-3EFA-F4A8-4008FE6D624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83249717-30B4-FE98-BF9A-9C7DC3DA229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70118EF-AC51-4B5D-DF3C-00CD3C65638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BE5FBC-E28D-7B2A-C874-13A3EE27F949}"/>
              </a:ext>
            </a:extLst>
          </p:cNvPr>
          <p:cNvSpPr txBox="1"/>
          <p:nvPr/>
        </p:nvSpPr>
        <p:spPr>
          <a:xfrm>
            <a:off x="763987" y="309978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05D578E-61FC-96B3-FC53-A437C9F4C288}"/>
              </a:ext>
            </a:extLst>
          </p:cNvPr>
          <p:cNvCxnSpPr>
            <a:cxnSpLocks/>
          </p:cNvCxnSpPr>
          <p:nvPr/>
        </p:nvCxnSpPr>
        <p:spPr>
          <a:xfrm>
            <a:off x="763988" y="334600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081A9B71-B032-C319-ED5E-DE1B69EE18E4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4197DE88-3E77-4E32-AD1D-748C02A95A83}"/>
              </a:ext>
            </a:extLst>
          </p:cNvPr>
          <p:cNvCxnSpPr>
            <a:cxnSpLocks/>
          </p:cNvCxnSpPr>
          <p:nvPr/>
        </p:nvCxnSpPr>
        <p:spPr>
          <a:xfrm>
            <a:off x="3681969" y="281751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7A256749-A614-4E81-CAFF-506DA657D135}"/>
              </a:ext>
            </a:extLst>
          </p:cNvPr>
          <p:cNvCxnSpPr>
            <a:cxnSpLocks/>
          </p:cNvCxnSpPr>
          <p:nvPr/>
        </p:nvCxnSpPr>
        <p:spPr>
          <a:xfrm>
            <a:off x="5462033" y="289740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8609130-B181-8CF9-503D-FD2A230DD263}"/>
              </a:ext>
            </a:extLst>
          </p:cNvPr>
          <p:cNvSpPr txBox="1"/>
          <p:nvPr/>
        </p:nvSpPr>
        <p:spPr>
          <a:xfrm>
            <a:off x="3681968" y="25672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D6A37697-7830-01A9-FE7E-75C7165E399A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91C1F-EDAA-1CC7-4CDE-4BBFB5A699DC}"/>
              </a:ext>
            </a:extLst>
          </p:cNvPr>
          <p:cNvSpPr txBox="1"/>
          <p:nvPr/>
        </p:nvSpPr>
        <p:spPr>
          <a:xfrm>
            <a:off x="2894637" y="185084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FD4A88B-7A28-75F5-01D1-ED6D243AA2A5}"/>
              </a:ext>
            </a:extLst>
          </p:cNvPr>
          <p:cNvCxnSpPr>
            <a:cxnSpLocks/>
          </p:cNvCxnSpPr>
          <p:nvPr/>
        </p:nvCxnSpPr>
        <p:spPr>
          <a:xfrm flipH="1">
            <a:off x="763987" y="299654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D916ACF-8E9B-E362-4E6E-63BE0779EE3D}"/>
              </a:ext>
            </a:extLst>
          </p:cNvPr>
          <p:cNvSpPr txBox="1"/>
          <p:nvPr/>
        </p:nvSpPr>
        <p:spPr>
          <a:xfrm>
            <a:off x="872620" y="29965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504 Gateway Timeout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8DC04F49-9F66-3BC8-83DE-841489CAA638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0DDA2D5-A9C9-F135-5EC4-1D79A17EB744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16140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1138-225E-1E21-080A-7A0BE143F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871B05-BAE8-620B-CFC0-111F22C37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65752-712C-5AD6-0579-42CA9238A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0155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0473D-5439-97B1-2615-8CB22F65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21FDD54-6E04-6840-DC58-64C10D79F1F3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4B65177-AE72-13BE-FA5B-02656A93D2E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D711CF2-06C6-1200-5BB8-FB467E0EBC9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15D0B585-2C95-102A-F9DF-C1318763D42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B67440FB-1800-440E-CBC2-55A6B7E9DA1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C2658DB-F939-A26F-0A34-B6DC97BEC8A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F6C82534-EBC7-618B-E118-C2DFD1D7EC7E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5E72EF4-A34D-CFD3-AA66-62357F2D176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AC206B8-2545-707E-D677-F4E0D233E9EC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A4E843-4FD1-67FA-D2FE-8CD09C03067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5F0550C-6955-E83A-C580-295079F7EC1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64A910A-1117-5BC0-7C4E-08F53FAD5826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03259DE-BDD2-F5AE-DBAB-65D49039F6FA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C5F096-BB9C-1026-F3A6-48E0E055BB22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A9E493-D2A2-7448-8E5D-3CEAAD94D98E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15D11DD-62F6-6603-D1D1-FC74775E71E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193BE54-1CA3-5CF5-C5C8-180A913E36A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ED9A4CD-ACA9-E040-B51C-DDCF6D28771F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BD64DA-88CA-B72B-F330-FCDCC41EFFAA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D1EBBF3-3CBB-B050-B754-2916E7B4A5C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CDDD4E5-CF15-989B-9C5A-52AABEE65430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053ED81-5969-AA75-6C8B-285D43C9449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33521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2DB3-DA05-026B-E13D-759DBE84B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3C47F15-6104-EFDE-C3FE-0C7266A41E1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6A82C3C-E2A8-8420-5A5F-9813FB3777F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03CD3B87-D275-0C03-A1B2-FA2ED9F27C1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5D42F68D-48A6-163A-DCBA-6295D6541E4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5CEE834-4BE6-02A3-899B-AB7EA549DD7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0907EEC-0043-ACE6-DA0F-7DB5F5C8FE7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5FAA407-438B-40E0-311D-4A4ABA6744F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1447562-19D2-2B04-ACC8-79A89CE2F03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E6C86E2B-DC4F-2C1F-209A-642C0CD5B8A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B34A773-96A8-68B6-DBBD-3D6E6C9605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69DEBC-E96A-1990-3686-9D48AE8A2F8F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829FAB8-0C69-33E2-13E8-DAA20DEF9250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13}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20BA522A-1C49-D228-6347-68FB67ADA3F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70BE05B-5670-E02D-5925-28B9D76EAD3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13 INTERNAL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06E489-CC9A-D3C0-A48B-224C396012D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6BEA965-F82D-BCC4-E814-54537C48D8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DD1A342A-FE4D-4BEE-A53D-62C552F3911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71BF6312-6AA3-556D-C466-08EEB581B09E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14398A4-4BEC-AD1E-2131-438737069F5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7381FD6-93BE-4B73-826C-59D7AB94EF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5E3E3E-F7C6-8801-3E68-7FC30C8195D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284AAC3-93D2-8A90-FF27-C2A8C95659AF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700544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1F5D-B777-8BF5-DE29-56327774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5D7B55C-909D-2354-EF9E-7C81808B61E2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1A3E7304-EF2F-33CF-DBF1-F7FC250F53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AB90066-10C2-5367-BE3A-A276F89B12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06251DD1-9BB0-9EBB-E99E-7CA4580C841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75B89487-B0A7-D126-00BD-9026F39CBDA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C47D0720-917B-B2A5-134A-53517F4B85D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9DF5699-67FA-CD91-A140-261230C3ECD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52106FBC-0FBC-FFFC-83F4-C0AA297FCD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3CF1AD8-1E33-0F68-7BE5-537E414EDAC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ABC129C-5A0F-C93D-AD6F-2A370BDE492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B0A0DEEA-82E1-4D9B-7D11-288E5D3010F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2184DAF-DB74-C647-F9C0-153E6C6634C8}"/>
              </a:ext>
            </a:extLst>
          </p:cNvPr>
          <p:cNvSpPr txBox="1"/>
          <p:nvPr/>
        </p:nvSpPr>
        <p:spPr>
          <a:xfrm>
            <a:off x="763986" y="1185664"/>
            <a:ext cx="29179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5000}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25DA6E3-BFF5-EDD7-82F6-E4782FADBCB2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25853E7-EC5C-1278-3551-CE5D65ABAD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93F9391-8074-4764-39FA-2B002C5A907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CE364A3-7B14-B518-6023-6555231AC46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E14B03-D4AE-89FB-EFE6-6D56D5E5A3C1}"/>
              </a:ext>
            </a:extLst>
          </p:cNvPr>
          <p:cNvSpPr txBox="1"/>
          <p:nvPr/>
        </p:nvSpPr>
        <p:spPr>
          <a:xfrm>
            <a:off x="3681957" y="16135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CB3F658-1C51-B9EE-1241-8CF28B0253D0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4B33D831-3E74-D92A-3F03-02C243464DB8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8C69175-34F9-8E98-04CB-E960151CAB7E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4CC5AD3-E099-F42C-427E-61CE50A51D56}"/>
              </a:ext>
            </a:extLst>
          </p:cNvPr>
          <p:cNvSpPr txBox="1"/>
          <p:nvPr/>
        </p:nvSpPr>
        <p:spPr>
          <a:xfrm>
            <a:off x="763987" y="15391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0743727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A93F4-AA07-2A4B-1695-DD3D2C4EE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C55B60AD-0F98-A197-82D6-CA7FAFA46A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563A3B9-C19A-BBA4-D699-AFF3E16BD7B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6CD0541-929A-1ECD-9CA8-808F1EBFEFB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BAA5F49-AFE8-0A44-06B4-6FCA78CB493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FAC19A5-3A19-E597-6DFC-1A747395DA7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F7E095B-4FDB-DDBF-F5DF-C576914B679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2F973D85-4715-1D81-D506-1B3E4447500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82586A-50B1-6ECA-4588-4BA44B73AE7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3DFF786-BEC1-66AF-0A08-4394DAE8C61E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A6257F7-E165-0563-BB33-88B3AD9915D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31C5F15-6053-2BB5-4242-546E0DAD70D3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08DB70C-A42F-0B03-35AE-051A5DF1AC0A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C70A610-D419-2419-0C27-FF678D543FD8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B14CB50-44CB-E3F2-DBB3-77A05A6F0A3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32CB63-6492-6B14-4F59-05643397470A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A28E01E-759E-1F59-4231-7E42E3668CEA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215BD83-6348-AB44-BFD6-F3240BF4AD6D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002DEED1-1983-D301-EBBA-C57B6051C827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8BD7DA-EB47-C2F2-B4F2-3C4D5781BFB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46016-C3EA-B392-AF29-6BE3CBBCCC20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D048859-F8BF-AE90-47EC-7E9DD282A0A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76FC0E-980B-2193-C7E0-A8481D80E71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22BFD7D-5EF5-421C-0ABA-DD57F6AF22B7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D01475B5-EA77-C72D-1B88-2570D71ADBC2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D39EE9F0-D9B3-264F-EAC6-98364C615D3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A24E11C-8E7E-24E0-435A-153B6F3C6E53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F0B02C28-875E-A84C-3B35-283A0D326D1A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38854A-646F-10FF-475E-44365D2D19F5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F5ECE-D2AE-9C31-4169-5CE2E7162988}"/>
              </a:ext>
            </a:extLst>
          </p:cNvPr>
          <p:cNvSpPr txBox="1"/>
          <p:nvPr/>
        </p:nvSpPr>
        <p:spPr>
          <a:xfrm>
            <a:off x="3684670" y="238685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4AF688-933B-E386-39AF-2237820E8CE7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4E6DF5A2-45ED-4A76-5625-C824EEE88AC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57678421-C9B4-6B04-EAA4-1C61A28A0048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BB339BC8-3604-042F-26BB-95B5F0F8D9DC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765BE89E-10AB-0592-6688-DAEFBE2EB4AD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DDC03F3-0A0B-9056-4EBC-F7E011F4674F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E773EF-1C6E-0116-ADF4-FC0601349BB0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E90A10-8339-B7F8-C67D-124AB2D17C37}"/>
              </a:ext>
            </a:extLst>
          </p:cNvPr>
          <p:cNvSpPr txBox="1"/>
          <p:nvPr/>
        </p:nvSpPr>
        <p:spPr>
          <a:xfrm>
            <a:off x="3684670" y="3515478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6D526A-4D44-9D3B-C526-D6A806DCDF6B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6361DA66-AAEF-FDC5-0C56-6D5996BECF18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9DE504E9-E20D-1D0C-172F-F39B2F29D98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C90F713-DDB2-214E-212C-38F354F5A7A9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04778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9C552-E71E-FEFD-2267-DE25355CC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3B7D1FB-D7E6-1552-A92C-43C382BD4A1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9AF35B9-A69F-8E44-D9A8-7FAFD6B2CF5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97B21E09-C448-9CA9-1A68-62A565D3722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10C62FC-1D09-B198-2FC7-4579558B191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069340A-2628-F323-1538-25D91EB94B37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28A4C433-65F3-658A-07CA-B309815F7A48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29E81DC-08D8-9421-E889-9C280019518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1E3A735A-1234-ABDC-62AF-1831EF84429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A69CB8CB-BDAC-3519-5D2B-9B444102B94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7A9CC20-3229-7530-9D88-A010CD3B06E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17E35E10-A707-3BBD-A33C-587F1B9978C6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B9B5638-45C3-DBAC-232E-FB6280DD360B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3CA65C87-B6D2-E447-FDFE-39F103C5B93C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F03EBFD-E4DC-ADE4-C8B5-2FF1A2411508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D431AA36-5855-54FC-4BA2-AB3481FFF3EC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027E87C1-2D74-0AC7-3931-56659B88313A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A2FFCFE-BC51-FA32-734B-4FA70AB64F2A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7E5E3E-261A-A5DC-F0AF-76297210054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F32AEA-B696-CB51-BA97-F86A51626137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3BECC03-5F85-EF86-4C89-3FE2504BB7B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433B36-8DE6-168C-E829-603EAA4FDEC3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DC2C78F2-1FDE-2FEE-259D-2969D3B5475F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7B2427F-32AA-9F9D-C9CC-8B071E6253DB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308E1141-2634-F76F-3C9A-E536DC9A2F3B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BAA014F-3F50-1FEF-ECD2-E16BD672EC1B}"/>
              </a:ext>
            </a:extLst>
          </p:cNvPr>
          <p:cNvSpPr txBox="1"/>
          <p:nvPr/>
        </p:nvSpPr>
        <p:spPr>
          <a:xfrm>
            <a:off x="2666358" y="24351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C68F54F9-9F93-E8B5-34F0-9E334F70674A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7EDE223-FDC5-1328-376F-8FD3E492787C}"/>
              </a:ext>
            </a:extLst>
          </p:cNvPr>
          <p:cNvSpPr txBox="1"/>
          <p:nvPr/>
        </p:nvSpPr>
        <p:spPr>
          <a:xfrm>
            <a:off x="5584333" y="236360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929F7874-014F-4F51-2D50-CC1D63A0E7D7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0CD72229-2938-1F8F-9DC7-753614F00377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1FB3040-F4EA-4E06-0F68-19606D4A07F0}"/>
              </a:ext>
            </a:extLst>
          </p:cNvPr>
          <p:cNvSpPr txBox="1"/>
          <p:nvPr/>
        </p:nvSpPr>
        <p:spPr>
          <a:xfrm>
            <a:off x="886293" y="25021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339685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63253</TotalTime>
  <Words>1173</Words>
  <Application>Microsoft Macintosh PowerPoint</Application>
  <PresentationFormat>화면 슬라이드 쇼(16:9)</PresentationFormat>
  <Paragraphs>496</Paragraphs>
  <Slides>37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5596</cp:revision>
  <dcterms:created xsi:type="dcterms:W3CDTF">2006-10-05T04:04:58Z</dcterms:created>
  <dcterms:modified xsi:type="dcterms:W3CDTF">2026-01-11T06:56:48Z</dcterms:modified>
</cp:coreProperties>
</file>
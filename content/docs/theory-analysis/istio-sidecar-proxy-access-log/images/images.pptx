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notesMasters/notesMaster1.xml" ContentType="application/vnd.openxmlformats-officedocument.presentationml.notes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20"/>
  </p:notesMasterIdLst>
  <p:sldIdLst>
    <p:sldId id="398" r:id="rId2"/>
    <p:sldId id="413" r:id="rId3"/>
    <p:sldId id="414" r:id="rId4"/>
    <p:sldId id="415" r:id="rId5"/>
    <p:sldId id="403" r:id="rId6"/>
    <p:sldId id="399" r:id="rId7"/>
    <p:sldId id="400" r:id="rId8"/>
    <p:sldId id="401" r:id="rId9"/>
    <p:sldId id="402" r:id="rId10"/>
    <p:sldId id="404" r:id="rId11"/>
    <p:sldId id="405" r:id="rId12"/>
    <p:sldId id="408" r:id="rId13"/>
    <p:sldId id="407" r:id="rId14"/>
    <p:sldId id="409" r:id="rId15"/>
    <p:sldId id="410" r:id="rId16"/>
    <p:sldId id="387" r:id="rId17"/>
    <p:sldId id="411" r:id="rId18"/>
    <p:sldId id="412" r:id="rId19"/>
  </p:sldIdLst>
  <p:sldSz cx="9144000" cy="5143500" type="screen16x9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  <p15:guide id="3" orient="horz" pos="1620">
          <p15:clr>
            <a:srgbClr val="A4A3A4"/>
          </p15:clr>
        </p15:guide>
      </p15:sldGuideLst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신 정섭" initials="신정" lastIdx="1" clrIdx="0">
    <p:extLst>
      <p:ext uri="{19B8F6BF-5375-455C-9EA6-DF929625EA0E}">
        <p15:presenceInfo xmlns:p15="http://schemas.microsoft.com/office/powerpoint/2012/main" userId="2e700d248d2395d6" providerId="Windows Live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93296810-A885-4BE3-A3E7-6D5BEEA58F35}" styleName="보통 스타일 2 - 강조 6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6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6"/>
          </a:solidFill>
        </a:fill>
      </a:tcStyle>
    </a:firstRow>
  </a:tblStyle>
  <a:tblStyle styleId="{B301B821-A1FF-4177-AEE7-76D212191A09}" styleName="보통 스타일 1 - 강조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1">
              <a:tint val="20000"/>
            </a:schemeClr>
          </a:solidFill>
        </a:fill>
      </a:tcStyle>
    </a:band1H>
    <a:band1V>
      <a:tcStyle>
        <a:tcBdr/>
        <a:fill>
          <a:solidFill>
            <a:schemeClr val="accent1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firstRow>
  </a:tblStyle>
  <a:tblStyle styleId="{BC89EF96-8CEA-46FF-86C4-4CE0E7609802}" styleName="밝은 스타일 3 - 강조 1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616DA210-FB5B-4158-B5E0-FEB733F419BA}" styleName="밝은 스타일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9D7B26C5-4107-4FEC-AEDC-1716B250A1EF}" styleName="밝은 스타일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5940675A-B579-460E-94D1-54222C63F5DA}" styleName="스타일 없음, 표 눈금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2D5ABB26-0587-4C30-8999-92F81FD0307C}" styleName="스타일 없음, 눈금 없음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0787" autoAdjust="0"/>
    <p:restoredTop sz="93091" autoAdjust="0"/>
  </p:normalViewPr>
  <p:slideViewPr>
    <p:cSldViewPr>
      <p:cViewPr>
        <p:scale>
          <a:sx n="200" d="100"/>
          <a:sy n="200" d="100"/>
        </p:scale>
        <p:origin x="360" y="1760"/>
      </p:cViewPr>
      <p:guideLst>
        <p:guide orient="horz" pos="2160"/>
        <p:guide pos="2880"/>
        <p:guide orient="horz" pos="162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commentAuthors" Target="commentAuthor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notesMaster" Target="notesMasters/notesMaster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6CD5550B-26C4-49A9-A5BA-636EF7BE6CE9}" type="datetimeFigureOut">
              <a:rPr lang="ko-KR" altLang="en-US" smtClean="0"/>
              <a:t>2025. 12. 28.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A5DFA43-8D57-47FB-BC46-057616015C3B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67335022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ctrTitle"/>
          </p:nvPr>
        </p:nvSpPr>
        <p:spPr>
          <a:xfrm>
            <a:off x="685800" y="1597820"/>
            <a:ext cx="7772400" cy="1102519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ko-KR" altLang="en-US"/>
              <a:t>마스터 부제목 스타일 편집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30EDBD-1C2D-4C1E-B459-B60219FAB484}" type="datetimeFigureOut">
              <a:rPr lang="ko-KR" altLang="en-US" smtClean="0"/>
              <a:t>2025. 12. 28.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EDD84E-25D4-4983-8AA1-2863C96F08D9}" type="slidenum">
              <a:rPr lang="ko-KR" altLang="en-US" smtClean="0"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30EDBD-1C2D-4C1E-B459-B60219FAB484}" type="datetimeFigureOut">
              <a:rPr lang="ko-KR" altLang="en-US" smtClean="0"/>
              <a:t>2025. 12. 28.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EDD84E-25D4-4983-8AA1-2863C96F08D9}" type="slidenum">
              <a:rPr lang="ko-KR" altLang="en-US" smtClean="0"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30EDBD-1C2D-4C1E-B459-B60219FAB484}" type="datetimeFigureOut">
              <a:rPr lang="ko-KR" altLang="en-US" smtClean="0"/>
              <a:t>2025. 12. 28.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EDD84E-25D4-4983-8AA1-2863C96F08D9}" type="slidenum">
              <a:rPr lang="ko-KR" altLang="en-US" smtClean="0"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내용 개체 틀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30EDBD-1C2D-4C1E-B459-B60219FAB484}" type="datetimeFigureOut">
              <a:rPr lang="ko-KR" altLang="en-US" smtClean="0"/>
              <a:t>2025. 12. 28.</a:t>
            </a:fld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EDD84E-25D4-4983-8AA1-2863C96F08D9}" type="slidenum">
              <a:rPr lang="ko-KR" altLang="en-US" smtClean="0"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</p:txBody>
      </p:sp>
      <p:sp>
        <p:nvSpPr>
          <p:cNvPr id="4" name="내용 개체 틀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5" name="텍스트 개체 틀 4"/>
          <p:cNvSpPr>
            <a:spLocks noGrp="1"/>
          </p:cNvSpPr>
          <p:nvPr>
            <p:ph type="body" sz="quarter" idx="3"/>
          </p:nvPr>
        </p:nvSpPr>
        <p:spPr>
          <a:xfrm>
            <a:off x="4645028" y="1151335"/>
            <a:ext cx="4041775" cy="47982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</p:txBody>
      </p:sp>
      <p:sp>
        <p:nvSpPr>
          <p:cNvPr id="6" name="내용 개체 틀 5"/>
          <p:cNvSpPr>
            <a:spLocks noGrp="1"/>
          </p:cNvSpPr>
          <p:nvPr>
            <p:ph sz="quarter" idx="4"/>
          </p:nvPr>
        </p:nvSpPr>
        <p:spPr>
          <a:xfrm>
            <a:off x="4645028" y="1631156"/>
            <a:ext cx="4041775" cy="2963466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7" name="날짜 개체 틀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30EDBD-1C2D-4C1E-B459-B60219FAB484}" type="datetimeFigureOut">
              <a:rPr lang="ko-KR" altLang="en-US" smtClean="0"/>
              <a:t>2025. 12. 28.</a:t>
            </a:fld>
            <a:endParaRPr lang="ko-KR" altLang="en-US"/>
          </a:p>
        </p:txBody>
      </p:sp>
      <p:sp>
        <p:nvSpPr>
          <p:cNvPr id="8" name="바닥글 개체 틀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EDD84E-25D4-4983-8AA1-2863C96F08D9}" type="slidenum">
              <a:rPr lang="ko-KR" altLang="en-US" smtClean="0"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30EDBD-1C2D-4C1E-B459-B60219FAB484}" type="datetimeFigureOut">
              <a:rPr lang="ko-KR" altLang="en-US" smtClean="0"/>
              <a:t>2025. 12. 28.</a:t>
            </a:fld>
            <a:endParaRPr lang="ko-KR" altLang="en-US"/>
          </a:p>
        </p:txBody>
      </p:sp>
      <p:sp>
        <p:nvSpPr>
          <p:cNvPr id="4" name="바닥글 개체 틀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EDD84E-25D4-4983-8AA1-2863C96F08D9}" type="slidenum">
              <a:rPr lang="ko-KR" altLang="en-US" smtClean="0"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30EDBD-1C2D-4C1E-B459-B60219FAB484}" type="datetimeFigureOut">
              <a:rPr lang="ko-KR" altLang="en-US" smtClean="0"/>
              <a:t>2025. 12. 28.</a:t>
            </a:fld>
            <a:endParaRPr lang="ko-KR" altLang="en-US"/>
          </a:p>
        </p:txBody>
      </p:sp>
      <p:sp>
        <p:nvSpPr>
          <p:cNvPr id="3" name="바닥글 개체 틀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EDD84E-25D4-4983-8AA1-2863C96F08D9}" type="slidenum">
              <a:rPr lang="ko-KR" altLang="en-US" smtClean="0"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457203" y="204787"/>
            <a:ext cx="3008313" cy="8715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>
          <a:xfrm>
            <a:off x="3575050" y="204789"/>
            <a:ext cx="5111750" cy="438983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텍스트 개체 틀 3"/>
          <p:cNvSpPr>
            <a:spLocks noGrp="1"/>
          </p:cNvSpPr>
          <p:nvPr>
            <p:ph type="body" sz="half" idx="2"/>
          </p:nvPr>
        </p:nvSpPr>
        <p:spPr>
          <a:xfrm>
            <a:off x="457203" y="1076327"/>
            <a:ext cx="3008313" cy="3518297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30EDBD-1C2D-4C1E-B459-B60219FAB484}" type="datetimeFigureOut">
              <a:rPr lang="ko-KR" altLang="en-US" smtClean="0"/>
              <a:t>2025. 12. 28.</a:t>
            </a:fld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EDD84E-25D4-4983-8AA1-2863C96F08D9}" type="slidenum">
              <a:rPr lang="ko-KR" altLang="en-US" smtClean="0"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1792288" y="3600451"/>
            <a:ext cx="5486400" cy="425054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/>
          <p:cNvSpPr>
            <a:spLocks noGrp="1"/>
          </p:cNvSpPr>
          <p:nvPr>
            <p:ph type="body" sz="half" idx="2"/>
          </p:nvPr>
        </p:nvSpPr>
        <p:spPr>
          <a:xfrm>
            <a:off x="1792288" y="4025504"/>
            <a:ext cx="5486400" cy="603647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30EDBD-1C2D-4C1E-B459-B60219FAB484}" type="datetimeFigureOut">
              <a:rPr lang="ko-KR" altLang="en-US" smtClean="0"/>
              <a:t>2025. 12. 28.</a:t>
            </a:fld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EDD84E-25D4-4983-8AA1-2863C96F08D9}" type="slidenum">
              <a:rPr lang="ko-KR" altLang="en-US" smtClean="0"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30EDBD-1C2D-4C1E-B459-B60219FAB484}" type="datetimeFigureOut">
              <a:rPr lang="ko-KR" altLang="en-US" smtClean="0"/>
              <a:t>2025. 12. 28.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EDD84E-25D4-4983-8AA1-2863C96F08D9}" type="slidenum">
              <a:rPr lang="ko-KR" altLang="en-US" smtClean="0"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/>
          <p:cNvSpPr>
            <a:spLocks noGrp="1"/>
          </p:cNvSpPr>
          <p:nvPr>
            <p:ph type="title" orient="vert"/>
          </p:nvPr>
        </p:nvSpPr>
        <p:spPr>
          <a:xfrm>
            <a:off x="6629400" y="205980"/>
            <a:ext cx="2057400" cy="4388644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/>
          <p:cNvSpPr>
            <a:spLocks noGrp="1"/>
          </p:cNvSpPr>
          <p:nvPr>
            <p:ph type="body" orient="vert" idx="1"/>
          </p:nvPr>
        </p:nvSpPr>
        <p:spPr>
          <a:xfrm>
            <a:off x="457200" y="205980"/>
            <a:ext cx="6019800" cy="4388644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30EDBD-1C2D-4C1E-B459-B60219FAB484}" type="datetimeFigureOut">
              <a:rPr lang="ko-KR" altLang="en-US" smtClean="0"/>
              <a:t>2025. 12. 28.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EDD84E-25D4-4983-8AA1-2863C96F08D9}" type="slidenum">
              <a:rPr lang="ko-KR" altLang="en-US" smtClean="0"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2"/>
          </p:nvPr>
        </p:nvSpPr>
        <p:spPr>
          <a:xfrm>
            <a:off x="457200" y="4767264"/>
            <a:ext cx="21336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B30EDBD-1C2D-4C1E-B459-B60219FAB484}" type="datetimeFigureOut">
              <a:rPr lang="ko-KR" altLang="en-US" smtClean="0"/>
              <a:t>2025. 12. 28.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3"/>
          </p:nvPr>
        </p:nvSpPr>
        <p:spPr>
          <a:xfrm>
            <a:off x="3124200" y="4767264"/>
            <a:ext cx="28956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6553200" y="4767264"/>
            <a:ext cx="21336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BEDD84E-25D4-4983-8AA1-2863C96F08D9}" type="slidenum">
              <a:rPr lang="ko-KR" altLang="en-US" smtClean="0"/>
              <a:t>‹#›</a:t>
            </a:fld>
            <a:endParaRPr lang="ko-KR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1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1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1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FFB719D-B266-16CC-C562-6996970E1A1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8" name="Straight Arrow Connector 81">
            <a:extLst>
              <a:ext uri="{FF2B5EF4-FFF2-40B4-BE49-F238E27FC236}">
                <a16:creationId xmlns:a16="http://schemas.microsoft.com/office/drawing/2014/main" id="{E5905F3A-7036-4CDE-4198-9FB6D36A9AAF}"/>
              </a:ext>
            </a:extLst>
          </p:cNvPr>
          <p:cNvCxnSpPr>
            <a:cxnSpLocks/>
            <a:stCxn id="9" idx="2"/>
            <a:endCxn id="3" idx="0"/>
          </p:cNvCxnSpPr>
          <p:nvPr/>
        </p:nvCxnSpPr>
        <p:spPr>
          <a:xfrm>
            <a:off x="4450617" y="2062537"/>
            <a:ext cx="0" cy="17325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사각형: 둥근 모서리 29">
            <a:extLst>
              <a:ext uri="{FF2B5EF4-FFF2-40B4-BE49-F238E27FC236}">
                <a16:creationId xmlns:a16="http://schemas.microsoft.com/office/drawing/2014/main" id="{85641599-95DD-45BF-D4F4-3A50F04D2562}"/>
              </a:ext>
            </a:extLst>
          </p:cNvPr>
          <p:cNvSpPr/>
          <p:nvPr/>
        </p:nvSpPr>
        <p:spPr>
          <a:xfrm>
            <a:off x="3811614" y="2942365"/>
            <a:ext cx="1278007" cy="525929"/>
          </a:xfrm>
          <a:prstGeom prst="roundRect">
            <a:avLst>
              <a:gd name="adj" fmla="val 11707"/>
            </a:avLst>
          </a:prstGeom>
          <a:ln w="12700">
            <a:prstDash val="soli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mock-server</a:t>
            </a:r>
            <a:r>
              <a:rPr lang="en-US" altLang="ko-KR" sz="1000"/>
              <a:t> </a:t>
            </a:r>
          </a:p>
          <a:p>
            <a:pPr algn="ctr"/>
            <a:r>
              <a:rPr lang="en-US" altLang="ko-KR" sz="1000"/>
              <a:t>Service</a:t>
            </a:r>
            <a:endParaRPr lang="ko-KR" altLang="en-US" sz="1000"/>
          </a:p>
        </p:txBody>
      </p:sp>
      <p:sp>
        <p:nvSpPr>
          <p:cNvPr id="3" name="사각형: 둥근 모서리 29">
            <a:extLst>
              <a:ext uri="{FF2B5EF4-FFF2-40B4-BE49-F238E27FC236}">
                <a16:creationId xmlns:a16="http://schemas.microsoft.com/office/drawing/2014/main" id="{726E044F-1A65-8804-CFC2-46BCCA04155E}"/>
              </a:ext>
            </a:extLst>
          </p:cNvPr>
          <p:cNvSpPr/>
          <p:nvPr/>
        </p:nvSpPr>
        <p:spPr>
          <a:xfrm>
            <a:off x="3811613" y="2235787"/>
            <a:ext cx="1278007" cy="525929"/>
          </a:xfrm>
          <a:prstGeom prst="roundRect">
            <a:avLst>
              <a:gd name="adj" fmla="val 11707"/>
            </a:avLst>
          </a:prstGeom>
          <a:ln w="12700">
            <a:prstDash val="soli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mock-server</a:t>
            </a:r>
          </a:p>
          <a:p>
            <a:pPr algn="ctr"/>
            <a:r>
              <a:rPr lang="en-US" altLang="ko-KR" sz="1000"/>
              <a:t>DestinationRule</a:t>
            </a:r>
            <a:endParaRPr lang="ko-KR" altLang="en-US" sz="1000"/>
          </a:p>
        </p:txBody>
      </p:sp>
      <p:sp>
        <p:nvSpPr>
          <p:cNvPr id="9" name="사각형: 둥근 모서리 29">
            <a:extLst>
              <a:ext uri="{FF2B5EF4-FFF2-40B4-BE49-F238E27FC236}">
                <a16:creationId xmlns:a16="http://schemas.microsoft.com/office/drawing/2014/main" id="{6A93278C-E31C-E585-CF63-674AB91E87C7}"/>
              </a:ext>
            </a:extLst>
          </p:cNvPr>
          <p:cNvSpPr/>
          <p:nvPr/>
        </p:nvSpPr>
        <p:spPr>
          <a:xfrm>
            <a:off x="3811613" y="1536608"/>
            <a:ext cx="1278007" cy="525929"/>
          </a:xfrm>
          <a:prstGeom prst="roundRect">
            <a:avLst>
              <a:gd name="adj" fmla="val 11707"/>
            </a:avLst>
          </a:prstGeom>
          <a:ln w="12700">
            <a:prstDash val="soli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mock-server</a:t>
            </a:r>
          </a:p>
          <a:p>
            <a:pPr algn="ctr"/>
            <a:r>
              <a:rPr lang="en-US" altLang="ko-KR" sz="1000"/>
              <a:t>VirtualService</a:t>
            </a:r>
            <a:endParaRPr lang="ko-KR" altLang="en-US" sz="1000"/>
          </a:p>
        </p:txBody>
      </p:sp>
      <p:cxnSp>
        <p:nvCxnSpPr>
          <p:cNvPr id="18" name="Straight Arrow Connector 81">
            <a:extLst>
              <a:ext uri="{FF2B5EF4-FFF2-40B4-BE49-F238E27FC236}">
                <a16:creationId xmlns:a16="http://schemas.microsoft.com/office/drawing/2014/main" id="{47222323-B67F-18C2-875C-D82748BDCA42}"/>
              </a:ext>
            </a:extLst>
          </p:cNvPr>
          <p:cNvCxnSpPr>
            <a:cxnSpLocks/>
            <a:stCxn id="3" idx="2"/>
            <a:endCxn id="2" idx="0"/>
          </p:cNvCxnSpPr>
          <p:nvPr/>
        </p:nvCxnSpPr>
        <p:spPr>
          <a:xfrm>
            <a:off x="4450617" y="2761716"/>
            <a:ext cx="1" cy="180649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" name="사각형: 둥근 모서리 29">
            <a:extLst>
              <a:ext uri="{FF2B5EF4-FFF2-40B4-BE49-F238E27FC236}">
                <a16:creationId xmlns:a16="http://schemas.microsoft.com/office/drawing/2014/main" id="{0BF34E4E-D819-D227-3EB9-B02A8298008D}"/>
              </a:ext>
            </a:extLst>
          </p:cNvPr>
          <p:cNvSpPr/>
          <p:nvPr/>
        </p:nvSpPr>
        <p:spPr>
          <a:xfrm>
            <a:off x="899592" y="1851670"/>
            <a:ext cx="2551069" cy="1267312"/>
          </a:xfrm>
          <a:prstGeom prst="roundRect">
            <a:avLst>
              <a:gd name="adj" fmla="val 6027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b"/>
          <a:lstStyle/>
          <a:p>
            <a:pPr algn="ctr"/>
            <a:r>
              <a:rPr lang="en-US" altLang="ko-KR" sz="1000" b="1"/>
              <a:t> </a:t>
            </a:r>
          </a:p>
          <a:p>
            <a:pPr algn="ctr"/>
            <a:r>
              <a:rPr lang="en-US" altLang="ko-KR" sz="1000"/>
              <a:t>Worker Node</a:t>
            </a:r>
            <a:endParaRPr lang="ko-KR" altLang="en-US" sz="1000"/>
          </a:p>
        </p:txBody>
      </p:sp>
      <p:sp>
        <p:nvSpPr>
          <p:cNvPr id="27" name="사각형: 둥근 모서리 29">
            <a:extLst>
              <a:ext uri="{FF2B5EF4-FFF2-40B4-BE49-F238E27FC236}">
                <a16:creationId xmlns:a16="http://schemas.microsoft.com/office/drawing/2014/main" id="{E097F662-9C91-B3D9-B15F-F660A0526DEF}"/>
              </a:ext>
            </a:extLst>
          </p:cNvPr>
          <p:cNvSpPr/>
          <p:nvPr/>
        </p:nvSpPr>
        <p:spPr>
          <a:xfrm>
            <a:off x="990101" y="1951122"/>
            <a:ext cx="2372526" cy="888200"/>
          </a:xfrm>
          <a:prstGeom prst="roundRect">
            <a:avLst>
              <a:gd name="adj" fmla="val 1012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b"/>
          <a:lstStyle/>
          <a:p>
            <a:pPr algn="ctr"/>
            <a:r>
              <a:rPr lang="en-US" altLang="ko-KR" sz="1000" b="1"/>
              <a:t>shell </a:t>
            </a:r>
            <a:r>
              <a:rPr lang="en-US" altLang="ko-KR" sz="1000"/>
              <a:t>Pod</a:t>
            </a:r>
          </a:p>
        </p:txBody>
      </p:sp>
      <p:sp>
        <p:nvSpPr>
          <p:cNvPr id="28" name="사각형: 둥근 모서리 29">
            <a:extLst>
              <a:ext uri="{FF2B5EF4-FFF2-40B4-BE49-F238E27FC236}">
                <a16:creationId xmlns:a16="http://schemas.microsoft.com/office/drawing/2014/main" id="{C6C9454E-4573-AF98-DEF0-375D7AED75F1}"/>
              </a:ext>
            </a:extLst>
          </p:cNvPr>
          <p:cNvSpPr/>
          <p:nvPr/>
        </p:nvSpPr>
        <p:spPr>
          <a:xfrm>
            <a:off x="2377097" y="2045930"/>
            <a:ext cx="891282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istio-proxy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sp>
        <p:nvSpPr>
          <p:cNvPr id="29" name="사각형: 둥근 모서리 29">
            <a:extLst>
              <a:ext uri="{FF2B5EF4-FFF2-40B4-BE49-F238E27FC236}">
                <a16:creationId xmlns:a16="http://schemas.microsoft.com/office/drawing/2014/main" id="{7BCD3A1A-69FC-D273-70A9-D694743F2497}"/>
              </a:ext>
            </a:extLst>
          </p:cNvPr>
          <p:cNvSpPr/>
          <p:nvPr/>
        </p:nvSpPr>
        <p:spPr>
          <a:xfrm>
            <a:off x="1087860" y="2045930"/>
            <a:ext cx="989457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shell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cxnSp>
        <p:nvCxnSpPr>
          <p:cNvPr id="30" name="Straight Arrow Connector 81">
            <a:extLst>
              <a:ext uri="{FF2B5EF4-FFF2-40B4-BE49-F238E27FC236}">
                <a16:creationId xmlns:a16="http://schemas.microsoft.com/office/drawing/2014/main" id="{AFA355D9-47D5-662F-1A7B-8C2D92C053B5}"/>
              </a:ext>
            </a:extLst>
          </p:cNvPr>
          <p:cNvCxnSpPr>
            <a:cxnSpLocks/>
            <a:stCxn id="29" idx="3"/>
            <a:endCxn id="28" idx="1"/>
          </p:cNvCxnSpPr>
          <p:nvPr/>
        </p:nvCxnSpPr>
        <p:spPr>
          <a:xfrm>
            <a:off x="2077317" y="2265628"/>
            <a:ext cx="299780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1" name="사각형: 둥근 모서리 29">
            <a:extLst>
              <a:ext uri="{FF2B5EF4-FFF2-40B4-BE49-F238E27FC236}">
                <a16:creationId xmlns:a16="http://schemas.microsoft.com/office/drawing/2014/main" id="{A87D3520-DD14-E30C-4291-1C37B4DCDB91}"/>
              </a:ext>
            </a:extLst>
          </p:cNvPr>
          <p:cNvSpPr/>
          <p:nvPr/>
        </p:nvSpPr>
        <p:spPr>
          <a:xfrm>
            <a:off x="5450572" y="1851670"/>
            <a:ext cx="2551069" cy="1267312"/>
          </a:xfrm>
          <a:prstGeom prst="roundRect">
            <a:avLst>
              <a:gd name="adj" fmla="val 6027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b"/>
          <a:lstStyle/>
          <a:p>
            <a:pPr algn="ctr"/>
            <a:r>
              <a:rPr lang="en-US" altLang="ko-KR" sz="1000" b="1"/>
              <a:t> </a:t>
            </a:r>
          </a:p>
          <a:p>
            <a:pPr algn="ctr"/>
            <a:r>
              <a:rPr lang="en-US" altLang="ko-KR" sz="1000"/>
              <a:t>Worker Node</a:t>
            </a:r>
            <a:endParaRPr lang="ko-KR" altLang="en-US" sz="1000"/>
          </a:p>
        </p:txBody>
      </p:sp>
      <p:sp>
        <p:nvSpPr>
          <p:cNvPr id="32" name="사각형: 둥근 모서리 29">
            <a:extLst>
              <a:ext uri="{FF2B5EF4-FFF2-40B4-BE49-F238E27FC236}">
                <a16:creationId xmlns:a16="http://schemas.microsoft.com/office/drawing/2014/main" id="{213B2CC5-D52F-D2A4-CADD-7C6EA9B23701}"/>
              </a:ext>
            </a:extLst>
          </p:cNvPr>
          <p:cNvSpPr/>
          <p:nvPr/>
        </p:nvSpPr>
        <p:spPr>
          <a:xfrm>
            <a:off x="5541081" y="1951122"/>
            <a:ext cx="2372526" cy="888200"/>
          </a:xfrm>
          <a:prstGeom prst="roundRect">
            <a:avLst>
              <a:gd name="adj" fmla="val 1012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b"/>
          <a:lstStyle/>
          <a:p>
            <a:pPr algn="ctr"/>
            <a:r>
              <a:rPr lang="en-US" altLang="ko-KR" sz="1000" b="1"/>
              <a:t>mock-server </a:t>
            </a:r>
            <a:r>
              <a:rPr lang="en-US" altLang="ko-KR" sz="1000"/>
              <a:t>Pod</a:t>
            </a:r>
          </a:p>
        </p:txBody>
      </p:sp>
      <p:sp>
        <p:nvSpPr>
          <p:cNvPr id="33" name="사각형: 둥근 모서리 29">
            <a:extLst>
              <a:ext uri="{FF2B5EF4-FFF2-40B4-BE49-F238E27FC236}">
                <a16:creationId xmlns:a16="http://schemas.microsoft.com/office/drawing/2014/main" id="{EC26083D-6DBA-A754-DB94-36D4550FB3A2}"/>
              </a:ext>
            </a:extLst>
          </p:cNvPr>
          <p:cNvSpPr/>
          <p:nvPr/>
        </p:nvSpPr>
        <p:spPr>
          <a:xfrm>
            <a:off x="6829902" y="2045930"/>
            <a:ext cx="989457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mock-server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sp>
        <p:nvSpPr>
          <p:cNvPr id="34" name="사각형: 둥근 모서리 29">
            <a:extLst>
              <a:ext uri="{FF2B5EF4-FFF2-40B4-BE49-F238E27FC236}">
                <a16:creationId xmlns:a16="http://schemas.microsoft.com/office/drawing/2014/main" id="{7D67EF93-D3CB-BDE4-08F7-694E0D9B1738}"/>
              </a:ext>
            </a:extLst>
          </p:cNvPr>
          <p:cNvSpPr/>
          <p:nvPr/>
        </p:nvSpPr>
        <p:spPr>
          <a:xfrm>
            <a:off x="5638840" y="2045930"/>
            <a:ext cx="891282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istio-proxy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cxnSp>
        <p:nvCxnSpPr>
          <p:cNvPr id="35" name="Straight Arrow Connector 81">
            <a:extLst>
              <a:ext uri="{FF2B5EF4-FFF2-40B4-BE49-F238E27FC236}">
                <a16:creationId xmlns:a16="http://schemas.microsoft.com/office/drawing/2014/main" id="{348CB496-C848-EE63-622E-4EBF46BB10D7}"/>
              </a:ext>
            </a:extLst>
          </p:cNvPr>
          <p:cNvCxnSpPr>
            <a:cxnSpLocks/>
            <a:stCxn id="34" idx="3"/>
            <a:endCxn id="33" idx="1"/>
          </p:cNvCxnSpPr>
          <p:nvPr/>
        </p:nvCxnSpPr>
        <p:spPr>
          <a:xfrm>
            <a:off x="6530122" y="2265628"/>
            <a:ext cx="299780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Elbow Connector 80">
            <a:extLst>
              <a:ext uri="{FF2B5EF4-FFF2-40B4-BE49-F238E27FC236}">
                <a16:creationId xmlns:a16="http://schemas.microsoft.com/office/drawing/2014/main" id="{60D77C7A-7EB3-5D25-0373-DA9D1152FF5A}"/>
              </a:ext>
            </a:extLst>
          </p:cNvPr>
          <p:cNvCxnSpPr>
            <a:cxnSpLocks/>
            <a:stCxn id="28" idx="0"/>
            <a:endCxn id="9" idx="0"/>
          </p:cNvCxnSpPr>
          <p:nvPr/>
        </p:nvCxnSpPr>
        <p:spPr>
          <a:xfrm rot="5400000" flipH="1" flipV="1">
            <a:off x="3382016" y="977330"/>
            <a:ext cx="509322" cy="1627879"/>
          </a:xfrm>
          <a:prstGeom prst="bentConnector3">
            <a:avLst>
              <a:gd name="adj1" fmla="val 144883"/>
            </a:avLst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4" name="Elbow Connector 80">
            <a:extLst>
              <a:ext uri="{FF2B5EF4-FFF2-40B4-BE49-F238E27FC236}">
                <a16:creationId xmlns:a16="http://schemas.microsoft.com/office/drawing/2014/main" id="{08F1DEB0-4265-25DB-7A8D-0D7B60041B5C}"/>
              </a:ext>
            </a:extLst>
          </p:cNvPr>
          <p:cNvCxnSpPr>
            <a:cxnSpLocks/>
            <a:stCxn id="2" idx="2"/>
            <a:endCxn id="34" idx="2"/>
          </p:cNvCxnSpPr>
          <p:nvPr/>
        </p:nvCxnSpPr>
        <p:spPr>
          <a:xfrm rot="5400000" flipH="1" flipV="1">
            <a:off x="4776065" y="2159878"/>
            <a:ext cx="982968" cy="1633863"/>
          </a:xfrm>
          <a:prstGeom prst="bentConnector3">
            <a:avLst>
              <a:gd name="adj1" fmla="val -23256"/>
            </a:avLst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18782128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CA98441-60C3-2B04-68DD-3F292947DB4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0A3DC9F-C06B-D143-E65A-00913DD1F9A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B4A18F04-0D2F-9A0C-EC30-4AD0FBAACC2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1979885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201D244-26D7-6140-60E1-E03A5F2D9C5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사각형: 둥근 모서리 29">
            <a:extLst>
              <a:ext uri="{FF2B5EF4-FFF2-40B4-BE49-F238E27FC236}">
                <a16:creationId xmlns:a16="http://schemas.microsoft.com/office/drawing/2014/main" id="{E7C860AB-99C2-5548-B211-1C5713672C6C}"/>
              </a:ext>
            </a:extLst>
          </p:cNvPr>
          <p:cNvSpPr/>
          <p:nvPr/>
        </p:nvSpPr>
        <p:spPr>
          <a:xfrm>
            <a:off x="179512" y="1938094"/>
            <a:ext cx="2551069" cy="1267312"/>
          </a:xfrm>
          <a:prstGeom prst="roundRect">
            <a:avLst>
              <a:gd name="adj" fmla="val 6027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b"/>
          <a:lstStyle/>
          <a:p>
            <a:pPr algn="ctr"/>
            <a:r>
              <a:rPr lang="en-US" altLang="ko-KR" sz="1000" b="1"/>
              <a:t> </a:t>
            </a:r>
          </a:p>
          <a:p>
            <a:pPr algn="ctr"/>
            <a:r>
              <a:rPr lang="en-US" altLang="ko-KR" sz="1000"/>
              <a:t>Worker Node</a:t>
            </a:r>
            <a:endParaRPr lang="ko-KR" altLang="en-US" sz="1000"/>
          </a:p>
        </p:txBody>
      </p:sp>
      <p:sp>
        <p:nvSpPr>
          <p:cNvPr id="4" name="사각형: 둥근 모서리 29">
            <a:extLst>
              <a:ext uri="{FF2B5EF4-FFF2-40B4-BE49-F238E27FC236}">
                <a16:creationId xmlns:a16="http://schemas.microsoft.com/office/drawing/2014/main" id="{9C3DFF99-F482-A5A6-19D9-6DEAAF1C93D6}"/>
              </a:ext>
            </a:extLst>
          </p:cNvPr>
          <p:cNvSpPr/>
          <p:nvPr/>
        </p:nvSpPr>
        <p:spPr>
          <a:xfrm>
            <a:off x="270021" y="2037546"/>
            <a:ext cx="2372526" cy="888200"/>
          </a:xfrm>
          <a:prstGeom prst="roundRect">
            <a:avLst>
              <a:gd name="adj" fmla="val 1012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b"/>
          <a:lstStyle/>
          <a:p>
            <a:pPr algn="ctr"/>
            <a:r>
              <a:rPr lang="en-US" altLang="ko-KR" sz="1000" b="1"/>
              <a:t>shell </a:t>
            </a:r>
            <a:r>
              <a:rPr lang="en-US" altLang="ko-KR" sz="1000"/>
              <a:t>Pod</a:t>
            </a:r>
          </a:p>
        </p:txBody>
      </p:sp>
      <p:cxnSp>
        <p:nvCxnSpPr>
          <p:cNvPr id="8" name="Straight Arrow Connector 81">
            <a:extLst>
              <a:ext uri="{FF2B5EF4-FFF2-40B4-BE49-F238E27FC236}">
                <a16:creationId xmlns:a16="http://schemas.microsoft.com/office/drawing/2014/main" id="{394A9B85-E0CB-C3E2-FE6B-313FDB0F8276}"/>
              </a:ext>
            </a:extLst>
          </p:cNvPr>
          <p:cNvCxnSpPr>
            <a:cxnSpLocks/>
            <a:stCxn id="9" idx="2"/>
            <a:endCxn id="3" idx="0"/>
          </p:cNvCxnSpPr>
          <p:nvPr/>
        </p:nvCxnSpPr>
        <p:spPr>
          <a:xfrm>
            <a:off x="3689931" y="2043387"/>
            <a:ext cx="0" cy="17325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사각형: 둥근 모서리 29">
            <a:extLst>
              <a:ext uri="{FF2B5EF4-FFF2-40B4-BE49-F238E27FC236}">
                <a16:creationId xmlns:a16="http://schemas.microsoft.com/office/drawing/2014/main" id="{E83EA57A-E1C7-74DD-D938-77886DEE88B0}"/>
              </a:ext>
            </a:extLst>
          </p:cNvPr>
          <p:cNvSpPr/>
          <p:nvPr/>
        </p:nvSpPr>
        <p:spPr>
          <a:xfrm>
            <a:off x="3027276" y="2923215"/>
            <a:ext cx="1325312" cy="525929"/>
          </a:xfrm>
          <a:prstGeom prst="roundRect">
            <a:avLst>
              <a:gd name="adj" fmla="val 11707"/>
            </a:avLst>
          </a:prstGeom>
          <a:ln w="12700">
            <a:prstDash val="soli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mock-server-http</a:t>
            </a:r>
            <a:r>
              <a:rPr lang="en-US" altLang="ko-KR" sz="1000"/>
              <a:t> </a:t>
            </a:r>
          </a:p>
          <a:p>
            <a:pPr algn="ctr"/>
            <a:r>
              <a:rPr lang="en-US" altLang="ko-KR" sz="1000"/>
              <a:t>Service</a:t>
            </a:r>
            <a:endParaRPr lang="ko-KR" altLang="en-US" sz="1000"/>
          </a:p>
        </p:txBody>
      </p:sp>
      <p:sp>
        <p:nvSpPr>
          <p:cNvPr id="3" name="사각형: 둥근 모서리 29">
            <a:extLst>
              <a:ext uri="{FF2B5EF4-FFF2-40B4-BE49-F238E27FC236}">
                <a16:creationId xmlns:a16="http://schemas.microsoft.com/office/drawing/2014/main" id="{B158FBE7-8CF1-D522-A286-8D7DED3F9319}"/>
              </a:ext>
            </a:extLst>
          </p:cNvPr>
          <p:cNvSpPr/>
          <p:nvPr/>
        </p:nvSpPr>
        <p:spPr>
          <a:xfrm>
            <a:off x="3027275" y="2216637"/>
            <a:ext cx="1325312" cy="525929"/>
          </a:xfrm>
          <a:prstGeom prst="roundRect">
            <a:avLst>
              <a:gd name="adj" fmla="val 11707"/>
            </a:avLst>
          </a:prstGeom>
          <a:ln w="12700">
            <a:prstDash val="soli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mock-server-http</a:t>
            </a:r>
          </a:p>
          <a:p>
            <a:pPr algn="ctr"/>
            <a:r>
              <a:rPr lang="en-US" altLang="ko-KR" sz="1000"/>
              <a:t>DestinationRule</a:t>
            </a:r>
            <a:endParaRPr lang="ko-KR" altLang="en-US" sz="1000"/>
          </a:p>
        </p:txBody>
      </p:sp>
      <p:sp>
        <p:nvSpPr>
          <p:cNvPr id="9" name="사각형: 둥근 모서리 29">
            <a:extLst>
              <a:ext uri="{FF2B5EF4-FFF2-40B4-BE49-F238E27FC236}">
                <a16:creationId xmlns:a16="http://schemas.microsoft.com/office/drawing/2014/main" id="{2FB41AAC-29ED-C86A-F5FE-80C636EE48C3}"/>
              </a:ext>
            </a:extLst>
          </p:cNvPr>
          <p:cNvSpPr/>
          <p:nvPr/>
        </p:nvSpPr>
        <p:spPr>
          <a:xfrm>
            <a:off x="3027275" y="1517458"/>
            <a:ext cx="1325312" cy="525929"/>
          </a:xfrm>
          <a:prstGeom prst="roundRect">
            <a:avLst>
              <a:gd name="adj" fmla="val 11707"/>
            </a:avLst>
          </a:prstGeom>
          <a:ln w="12700">
            <a:prstDash val="soli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mock-server-http</a:t>
            </a:r>
          </a:p>
          <a:p>
            <a:pPr algn="ctr"/>
            <a:r>
              <a:rPr lang="en-US" altLang="ko-KR" sz="1000"/>
              <a:t>VirtualService</a:t>
            </a:r>
            <a:endParaRPr lang="ko-KR" altLang="en-US" sz="1000"/>
          </a:p>
        </p:txBody>
      </p:sp>
      <p:cxnSp>
        <p:nvCxnSpPr>
          <p:cNvPr id="11" name="Elbow Connector 80">
            <a:extLst>
              <a:ext uri="{FF2B5EF4-FFF2-40B4-BE49-F238E27FC236}">
                <a16:creationId xmlns:a16="http://schemas.microsoft.com/office/drawing/2014/main" id="{3AD24A9F-6640-EF23-87A5-D85494C3E613}"/>
              </a:ext>
            </a:extLst>
          </p:cNvPr>
          <p:cNvCxnSpPr>
            <a:cxnSpLocks/>
            <a:stCxn id="75" idx="0"/>
            <a:endCxn id="9" idx="0"/>
          </p:cNvCxnSpPr>
          <p:nvPr/>
        </p:nvCxnSpPr>
        <p:spPr>
          <a:xfrm rot="5400000" flipH="1" flipV="1">
            <a:off x="2588846" y="1031270"/>
            <a:ext cx="614896" cy="1587273"/>
          </a:xfrm>
          <a:prstGeom prst="bentConnector3">
            <a:avLst>
              <a:gd name="adj1" fmla="val 137177"/>
            </a:avLst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Straight Arrow Connector 81">
            <a:extLst>
              <a:ext uri="{FF2B5EF4-FFF2-40B4-BE49-F238E27FC236}">
                <a16:creationId xmlns:a16="http://schemas.microsoft.com/office/drawing/2014/main" id="{789A67B3-1412-BD36-5A55-3995D51EB0D6}"/>
              </a:ext>
            </a:extLst>
          </p:cNvPr>
          <p:cNvCxnSpPr>
            <a:cxnSpLocks/>
            <a:stCxn id="3" idx="2"/>
            <a:endCxn id="2" idx="0"/>
          </p:cNvCxnSpPr>
          <p:nvPr/>
        </p:nvCxnSpPr>
        <p:spPr>
          <a:xfrm>
            <a:off x="3689931" y="2742566"/>
            <a:ext cx="1" cy="180649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Straight Arrow Connector 81">
            <a:extLst>
              <a:ext uri="{FF2B5EF4-FFF2-40B4-BE49-F238E27FC236}">
                <a16:creationId xmlns:a16="http://schemas.microsoft.com/office/drawing/2014/main" id="{22D72CE6-D484-F2BE-F23D-8F2D5269CFD7}"/>
              </a:ext>
            </a:extLst>
          </p:cNvPr>
          <p:cNvCxnSpPr>
            <a:cxnSpLocks/>
            <a:stCxn id="19" idx="2"/>
            <a:endCxn id="17" idx="0"/>
          </p:cNvCxnSpPr>
          <p:nvPr/>
        </p:nvCxnSpPr>
        <p:spPr>
          <a:xfrm>
            <a:off x="5390759" y="2037546"/>
            <a:ext cx="0" cy="17325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사각형: 둥근 모서리 29">
            <a:extLst>
              <a:ext uri="{FF2B5EF4-FFF2-40B4-BE49-F238E27FC236}">
                <a16:creationId xmlns:a16="http://schemas.microsoft.com/office/drawing/2014/main" id="{3C137BD7-6783-3AEA-2E54-E0DEB4115F36}"/>
              </a:ext>
            </a:extLst>
          </p:cNvPr>
          <p:cNvSpPr/>
          <p:nvPr/>
        </p:nvSpPr>
        <p:spPr>
          <a:xfrm>
            <a:off x="4728104" y="2917374"/>
            <a:ext cx="1325312" cy="525929"/>
          </a:xfrm>
          <a:prstGeom prst="roundRect">
            <a:avLst>
              <a:gd name="adj" fmla="val 11707"/>
            </a:avLst>
          </a:prstGeom>
          <a:ln w="12700">
            <a:prstDash val="soli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mock-server-grpc</a:t>
            </a:r>
            <a:r>
              <a:rPr lang="en-US" altLang="ko-KR" sz="1000"/>
              <a:t> </a:t>
            </a:r>
          </a:p>
          <a:p>
            <a:pPr algn="ctr"/>
            <a:r>
              <a:rPr lang="en-US" altLang="ko-KR" sz="1000"/>
              <a:t>Service</a:t>
            </a:r>
            <a:endParaRPr lang="ko-KR" altLang="en-US" sz="1000"/>
          </a:p>
        </p:txBody>
      </p:sp>
      <p:sp>
        <p:nvSpPr>
          <p:cNvPr id="17" name="사각형: 둥근 모서리 29">
            <a:extLst>
              <a:ext uri="{FF2B5EF4-FFF2-40B4-BE49-F238E27FC236}">
                <a16:creationId xmlns:a16="http://schemas.microsoft.com/office/drawing/2014/main" id="{7CE4F32E-8DA1-2B58-FB4C-EF04F5E067EE}"/>
              </a:ext>
            </a:extLst>
          </p:cNvPr>
          <p:cNvSpPr/>
          <p:nvPr/>
        </p:nvSpPr>
        <p:spPr>
          <a:xfrm>
            <a:off x="4728103" y="2210796"/>
            <a:ext cx="1325312" cy="525929"/>
          </a:xfrm>
          <a:prstGeom prst="roundRect">
            <a:avLst>
              <a:gd name="adj" fmla="val 11707"/>
            </a:avLst>
          </a:prstGeom>
          <a:ln w="12700">
            <a:prstDash val="soli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mock-server-grpc</a:t>
            </a:r>
          </a:p>
          <a:p>
            <a:pPr algn="ctr"/>
            <a:r>
              <a:rPr lang="en-US" altLang="ko-KR" sz="1000"/>
              <a:t>DestinationRule</a:t>
            </a:r>
            <a:endParaRPr lang="ko-KR" altLang="en-US" sz="1000"/>
          </a:p>
        </p:txBody>
      </p:sp>
      <p:sp>
        <p:nvSpPr>
          <p:cNvPr id="19" name="사각형: 둥근 모서리 29">
            <a:extLst>
              <a:ext uri="{FF2B5EF4-FFF2-40B4-BE49-F238E27FC236}">
                <a16:creationId xmlns:a16="http://schemas.microsoft.com/office/drawing/2014/main" id="{761FE38E-FE45-B2D9-FEB2-5C058A412947}"/>
              </a:ext>
            </a:extLst>
          </p:cNvPr>
          <p:cNvSpPr/>
          <p:nvPr/>
        </p:nvSpPr>
        <p:spPr>
          <a:xfrm>
            <a:off x="4728103" y="1511617"/>
            <a:ext cx="1325312" cy="525929"/>
          </a:xfrm>
          <a:prstGeom prst="roundRect">
            <a:avLst>
              <a:gd name="adj" fmla="val 11707"/>
            </a:avLst>
          </a:prstGeom>
          <a:ln w="12700">
            <a:prstDash val="soli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mock-server-grpc</a:t>
            </a:r>
          </a:p>
          <a:p>
            <a:pPr algn="ctr"/>
            <a:r>
              <a:rPr lang="en-US" altLang="ko-KR" sz="1000"/>
              <a:t>VirtualService</a:t>
            </a:r>
            <a:endParaRPr lang="ko-KR" altLang="en-US" sz="1000"/>
          </a:p>
        </p:txBody>
      </p:sp>
      <p:cxnSp>
        <p:nvCxnSpPr>
          <p:cNvPr id="20" name="Straight Arrow Connector 81">
            <a:extLst>
              <a:ext uri="{FF2B5EF4-FFF2-40B4-BE49-F238E27FC236}">
                <a16:creationId xmlns:a16="http://schemas.microsoft.com/office/drawing/2014/main" id="{9030E72C-75D0-5101-BCBB-F20E65CBF7C2}"/>
              </a:ext>
            </a:extLst>
          </p:cNvPr>
          <p:cNvCxnSpPr>
            <a:cxnSpLocks/>
            <a:stCxn id="17" idx="2"/>
            <a:endCxn id="16" idx="0"/>
          </p:cNvCxnSpPr>
          <p:nvPr/>
        </p:nvCxnSpPr>
        <p:spPr>
          <a:xfrm>
            <a:off x="5390759" y="2736725"/>
            <a:ext cx="1" cy="180649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Elbow Connector 80">
            <a:extLst>
              <a:ext uri="{FF2B5EF4-FFF2-40B4-BE49-F238E27FC236}">
                <a16:creationId xmlns:a16="http://schemas.microsoft.com/office/drawing/2014/main" id="{1DD5E458-4627-ECDC-EB61-C9360DD9EE62}"/>
              </a:ext>
            </a:extLst>
          </p:cNvPr>
          <p:cNvCxnSpPr>
            <a:cxnSpLocks/>
            <a:stCxn id="75" idx="0"/>
            <a:endCxn id="19" idx="0"/>
          </p:cNvCxnSpPr>
          <p:nvPr/>
        </p:nvCxnSpPr>
        <p:spPr>
          <a:xfrm rot="5400000" flipH="1" flipV="1">
            <a:off x="3436340" y="177936"/>
            <a:ext cx="620737" cy="3288101"/>
          </a:xfrm>
          <a:prstGeom prst="bentConnector3">
            <a:avLst>
              <a:gd name="adj1" fmla="val 136827"/>
            </a:avLst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5" name="사각형: 둥근 모서리 29">
            <a:extLst>
              <a:ext uri="{FF2B5EF4-FFF2-40B4-BE49-F238E27FC236}">
                <a16:creationId xmlns:a16="http://schemas.microsoft.com/office/drawing/2014/main" id="{27CB51E6-5DD2-9D69-16A8-3C99F2C8B398}"/>
              </a:ext>
            </a:extLst>
          </p:cNvPr>
          <p:cNvSpPr/>
          <p:nvPr/>
        </p:nvSpPr>
        <p:spPr>
          <a:xfrm>
            <a:off x="1657017" y="2132354"/>
            <a:ext cx="891282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istio-proxy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sp>
        <p:nvSpPr>
          <p:cNvPr id="78" name="사각형: 둥근 모서리 29">
            <a:extLst>
              <a:ext uri="{FF2B5EF4-FFF2-40B4-BE49-F238E27FC236}">
                <a16:creationId xmlns:a16="http://schemas.microsoft.com/office/drawing/2014/main" id="{8503C275-CF2C-2B51-2E41-E6DB18EDD050}"/>
              </a:ext>
            </a:extLst>
          </p:cNvPr>
          <p:cNvSpPr/>
          <p:nvPr/>
        </p:nvSpPr>
        <p:spPr>
          <a:xfrm>
            <a:off x="367780" y="2132354"/>
            <a:ext cx="989457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shell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cxnSp>
        <p:nvCxnSpPr>
          <p:cNvPr id="95" name="Straight Arrow Connector 81">
            <a:extLst>
              <a:ext uri="{FF2B5EF4-FFF2-40B4-BE49-F238E27FC236}">
                <a16:creationId xmlns:a16="http://schemas.microsoft.com/office/drawing/2014/main" id="{B9EC7C6E-C256-CC67-5D93-504342EDC0A7}"/>
              </a:ext>
            </a:extLst>
          </p:cNvPr>
          <p:cNvCxnSpPr>
            <a:cxnSpLocks/>
            <a:stCxn id="78" idx="3"/>
            <a:endCxn id="75" idx="1"/>
          </p:cNvCxnSpPr>
          <p:nvPr/>
        </p:nvCxnSpPr>
        <p:spPr>
          <a:xfrm>
            <a:off x="1357237" y="2352052"/>
            <a:ext cx="299780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0" name="사각형: 둥근 모서리 29">
            <a:extLst>
              <a:ext uri="{FF2B5EF4-FFF2-40B4-BE49-F238E27FC236}">
                <a16:creationId xmlns:a16="http://schemas.microsoft.com/office/drawing/2014/main" id="{A4B68954-A646-B3E9-B9BC-4478931DAEB5}"/>
              </a:ext>
            </a:extLst>
          </p:cNvPr>
          <p:cNvSpPr/>
          <p:nvPr/>
        </p:nvSpPr>
        <p:spPr>
          <a:xfrm>
            <a:off x="6352093" y="1938094"/>
            <a:ext cx="2551069" cy="1267312"/>
          </a:xfrm>
          <a:prstGeom prst="roundRect">
            <a:avLst>
              <a:gd name="adj" fmla="val 6027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b"/>
          <a:lstStyle/>
          <a:p>
            <a:pPr algn="ctr"/>
            <a:r>
              <a:rPr lang="en-US" altLang="ko-KR" sz="1000" b="1"/>
              <a:t> </a:t>
            </a:r>
          </a:p>
          <a:p>
            <a:pPr algn="ctr"/>
            <a:r>
              <a:rPr lang="en-US" altLang="ko-KR" sz="1000"/>
              <a:t>Worker Node</a:t>
            </a:r>
            <a:endParaRPr lang="ko-KR" altLang="en-US" sz="1000"/>
          </a:p>
        </p:txBody>
      </p:sp>
      <p:sp>
        <p:nvSpPr>
          <p:cNvPr id="101" name="사각형: 둥근 모서리 29">
            <a:extLst>
              <a:ext uri="{FF2B5EF4-FFF2-40B4-BE49-F238E27FC236}">
                <a16:creationId xmlns:a16="http://schemas.microsoft.com/office/drawing/2014/main" id="{E9CCED40-2C00-B387-B7BC-AD47EE9854A5}"/>
              </a:ext>
            </a:extLst>
          </p:cNvPr>
          <p:cNvSpPr/>
          <p:nvPr/>
        </p:nvSpPr>
        <p:spPr>
          <a:xfrm>
            <a:off x="6442602" y="2037546"/>
            <a:ext cx="2372526" cy="888200"/>
          </a:xfrm>
          <a:prstGeom prst="roundRect">
            <a:avLst>
              <a:gd name="adj" fmla="val 1012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b"/>
          <a:lstStyle/>
          <a:p>
            <a:pPr algn="ctr"/>
            <a:r>
              <a:rPr lang="en-US" altLang="ko-KR" sz="1000" b="1"/>
              <a:t>mock-server </a:t>
            </a:r>
            <a:r>
              <a:rPr lang="en-US" altLang="ko-KR" sz="1000"/>
              <a:t>Pod</a:t>
            </a:r>
          </a:p>
        </p:txBody>
      </p:sp>
      <p:cxnSp>
        <p:nvCxnSpPr>
          <p:cNvPr id="105" name="Elbow Connector 80">
            <a:extLst>
              <a:ext uri="{FF2B5EF4-FFF2-40B4-BE49-F238E27FC236}">
                <a16:creationId xmlns:a16="http://schemas.microsoft.com/office/drawing/2014/main" id="{CDD1A6AA-32EA-20E0-8EC1-9357B0CB5D87}"/>
              </a:ext>
            </a:extLst>
          </p:cNvPr>
          <p:cNvCxnSpPr>
            <a:cxnSpLocks/>
            <a:stCxn id="16" idx="2"/>
            <a:endCxn id="113" idx="2"/>
          </p:cNvCxnSpPr>
          <p:nvPr/>
        </p:nvCxnSpPr>
        <p:spPr>
          <a:xfrm rot="5400000" flipH="1" flipV="1">
            <a:off x="5752604" y="2209906"/>
            <a:ext cx="871553" cy="1595242"/>
          </a:xfrm>
          <a:prstGeom prst="bentConnector3">
            <a:avLst>
              <a:gd name="adj1" fmla="val -26229"/>
            </a:avLst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2" name="사각형: 둥근 모서리 29">
            <a:extLst>
              <a:ext uri="{FF2B5EF4-FFF2-40B4-BE49-F238E27FC236}">
                <a16:creationId xmlns:a16="http://schemas.microsoft.com/office/drawing/2014/main" id="{BE712579-55D1-0371-8312-3A9CDBBFD97D}"/>
              </a:ext>
            </a:extLst>
          </p:cNvPr>
          <p:cNvSpPr/>
          <p:nvPr/>
        </p:nvSpPr>
        <p:spPr>
          <a:xfrm>
            <a:off x="7731423" y="2132354"/>
            <a:ext cx="989457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mock-server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sp>
        <p:nvSpPr>
          <p:cNvPr id="113" name="사각형: 둥근 모서리 29">
            <a:extLst>
              <a:ext uri="{FF2B5EF4-FFF2-40B4-BE49-F238E27FC236}">
                <a16:creationId xmlns:a16="http://schemas.microsoft.com/office/drawing/2014/main" id="{C982D15B-33E2-2313-C616-9751C4C9E450}"/>
              </a:ext>
            </a:extLst>
          </p:cNvPr>
          <p:cNvSpPr/>
          <p:nvPr/>
        </p:nvSpPr>
        <p:spPr>
          <a:xfrm>
            <a:off x="6540361" y="2132354"/>
            <a:ext cx="891282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istio-proxy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cxnSp>
        <p:nvCxnSpPr>
          <p:cNvPr id="115" name="Elbow Connector 80">
            <a:extLst>
              <a:ext uri="{FF2B5EF4-FFF2-40B4-BE49-F238E27FC236}">
                <a16:creationId xmlns:a16="http://schemas.microsoft.com/office/drawing/2014/main" id="{99705ABF-F96A-CA9D-A70F-2B396DEB0002}"/>
              </a:ext>
            </a:extLst>
          </p:cNvPr>
          <p:cNvCxnSpPr>
            <a:cxnSpLocks/>
            <a:stCxn id="2" idx="2"/>
            <a:endCxn id="113" idx="2"/>
          </p:cNvCxnSpPr>
          <p:nvPr/>
        </p:nvCxnSpPr>
        <p:spPr>
          <a:xfrm rot="5400000" flipH="1" flipV="1">
            <a:off x="4899270" y="1362412"/>
            <a:ext cx="877394" cy="3296070"/>
          </a:xfrm>
          <a:prstGeom prst="bentConnector3">
            <a:avLst>
              <a:gd name="adj1" fmla="val -26054"/>
            </a:avLst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8" name="Straight Arrow Connector 81">
            <a:extLst>
              <a:ext uri="{FF2B5EF4-FFF2-40B4-BE49-F238E27FC236}">
                <a16:creationId xmlns:a16="http://schemas.microsoft.com/office/drawing/2014/main" id="{FF6CFCB8-EACD-517B-C20F-FF639AA59450}"/>
              </a:ext>
            </a:extLst>
          </p:cNvPr>
          <p:cNvCxnSpPr>
            <a:cxnSpLocks/>
            <a:stCxn id="113" idx="3"/>
            <a:endCxn id="112" idx="1"/>
          </p:cNvCxnSpPr>
          <p:nvPr/>
        </p:nvCxnSpPr>
        <p:spPr>
          <a:xfrm>
            <a:off x="7431643" y="2352052"/>
            <a:ext cx="299780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69479473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FFA9799-1BD4-2511-727E-886F29085D1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사각형: 둥근 모서리 29">
            <a:extLst>
              <a:ext uri="{FF2B5EF4-FFF2-40B4-BE49-F238E27FC236}">
                <a16:creationId xmlns:a16="http://schemas.microsoft.com/office/drawing/2014/main" id="{C83CEC76-212D-1763-6A95-0DE2858A1BB3}"/>
              </a:ext>
            </a:extLst>
          </p:cNvPr>
          <p:cNvSpPr/>
          <p:nvPr/>
        </p:nvSpPr>
        <p:spPr>
          <a:xfrm>
            <a:off x="179512" y="1938094"/>
            <a:ext cx="2551069" cy="1267312"/>
          </a:xfrm>
          <a:prstGeom prst="roundRect">
            <a:avLst>
              <a:gd name="adj" fmla="val 6027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b"/>
          <a:lstStyle/>
          <a:p>
            <a:pPr algn="ctr"/>
            <a:r>
              <a:rPr lang="en-US" altLang="ko-KR" sz="1000" b="1"/>
              <a:t> </a:t>
            </a:r>
          </a:p>
          <a:p>
            <a:pPr algn="ctr"/>
            <a:r>
              <a:rPr lang="en-US" altLang="ko-KR" sz="1000"/>
              <a:t>Worker Node</a:t>
            </a:r>
            <a:endParaRPr lang="ko-KR" altLang="en-US" sz="1000"/>
          </a:p>
        </p:txBody>
      </p:sp>
      <p:sp>
        <p:nvSpPr>
          <p:cNvPr id="4" name="사각형: 둥근 모서리 29">
            <a:extLst>
              <a:ext uri="{FF2B5EF4-FFF2-40B4-BE49-F238E27FC236}">
                <a16:creationId xmlns:a16="http://schemas.microsoft.com/office/drawing/2014/main" id="{CE1D13E9-C6CB-C0C9-EE3C-D3E61B7DF42B}"/>
              </a:ext>
            </a:extLst>
          </p:cNvPr>
          <p:cNvSpPr/>
          <p:nvPr/>
        </p:nvSpPr>
        <p:spPr>
          <a:xfrm>
            <a:off x="270021" y="2037546"/>
            <a:ext cx="2372526" cy="888200"/>
          </a:xfrm>
          <a:prstGeom prst="roundRect">
            <a:avLst>
              <a:gd name="adj" fmla="val 1012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b"/>
          <a:lstStyle/>
          <a:p>
            <a:pPr algn="ctr"/>
            <a:r>
              <a:rPr lang="en-US" altLang="ko-KR" sz="1000" b="1"/>
              <a:t>shell </a:t>
            </a:r>
            <a:r>
              <a:rPr lang="en-US" altLang="ko-KR" sz="1000"/>
              <a:t>Pod</a:t>
            </a:r>
          </a:p>
        </p:txBody>
      </p:sp>
      <p:cxnSp>
        <p:nvCxnSpPr>
          <p:cNvPr id="8" name="Straight Arrow Connector 81">
            <a:extLst>
              <a:ext uri="{FF2B5EF4-FFF2-40B4-BE49-F238E27FC236}">
                <a16:creationId xmlns:a16="http://schemas.microsoft.com/office/drawing/2014/main" id="{CF8E56E2-71B3-FE13-9089-3B8885069C12}"/>
              </a:ext>
            </a:extLst>
          </p:cNvPr>
          <p:cNvCxnSpPr>
            <a:cxnSpLocks/>
            <a:stCxn id="9" idx="2"/>
            <a:endCxn id="3" idx="0"/>
          </p:cNvCxnSpPr>
          <p:nvPr/>
        </p:nvCxnSpPr>
        <p:spPr>
          <a:xfrm>
            <a:off x="3689931" y="2043387"/>
            <a:ext cx="0" cy="17325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사각형: 둥근 모서리 29">
            <a:extLst>
              <a:ext uri="{FF2B5EF4-FFF2-40B4-BE49-F238E27FC236}">
                <a16:creationId xmlns:a16="http://schemas.microsoft.com/office/drawing/2014/main" id="{7C90F752-57B8-4B66-0366-E4A19F054399}"/>
              </a:ext>
            </a:extLst>
          </p:cNvPr>
          <p:cNvSpPr/>
          <p:nvPr/>
        </p:nvSpPr>
        <p:spPr>
          <a:xfrm>
            <a:off x="3027276" y="2923215"/>
            <a:ext cx="1325312" cy="525929"/>
          </a:xfrm>
          <a:prstGeom prst="roundRect">
            <a:avLst>
              <a:gd name="adj" fmla="val 11707"/>
            </a:avLst>
          </a:prstGeom>
          <a:ln w="12700">
            <a:prstDash val="soli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mock-server-http</a:t>
            </a:r>
            <a:r>
              <a:rPr lang="en-US" altLang="ko-KR" sz="1000"/>
              <a:t> </a:t>
            </a:r>
          </a:p>
          <a:p>
            <a:pPr algn="ctr"/>
            <a:r>
              <a:rPr lang="en-US" altLang="ko-KR" sz="1000"/>
              <a:t>Service</a:t>
            </a:r>
            <a:endParaRPr lang="ko-KR" altLang="en-US" sz="1000"/>
          </a:p>
        </p:txBody>
      </p:sp>
      <p:sp>
        <p:nvSpPr>
          <p:cNvPr id="3" name="사각형: 둥근 모서리 29">
            <a:extLst>
              <a:ext uri="{FF2B5EF4-FFF2-40B4-BE49-F238E27FC236}">
                <a16:creationId xmlns:a16="http://schemas.microsoft.com/office/drawing/2014/main" id="{7D1C98E8-6733-F5EB-371F-CE8E7751BDC9}"/>
              </a:ext>
            </a:extLst>
          </p:cNvPr>
          <p:cNvSpPr/>
          <p:nvPr/>
        </p:nvSpPr>
        <p:spPr>
          <a:xfrm>
            <a:off x="3027275" y="2216637"/>
            <a:ext cx="1325312" cy="525929"/>
          </a:xfrm>
          <a:prstGeom prst="roundRect">
            <a:avLst>
              <a:gd name="adj" fmla="val 11707"/>
            </a:avLst>
          </a:prstGeom>
          <a:ln w="12700">
            <a:prstDash val="soli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mock-server-http</a:t>
            </a:r>
          </a:p>
          <a:p>
            <a:pPr algn="ctr"/>
            <a:r>
              <a:rPr lang="en-US" altLang="ko-KR" sz="1000"/>
              <a:t>DestinationRule</a:t>
            </a:r>
            <a:endParaRPr lang="ko-KR" altLang="en-US" sz="1000"/>
          </a:p>
        </p:txBody>
      </p:sp>
      <p:sp>
        <p:nvSpPr>
          <p:cNvPr id="9" name="사각형: 둥근 모서리 29">
            <a:extLst>
              <a:ext uri="{FF2B5EF4-FFF2-40B4-BE49-F238E27FC236}">
                <a16:creationId xmlns:a16="http://schemas.microsoft.com/office/drawing/2014/main" id="{7E07A315-AEF4-6B27-5C04-08FD8946E078}"/>
              </a:ext>
            </a:extLst>
          </p:cNvPr>
          <p:cNvSpPr/>
          <p:nvPr/>
        </p:nvSpPr>
        <p:spPr>
          <a:xfrm>
            <a:off x="3027275" y="1517458"/>
            <a:ext cx="1325312" cy="525929"/>
          </a:xfrm>
          <a:prstGeom prst="roundRect">
            <a:avLst>
              <a:gd name="adj" fmla="val 11707"/>
            </a:avLst>
          </a:prstGeom>
          <a:ln w="12700">
            <a:prstDash val="soli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mock-server-http</a:t>
            </a:r>
          </a:p>
          <a:p>
            <a:pPr algn="ctr"/>
            <a:r>
              <a:rPr lang="en-US" altLang="ko-KR" sz="1000"/>
              <a:t>VirtualService</a:t>
            </a:r>
            <a:endParaRPr lang="ko-KR" altLang="en-US" sz="1000"/>
          </a:p>
        </p:txBody>
      </p:sp>
      <p:cxnSp>
        <p:nvCxnSpPr>
          <p:cNvPr id="11" name="Elbow Connector 80">
            <a:extLst>
              <a:ext uri="{FF2B5EF4-FFF2-40B4-BE49-F238E27FC236}">
                <a16:creationId xmlns:a16="http://schemas.microsoft.com/office/drawing/2014/main" id="{ED7AA9CF-F5CC-D569-8DCF-FFF979F628D1}"/>
              </a:ext>
            </a:extLst>
          </p:cNvPr>
          <p:cNvCxnSpPr>
            <a:cxnSpLocks/>
            <a:stCxn id="75" idx="0"/>
            <a:endCxn id="9" idx="0"/>
          </p:cNvCxnSpPr>
          <p:nvPr/>
        </p:nvCxnSpPr>
        <p:spPr>
          <a:xfrm rot="5400000" flipH="1" flipV="1">
            <a:off x="2588846" y="1031270"/>
            <a:ext cx="614896" cy="1587273"/>
          </a:xfrm>
          <a:prstGeom prst="bentConnector3">
            <a:avLst>
              <a:gd name="adj1" fmla="val 137177"/>
            </a:avLst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Straight Arrow Connector 81">
            <a:extLst>
              <a:ext uri="{FF2B5EF4-FFF2-40B4-BE49-F238E27FC236}">
                <a16:creationId xmlns:a16="http://schemas.microsoft.com/office/drawing/2014/main" id="{65255914-9ADC-59FF-BBC2-742A57E33CAC}"/>
              </a:ext>
            </a:extLst>
          </p:cNvPr>
          <p:cNvCxnSpPr>
            <a:cxnSpLocks/>
            <a:stCxn id="3" idx="2"/>
            <a:endCxn id="2" idx="0"/>
          </p:cNvCxnSpPr>
          <p:nvPr/>
        </p:nvCxnSpPr>
        <p:spPr>
          <a:xfrm>
            <a:off x="3689931" y="2742566"/>
            <a:ext cx="1" cy="180649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Straight Arrow Connector 81">
            <a:extLst>
              <a:ext uri="{FF2B5EF4-FFF2-40B4-BE49-F238E27FC236}">
                <a16:creationId xmlns:a16="http://schemas.microsoft.com/office/drawing/2014/main" id="{F555840B-8DB0-18F2-7767-45E7F6C2DB47}"/>
              </a:ext>
            </a:extLst>
          </p:cNvPr>
          <p:cNvCxnSpPr>
            <a:cxnSpLocks/>
            <a:stCxn id="19" idx="2"/>
            <a:endCxn id="17" idx="0"/>
          </p:cNvCxnSpPr>
          <p:nvPr/>
        </p:nvCxnSpPr>
        <p:spPr>
          <a:xfrm>
            <a:off x="5390759" y="2037546"/>
            <a:ext cx="0" cy="17325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사각형: 둥근 모서리 29">
            <a:extLst>
              <a:ext uri="{FF2B5EF4-FFF2-40B4-BE49-F238E27FC236}">
                <a16:creationId xmlns:a16="http://schemas.microsoft.com/office/drawing/2014/main" id="{53B1D163-A163-3956-6C4F-4573E6817193}"/>
              </a:ext>
            </a:extLst>
          </p:cNvPr>
          <p:cNvSpPr/>
          <p:nvPr/>
        </p:nvSpPr>
        <p:spPr>
          <a:xfrm>
            <a:off x="4728104" y="2917374"/>
            <a:ext cx="1325312" cy="525929"/>
          </a:xfrm>
          <a:prstGeom prst="roundRect">
            <a:avLst>
              <a:gd name="adj" fmla="val 11707"/>
            </a:avLst>
          </a:prstGeom>
          <a:ln w="12700">
            <a:prstDash val="soli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mock-server-grpc</a:t>
            </a:r>
            <a:r>
              <a:rPr lang="en-US" altLang="ko-KR" sz="1000"/>
              <a:t> </a:t>
            </a:r>
          </a:p>
          <a:p>
            <a:pPr algn="ctr"/>
            <a:r>
              <a:rPr lang="en-US" altLang="ko-KR" sz="1000"/>
              <a:t>Service</a:t>
            </a:r>
            <a:endParaRPr lang="ko-KR" altLang="en-US" sz="1000"/>
          </a:p>
        </p:txBody>
      </p:sp>
      <p:sp>
        <p:nvSpPr>
          <p:cNvPr id="17" name="사각형: 둥근 모서리 29">
            <a:extLst>
              <a:ext uri="{FF2B5EF4-FFF2-40B4-BE49-F238E27FC236}">
                <a16:creationId xmlns:a16="http://schemas.microsoft.com/office/drawing/2014/main" id="{CBB26C07-679A-BBD4-AEE6-2408DD0FEF38}"/>
              </a:ext>
            </a:extLst>
          </p:cNvPr>
          <p:cNvSpPr/>
          <p:nvPr/>
        </p:nvSpPr>
        <p:spPr>
          <a:xfrm>
            <a:off x="4728103" y="2210796"/>
            <a:ext cx="1325312" cy="525929"/>
          </a:xfrm>
          <a:prstGeom prst="roundRect">
            <a:avLst>
              <a:gd name="adj" fmla="val 11707"/>
            </a:avLst>
          </a:prstGeom>
          <a:ln w="12700">
            <a:prstDash val="soli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mock-server-grpc</a:t>
            </a:r>
          </a:p>
          <a:p>
            <a:pPr algn="ctr"/>
            <a:r>
              <a:rPr lang="en-US" altLang="ko-KR" sz="1000"/>
              <a:t>DestinationRule</a:t>
            </a:r>
            <a:endParaRPr lang="ko-KR" altLang="en-US" sz="1000"/>
          </a:p>
        </p:txBody>
      </p:sp>
      <p:sp>
        <p:nvSpPr>
          <p:cNvPr id="19" name="사각형: 둥근 모서리 29">
            <a:extLst>
              <a:ext uri="{FF2B5EF4-FFF2-40B4-BE49-F238E27FC236}">
                <a16:creationId xmlns:a16="http://schemas.microsoft.com/office/drawing/2014/main" id="{9658EA15-C115-D046-BC01-CE361FF2FF39}"/>
              </a:ext>
            </a:extLst>
          </p:cNvPr>
          <p:cNvSpPr/>
          <p:nvPr/>
        </p:nvSpPr>
        <p:spPr>
          <a:xfrm>
            <a:off x="4728103" y="1511617"/>
            <a:ext cx="1325312" cy="525929"/>
          </a:xfrm>
          <a:prstGeom prst="roundRect">
            <a:avLst>
              <a:gd name="adj" fmla="val 11707"/>
            </a:avLst>
          </a:prstGeom>
          <a:ln w="12700">
            <a:prstDash val="soli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mock-server-grpc</a:t>
            </a:r>
          </a:p>
          <a:p>
            <a:pPr algn="ctr"/>
            <a:r>
              <a:rPr lang="en-US" altLang="ko-KR" sz="1000"/>
              <a:t>VirtualService</a:t>
            </a:r>
            <a:endParaRPr lang="ko-KR" altLang="en-US" sz="1000"/>
          </a:p>
        </p:txBody>
      </p:sp>
      <p:cxnSp>
        <p:nvCxnSpPr>
          <p:cNvPr id="20" name="Straight Arrow Connector 81">
            <a:extLst>
              <a:ext uri="{FF2B5EF4-FFF2-40B4-BE49-F238E27FC236}">
                <a16:creationId xmlns:a16="http://schemas.microsoft.com/office/drawing/2014/main" id="{856D5F42-B52F-BC51-10EE-B7553B484597}"/>
              </a:ext>
            </a:extLst>
          </p:cNvPr>
          <p:cNvCxnSpPr>
            <a:cxnSpLocks/>
            <a:stCxn id="17" idx="2"/>
            <a:endCxn id="16" idx="0"/>
          </p:cNvCxnSpPr>
          <p:nvPr/>
        </p:nvCxnSpPr>
        <p:spPr>
          <a:xfrm>
            <a:off x="5390759" y="2736725"/>
            <a:ext cx="1" cy="180649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Elbow Connector 80">
            <a:extLst>
              <a:ext uri="{FF2B5EF4-FFF2-40B4-BE49-F238E27FC236}">
                <a16:creationId xmlns:a16="http://schemas.microsoft.com/office/drawing/2014/main" id="{F6ED1B92-CF70-F61F-D1A0-24AD995DB76F}"/>
              </a:ext>
            </a:extLst>
          </p:cNvPr>
          <p:cNvCxnSpPr>
            <a:cxnSpLocks/>
            <a:stCxn id="75" idx="0"/>
            <a:endCxn id="19" idx="0"/>
          </p:cNvCxnSpPr>
          <p:nvPr/>
        </p:nvCxnSpPr>
        <p:spPr>
          <a:xfrm rot="5400000" flipH="1" flipV="1">
            <a:off x="3436340" y="177936"/>
            <a:ext cx="620737" cy="3288101"/>
          </a:xfrm>
          <a:prstGeom prst="bentConnector3">
            <a:avLst>
              <a:gd name="adj1" fmla="val 136827"/>
            </a:avLst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5" name="사각형: 둥근 모서리 29">
            <a:extLst>
              <a:ext uri="{FF2B5EF4-FFF2-40B4-BE49-F238E27FC236}">
                <a16:creationId xmlns:a16="http://schemas.microsoft.com/office/drawing/2014/main" id="{5AF144A9-D6DF-7770-D4F5-17B2DF531D48}"/>
              </a:ext>
            </a:extLst>
          </p:cNvPr>
          <p:cNvSpPr/>
          <p:nvPr/>
        </p:nvSpPr>
        <p:spPr>
          <a:xfrm>
            <a:off x="1657017" y="2132354"/>
            <a:ext cx="891282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istio-proxy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sp>
        <p:nvSpPr>
          <p:cNvPr id="78" name="사각형: 둥근 모서리 29">
            <a:extLst>
              <a:ext uri="{FF2B5EF4-FFF2-40B4-BE49-F238E27FC236}">
                <a16:creationId xmlns:a16="http://schemas.microsoft.com/office/drawing/2014/main" id="{22638D79-CACB-922D-56CA-AA594E5EB7A5}"/>
              </a:ext>
            </a:extLst>
          </p:cNvPr>
          <p:cNvSpPr/>
          <p:nvPr/>
        </p:nvSpPr>
        <p:spPr>
          <a:xfrm>
            <a:off x="367780" y="2132354"/>
            <a:ext cx="989457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shell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cxnSp>
        <p:nvCxnSpPr>
          <p:cNvPr id="95" name="Straight Arrow Connector 81">
            <a:extLst>
              <a:ext uri="{FF2B5EF4-FFF2-40B4-BE49-F238E27FC236}">
                <a16:creationId xmlns:a16="http://schemas.microsoft.com/office/drawing/2014/main" id="{0A24C366-F812-7FE1-6A10-9569FD8DA77D}"/>
              </a:ext>
            </a:extLst>
          </p:cNvPr>
          <p:cNvCxnSpPr>
            <a:cxnSpLocks/>
            <a:stCxn id="78" idx="3"/>
            <a:endCxn id="75" idx="1"/>
          </p:cNvCxnSpPr>
          <p:nvPr/>
        </p:nvCxnSpPr>
        <p:spPr>
          <a:xfrm>
            <a:off x="1357237" y="2352052"/>
            <a:ext cx="299780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0" name="사각형: 둥근 모서리 29">
            <a:extLst>
              <a:ext uri="{FF2B5EF4-FFF2-40B4-BE49-F238E27FC236}">
                <a16:creationId xmlns:a16="http://schemas.microsoft.com/office/drawing/2014/main" id="{426153DF-4581-7616-0CF0-1E6ED427FAA8}"/>
              </a:ext>
            </a:extLst>
          </p:cNvPr>
          <p:cNvSpPr/>
          <p:nvPr/>
        </p:nvSpPr>
        <p:spPr>
          <a:xfrm>
            <a:off x="6352093" y="1938094"/>
            <a:ext cx="2551069" cy="1267312"/>
          </a:xfrm>
          <a:prstGeom prst="roundRect">
            <a:avLst>
              <a:gd name="adj" fmla="val 6027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b"/>
          <a:lstStyle/>
          <a:p>
            <a:pPr algn="ctr"/>
            <a:r>
              <a:rPr lang="en-US" altLang="ko-KR" sz="1000" b="1"/>
              <a:t> </a:t>
            </a:r>
          </a:p>
          <a:p>
            <a:pPr algn="ctr"/>
            <a:r>
              <a:rPr lang="en-US" altLang="ko-KR" sz="1000"/>
              <a:t>Worker Node</a:t>
            </a:r>
            <a:endParaRPr lang="ko-KR" altLang="en-US" sz="1000"/>
          </a:p>
        </p:txBody>
      </p:sp>
      <p:sp>
        <p:nvSpPr>
          <p:cNvPr id="101" name="사각형: 둥근 모서리 29">
            <a:extLst>
              <a:ext uri="{FF2B5EF4-FFF2-40B4-BE49-F238E27FC236}">
                <a16:creationId xmlns:a16="http://schemas.microsoft.com/office/drawing/2014/main" id="{287FDFA1-A474-A85C-35DD-77CAB13453C3}"/>
              </a:ext>
            </a:extLst>
          </p:cNvPr>
          <p:cNvSpPr/>
          <p:nvPr/>
        </p:nvSpPr>
        <p:spPr>
          <a:xfrm>
            <a:off x="6442602" y="2037546"/>
            <a:ext cx="2372526" cy="888200"/>
          </a:xfrm>
          <a:prstGeom prst="roundRect">
            <a:avLst>
              <a:gd name="adj" fmla="val 1012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b"/>
          <a:lstStyle/>
          <a:p>
            <a:pPr algn="ctr"/>
            <a:r>
              <a:rPr lang="en-US" altLang="ko-KR" sz="1000" b="1"/>
              <a:t>mock-server </a:t>
            </a:r>
            <a:r>
              <a:rPr lang="en-US" altLang="ko-KR" sz="1000"/>
              <a:t>Pod</a:t>
            </a:r>
          </a:p>
        </p:txBody>
      </p:sp>
      <p:cxnSp>
        <p:nvCxnSpPr>
          <p:cNvPr id="105" name="Elbow Connector 80">
            <a:extLst>
              <a:ext uri="{FF2B5EF4-FFF2-40B4-BE49-F238E27FC236}">
                <a16:creationId xmlns:a16="http://schemas.microsoft.com/office/drawing/2014/main" id="{71E748AA-F0EE-5F37-E5F2-5BE0F8261349}"/>
              </a:ext>
            </a:extLst>
          </p:cNvPr>
          <p:cNvCxnSpPr>
            <a:cxnSpLocks/>
            <a:stCxn id="16" idx="2"/>
            <a:endCxn id="113" idx="2"/>
          </p:cNvCxnSpPr>
          <p:nvPr/>
        </p:nvCxnSpPr>
        <p:spPr>
          <a:xfrm rot="5400000" flipH="1" flipV="1">
            <a:off x="5752604" y="2209906"/>
            <a:ext cx="871553" cy="1595242"/>
          </a:xfrm>
          <a:prstGeom prst="bentConnector3">
            <a:avLst>
              <a:gd name="adj1" fmla="val -26229"/>
            </a:avLst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2" name="사각형: 둥근 모서리 29">
            <a:extLst>
              <a:ext uri="{FF2B5EF4-FFF2-40B4-BE49-F238E27FC236}">
                <a16:creationId xmlns:a16="http://schemas.microsoft.com/office/drawing/2014/main" id="{A5315546-D51A-A61E-2276-827A9CF41C09}"/>
              </a:ext>
            </a:extLst>
          </p:cNvPr>
          <p:cNvSpPr/>
          <p:nvPr/>
        </p:nvSpPr>
        <p:spPr>
          <a:xfrm>
            <a:off x="7731423" y="2132354"/>
            <a:ext cx="989457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mock-server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sp>
        <p:nvSpPr>
          <p:cNvPr id="113" name="사각형: 둥근 모서리 29">
            <a:extLst>
              <a:ext uri="{FF2B5EF4-FFF2-40B4-BE49-F238E27FC236}">
                <a16:creationId xmlns:a16="http://schemas.microsoft.com/office/drawing/2014/main" id="{8986F231-6AB7-4458-6849-38C3D221D0BC}"/>
              </a:ext>
            </a:extLst>
          </p:cNvPr>
          <p:cNvSpPr/>
          <p:nvPr/>
        </p:nvSpPr>
        <p:spPr>
          <a:xfrm>
            <a:off x="6540361" y="2132354"/>
            <a:ext cx="891282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istio-proxy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cxnSp>
        <p:nvCxnSpPr>
          <p:cNvPr id="115" name="Elbow Connector 80">
            <a:extLst>
              <a:ext uri="{FF2B5EF4-FFF2-40B4-BE49-F238E27FC236}">
                <a16:creationId xmlns:a16="http://schemas.microsoft.com/office/drawing/2014/main" id="{905FCA48-E7F9-1498-4E07-8B26DBFFA486}"/>
              </a:ext>
            </a:extLst>
          </p:cNvPr>
          <p:cNvCxnSpPr>
            <a:cxnSpLocks/>
            <a:stCxn id="2" idx="2"/>
            <a:endCxn id="113" idx="2"/>
          </p:cNvCxnSpPr>
          <p:nvPr/>
        </p:nvCxnSpPr>
        <p:spPr>
          <a:xfrm rot="5400000" flipH="1" flipV="1">
            <a:off x="4899270" y="1362412"/>
            <a:ext cx="877394" cy="3296070"/>
          </a:xfrm>
          <a:prstGeom prst="bentConnector3">
            <a:avLst>
              <a:gd name="adj1" fmla="val -26054"/>
            </a:avLst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8" name="Straight Arrow Connector 81">
            <a:extLst>
              <a:ext uri="{FF2B5EF4-FFF2-40B4-BE49-F238E27FC236}">
                <a16:creationId xmlns:a16="http://schemas.microsoft.com/office/drawing/2014/main" id="{85934D11-0BEB-44EC-5F95-50D994482308}"/>
              </a:ext>
            </a:extLst>
          </p:cNvPr>
          <p:cNvCxnSpPr>
            <a:cxnSpLocks/>
            <a:stCxn id="113" idx="3"/>
            <a:endCxn id="112" idx="1"/>
          </p:cNvCxnSpPr>
          <p:nvPr/>
        </p:nvCxnSpPr>
        <p:spPr>
          <a:xfrm>
            <a:off x="7431643" y="2352052"/>
            <a:ext cx="299780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71288151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0FBCAE2-C219-280C-B18B-5792963E44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F9826F6-CAD4-96B9-4D3A-235FC7CEE78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11B2D437-E790-3E9B-BE82-EDE6EB74355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50308658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6D4170B-3EF0-4005-1219-0D589B3AA00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사각형: 둥근 모서리 29">
            <a:extLst>
              <a:ext uri="{FF2B5EF4-FFF2-40B4-BE49-F238E27FC236}">
                <a16:creationId xmlns:a16="http://schemas.microsoft.com/office/drawing/2014/main" id="{978518AD-E17E-2D88-74B6-D5ADC210ED45}"/>
              </a:ext>
            </a:extLst>
          </p:cNvPr>
          <p:cNvSpPr/>
          <p:nvPr/>
        </p:nvSpPr>
        <p:spPr>
          <a:xfrm>
            <a:off x="1763688" y="411510"/>
            <a:ext cx="1164765" cy="657290"/>
          </a:xfrm>
          <a:prstGeom prst="roundRect">
            <a:avLst>
              <a:gd name="adj" fmla="val 1737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shell</a:t>
            </a:r>
          </a:p>
          <a:p>
            <a:pPr algn="ctr"/>
            <a:r>
              <a:rPr lang="en-US" altLang="ko-KR" sz="1000"/>
              <a:t>Pod</a:t>
            </a:r>
            <a:endParaRPr lang="ko-KR" altLang="en-US" sz="1000"/>
          </a:p>
        </p:txBody>
      </p:sp>
      <p:sp>
        <p:nvSpPr>
          <p:cNvPr id="5" name="사각형: 둥근 모서리 29">
            <a:extLst>
              <a:ext uri="{FF2B5EF4-FFF2-40B4-BE49-F238E27FC236}">
                <a16:creationId xmlns:a16="http://schemas.microsoft.com/office/drawing/2014/main" id="{1C24A9C2-DA18-68F0-71AF-D8F445B40B6D}"/>
              </a:ext>
            </a:extLst>
          </p:cNvPr>
          <p:cNvSpPr/>
          <p:nvPr/>
        </p:nvSpPr>
        <p:spPr>
          <a:xfrm>
            <a:off x="5724128" y="411510"/>
            <a:ext cx="1164765" cy="657290"/>
          </a:xfrm>
          <a:prstGeom prst="roundRect">
            <a:avLst>
              <a:gd name="adj" fmla="val 1737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mock-server</a:t>
            </a:r>
          </a:p>
          <a:p>
            <a:pPr algn="ctr"/>
            <a:r>
              <a:rPr lang="en-US" altLang="ko-KR" sz="1000"/>
              <a:t>Pod</a:t>
            </a:r>
            <a:endParaRPr lang="ko-KR" altLang="en-US" sz="1000"/>
          </a:p>
        </p:txBody>
      </p:sp>
      <p:cxnSp>
        <p:nvCxnSpPr>
          <p:cNvPr id="8" name="Straight Arrow Connector 81">
            <a:extLst>
              <a:ext uri="{FF2B5EF4-FFF2-40B4-BE49-F238E27FC236}">
                <a16:creationId xmlns:a16="http://schemas.microsoft.com/office/drawing/2014/main" id="{D8F7689B-9749-EF22-886E-8645EDE43E08}"/>
              </a:ext>
            </a:extLst>
          </p:cNvPr>
          <p:cNvCxnSpPr>
            <a:cxnSpLocks/>
            <a:stCxn id="5" idx="2"/>
          </p:cNvCxnSpPr>
          <p:nvPr/>
        </p:nvCxnSpPr>
        <p:spPr>
          <a:xfrm>
            <a:off x="6306511" y="1068800"/>
            <a:ext cx="0" cy="3375158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" name="Straight Arrow Connector 81">
            <a:extLst>
              <a:ext uri="{FF2B5EF4-FFF2-40B4-BE49-F238E27FC236}">
                <a16:creationId xmlns:a16="http://schemas.microsoft.com/office/drawing/2014/main" id="{55E87322-5E7C-7993-E794-B06A78EBB691}"/>
              </a:ext>
            </a:extLst>
          </p:cNvPr>
          <p:cNvCxnSpPr>
            <a:cxnSpLocks/>
            <a:stCxn id="4" idx="2"/>
          </p:cNvCxnSpPr>
          <p:nvPr/>
        </p:nvCxnSpPr>
        <p:spPr>
          <a:xfrm>
            <a:off x="2346071" y="1068800"/>
            <a:ext cx="0" cy="3375158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Straight Arrow Connector 81">
            <a:extLst>
              <a:ext uri="{FF2B5EF4-FFF2-40B4-BE49-F238E27FC236}">
                <a16:creationId xmlns:a16="http://schemas.microsoft.com/office/drawing/2014/main" id="{919A54BE-CA91-3232-6BA1-94273CA3B6F3}"/>
              </a:ext>
            </a:extLst>
          </p:cNvPr>
          <p:cNvCxnSpPr>
            <a:cxnSpLocks/>
          </p:cNvCxnSpPr>
          <p:nvPr/>
        </p:nvCxnSpPr>
        <p:spPr>
          <a:xfrm>
            <a:off x="2346071" y="1203596"/>
            <a:ext cx="3960440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TextBox 19">
            <a:extLst>
              <a:ext uri="{FF2B5EF4-FFF2-40B4-BE49-F238E27FC236}">
                <a16:creationId xmlns:a16="http://schemas.microsoft.com/office/drawing/2014/main" id="{C4E2AE9B-5D64-B540-1FC5-D69BDEBD940F}"/>
              </a:ext>
            </a:extLst>
          </p:cNvPr>
          <p:cNvSpPr txBox="1"/>
          <p:nvPr/>
        </p:nvSpPr>
        <p:spPr>
          <a:xfrm>
            <a:off x="2928454" y="957375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GET </a:t>
            </a:r>
            <a:r>
              <a:rPr lang="en" altLang="ko-KR" sz="1000" i="1"/>
              <a:t>mock-server:8080/status/200</a:t>
            </a:r>
            <a:endParaRPr kumimoji="1" lang="ko-KR" altLang="en-US" sz="1000" i="1"/>
          </a:p>
        </p:txBody>
      </p:sp>
      <p:cxnSp>
        <p:nvCxnSpPr>
          <p:cNvPr id="23" name="Straight Arrow Connector 81">
            <a:extLst>
              <a:ext uri="{FF2B5EF4-FFF2-40B4-BE49-F238E27FC236}">
                <a16:creationId xmlns:a16="http://schemas.microsoft.com/office/drawing/2014/main" id="{9228B211-E67B-8273-78A8-F7B761517D31}"/>
              </a:ext>
            </a:extLst>
          </p:cNvPr>
          <p:cNvCxnSpPr>
            <a:cxnSpLocks/>
          </p:cNvCxnSpPr>
          <p:nvPr/>
        </p:nvCxnSpPr>
        <p:spPr>
          <a:xfrm>
            <a:off x="2346071" y="1275606"/>
            <a:ext cx="3960440" cy="0"/>
          </a:xfrm>
          <a:prstGeom prst="straightConnector1">
            <a:avLst/>
          </a:prstGeom>
          <a:ln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TextBox 23">
            <a:extLst>
              <a:ext uri="{FF2B5EF4-FFF2-40B4-BE49-F238E27FC236}">
                <a16:creationId xmlns:a16="http://schemas.microsoft.com/office/drawing/2014/main" id="{B868CEEB-76D6-54E6-C9AC-4744800246A6}"/>
              </a:ext>
            </a:extLst>
          </p:cNvPr>
          <p:cNvSpPr txBox="1"/>
          <p:nvPr/>
        </p:nvSpPr>
        <p:spPr>
          <a:xfrm>
            <a:off x="2928454" y="1275606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kumimoji="1" lang="en-US" altLang="ko-KR" sz="1000" i="1"/>
              <a:t>200 OK</a:t>
            </a:r>
            <a:endParaRPr kumimoji="1" lang="ko-KR" altLang="en-US" sz="1000" i="1"/>
          </a:p>
        </p:txBody>
      </p:sp>
    </p:spTree>
    <p:extLst>
      <p:ext uri="{BB962C8B-B14F-4D97-AF65-F5344CB8AC3E}">
        <p14:creationId xmlns:p14="http://schemas.microsoft.com/office/powerpoint/2010/main" val="32672820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0B56635-3832-C276-1838-0F309C04DEE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사각형: 둥근 모서리 29">
            <a:extLst>
              <a:ext uri="{FF2B5EF4-FFF2-40B4-BE49-F238E27FC236}">
                <a16:creationId xmlns:a16="http://schemas.microsoft.com/office/drawing/2014/main" id="{AD2FE382-FA3A-0C22-EC4F-395267900D9D}"/>
              </a:ext>
            </a:extLst>
          </p:cNvPr>
          <p:cNvSpPr/>
          <p:nvPr/>
        </p:nvSpPr>
        <p:spPr>
          <a:xfrm>
            <a:off x="1763688" y="411510"/>
            <a:ext cx="1164765" cy="657290"/>
          </a:xfrm>
          <a:prstGeom prst="roundRect">
            <a:avLst>
              <a:gd name="adj" fmla="val 1737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shell</a:t>
            </a:r>
          </a:p>
          <a:p>
            <a:pPr algn="ctr"/>
            <a:r>
              <a:rPr lang="en-US" altLang="ko-KR" sz="1000"/>
              <a:t>Pod</a:t>
            </a:r>
            <a:endParaRPr lang="ko-KR" altLang="en-US" sz="1000"/>
          </a:p>
        </p:txBody>
      </p:sp>
      <p:sp>
        <p:nvSpPr>
          <p:cNvPr id="5" name="사각형: 둥근 모서리 29">
            <a:extLst>
              <a:ext uri="{FF2B5EF4-FFF2-40B4-BE49-F238E27FC236}">
                <a16:creationId xmlns:a16="http://schemas.microsoft.com/office/drawing/2014/main" id="{C4F1F9D3-6910-F956-C082-3B87EBB2724C}"/>
              </a:ext>
            </a:extLst>
          </p:cNvPr>
          <p:cNvSpPr/>
          <p:nvPr/>
        </p:nvSpPr>
        <p:spPr>
          <a:xfrm>
            <a:off x="5724128" y="411510"/>
            <a:ext cx="1164765" cy="657290"/>
          </a:xfrm>
          <a:prstGeom prst="roundRect">
            <a:avLst>
              <a:gd name="adj" fmla="val 1737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mock-server</a:t>
            </a:r>
          </a:p>
          <a:p>
            <a:pPr algn="ctr"/>
            <a:r>
              <a:rPr lang="en-US" altLang="ko-KR" sz="1000"/>
              <a:t>Pod</a:t>
            </a:r>
            <a:endParaRPr lang="ko-KR" altLang="en-US" sz="1000"/>
          </a:p>
        </p:txBody>
      </p:sp>
      <p:cxnSp>
        <p:nvCxnSpPr>
          <p:cNvPr id="8" name="Straight Arrow Connector 81">
            <a:extLst>
              <a:ext uri="{FF2B5EF4-FFF2-40B4-BE49-F238E27FC236}">
                <a16:creationId xmlns:a16="http://schemas.microsoft.com/office/drawing/2014/main" id="{D8E2D78F-46DB-3A48-03ED-036F0069B122}"/>
              </a:ext>
            </a:extLst>
          </p:cNvPr>
          <p:cNvCxnSpPr>
            <a:cxnSpLocks/>
            <a:stCxn id="5" idx="2"/>
          </p:cNvCxnSpPr>
          <p:nvPr/>
        </p:nvCxnSpPr>
        <p:spPr>
          <a:xfrm>
            <a:off x="6306511" y="1068800"/>
            <a:ext cx="0" cy="3375158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" name="Straight Arrow Connector 81">
            <a:extLst>
              <a:ext uri="{FF2B5EF4-FFF2-40B4-BE49-F238E27FC236}">
                <a16:creationId xmlns:a16="http://schemas.microsoft.com/office/drawing/2014/main" id="{6CF797F6-085F-8F60-FFA3-A11476654AC6}"/>
              </a:ext>
            </a:extLst>
          </p:cNvPr>
          <p:cNvCxnSpPr>
            <a:cxnSpLocks/>
            <a:stCxn id="4" idx="2"/>
          </p:cNvCxnSpPr>
          <p:nvPr/>
        </p:nvCxnSpPr>
        <p:spPr>
          <a:xfrm>
            <a:off x="2346071" y="1068800"/>
            <a:ext cx="0" cy="3375158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Straight Arrow Connector 81">
            <a:extLst>
              <a:ext uri="{FF2B5EF4-FFF2-40B4-BE49-F238E27FC236}">
                <a16:creationId xmlns:a16="http://schemas.microsoft.com/office/drawing/2014/main" id="{2FDD720A-1F7A-156B-F090-295D2CF7EF54}"/>
              </a:ext>
            </a:extLst>
          </p:cNvPr>
          <p:cNvCxnSpPr>
            <a:cxnSpLocks/>
          </p:cNvCxnSpPr>
          <p:nvPr/>
        </p:nvCxnSpPr>
        <p:spPr>
          <a:xfrm>
            <a:off x="2346071" y="1203596"/>
            <a:ext cx="3960440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TextBox 19">
            <a:extLst>
              <a:ext uri="{FF2B5EF4-FFF2-40B4-BE49-F238E27FC236}">
                <a16:creationId xmlns:a16="http://schemas.microsoft.com/office/drawing/2014/main" id="{425E2887-5B32-A3B0-3661-D8A4104A7356}"/>
              </a:ext>
            </a:extLst>
          </p:cNvPr>
          <p:cNvSpPr txBox="1"/>
          <p:nvPr/>
        </p:nvSpPr>
        <p:spPr>
          <a:xfrm>
            <a:off x="2928454" y="957375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GET </a:t>
            </a:r>
            <a:r>
              <a:rPr lang="en" altLang="ko-KR" sz="1000" i="1"/>
              <a:t>mock-server:8080/status/503</a:t>
            </a:r>
            <a:endParaRPr kumimoji="1" lang="ko-KR" altLang="en-US" sz="1000" i="1"/>
          </a:p>
        </p:txBody>
      </p:sp>
      <p:cxnSp>
        <p:nvCxnSpPr>
          <p:cNvPr id="23" name="Straight Arrow Connector 81">
            <a:extLst>
              <a:ext uri="{FF2B5EF4-FFF2-40B4-BE49-F238E27FC236}">
                <a16:creationId xmlns:a16="http://schemas.microsoft.com/office/drawing/2014/main" id="{787C5812-7DEA-262E-AA79-587FDB7FD65D}"/>
              </a:ext>
            </a:extLst>
          </p:cNvPr>
          <p:cNvCxnSpPr>
            <a:cxnSpLocks/>
          </p:cNvCxnSpPr>
          <p:nvPr/>
        </p:nvCxnSpPr>
        <p:spPr>
          <a:xfrm>
            <a:off x="2346071" y="1275606"/>
            <a:ext cx="3960440" cy="0"/>
          </a:xfrm>
          <a:prstGeom prst="straightConnector1">
            <a:avLst/>
          </a:prstGeom>
          <a:ln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TextBox 23">
            <a:extLst>
              <a:ext uri="{FF2B5EF4-FFF2-40B4-BE49-F238E27FC236}">
                <a16:creationId xmlns:a16="http://schemas.microsoft.com/office/drawing/2014/main" id="{AB39243B-9FBA-3DED-F3B8-F36B5E150D12}"/>
              </a:ext>
            </a:extLst>
          </p:cNvPr>
          <p:cNvSpPr txBox="1"/>
          <p:nvPr/>
        </p:nvSpPr>
        <p:spPr>
          <a:xfrm>
            <a:off x="2928454" y="1275606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kumimoji="1" lang="en-US" altLang="ko-KR" sz="1000" i="1"/>
              <a:t>503 Service Unavailable</a:t>
            </a:r>
            <a:endParaRPr kumimoji="1" lang="ko-KR" altLang="en-US" sz="1000" i="1"/>
          </a:p>
        </p:txBody>
      </p:sp>
    </p:spTree>
    <p:extLst>
      <p:ext uri="{BB962C8B-B14F-4D97-AF65-F5344CB8AC3E}">
        <p14:creationId xmlns:p14="http://schemas.microsoft.com/office/powerpoint/2010/main" val="185940396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E27744C-4F31-ACC6-9034-FCA14842772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사각형: 둥근 모서리 29">
            <a:extLst>
              <a:ext uri="{FF2B5EF4-FFF2-40B4-BE49-F238E27FC236}">
                <a16:creationId xmlns:a16="http://schemas.microsoft.com/office/drawing/2014/main" id="{C6E3B579-43FF-1F83-3E25-1994E3C9121E}"/>
              </a:ext>
            </a:extLst>
          </p:cNvPr>
          <p:cNvSpPr/>
          <p:nvPr/>
        </p:nvSpPr>
        <p:spPr>
          <a:xfrm>
            <a:off x="1763688" y="411510"/>
            <a:ext cx="1164765" cy="657290"/>
          </a:xfrm>
          <a:prstGeom prst="roundRect">
            <a:avLst>
              <a:gd name="adj" fmla="val 1737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shell</a:t>
            </a:r>
          </a:p>
          <a:p>
            <a:pPr algn="ctr"/>
            <a:r>
              <a:rPr lang="en-US" altLang="ko-KR" sz="1000"/>
              <a:t>Pod</a:t>
            </a:r>
            <a:endParaRPr lang="ko-KR" altLang="en-US" sz="1000"/>
          </a:p>
        </p:txBody>
      </p:sp>
      <p:sp>
        <p:nvSpPr>
          <p:cNvPr id="5" name="사각형: 둥근 모서리 29">
            <a:extLst>
              <a:ext uri="{FF2B5EF4-FFF2-40B4-BE49-F238E27FC236}">
                <a16:creationId xmlns:a16="http://schemas.microsoft.com/office/drawing/2014/main" id="{1E1420F5-D1EE-7A1E-FE42-8300A4EE99EC}"/>
              </a:ext>
            </a:extLst>
          </p:cNvPr>
          <p:cNvSpPr/>
          <p:nvPr/>
        </p:nvSpPr>
        <p:spPr>
          <a:xfrm>
            <a:off x="5724128" y="411510"/>
            <a:ext cx="1164765" cy="657290"/>
          </a:xfrm>
          <a:prstGeom prst="roundRect">
            <a:avLst>
              <a:gd name="adj" fmla="val 1737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mock-server</a:t>
            </a:r>
          </a:p>
          <a:p>
            <a:pPr algn="ctr"/>
            <a:r>
              <a:rPr lang="en-US" altLang="ko-KR" sz="1000"/>
              <a:t>Pod</a:t>
            </a:r>
            <a:endParaRPr lang="ko-KR" altLang="en-US" sz="1000"/>
          </a:p>
        </p:txBody>
      </p:sp>
      <p:cxnSp>
        <p:nvCxnSpPr>
          <p:cNvPr id="8" name="Straight Arrow Connector 81">
            <a:extLst>
              <a:ext uri="{FF2B5EF4-FFF2-40B4-BE49-F238E27FC236}">
                <a16:creationId xmlns:a16="http://schemas.microsoft.com/office/drawing/2014/main" id="{6D21DD75-893B-AB12-BA9A-3ABCB0221741}"/>
              </a:ext>
            </a:extLst>
          </p:cNvPr>
          <p:cNvCxnSpPr>
            <a:cxnSpLocks/>
            <a:stCxn id="5" idx="2"/>
          </p:cNvCxnSpPr>
          <p:nvPr/>
        </p:nvCxnSpPr>
        <p:spPr>
          <a:xfrm>
            <a:off x="6306511" y="1068800"/>
            <a:ext cx="0" cy="3375158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" name="Straight Arrow Connector 81">
            <a:extLst>
              <a:ext uri="{FF2B5EF4-FFF2-40B4-BE49-F238E27FC236}">
                <a16:creationId xmlns:a16="http://schemas.microsoft.com/office/drawing/2014/main" id="{1B0D2045-4044-F20A-E3C5-F9CB5F9F64F9}"/>
              </a:ext>
            </a:extLst>
          </p:cNvPr>
          <p:cNvCxnSpPr>
            <a:cxnSpLocks/>
            <a:stCxn id="4" idx="2"/>
          </p:cNvCxnSpPr>
          <p:nvPr/>
        </p:nvCxnSpPr>
        <p:spPr>
          <a:xfrm>
            <a:off x="2346071" y="1068800"/>
            <a:ext cx="0" cy="3375158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Straight Arrow Connector 81">
            <a:extLst>
              <a:ext uri="{FF2B5EF4-FFF2-40B4-BE49-F238E27FC236}">
                <a16:creationId xmlns:a16="http://schemas.microsoft.com/office/drawing/2014/main" id="{46D1088F-D4AA-08F1-FF07-C976E1C79683}"/>
              </a:ext>
            </a:extLst>
          </p:cNvPr>
          <p:cNvCxnSpPr>
            <a:cxnSpLocks/>
          </p:cNvCxnSpPr>
          <p:nvPr/>
        </p:nvCxnSpPr>
        <p:spPr>
          <a:xfrm>
            <a:off x="2346071" y="1203596"/>
            <a:ext cx="3960440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TextBox 19">
            <a:extLst>
              <a:ext uri="{FF2B5EF4-FFF2-40B4-BE49-F238E27FC236}">
                <a16:creationId xmlns:a16="http://schemas.microsoft.com/office/drawing/2014/main" id="{1001786A-BD84-00BB-94A4-89CAA6911164}"/>
              </a:ext>
            </a:extLst>
          </p:cNvPr>
          <p:cNvSpPr txBox="1"/>
          <p:nvPr/>
        </p:nvSpPr>
        <p:spPr>
          <a:xfrm>
            <a:off x="2928454" y="957375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GET </a:t>
            </a:r>
            <a:r>
              <a:rPr lang="en" altLang="ko-KR" sz="1000" i="1"/>
              <a:t>mock-server:8080/delay/10000</a:t>
            </a:r>
            <a:endParaRPr kumimoji="1" lang="ko-KR" altLang="en-US" sz="1000" i="1"/>
          </a:p>
        </p:txBody>
      </p:sp>
      <p:cxnSp>
        <p:nvCxnSpPr>
          <p:cNvPr id="23" name="Straight Arrow Connector 81">
            <a:extLst>
              <a:ext uri="{FF2B5EF4-FFF2-40B4-BE49-F238E27FC236}">
                <a16:creationId xmlns:a16="http://schemas.microsoft.com/office/drawing/2014/main" id="{6A75BD21-359D-F1D7-304B-3840858399BC}"/>
              </a:ext>
            </a:extLst>
          </p:cNvPr>
          <p:cNvCxnSpPr>
            <a:cxnSpLocks/>
          </p:cNvCxnSpPr>
          <p:nvPr/>
        </p:nvCxnSpPr>
        <p:spPr>
          <a:xfrm>
            <a:off x="2346071" y="1626621"/>
            <a:ext cx="3960440" cy="0"/>
          </a:xfrm>
          <a:prstGeom prst="straightConnector1">
            <a:avLst/>
          </a:prstGeom>
          <a:ln>
            <a:solidFill>
              <a:schemeClr val="tx1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TextBox 23">
            <a:extLst>
              <a:ext uri="{FF2B5EF4-FFF2-40B4-BE49-F238E27FC236}">
                <a16:creationId xmlns:a16="http://schemas.microsoft.com/office/drawing/2014/main" id="{1E110930-74F5-58E0-61FE-B3AD31E887A0}"/>
              </a:ext>
            </a:extLst>
          </p:cNvPr>
          <p:cNvSpPr txBox="1"/>
          <p:nvPr/>
        </p:nvSpPr>
        <p:spPr>
          <a:xfrm>
            <a:off x="2928454" y="1380400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TCP RST</a:t>
            </a:r>
            <a:endParaRPr kumimoji="1" lang="ko-KR" altLang="en-US" sz="1000" i="1"/>
          </a:p>
        </p:txBody>
      </p:sp>
    </p:spTree>
    <p:extLst>
      <p:ext uri="{BB962C8B-B14F-4D97-AF65-F5344CB8AC3E}">
        <p14:creationId xmlns:p14="http://schemas.microsoft.com/office/powerpoint/2010/main" val="169941857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837F7EE-E639-E25D-03B6-D772379C136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사각형: 둥근 모서리 29">
            <a:extLst>
              <a:ext uri="{FF2B5EF4-FFF2-40B4-BE49-F238E27FC236}">
                <a16:creationId xmlns:a16="http://schemas.microsoft.com/office/drawing/2014/main" id="{F0C6EBDC-B32E-42ED-4484-4F64F05D5700}"/>
              </a:ext>
            </a:extLst>
          </p:cNvPr>
          <p:cNvSpPr/>
          <p:nvPr/>
        </p:nvSpPr>
        <p:spPr>
          <a:xfrm>
            <a:off x="1763688" y="411510"/>
            <a:ext cx="1164765" cy="657290"/>
          </a:xfrm>
          <a:prstGeom prst="roundRect">
            <a:avLst>
              <a:gd name="adj" fmla="val 1737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shell</a:t>
            </a:r>
          </a:p>
          <a:p>
            <a:pPr algn="ctr"/>
            <a:r>
              <a:rPr lang="en-US" altLang="ko-KR" sz="1000"/>
              <a:t>Pod</a:t>
            </a:r>
            <a:endParaRPr lang="ko-KR" altLang="en-US" sz="1000"/>
          </a:p>
        </p:txBody>
      </p:sp>
      <p:sp>
        <p:nvSpPr>
          <p:cNvPr id="5" name="사각형: 둥근 모서리 29">
            <a:extLst>
              <a:ext uri="{FF2B5EF4-FFF2-40B4-BE49-F238E27FC236}">
                <a16:creationId xmlns:a16="http://schemas.microsoft.com/office/drawing/2014/main" id="{741B2862-1B60-3BCB-B7E3-AC2A483E6FEA}"/>
              </a:ext>
            </a:extLst>
          </p:cNvPr>
          <p:cNvSpPr/>
          <p:nvPr/>
        </p:nvSpPr>
        <p:spPr>
          <a:xfrm>
            <a:off x="5724128" y="411510"/>
            <a:ext cx="1164765" cy="657290"/>
          </a:xfrm>
          <a:prstGeom prst="roundRect">
            <a:avLst>
              <a:gd name="adj" fmla="val 1737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mock-server</a:t>
            </a:r>
          </a:p>
          <a:p>
            <a:pPr algn="ctr"/>
            <a:r>
              <a:rPr lang="en-US" altLang="ko-KR" sz="1000"/>
              <a:t>Pod</a:t>
            </a:r>
            <a:endParaRPr lang="ko-KR" altLang="en-US" sz="1000"/>
          </a:p>
        </p:txBody>
      </p:sp>
      <p:cxnSp>
        <p:nvCxnSpPr>
          <p:cNvPr id="8" name="Straight Arrow Connector 81">
            <a:extLst>
              <a:ext uri="{FF2B5EF4-FFF2-40B4-BE49-F238E27FC236}">
                <a16:creationId xmlns:a16="http://schemas.microsoft.com/office/drawing/2014/main" id="{D393B28D-8E12-0C07-69F8-453B200F62BC}"/>
              </a:ext>
            </a:extLst>
          </p:cNvPr>
          <p:cNvCxnSpPr>
            <a:cxnSpLocks/>
            <a:stCxn id="5" idx="2"/>
          </p:cNvCxnSpPr>
          <p:nvPr/>
        </p:nvCxnSpPr>
        <p:spPr>
          <a:xfrm>
            <a:off x="6306511" y="1068800"/>
            <a:ext cx="0" cy="3375158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" name="Straight Arrow Connector 81">
            <a:extLst>
              <a:ext uri="{FF2B5EF4-FFF2-40B4-BE49-F238E27FC236}">
                <a16:creationId xmlns:a16="http://schemas.microsoft.com/office/drawing/2014/main" id="{B8238CF7-BBA0-EA2A-CE0E-02F839D757B6}"/>
              </a:ext>
            </a:extLst>
          </p:cNvPr>
          <p:cNvCxnSpPr>
            <a:cxnSpLocks/>
            <a:stCxn id="4" idx="2"/>
          </p:cNvCxnSpPr>
          <p:nvPr/>
        </p:nvCxnSpPr>
        <p:spPr>
          <a:xfrm>
            <a:off x="2346071" y="1068800"/>
            <a:ext cx="0" cy="3375158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TextBox 19">
            <a:extLst>
              <a:ext uri="{FF2B5EF4-FFF2-40B4-BE49-F238E27FC236}">
                <a16:creationId xmlns:a16="http://schemas.microsoft.com/office/drawing/2014/main" id="{D68294EE-2A94-43D7-F833-8B3D07CD1097}"/>
              </a:ext>
            </a:extLst>
          </p:cNvPr>
          <p:cNvSpPr txBox="1"/>
          <p:nvPr/>
        </p:nvSpPr>
        <p:spPr>
          <a:xfrm>
            <a:off x="2928454" y="957375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GET </a:t>
            </a:r>
            <a:r>
              <a:rPr lang="en" altLang="ko-KR" sz="1000" i="1"/>
              <a:t>mock-server:8080/disconnect/1000</a:t>
            </a:r>
            <a:endParaRPr kumimoji="1" lang="ko-KR" altLang="en-US" sz="1000" i="1"/>
          </a:p>
        </p:txBody>
      </p:sp>
      <p:cxnSp>
        <p:nvCxnSpPr>
          <p:cNvPr id="17" name="Straight Arrow Connector 81">
            <a:extLst>
              <a:ext uri="{FF2B5EF4-FFF2-40B4-BE49-F238E27FC236}">
                <a16:creationId xmlns:a16="http://schemas.microsoft.com/office/drawing/2014/main" id="{34E2AE0A-F712-5075-3011-1E6DF2431D68}"/>
              </a:ext>
            </a:extLst>
          </p:cNvPr>
          <p:cNvCxnSpPr>
            <a:cxnSpLocks/>
          </p:cNvCxnSpPr>
          <p:nvPr/>
        </p:nvCxnSpPr>
        <p:spPr>
          <a:xfrm>
            <a:off x="2346071" y="1203596"/>
            <a:ext cx="3960440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Straight Arrow Connector 81">
            <a:extLst>
              <a:ext uri="{FF2B5EF4-FFF2-40B4-BE49-F238E27FC236}">
                <a16:creationId xmlns:a16="http://schemas.microsoft.com/office/drawing/2014/main" id="{80D2FA88-23C6-D981-A05C-4A3F1FABB34C}"/>
              </a:ext>
            </a:extLst>
          </p:cNvPr>
          <p:cNvCxnSpPr>
            <a:cxnSpLocks/>
          </p:cNvCxnSpPr>
          <p:nvPr/>
        </p:nvCxnSpPr>
        <p:spPr>
          <a:xfrm>
            <a:off x="2346071" y="1626621"/>
            <a:ext cx="3960440" cy="0"/>
          </a:xfrm>
          <a:prstGeom prst="straightConnector1">
            <a:avLst/>
          </a:prstGeom>
          <a:ln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TextBox 23">
            <a:extLst>
              <a:ext uri="{FF2B5EF4-FFF2-40B4-BE49-F238E27FC236}">
                <a16:creationId xmlns:a16="http://schemas.microsoft.com/office/drawing/2014/main" id="{50D8AB0E-3E42-6AA4-94B6-0F540C9AF460}"/>
              </a:ext>
            </a:extLst>
          </p:cNvPr>
          <p:cNvSpPr txBox="1"/>
          <p:nvPr/>
        </p:nvSpPr>
        <p:spPr>
          <a:xfrm>
            <a:off x="2928454" y="1380400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kumimoji="1" lang="en-US" altLang="ko-KR" sz="1000" i="1"/>
              <a:t>TCP RST</a:t>
            </a:r>
            <a:endParaRPr kumimoji="1" lang="ko-KR" altLang="en-US" sz="1000" i="1"/>
          </a:p>
        </p:txBody>
      </p:sp>
      <p:sp>
        <p:nvSpPr>
          <p:cNvPr id="9" name="호 8">
            <a:extLst>
              <a:ext uri="{FF2B5EF4-FFF2-40B4-BE49-F238E27FC236}">
                <a16:creationId xmlns:a16="http://schemas.microsoft.com/office/drawing/2014/main" id="{69813E42-F0B7-01E1-A58B-4BF78003269D}"/>
              </a:ext>
            </a:extLst>
          </p:cNvPr>
          <p:cNvSpPr/>
          <p:nvPr/>
        </p:nvSpPr>
        <p:spPr>
          <a:xfrm>
            <a:off x="6168328" y="1199085"/>
            <a:ext cx="276365" cy="423019"/>
          </a:xfrm>
          <a:prstGeom prst="arc">
            <a:avLst>
              <a:gd name="adj1" fmla="val 16200000"/>
              <a:gd name="adj2" fmla="val 5389298"/>
            </a:avLst>
          </a:prstGeom>
          <a:ln>
            <a:solidFill>
              <a:schemeClr val="tx1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859E8342-A7B8-0DD1-A5C5-6BBC3E4597D1}"/>
              </a:ext>
            </a:extLst>
          </p:cNvPr>
          <p:cNvSpPr txBox="1"/>
          <p:nvPr/>
        </p:nvSpPr>
        <p:spPr>
          <a:xfrm>
            <a:off x="6337278" y="1287483"/>
            <a:ext cx="689798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ko-KR" sz="1000" i="1"/>
              <a:t>1000ms</a:t>
            </a:r>
            <a:endParaRPr kumimoji="1" lang="ko-KR" altLang="en-US" sz="1000" i="1"/>
          </a:p>
        </p:txBody>
      </p:sp>
    </p:spTree>
    <p:extLst>
      <p:ext uri="{BB962C8B-B14F-4D97-AF65-F5344CB8AC3E}">
        <p14:creationId xmlns:p14="http://schemas.microsoft.com/office/powerpoint/2010/main" val="228473379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11FEFB3-B0E3-A751-2A11-E37C0EF4964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사각형: 둥근 모서리 29">
            <a:extLst>
              <a:ext uri="{FF2B5EF4-FFF2-40B4-BE49-F238E27FC236}">
                <a16:creationId xmlns:a16="http://schemas.microsoft.com/office/drawing/2014/main" id="{318A68AB-3960-B94A-A510-D9D287498672}"/>
              </a:ext>
            </a:extLst>
          </p:cNvPr>
          <p:cNvSpPr/>
          <p:nvPr/>
        </p:nvSpPr>
        <p:spPr>
          <a:xfrm>
            <a:off x="1763688" y="411510"/>
            <a:ext cx="1164765" cy="657290"/>
          </a:xfrm>
          <a:prstGeom prst="roundRect">
            <a:avLst>
              <a:gd name="adj" fmla="val 1737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shell</a:t>
            </a:r>
          </a:p>
          <a:p>
            <a:pPr algn="ctr"/>
            <a:r>
              <a:rPr lang="en-US" altLang="ko-KR" sz="1000"/>
              <a:t>Pod</a:t>
            </a:r>
            <a:endParaRPr lang="ko-KR" altLang="en-US" sz="1000"/>
          </a:p>
        </p:txBody>
      </p:sp>
      <p:sp>
        <p:nvSpPr>
          <p:cNvPr id="5" name="사각형: 둥근 모서리 29">
            <a:extLst>
              <a:ext uri="{FF2B5EF4-FFF2-40B4-BE49-F238E27FC236}">
                <a16:creationId xmlns:a16="http://schemas.microsoft.com/office/drawing/2014/main" id="{C8F00B08-DDBF-F48A-EAD9-EBF25501504A}"/>
              </a:ext>
            </a:extLst>
          </p:cNvPr>
          <p:cNvSpPr/>
          <p:nvPr/>
        </p:nvSpPr>
        <p:spPr>
          <a:xfrm>
            <a:off x="5724128" y="411510"/>
            <a:ext cx="1164765" cy="657290"/>
          </a:xfrm>
          <a:prstGeom prst="roundRect">
            <a:avLst>
              <a:gd name="adj" fmla="val 1737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mock-server</a:t>
            </a:r>
          </a:p>
          <a:p>
            <a:pPr algn="ctr"/>
            <a:r>
              <a:rPr lang="en-US" altLang="ko-KR" sz="1000"/>
              <a:t>Pod</a:t>
            </a:r>
            <a:endParaRPr lang="ko-KR" altLang="en-US" sz="1000"/>
          </a:p>
        </p:txBody>
      </p:sp>
      <p:cxnSp>
        <p:nvCxnSpPr>
          <p:cNvPr id="8" name="Straight Arrow Connector 81">
            <a:extLst>
              <a:ext uri="{FF2B5EF4-FFF2-40B4-BE49-F238E27FC236}">
                <a16:creationId xmlns:a16="http://schemas.microsoft.com/office/drawing/2014/main" id="{0EE93234-570E-A794-E7D1-81851B21F5F9}"/>
              </a:ext>
            </a:extLst>
          </p:cNvPr>
          <p:cNvCxnSpPr>
            <a:cxnSpLocks/>
            <a:stCxn id="5" idx="2"/>
          </p:cNvCxnSpPr>
          <p:nvPr/>
        </p:nvCxnSpPr>
        <p:spPr>
          <a:xfrm>
            <a:off x="6306511" y="1068800"/>
            <a:ext cx="0" cy="3375158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" name="Straight Arrow Connector 81">
            <a:extLst>
              <a:ext uri="{FF2B5EF4-FFF2-40B4-BE49-F238E27FC236}">
                <a16:creationId xmlns:a16="http://schemas.microsoft.com/office/drawing/2014/main" id="{F612EB67-A39A-3E80-65B5-18978307EE42}"/>
              </a:ext>
            </a:extLst>
          </p:cNvPr>
          <p:cNvCxnSpPr>
            <a:cxnSpLocks/>
            <a:stCxn id="4" idx="2"/>
          </p:cNvCxnSpPr>
          <p:nvPr/>
        </p:nvCxnSpPr>
        <p:spPr>
          <a:xfrm>
            <a:off x="2346071" y="1068800"/>
            <a:ext cx="0" cy="3375158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TextBox 19">
            <a:extLst>
              <a:ext uri="{FF2B5EF4-FFF2-40B4-BE49-F238E27FC236}">
                <a16:creationId xmlns:a16="http://schemas.microsoft.com/office/drawing/2014/main" id="{E1ED0E87-BDC3-2034-6188-C2DAF60E108A}"/>
              </a:ext>
            </a:extLst>
          </p:cNvPr>
          <p:cNvSpPr txBox="1"/>
          <p:nvPr/>
        </p:nvSpPr>
        <p:spPr>
          <a:xfrm>
            <a:off x="2928454" y="957375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>
                <a:solidFill>
                  <a:srgbClr val="C00000"/>
                </a:solidFill>
              </a:rPr>
              <a:t>GET </a:t>
            </a:r>
            <a:r>
              <a:rPr lang="en" altLang="ko-KR" sz="1000" i="1">
                <a:solidFill>
                  <a:srgbClr val="C00000"/>
                </a:solidFill>
              </a:rPr>
              <a:t>mock-server:8080/delay/5000</a:t>
            </a:r>
            <a:endParaRPr kumimoji="1" lang="ko-KR" altLang="en-US" sz="1000" i="1">
              <a:solidFill>
                <a:srgbClr val="C00000"/>
              </a:solidFill>
            </a:endParaRPr>
          </a:p>
        </p:txBody>
      </p:sp>
      <p:cxnSp>
        <p:nvCxnSpPr>
          <p:cNvPr id="17" name="Straight Arrow Connector 81">
            <a:extLst>
              <a:ext uri="{FF2B5EF4-FFF2-40B4-BE49-F238E27FC236}">
                <a16:creationId xmlns:a16="http://schemas.microsoft.com/office/drawing/2014/main" id="{E2878DA3-D173-547D-5BB4-F8A2FDC1081A}"/>
              </a:ext>
            </a:extLst>
          </p:cNvPr>
          <p:cNvCxnSpPr>
            <a:cxnSpLocks/>
          </p:cNvCxnSpPr>
          <p:nvPr/>
        </p:nvCxnSpPr>
        <p:spPr>
          <a:xfrm>
            <a:off x="2346071" y="1203596"/>
            <a:ext cx="3960440" cy="0"/>
          </a:xfrm>
          <a:prstGeom prst="straightConnector1">
            <a:avLst/>
          </a:prstGeom>
          <a:ln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TextBox 23">
            <a:extLst>
              <a:ext uri="{FF2B5EF4-FFF2-40B4-BE49-F238E27FC236}">
                <a16:creationId xmlns:a16="http://schemas.microsoft.com/office/drawing/2014/main" id="{19F71F6D-0BF6-B26C-D762-2F9BC6037A8C}"/>
              </a:ext>
            </a:extLst>
          </p:cNvPr>
          <p:cNvSpPr txBox="1"/>
          <p:nvPr/>
        </p:nvSpPr>
        <p:spPr>
          <a:xfrm>
            <a:off x="2928454" y="1204326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>
                <a:solidFill>
                  <a:schemeClr val="tx2"/>
                </a:solidFill>
              </a:rPr>
              <a:t>GET </a:t>
            </a:r>
            <a:r>
              <a:rPr lang="en" altLang="ko-KR" sz="1000" i="1">
                <a:solidFill>
                  <a:schemeClr val="tx2"/>
                </a:solidFill>
              </a:rPr>
              <a:t>mock-server:8080/delay/5000</a:t>
            </a:r>
            <a:endParaRPr kumimoji="1" lang="ko-KR" altLang="en-US" sz="1000" i="1">
              <a:solidFill>
                <a:schemeClr val="tx2"/>
              </a:solidFill>
            </a:endParaRPr>
          </a:p>
        </p:txBody>
      </p:sp>
      <p:cxnSp>
        <p:nvCxnSpPr>
          <p:cNvPr id="3" name="Straight Arrow Connector 81">
            <a:extLst>
              <a:ext uri="{FF2B5EF4-FFF2-40B4-BE49-F238E27FC236}">
                <a16:creationId xmlns:a16="http://schemas.microsoft.com/office/drawing/2014/main" id="{0E3F641F-D1FD-E10B-6D2B-D9D37736286C}"/>
              </a:ext>
            </a:extLst>
          </p:cNvPr>
          <p:cNvCxnSpPr>
            <a:cxnSpLocks/>
          </p:cNvCxnSpPr>
          <p:nvPr/>
        </p:nvCxnSpPr>
        <p:spPr>
          <a:xfrm>
            <a:off x="2346071" y="1347614"/>
            <a:ext cx="497737" cy="0"/>
          </a:xfrm>
          <a:prstGeom prst="straightConnector1">
            <a:avLst/>
          </a:prstGeom>
          <a:ln>
            <a:solidFill>
              <a:schemeClr val="accent3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TextBox 5">
            <a:extLst>
              <a:ext uri="{FF2B5EF4-FFF2-40B4-BE49-F238E27FC236}">
                <a16:creationId xmlns:a16="http://schemas.microsoft.com/office/drawing/2014/main" id="{18397760-A08C-147D-82A3-3C7F44F74E65}"/>
              </a:ext>
            </a:extLst>
          </p:cNvPr>
          <p:cNvSpPr txBox="1"/>
          <p:nvPr/>
        </p:nvSpPr>
        <p:spPr>
          <a:xfrm>
            <a:off x="2928454" y="1443528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>
                <a:solidFill>
                  <a:schemeClr val="accent3"/>
                </a:solidFill>
              </a:rPr>
              <a:t>GET </a:t>
            </a:r>
            <a:r>
              <a:rPr lang="en" altLang="ko-KR" sz="1000" i="1">
                <a:solidFill>
                  <a:schemeClr val="accent3"/>
                </a:solidFill>
              </a:rPr>
              <a:t>mock-server:8080/delay/5000 </a:t>
            </a:r>
            <a:endParaRPr kumimoji="1" lang="ko-KR" altLang="en-US" sz="1000" i="1">
              <a:solidFill>
                <a:schemeClr val="accent3"/>
              </a:solidFill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EC1A8036-57D2-4019-F8B5-53842AFD7D1B}"/>
              </a:ext>
            </a:extLst>
          </p:cNvPr>
          <p:cNvSpPr txBox="1"/>
          <p:nvPr/>
        </p:nvSpPr>
        <p:spPr>
          <a:xfrm>
            <a:off x="2928453" y="2226447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kumimoji="1" lang="en-US" altLang="ko-KR" sz="1000" i="1">
                <a:solidFill>
                  <a:srgbClr val="C00000"/>
                </a:solidFill>
              </a:rPr>
              <a:t>200 OK</a:t>
            </a:r>
            <a:endParaRPr kumimoji="1" lang="ko-KR" altLang="en-US" sz="1000" i="1">
              <a:solidFill>
                <a:srgbClr val="C00000"/>
              </a:solidFill>
            </a:endParaRPr>
          </a:p>
        </p:txBody>
      </p:sp>
      <p:cxnSp>
        <p:nvCxnSpPr>
          <p:cNvPr id="10" name="Straight Arrow Connector 81">
            <a:extLst>
              <a:ext uri="{FF2B5EF4-FFF2-40B4-BE49-F238E27FC236}">
                <a16:creationId xmlns:a16="http://schemas.microsoft.com/office/drawing/2014/main" id="{296273D4-FD23-898F-5C3B-C33579433863}"/>
              </a:ext>
            </a:extLst>
          </p:cNvPr>
          <p:cNvCxnSpPr>
            <a:cxnSpLocks/>
          </p:cNvCxnSpPr>
          <p:nvPr/>
        </p:nvCxnSpPr>
        <p:spPr>
          <a:xfrm>
            <a:off x="2346070" y="2472668"/>
            <a:ext cx="3960440" cy="0"/>
          </a:xfrm>
          <a:prstGeom prst="straightConnector1">
            <a:avLst/>
          </a:prstGeom>
          <a:ln>
            <a:solidFill>
              <a:srgbClr val="C00000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호 11">
            <a:extLst>
              <a:ext uri="{FF2B5EF4-FFF2-40B4-BE49-F238E27FC236}">
                <a16:creationId xmlns:a16="http://schemas.microsoft.com/office/drawing/2014/main" id="{66880876-CC88-B7D1-6105-0ABAA81BC87E}"/>
              </a:ext>
            </a:extLst>
          </p:cNvPr>
          <p:cNvSpPr/>
          <p:nvPr/>
        </p:nvSpPr>
        <p:spPr>
          <a:xfrm>
            <a:off x="6156180" y="1199085"/>
            <a:ext cx="288514" cy="1273554"/>
          </a:xfrm>
          <a:prstGeom prst="arc">
            <a:avLst>
              <a:gd name="adj1" fmla="val 16200000"/>
              <a:gd name="adj2" fmla="val 5389298"/>
            </a:avLst>
          </a:prstGeom>
          <a:ln>
            <a:solidFill>
              <a:srgbClr val="C00000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47B7A617-EFC0-4307-EB52-B7605F7F765C}"/>
              </a:ext>
            </a:extLst>
          </p:cNvPr>
          <p:cNvSpPr txBox="1"/>
          <p:nvPr/>
        </p:nvSpPr>
        <p:spPr>
          <a:xfrm>
            <a:off x="6337278" y="1712751"/>
            <a:ext cx="689798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ko-KR" sz="1000" i="1">
                <a:solidFill>
                  <a:srgbClr val="C00000"/>
                </a:solidFill>
              </a:rPr>
              <a:t>5000ms</a:t>
            </a:r>
            <a:endParaRPr kumimoji="1" lang="ko-KR" altLang="en-US" sz="1000" i="1">
              <a:solidFill>
                <a:srgbClr val="C00000"/>
              </a:solidFill>
            </a:endParaRP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2A097D09-59D9-0C95-9814-60CDD0A4C79B}"/>
              </a:ext>
            </a:extLst>
          </p:cNvPr>
          <p:cNvSpPr txBox="1"/>
          <p:nvPr/>
        </p:nvSpPr>
        <p:spPr>
          <a:xfrm>
            <a:off x="2928453" y="3569531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kumimoji="1" lang="en-US" altLang="ko-KR" sz="1000" i="1">
                <a:solidFill>
                  <a:schemeClr val="tx2"/>
                </a:solidFill>
              </a:rPr>
              <a:t>200 OK</a:t>
            </a:r>
            <a:endParaRPr kumimoji="1" lang="ko-KR" altLang="en-US" sz="1000" i="1">
              <a:solidFill>
                <a:schemeClr val="tx2"/>
              </a:solidFill>
            </a:endParaRPr>
          </a:p>
        </p:txBody>
      </p:sp>
      <p:cxnSp>
        <p:nvCxnSpPr>
          <p:cNvPr id="15" name="Straight Arrow Connector 81">
            <a:extLst>
              <a:ext uri="{FF2B5EF4-FFF2-40B4-BE49-F238E27FC236}">
                <a16:creationId xmlns:a16="http://schemas.microsoft.com/office/drawing/2014/main" id="{27F88202-0C33-F5A4-0F18-29F5E8338517}"/>
              </a:ext>
            </a:extLst>
          </p:cNvPr>
          <p:cNvCxnSpPr>
            <a:cxnSpLocks/>
          </p:cNvCxnSpPr>
          <p:nvPr/>
        </p:nvCxnSpPr>
        <p:spPr>
          <a:xfrm>
            <a:off x="2346070" y="3815752"/>
            <a:ext cx="3960440" cy="0"/>
          </a:xfrm>
          <a:prstGeom prst="straightConnector1">
            <a:avLst/>
          </a:prstGeom>
          <a:ln>
            <a:solidFill>
              <a:schemeClr val="tx2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Elbow Connector 80">
            <a:extLst>
              <a:ext uri="{FF2B5EF4-FFF2-40B4-BE49-F238E27FC236}">
                <a16:creationId xmlns:a16="http://schemas.microsoft.com/office/drawing/2014/main" id="{ED116C40-095F-9CE3-6D37-24A282BC7869}"/>
              </a:ext>
            </a:extLst>
          </p:cNvPr>
          <p:cNvCxnSpPr>
            <a:cxnSpLocks/>
          </p:cNvCxnSpPr>
          <p:nvPr/>
        </p:nvCxnSpPr>
        <p:spPr>
          <a:xfrm>
            <a:off x="2346070" y="1273066"/>
            <a:ext cx="3960440" cy="1269074"/>
          </a:xfrm>
          <a:prstGeom prst="bentConnector3">
            <a:avLst>
              <a:gd name="adj1" fmla="val 14405"/>
            </a:avLst>
          </a:prstGeom>
          <a:ln w="12700"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8" name="호 37">
            <a:extLst>
              <a:ext uri="{FF2B5EF4-FFF2-40B4-BE49-F238E27FC236}">
                <a16:creationId xmlns:a16="http://schemas.microsoft.com/office/drawing/2014/main" id="{5495A184-241B-9957-9618-1CCED2EE74BD}"/>
              </a:ext>
            </a:extLst>
          </p:cNvPr>
          <p:cNvSpPr/>
          <p:nvPr/>
        </p:nvSpPr>
        <p:spPr>
          <a:xfrm>
            <a:off x="6172154" y="2542139"/>
            <a:ext cx="288514" cy="1273554"/>
          </a:xfrm>
          <a:prstGeom prst="arc">
            <a:avLst>
              <a:gd name="adj1" fmla="val 16200000"/>
              <a:gd name="adj2" fmla="val 5389298"/>
            </a:avLst>
          </a:prstGeom>
          <a:ln>
            <a:solidFill>
              <a:schemeClr val="tx2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B54D81F9-D305-F95D-D852-A73D67B692EE}"/>
              </a:ext>
            </a:extLst>
          </p:cNvPr>
          <p:cNvSpPr txBox="1"/>
          <p:nvPr/>
        </p:nvSpPr>
        <p:spPr>
          <a:xfrm>
            <a:off x="6353252" y="3055805"/>
            <a:ext cx="689798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ko-KR" sz="1000" i="1">
                <a:solidFill>
                  <a:schemeClr val="tx2"/>
                </a:solidFill>
              </a:rPr>
              <a:t>5000ms</a:t>
            </a:r>
            <a:endParaRPr kumimoji="1" lang="ko-KR" altLang="en-US" sz="1000" i="1">
              <a:solidFill>
                <a:schemeClr val="tx2"/>
              </a:solidFill>
            </a:endParaRP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827C212E-DF96-D652-773A-ADF3E8FD3A7D}"/>
              </a:ext>
            </a:extLst>
          </p:cNvPr>
          <p:cNvSpPr txBox="1"/>
          <p:nvPr/>
        </p:nvSpPr>
        <p:spPr>
          <a:xfrm>
            <a:off x="1589094" y="1789013"/>
            <a:ext cx="689798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ko-KR" sz="1000" i="1">
                <a:solidFill>
                  <a:schemeClr val="tx2"/>
                </a:solidFill>
              </a:rPr>
              <a:t>5000ms</a:t>
            </a:r>
            <a:endParaRPr kumimoji="1" lang="ko-KR" altLang="en-US" sz="1000" i="1">
              <a:solidFill>
                <a:schemeClr val="tx2"/>
              </a:solidFill>
            </a:endParaRPr>
          </a:p>
        </p:txBody>
      </p:sp>
      <p:sp>
        <p:nvSpPr>
          <p:cNvPr id="47" name="호 46">
            <a:extLst>
              <a:ext uri="{FF2B5EF4-FFF2-40B4-BE49-F238E27FC236}">
                <a16:creationId xmlns:a16="http://schemas.microsoft.com/office/drawing/2014/main" id="{AD793D3E-8B76-8D92-A59B-F4F937AFE47F}"/>
              </a:ext>
            </a:extLst>
          </p:cNvPr>
          <p:cNvSpPr/>
          <p:nvPr/>
        </p:nvSpPr>
        <p:spPr>
          <a:xfrm flipH="1">
            <a:off x="2199134" y="1273066"/>
            <a:ext cx="288514" cy="1273554"/>
          </a:xfrm>
          <a:prstGeom prst="arc">
            <a:avLst>
              <a:gd name="adj1" fmla="val 16200000"/>
              <a:gd name="adj2" fmla="val 5389298"/>
            </a:avLst>
          </a:prstGeom>
          <a:ln>
            <a:solidFill>
              <a:schemeClr val="tx2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</p:spTree>
    <p:extLst>
      <p:ext uri="{BB962C8B-B14F-4D97-AF65-F5344CB8AC3E}">
        <p14:creationId xmlns:p14="http://schemas.microsoft.com/office/powerpoint/2010/main" val="59121885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7F64EE1-C6A4-D1CD-01C5-D8F1579D7BF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사각형: 둥근 모서리 29">
            <a:extLst>
              <a:ext uri="{FF2B5EF4-FFF2-40B4-BE49-F238E27FC236}">
                <a16:creationId xmlns:a16="http://schemas.microsoft.com/office/drawing/2014/main" id="{6EDB1EE3-920E-070E-9E90-720792CD8100}"/>
              </a:ext>
            </a:extLst>
          </p:cNvPr>
          <p:cNvSpPr/>
          <p:nvPr/>
        </p:nvSpPr>
        <p:spPr>
          <a:xfrm>
            <a:off x="1763688" y="411510"/>
            <a:ext cx="1164765" cy="657290"/>
          </a:xfrm>
          <a:prstGeom prst="roundRect">
            <a:avLst>
              <a:gd name="adj" fmla="val 1737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shell</a:t>
            </a:r>
          </a:p>
          <a:p>
            <a:pPr algn="ctr"/>
            <a:r>
              <a:rPr lang="en-US" altLang="ko-KR" sz="1000"/>
              <a:t>Pod</a:t>
            </a:r>
            <a:endParaRPr lang="ko-KR" altLang="en-US" sz="1000"/>
          </a:p>
        </p:txBody>
      </p:sp>
      <p:sp>
        <p:nvSpPr>
          <p:cNvPr id="5" name="사각형: 둥근 모서리 29">
            <a:extLst>
              <a:ext uri="{FF2B5EF4-FFF2-40B4-BE49-F238E27FC236}">
                <a16:creationId xmlns:a16="http://schemas.microsoft.com/office/drawing/2014/main" id="{AF2D8061-47E3-ED11-3E59-8620CE422284}"/>
              </a:ext>
            </a:extLst>
          </p:cNvPr>
          <p:cNvSpPr/>
          <p:nvPr/>
        </p:nvSpPr>
        <p:spPr>
          <a:xfrm>
            <a:off x="5724128" y="411510"/>
            <a:ext cx="1164765" cy="657290"/>
          </a:xfrm>
          <a:prstGeom prst="roundRect">
            <a:avLst>
              <a:gd name="adj" fmla="val 1737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mock-server</a:t>
            </a:r>
          </a:p>
          <a:p>
            <a:pPr algn="ctr"/>
            <a:r>
              <a:rPr lang="en-US" altLang="ko-KR" sz="1000"/>
              <a:t>Pod</a:t>
            </a:r>
            <a:endParaRPr lang="ko-KR" altLang="en-US" sz="1000"/>
          </a:p>
        </p:txBody>
      </p:sp>
      <p:cxnSp>
        <p:nvCxnSpPr>
          <p:cNvPr id="8" name="Straight Arrow Connector 81">
            <a:extLst>
              <a:ext uri="{FF2B5EF4-FFF2-40B4-BE49-F238E27FC236}">
                <a16:creationId xmlns:a16="http://schemas.microsoft.com/office/drawing/2014/main" id="{A3A3F3EA-04D5-106D-4E61-98B4C15CCDCB}"/>
              </a:ext>
            </a:extLst>
          </p:cNvPr>
          <p:cNvCxnSpPr>
            <a:cxnSpLocks/>
            <a:stCxn id="5" idx="2"/>
          </p:cNvCxnSpPr>
          <p:nvPr/>
        </p:nvCxnSpPr>
        <p:spPr>
          <a:xfrm>
            <a:off x="6306511" y="1068800"/>
            <a:ext cx="0" cy="3375158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" name="Straight Arrow Connector 81">
            <a:extLst>
              <a:ext uri="{FF2B5EF4-FFF2-40B4-BE49-F238E27FC236}">
                <a16:creationId xmlns:a16="http://schemas.microsoft.com/office/drawing/2014/main" id="{235C000A-EE27-D876-2249-2378AE5E7147}"/>
              </a:ext>
            </a:extLst>
          </p:cNvPr>
          <p:cNvCxnSpPr>
            <a:cxnSpLocks/>
            <a:stCxn id="4" idx="2"/>
          </p:cNvCxnSpPr>
          <p:nvPr/>
        </p:nvCxnSpPr>
        <p:spPr>
          <a:xfrm>
            <a:off x="2346071" y="1068800"/>
            <a:ext cx="0" cy="3375158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Straight Arrow Connector 81">
            <a:extLst>
              <a:ext uri="{FF2B5EF4-FFF2-40B4-BE49-F238E27FC236}">
                <a16:creationId xmlns:a16="http://schemas.microsoft.com/office/drawing/2014/main" id="{E9698C5E-00E5-6CAA-BC6C-BD8B8DDF73D0}"/>
              </a:ext>
            </a:extLst>
          </p:cNvPr>
          <p:cNvCxnSpPr>
            <a:cxnSpLocks/>
          </p:cNvCxnSpPr>
          <p:nvPr/>
        </p:nvCxnSpPr>
        <p:spPr>
          <a:xfrm>
            <a:off x="2346071" y="1203596"/>
            <a:ext cx="3960440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TextBox 19">
            <a:extLst>
              <a:ext uri="{FF2B5EF4-FFF2-40B4-BE49-F238E27FC236}">
                <a16:creationId xmlns:a16="http://schemas.microsoft.com/office/drawing/2014/main" id="{D75EF94A-47CB-AFD6-A77B-C7D7EC066A59}"/>
              </a:ext>
            </a:extLst>
          </p:cNvPr>
          <p:cNvSpPr txBox="1"/>
          <p:nvPr/>
        </p:nvSpPr>
        <p:spPr>
          <a:xfrm>
            <a:off x="2928454" y="957375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GET </a:t>
            </a:r>
            <a:r>
              <a:rPr lang="en" altLang="ko-KR" sz="1000" i="1"/>
              <a:t>mock-server:8080/status/503</a:t>
            </a:r>
            <a:endParaRPr kumimoji="1" lang="ko-KR" altLang="en-US" sz="1000" i="1"/>
          </a:p>
        </p:txBody>
      </p:sp>
      <p:cxnSp>
        <p:nvCxnSpPr>
          <p:cNvPr id="23" name="Straight Arrow Connector 81">
            <a:extLst>
              <a:ext uri="{FF2B5EF4-FFF2-40B4-BE49-F238E27FC236}">
                <a16:creationId xmlns:a16="http://schemas.microsoft.com/office/drawing/2014/main" id="{236AA8F0-5F6A-22EF-0602-EBCF98A0D220}"/>
              </a:ext>
            </a:extLst>
          </p:cNvPr>
          <p:cNvCxnSpPr>
            <a:cxnSpLocks/>
          </p:cNvCxnSpPr>
          <p:nvPr/>
        </p:nvCxnSpPr>
        <p:spPr>
          <a:xfrm>
            <a:off x="2346071" y="1275606"/>
            <a:ext cx="3960440" cy="0"/>
          </a:xfrm>
          <a:prstGeom prst="straightConnector1">
            <a:avLst/>
          </a:prstGeom>
          <a:ln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TextBox 23">
            <a:extLst>
              <a:ext uri="{FF2B5EF4-FFF2-40B4-BE49-F238E27FC236}">
                <a16:creationId xmlns:a16="http://schemas.microsoft.com/office/drawing/2014/main" id="{FFEB8B80-941E-DBC9-968E-589F748809D3}"/>
              </a:ext>
            </a:extLst>
          </p:cNvPr>
          <p:cNvSpPr txBox="1"/>
          <p:nvPr/>
        </p:nvSpPr>
        <p:spPr>
          <a:xfrm>
            <a:off x="2928454" y="1275606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kumimoji="1" lang="en-US" altLang="ko-KR" sz="1000" i="1"/>
              <a:t>503 Service Unavailable</a:t>
            </a:r>
            <a:endParaRPr kumimoji="1" lang="ko-KR" altLang="en-US" sz="1000" i="1"/>
          </a:p>
        </p:txBody>
      </p:sp>
      <p:cxnSp>
        <p:nvCxnSpPr>
          <p:cNvPr id="3" name="Straight Arrow Connector 81">
            <a:extLst>
              <a:ext uri="{FF2B5EF4-FFF2-40B4-BE49-F238E27FC236}">
                <a16:creationId xmlns:a16="http://schemas.microsoft.com/office/drawing/2014/main" id="{A505907C-7434-B45A-4681-C1D870FBA351}"/>
              </a:ext>
            </a:extLst>
          </p:cNvPr>
          <p:cNvCxnSpPr>
            <a:cxnSpLocks/>
          </p:cNvCxnSpPr>
          <p:nvPr/>
        </p:nvCxnSpPr>
        <p:spPr>
          <a:xfrm>
            <a:off x="2346071" y="2433535"/>
            <a:ext cx="3960440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TextBox 5">
            <a:extLst>
              <a:ext uri="{FF2B5EF4-FFF2-40B4-BE49-F238E27FC236}">
                <a16:creationId xmlns:a16="http://schemas.microsoft.com/office/drawing/2014/main" id="{526734C0-14D7-73C4-530D-F13A8E3E35CF}"/>
              </a:ext>
            </a:extLst>
          </p:cNvPr>
          <p:cNvSpPr txBox="1"/>
          <p:nvPr/>
        </p:nvSpPr>
        <p:spPr>
          <a:xfrm>
            <a:off x="2928454" y="2187314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GET </a:t>
            </a:r>
            <a:r>
              <a:rPr lang="en" altLang="ko-KR" sz="1000" i="1"/>
              <a:t>mock-server:8080/status/503</a:t>
            </a:r>
            <a:endParaRPr kumimoji="1" lang="ko-KR" altLang="en-US" sz="1000" i="1"/>
          </a:p>
        </p:txBody>
      </p:sp>
      <p:cxnSp>
        <p:nvCxnSpPr>
          <p:cNvPr id="7" name="Straight Arrow Connector 81">
            <a:extLst>
              <a:ext uri="{FF2B5EF4-FFF2-40B4-BE49-F238E27FC236}">
                <a16:creationId xmlns:a16="http://schemas.microsoft.com/office/drawing/2014/main" id="{1F961F7F-60B1-4C9B-C4DC-FAA5547BD92C}"/>
              </a:ext>
            </a:extLst>
          </p:cNvPr>
          <p:cNvCxnSpPr>
            <a:cxnSpLocks/>
          </p:cNvCxnSpPr>
          <p:nvPr/>
        </p:nvCxnSpPr>
        <p:spPr>
          <a:xfrm>
            <a:off x="2346071" y="2505545"/>
            <a:ext cx="3960440" cy="0"/>
          </a:xfrm>
          <a:prstGeom prst="straightConnector1">
            <a:avLst/>
          </a:prstGeom>
          <a:ln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TextBox 8">
            <a:extLst>
              <a:ext uri="{FF2B5EF4-FFF2-40B4-BE49-F238E27FC236}">
                <a16:creationId xmlns:a16="http://schemas.microsoft.com/office/drawing/2014/main" id="{40976B70-5713-6C58-8812-F1952B228034}"/>
              </a:ext>
            </a:extLst>
          </p:cNvPr>
          <p:cNvSpPr txBox="1"/>
          <p:nvPr/>
        </p:nvSpPr>
        <p:spPr>
          <a:xfrm>
            <a:off x="2928454" y="2505545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kumimoji="1" lang="en-US" altLang="ko-KR" sz="1000" i="1"/>
              <a:t>503 Service Unavailable</a:t>
            </a:r>
            <a:endParaRPr kumimoji="1" lang="ko-KR" altLang="en-US" sz="1000" i="1"/>
          </a:p>
        </p:txBody>
      </p:sp>
      <p:sp>
        <p:nvSpPr>
          <p:cNvPr id="10" name="타원 9">
            <a:extLst>
              <a:ext uri="{FF2B5EF4-FFF2-40B4-BE49-F238E27FC236}">
                <a16:creationId xmlns:a16="http://schemas.microsoft.com/office/drawing/2014/main" id="{C9618050-C7AF-062B-E7C4-89173C887446}"/>
              </a:ext>
            </a:extLst>
          </p:cNvPr>
          <p:cNvSpPr/>
          <p:nvPr/>
        </p:nvSpPr>
        <p:spPr>
          <a:xfrm>
            <a:off x="4285124" y="1646102"/>
            <a:ext cx="72008" cy="72008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  <p:sp>
        <p:nvSpPr>
          <p:cNvPr id="11" name="타원 10">
            <a:extLst>
              <a:ext uri="{FF2B5EF4-FFF2-40B4-BE49-F238E27FC236}">
                <a16:creationId xmlns:a16="http://schemas.microsoft.com/office/drawing/2014/main" id="{E939AB10-34A7-D605-0FEC-CC5273246E1F}"/>
              </a:ext>
            </a:extLst>
          </p:cNvPr>
          <p:cNvSpPr/>
          <p:nvPr/>
        </p:nvSpPr>
        <p:spPr>
          <a:xfrm>
            <a:off x="4285124" y="1798822"/>
            <a:ext cx="72008" cy="72008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  <p:sp>
        <p:nvSpPr>
          <p:cNvPr id="12" name="타원 11">
            <a:extLst>
              <a:ext uri="{FF2B5EF4-FFF2-40B4-BE49-F238E27FC236}">
                <a16:creationId xmlns:a16="http://schemas.microsoft.com/office/drawing/2014/main" id="{C98A2DE9-970F-CB1C-36AA-4032FBBA18BF}"/>
              </a:ext>
            </a:extLst>
          </p:cNvPr>
          <p:cNvSpPr/>
          <p:nvPr/>
        </p:nvSpPr>
        <p:spPr>
          <a:xfrm>
            <a:off x="4285124" y="1951517"/>
            <a:ext cx="72008" cy="72008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  <p:sp>
        <p:nvSpPr>
          <p:cNvPr id="13" name="호 12">
            <a:extLst>
              <a:ext uri="{FF2B5EF4-FFF2-40B4-BE49-F238E27FC236}">
                <a16:creationId xmlns:a16="http://schemas.microsoft.com/office/drawing/2014/main" id="{6BC0E9FE-6901-32BE-471E-55F76663F12A}"/>
              </a:ext>
            </a:extLst>
          </p:cNvPr>
          <p:cNvSpPr/>
          <p:nvPr/>
        </p:nvSpPr>
        <p:spPr>
          <a:xfrm>
            <a:off x="6168328" y="1199085"/>
            <a:ext cx="276365" cy="1300653"/>
          </a:xfrm>
          <a:prstGeom prst="arc">
            <a:avLst>
              <a:gd name="adj1" fmla="val 16200000"/>
              <a:gd name="adj2" fmla="val 5412057"/>
            </a:avLst>
          </a:prstGeom>
          <a:ln>
            <a:solidFill>
              <a:schemeClr val="tx1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A526E9C5-8F09-6DFD-C895-9B8871050F8C}"/>
              </a:ext>
            </a:extLst>
          </p:cNvPr>
          <p:cNvSpPr txBox="1"/>
          <p:nvPr/>
        </p:nvSpPr>
        <p:spPr>
          <a:xfrm>
            <a:off x="6337278" y="1726300"/>
            <a:ext cx="689798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ko-KR" sz="1000" i="1"/>
              <a:t>5times</a:t>
            </a:r>
            <a:endParaRPr kumimoji="1" lang="ko-KR" altLang="en-US" sz="1000" i="1"/>
          </a:p>
        </p:txBody>
      </p:sp>
      <p:cxnSp>
        <p:nvCxnSpPr>
          <p:cNvPr id="15" name="Straight Arrow Connector 81">
            <a:extLst>
              <a:ext uri="{FF2B5EF4-FFF2-40B4-BE49-F238E27FC236}">
                <a16:creationId xmlns:a16="http://schemas.microsoft.com/office/drawing/2014/main" id="{1C678776-51B3-3A89-1CC4-82F261FE8D75}"/>
              </a:ext>
            </a:extLst>
          </p:cNvPr>
          <p:cNvCxnSpPr>
            <a:cxnSpLocks/>
          </p:cNvCxnSpPr>
          <p:nvPr/>
        </p:nvCxnSpPr>
        <p:spPr>
          <a:xfrm>
            <a:off x="2346071" y="3092360"/>
            <a:ext cx="569745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TextBox 15">
            <a:extLst>
              <a:ext uri="{FF2B5EF4-FFF2-40B4-BE49-F238E27FC236}">
                <a16:creationId xmlns:a16="http://schemas.microsoft.com/office/drawing/2014/main" id="{9633C0E1-B114-BC40-EF52-15FDBA42437B}"/>
              </a:ext>
            </a:extLst>
          </p:cNvPr>
          <p:cNvSpPr txBox="1"/>
          <p:nvPr/>
        </p:nvSpPr>
        <p:spPr>
          <a:xfrm>
            <a:off x="2928454" y="2852801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GET </a:t>
            </a:r>
            <a:r>
              <a:rPr lang="en" altLang="ko-KR" sz="1000" i="1"/>
              <a:t>mock-server:8080/status/503</a:t>
            </a:r>
            <a:endParaRPr kumimoji="1" lang="ko-KR" altLang="en-US" sz="1000" i="1"/>
          </a:p>
        </p:txBody>
      </p:sp>
      <p:cxnSp>
        <p:nvCxnSpPr>
          <p:cNvPr id="22" name="Straight Arrow Connector 81">
            <a:extLst>
              <a:ext uri="{FF2B5EF4-FFF2-40B4-BE49-F238E27FC236}">
                <a16:creationId xmlns:a16="http://schemas.microsoft.com/office/drawing/2014/main" id="{9B69D0BE-25C4-BD20-46A4-FB96B34F6C89}"/>
              </a:ext>
            </a:extLst>
          </p:cNvPr>
          <p:cNvCxnSpPr>
            <a:cxnSpLocks/>
          </p:cNvCxnSpPr>
          <p:nvPr/>
        </p:nvCxnSpPr>
        <p:spPr>
          <a:xfrm>
            <a:off x="2346071" y="3337930"/>
            <a:ext cx="569745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" name="TextBox 24">
            <a:extLst>
              <a:ext uri="{FF2B5EF4-FFF2-40B4-BE49-F238E27FC236}">
                <a16:creationId xmlns:a16="http://schemas.microsoft.com/office/drawing/2014/main" id="{8F5097BB-94E4-248F-8A5D-AFFAA1FA8912}"/>
              </a:ext>
            </a:extLst>
          </p:cNvPr>
          <p:cNvSpPr txBox="1"/>
          <p:nvPr/>
        </p:nvSpPr>
        <p:spPr>
          <a:xfrm>
            <a:off x="2928454" y="3098371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GET </a:t>
            </a:r>
            <a:r>
              <a:rPr lang="en" altLang="ko-KR" sz="1000" i="1"/>
              <a:t>mock-server:8080/status/503</a:t>
            </a:r>
            <a:endParaRPr kumimoji="1" lang="ko-KR" altLang="en-US" sz="1000" i="1"/>
          </a:p>
        </p:txBody>
      </p:sp>
      <p:cxnSp>
        <p:nvCxnSpPr>
          <p:cNvPr id="26" name="Straight Arrow Connector 81">
            <a:extLst>
              <a:ext uri="{FF2B5EF4-FFF2-40B4-BE49-F238E27FC236}">
                <a16:creationId xmlns:a16="http://schemas.microsoft.com/office/drawing/2014/main" id="{5F2933BF-399D-4108-F0FE-14E3BED400C6}"/>
              </a:ext>
            </a:extLst>
          </p:cNvPr>
          <p:cNvCxnSpPr>
            <a:cxnSpLocks/>
          </p:cNvCxnSpPr>
          <p:nvPr/>
        </p:nvCxnSpPr>
        <p:spPr>
          <a:xfrm>
            <a:off x="2346071" y="3584151"/>
            <a:ext cx="569745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" name="TextBox 26">
            <a:extLst>
              <a:ext uri="{FF2B5EF4-FFF2-40B4-BE49-F238E27FC236}">
                <a16:creationId xmlns:a16="http://schemas.microsoft.com/office/drawing/2014/main" id="{A83006CE-677B-10C0-907B-4F6E952BE26F}"/>
              </a:ext>
            </a:extLst>
          </p:cNvPr>
          <p:cNvSpPr txBox="1"/>
          <p:nvPr/>
        </p:nvSpPr>
        <p:spPr>
          <a:xfrm>
            <a:off x="2928454" y="3344592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GET </a:t>
            </a:r>
            <a:r>
              <a:rPr lang="en" altLang="ko-KR" sz="1000" i="1"/>
              <a:t>mock-server:8080/status/503</a:t>
            </a:r>
            <a:endParaRPr kumimoji="1" lang="ko-KR" altLang="en-US" sz="1000" i="1"/>
          </a:p>
        </p:txBody>
      </p:sp>
    </p:spTree>
    <p:extLst>
      <p:ext uri="{BB962C8B-B14F-4D97-AF65-F5344CB8AC3E}">
        <p14:creationId xmlns:p14="http://schemas.microsoft.com/office/powerpoint/2010/main" val="1848124166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4E9846E-93DE-7B46-CFF0-5CA363A99B3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사각형: 둥근 모서리 29">
            <a:extLst>
              <a:ext uri="{FF2B5EF4-FFF2-40B4-BE49-F238E27FC236}">
                <a16:creationId xmlns:a16="http://schemas.microsoft.com/office/drawing/2014/main" id="{6A739A79-7398-1DF1-5A09-936867C3134A}"/>
              </a:ext>
            </a:extLst>
          </p:cNvPr>
          <p:cNvSpPr/>
          <p:nvPr/>
        </p:nvSpPr>
        <p:spPr>
          <a:xfrm>
            <a:off x="1763688" y="411510"/>
            <a:ext cx="1164765" cy="657290"/>
          </a:xfrm>
          <a:prstGeom prst="roundRect">
            <a:avLst>
              <a:gd name="adj" fmla="val 1737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shell</a:t>
            </a:r>
          </a:p>
          <a:p>
            <a:pPr algn="ctr"/>
            <a:r>
              <a:rPr lang="en-US" altLang="ko-KR" sz="1000"/>
              <a:t>Pod</a:t>
            </a:r>
            <a:endParaRPr lang="ko-KR" altLang="en-US" sz="1000"/>
          </a:p>
        </p:txBody>
      </p:sp>
      <p:sp>
        <p:nvSpPr>
          <p:cNvPr id="5" name="사각형: 둥근 모서리 29">
            <a:extLst>
              <a:ext uri="{FF2B5EF4-FFF2-40B4-BE49-F238E27FC236}">
                <a16:creationId xmlns:a16="http://schemas.microsoft.com/office/drawing/2014/main" id="{2247D83D-A8B9-EC9B-EC5F-AE41A8B5306F}"/>
              </a:ext>
            </a:extLst>
          </p:cNvPr>
          <p:cNvSpPr/>
          <p:nvPr/>
        </p:nvSpPr>
        <p:spPr>
          <a:xfrm>
            <a:off x="5724128" y="411510"/>
            <a:ext cx="1164765" cy="657290"/>
          </a:xfrm>
          <a:prstGeom prst="roundRect">
            <a:avLst>
              <a:gd name="adj" fmla="val 1737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mock-server</a:t>
            </a:r>
          </a:p>
          <a:p>
            <a:pPr algn="ctr"/>
            <a:r>
              <a:rPr lang="en-US" altLang="ko-KR" sz="1000"/>
              <a:t>Pod with </a:t>
            </a:r>
            <a:r>
              <a:rPr lang="en-US" altLang="ko-KR" sz="1000" b="1"/>
              <a:t>iptables DROP</a:t>
            </a:r>
            <a:endParaRPr lang="ko-KR" altLang="en-US" sz="1000" b="1"/>
          </a:p>
        </p:txBody>
      </p:sp>
      <p:cxnSp>
        <p:nvCxnSpPr>
          <p:cNvPr id="8" name="Straight Arrow Connector 81">
            <a:extLst>
              <a:ext uri="{FF2B5EF4-FFF2-40B4-BE49-F238E27FC236}">
                <a16:creationId xmlns:a16="http://schemas.microsoft.com/office/drawing/2014/main" id="{2B313E4A-8FFF-8023-C696-4D1EEC0D4262}"/>
              </a:ext>
            </a:extLst>
          </p:cNvPr>
          <p:cNvCxnSpPr>
            <a:cxnSpLocks/>
            <a:stCxn id="5" idx="2"/>
          </p:cNvCxnSpPr>
          <p:nvPr/>
        </p:nvCxnSpPr>
        <p:spPr>
          <a:xfrm>
            <a:off x="6306511" y="1068800"/>
            <a:ext cx="0" cy="3375158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" name="Straight Arrow Connector 81">
            <a:extLst>
              <a:ext uri="{FF2B5EF4-FFF2-40B4-BE49-F238E27FC236}">
                <a16:creationId xmlns:a16="http://schemas.microsoft.com/office/drawing/2014/main" id="{45AE5EEB-DFBC-F311-ACBB-763CD696E412}"/>
              </a:ext>
            </a:extLst>
          </p:cNvPr>
          <p:cNvCxnSpPr>
            <a:cxnSpLocks/>
            <a:stCxn id="4" idx="2"/>
          </p:cNvCxnSpPr>
          <p:nvPr/>
        </p:nvCxnSpPr>
        <p:spPr>
          <a:xfrm>
            <a:off x="2346071" y="1068800"/>
            <a:ext cx="0" cy="3375158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Straight Arrow Connector 81">
            <a:extLst>
              <a:ext uri="{FF2B5EF4-FFF2-40B4-BE49-F238E27FC236}">
                <a16:creationId xmlns:a16="http://schemas.microsoft.com/office/drawing/2014/main" id="{A413435C-F32A-D0B2-F471-0F12D45BDCC6}"/>
              </a:ext>
            </a:extLst>
          </p:cNvPr>
          <p:cNvCxnSpPr>
            <a:cxnSpLocks/>
          </p:cNvCxnSpPr>
          <p:nvPr/>
        </p:nvCxnSpPr>
        <p:spPr>
          <a:xfrm>
            <a:off x="2346071" y="1203596"/>
            <a:ext cx="3378057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TextBox 19">
            <a:extLst>
              <a:ext uri="{FF2B5EF4-FFF2-40B4-BE49-F238E27FC236}">
                <a16:creationId xmlns:a16="http://schemas.microsoft.com/office/drawing/2014/main" id="{1E44A8B4-D0EA-62BD-8390-7EF49FB7F122}"/>
              </a:ext>
            </a:extLst>
          </p:cNvPr>
          <p:cNvSpPr txBox="1"/>
          <p:nvPr/>
        </p:nvSpPr>
        <p:spPr>
          <a:xfrm>
            <a:off x="2928454" y="957375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GET </a:t>
            </a:r>
            <a:r>
              <a:rPr lang="en" altLang="ko-KR" sz="1000" i="1"/>
              <a:t>mock-server:8080/status/200</a:t>
            </a:r>
            <a:endParaRPr kumimoji="1" lang="ko-KR" altLang="en-US" sz="1000" i="1"/>
          </a:p>
        </p:txBody>
      </p:sp>
      <p:cxnSp>
        <p:nvCxnSpPr>
          <p:cNvPr id="12" name="Straight Arrow Connector 81">
            <a:extLst>
              <a:ext uri="{FF2B5EF4-FFF2-40B4-BE49-F238E27FC236}">
                <a16:creationId xmlns:a16="http://schemas.microsoft.com/office/drawing/2014/main" id="{67ED4FCC-B0F9-767F-5EA3-0B7DD1177904}"/>
              </a:ext>
            </a:extLst>
          </p:cNvPr>
          <p:cNvCxnSpPr>
            <a:cxnSpLocks/>
          </p:cNvCxnSpPr>
          <p:nvPr/>
        </p:nvCxnSpPr>
        <p:spPr>
          <a:xfrm>
            <a:off x="2346071" y="1573186"/>
            <a:ext cx="3378057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TextBox 20">
            <a:extLst>
              <a:ext uri="{FF2B5EF4-FFF2-40B4-BE49-F238E27FC236}">
                <a16:creationId xmlns:a16="http://schemas.microsoft.com/office/drawing/2014/main" id="{3B2F6635-58D3-77E5-4B70-3E715B105A46}"/>
              </a:ext>
            </a:extLst>
          </p:cNvPr>
          <p:cNvSpPr txBox="1"/>
          <p:nvPr/>
        </p:nvSpPr>
        <p:spPr>
          <a:xfrm>
            <a:off x="2928454" y="1326965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GET </a:t>
            </a:r>
            <a:r>
              <a:rPr lang="en" altLang="ko-KR" sz="1000" i="1"/>
              <a:t>mock-server:8080/status/200</a:t>
            </a:r>
            <a:endParaRPr kumimoji="1" lang="ko-KR" altLang="en-US" sz="1000" i="1"/>
          </a:p>
        </p:txBody>
      </p:sp>
      <p:cxnSp>
        <p:nvCxnSpPr>
          <p:cNvPr id="32" name="Straight Arrow Connector 81">
            <a:extLst>
              <a:ext uri="{FF2B5EF4-FFF2-40B4-BE49-F238E27FC236}">
                <a16:creationId xmlns:a16="http://schemas.microsoft.com/office/drawing/2014/main" id="{023970D5-C78D-D6C2-09E2-178350CAF966}"/>
              </a:ext>
            </a:extLst>
          </p:cNvPr>
          <p:cNvCxnSpPr>
            <a:cxnSpLocks/>
          </p:cNvCxnSpPr>
          <p:nvPr/>
        </p:nvCxnSpPr>
        <p:spPr>
          <a:xfrm>
            <a:off x="2346071" y="1941931"/>
            <a:ext cx="3378057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3" name="TextBox 32">
            <a:extLst>
              <a:ext uri="{FF2B5EF4-FFF2-40B4-BE49-F238E27FC236}">
                <a16:creationId xmlns:a16="http://schemas.microsoft.com/office/drawing/2014/main" id="{910B15DD-2052-BEF9-9252-A656EDFC1037}"/>
              </a:ext>
            </a:extLst>
          </p:cNvPr>
          <p:cNvSpPr txBox="1"/>
          <p:nvPr/>
        </p:nvSpPr>
        <p:spPr>
          <a:xfrm>
            <a:off x="2928454" y="1695710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GET </a:t>
            </a:r>
            <a:r>
              <a:rPr lang="en" altLang="ko-KR" sz="1000" i="1"/>
              <a:t>mock-server:8080/status/200</a:t>
            </a:r>
            <a:endParaRPr kumimoji="1" lang="ko-KR" altLang="en-US" sz="1000" i="1"/>
          </a:p>
        </p:txBody>
      </p:sp>
      <p:cxnSp>
        <p:nvCxnSpPr>
          <p:cNvPr id="36" name="Straight Arrow Connector 81">
            <a:extLst>
              <a:ext uri="{FF2B5EF4-FFF2-40B4-BE49-F238E27FC236}">
                <a16:creationId xmlns:a16="http://schemas.microsoft.com/office/drawing/2014/main" id="{E2BD90C4-6FA3-85AA-6601-6D881F4D8899}"/>
              </a:ext>
            </a:extLst>
          </p:cNvPr>
          <p:cNvCxnSpPr>
            <a:cxnSpLocks/>
          </p:cNvCxnSpPr>
          <p:nvPr/>
        </p:nvCxnSpPr>
        <p:spPr>
          <a:xfrm>
            <a:off x="2346071" y="2556223"/>
            <a:ext cx="3378057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7" name="TextBox 36">
            <a:extLst>
              <a:ext uri="{FF2B5EF4-FFF2-40B4-BE49-F238E27FC236}">
                <a16:creationId xmlns:a16="http://schemas.microsoft.com/office/drawing/2014/main" id="{CC0F0CAC-4E10-0730-9D35-86FE499431A2}"/>
              </a:ext>
            </a:extLst>
          </p:cNvPr>
          <p:cNvSpPr txBox="1"/>
          <p:nvPr/>
        </p:nvSpPr>
        <p:spPr>
          <a:xfrm>
            <a:off x="2928454" y="2310002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GET </a:t>
            </a:r>
            <a:r>
              <a:rPr lang="en" altLang="ko-KR" sz="1000" i="1"/>
              <a:t>mock-server:8080/status/200</a:t>
            </a:r>
            <a:endParaRPr kumimoji="1" lang="ko-KR" altLang="en-US" sz="1000" i="1"/>
          </a:p>
        </p:txBody>
      </p:sp>
      <p:cxnSp>
        <p:nvCxnSpPr>
          <p:cNvPr id="42" name="Straight Arrow Connector 81">
            <a:extLst>
              <a:ext uri="{FF2B5EF4-FFF2-40B4-BE49-F238E27FC236}">
                <a16:creationId xmlns:a16="http://schemas.microsoft.com/office/drawing/2014/main" id="{56767916-D7C5-C652-446F-40D2F32F2173}"/>
              </a:ext>
            </a:extLst>
          </p:cNvPr>
          <p:cNvCxnSpPr>
            <a:cxnSpLocks/>
          </p:cNvCxnSpPr>
          <p:nvPr/>
        </p:nvCxnSpPr>
        <p:spPr>
          <a:xfrm>
            <a:off x="2346071" y="2925813"/>
            <a:ext cx="3378057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3" name="TextBox 42">
            <a:extLst>
              <a:ext uri="{FF2B5EF4-FFF2-40B4-BE49-F238E27FC236}">
                <a16:creationId xmlns:a16="http://schemas.microsoft.com/office/drawing/2014/main" id="{AFD49711-4B8B-754F-959E-8D170846BBE5}"/>
              </a:ext>
            </a:extLst>
          </p:cNvPr>
          <p:cNvSpPr txBox="1"/>
          <p:nvPr/>
        </p:nvSpPr>
        <p:spPr>
          <a:xfrm>
            <a:off x="2928454" y="2679592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GET </a:t>
            </a:r>
            <a:r>
              <a:rPr lang="en" altLang="ko-KR" sz="1000" i="1"/>
              <a:t>mock-server:8080/status/200</a:t>
            </a:r>
            <a:endParaRPr kumimoji="1" lang="ko-KR" altLang="en-US" sz="1000" i="1"/>
          </a:p>
        </p:txBody>
      </p:sp>
      <p:cxnSp>
        <p:nvCxnSpPr>
          <p:cNvPr id="46" name="Straight Arrow Connector 81">
            <a:extLst>
              <a:ext uri="{FF2B5EF4-FFF2-40B4-BE49-F238E27FC236}">
                <a16:creationId xmlns:a16="http://schemas.microsoft.com/office/drawing/2014/main" id="{D6AF04DA-4B5F-69E3-8EDC-EA3396635B0A}"/>
              </a:ext>
            </a:extLst>
          </p:cNvPr>
          <p:cNvCxnSpPr>
            <a:cxnSpLocks/>
          </p:cNvCxnSpPr>
          <p:nvPr/>
        </p:nvCxnSpPr>
        <p:spPr>
          <a:xfrm>
            <a:off x="2346071" y="3294558"/>
            <a:ext cx="569745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7" name="TextBox 46">
            <a:extLst>
              <a:ext uri="{FF2B5EF4-FFF2-40B4-BE49-F238E27FC236}">
                <a16:creationId xmlns:a16="http://schemas.microsoft.com/office/drawing/2014/main" id="{B3D2600B-C90C-C4F9-6229-1D80606E0558}"/>
              </a:ext>
            </a:extLst>
          </p:cNvPr>
          <p:cNvSpPr txBox="1"/>
          <p:nvPr/>
        </p:nvSpPr>
        <p:spPr>
          <a:xfrm>
            <a:off x="2928454" y="3048337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GET </a:t>
            </a:r>
            <a:r>
              <a:rPr lang="en" altLang="ko-KR" sz="1000" i="1"/>
              <a:t>mock-server:8080/status/200</a:t>
            </a:r>
            <a:endParaRPr kumimoji="1" lang="ko-KR" altLang="en-US" sz="1000" i="1"/>
          </a:p>
        </p:txBody>
      </p:sp>
      <p:cxnSp>
        <p:nvCxnSpPr>
          <p:cNvPr id="51" name="Straight Arrow Connector 81">
            <a:extLst>
              <a:ext uri="{FF2B5EF4-FFF2-40B4-BE49-F238E27FC236}">
                <a16:creationId xmlns:a16="http://schemas.microsoft.com/office/drawing/2014/main" id="{2DAB456F-528B-79E3-59DD-87BA591D035C}"/>
              </a:ext>
            </a:extLst>
          </p:cNvPr>
          <p:cNvCxnSpPr>
            <a:cxnSpLocks/>
          </p:cNvCxnSpPr>
          <p:nvPr/>
        </p:nvCxnSpPr>
        <p:spPr>
          <a:xfrm>
            <a:off x="2346071" y="3909523"/>
            <a:ext cx="569745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2" name="TextBox 51">
            <a:extLst>
              <a:ext uri="{FF2B5EF4-FFF2-40B4-BE49-F238E27FC236}">
                <a16:creationId xmlns:a16="http://schemas.microsoft.com/office/drawing/2014/main" id="{FF6EBBD6-CC4F-5F7E-AC3A-431DAC1C10A0}"/>
              </a:ext>
            </a:extLst>
          </p:cNvPr>
          <p:cNvSpPr txBox="1"/>
          <p:nvPr/>
        </p:nvSpPr>
        <p:spPr>
          <a:xfrm>
            <a:off x="2928454" y="3663302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GET </a:t>
            </a:r>
            <a:r>
              <a:rPr lang="en" altLang="ko-KR" sz="1000" i="1"/>
              <a:t>mock-server:8080/status/200</a:t>
            </a:r>
            <a:endParaRPr kumimoji="1" lang="ko-KR" altLang="en-US" sz="1000" i="1"/>
          </a:p>
        </p:txBody>
      </p:sp>
      <p:sp>
        <p:nvSpPr>
          <p:cNvPr id="3" name="호 2">
            <a:extLst>
              <a:ext uri="{FF2B5EF4-FFF2-40B4-BE49-F238E27FC236}">
                <a16:creationId xmlns:a16="http://schemas.microsoft.com/office/drawing/2014/main" id="{5CE7404B-5D57-89A6-B43C-D38A5C9F73CC}"/>
              </a:ext>
            </a:extLst>
          </p:cNvPr>
          <p:cNvSpPr/>
          <p:nvPr/>
        </p:nvSpPr>
        <p:spPr>
          <a:xfrm>
            <a:off x="6168329" y="1199086"/>
            <a:ext cx="276349" cy="741998"/>
          </a:xfrm>
          <a:prstGeom prst="arc">
            <a:avLst>
              <a:gd name="adj1" fmla="val 16200000"/>
              <a:gd name="adj2" fmla="val 5412057"/>
            </a:avLst>
          </a:prstGeom>
          <a:ln>
            <a:solidFill>
              <a:schemeClr val="tx1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F5DB4F46-CD50-EC84-04A5-649A77E56CB5}"/>
              </a:ext>
            </a:extLst>
          </p:cNvPr>
          <p:cNvSpPr txBox="1"/>
          <p:nvPr/>
        </p:nvSpPr>
        <p:spPr>
          <a:xfrm>
            <a:off x="6337278" y="1449489"/>
            <a:ext cx="689798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ko-KR" sz="1000" i="1"/>
              <a:t>3times</a:t>
            </a:r>
            <a:endParaRPr kumimoji="1" lang="ko-KR" altLang="en-US" sz="1000" i="1"/>
          </a:p>
        </p:txBody>
      </p:sp>
      <p:sp>
        <p:nvSpPr>
          <p:cNvPr id="10" name="호 9">
            <a:extLst>
              <a:ext uri="{FF2B5EF4-FFF2-40B4-BE49-F238E27FC236}">
                <a16:creationId xmlns:a16="http://schemas.microsoft.com/office/drawing/2014/main" id="{952A7466-22B2-43F9-51EB-8FBCC88C7604}"/>
              </a:ext>
            </a:extLst>
          </p:cNvPr>
          <p:cNvSpPr/>
          <p:nvPr/>
        </p:nvSpPr>
        <p:spPr>
          <a:xfrm>
            <a:off x="6168329" y="2551713"/>
            <a:ext cx="291216" cy="740118"/>
          </a:xfrm>
          <a:prstGeom prst="arc">
            <a:avLst>
              <a:gd name="adj1" fmla="val 16200000"/>
              <a:gd name="adj2" fmla="val 5412057"/>
            </a:avLst>
          </a:prstGeom>
          <a:ln>
            <a:solidFill>
              <a:schemeClr val="tx1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26733D18-4D2E-E70E-BE16-188B0B70AE91}"/>
              </a:ext>
            </a:extLst>
          </p:cNvPr>
          <p:cNvSpPr txBox="1"/>
          <p:nvPr/>
        </p:nvSpPr>
        <p:spPr>
          <a:xfrm>
            <a:off x="6337278" y="2802116"/>
            <a:ext cx="689798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ko-KR" sz="1000" i="1"/>
              <a:t>3times</a:t>
            </a:r>
            <a:endParaRPr kumimoji="1" lang="ko-KR" altLang="en-US" sz="1000" i="1"/>
          </a:p>
        </p:txBody>
      </p:sp>
    </p:spTree>
    <p:extLst>
      <p:ext uri="{BB962C8B-B14F-4D97-AF65-F5344CB8AC3E}">
        <p14:creationId xmlns:p14="http://schemas.microsoft.com/office/powerpoint/2010/main" val="3473888967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9F9A73E-73FE-5BA7-3FF7-FB348C83864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사각형: 둥근 모서리 29">
            <a:extLst>
              <a:ext uri="{FF2B5EF4-FFF2-40B4-BE49-F238E27FC236}">
                <a16:creationId xmlns:a16="http://schemas.microsoft.com/office/drawing/2014/main" id="{5BE7D0D8-4636-0B05-5D3F-37FF85D6F93A}"/>
              </a:ext>
            </a:extLst>
          </p:cNvPr>
          <p:cNvSpPr/>
          <p:nvPr/>
        </p:nvSpPr>
        <p:spPr>
          <a:xfrm>
            <a:off x="1763688" y="411510"/>
            <a:ext cx="1164765" cy="657290"/>
          </a:xfrm>
          <a:prstGeom prst="roundRect">
            <a:avLst>
              <a:gd name="adj" fmla="val 1737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shell</a:t>
            </a:r>
          </a:p>
          <a:p>
            <a:pPr algn="ctr"/>
            <a:r>
              <a:rPr lang="en-US" altLang="ko-KR" sz="1000"/>
              <a:t>Pod</a:t>
            </a:r>
            <a:endParaRPr lang="ko-KR" altLang="en-US" sz="1000"/>
          </a:p>
        </p:txBody>
      </p:sp>
      <p:sp>
        <p:nvSpPr>
          <p:cNvPr id="5" name="사각형: 둥근 모서리 29">
            <a:extLst>
              <a:ext uri="{FF2B5EF4-FFF2-40B4-BE49-F238E27FC236}">
                <a16:creationId xmlns:a16="http://schemas.microsoft.com/office/drawing/2014/main" id="{886A6A67-D264-3F23-31A6-414392DEA9D8}"/>
              </a:ext>
            </a:extLst>
          </p:cNvPr>
          <p:cNvSpPr/>
          <p:nvPr/>
        </p:nvSpPr>
        <p:spPr>
          <a:xfrm>
            <a:off x="5724128" y="411510"/>
            <a:ext cx="1164765" cy="657290"/>
          </a:xfrm>
          <a:prstGeom prst="roundRect">
            <a:avLst>
              <a:gd name="adj" fmla="val 1737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mock-server</a:t>
            </a:r>
          </a:p>
          <a:p>
            <a:pPr algn="ctr"/>
            <a:r>
              <a:rPr lang="en-US" altLang="ko-KR" sz="1000"/>
              <a:t>Pod with </a:t>
            </a:r>
            <a:r>
              <a:rPr lang="en-US" altLang="ko-KR" sz="1000" b="1"/>
              <a:t>iptables RESET</a:t>
            </a:r>
            <a:endParaRPr lang="ko-KR" altLang="en-US" sz="1000" b="1"/>
          </a:p>
        </p:txBody>
      </p:sp>
      <p:cxnSp>
        <p:nvCxnSpPr>
          <p:cNvPr id="8" name="Straight Arrow Connector 81">
            <a:extLst>
              <a:ext uri="{FF2B5EF4-FFF2-40B4-BE49-F238E27FC236}">
                <a16:creationId xmlns:a16="http://schemas.microsoft.com/office/drawing/2014/main" id="{64808149-04D8-DEA2-EC3B-04D892E65946}"/>
              </a:ext>
            </a:extLst>
          </p:cNvPr>
          <p:cNvCxnSpPr>
            <a:cxnSpLocks/>
            <a:stCxn id="5" idx="2"/>
          </p:cNvCxnSpPr>
          <p:nvPr/>
        </p:nvCxnSpPr>
        <p:spPr>
          <a:xfrm>
            <a:off x="6306511" y="1068800"/>
            <a:ext cx="0" cy="3375158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" name="Straight Arrow Connector 81">
            <a:extLst>
              <a:ext uri="{FF2B5EF4-FFF2-40B4-BE49-F238E27FC236}">
                <a16:creationId xmlns:a16="http://schemas.microsoft.com/office/drawing/2014/main" id="{6156D552-D0C4-BA17-904A-195A13C6AD63}"/>
              </a:ext>
            </a:extLst>
          </p:cNvPr>
          <p:cNvCxnSpPr>
            <a:cxnSpLocks/>
            <a:stCxn id="4" idx="2"/>
          </p:cNvCxnSpPr>
          <p:nvPr/>
        </p:nvCxnSpPr>
        <p:spPr>
          <a:xfrm>
            <a:off x="2346071" y="1068800"/>
            <a:ext cx="0" cy="3375158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Straight Arrow Connector 81">
            <a:extLst>
              <a:ext uri="{FF2B5EF4-FFF2-40B4-BE49-F238E27FC236}">
                <a16:creationId xmlns:a16="http://schemas.microsoft.com/office/drawing/2014/main" id="{A26C3407-149D-D888-E421-898096A9EE2D}"/>
              </a:ext>
            </a:extLst>
          </p:cNvPr>
          <p:cNvCxnSpPr>
            <a:cxnSpLocks/>
          </p:cNvCxnSpPr>
          <p:nvPr/>
        </p:nvCxnSpPr>
        <p:spPr>
          <a:xfrm>
            <a:off x="2346071" y="1203596"/>
            <a:ext cx="3960440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TextBox 19">
            <a:extLst>
              <a:ext uri="{FF2B5EF4-FFF2-40B4-BE49-F238E27FC236}">
                <a16:creationId xmlns:a16="http://schemas.microsoft.com/office/drawing/2014/main" id="{676B0C52-4066-3813-5D87-91C9F0EEC832}"/>
              </a:ext>
            </a:extLst>
          </p:cNvPr>
          <p:cNvSpPr txBox="1"/>
          <p:nvPr/>
        </p:nvSpPr>
        <p:spPr>
          <a:xfrm>
            <a:off x="2928454" y="957375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GET </a:t>
            </a:r>
            <a:r>
              <a:rPr lang="en" altLang="ko-KR" sz="1000" i="1"/>
              <a:t>mock-server:8080/status/200</a:t>
            </a:r>
            <a:endParaRPr kumimoji="1" lang="ko-KR" altLang="en-US" sz="1000" i="1"/>
          </a:p>
        </p:txBody>
      </p:sp>
      <p:sp>
        <p:nvSpPr>
          <p:cNvPr id="13" name="호 12">
            <a:extLst>
              <a:ext uri="{FF2B5EF4-FFF2-40B4-BE49-F238E27FC236}">
                <a16:creationId xmlns:a16="http://schemas.microsoft.com/office/drawing/2014/main" id="{F0A0BAC2-5777-8091-4424-8FC88B9D9EC0}"/>
              </a:ext>
            </a:extLst>
          </p:cNvPr>
          <p:cNvSpPr/>
          <p:nvPr/>
        </p:nvSpPr>
        <p:spPr>
          <a:xfrm>
            <a:off x="6168329" y="1199086"/>
            <a:ext cx="276349" cy="741998"/>
          </a:xfrm>
          <a:prstGeom prst="arc">
            <a:avLst>
              <a:gd name="adj1" fmla="val 16200000"/>
              <a:gd name="adj2" fmla="val 5412057"/>
            </a:avLst>
          </a:prstGeom>
          <a:ln>
            <a:solidFill>
              <a:schemeClr val="tx1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9337D8D1-997F-09F8-6A16-636971CBF7F2}"/>
              </a:ext>
            </a:extLst>
          </p:cNvPr>
          <p:cNvSpPr txBox="1"/>
          <p:nvPr/>
        </p:nvSpPr>
        <p:spPr>
          <a:xfrm>
            <a:off x="6337278" y="1449489"/>
            <a:ext cx="689798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ko-KR" sz="1000" i="1"/>
              <a:t>3times</a:t>
            </a:r>
            <a:endParaRPr kumimoji="1" lang="ko-KR" altLang="en-US" sz="1000" i="1"/>
          </a:p>
        </p:txBody>
      </p:sp>
      <p:cxnSp>
        <p:nvCxnSpPr>
          <p:cNvPr id="7" name="Straight Arrow Connector 81">
            <a:extLst>
              <a:ext uri="{FF2B5EF4-FFF2-40B4-BE49-F238E27FC236}">
                <a16:creationId xmlns:a16="http://schemas.microsoft.com/office/drawing/2014/main" id="{5DE40EA3-DF6B-0191-80E9-BE2747FB2D12}"/>
              </a:ext>
            </a:extLst>
          </p:cNvPr>
          <p:cNvCxnSpPr>
            <a:cxnSpLocks/>
          </p:cNvCxnSpPr>
          <p:nvPr/>
        </p:nvCxnSpPr>
        <p:spPr>
          <a:xfrm>
            <a:off x="2346071" y="1264859"/>
            <a:ext cx="3960440" cy="0"/>
          </a:xfrm>
          <a:prstGeom prst="straightConnector1">
            <a:avLst/>
          </a:prstGeom>
          <a:ln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TextBox 8">
            <a:extLst>
              <a:ext uri="{FF2B5EF4-FFF2-40B4-BE49-F238E27FC236}">
                <a16:creationId xmlns:a16="http://schemas.microsoft.com/office/drawing/2014/main" id="{6F9FF146-0694-CEA1-A64E-E92C3A5F7C60}"/>
              </a:ext>
            </a:extLst>
          </p:cNvPr>
          <p:cNvSpPr txBox="1"/>
          <p:nvPr/>
        </p:nvSpPr>
        <p:spPr>
          <a:xfrm>
            <a:off x="2928454" y="1264858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kumimoji="1" lang="en-US" altLang="ko-KR" sz="1000" i="1"/>
              <a:t>TCP RST</a:t>
            </a:r>
            <a:endParaRPr kumimoji="1" lang="ko-KR" altLang="en-US" sz="1000" i="1"/>
          </a:p>
        </p:txBody>
      </p:sp>
      <p:cxnSp>
        <p:nvCxnSpPr>
          <p:cNvPr id="12" name="Straight Arrow Connector 81">
            <a:extLst>
              <a:ext uri="{FF2B5EF4-FFF2-40B4-BE49-F238E27FC236}">
                <a16:creationId xmlns:a16="http://schemas.microsoft.com/office/drawing/2014/main" id="{2992506D-7897-F2C8-7519-B5567396B20B}"/>
              </a:ext>
            </a:extLst>
          </p:cNvPr>
          <p:cNvCxnSpPr>
            <a:cxnSpLocks/>
          </p:cNvCxnSpPr>
          <p:nvPr/>
        </p:nvCxnSpPr>
        <p:spPr>
          <a:xfrm>
            <a:off x="2346071" y="1573186"/>
            <a:ext cx="3960440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TextBox 20">
            <a:extLst>
              <a:ext uri="{FF2B5EF4-FFF2-40B4-BE49-F238E27FC236}">
                <a16:creationId xmlns:a16="http://schemas.microsoft.com/office/drawing/2014/main" id="{072C3AB6-5BB0-1727-7AA1-52F0C49C8F2A}"/>
              </a:ext>
            </a:extLst>
          </p:cNvPr>
          <p:cNvSpPr txBox="1"/>
          <p:nvPr/>
        </p:nvSpPr>
        <p:spPr>
          <a:xfrm>
            <a:off x="2928454" y="1326965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GET </a:t>
            </a:r>
            <a:r>
              <a:rPr lang="en" altLang="ko-KR" sz="1000" i="1"/>
              <a:t>mock-server:8080/status/200</a:t>
            </a:r>
            <a:endParaRPr kumimoji="1" lang="ko-KR" altLang="en-US" sz="1000" i="1"/>
          </a:p>
        </p:txBody>
      </p:sp>
      <p:cxnSp>
        <p:nvCxnSpPr>
          <p:cNvPr id="23" name="Straight Arrow Connector 81">
            <a:extLst>
              <a:ext uri="{FF2B5EF4-FFF2-40B4-BE49-F238E27FC236}">
                <a16:creationId xmlns:a16="http://schemas.microsoft.com/office/drawing/2014/main" id="{372A8501-D0FE-E83B-8C44-9AD5A79E3353}"/>
              </a:ext>
            </a:extLst>
          </p:cNvPr>
          <p:cNvCxnSpPr>
            <a:cxnSpLocks/>
          </p:cNvCxnSpPr>
          <p:nvPr/>
        </p:nvCxnSpPr>
        <p:spPr>
          <a:xfrm>
            <a:off x="2346071" y="1634449"/>
            <a:ext cx="3960440" cy="0"/>
          </a:xfrm>
          <a:prstGeom prst="straightConnector1">
            <a:avLst/>
          </a:prstGeom>
          <a:ln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TextBox 23">
            <a:extLst>
              <a:ext uri="{FF2B5EF4-FFF2-40B4-BE49-F238E27FC236}">
                <a16:creationId xmlns:a16="http://schemas.microsoft.com/office/drawing/2014/main" id="{3DA67E6F-9C93-E1D5-25E2-B4EE6E14F39E}"/>
              </a:ext>
            </a:extLst>
          </p:cNvPr>
          <p:cNvSpPr txBox="1"/>
          <p:nvPr/>
        </p:nvSpPr>
        <p:spPr>
          <a:xfrm>
            <a:off x="2928454" y="1634448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kumimoji="1" lang="en-US" altLang="ko-KR" sz="1000" i="1"/>
              <a:t>TCP RST</a:t>
            </a:r>
            <a:endParaRPr kumimoji="1" lang="ko-KR" altLang="en-US" sz="1000" i="1"/>
          </a:p>
        </p:txBody>
      </p:sp>
      <p:cxnSp>
        <p:nvCxnSpPr>
          <p:cNvPr id="32" name="Straight Arrow Connector 81">
            <a:extLst>
              <a:ext uri="{FF2B5EF4-FFF2-40B4-BE49-F238E27FC236}">
                <a16:creationId xmlns:a16="http://schemas.microsoft.com/office/drawing/2014/main" id="{F86BCD9C-91D1-30BB-1857-D55A38C17393}"/>
              </a:ext>
            </a:extLst>
          </p:cNvPr>
          <p:cNvCxnSpPr>
            <a:cxnSpLocks/>
          </p:cNvCxnSpPr>
          <p:nvPr/>
        </p:nvCxnSpPr>
        <p:spPr>
          <a:xfrm>
            <a:off x="2346071" y="1941931"/>
            <a:ext cx="3960440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3" name="TextBox 32">
            <a:extLst>
              <a:ext uri="{FF2B5EF4-FFF2-40B4-BE49-F238E27FC236}">
                <a16:creationId xmlns:a16="http://schemas.microsoft.com/office/drawing/2014/main" id="{AE0B1EA9-0B30-A43C-CBEF-3571B52D8B9E}"/>
              </a:ext>
            </a:extLst>
          </p:cNvPr>
          <p:cNvSpPr txBox="1"/>
          <p:nvPr/>
        </p:nvSpPr>
        <p:spPr>
          <a:xfrm>
            <a:off x="2928454" y="1695710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GET </a:t>
            </a:r>
            <a:r>
              <a:rPr lang="en" altLang="ko-KR" sz="1000" i="1"/>
              <a:t>mock-server:8080/status/200</a:t>
            </a:r>
            <a:endParaRPr kumimoji="1" lang="ko-KR" altLang="en-US" sz="1000" i="1"/>
          </a:p>
        </p:txBody>
      </p:sp>
      <p:cxnSp>
        <p:nvCxnSpPr>
          <p:cNvPr id="34" name="Straight Arrow Connector 81">
            <a:extLst>
              <a:ext uri="{FF2B5EF4-FFF2-40B4-BE49-F238E27FC236}">
                <a16:creationId xmlns:a16="http://schemas.microsoft.com/office/drawing/2014/main" id="{054BDD6E-2FA4-3DBC-0BAD-4283BAADD2D9}"/>
              </a:ext>
            </a:extLst>
          </p:cNvPr>
          <p:cNvCxnSpPr>
            <a:cxnSpLocks/>
          </p:cNvCxnSpPr>
          <p:nvPr/>
        </p:nvCxnSpPr>
        <p:spPr>
          <a:xfrm>
            <a:off x="2346071" y="2003194"/>
            <a:ext cx="3960440" cy="0"/>
          </a:xfrm>
          <a:prstGeom prst="straightConnector1">
            <a:avLst/>
          </a:prstGeom>
          <a:ln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5" name="TextBox 34">
            <a:extLst>
              <a:ext uri="{FF2B5EF4-FFF2-40B4-BE49-F238E27FC236}">
                <a16:creationId xmlns:a16="http://schemas.microsoft.com/office/drawing/2014/main" id="{44B017BC-991C-AD65-1904-5C6F0CDF9545}"/>
              </a:ext>
            </a:extLst>
          </p:cNvPr>
          <p:cNvSpPr txBox="1"/>
          <p:nvPr/>
        </p:nvSpPr>
        <p:spPr>
          <a:xfrm>
            <a:off x="2928454" y="2003193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kumimoji="1" lang="en-US" altLang="ko-KR" sz="1000" i="1"/>
              <a:t>TCP RST</a:t>
            </a:r>
            <a:endParaRPr kumimoji="1" lang="ko-KR" altLang="en-US" sz="1000" i="1"/>
          </a:p>
        </p:txBody>
      </p:sp>
      <p:cxnSp>
        <p:nvCxnSpPr>
          <p:cNvPr id="36" name="Straight Arrow Connector 81">
            <a:extLst>
              <a:ext uri="{FF2B5EF4-FFF2-40B4-BE49-F238E27FC236}">
                <a16:creationId xmlns:a16="http://schemas.microsoft.com/office/drawing/2014/main" id="{6F5FEACF-3ACA-03D5-70C7-19EA84058C6D}"/>
              </a:ext>
            </a:extLst>
          </p:cNvPr>
          <p:cNvCxnSpPr>
            <a:cxnSpLocks/>
          </p:cNvCxnSpPr>
          <p:nvPr/>
        </p:nvCxnSpPr>
        <p:spPr>
          <a:xfrm>
            <a:off x="2346071" y="2556223"/>
            <a:ext cx="3960440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7" name="TextBox 36">
            <a:extLst>
              <a:ext uri="{FF2B5EF4-FFF2-40B4-BE49-F238E27FC236}">
                <a16:creationId xmlns:a16="http://schemas.microsoft.com/office/drawing/2014/main" id="{DD535CE9-4DE8-633D-6DAD-11553F4247D8}"/>
              </a:ext>
            </a:extLst>
          </p:cNvPr>
          <p:cNvSpPr txBox="1"/>
          <p:nvPr/>
        </p:nvSpPr>
        <p:spPr>
          <a:xfrm>
            <a:off x="2928454" y="2310002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GET </a:t>
            </a:r>
            <a:r>
              <a:rPr lang="en" altLang="ko-KR" sz="1000" i="1"/>
              <a:t>mock-server:8080/status/200</a:t>
            </a:r>
            <a:endParaRPr kumimoji="1" lang="ko-KR" altLang="en-US" sz="1000" i="1"/>
          </a:p>
        </p:txBody>
      </p:sp>
      <p:sp>
        <p:nvSpPr>
          <p:cNvPr id="38" name="호 37">
            <a:extLst>
              <a:ext uri="{FF2B5EF4-FFF2-40B4-BE49-F238E27FC236}">
                <a16:creationId xmlns:a16="http://schemas.microsoft.com/office/drawing/2014/main" id="{67892C83-169A-B2BE-3A5B-48806F9346F0}"/>
              </a:ext>
            </a:extLst>
          </p:cNvPr>
          <p:cNvSpPr/>
          <p:nvPr/>
        </p:nvSpPr>
        <p:spPr>
          <a:xfrm>
            <a:off x="6168329" y="2551713"/>
            <a:ext cx="291216" cy="740118"/>
          </a:xfrm>
          <a:prstGeom prst="arc">
            <a:avLst>
              <a:gd name="adj1" fmla="val 16200000"/>
              <a:gd name="adj2" fmla="val 5412057"/>
            </a:avLst>
          </a:prstGeom>
          <a:ln>
            <a:solidFill>
              <a:schemeClr val="tx1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70B56C59-29F0-AC52-F99C-0BB709255BFE}"/>
              </a:ext>
            </a:extLst>
          </p:cNvPr>
          <p:cNvSpPr txBox="1"/>
          <p:nvPr/>
        </p:nvSpPr>
        <p:spPr>
          <a:xfrm>
            <a:off x="6337278" y="2802116"/>
            <a:ext cx="689798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ko-KR" sz="1000" i="1"/>
              <a:t>3times</a:t>
            </a:r>
            <a:endParaRPr kumimoji="1" lang="ko-KR" altLang="en-US" sz="1000" i="1"/>
          </a:p>
        </p:txBody>
      </p:sp>
      <p:cxnSp>
        <p:nvCxnSpPr>
          <p:cNvPr id="40" name="Straight Arrow Connector 81">
            <a:extLst>
              <a:ext uri="{FF2B5EF4-FFF2-40B4-BE49-F238E27FC236}">
                <a16:creationId xmlns:a16="http://schemas.microsoft.com/office/drawing/2014/main" id="{CB047370-A1D1-79FB-507A-A4DFDBDB48D9}"/>
              </a:ext>
            </a:extLst>
          </p:cNvPr>
          <p:cNvCxnSpPr>
            <a:cxnSpLocks/>
          </p:cNvCxnSpPr>
          <p:nvPr/>
        </p:nvCxnSpPr>
        <p:spPr>
          <a:xfrm>
            <a:off x="2346071" y="2617486"/>
            <a:ext cx="3960440" cy="0"/>
          </a:xfrm>
          <a:prstGeom prst="straightConnector1">
            <a:avLst/>
          </a:prstGeom>
          <a:ln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1" name="TextBox 40">
            <a:extLst>
              <a:ext uri="{FF2B5EF4-FFF2-40B4-BE49-F238E27FC236}">
                <a16:creationId xmlns:a16="http://schemas.microsoft.com/office/drawing/2014/main" id="{3B2D9504-C38D-1FFF-0E5E-268413E94871}"/>
              </a:ext>
            </a:extLst>
          </p:cNvPr>
          <p:cNvSpPr txBox="1"/>
          <p:nvPr/>
        </p:nvSpPr>
        <p:spPr>
          <a:xfrm>
            <a:off x="2928454" y="2617485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kumimoji="1" lang="en-US" altLang="ko-KR" sz="1000" i="1"/>
              <a:t>TCP RST</a:t>
            </a:r>
            <a:endParaRPr kumimoji="1" lang="ko-KR" altLang="en-US" sz="1000" i="1"/>
          </a:p>
        </p:txBody>
      </p:sp>
      <p:cxnSp>
        <p:nvCxnSpPr>
          <p:cNvPr id="42" name="Straight Arrow Connector 81">
            <a:extLst>
              <a:ext uri="{FF2B5EF4-FFF2-40B4-BE49-F238E27FC236}">
                <a16:creationId xmlns:a16="http://schemas.microsoft.com/office/drawing/2014/main" id="{3E1C0C04-F759-A99B-8B4E-04DBBFDAB212}"/>
              </a:ext>
            </a:extLst>
          </p:cNvPr>
          <p:cNvCxnSpPr>
            <a:cxnSpLocks/>
          </p:cNvCxnSpPr>
          <p:nvPr/>
        </p:nvCxnSpPr>
        <p:spPr>
          <a:xfrm>
            <a:off x="2346071" y="2925813"/>
            <a:ext cx="3960440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3" name="TextBox 42">
            <a:extLst>
              <a:ext uri="{FF2B5EF4-FFF2-40B4-BE49-F238E27FC236}">
                <a16:creationId xmlns:a16="http://schemas.microsoft.com/office/drawing/2014/main" id="{CE1298CA-2A75-1EBE-8141-3F011DEEE8F8}"/>
              </a:ext>
            </a:extLst>
          </p:cNvPr>
          <p:cNvSpPr txBox="1"/>
          <p:nvPr/>
        </p:nvSpPr>
        <p:spPr>
          <a:xfrm>
            <a:off x="2928454" y="2679592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GET </a:t>
            </a:r>
            <a:r>
              <a:rPr lang="en" altLang="ko-KR" sz="1000" i="1"/>
              <a:t>mock-server:8080/status/200</a:t>
            </a:r>
            <a:endParaRPr kumimoji="1" lang="ko-KR" altLang="en-US" sz="1000" i="1"/>
          </a:p>
        </p:txBody>
      </p:sp>
      <p:cxnSp>
        <p:nvCxnSpPr>
          <p:cNvPr id="44" name="Straight Arrow Connector 81">
            <a:extLst>
              <a:ext uri="{FF2B5EF4-FFF2-40B4-BE49-F238E27FC236}">
                <a16:creationId xmlns:a16="http://schemas.microsoft.com/office/drawing/2014/main" id="{6DDF2384-9065-5A99-C22E-0E78EDC8ABAB}"/>
              </a:ext>
            </a:extLst>
          </p:cNvPr>
          <p:cNvCxnSpPr>
            <a:cxnSpLocks/>
          </p:cNvCxnSpPr>
          <p:nvPr/>
        </p:nvCxnSpPr>
        <p:spPr>
          <a:xfrm>
            <a:off x="2346071" y="2987076"/>
            <a:ext cx="3960440" cy="0"/>
          </a:xfrm>
          <a:prstGeom prst="straightConnector1">
            <a:avLst/>
          </a:prstGeom>
          <a:ln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5" name="TextBox 44">
            <a:extLst>
              <a:ext uri="{FF2B5EF4-FFF2-40B4-BE49-F238E27FC236}">
                <a16:creationId xmlns:a16="http://schemas.microsoft.com/office/drawing/2014/main" id="{DDBBF713-7DDE-DA4F-2CE3-4BC4CC5698CD}"/>
              </a:ext>
            </a:extLst>
          </p:cNvPr>
          <p:cNvSpPr txBox="1"/>
          <p:nvPr/>
        </p:nvSpPr>
        <p:spPr>
          <a:xfrm>
            <a:off x="2928454" y="2987075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kumimoji="1" lang="en-US" altLang="ko-KR" sz="1000" i="1"/>
              <a:t>TCP RST</a:t>
            </a:r>
            <a:endParaRPr kumimoji="1" lang="ko-KR" altLang="en-US" sz="1000" i="1"/>
          </a:p>
        </p:txBody>
      </p:sp>
      <p:cxnSp>
        <p:nvCxnSpPr>
          <p:cNvPr id="46" name="Straight Arrow Connector 81">
            <a:extLst>
              <a:ext uri="{FF2B5EF4-FFF2-40B4-BE49-F238E27FC236}">
                <a16:creationId xmlns:a16="http://schemas.microsoft.com/office/drawing/2014/main" id="{3AF615AF-39A5-3D3B-3ECA-E3E9D0CBD68B}"/>
              </a:ext>
            </a:extLst>
          </p:cNvPr>
          <p:cNvCxnSpPr>
            <a:cxnSpLocks/>
          </p:cNvCxnSpPr>
          <p:nvPr/>
        </p:nvCxnSpPr>
        <p:spPr>
          <a:xfrm>
            <a:off x="2346071" y="3294558"/>
            <a:ext cx="569745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7" name="TextBox 46">
            <a:extLst>
              <a:ext uri="{FF2B5EF4-FFF2-40B4-BE49-F238E27FC236}">
                <a16:creationId xmlns:a16="http://schemas.microsoft.com/office/drawing/2014/main" id="{53512A37-9C14-018B-32BE-5AB8F6B8874A}"/>
              </a:ext>
            </a:extLst>
          </p:cNvPr>
          <p:cNvSpPr txBox="1"/>
          <p:nvPr/>
        </p:nvSpPr>
        <p:spPr>
          <a:xfrm>
            <a:off x="2928454" y="3048337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GET </a:t>
            </a:r>
            <a:r>
              <a:rPr lang="en" altLang="ko-KR" sz="1000" i="1"/>
              <a:t>mock-server:8080/status/200</a:t>
            </a:r>
            <a:endParaRPr kumimoji="1" lang="ko-KR" altLang="en-US" sz="1000" i="1"/>
          </a:p>
        </p:txBody>
      </p:sp>
      <p:cxnSp>
        <p:nvCxnSpPr>
          <p:cNvPr id="51" name="Straight Arrow Connector 81">
            <a:extLst>
              <a:ext uri="{FF2B5EF4-FFF2-40B4-BE49-F238E27FC236}">
                <a16:creationId xmlns:a16="http://schemas.microsoft.com/office/drawing/2014/main" id="{5152A37B-C53B-F7AB-EFE0-16A2797D1541}"/>
              </a:ext>
            </a:extLst>
          </p:cNvPr>
          <p:cNvCxnSpPr>
            <a:cxnSpLocks/>
          </p:cNvCxnSpPr>
          <p:nvPr/>
        </p:nvCxnSpPr>
        <p:spPr>
          <a:xfrm>
            <a:off x="2346071" y="3909523"/>
            <a:ext cx="569745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2" name="TextBox 51">
            <a:extLst>
              <a:ext uri="{FF2B5EF4-FFF2-40B4-BE49-F238E27FC236}">
                <a16:creationId xmlns:a16="http://schemas.microsoft.com/office/drawing/2014/main" id="{6E009FED-1A2B-FE7E-FD11-453FA1BB225B}"/>
              </a:ext>
            </a:extLst>
          </p:cNvPr>
          <p:cNvSpPr txBox="1"/>
          <p:nvPr/>
        </p:nvSpPr>
        <p:spPr>
          <a:xfrm>
            <a:off x="2928454" y="3663302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GET </a:t>
            </a:r>
            <a:r>
              <a:rPr lang="en" altLang="ko-KR" sz="1000" i="1"/>
              <a:t>mock-server:8080/status/200</a:t>
            </a:r>
            <a:endParaRPr kumimoji="1" lang="ko-KR" altLang="en-US" sz="1000" i="1"/>
          </a:p>
        </p:txBody>
      </p:sp>
    </p:spTree>
    <p:extLst>
      <p:ext uri="{BB962C8B-B14F-4D97-AF65-F5344CB8AC3E}">
        <p14:creationId xmlns:p14="http://schemas.microsoft.com/office/powerpoint/2010/main" val="1494690530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AB47C03-8604-8855-A140-9F4EEE3F681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사각형: 둥근 모서리 29">
            <a:extLst>
              <a:ext uri="{FF2B5EF4-FFF2-40B4-BE49-F238E27FC236}">
                <a16:creationId xmlns:a16="http://schemas.microsoft.com/office/drawing/2014/main" id="{A3921287-DE4A-277B-2F43-EEF650BB928A}"/>
              </a:ext>
            </a:extLst>
          </p:cNvPr>
          <p:cNvSpPr/>
          <p:nvPr/>
        </p:nvSpPr>
        <p:spPr>
          <a:xfrm>
            <a:off x="1763688" y="411510"/>
            <a:ext cx="1164765" cy="657290"/>
          </a:xfrm>
          <a:prstGeom prst="roundRect">
            <a:avLst>
              <a:gd name="adj" fmla="val 1737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shell</a:t>
            </a:r>
          </a:p>
          <a:p>
            <a:pPr algn="ctr"/>
            <a:r>
              <a:rPr lang="en-US" altLang="ko-KR" sz="1000"/>
              <a:t>Pod</a:t>
            </a:r>
            <a:endParaRPr lang="ko-KR" altLang="en-US" sz="1000"/>
          </a:p>
        </p:txBody>
      </p:sp>
      <p:sp>
        <p:nvSpPr>
          <p:cNvPr id="5" name="사각형: 둥근 모서리 29">
            <a:extLst>
              <a:ext uri="{FF2B5EF4-FFF2-40B4-BE49-F238E27FC236}">
                <a16:creationId xmlns:a16="http://schemas.microsoft.com/office/drawing/2014/main" id="{7EA3AE83-9389-EE9B-C85F-EE90AE117C10}"/>
              </a:ext>
            </a:extLst>
          </p:cNvPr>
          <p:cNvSpPr/>
          <p:nvPr/>
        </p:nvSpPr>
        <p:spPr>
          <a:xfrm>
            <a:off x="5724128" y="411510"/>
            <a:ext cx="1164765" cy="657290"/>
          </a:xfrm>
          <a:prstGeom prst="roundRect">
            <a:avLst>
              <a:gd name="adj" fmla="val 1737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mock-server</a:t>
            </a:r>
          </a:p>
          <a:p>
            <a:pPr algn="ctr"/>
            <a:r>
              <a:rPr lang="en-US" altLang="ko-KR" sz="1000"/>
              <a:t>Pod</a:t>
            </a:r>
            <a:endParaRPr lang="ko-KR" altLang="en-US" sz="1000"/>
          </a:p>
        </p:txBody>
      </p:sp>
      <p:cxnSp>
        <p:nvCxnSpPr>
          <p:cNvPr id="8" name="Straight Arrow Connector 81">
            <a:extLst>
              <a:ext uri="{FF2B5EF4-FFF2-40B4-BE49-F238E27FC236}">
                <a16:creationId xmlns:a16="http://schemas.microsoft.com/office/drawing/2014/main" id="{C044EB1E-B38E-A148-6C44-5DD54E6FD97A}"/>
              </a:ext>
            </a:extLst>
          </p:cNvPr>
          <p:cNvCxnSpPr>
            <a:cxnSpLocks/>
            <a:stCxn id="5" idx="2"/>
          </p:cNvCxnSpPr>
          <p:nvPr/>
        </p:nvCxnSpPr>
        <p:spPr>
          <a:xfrm>
            <a:off x="6306511" y="1068800"/>
            <a:ext cx="0" cy="3375158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" name="Straight Arrow Connector 81">
            <a:extLst>
              <a:ext uri="{FF2B5EF4-FFF2-40B4-BE49-F238E27FC236}">
                <a16:creationId xmlns:a16="http://schemas.microsoft.com/office/drawing/2014/main" id="{FAA025F6-DCDA-96CC-E482-D8998BF4996D}"/>
              </a:ext>
            </a:extLst>
          </p:cNvPr>
          <p:cNvCxnSpPr>
            <a:cxnSpLocks/>
            <a:stCxn id="4" idx="2"/>
          </p:cNvCxnSpPr>
          <p:nvPr/>
        </p:nvCxnSpPr>
        <p:spPr>
          <a:xfrm>
            <a:off x="2346071" y="1068800"/>
            <a:ext cx="0" cy="3375158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Straight Arrow Connector 81">
            <a:extLst>
              <a:ext uri="{FF2B5EF4-FFF2-40B4-BE49-F238E27FC236}">
                <a16:creationId xmlns:a16="http://schemas.microsoft.com/office/drawing/2014/main" id="{C3910DC2-8FB1-966B-02B2-FCAA2292CAE5}"/>
              </a:ext>
            </a:extLst>
          </p:cNvPr>
          <p:cNvCxnSpPr>
            <a:cxnSpLocks/>
          </p:cNvCxnSpPr>
          <p:nvPr/>
        </p:nvCxnSpPr>
        <p:spPr>
          <a:xfrm>
            <a:off x="2346071" y="1203596"/>
            <a:ext cx="3960440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TextBox 19">
            <a:extLst>
              <a:ext uri="{FF2B5EF4-FFF2-40B4-BE49-F238E27FC236}">
                <a16:creationId xmlns:a16="http://schemas.microsoft.com/office/drawing/2014/main" id="{6BB569B8-566E-8A4B-3850-9862BCB57E1B}"/>
              </a:ext>
            </a:extLst>
          </p:cNvPr>
          <p:cNvSpPr txBox="1"/>
          <p:nvPr/>
        </p:nvSpPr>
        <p:spPr>
          <a:xfrm>
            <a:off x="2928454" y="957375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GET </a:t>
            </a:r>
            <a:r>
              <a:rPr lang="en" altLang="ko-KR" sz="1000" i="1"/>
              <a:t>mock-server:8080/status/200</a:t>
            </a:r>
            <a:endParaRPr kumimoji="1" lang="ko-KR" altLang="en-US" sz="1000" i="1"/>
          </a:p>
        </p:txBody>
      </p:sp>
      <p:sp>
        <p:nvSpPr>
          <p:cNvPr id="13" name="호 12">
            <a:extLst>
              <a:ext uri="{FF2B5EF4-FFF2-40B4-BE49-F238E27FC236}">
                <a16:creationId xmlns:a16="http://schemas.microsoft.com/office/drawing/2014/main" id="{63CB48C8-9AFC-1197-17E3-80EB9491D68F}"/>
              </a:ext>
            </a:extLst>
          </p:cNvPr>
          <p:cNvSpPr/>
          <p:nvPr/>
        </p:nvSpPr>
        <p:spPr>
          <a:xfrm>
            <a:off x="6168329" y="1199086"/>
            <a:ext cx="276349" cy="741998"/>
          </a:xfrm>
          <a:prstGeom prst="arc">
            <a:avLst>
              <a:gd name="adj1" fmla="val 16200000"/>
              <a:gd name="adj2" fmla="val 5412057"/>
            </a:avLst>
          </a:prstGeom>
          <a:ln>
            <a:solidFill>
              <a:schemeClr val="tx1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ED7FDF94-EFE3-D6EF-5614-B2D20E9768AC}"/>
              </a:ext>
            </a:extLst>
          </p:cNvPr>
          <p:cNvSpPr txBox="1"/>
          <p:nvPr/>
        </p:nvSpPr>
        <p:spPr>
          <a:xfrm>
            <a:off x="6337278" y="1449489"/>
            <a:ext cx="689798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ko-KR" sz="1000" i="1"/>
              <a:t>3times</a:t>
            </a:r>
            <a:endParaRPr kumimoji="1" lang="ko-KR" altLang="en-US" sz="1000" i="1"/>
          </a:p>
        </p:txBody>
      </p:sp>
      <p:cxnSp>
        <p:nvCxnSpPr>
          <p:cNvPr id="7" name="Straight Arrow Connector 81">
            <a:extLst>
              <a:ext uri="{FF2B5EF4-FFF2-40B4-BE49-F238E27FC236}">
                <a16:creationId xmlns:a16="http://schemas.microsoft.com/office/drawing/2014/main" id="{3EF49D4C-55EC-0F5B-04B2-C7C00CF860D1}"/>
              </a:ext>
            </a:extLst>
          </p:cNvPr>
          <p:cNvCxnSpPr>
            <a:cxnSpLocks/>
          </p:cNvCxnSpPr>
          <p:nvPr/>
        </p:nvCxnSpPr>
        <p:spPr>
          <a:xfrm>
            <a:off x="2346071" y="1264859"/>
            <a:ext cx="3960440" cy="0"/>
          </a:xfrm>
          <a:prstGeom prst="straightConnector1">
            <a:avLst/>
          </a:prstGeom>
          <a:ln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TextBox 8">
            <a:extLst>
              <a:ext uri="{FF2B5EF4-FFF2-40B4-BE49-F238E27FC236}">
                <a16:creationId xmlns:a16="http://schemas.microsoft.com/office/drawing/2014/main" id="{B24CC50B-7398-456C-F972-22C19214AD1B}"/>
              </a:ext>
            </a:extLst>
          </p:cNvPr>
          <p:cNvSpPr txBox="1"/>
          <p:nvPr/>
        </p:nvSpPr>
        <p:spPr>
          <a:xfrm>
            <a:off x="2928454" y="1264858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kumimoji="1" lang="en-US" altLang="ko-KR" sz="1000" i="1"/>
              <a:t>TCP RST</a:t>
            </a:r>
            <a:endParaRPr kumimoji="1" lang="ko-KR" altLang="en-US" sz="1000" i="1"/>
          </a:p>
        </p:txBody>
      </p:sp>
      <p:cxnSp>
        <p:nvCxnSpPr>
          <p:cNvPr id="12" name="Straight Arrow Connector 81">
            <a:extLst>
              <a:ext uri="{FF2B5EF4-FFF2-40B4-BE49-F238E27FC236}">
                <a16:creationId xmlns:a16="http://schemas.microsoft.com/office/drawing/2014/main" id="{509D3887-C167-5845-FF27-B2740E1F6B78}"/>
              </a:ext>
            </a:extLst>
          </p:cNvPr>
          <p:cNvCxnSpPr>
            <a:cxnSpLocks/>
          </p:cNvCxnSpPr>
          <p:nvPr/>
        </p:nvCxnSpPr>
        <p:spPr>
          <a:xfrm>
            <a:off x="2346071" y="1573186"/>
            <a:ext cx="3960440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TextBox 20">
            <a:extLst>
              <a:ext uri="{FF2B5EF4-FFF2-40B4-BE49-F238E27FC236}">
                <a16:creationId xmlns:a16="http://schemas.microsoft.com/office/drawing/2014/main" id="{A59AA48B-D489-02AC-57AD-B755F92A27B2}"/>
              </a:ext>
            </a:extLst>
          </p:cNvPr>
          <p:cNvSpPr txBox="1"/>
          <p:nvPr/>
        </p:nvSpPr>
        <p:spPr>
          <a:xfrm>
            <a:off x="2928454" y="1326965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GET </a:t>
            </a:r>
            <a:r>
              <a:rPr lang="en" altLang="ko-KR" sz="1000" i="1"/>
              <a:t>mock-server:8080/status/200</a:t>
            </a:r>
            <a:endParaRPr kumimoji="1" lang="ko-KR" altLang="en-US" sz="1000" i="1"/>
          </a:p>
        </p:txBody>
      </p:sp>
      <p:cxnSp>
        <p:nvCxnSpPr>
          <p:cNvPr id="23" name="Straight Arrow Connector 81">
            <a:extLst>
              <a:ext uri="{FF2B5EF4-FFF2-40B4-BE49-F238E27FC236}">
                <a16:creationId xmlns:a16="http://schemas.microsoft.com/office/drawing/2014/main" id="{C7381311-C275-4B48-77E3-F57CD88FCDB3}"/>
              </a:ext>
            </a:extLst>
          </p:cNvPr>
          <p:cNvCxnSpPr>
            <a:cxnSpLocks/>
          </p:cNvCxnSpPr>
          <p:nvPr/>
        </p:nvCxnSpPr>
        <p:spPr>
          <a:xfrm>
            <a:off x="2346071" y="1634449"/>
            <a:ext cx="3960440" cy="0"/>
          </a:xfrm>
          <a:prstGeom prst="straightConnector1">
            <a:avLst/>
          </a:prstGeom>
          <a:ln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TextBox 23">
            <a:extLst>
              <a:ext uri="{FF2B5EF4-FFF2-40B4-BE49-F238E27FC236}">
                <a16:creationId xmlns:a16="http://schemas.microsoft.com/office/drawing/2014/main" id="{7436EAC3-8CA8-873D-E962-DF07C695D9EA}"/>
              </a:ext>
            </a:extLst>
          </p:cNvPr>
          <p:cNvSpPr txBox="1"/>
          <p:nvPr/>
        </p:nvSpPr>
        <p:spPr>
          <a:xfrm>
            <a:off x="2928454" y="1634448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kumimoji="1" lang="en-US" altLang="ko-KR" sz="1000" i="1"/>
              <a:t>TCP RST</a:t>
            </a:r>
            <a:endParaRPr kumimoji="1" lang="ko-KR" altLang="en-US" sz="1000" i="1"/>
          </a:p>
        </p:txBody>
      </p:sp>
      <p:cxnSp>
        <p:nvCxnSpPr>
          <p:cNvPr id="32" name="Straight Arrow Connector 81">
            <a:extLst>
              <a:ext uri="{FF2B5EF4-FFF2-40B4-BE49-F238E27FC236}">
                <a16:creationId xmlns:a16="http://schemas.microsoft.com/office/drawing/2014/main" id="{55387091-048A-DC75-4CD7-D18B293B1A1D}"/>
              </a:ext>
            </a:extLst>
          </p:cNvPr>
          <p:cNvCxnSpPr>
            <a:cxnSpLocks/>
          </p:cNvCxnSpPr>
          <p:nvPr/>
        </p:nvCxnSpPr>
        <p:spPr>
          <a:xfrm>
            <a:off x="2346071" y="1941931"/>
            <a:ext cx="3960440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3" name="TextBox 32">
            <a:extLst>
              <a:ext uri="{FF2B5EF4-FFF2-40B4-BE49-F238E27FC236}">
                <a16:creationId xmlns:a16="http://schemas.microsoft.com/office/drawing/2014/main" id="{D165F276-8FD8-05D3-B5B3-8F18F4FB62CC}"/>
              </a:ext>
            </a:extLst>
          </p:cNvPr>
          <p:cNvSpPr txBox="1"/>
          <p:nvPr/>
        </p:nvSpPr>
        <p:spPr>
          <a:xfrm>
            <a:off x="2928454" y="1695710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GET </a:t>
            </a:r>
            <a:r>
              <a:rPr lang="en" altLang="ko-KR" sz="1000" i="1"/>
              <a:t>mock-server:8080/status/200</a:t>
            </a:r>
            <a:endParaRPr kumimoji="1" lang="ko-KR" altLang="en-US" sz="1000" i="1"/>
          </a:p>
        </p:txBody>
      </p:sp>
      <p:cxnSp>
        <p:nvCxnSpPr>
          <p:cNvPr id="34" name="Straight Arrow Connector 81">
            <a:extLst>
              <a:ext uri="{FF2B5EF4-FFF2-40B4-BE49-F238E27FC236}">
                <a16:creationId xmlns:a16="http://schemas.microsoft.com/office/drawing/2014/main" id="{6EAF61D1-4BCB-5DF0-A218-7971B4B9C96B}"/>
              </a:ext>
            </a:extLst>
          </p:cNvPr>
          <p:cNvCxnSpPr>
            <a:cxnSpLocks/>
          </p:cNvCxnSpPr>
          <p:nvPr/>
        </p:nvCxnSpPr>
        <p:spPr>
          <a:xfrm>
            <a:off x="2346071" y="2003194"/>
            <a:ext cx="3960440" cy="0"/>
          </a:xfrm>
          <a:prstGeom prst="straightConnector1">
            <a:avLst/>
          </a:prstGeom>
          <a:ln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5" name="TextBox 34">
            <a:extLst>
              <a:ext uri="{FF2B5EF4-FFF2-40B4-BE49-F238E27FC236}">
                <a16:creationId xmlns:a16="http://schemas.microsoft.com/office/drawing/2014/main" id="{9FD5FDBF-2876-BC51-C4A5-E9CC294C8847}"/>
              </a:ext>
            </a:extLst>
          </p:cNvPr>
          <p:cNvSpPr txBox="1"/>
          <p:nvPr/>
        </p:nvSpPr>
        <p:spPr>
          <a:xfrm>
            <a:off x="2928454" y="2003193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kumimoji="1" lang="en-US" altLang="ko-KR" sz="1000" i="1"/>
              <a:t>TCP RST</a:t>
            </a:r>
            <a:endParaRPr kumimoji="1" lang="ko-KR" altLang="en-US" sz="1000" i="1"/>
          </a:p>
        </p:txBody>
      </p:sp>
      <p:cxnSp>
        <p:nvCxnSpPr>
          <p:cNvPr id="36" name="Straight Arrow Connector 81">
            <a:extLst>
              <a:ext uri="{FF2B5EF4-FFF2-40B4-BE49-F238E27FC236}">
                <a16:creationId xmlns:a16="http://schemas.microsoft.com/office/drawing/2014/main" id="{3DE2B306-823A-E86B-7D03-DF7A85622EE5}"/>
              </a:ext>
            </a:extLst>
          </p:cNvPr>
          <p:cNvCxnSpPr>
            <a:cxnSpLocks/>
          </p:cNvCxnSpPr>
          <p:nvPr/>
        </p:nvCxnSpPr>
        <p:spPr>
          <a:xfrm>
            <a:off x="2346071" y="2556223"/>
            <a:ext cx="3960440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7" name="TextBox 36">
            <a:extLst>
              <a:ext uri="{FF2B5EF4-FFF2-40B4-BE49-F238E27FC236}">
                <a16:creationId xmlns:a16="http://schemas.microsoft.com/office/drawing/2014/main" id="{C243A749-ADD6-EE6C-EE40-2AA14F676275}"/>
              </a:ext>
            </a:extLst>
          </p:cNvPr>
          <p:cNvSpPr txBox="1"/>
          <p:nvPr/>
        </p:nvSpPr>
        <p:spPr>
          <a:xfrm>
            <a:off x="2928454" y="2310002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GET </a:t>
            </a:r>
            <a:r>
              <a:rPr lang="en" altLang="ko-KR" sz="1000" i="1"/>
              <a:t>mock-server:8080/status/200</a:t>
            </a:r>
            <a:endParaRPr kumimoji="1" lang="ko-KR" altLang="en-US" sz="1000" i="1"/>
          </a:p>
        </p:txBody>
      </p:sp>
      <p:sp>
        <p:nvSpPr>
          <p:cNvPr id="38" name="호 37">
            <a:extLst>
              <a:ext uri="{FF2B5EF4-FFF2-40B4-BE49-F238E27FC236}">
                <a16:creationId xmlns:a16="http://schemas.microsoft.com/office/drawing/2014/main" id="{79EF7BB9-C6BD-D40F-9EC5-8BD92591603A}"/>
              </a:ext>
            </a:extLst>
          </p:cNvPr>
          <p:cNvSpPr/>
          <p:nvPr/>
        </p:nvSpPr>
        <p:spPr>
          <a:xfrm>
            <a:off x="6168329" y="2551713"/>
            <a:ext cx="291216" cy="740118"/>
          </a:xfrm>
          <a:prstGeom prst="arc">
            <a:avLst>
              <a:gd name="adj1" fmla="val 16200000"/>
              <a:gd name="adj2" fmla="val 5412057"/>
            </a:avLst>
          </a:prstGeom>
          <a:ln>
            <a:solidFill>
              <a:schemeClr val="tx1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59240B6D-D301-6BF5-D225-127FC2B2F58A}"/>
              </a:ext>
            </a:extLst>
          </p:cNvPr>
          <p:cNvSpPr txBox="1"/>
          <p:nvPr/>
        </p:nvSpPr>
        <p:spPr>
          <a:xfrm>
            <a:off x="6337278" y="2802116"/>
            <a:ext cx="689798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ko-KR" sz="1000" i="1"/>
              <a:t>3times</a:t>
            </a:r>
            <a:endParaRPr kumimoji="1" lang="ko-KR" altLang="en-US" sz="1000" i="1"/>
          </a:p>
        </p:txBody>
      </p:sp>
      <p:cxnSp>
        <p:nvCxnSpPr>
          <p:cNvPr id="40" name="Straight Arrow Connector 81">
            <a:extLst>
              <a:ext uri="{FF2B5EF4-FFF2-40B4-BE49-F238E27FC236}">
                <a16:creationId xmlns:a16="http://schemas.microsoft.com/office/drawing/2014/main" id="{CEB081EA-5EEC-6457-9E4C-C29E0264FC72}"/>
              </a:ext>
            </a:extLst>
          </p:cNvPr>
          <p:cNvCxnSpPr>
            <a:cxnSpLocks/>
          </p:cNvCxnSpPr>
          <p:nvPr/>
        </p:nvCxnSpPr>
        <p:spPr>
          <a:xfrm>
            <a:off x="2346071" y="2617486"/>
            <a:ext cx="3960440" cy="0"/>
          </a:xfrm>
          <a:prstGeom prst="straightConnector1">
            <a:avLst/>
          </a:prstGeom>
          <a:ln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1" name="TextBox 40">
            <a:extLst>
              <a:ext uri="{FF2B5EF4-FFF2-40B4-BE49-F238E27FC236}">
                <a16:creationId xmlns:a16="http://schemas.microsoft.com/office/drawing/2014/main" id="{D34BF60F-6E76-00A6-4AC9-37698736C4D3}"/>
              </a:ext>
            </a:extLst>
          </p:cNvPr>
          <p:cNvSpPr txBox="1"/>
          <p:nvPr/>
        </p:nvSpPr>
        <p:spPr>
          <a:xfrm>
            <a:off x="2928454" y="2617485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kumimoji="1" lang="en-US" altLang="ko-KR" sz="1000" i="1"/>
              <a:t>TCP RST</a:t>
            </a:r>
            <a:endParaRPr kumimoji="1" lang="ko-KR" altLang="en-US" sz="1000" i="1"/>
          </a:p>
        </p:txBody>
      </p:sp>
      <p:cxnSp>
        <p:nvCxnSpPr>
          <p:cNvPr id="42" name="Straight Arrow Connector 81">
            <a:extLst>
              <a:ext uri="{FF2B5EF4-FFF2-40B4-BE49-F238E27FC236}">
                <a16:creationId xmlns:a16="http://schemas.microsoft.com/office/drawing/2014/main" id="{EE5D3499-F3E7-9278-3769-7FB0F408E3D4}"/>
              </a:ext>
            </a:extLst>
          </p:cNvPr>
          <p:cNvCxnSpPr>
            <a:cxnSpLocks/>
          </p:cNvCxnSpPr>
          <p:nvPr/>
        </p:nvCxnSpPr>
        <p:spPr>
          <a:xfrm>
            <a:off x="2346071" y="2925813"/>
            <a:ext cx="3960440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3" name="TextBox 42">
            <a:extLst>
              <a:ext uri="{FF2B5EF4-FFF2-40B4-BE49-F238E27FC236}">
                <a16:creationId xmlns:a16="http://schemas.microsoft.com/office/drawing/2014/main" id="{8458627A-3EA7-52A8-19CB-70908589A2E8}"/>
              </a:ext>
            </a:extLst>
          </p:cNvPr>
          <p:cNvSpPr txBox="1"/>
          <p:nvPr/>
        </p:nvSpPr>
        <p:spPr>
          <a:xfrm>
            <a:off x="2928454" y="2679592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GET </a:t>
            </a:r>
            <a:r>
              <a:rPr lang="en" altLang="ko-KR" sz="1000" i="1"/>
              <a:t>mock-server:8080/status/200</a:t>
            </a:r>
            <a:endParaRPr kumimoji="1" lang="ko-KR" altLang="en-US" sz="1000" i="1"/>
          </a:p>
        </p:txBody>
      </p:sp>
      <p:cxnSp>
        <p:nvCxnSpPr>
          <p:cNvPr id="44" name="Straight Arrow Connector 81">
            <a:extLst>
              <a:ext uri="{FF2B5EF4-FFF2-40B4-BE49-F238E27FC236}">
                <a16:creationId xmlns:a16="http://schemas.microsoft.com/office/drawing/2014/main" id="{AC11F974-8DE8-AD43-DBB2-2994B74E8904}"/>
              </a:ext>
            </a:extLst>
          </p:cNvPr>
          <p:cNvCxnSpPr>
            <a:cxnSpLocks/>
          </p:cNvCxnSpPr>
          <p:nvPr/>
        </p:nvCxnSpPr>
        <p:spPr>
          <a:xfrm>
            <a:off x="2346071" y="2987076"/>
            <a:ext cx="3960440" cy="0"/>
          </a:xfrm>
          <a:prstGeom prst="straightConnector1">
            <a:avLst/>
          </a:prstGeom>
          <a:ln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5" name="TextBox 44">
            <a:extLst>
              <a:ext uri="{FF2B5EF4-FFF2-40B4-BE49-F238E27FC236}">
                <a16:creationId xmlns:a16="http://schemas.microsoft.com/office/drawing/2014/main" id="{6B9F73D7-4644-420E-6E92-A0B36281B7BF}"/>
              </a:ext>
            </a:extLst>
          </p:cNvPr>
          <p:cNvSpPr txBox="1"/>
          <p:nvPr/>
        </p:nvSpPr>
        <p:spPr>
          <a:xfrm>
            <a:off x="2928454" y="2987075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kumimoji="1" lang="en-US" altLang="ko-KR" sz="1000" i="1"/>
              <a:t>TCP RST</a:t>
            </a:r>
            <a:endParaRPr kumimoji="1" lang="ko-KR" altLang="en-US" sz="1000" i="1"/>
          </a:p>
        </p:txBody>
      </p:sp>
      <p:cxnSp>
        <p:nvCxnSpPr>
          <p:cNvPr id="46" name="Straight Arrow Connector 81">
            <a:extLst>
              <a:ext uri="{FF2B5EF4-FFF2-40B4-BE49-F238E27FC236}">
                <a16:creationId xmlns:a16="http://schemas.microsoft.com/office/drawing/2014/main" id="{57BCC680-FCD5-624B-BBFA-46EEA3EFAE3E}"/>
              </a:ext>
            </a:extLst>
          </p:cNvPr>
          <p:cNvCxnSpPr>
            <a:cxnSpLocks/>
          </p:cNvCxnSpPr>
          <p:nvPr/>
        </p:nvCxnSpPr>
        <p:spPr>
          <a:xfrm>
            <a:off x="2346071" y="3294558"/>
            <a:ext cx="569745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7" name="TextBox 46">
            <a:extLst>
              <a:ext uri="{FF2B5EF4-FFF2-40B4-BE49-F238E27FC236}">
                <a16:creationId xmlns:a16="http://schemas.microsoft.com/office/drawing/2014/main" id="{25DE74D5-B66B-CE63-827F-D5AF34C7AFC1}"/>
              </a:ext>
            </a:extLst>
          </p:cNvPr>
          <p:cNvSpPr txBox="1"/>
          <p:nvPr/>
        </p:nvSpPr>
        <p:spPr>
          <a:xfrm>
            <a:off x="2928454" y="3048337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GET </a:t>
            </a:r>
            <a:r>
              <a:rPr lang="en" altLang="ko-KR" sz="1000" i="1"/>
              <a:t>mock-server:8080/status/200</a:t>
            </a:r>
            <a:endParaRPr kumimoji="1" lang="ko-KR" altLang="en-US" sz="1000" i="1"/>
          </a:p>
        </p:txBody>
      </p:sp>
      <p:cxnSp>
        <p:nvCxnSpPr>
          <p:cNvPr id="51" name="Straight Arrow Connector 81">
            <a:extLst>
              <a:ext uri="{FF2B5EF4-FFF2-40B4-BE49-F238E27FC236}">
                <a16:creationId xmlns:a16="http://schemas.microsoft.com/office/drawing/2014/main" id="{95C23966-0E48-06F3-7FF8-F11F00E53A5D}"/>
              </a:ext>
            </a:extLst>
          </p:cNvPr>
          <p:cNvCxnSpPr>
            <a:cxnSpLocks/>
          </p:cNvCxnSpPr>
          <p:nvPr/>
        </p:nvCxnSpPr>
        <p:spPr>
          <a:xfrm>
            <a:off x="2346071" y="3909523"/>
            <a:ext cx="569745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2" name="TextBox 51">
            <a:extLst>
              <a:ext uri="{FF2B5EF4-FFF2-40B4-BE49-F238E27FC236}">
                <a16:creationId xmlns:a16="http://schemas.microsoft.com/office/drawing/2014/main" id="{2A113F1B-85EE-B66E-8ADF-D8C430461B08}"/>
              </a:ext>
            </a:extLst>
          </p:cNvPr>
          <p:cNvSpPr txBox="1"/>
          <p:nvPr/>
        </p:nvSpPr>
        <p:spPr>
          <a:xfrm>
            <a:off x="2928454" y="3663302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GET </a:t>
            </a:r>
            <a:r>
              <a:rPr lang="en" altLang="ko-KR" sz="1000" i="1"/>
              <a:t>mock-server:8080/status/200</a:t>
            </a:r>
            <a:endParaRPr kumimoji="1" lang="ko-KR" altLang="en-US" sz="1000" i="1"/>
          </a:p>
        </p:txBody>
      </p:sp>
    </p:spTree>
    <p:extLst>
      <p:ext uri="{BB962C8B-B14F-4D97-AF65-F5344CB8AC3E}">
        <p14:creationId xmlns:p14="http://schemas.microsoft.com/office/powerpoint/2010/main" val="2717609078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97D8BC0-362D-14EE-5098-F76C2B5A459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사각형: 둥근 모서리 29">
            <a:extLst>
              <a:ext uri="{FF2B5EF4-FFF2-40B4-BE49-F238E27FC236}">
                <a16:creationId xmlns:a16="http://schemas.microsoft.com/office/drawing/2014/main" id="{D01B1821-9F0D-BB8B-F841-12BC00A45ED0}"/>
              </a:ext>
            </a:extLst>
          </p:cNvPr>
          <p:cNvSpPr/>
          <p:nvPr/>
        </p:nvSpPr>
        <p:spPr>
          <a:xfrm>
            <a:off x="1763688" y="411510"/>
            <a:ext cx="1164765" cy="657290"/>
          </a:xfrm>
          <a:prstGeom prst="roundRect">
            <a:avLst>
              <a:gd name="adj" fmla="val 1737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shell</a:t>
            </a:r>
          </a:p>
          <a:p>
            <a:pPr algn="ctr"/>
            <a:r>
              <a:rPr lang="en-US" altLang="ko-KR" sz="1000"/>
              <a:t>Pod</a:t>
            </a:r>
            <a:endParaRPr lang="ko-KR" altLang="en-US" sz="1000"/>
          </a:p>
        </p:txBody>
      </p:sp>
      <p:sp>
        <p:nvSpPr>
          <p:cNvPr id="5" name="사각형: 둥근 모서리 29">
            <a:extLst>
              <a:ext uri="{FF2B5EF4-FFF2-40B4-BE49-F238E27FC236}">
                <a16:creationId xmlns:a16="http://schemas.microsoft.com/office/drawing/2014/main" id="{90EECB49-034C-1BA9-0FCF-CCB4DE231C5B}"/>
              </a:ext>
            </a:extLst>
          </p:cNvPr>
          <p:cNvSpPr/>
          <p:nvPr/>
        </p:nvSpPr>
        <p:spPr>
          <a:xfrm>
            <a:off x="5724128" y="411510"/>
            <a:ext cx="1164765" cy="657290"/>
          </a:xfrm>
          <a:prstGeom prst="roundRect">
            <a:avLst>
              <a:gd name="adj" fmla="val 17374"/>
            </a:avLst>
          </a:prstGeom>
          <a:ln w="12700">
            <a:prstDash val="dash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mock-server</a:t>
            </a:r>
          </a:p>
          <a:p>
            <a:pPr algn="ctr"/>
            <a:r>
              <a:rPr lang="en-US" altLang="ko-KR" sz="1000"/>
              <a:t>Pod</a:t>
            </a:r>
            <a:endParaRPr lang="ko-KR" altLang="en-US" sz="1000"/>
          </a:p>
        </p:txBody>
      </p:sp>
      <p:cxnSp>
        <p:nvCxnSpPr>
          <p:cNvPr id="8" name="Straight Arrow Connector 81">
            <a:extLst>
              <a:ext uri="{FF2B5EF4-FFF2-40B4-BE49-F238E27FC236}">
                <a16:creationId xmlns:a16="http://schemas.microsoft.com/office/drawing/2014/main" id="{99155572-EE10-0E76-CC22-41D55270BDE9}"/>
              </a:ext>
            </a:extLst>
          </p:cNvPr>
          <p:cNvCxnSpPr>
            <a:cxnSpLocks/>
            <a:stCxn id="5" idx="2"/>
          </p:cNvCxnSpPr>
          <p:nvPr/>
        </p:nvCxnSpPr>
        <p:spPr>
          <a:xfrm>
            <a:off x="6306511" y="1068800"/>
            <a:ext cx="0" cy="3375158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" name="Straight Arrow Connector 81">
            <a:extLst>
              <a:ext uri="{FF2B5EF4-FFF2-40B4-BE49-F238E27FC236}">
                <a16:creationId xmlns:a16="http://schemas.microsoft.com/office/drawing/2014/main" id="{4FC29E80-131D-CDD1-18FD-1B6BA39E899C}"/>
              </a:ext>
            </a:extLst>
          </p:cNvPr>
          <p:cNvCxnSpPr>
            <a:cxnSpLocks/>
            <a:stCxn id="4" idx="2"/>
          </p:cNvCxnSpPr>
          <p:nvPr/>
        </p:nvCxnSpPr>
        <p:spPr>
          <a:xfrm>
            <a:off x="2346071" y="1068800"/>
            <a:ext cx="0" cy="3375158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Straight Arrow Connector 81">
            <a:extLst>
              <a:ext uri="{FF2B5EF4-FFF2-40B4-BE49-F238E27FC236}">
                <a16:creationId xmlns:a16="http://schemas.microsoft.com/office/drawing/2014/main" id="{7A358CCC-C45E-5AB4-705E-1F8018AF1ECD}"/>
              </a:ext>
            </a:extLst>
          </p:cNvPr>
          <p:cNvCxnSpPr>
            <a:cxnSpLocks/>
          </p:cNvCxnSpPr>
          <p:nvPr/>
        </p:nvCxnSpPr>
        <p:spPr>
          <a:xfrm>
            <a:off x="2346071" y="1203596"/>
            <a:ext cx="582382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TextBox 19">
            <a:extLst>
              <a:ext uri="{FF2B5EF4-FFF2-40B4-BE49-F238E27FC236}">
                <a16:creationId xmlns:a16="http://schemas.microsoft.com/office/drawing/2014/main" id="{4E4B68DE-38BC-3067-4244-964156DBFBED}"/>
              </a:ext>
            </a:extLst>
          </p:cNvPr>
          <p:cNvSpPr txBox="1"/>
          <p:nvPr/>
        </p:nvSpPr>
        <p:spPr>
          <a:xfrm>
            <a:off x="2928454" y="957375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GET </a:t>
            </a:r>
            <a:r>
              <a:rPr lang="en" altLang="ko-KR" sz="1000" i="1"/>
              <a:t>mock-server:8080/status/200</a:t>
            </a:r>
            <a:endParaRPr kumimoji="1" lang="ko-KR" altLang="en-US" sz="1000" i="1"/>
          </a:p>
        </p:txBody>
      </p:sp>
    </p:spTree>
    <p:extLst>
      <p:ext uri="{BB962C8B-B14F-4D97-AF65-F5344CB8AC3E}">
        <p14:creationId xmlns:p14="http://schemas.microsoft.com/office/powerpoint/2010/main" val="512652559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FCDAF6F-36A8-4218-B6A6-DDEC7E90E75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23DAEA3F-4B24-4A62-8C09-1B4372D308A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908334390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2109E44-1A46-B2CD-E2CC-332E4151EF7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사각형: 둥근 모서리 29">
            <a:extLst>
              <a:ext uri="{FF2B5EF4-FFF2-40B4-BE49-F238E27FC236}">
                <a16:creationId xmlns:a16="http://schemas.microsoft.com/office/drawing/2014/main" id="{BB8DF1DD-9531-EA2E-D38F-58866FCB8445}"/>
              </a:ext>
            </a:extLst>
          </p:cNvPr>
          <p:cNvSpPr/>
          <p:nvPr/>
        </p:nvSpPr>
        <p:spPr>
          <a:xfrm>
            <a:off x="1763688" y="411510"/>
            <a:ext cx="1164765" cy="657290"/>
          </a:xfrm>
          <a:prstGeom prst="roundRect">
            <a:avLst>
              <a:gd name="adj" fmla="val 1737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shell</a:t>
            </a:r>
          </a:p>
          <a:p>
            <a:pPr algn="ctr"/>
            <a:r>
              <a:rPr lang="en-US" altLang="ko-KR" sz="1000"/>
              <a:t>Pod</a:t>
            </a:r>
            <a:endParaRPr lang="ko-KR" altLang="en-US" sz="1000"/>
          </a:p>
        </p:txBody>
      </p:sp>
      <p:sp>
        <p:nvSpPr>
          <p:cNvPr id="5" name="사각형: 둥근 모서리 29">
            <a:extLst>
              <a:ext uri="{FF2B5EF4-FFF2-40B4-BE49-F238E27FC236}">
                <a16:creationId xmlns:a16="http://schemas.microsoft.com/office/drawing/2014/main" id="{EFA98641-E4C7-C964-894E-4667869452D9}"/>
              </a:ext>
            </a:extLst>
          </p:cNvPr>
          <p:cNvSpPr/>
          <p:nvPr/>
        </p:nvSpPr>
        <p:spPr>
          <a:xfrm>
            <a:off x="5724128" y="411510"/>
            <a:ext cx="1164765" cy="657290"/>
          </a:xfrm>
          <a:prstGeom prst="roundRect">
            <a:avLst>
              <a:gd name="adj" fmla="val 1737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mock-server</a:t>
            </a:r>
          </a:p>
          <a:p>
            <a:pPr algn="ctr"/>
            <a:r>
              <a:rPr lang="en-US" altLang="ko-KR" sz="1000"/>
              <a:t>Pod</a:t>
            </a:r>
            <a:endParaRPr lang="ko-KR" altLang="en-US" sz="1000"/>
          </a:p>
        </p:txBody>
      </p:sp>
      <p:cxnSp>
        <p:nvCxnSpPr>
          <p:cNvPr id="8" name="Straight Arrow Connector 81">
            <a:extLst>
              <a:ext uri="{FF2B5EF4-FFF2-40B4-BE49-F238E27FC236}">
                <a16:creationId xmlns:a16="http://schemas.microsoft.com/office/drawing/2014/main" id="{0C4CAD2A-6379-3AE5-B5B8-902E4AC0101C}"/>
              </a:ext>
            </a:extLst>
          </p:cNvPr>
          <p:cNvCxnSpPr>
            <a:cxnSpLocks/>
            <a:stCxn id="5" idx="2"/>
          </p:cNvCxnSpPr>
          <p:nvPr/>
        </p:nvCxnSpPr>
        <p:spPr>
          <a:xfrm>
            <a:off x="6306511" y="1068800"/>
            <a:ext cx="0" cy="3375158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" name="Straight Arrow Connector 81">
            <a:extLst>
              <a:ext uri="{FF2B5EF4-FFF2-40B4-BE49-F238E27FC236}">
                <a16:creationId xmlns:a16="http://schemas.microsoft.com/office/drawing/2014/main" id="{D961DCA0-D61E-6625-AB46-B154CE3861F3}"/>
              </a:ext>
            </a:extLst>
          </p:cNvPr>
          <p:cNvCxnSpPr>
            <a:cxnSpLocks/>
            <a:stCxn id="4" idx="2"/>
          </p:cNvCxnSpPr>
          <p:nvPr/>
        </p:nvCxnSpPr>
        <p:spPr>
          <a:xfrm>
            <a:off x="2346071" y="1068800"/>
            <a:ext cx="0" cy="3375158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Straight Arrow Connector 81">
            <a:extLst>
              <a:ext uri="{FF2B5EF4-FFF2-40B4-BE49-F238E27FC236}">
                <a16:creationId xmlns:a16="http://schemas.microsoft.com/office/drawing/2014/main" id="{5E08A13B-8278-3746-8100-C6817BAB4EC2}"/>
              </a:ext>
            </a:extLst>
          </p:cNvPr>
          <p:cNvCxnSpPr>
            <a:cxnSpLocks/>
          </p:cNvCxnSpPr>
          <p:nvPr/>
        </p:nvCxnSpPr>
        <p:spPr>
          <a:xfrm>
            <a:off x="2346071" y="1203596"/>
            <a:ext cx="3960440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TextBox 19">
            <a:extLst>
              <a:ext uri="{FF2B5EF4-FFF2-40B4-BE49-F238E27FC236}">
                <a16:creationId xmlns:a16="http://schemas.microsoft.com/office/drawing/2014/main" id="{5163CE11-D96A-B719-EDAF-8395F8C9E007}"/>
              </a:ext>
            </a:extLst>
          </p:cNvPr>
          <p:cNvSpPr txBox="1"/>
          <p:nvPr/>
        </p:nvSpPr>
        <p:spPr>
          <a:xfrm>
            <a:off x="2928454" y="957375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GET </a:t>
            </a:r>
            <a:r>
              <a:rPr lang="en" altLang="ko-KR" sz="1000" i="1"/>
              <a:t>mock-server:8080/delay/10000</a:t>
            </a:r>
            <a:endParaRPr kumimoji="1" lang="ko-KR" altLang="en-US" sz="1000" i="1"/>
          </a:p>
        </p:txBody>
      </p:sp>
      <p:cxnSp>
        <p:nvCxnSpPr>
          <p:cNvPr id="23" name="Straight Arrow Connector 81">
            <a:extLst>
              <a:ext uri="{FF2B5EF4-FFF2-40B4-BE49-F238E27FC236}">
                <a16:creationId xmlns:a16="http://schemas.microsoft.com/office/drawing/2014/main" id="{3219319F-9135-83F3-F4F8-15C128726505}"/>
              </a:ext>
            </a:extLst>
          </p:cNvPr>
          <p:cNvCxnSpPr>
            <a:cxnSpLocks/>
          </p:cNvCxnSpPr>
          <p:nvPr/>
        </p:nvCxnSpPr>
        <p:spPr>
          <a:xfrm>
            <a:off x="2346071" y="1626621"/>
            <a:ext cx="3960440" cy="0"/>
          </a:xfrm>
          <a:prstGeom prst="straightConnector1">
            <a:avLst/>
          </a:prstGeom>
          <a:ln>
            <a:solidFill>
              <a:schemeClr val="tx1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TextBox 23">
            <a:extLst>
              <a:ext uri="{FF2B5EF4-FFF2-40B4-BE49-F238E27FC236}">
                <a16:creationId xmlns:a16="http://schemas.microsoft.com/office/drawing/2014/main" id="{BB319C13-7B9D-3C05-92F4-9A6BE4F1F413}"/>
              </a:ext>
            </a:extLst>
          </p:cNvPr>
          <p:cNvSpPr txBox="1"/>
          <p:nvPr/>
        </p:nvSpPr>
        <p:spPr>
          <a:xfrm>
            <a:off x="2928454" y="1380400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TCP RST</a:t>
            </a:r>
            <a:endParaRPr kumimoji="1" lang="ko-KR" altLang="en-US" sz="1000" i="1"/>
          </a:p>
        </p:txBody>
      </p:sp>
      <p:cxnSp>
        <p:nvCxnSpPr>
          <p:cNvPr id="3" name="Straight Arrow Connector 81">
            <a:extLst>
              <a:ext uri="{FF2B5EF4-FFF2-40B4-BE49-F238E27FC236}">
                <a16:creationId xmlns:a16="http://schemas.microsoft.com/office/drawing/2014/main" id="{87A44243-E44E-5801-484D-9B8DB8DBAAD4}"/>
              </a:ext>
            </a:extLst>
          </p:cNvPr>
          <p:cNvCxnSpPr>
            <a:cxnSpLocks/>
          </p:cNvCxnSpPr>
          <p:nvPr/>
        </p:nvCxnSpPr>
        <p:spPr>
          <a:xfrm>
            <a:off x="2346071" y="1707654"/>
            <a:ext cx="3960440" cy="0"/>
          </a:xfrm>
          <a:prstGeom prst="straightConnector1">
            <a:avLst/>
          </a:prstGeom>
          <a:ln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TextBox 5">
            <a:extLst>
              <a:ext uri="{FF2B5EF4-FFF2-40B4-BE49-F238E27FC236}">
                <a16:creationId xmlns:a16="http://schemas.microsoft.com/office/drawing/2014/main" id="{F43B22D4-C705-035A-ED97-B5FE0C281860}"/>
              </a:ext>
            </a:extLst>
          </p:cNvPr>
          <p:cNvSpPr txBox="1"/>
          <p:nvPr/>
        </p:nvSpPr>
        <p:spPr>
          <a:xfrm>
            <a:off x="2928454" y="1707653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kumimoji="1" lang="en-US" altLang="ko-KR" sz="1000" i="1"/>
              <a:t>TCP RST</a:t>
            </a:r>
            <a:endParaRPr kumimoji="1" lang="ko-KR" altLang="en-US" sz="1000" i="1"/>
          </a:p>
        </p:txBody>
      </p:sp>
    </p:spTree>
    <p:extLst>
      <p:ext uri="{BB962C8B-B14F-4D97-AF65-F5344CB8AC3E}">
        <p14:creationId xmlns:p14="http://schemas.microsoft.com/office/powerpoint/2010/main" val="920202767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701010A-A1EF-2B1B-F120-E35D3BB08A9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사각형: 둥근 모서리 29">
            <a:extLst>
              <a:ext uri="{FF2B5EF4-FFF2-40B4-BE49-F238E27FC236}">
                <a16:creationId xmlns:a16="http://schemas.microsoft.com/office/drawing/2014/main" id="{420FBD69-F2A8-B166-5018-CAAAFA067EF0}"/>
              </a:ext>
            </a:extLst>
          </p:cNvPr>
          <p:cNvSpPr/>
          <p:nvPr/>
        </p:nvSpPr>
        <p:spPr>
          <a:xfrm>
            <a:off x="1763688" y="411510"/>
            <a:ext cx="1164765" cy="657290"/>
          </a:xfrm>
          <a:prstGeom prst="roundRect">
            <a:avLst>
              <a:gd name="adj" fmla="val 1737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shell</a:t>
            </a:r>
          </a:p>
          <a:p>
            <a:pPr algn="ctr"/>
            <a:r>
              <a:rPr lang="en-US" altLang="ko-KR" sz="1000"/>
              <a:t>Pod</a:t>
            </a:r>
            <a:endParaRPr lang="ko-KR" altLang="en-US" sz="1000"/>
          </a:p>
        </p:txBody>
      </p:sp>
      <p:sp>
        <p:nvSpPr>
          <p:cNvPr id="5" name="사각형: 둥근 모서리 29">
            <a:extLst>
              <a:ext uri="{FF2B5EF4-FFF2-40B4-BE49-F238E27FC236}">
                <a16:creationId xmlns:a16="http://schemas.microsoft.com/office/drawing/2014/main" id="{B03BC163-5975-9200-B868-5F3417050237}"/>
              </a:ext>
            </a:extLst>
          </p:cNvPr>
          <p:cNvSpPr/>
          <p:nvPr/>
        </p:nvSpPr>
        <p:spPr>
          <a:xfrm>
            <a:off x="5724128" y="411510"/>
            <a:ext cx="1164765" cy="657290"/>
          </a:xfrm>
          <a:prstGeom prst="roundRect">
            <a:avLst>
              <a:gd name="adj" fmla="val 1737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mock-server</a:t>
            </a:r>
          </a:p>
          <a:p>
            <a:pPr algn="ctr"/>
            <a:r>
              <a:rPr lang="en-US" altLang="ko-KR" sz="1000"/>
              <a:t>Pod</a:t>
            </a:r>
            <a:endParaRPr lang="ko-KR" altLang="en-US" sz="1000"/>
          </a:p>
        </p:txBody>
      </p:sp>
      <p:cxnSp>
        <p:nvCxnSpPr>
          <p:cNvPr id="8" name="Straight Arrow Connector 81">
            <a:extLst>
              <a:ext uri="{FF2B5EF4-FFF2-40B4-BE49-F238E27FC236}">
                <a16:creationId xmlns:a16="http://schemas.microsoft.com/office/drawing/2014/main" id="{94359EBC-A245-048F-782D-5D58A081B510}"/>
              </a:ext>
            </a:extLst>
          </p:cNvPr>
          <p:cNvCxnSpPr>
            <a:cxnSpLocks/>
            <a:stCxn id="5" idx="2"/>
          </p:cNvCxnSpPr>
          <p:nvPr/>
        </p:nvCxnSpPr>
        <p:spPr>
          <a:xfrm>
            <a:off x="6306511" y="1068800"/>
            <a:ext cx="0" cy="3375158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" name="Straight Arrow Connector 81">
            <a:extLst>
              <a:ext uri="{FF2B5EF4-FFF2-40B4-BE49-F238E27FC236}">
                <a16:creationId xmlns:a16="http://schemas.microsoft.com/office/drawing/2014/main" id="{ED7FD069-C200-2BF6-4EAA-53C326ED95AB}"/>
              </a:ext>
            </a:extLst>
          </p:cNvPr>
          <p:cNvCxnSpPr>
            <a:cxnSpLocks/>
            <a:stCxn id="4" idx="2"/>
          </p:cNvCxnSpPr>
          <p:nvPr/>
        </p:nvCxnSpPr>
        <p:spPr>
          <a:xfrm>
            <a:off x="2346071" y="1068800"/>
            <a:ext cx="0" cy="3375158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TextBox 19">
            <a:extLst>
              <a:ext uri="{FF2B5EF4-FFF2-40B4-BE49-F238E27FC236}">
                <a16:creationId xmlns:a16="http://schemas.microsoft.com/office/drawing/2014/main" id="{8DAD27EB-1403-DA88-312B-D642AFA325C3}"/>
              </a:ext>
            </a:extLst>
          </p:cNvPr>
          <p:cNvSpPr txBox="1"/>
          <p:nvPr/>
        </p:nvSpPr>
        <p:spPr>
          <a:xfrm>
            <a:off x="2928454" y="957375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GET </a:t>
            </a:r>
            <a:r>
              <a:rPr lang="en" altLang="ko-KR" sz="1000" i="1"/>
              <a:t>mock-server:8080/disconnect/1000</a:t>
            </a:r>
            <a:endParaRPr kumimoji="1" lang="ko-KR" altLang="en-US" sz="1000" i="1"/>
          </a:p>
        </p:txBody>
      </p:sp>
      <p:cxnSp>
        <p:nvCxnSpPr>
          <p:cNvPr id="17" name="Straight Arrow Connector 81">
            <a:extLst>
              <a:ext uri="{FF2B5EF4-FFF2-40B4-BE49-F238E27FC236}">
                <a16:creationId xmlns:a16="http://schemas.microsoft.com/office/drawing/2014/main" id="{436B011A-667C-46AE-C8E9-B18CDC602A04}"/>
              </a:ext>
            </a:extLst>
          </p:cNvPr>
          <p:cNvCxnSpPr>
            <a:cxnSpLocks/>
          </p:cNvCxnSpPr>
          <p:nvPr/>
        </p:nvCxnSpPr>
        <p:spPr>
          <a:xfrm>
            <a:off x="2346071" y="1203596"/>
            <a:ext cx="3960440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Straight Arrow Connector 81">
            <a:extLst>
              <a:ext uri="{FF2B5EF4-FFF2-40B4-BE49-F238E27FC236}">
                <a16:creationId xmlns:a16="http://schemas.microsoft.com/office/drawing/2014/main" id="{684F40FA-3A5E-FEB2-616D-BA19202EB181}"/>
              </a:ext>
            </a:extLst>
          </p:cNvPr>
          <p:cNvCxnSpPr>
            <a:cxnSpLocks/>
          </p:cNvCxnSpPr>
          <p:nvPr/>
        </p:nvCxnSpPr>
        <p:spPr>
          <a:xfrm>
            <a:off x="2346071" y="1626621"/>
            <a:ext cx="3960440" cy="0"/>
          </a:xfrm>
          <a:prstGeom prst="straightConnector1">
            <a:avLst/>
          </a:prstGeom>
          <a:ln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TextBox 23">
            <a:extLst>
              <a:ext uri="{FF2B5EF4-FFF2-40B4-BE49-F238E27FC236}">
                <a16:creationId xmlns:a16="http://schemas.microsoft.com/office/drawing/2014/main" id="{8E0BA1D4-B024-B064-7724-67AE51A28462}"/>
              </a:ext>
            </a:extLst>
          </p:cNvPr>
          <p:cNvSpPr txBox="1"/>
          <p:nvPr/>
        </p:nvSpPr>
        <p:spPr>
          <a:xfrm>
            <a:off x="2928454" y="1380400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kumimoji="1" lang="en-US" altLang="ko-KR" sz="1000" i="1"/>
              <a:t>TCP RST</a:t>
            </a:r>
            <a:endParaRPr kumimoji="1" lang="ko-KR" altLang="en-US" sz="1000" i="1"/>
          </a:p>
        </p:txBody>
      </p:sp>
      <p:cxnSp>
        <p:nvCxnSpPr>
          <p:cNvPr id="3" name="Straight Arrow Connector 81">
            <a:extLst>
              <a:ext uri="{FF2B5EF4-FFF2-40B4-BE49-F238E27FC236}">
                <a16:creationId xmlns:a16="http://schemas.microsoft.com/office/drawing/2014/main" id="{7F1FACCB-BF9D-CEFF-3216-166A4F284CBA}"/>
              </a:ext>
            </a:extLst>
          </p:cNvPr>
          <p:cNvCxnSpPr>
            <a:cxnSpLocks/>
          </p:cNvCxnSpPr>
          <p:nvPr/>
        </p:nvCxnSpPr>
        <p:spPr>
          <a:xfrm>
            <a:off x="2346071" y="1707654"/>
            <a:ext cx="3960440" cy="0"/>
          </a:xfrm>
          <a:prstGeom prst="straightConnector1">
            <a:avLst/>
          </a:prstGeom>
          <a:ln>
            <a:solidFill>
              <a:schemeClr val="tx1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TextBox 5">
            <a:extLst>
              <a:ext uri="{FF2B5EF4-FFF2-40B4-BE49-F238E27FC236}">
                <a16:creationId xmlns:a16="http://schemas.microsoft.com/office/drawing/2014/main" id="{33E18ABD-7A7A-1CF9-530F-DBA604B703DA}"/>
              </a:ext>
            </a:extLst>
          </p:cNvPr>
          <p:cNvSpPr txBox="1"/>
          <p:nvPr/>
        </p:nvSpPr>
        <p:spPr>
          <a:xfrm>
            <a:off x="2928454" y="1707653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TCP RST</a:t>
            </a:r>
            <a:endParaRPr kumimoji="1" lang="ko-KR" altLang="en-US" sz="1000" i="1"/>
          </a:p>
        </p:txBody>
      </p:sp>
      <p:sp>
        <p:nvSpPr>
          <p:cNvPr id="9" name="호 8">
            <a:extLst>
              <a:ext uri="{FF2B5EF4-FFF2-40B4-BE49-F238E27FC236}">
                <a16:creationId xmlns:a16="http://schemas.microsoft.com/office/drawing/2014/main" id="{98D0E240-0273-A2AC-C50C-ED9A814C4DFB}"/>
              </a:ext>
            </a:extLst>
          </p:cNvPr>
          <p:cNvSpPr/>
          <p:nvPr/>
        </p:nvSpPr>
        <p:spPr>
          <a:xfrm>
            <a:off x="6168328" y="1199085"/>
            <a:ext cx="276365" cy="423019"/>
          </a:xfrm>
          <a:prstGeom prst="arc">
            <a:avLst>
              <a:gd name="adj1" fmla="val 16200000"/>
              <a:gd name="adj2" fmla="val 5389298"/>
            </a:avLst>
          </a:prstGeom>
          <a:ln>
            <a:solidFill>
              <a:schemeClr val="tx1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BDF432B1-B870-B44F-43D4-63BC2E1FC2E5}"/>
              </a:ext>
            </a:extLst>
          </p:cNvPr>
          <p:cNvSpPr txBox="1"/>
          <p:nvPr/>
        </p:nvSpPr>
        <p:spPr>
          <a:xfrm>
            <a:off x="6337278" y="1287483"/>
            <a:ext cx="689798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ko-KR" sz="1000" i="1"/>
              <a:t>1000ms</a:t>
            </a:r>
            <a:endParaRPr kumimoji="1" lang="ko-KR" altLang="en-US" sz="1000" i="1"/>
          </a:p>
        </p:txBody>
      </p:sp>
    </p:spTree>
    <p:extLst>
      <p:ext uri="{BB962C8B-B14F-4D97-AF65-F5344CB8AC3E}">
        <p14:creationId xmlns:p14="http://schemas.microsoft.com/office/powerpoint/2010/main" val="206930910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48829</TotalTime>
  <Words>485</Words>
  <Application>Microsoft Macintosh PowerPoint</Application>
  <PresentationFormat>화면 슬라이드 쇼(16:9)</PresentationFormat>
  <Paragraphs>190</Paragraphs>
  <Slides>18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2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18</vt:i4>
      </vt:variant>
    </vt:vector>
  </HeadingPairs>
  <TitlesOfParts>
    <vt:vector size="21" baseType="lpstr">
      <vt:lpstr>맑은 고딕</vt:lpstr>
      <vt:lpstr>Arial</vt:lpstr>
      <vt:lpstr>Office 테마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Company>R&amp;D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프레젠테이션</dc:title>
  <dc:creator>Microsoft Corporation</dc:creator>
  <cp:lastModifiedBy>정섭 신</cp:lastModifiedBy>
  <cp:revision>5478</cp:revision>
  <dcterms:created xsi:type="dcterms:W3CDTF">2006-10-05T04:04:58Z</dcterms:created>
  <dcterms:modified xsi:type="dcterms:W3CDTF">2026-01-01T06:32:29Z</dcterms:modified>
</cp:coreProperties>
</file>
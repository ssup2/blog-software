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38" r:id="rId9"/>
    <p:sldId id="426" r:id="rId10"/>
    <p:sldId id="427" r:id="rId11"/>
    <p:sldId id="428" r:id="rId12"/>
    <p:sldId id="424" r:id="rId13"/>
    <p:sldId id="429" r:id="rId14"/>
    <p:sldId id="430" r:id="rId15"/>
    <p:sldId id="431" r:id="rId16"/>
    <p:sldId id="432" r:id="rId17"/>
    <p:sldId id="433" r:id="rId18"/>
    <p:sldId id="434" r:id="rId19"/>
    <p:sldId id="435" r:id="rId20"/>
    <p:sldId id="436" r:id="rId21"/>
    <p:sldId id="437" r:id="rId22"/>
    <p:sldId id="439" r:id="rId23"/>
    <p:sldId id="440" r:id="rId24"/>
    <p:sldId id="441" r:id="rId25"/>
    <p:sldId id="442" r:id="rId26"/>
    <p:sldId id="443" r:id="rId27"/>
    <p:sldId id="446" r:id="rId28"/>
    <p:sldId id="445" r:id="rId29"/>
    <p:sldId id="447" r:id="rId30"/>
    <p:sldId id="413" r:id="rId31"/>
    <p:sldId id="444" r:id="rId32"/>
    <p:sldId id="414" r:id="rId33"/>
    <p:sldId id="415" r:id="rId34"/>
    <p:sldId id="403" r:id="rId35"/>
    <p:sldId id="399" r:id="rId36"/>
    <p:sldId id="400" r:id="rId37"/>
    <p:sldId id="401" r:id="rId38"/>
    <p:sldId id="402" r:id="rId39"/>
    <p:sldId id="404" r:id="rId40"/>
    <p:sldId id="405" r:id="rId41"/>
    <p:sldId id="408" r:id="rId42"/>
    <p:sldId id="407" r:id="rId43"/>
    <p:sldId id="409" r:id="rId44"/>
    <p:sldId id="410" r:id="rId45"/>
    <p:sldId id="387" r:id="rId46"/>
    <p:sldId id="411" r:id="rId47"/>
    <p:sldId id="412" r:id="rId48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5462032" y="20374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481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682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1928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545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218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31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21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30" name="호 29">
            <a:extLst>
              <a:ext uri="{FF2B5EF4-FFF2-40B4-BE49-F238E27FC236}">
                <a16:creationId xmlns:a16="http://schemas.microsoft.com/office/drawing/2014/main" id="{530F991D-0535-28F6-CEFD-F38F2D838BC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8E49FB2-9594-B138-A6A9-388215BBFD74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B8CE26C4-C415-E104-E376-442637C3A67B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F74FA-F402-C51B-DB73-F189AFEC8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E1A207-9EED-9FEB-2E93-04E68C6F95B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25893CD3-3DE1-B95F-6ACA-8AE5F2C5F4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827D469-6585-DC45-0B7F-2CC87863B81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8308FA0D-F0FA-B94F-08FB-05FB1FD7A0F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1ADCE13A-F9C2-1AC3-A506-9B177DDF5EFA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DBA63C24-33DA-696E-2780-5EA51568D8D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199A0EC-0F74-A273-A491-1F5701E5F15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240E68E-4C2D-EFE0-1757-97F822C2441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BE77C82-50B2-B539-26E3-034919A7F0B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0B55E25-D2E7-947F-C7E5-EA6A708521F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47DF129-415F-5597-6915-C8CC90091F06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2E9F9CD-86B5-1C55-42B1-82C63DB91109}"/>
              </a:ext>
            </a:extLst>
          </p:cNvPr>
          <p:cNvSpPr txBox="1"/>
          <p:nvPr/>
        </p:nvSpPr>
        <p:spPr>
          <a:xfrm>
            <a:off x="763986" y="1185664"/>
            <a:ext cx="3663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EE0C31C-9588-6327-A2C6-739A262BBC7E}"/>
              </a:ext>
            </a:extLst>
          </p:cNvPr>
          <p:cNvCxnSpPr>
            <a:cxnSpLocks/>
          </p:cNvCxnSpPr>
          <p:nvPr/>
        </p:nvCxnSpPr>
        <p:spPr>
          <a:xfrm>
            <a:off x="5462033" y="200396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424DB10-E67F-5F15-8683-10699E778D6B}"/>
              </a:ext>
            </a:extLst>
          </p:cNvPr>
          <p:cNvSpPr txBox="1"/>
          <p:nvPr/>
        </p:nvSpPr>
        <p:spPr>
          <a:xfrm>
            <a:off x="5584334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0E3D0A75-F439-9B09-1817-B85B1046419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6DF18FC-10E0-B1E1-4B12-FE0E9088656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E5601E42-1F90-50A6-5AC6-FFEA7AA84CC1}"/>
              </a:ext>
            </a:extLst>
          </p:cNvPr>
          <p:cNvCxnSpPr>
            <a:cxnSpLocks/>
          </p:cNvCxnSpPr>
          <p:nvPr/>
        </p:nvCxnSpPr>
        <p:spPr>
          <a:xfrm>
            <a:off x="3681977" y="207597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B70A2E7-4C36-A833-2F1E-8D5C6D3CD22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FC832E-F651-EFF4-9753-6BA096915C6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409B48B-00D0-5EC2-164C-0E63639FD30D}"/>
              </a:ext>
            </a:extLst>
          </p:cNvPr>
          <p:cNvCxnSpPr>
            <a:cxnSpLocks/>
          </p:cNvCxnSpPr>
          <p:nvPr/>
        </p:nvCxnSpPr>
        <p:spPr>
          <a:xfrm>
            <a:off x="763988" y="2496407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EE5B9B6-662C-F658-BFC6-76CC70F06662}"/>
              </a:ext>
            </a:extLst>
          </p:cNvPr>
          <p:cNvSpPr txBox="1"/>
          <p:nvPr/>
        </p:nvSpPr>
        <p:spPr>
          <a:xfrm>
            <a:off x="763987" y="22501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645B9702-AC6A-51B8-ED56-ACC55F01E306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2386D-9A2D-BCBB-55E6-23485EE01E52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B39EDDD-4756-53E3-DA43-D9CF0AC4CD2C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41FE533-08E8-7A81-A48E-4CC0CFA9C017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31839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E107C-8AD4-AB22-C6C4-2D86B387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84BDBC81-C6A3-4676-DFEF-E940FFE4AE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1332B54-59A2-19AD-AA55-10B6280A4FC8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C1414866-1E85-E51B-2182-6A979716CDB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416C6F59-DAF9-7B9B-535F-264F2FEBBD2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D148650-E683-2E94-F98A-850E19317B3D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75EB613-4F35-DF70-63F2-7215C1EF560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6AC4197-3F19-3334-9C6E-37DCFA1B4D5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AACC0CB-ADDF-C84A-9E51-F265AA71538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16F8125-092B-0270-9968-FAF3D83477D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9280C47-811E-40F4-922A-2265D7C4E6E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1B3CAFE-D6ED-CFA5-3B3A-A269977DFD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D19001FE-F9F3-9223-D4B3-0EE263E05535}"/>
              </a:ext>
            </a:extLst>
          </p:cNvPr>
          <p:cNvSpPr txBox="1"/>
          <p:nvPr/>
        </p:nvSpPr>
        <p:spPr>
          <a:xfrm>
            <a:off x="763986" y="1185664"/>
            <a:ext cx="38080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mock-server:8080/close-after-response/1000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DB0685A9-0DCF-4AC5-F67B-A31A6896D5EA}"/>
              </a:ext>
            </a:extLst>
          </p:cNvPr>
          <p:cNvCxnSpPr>
            <a:cxnSpLocks/>
          </p:cNvCxnSpPr>
          <p:nvPr/>
        </p:nvCxnSpPr>
        <p:spPr>
          <a:xfrm>
            <a:off x="5462033" y="232219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9E86E0F5-C09C-4255-B49A-C22B45C1C18D}"/>
              </a:ext>
            </a:extLst>
          </p:cNvPr>
          <p:cNvSpPr txBox="1"/>
          <p:nvPr/>
        </p:nvSpPr>
        <p:spPr>
          <a:xfrm>
            <a:off x="5584334" y="2322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55DD878-D367-BFC2-CD71-3EDF8D64C43A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876FC0DB-1405-2661-E632-A1E00BAA4F0B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1FBD4573-2D43-190F-89EB-301A74A81514}"/>
              </a:ext>
            </a:extLst>
          </p:cNvPr>
          <p:cNvCxnSpPr>
            <a:cxnSpLocks/>
          </p:cNvCxnSpPr>
          <p:nvPr/>
        </p:nvCxnSpPr>
        <p:spPr>
          <a:xfrm>
            <a:off x="3681977" y="239420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72283F-0769-58E3-775B-B698A3DDA1C8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39E1102-1057-B38E-37BA-1A899BB645B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EDF20EA-C18F-B971-E8A6-1A56ABBD4328}"/>
              </a:ext>
            </a:extLst>
          </p:cNvPr>
          <p:cNvCxnSpPr>
            <a:cxnSpLocks/>
          </p:cNvCxnSpPr>
          <p:nvPr/>
        </p:nvCxnSpPr>
        <p:spPr>
          <a:xfrm>
            <a:off x="763988" y="281463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27B3FE-53DC-31D7-E957-593F2B7EDF18}"/>
              </a:ext>
            </a:extLst>
          </p:cNvPr>
          <p:cNvSpPr txBox="1"/>
          <p:nvPr/>
        </p:nvSpPr>
        <p:spPr>
          <a:xfrm>
            <a:off x="763987" y="25684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4" name="호 13">
            <a:extLst>
              <a:ext uri="{FF2B5EF4-FFF2-40B4-BE49-F238E27FC236}">
                <a16:creationId xmlns:a16="http://schemas.microsoft.com/office/drawing/2014/main" id="{E23B797A-5C6C-F475-426E-BADF86721200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70C404-5D9A-811C-8C40-B4C1031BB223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06286B3-6BA5-9574-AE17-BB3612A7B65E}"/>
              </a:ext>
            </a:extLst>
          </p:cNvPr>
          <p:cNvCxnSpPr>
            <a:cxnSpLocks/>
          </p:cNvCxnSpPr>
          <p:nvPr/>
        </p:nvCxnSpPr>
        <p:spPr>
          <a:xfrm>
            <a:off x="763987" y="247141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30CFE4C-F99D-95E3-6DAD-CA92D70DC233}"/>
              </a:ext>
            </a:extLst>
          </p:cNvPr>
          <p:cNvSpPr txBox="1"/>
          <p:nvPr/>
        </p:nvSpPr>
        <p:spPr>
          <a:xfrm>
            <a:off x="2666358" y="23937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F359788-E170-AF7B-F1B2-1BB137EB71D0}"/>
              </a:ext>
            </a:extLst>
          </p:cNvPr>
          <p:cNvCxnSpPr>
            <a:cxnSpLocks/>
          </p:cNvCxnSpPr>
          <p:nvPr/>
        </p:nvCxnSpPr>
        <p:spPr>
          <a:xfrm>
            <a:off x="5462033" y="200916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B9BBC0C-AE92-CA56-D58E-FEC18F27409B}"/>
              </a:ext>
            </a:extLst>
          </p:cNvPr>
          <p:cNvSpPr txBox="1"/>
          <p:nvPr/>
        </p:nvSpPr>
        <p:spPr>
          <a:xfrm>
            <a:off x="5584333" y="200685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0B849159-2D01-8E9B-9F71-64DB14A841A3}"/>
              </a:ext>
            </a:extLst>
          </p:cNvPr>
          <p:cNvCxnSpPr>
            <a:cxnSpLocks/>
          </p:cNvCxnSpPr>
          <p:nvPr/>
        </p:nvCxnSpPr>
        <p:spPr>
          <a:xfrm>
            <a:off x="763987" y="215318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1679F635-7946-DD30-D98D-013BB5639E7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81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64DB9-DB25-7B55-A780-C05EC301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D5F6151-EA1B-6FCB-F683-785904D3F838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657442A-2628-7974-3DD0-119FC1B591E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9386F7E-D6FB-C3EC-E256-50C8721362A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64F2FB99-B11F-549F-9C42-DC8341BC626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4F2F2D2-4DF1-78F0-E348-4D5EB4A07E4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BE34F73-F514-67DD-CD10-085CD59108B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58CB1AB-EB19-C759-D1C5-CA2D2FDACC5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7B965DE7-DA9D-3866-01E5-4DCBAE8284D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4AC660F9-BDD5-09E5-84C9-542A10E23B9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E2B90644-B44A-AC82-0FED-B7EE02398AD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67560C04-C541-CE27-AC5E-614229E6BA8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E53E02B-7AB9-8AA1-1296-59622DF8B76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F348400-BB70-9272-C579-35D9416D8631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B8564E6-0000-0478-D674-BDA24640AE9E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33EB41-AAF1-9C4B-CE16-D5C71F5AFDE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59F506-1716-069A-3C68-8ED117B416E6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BEDA96A-D4CC-D409-32EB-C9F6346D1012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D00BB99-7C36-3F82-5F70-AC042E48E9FC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7414477-9799-664D-08D0-5A0EE2B80E7E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27D3EB54-D29E-F7B2-9858-DE50745E0761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597A302C-45C5-35D4-ABE3-ED13E846A8AA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BFF01A9-6BBE-4C4B-37CA-B5EE7F4E4C15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932DC0C8-06D6-DDA8-0522-F6DDEE3B6776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FEC4D1-4233-E55F-23FB-ADAB11445E64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C735AABD-95C0-85D2-2456-FCF9F3E98B69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4D7A09D-FB0E-9CA9-A8BE-E81460ECAAAF}"/>
              </a:ext>
            </a:extLst>
          </p:cNvPr>
          <p:cNvSpPr txBox="1"/>
          <p:nvPr/>
        </p:nvSpPr>
        <p:spPr>
          <a:xfrm>
            <a:off x="763987" y="18592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F757D50F-8790-045F-7724-F6AB14D35F34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A64F032-9460-F416-FEA7-A7AB3188FAF5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913A212-6A73-6792-5342-45C9BCC69197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843F6B6-47BD-7B8B-A425-85FDE3806958}"/>
              </a:ext>
            </a:extLst>
          </p:cNvPr>
          <p:cNvSpPr txBox="1"/>
          <p:nvPr/>
        </p:nvSpPr>
        <p:spPr>
          <a:xfrm>
            <a:off x="763987" y="25658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28F8472D-DDA1-FD52-5F17-7AB6984FD3ED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ACB6495-F10E-1B54-A790-91DF7745F18B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A5CB2EBC-41C8-9DB5-5B9D-80EC86B584D1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91B0BDC-891A-50DF-0B5B-D7DE42419023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424210CE-4049-1FCA-E3FD-CED4B2414AB4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A33FFE-46A0-9E5D-0EE9-1FCA8EF8B40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7B43A791-5B57-427E-E95C-DCE0BA1F2848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2D83375D-001C-B017-F735-8A6978DC0884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F7A52364-9792-D282-746D-CF69C514B1D0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3472CB4-05C2-8744-207C-3A5A56921BE8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3D279A1F-5660-BD42-C4F4-97AE8BB2830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B3035838-443B-67C9-3F2D-0276CEF3D52E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08961D-C30E-6602-1C6F-81F5A46CD01E}"/>
              </a:ext>
            </a:extLst>
          </p:cNvPr>
          <p:cNvSpPr txBox="1"/>
          <p:nvPr/>
        </p:nvSpPr>
        <p:spPr>
          <a:xfrm>
            <a:off x="3681962" y="368433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B9201AB4-5ACB-B458-86A1-20DF79D9A498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2343672-C369-9BDC-C876-458C2C8CF80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ECE238E5-7FA0-A480-79A7-0ED1B541F1DE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E6E78AA-9CBB-D745-4206-9E70B25ABBC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252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5725-F849-7260-649B-7E0B59EDE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7271E5-83F1-D500-4747-53D53722CF16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1656D38-48A0-DF92-5C85-6247E341D7E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4F6759B-D49E-375C-8419-94083B9E186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D8F43DF-D5C2-8FAE-422D-657794C8AF6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7845B92-1318-8F4D-4726-27AEAA81319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E2DCAF3-0C0E-25E3-E3F1-54474E2237D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C853B93-80C6-7AF3-EF06-231304EABFAA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87AA4057-B4AB-F113-A09E-2034B9DA20F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4D6867D-D2E1-1EC4-7776-BDCE2A6A442B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D632935-5006-5E31-2AAA-2DF44A6BC9A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7EC61483-E9B0-1F6D-337D-DDE474EB5019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357630F-3D75-720A-21D7-A8AC982AF028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660DBEF-5316-A38E-CA5D-27279DADC87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08DA1FB-CD0B-3408-9B8B-53AD698615D2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52D172E-3E06-EAA7-5B61-F104CCA9A8B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604F6A5-B7E9-8C88-E37A-0A0B627A214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3FF93C08-87C3-432A-44F1-EF06C6C2B4FC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6B153BA-A3DB-0A1E-866A-17BD9D5295A2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5104D43-4491-B7C2-B901-0F4E3BE3D63F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01FA022-A14F-F9D3-F075-D583ABA498E6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3247E3F-91CB-070E-FC79-7CBED2E794C1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E57BC4D-A224-55E0-3CFC-6D36FD066F70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7560F0E4-7D01-D5E1-66E9-44F4B75C1ED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AFA508-7157-7616-E78F-9594740A5F1F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C532EBAD-0B2D-41C5-11F8-01CF97B49B5B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9A2DCA1-364E-3177-C751-32BC7C251407}"/>
              </a:ext>
            </a:extLst>
          </p:cNvPr>
          <p:cNvSpPr txBox="1"/>
          <p:nvPr/>
        </p:nvSpPr>
        <p:spPr>
          <a:xfrm>
            <a:off x="763987" y="3007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041D54D6-D83B-F850-9C1B-2DFDEE0B4DAD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C066F80-F19C-AC2D-4C1D-ACF14EF547B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740CB670-BD31-C29D-E1DA-32DE12506451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F1D8E8B-87BF-0314-CC5E-16EF52C226BF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BB2B3D91-66F4-9996-2D04-511C4882633C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5BF6D811-8604-2344-102A-33A71B93A576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1CFFAF9-03B3-0AA6-69EA-5B377EE80AE1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EB6355-CF4B-A41D-03D9-C7D75AFEADD6}"/>
              </a:ext>
            </a:extLst>
          </p:cNvPr>
          <p:cNvSpPr txBox="1"/>
          <p:nvPr/>
        </p:nvSpPr>
        <p:spPr>
          <a:xfrm>
            <a:off x="763987" y="185982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C39AAD4D-C641-7535-7C36-D8CA76459ECF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9E5514B-CC66-01AC-333F-A5C6C1C4AAE7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7ACDAC44-05CD-CE82-D532-5E2324F45A1A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F25201E-ED72-C850-1409-B302CE7BB6A6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B5E7F1A7-BB67-6801-5C40-60354E27B52E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F78C879-02A1-D3F8-AAFF-2CB9191174AA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2947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47654E9-DB7B-872B-3204-50917686A53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8DCF9142-640E-4A97-A842-E0AEB2AC2C7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592EC5C0-72F9-DCB2-513E-E45291FBC4F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E9B1459F-132A-8399-B0AA-F4B133FD5A8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E184534-CE12-B3EF-83FE-0AA38F9A7FA8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04CEDA67-4D6C-F29F-3A0F-C402A426B2F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B025C823-3352-EE5E-142A-BA859E7F2781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02B9F08-F54E-6301-73C6-44D31E397CD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EBA011-7849-15F0-A395-E5F1A7D71D4F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F9C03A3B-5188-7C0E-9D03-54C1DB07270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FAC47-0D65-0AF6-FD6F-9D15E7D9085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BC3006C-634D-978B-21E6-9ED1A0C0623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mock-server:8080/status/503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2082980C-F05D-F5E2-2982-862CEE6E9BE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86651FAF-315D-0668-4669-6C2573776BA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AA619DBE-6851-19E5-8C01-81DC272613A4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D06C6FB-C732-FFD1-727C-4BF42F92AA9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96663D1-478F-4131-132C-9CEC6CFCF62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F69FAC6D-FB7B-831C-609C-7FD134D76D50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54CA514-4B8E-96D9-71F3-24276764ACF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1914082-FD34-2853-086E-74E53B7431B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84AF6FB8-1AA8-3762-B3E2-D84C56AEA49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5A22971-3C30-8014-8F12-23E4EFEA3E2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72E86C-85B4-AB4C-8BAC-A54051F16750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1BDEF521-58D6-E12D-F387-18314EDB40B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mock-server:8080/status/503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004503B9-E8C3-B9E6-9676-B6CC8BB748E2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15932F-DB98-363A-2864-1CC33AEA9E02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C15D8FF5-DE0C-07BF-408D-983F23F1591A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2EA4D5C2-BA5C-01AE-C17E-40C9999E8E32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E0C72572-4B48-A298-DF9A-CEC2A755377B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15809BC1-6085-3754-8AA3-55005D774519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83DB0916-6A96-138B-B750-47268360125D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BE0F61B-5218-B172-C7FE-E14BFA66FB43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B79E16E1-0814-5C14-BCF9-BAA4A7FA27D3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CF1A84E-2B0E-03EC-0E21-0F83A30B490B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94A2-4217-4FFD-0578-EFE2DDD8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87F39A4-6D51-CD73-274C-4F90E1B0500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049B329-23C8-804D-8D34-BDCB403905E7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8670BC41-B536-0CC5-9FCB-AE526B50AC73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ABBBFDF-E567-F6CA-538D-860A53BF3EE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94F59F1-D774-8C62-9CC8-096563A6ED0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DB09466-A09E-AE51-64DD-2CCAEBF5F27E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EB08A6E-7059-A127-DC42-5BC03836A3C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65DC1C-EF72-3521-60A1-27458D9A385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C523E6A-F5E0-7AC3-4690-92B6ECBA27E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E827BF7-52D0-85F8-2FFE-F73490BAE443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C9141E7-47D9-E61D-D47E-C9B534EFD8A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B50365CC-EA72-C355-66ED-F311CA441D95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4382939-8024-B7AF-EA19-E853C792A700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9DB4E06D-DF59-A654-6A5A-A7B9C154DEC7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2322EB5-35B2-3FB1-8C76-1DF294F3C735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32EC9E1-C63D-89ED-DFFD-570849075D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E24C90AB-4E85-8506-2D39-55808A1ED1AB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6356CA-0ED5-E0B3-A632-06796E888A2F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B63AF0A4-DD08-CD88-6E55-F6EEBAAEEEF2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15E49615-FBA2-D1DF-9869-9E92B9DDB6C5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5874968-25C8-7ED3-51BF-CF8078308B16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7278472A-6CBE-52B2-5CB7-08B6026C4D7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456FA75-666F-2D98-3D4B-1A9B0F722926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704787BC-D950-6F14-8C9F-72E7EDEED26D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FBB860B7-BC03-F515-D0A8-E925786BB2C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974A52D-B6A4-CAF9-483D-F62F7FD2D7DA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A95EB49-B81F-636A-928A-34D63A987EF9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BB9B097B-9C9E-D0F9-6D2E-4AF3145E83A7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772B883-151A-38D5-162F-B94D63C2739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BB2F0995-5CE0-5046-8906-8801B8E9B0A0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6A54B07-7F5D-D0E5-A827-882EC40EF4AF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B1FB7C82-DDCF-A258-7DC2-DFA88266CA62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007374AA-5624-326F-BA54-9B0873ACF38A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0E1D41D-EB09-C841-0BE2-B9004F6825FA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E850A0E-4E01-3229-729F-F681B0CBAB4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06CCEFDF-6B66-5681-8A8D-5F2A08A42BCC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FDDD330-3DEA-F8BF-5C56-242DB5AF21F6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98C8587-6CE3-622A-EBF4-F439EA09CB72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CE4EEA0-2F48-6149-FDB8-12E0CDDE3F66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85CA5C-364D-7643-EE5B-16EFB1858CBE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FC08FC9-C606-BD39-8B8A-52C3FF43061A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571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8B082-2659-68BD-E156-BEB8FFA3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0E9E11FF-640D-D68E-1305-2ACEC3CE9C3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285DF78-96F6-C916-7A9C-19B2D7E74B3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A8E6D-0965-2A72-2998-AD2A3FB3A00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ED3B801-CDA1-5012-0F0E-23CA41E011BE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A62DE67-59E1-2508-F3F3-582C4255EF5E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FF909F2-7E39-92AD-8821-7015BC35F24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1BFBEF8-45E6-8695-2F95-5229BB67192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FDC3781-E09C-65C2-613C-26E385B9D6D1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418F6AB-88BB-4B70-A283-BE1B702CCF53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1F3F13B-7E43-9CCF-D4C8-C4B4E08CCA4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8988957-1837-2478-5589-558DAE33A4A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D4FBBC2-527C-260A-97B5-A7FC4E2CAF2A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mock-server:8080/status/200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6AD47C2-BCA5-9ED9-094A-7726DA4B9CE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7FDFD21-7DC3-824E-DB58-ABFC58183028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B09C75-7C8C-460E-EB38-1BF23F770A0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1398D40-353D-6B28-DC3A-8FED5F9E1B6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6F9E4664-98B8-A652-7112-71EA53E11119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7AD8A7-F2C8-F3C7-BBA9-E044D3B437AE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1EE586B0-D6CB-BD8B-3571-CCD0E9FD8027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AF5C3711-1E57-97AA-0914-D7787FA5A6DB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0AB54B-DE95-0745-1F63-C80E3396D397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503 Service Unavailable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6CDA6293-E3A2-70F8-BD9F-FF624569866C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29B750F-4961-39B7-E40A-E35BBD6F1C4B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mock-server:8080/status/200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1B3CE91-89D6-382D-90F2-1938AC3CE72A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3D2BF147-803C-EA33-8B76-CB8350666716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7185D3-00FB-5D2F-8239-F0D065745CE2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3586560-384C-739B-AB20-5D10E846C6F4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F34905A-5AC5-D46A-1704-32AD81C98A35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118DC68-DFC0-F5DA-3509-BE91F72460A0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028469F3-B3DB-F5FD-F495-CFBAA5E96E26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F6AA4636-00D2-28E9-7F68-1D672EC9C95E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503 Service Unavailable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9A357A8-41DF-BD0B-19B5-3E67FF11C9C9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B1F8055-19B5-1414-5B81-DADCAC9AB0C1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mock-server:8080/status/200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ADEDA3B3-01EE-93EC-4996-E93F33135E85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9756BC60-4EF3-5967-9E68-6621D435A6C2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F0E25159-F3D0-089F-D7A5-1A40B459E378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55C8B179-12AD-6F61-9F2A-D24AC5BF45AF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503 Service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CEF61903-D1D1-9DD3-9A8B-9F629FB6B0F3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8DFE40C0-C018-8E69-2797-845A2219F5C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F488C4B8-5546-0A5E-0F7C-170A159846FC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98B6C6-E644-A05D-D21C-7A3B192E87A7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7D3EEC3A-8C8D-B29A-8D8D-0EFB3F5BCEE4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B19BE8C-26DF-9344-1E24-5B314112F8AD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546247-0089-9F75-197C-06E1F11E50EC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1B0ADAD6-DA5A-065B-55F8-4510E9273579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B0FD86AD-4315-1F62-D13F-82B5E3D1D169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9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3DD1A-6D40-A147-DE5E-A05E30DBD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B8E78F8-1591-AE69-1E37-927FA70D6CE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04EF53A-69F0-E3D9-C9EF-5E8E7B0D102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D334FD3-EA35-AE07-D70C-317C29D45A4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D48C193-16FE-29A7-12C4-246B6E4FA8D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50CCA5C-F2BD-D667-F79E-4D0CC7B06413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15B6E78-C89B-F1C6-B8DE-CC2E4FDD06A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B78CFD0-AD7A-8A80-FD3A-62F580AC8E73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FFF3D4B-8D1C-B75C-9B1A-2590563A01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3115B06-1AAB-C7CD-210B-DC4C4D36D19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FF638221-0B5F-9600-B76E-D808776D6ECE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D33B417D-0BFA-AC90-714A-17B6BC56FE12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EC084E6D-3A76-B5E9-92C0-D2F7BCB88933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mock-server:8080/delay/70000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7130DF38-EFBB-824E-9F76-7D6873BE002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2CE6A5DF-FDBA-3EFA-F4A8-4008FE6D6244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83249717-30B4-FE98-BF9A-9C7DC3DA229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70118EF-AC51-4B5D-DF3C-00CD3C65638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BE5FBC-E28D-7B2A-C874-13A3EE27F949}"/>
              </a:ext>
            </a:extLst>
          </p:cNvPr>
          <p:cNvSpPr txBox="1"/>
          <p:nvPr/>
        </p:nvSpPr>
        <p:spPr>
          <a:xfrm>
            <a:off x="763987" y="309978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05D578E-61FC-96B3-FC53-A437C9F4C288}"/>
              </a:ext>
            </a:extLst>
          </p:cNvPr>
          <p:cNvCxnSpPr>
            <a:cxnSpLocks/>
          </p:cNvCxnSpPr>
          <p:nvPr/>
        </p:nvCxnSpPr>
        <p:spPr>
          <a:xfrm>
            <a:off x="763988" y="334600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081A9B71-B032-C319-ED5E-DE1B69EE18E4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4197DE88-3E77-4E32-AD1D-748C02A95A83}"/>
              </a:ext>
            </a:extLst>
          </p:cNvPr>
          <p:cNvCxnSpPr>
            <a:cxnSpLocks/>
          </p:cNvCxnSpPr>
          <p:nvPr/>
        </p:nvCxnSpPr>
        <p:spPr>
          <a:xfrm>
            <a:off x="3681969" y="281751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7A256749-A614-4E81-CAFF-506DA657D135}"/>
              </a:ext>
            </a:extLst>
          </p:cNvPr>
          <p:cNvCxnSpPr>
            <a:cxnSpLocks/>
          </p:cNvCxnSpPr>
          <p:nvPr/>
        </p:nvCxnSpPr>
        <p:spPr>
          <a:xfrm>
            <a:off x="5462033" y="289740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609130-B181-8CF9-503D-FD2A230DD263}"/>
              </a:ext>
            </a:extLst>
          </p:cNvPr>
          <p:cNvSpPr txBox="1"/>
          <p:nvPr/>
        </p:nvSpPr>
        <p:spPr>
          <a:xfrm>
            <a:off x="3681968" y="256722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D6A37697-7830-01A9-FE7E-75C7165E399A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691C1F-EDAA-1CC7-4CDE-4BBFB5A699DC}"/>
              </a:ext>
            </a:extLst>
          </p:cNvPr>
          <p:cNvSpPr txBox="1"/>
          <p:nvPr/>
        </p:nvSpPr>
        <p:spPr>
          <a:xfrm>
            <a:off x="2843809" y="1850840"/>
            <a:ext cx="7406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0FD4A88B-7A28-75F5-01D1-ED6D243AA2A5}"/>
              </a:ext>
            </a:extLst>
          </p:cNvPr>
          <p:cNvCxnSpPr>
            <a:cxnSpLocks/>
          </p:cNvCxnSpPr>
          <p:nvPr/>
        </p:nvCxnSpPr>
        <p:spPr>
          <a:xfrm flipH="1">
            <a:off x="763987" y="299654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D916ACF-8E9B-E362-4E6E-63BE0779EE3D}"/>
              </a:ext>
            </a:extLst>
          </p:cNvPr>
          <p:cNvSpPr txBox="1"/>
          <p:nvPr/>
        </p:nvSpPr>
        <p:spPr>
          <a:xfrm>
            <a:off x="872620" y="29965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504 Gateway Timeout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8DC04F49-9F66-3BC8-83DE-841489CAA638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0DDA2D5-A9C9-F135-5EC4-1D79A17EB744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1161403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1138-225E-1E21-080A-7A0BE143F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871B05-BAE8-620B-CFC0-111F22C37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65752-712C-5AD6-0579-42CA9238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0155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0473D-5439-97B1-2615-8CB22F651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21FDD54-6E04-6840-DC58-64C10D79F1F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74B65177-AE72-13BE-FA5B-02656A93D2E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D711CF2-06C6-1200-5BB8-FB467E0EBC9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15D0B585-2C95-102A-F9DF-C1318763D42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B67440FB-1800-440E-CBC2-55A6B7E9DA1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C2658DB-F939-A26F-0A34-B6DC97BEC8A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F6C82534-EBC7-618B-E118-C2DFD1D7EC7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5E72EF4-A34D-CFD3-AA66-62357F2D176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AC206B8-2545-707E-D677-F4E0D233E9EC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A4E843-4FD1-67FA-D2FE-8CD09C03067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5F0550C-6955-E83A-C580-295079F7EC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64A910A-1117-5BC0-7C4E-08F53FAD582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03259DE-BDD2-F5AE-DBAB-65D49039F6FA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C5F096-BB9C-1026-F3A6-48E0E055BB22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A9E493-D2A2-7448-8E5D-3CEAAD94D98E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15D11DD-62F6-6603-D1D1-FC74775E71E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193BE54-1CA3-5CF5-C5C8-180A913E36A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ED9A4CD-ACA9-E040-B51C-DDCF6D28771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BD64DA-88CA-B72B-F330-FCDCC41EFFAA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D1EBBF3-3CBB-B050-B754-2916E7B4A5C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CDDD4E5-CF15-989B-9C5A-52AABEE65430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53ED81-5969-AA75-6C8B-285D43C9449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335212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2DB3-DA05-026B-E13D-759DBE84B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A3C47F15-6104-EFDE-C3FE-0C7266A41E1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06A82C3C-E2A8-8420-5A5F-9813FB3777F5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03CD3B87-D275-0C03-A1B2-FA2ED9F27C1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5D42F68D-48A6-163A-DCBA-6295D6541E4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F5CEE834-4BE6-02A3-899B-AB7EA549DD7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0907EEC-0043-ACE6-DA0F-7DB5F5C8FE7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5FAA407-438B-40E0-311D-4A4ABA6744F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01447562-19D2-2B04-ACC8-79A89CE2F03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E6C86E2B-DC4F-2C1F-209A-642C0CD5B8A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B34A773-96A8-68B6-DBBD-3D6E6C9605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69DEBC-E96A-1990-3686-9D48AE8A2F8F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829FAB8-0C69-33E2-13E8-DAA20DEF9250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14}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20BA522A-1C49-D228-6347-68FB67ADA3F6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70BE05B-5670-E02D-5925-28B9D76EAD39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06E489-CC9A-D3C0-A48B-224C396012D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6BEA965-F82D-BCC4-E814-54537C48D8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DD1A342A-FE4D-4BEE-A53D-62C552F3911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71BF6312-6AA3-556D-C466-08EEB581B09E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14398A4-4BEC-AD1E-2131-438737069F5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7381FD6-93BE-4B73-826C-59D7AB94EF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5E3E3E-F7C6-8801-3E68-7FC30C8195DC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284AAC3-93D2-8A90-FF27-C2A8C95659AF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00544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1F5D-B777-8BF5-DE29-56327774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5D7B55C-909D-2354-EF9E-7C81808B61E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1A3E7304-EF2F-33CF-DBF1-F7FC250F53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AB90066-10C2-5367-BE3A-A276F89B12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06251DD1-9BB0-9EBB-E99E-7CA4580C841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75B89487-B0A7-D126-00BD-9026F39CBDA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C47D0720-917B-B2A5-134A-53517F4B85D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DF5699-67FA-CD91-A140-261230C3ECD6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52106FBC-0FBC-FFFC-83F4-C0AA297FCD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3CF1AD8-1E33-0F68-7BE5-537E414EDAC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ABC129C-5A0F-C93D-AD6F-2A370BDE492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B0A0DEEA-82E1-4D9B-7D11-288E5D3010F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2184DAF-DB74-C647-F9C0-153E6C6634C8}"/>
              </a:ext>
            </a:extLst>
          </p:cNvPr>
          <p:cNvSpPr txBox="1"/>
          <p:nvPr/>
        </p:nvSpPr>
        <p:spPr>
          <a:xfrm>
            <a:off x="763986" y="1185664"/>
            <a:ext cx="29179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5000}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625DA6E3-BFF5-EDD7-82F6-E4782FADBCB2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25853E7-EC5C-1278-3551-CE5D65ABADAC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93F9391-8074-4764-39FA-2B002C5A9074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CE364A3-7B14-B518-6023-6555231AC46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14B03-D4AE-89FB-EFE6-6D56D5E5A3C1}"/>
              </a:ext>
            </a:extLst>
          </p:cNvPr>
          <p:cNvSpPr txBox="1"/>
          <p:nvPr/>
        </p:nvSpPr>
        <p:spPr>
          <a:xfrm>
            <a:off x="3681957" y="16135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CB3F658-1C51-B9EE-1241-8CF28B0253D0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4B33D831-3E74-D92A-3F03-02C243464DB8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8C69175-34F9-8E98-04CB-E960151CAB7E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4CC5AD3-E099-F42C-427E-61CE50A51D56}"/>
              </a:ext>
            </a:extLst>
          </p:cNvPr>
          <p:cNvSpPr txBox="1"/>
          <p:nvPr/>
        </p:nvSpPr>
        <p:spPr>
          <a:xfrm>
            <a:off x="763987" y="15391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 (Ctrl + C)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074372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A93F4-AA07-2A4B-1695-DD3D2C4EE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C55B60AD-0F98-A197-82D6-CA7FAFA46A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563A3B9-C19A-BBA4-D699-AFF3E16BD7B0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6CD0541-929A-1ECD-9CA8-808F1EBFEF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BAA5F49-AFE8-0A44-06B4-6FCA78CB493A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FAC19A5-3A19-E597-6DFC-1A747395DA7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F7E095B-4FDB-DDBF-F5DF-C576914B6796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2F973D85-4715-1D81-D506-1B3E4447500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B82586A-50B1-6ECA-4588-4BA44B73AE7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3DFF786-BEC1-66AF-0A08-4394DAE8C61E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A6257F7-E165-0563-BB33-88B3AD9915D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231C5F15-6053-2BB5-4242-546E0DAD70D3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08DB70C-A42F-0B03-35AE-051A5DF1AC0A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CC70A610-D419-2419-0C27-FF678D543FD8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14CB50-44CB-E3F2-DBB3-77A05A6F0A3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C32CB63-6492-6B14-4F59-05643397470A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4A28E01E-759E-1F59-4231-7E42E3668CEA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215BD83-6348-AB44-BFD6-F3240BF4AD6D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02DEED1-1983-D301-EBBA-C57B6051C827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BD7DA-EB47-C2F2-B4F2-3C4D5781BFB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46016-C3EA-B392-AF29-6BE3CBBCCC20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D048859-F8BF-AE90-47EC-7E9DD282A0A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A76FC0E-980B-2193-C7E0-A8481D80E71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422BFD7D-5EF5-421C-0ABA-DD57F6AF22B7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D01475B5-EA77-C72D-1B88-2570D71ADBC2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D39EE9F0-D9B3-264F-EAC6-98364C615D3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A24E11C-8E7E-24E0-435A-153B6F3C6E53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F0B02C28-875E-A84C-3B35-283A0D326D1A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38854A-646F-10FF-475E-44365D2D19F5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6F5ECE-D2AE-9C31-4169-5CE2E7162988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4AF688-933B-E386-39AF-2237820E8CE7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4E6DF5A2-45ED-4A76-5625-C824EEE88AC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57678421-C9B4-6B04-EAA4-1C61A28A0048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BB339BC8-3604-042F-26BB-95B5F0F8D9DC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765BE89E-10AB-0592-6688-DAEFBE2EB4AD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DDC03F3-0A0B-9056-4EBC-F7E011F4674F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E773EF-1C6E-0116-ADF4-FC0601349BB0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E90A10-8339-B7F8-C67D-124AB2D17C37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D526A-4D44-9D3B-C526-D6A806DCDF6B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6361DA66-AAEF-FDC5-0C56-6D5996BECF18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DE504E9-E20D-1D0C-172F-F39B2F29D98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7C90F713-DDB2-214E-212C-38F354F5A7A9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0477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9C552-E71E-FEFD-2267-DE25355CC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3B7D1FB-D7E6-1552-A92C-43C382BD4A1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9AF35B9-A69F-8E44-D9A8-7FAFD6B2CF59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97B21E09-C448-9CA9-1A68-62A565D3722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10C62FC-1D09-B198-2FC7-4579558B1915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069340A-2628-F323-1538-25D91EB94B37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28A4C433-65F3-658A-07CA-B309815F7A48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29E81DC-08D8-9421-E889-9C280019518B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1E3A735A-1234-ABDC-62AF-1831EF84429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A69CB8CB-BDAC-3519-5D2B-9B444102B94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37A9CC20-3229-7530-9D88-A010CD3B06E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17E35E10-A707-3BBD-A33C-587F1B9978C6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B9B5638-45C3-DBAC-232E-FB6280DD360B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3CA65C87-B6D2-E447-FDFE-39F103C5B93C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F03EBFD-E4DC-ADE4-C8B5-2FF1A2411508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D431AA36-5855-54FC-4BA2-AB3481FFF3EC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027E87C1-2D74-0AC7-3931-56659B88313A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A2FFCFE-BC51-FA32-734B-4FA70AB64F2A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7E5E3E-261A-A5DC-F0AF-762972100545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F32AEA-B696-CB51-BA97-F86A51626137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F3BECC03-5F85-EF86-4C89-3FE2504BB7BE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433B36-8DE6-168C-E829-603EAA4FDEC3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DC2C78F2-1FDE-2FEE-259D-2969D3B5475F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7B2427F-32AA-9F9D-C9CC-8B071E6253DB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308E1141-2634-F76F-3C9A-E536DC9A2F3B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C68F54F9-9F93-E8B5-34F0-9E334F70674A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7EDE223-FDC5-1328-376F-8FD3E492787C}"/>
              </a:ext>
            </a:extLst>
          </p:cNvPr>
          <p:cNvSpPr txBox="1"/>
          <p:nvPr/>
        </p:nvSpPr>
        <p:spPr>
          <a:xfrm>
            <a:off x="5584333" y="236995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929F7874-014F-4F51-2D50-CC1D63A0E7D7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0CD72229-2938-1F8F-9DC7-753614F00377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C8303A1-BEFD-42CC-F289-F4AB1008E4C7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C0B9047-8983-0A0E-1F83-751AD29635D1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33968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37EF-FAB5-00CF-19F5-4AA418B81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26BF2216-2924-A5F6-53A9-C10A732E615E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823A786C-0EE7-C611-98C6-706B51A2357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CE8CBF7-8F5A-F42B-A1D6-5709610D4E7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B1BC4202-B113-2745-D85F-B89087C462A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CE07C528-A957-A64B-5C0C-42982D63CBA2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05EDEE7D-FBDA-9697-2239-23513ACADDC7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278DA02-1424-3343-F1C0-C35D832F419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9842D74-5759-B8D1-C654-3593ABA63F5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B1C002-18A5-8891-0C60-525FBCD21586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971ADEB-E96A-A06E-4832-C9AFD7438E0C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A4CA6E3-3B17-8F76-301F-7B2245D92E2F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885B78F1-0090-B4CF-7584-EB058269E9DC}"/>
              </a:ext>
            </a:extLst>
          </p:cNvPr>
          <p:cNvSpPr txBox="1"/>
          <p:nvPr/>
        </p:nvSpPr>
        <p:spPr>
          <a:xfrm>
            <a:off x="763986" y="1185663"/>
            <a:ext cx="3880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0ECCA6EE-247A-404B-1161-93E18CA10213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9555C5A-7AB0-6669-D8B5-A39F308651D8}"/>
              </a:ext>
            </a:extLst>
          </p:cNvPr>
          <p:cNvSpPr txBox="1"/>
          <p:nvPr/>
        </p:nvSpPr>
        <p:spPr>
          <a:xfrm>
            <a:off x="2666358" y="20754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5B38867-BB8F-A18E-13DD-87645B60D68C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6C853CE-753D-4C01-D452-EE85506EB293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221688F7-A253-F5DD-2A18-54544AE6E45C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C7E19A91-E25D-9B97-EB25-68966E7D2928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4F9547-F174-B0FB-1C69-E05CA7CBCC3B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4BE250-FBD3-B773-D608-CB26E6A0DAE8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8A003FE7-5E49-C6B3-0E7C-C84ED732063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C1C5DE0-90FB-DC26-33D6-B17463D248E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B52F4E53-1B25-FAA9-DDEE-71FA53368A18}"/>
              </a:ext>
            </a:extLst>
          </p:cNvPr>
          <p:cNvCxnSpPr>
            <a:cxnSpLocks/>
          </p:cNvCxnSpPr>
          <p:nvPr/>
        </p:nvCxnSpPr>
        <p:spPr>
          <a:xfrm>
            <a:off x="5462033" y="313490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1196D2B-59BC-8743-1DE1-CF196B4FA7D8}"/>
              </a:ext>
            </a:extLst>
          </p:cNvPr>
          <p:cNvCxnSpPr>
            <a:cxnSpLocks/>
          </p:cNvCxnSpPr>
          <p:nvPr/>
        </p:nvCxnSpPr>
        <p:spPr>
          <a:xfrm>
            <a:off x="3681969" y="2634306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66EAFF7F-37B0-4E44-78C6-F2FEF4E57C29}"/>
              </a:ext>
            </a:extLst>
          </p:cNvPr>
          <p:cNvCxnSpPr>
            <a:cxnSpLocks/>
          </p:cNvCxnSpPr>
          <p:nvPr/>
        </p:nvCxnSpPr>
        <p:spPr>
          <a:xfrm>
            <a:off x="5462033" y="2714197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91C221A7-9EBA-B8A3-FBBC-322D08344105}"/>
              </a:ext>
            </a:extLst>
          </p:cNvPr>
          <p:cNvCxnSpPr>
            <a:cxnSpLocks/>
          </p:cNvCxnSpPr>
          <p:nvPr/>
        </p:nvCxnSpPr>
        <p:spPr>
          <a:xfrm>
            <a:off x="3681977" y="3206911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호 18">
            <a:extLst>
              <a:ext uri="{FF2B5EF4-FFF2-40B4-BE49-F238E27FC236}">
                <a16:creationId xmlns:a16="http://schemas.microsoft.com/office/drawing/2014/main" id="{4F035496-6D65-E419-5AFE-3D3AD4B6ABF2}"/>
              </a:ext>
            </a:extLst>
          </p:cNvPr>
          <p:cNvSpPr/>
          <p:nvPr/>
        </p:nvSpPr>
        <p:spPr>
          <a:xfrm>
            <a:off x="8241825" y="2714196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3D543C-ECDD-0FD3-AB33-484BAE8C3314}"/>
              </a:ext>
            </a:extLst>
          </p:cNvPr>
          <p:cNvSpPr txBox="1"/>
          <p:nvPr/>
        </p:nvSpPr>
        <p:spPr>
          <a:xfrm>
            <a:off x="5584333" y="3132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FE96F-FDFB-0AAC-5154-0095D36A0FCF}"/>
              </a:ext>
            </a:extLst>
          </p:cNvPr>
          <p:cNvSpPr txBox="1"/>
          <p:nvPr/>
        </p:nvSpPr>
        <p:spPr>
          <a:xfrm>
            <a:off x="3684670" y="2386852"/>
            <a:ext cx="411086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DF279E-5E2B-A98F-53A0-C9662938F693}"/>
              </a:ext>
            </a:extLst>
          </p:cNvPr>
          <p:cNvSpPr txBox="1"/>
          <p:nvPr/>
        </p:nvSpPr>
        <p:spPr>
          <a:xfrm>
            <a:off x="2666358" y="320436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05907D0-6509-E32E-4350-F826F5134B0F}"/>
              </a:ext>
            </a:extLst>
          </p:cNvPr>
          <p:cNvCxnSpPr>
            <a:cxnSpLocks/>
          </p:cNvCxnSpPr>
          <p:nvPr/>
        </p:nvCxnSpPr>
        <p:spPr>
          <a:xfrm>
            <a:off x="5462033" y="4263529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49B37091-0E57-A2DE-CC25-127DB731EDE2}"/>
              </a:ext>
            </a:extLst>
          </p:cNvPr>
          <p:cNvCxnSpPr>
            <a:cxnSpLocks/>
          </p:cNvCxnSpPr>
          <p:nvPr/>
        </p:nvCxnSpPr>
        <p:spPr>
          <a:xfrm>
            <a:off x="3681969" y="3762932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2F032E85-434E-F587-BD13-99B6507714D7}"/>
              </a:ext>
            </a:extLst>
          </p:cNvPr>
          <p:cNvCxnSpPr>
            <a:cxnSpLocks/>
          </p:cNvCxnSpPr>
          <p:nvPr/>
        </p:nvCxnSpPr>
        <p:spPr>
          <a:xfrm>
            <a:off x="5462033" y="384282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CDADAA36-F704-95F2-1B9F-262F98C9032C}"/>
              </a:ext>
            </a:extLst>
          </p:cNvPr>
          <p:cNvCxnSpPr>
            <a:cxnSpLocks/>
          </p:cNvCxnSpPr>
          <p:nvPr/>
        </p:nvCxnSpPr>
        <p:spPr>
          <a:xfrm>
            <a:off x="3681977" y="4335537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호 43">
            <a:extLst>
              <a:ext uri="{FF2B5EF4-FFF2-40B4-BE49-F238E27FC236}">
                <a16:creationId xmlns:a16="http://schemas.microsoft.com/office/drawing/2014/main" id="{500572B5-5E08-00E9-84A9-DA099C63B2F9}"/>
              </a:ext>
            </a:extLst>
          </p:cNvPr>
          <p:cNvSpPr/>
          <p:nvPr/>
        </p:nvSpPr>
        <p:spPr>
          <a:xfrm>
            <a:off x="8241825" y="3842822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4F48655-F5AE-BC24-8149-D369EB3E7046}"/>
              </a:ext>
            </a:extLst>
          </p:cNvPr>
          <p:cNvSpPr txBox="1"/>
          <p:nvPr/>
        </p:nvSpPr>
        <p:spPr>
          <a:xfrm>
            <a:off x="5584333" y="426121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275A06-E18C-6F80-22EA-92660313F48D}"/>
              </a:ext>
            </a:extLst>
          </p:cNvPr>
          <p:cNvSpPr txBox="1"/>
          <p:nvPr/>
        </p:nvSpPr>
        <p:spPr>
          <a:xfrm>
            <a:off x="3684670" y="3515478"/>
            <a:ext cx="42006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CloseBeforeResponse {"milliseconds": 1000}</a:t>
            </a:r>
            <a:endParaRPr kumimoji="1" lang="ko-KR" altLang="en-US" sz="1000" i="1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191881-D91C-059F-44A4-0FAD4CA2D7FE}"/>
              </a:ext>
            </a:extLst>
          </p:cNvPr>
          <p:cNvSpPr txBox="1"/>
          <p:nvPr/>
        </p:nvSpPr>
        <p:spPr>
          <a:xfrm>
            <a:off x="2666358" y="433298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  <p:cxnSp>
        <p:nvCxnSpPr>
          <p:cNvPr id="57" name="Straight Arrow Connector 81">
            <a:extLst>
              <a:ext uri="{FF2B5EF4-FFF2-40B4-BE49-F238E27FC236}">
                <a16:creationId xmlns:a16="http://schemas.microsoft.com/office/drawing/2014/main" id="{B63FA61F-A7BE-A7B0-4684-C118A9AD2B51}"/>
              </a:ext>
            </a:extLst>
          </p:cNvPr>
          <p:cNvCxnSpPr>
            <a:cxnSpLocks/>
          </p:cNvCxnSpPr>
          <p:nvPr/>
        </p:nvCxnSpPr>
        <p:spPr>
          <a:xfrm>
            <a:off x="763986" y="4403439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7020AF65-9C3D-F17E-3A5B-BF74529E64AB}"/>
              </a:ext>
            </a:extLst>
          </p:cNvPr>
          <p:cNvCxnSpPr>
            <a:cxnSpLocks/>
          </p:cNvCxnSpPr>
          <p:nvPr/>
        </p:nvCxnSpPr>
        <p:spPr>
          <a:xfrm>
            <a:off x="763988" y="475366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E643846-4AC9-2BD8-197C-C0BD2FD44C18}"/>
              </a:ext>
            </a:extLst>
          </p:cNvPr>
          <p:cNvSpPr txBox="1"/>
          <p:nvPr/>
        </p:nvSpPr>
        <p:spPr>
          <a:xfrm>
            <a:off x="763987" y="450743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522394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13978-CE12-BF54-DC34-8DC638438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7090507-063C-9EDC-3225-0F6BA4B80A8F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A3F8AE34-15C0-97CE-27BB-0E81FD78490F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22E450DF-5C27-302B-6085-F7AC6F8783A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EBB4B32-DA3F-E6BD-6092-D8BF17A7A830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976528A-BB3D-91D9-8720-C7C983D303C5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4EB5D6A8-25A7-22F9-ACDE-37985DD62B2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33AC78-F93A-E80C-9CBB-3CA16F28530F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A862B08-9330-2A05-FF85-6AB7052BE8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D977212-75C7-E01E-CBFE-95B9E75B7A4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A44104C-4A0A-C47A-3C7B-70B301F89C86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904E23AD-387B-11D5-C682-B9561E5EF3AC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D465B61-3E8F-CB6A-79D4-3AA0080A8C99}"/>
              </a:ext>
            </a:extLst>
          </p:cNvPr>
          <p:cNvSpPr txBox="1"/>
          <p:nvPr/>
        </p:nvSpPr>
        <p:spPr>
          <a:xfrm>
            <a:off x="763986" y="1185663"/>
            <a:ext cx="38080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ResetAfterResponse {"milliseconds": 1000}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0B3D46-B504-3D7F-FC20-BF6F6A0C14B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5684C291-0D40-910B-C99E-9DB09132CC71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F633AE7F-8A29-5254-5BE5-BBEE5D340DF5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92DDED7-4DD4-20E2-7ABC-018AC8342D98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105A3F44-93AA-7651-ADED-86B4850F78A9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ACCE4D-BFA3-91B6-D73D-93F5C1F3129F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BA6484-18B2-5092-0C89-5948F4C8B596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Partial Response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AC99F19-FE83-FF1D-A89B-C582370A99F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7892E33-25BA-AD6B-F14B-0CE2DBFD9E42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2C78D3A-C708-BBFD-4886-F16F8202A0B0}"/>
              </a:ext>
            </a:extLst>
          </p:cNvPr>
          <p:cNvCxnSpPr>
            <a:cxnSpLocks/>
          </p:cNvCxnSpPr>
          <p:nvPr/>
        </p:nvCxnSpPr>
        <p:spPr>
          <a:xfrm>
            <a:off x="763988" y="2847520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EE622A9-A3B8-2338-BCB4-4A392EA89733}"/>
              </a:ext>
            </a:extLst>
          </p:cNvPr>
          <p:cNvSpPr txBox="1"/>
          <p:nvPr/>
        </p:nvSpPr>
        <p:spPr>
          <a:xfrm>
            <a:off x="763987" y="260129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6E0C51B-7E92-6533-30C9-8625656D9EFF}"/>
              </a:ext>
            </a:extLst>
          </p:cNvPr>
          <p:cNvCxnSpPr>
            <a:cxnSpLocks/>
          </p:cNvCxnSpPr>
          <p:nvPr/>
        </p:nvCxnSpPr>
        <p:spPr>
          <a:xfrm>
            <a:off x="5462033" y="2365915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93272C8-5F33-9CFB-AEA0-D71A5F7CE026}"/>
              </a:ext>
            </a:extLst>
          </p:cNvPr>
          <p:cNvCxnSpPr>
            <a:cxnSpLocks/>
          </p:cNvCxnSpPr>
          <p:nvPr/>
        </p:nvCxnSpPr>
        <p:spPr>
          <a:xfrm>
            <a:off x="3681977" y="2437923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29540B8-41C5-FDC9-CA68-9965D7904C72}"/>
              </a:ext>
            </a:extLst>
          </p:cNvPr>
          <p:cNvSpPr txBox="1"/>
          <p:nvPr/>
        </p:nvSpPr>
        <p:spPr>
          <a:xfrm>
            <a:off x="5584333" y="236360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AFCD8C89-895C-F041-A212-625F7727DBDF}"/>
              </a:ext>
            </a:extLst>
          </p:cNvPr>
          <p:cNvCxnSpPr>
            <a:cxnSpLocks/>
          </p:cNvCxnSpPr>
          <p:nvPr/>
        </p:nvCxnSpPr>
        <p:spPr>
          <a:xfrm>
            <a:off x="763986" y="213970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6C71C09B-7806-2B87-153D-A7D60142F8AC}"/>
              </a:ext>
            </a:extLst>
          </p:cNvPr>
          <p:cNvCxnSpPr>
            <a:cxnSpLocks/>
          </p:cNvCxnSpPr>
          <p:nvPr/>
        </p:nvCxnSpPr>
        <p:spPr>
          <a:xfrm>
            <a:off x="763986" y="2499742"/>
            <a:ext cx="2917983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3B1BC7A2-B60D-86A6-9A8B-65AFD9869E0C}"/>
              </a:ext>
            </a:extLst>
          </p:cNvPr>
          <p:cNvCxnSpPr>
            <a:cxnSpLocks/>
          </p:cNvCxnSpPr>
          <p:nvPr/>
        </p:nvCxnSpPr>
        <p:spPr>
          <a:xfrm>
            <a:off x="5462033" y="2726720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C2293A3-E74B-FB09-0251-4E70C7381559}"/>
              </a:ext>
            </a:extLst>
          </p:cNvPr>
          <p:cNvSpPr txBox="1"/>
          <p:nvPr/>
        </p:nvSpPr>
        <p:spPr>
          <a:xfrm>
            <a:off x="5584333" y="272440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6381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15E61-E0AD-6D8D-ED5B-B35B412EE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07106EE-6F4F-C766-6463-5B1E7743ADC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6B9A580-476A-4D15-8CA2-148D88837563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D6A3DBB0-D6F9-4ECD-0941-45EAC47F871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7F2124E-56B2-4DD4-404E-BC1DA36ED94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E0035ACB-67AD-6C36-1BF3-3B7896B08401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1E3332B7-4696-25FF-2154-56936C2C1C3F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0913C4A0-3224-7B75-FE79-097E8FBB3EF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C98888CB-87C5-1679-F157-9D266525837E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2F809FA-5E98-AA9A-6AB4-B5A42DFDBCA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BC97E62-AF19-3EBC-F218-C97B1BA889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EBFF7AD-E032-6355-5F09-DEAE61063913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653FD54-3F76-090D-1865-D7CE72472371}"/>
              </a:ext>
            </a:extLst>
          </p:cNvPr>
          <p:cNvSpPr txBox="1"/>
          <p:nvPr/>
        </p:nvSpPr>
        <p:spPr>
          <a:xfrm>
            <a:off x="763986" y="1185664"/>
            <a:ext cx="3159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8F3C3796-B2C0-A8AE-08C9-5DBDE0F6F44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77F6B881-7883-D277-D7EA-8EC0150228BF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7B472D76-3857-9938-0446-81592EC58AC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AB4D81-EF8D-31E5-6611-1CAA3327E5BA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92BDA18-0102-AFB1-B446-D4E21F2481C0}"/>
              </a:ext>
            </a:extLst>
          </p:cNvPr>
          <p:cNvCxnSpPr>
            <a:cxnSpLocks/>
          </p:cNvCxnSpPr>
          <p:nvPr/>
        </p:nvCxnSpPr>
        <p:spPr>
          <a:xfrm>
            <a:off x="5462033" y="3364885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B321762-9963-BC6E-3DD9-4D04CDB594F8}"/>
              </a:ext>
            </a:extLst>
          </p:cNvPr>
          <p:cNvSpPr txBox="1"/>
          <p:nvPr/>
        </p:nvSpPr>
        <p:spPr>
          <a:xfrm>
            <a:off x="5584334" y="33648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83E0C17D-CA4A-6641-09D4-B310B0DD31B4}"/>
              </a:ext>
            </a:extLst>
          </p:cNvPr>
          <p:cNvCxnSpPr>
            <a:cxnSpLocks/>
          </p:cNvCxnSpPr>
          <p:nvPr/>
        </p:nvCxnSpPr>
        <p:spPr>
          <a:xfrm>
            <a:off x="3681977" y="3436893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47721DF9-2E3E-C33C-86ED-1C43B3C2C55F}"/>
              </a:ext>
            </a:extLst>
          </p:cNvPr>
          <p:cNvCxnSpPr>
            <a:cxnSpLocks/>
          </p:cNvCxnSpPr>
          <p:nvPr/>
        </p:nvCxnSpPr>
        <p:spPr>
          <a:xfrm>
            <a:off x="763987" y="3508901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83613A-D0D3-AF34-9CD6-5F499B188171}"/>
              </a:ext>
            </a:extLst>
          </p:cNvPr>
          <p:cNvCxnSpPr>
            <a:cxnSpLocks/>
          </p:cNvCxnSpPr>
          <p:nvPr/>
        </p:nvCxnSpPr>
        <p:spPr>
          <a:xfrm>
            <a:off x="763988" y="3857327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66CF1BC-DF3C-18C0-6CCA-1384CA658C4A}"/>
              </a:ext>
            </a:extLst>
          </p:cNvPr>
          <p:cNvSpPr txBox="1"/>
          <p:nvPr/>
        </p:nvSpPr>
        <p:spPr>
          <a:xfrm>
            <a:off x="763987" y="36111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1A41C84A-B9D9-B64E-F133-8D3E121388BB}"/>
              </a:ext>
            </a:extLst>
          </p:cNvPr>
          <p:cNvSpPr/>
          <p:nvPr/>
        </p:nvSpPr>
        <p:spPr>
          <a:xfrm>
            <a:off x="8244505" y="1585570"/>
            <a:ext cx="257804" cy="177930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A462BD4-7565-7AF4-5D68-D0B3969CEF75}"/>
              </a:ext>
            </a:extLst>
          </p:cNvPr>
          <p:cNvSpPr txBox="1"/>
          <p:nvPr/>
        </p:nvSpPr>
        <p:spPr>
          <a:xfrm>
            <a:off x="8425602" y="235124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F5B5043E-49D6-5D7F-12AB-7BB13FA50E02}"/>
              </a:ext>
            </a:extLst>
          </p:cNvPr>
          <p:cNvCxnSpPr>
            <a:cxnSpLocks/>
          </p:cNvCxnSpPr>
          <p:nvPr/>
        </p:nvCxnSpPr>
        <p:spPr>
          <a:xfrm>
            <a:off x="763988" y="210547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50D832E-614F-BE80-3D1F-8FAAAAE504C4}"/>
              </a:ext>
            </a:extLst>
          </p:cNvPr>
          <p:cNvSpPr txBox="1"/>
          <p:nvPr/>
        </p:nvSpPr>
        <p:spPr>
          <a:xfrm>
            <a:off x="763986" y="1859256"/>
            <a:ext cx="3087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tx2"/>
              </a:solidFill>
            </a:endParaRPr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75E769EE-703B-9F5B-30A9-829A0588C785}"/>
              </a:ext>
            </a:extLst>
          </p:cNvPr>
          <p:cNvCxnSpPr>
            <a:cxnSpLocks/>
          </p:cNvCxnSpPr>
          <p:nvPr/>
        </p:nvCxnSpPr>
        <p:spPr>
          <a:xfrm>
            <a:off x="763988" y="17513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7B87862-4FC1-8AC6-1096-28A569135594}"/>
              </a:ext>
            </a:extLst>
          </p:cNvPr>
          <p:cNvSpPr txBox="1"/>
          <p:nvPr/>
        </p:nvSpPr>
        <p:spPr>
          <a:xfrm>
            <a:off x="763987" y="15051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41E32BF4-76E2-98F7-B8EE-744E3E66B579}"/>
              </a:ext>
            </a:extLst>
          </p:cNvPr>
          <p:cNvCxnSpPr>
            <a:cxnSpLocks/>
          </p:cNvCxnSpPr>
          <p:nvPr/>
        </p:nvCxnSpPr>
        <p:spPr>
          <a:xfrm>
            <a:off x="763988" y="281206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1F68F9-6B34-8405-CB74-CC04C9D310EF}"/>
              </a:ext>
            </a:extLst>
          </p:cNvPr>
          <p:cNvSpPr txBox="1"/>
          <p:nvPr/>
        </p:nvSpPr>
        <p:spPr>
          <a:xfrm>
            <a:off x="763986" y="2565842"/>
            <a:ext cx="30879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9F905FAF-BD76-0E05-5381-806953891974}"/>
              </a:ext>
            </a:extLst>
          </p:cNvPr>
          <p:cNvCxnSpPr>
            <a:cxnSpLocks/>
          </p:cNvCxnSpPr>
          <p:nvPr/>
        </p:nvCxnSpPr>
        <p:spPr>
          <a:xfrm>
            <a:off x="763988" y="245794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BF48AD28-0985-A39A-2E58-766FCE8ABC0F}"/>
              </a:ext>
            </a:extLst>
          </p:cNvPr>
          <p:cNvSpPr txBox="1"/>
          <p:nvPr/>
        </p:nvSpPr>
        <p:spPr>
          <a:xfrm>
            <a:off x="763987" y="22117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D50B7A3-A0D4-E462-A60C-C340E93AE689}"/>
              </a:ext>
            </a:extLst>
          </p:cNvPr>
          <p:cNvCxnSpPr>
            <a:cxnSpLocks/>
          </p:cNvCxnSpPr>
          <p:nvPr/>
        </p:nvCxnSpPr>
        <p:spPr>
          <a:xfrm>
            <a:off x="763988" y="2931790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8966AF1-F158-D3D1-3484-ED9684DF1458}"/>
              </a:ext>
            </a:extLst>
          </p:cNvPr>
          <p:cNvSpPr txBox="1"/>
          <p:nvPr/>
        </p:nvSpPr>
        <p:spPr>
          <a:xfrm>
            <a:off x="879694" y="293517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E8BF3053-172C-6CBC-DD9A-5F57485F8ABA}"/>
              </a:ext>
            </a:extLst>
          </p:cNvPr>
          <p:cNvCxnSpPr>
            <a:cxnSpLocks/>
          </p:cNvCxnSpPr>
          <p:nvPr/>
        </p:nvCxnSpPr>
        <p:spPr>
          <a:xfrm>
            <a:off x="763988" y="3250019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791ECA-59BB-BE9D-0114-7E79AFCC72E2}"/>
              </a:ext>
            </a:extLst>
          </p:cNvPr>
          <p:cNvSpPr txBox="1"/>
          <p:nvPr/>
        </p:nvSpPr>
        <p:spPr>
          <a:xfrm>
            <a:off x="763987" y="300379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17DF6934-EFC5-F934-6A72-CCD1A0D0FA80}"/>
              </a:ext>
            </a:extLst>
          </p:cNvPr>
          <p:cNvCxnSpPr>
            <a:cxnSpLocks/>
          </p:cNvCxnSpPr>
          <p:nvPr/>
        </p:nvCxnSpPr>
        <p:spPr>
          <a:xfrm>
            <a:off x="3681969" y="3932019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E55873B6-D38B-F4D0-DAB3-A4D2269F9B31}"/>
              </a:ext>
            </a:extLst>
          </p:cNvPr>
          <p:cNvCxnSpPr>
            <a:cxnSpLocks/>
          </p:cNvCxnSpPr>
          <p:nvPr/>
        </p:nvCxnSpPr>
        <p:spPr>
          <a:xfrm>
            <a:off x="5462033" y="4011910"/>
            <a:ext cx="2917978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7223F98F-703F-142F-B818-5AD7DA620F6F}"/>
              </a:ext>
            </a:extLst>
          </p:cNvPr>
          <p:cNvCxnSpPr>
            <a:cxnSpLocks/>
          </p:cNvCxnSpPr>
          <p:nvPr/>
        </p:nvCxnSpPr>
        <p:spPr>
          <a:xfrm>
            <a:off x="5462033" y="4257188"/>
            <a:ext cx="2917977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F6B5776-028A-F79B-26C8-3B0CFC53AC63}"/>
              </a:ext>
            </a:extLst>
          </p:cNvPr>
          <p:cNvSpPr txBox="1"/>
          <p:nvPr/>
        </p:nvSpPr>
        <p:spPr>
          <a:xfrm>
            <a:off x="5584334" y="425718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0 OK</a:t>
            </a:r>
          </a:p>
        </p:txBody>
      </p:sp>
      <p:cxnSp>
        <p:nvCxnSpPr>
          <p:cNvPr id="48" name="Straight Arrow Connector 81">
            <a:extLst>
              <a:ext uri="{FF2B5EF4-FFF2-40B4-BE49-F238E27FC236}">
                <a16:creationId xmlns:a16="http://schemas.microsoft.com/office/drawing/2014/main" id="{9DB59851-399C-39A2-2658-400038200215}"/>
              </a:ext>
            </a:extLst>
          </p:cNvPr>
          <p:cNvCxnSpPr>
            <a:cxnSpLocks/>
          </p:cNvCxnSpPr>
          <p:nvPr/>
        </p:nvCxnSpPr>
        <p:spPr>
          <a:xfrm>
            <a:off x="3681977" y="4329196"/>
            <a:ext cx="1780056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81">
            <a:extLst>
              <a:ext uri="{FF2B5EF4-FFF2-40B4-BE49-F238E27FC236}">
                <a16:creationId xmlns:a16="http://schemas.microsoft.com/office/drawing/2014/main" id="{024E980A-0909-D341-8EA5-94C3AFBB6C4F}"/>
              </a:ext>
            </a:extLst>
          </p:cNvPr>
          <p:cNvCxnSpPr>
            <a:cxnSpLocks/>
          </p:cNvCxnSpPr>
          <p:nvPr/>
        </p:nvCxnSpPr>
        <p:spPr>
          <a:xfrm>
            <a:off x="763987" y="4401204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565D2E05-48A8-4297-C76D-B416BDEAB221}"/>
              </a:ext>
            </a:extLst>
          </p:cNvPr>
          <p:cNvSpPr txBox="1"/>
          <p:nvPr/>
        </p:nvSpPr>
        <p:spPr>
          <a:xfrm>
            <a:off x="3681961" y="3684335"/>
            <a:ext cx="31222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sp>
        <p:nvSpPr>
          <p:cNvPr id="51" name="호 50">
            <a:extLst>
              <a:ext uri="{FF2B5EF4-FFF2-40B4-BE49-F238E27FC236}">
                <a16:creationId xmlns:a16="http://schemas.microsoft.com/office/drawing/2014/main" id="{DE79D6C8-EA9F-6F26-D4A9-588CB40075C0}"/>
              </a:ext>
            </a:extLst>
          </p:cNvPr>
          <p:cNvSpPr/>
          <p:nvPr/>
        </p:nvSpPr>
        <p:spPr>
          <a:xfrm>
            <a:off x="8244505" y="4008125"/>
            <a:ext cx="257804" cy="24622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98B48C-7114-B6EB-78AB-6CEB6C0DE0E9}"/>
              </a:ext>
            </a:extLst>
          </p:cNvPr>
          <p:cNvSpPr txBox="1"/>
          <p:nvPr/>
        </p:nvSpPr>
        <p:spPr>
          <a:xfrm>
            <a:off x="8425602" y="4005284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55" name="Straight Arrow Connector 81">
            <a:extLst>
              <a:ext uri="{FF2B5EF4-FFF2-40B4-BE49-F238E27FC236}">
                <a16:creationId xmlns:a16="http://schemas.microsoft.com/office/drawing/2014/main" id="{2A06C07F-AA8C-3DB4-D553-1B16281EE705}"/>
              </a:ext>
            </a:extLst>
          </p:cNvPr>
          <p:cNvCxnSpPr>
            <a:cxnSpLocks/>
          </p:cNvCxnSpPr>
          <p:nvPr/>
        </p:nvCxnSpPr>
        <p:spPr>
          <a:xfrm>
            <a:off x="763988" y="4725470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C917816-5062-F473-5BD1-21EDD273CC5F}"/>
              </a:ext>
            </a:extLst>
          </p:cNvPr>
          <p:cNvSpPr txBox="1"/>
          <p:nvPr/>
        </p:nvSpPr>
        <p:spPr>
          <a:xfrm>
            <a:off x="763987" y="447924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28442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11CD4-2B90-69E8-4536-9F466D2C2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2C32CFE-DE47-56CA-6249-3AEDC76AA0C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FEDC4E4-A062-B47E-5CDE-DD6D5110C5E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146E7E87-2D5F-707D-3399-D5085045EFF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C602126A-5F03-B0AD-9E92-AD568505EBA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96F4728E-68B3-C170-03A9-D68BB6266CD4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E92B9422-A7EE-C286-64C3-4BE798B88BC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786D5D95-3350-5B96-E13B-338476D5E14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6E65F6AC-B2BB-7350-1925-C48C8A0B2AA4}"/>
              </a:ext>
            </a:extLst>
          </p:cNvPr>
          <p:cNvCxnSpPr>
            <a:cxnSpLocks/>
          </p:cNvCxnSpPr>
          <p:nvPr/>
        </p:nvCxnSpPr>
        <p:spPr>
          <a:xfrm>
            <a:off x="763987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F666A5F2-EB2B-D569-59C6-26728C8B933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DD4EFD1-59A0-62C1-B50A-4524B8B22AAF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47980D9-0019-59E2-CF4F-4815DAB699C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145B57-CC8A-83B3-CBE5-3B66749B59F1}"/>
              </a:ext>
            </a:extLst>
          </p:cNvPr>
          <p:cNvSpPr txBox="1"/>
          <p:nvPr/>
        </p:nvSpPr>
        <p:spPr>
          <a:xfrm>
            <a:off x="763986" y="1185664"/>
            <a:ext cx="32413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Delay {"milliseconds": 5000}</a:t>
            </a:r>
          </a:p>
          <a:p>
            <a:endParaRPr kumimoji="1" lang="en-US" altLang="ko-KR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2CB2DE90-001C-6BE6-978F-9C37389A273D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BCFEF86-88C3-EC40-5CC3-91FEAD8D231A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36C762DD-9C09-9EE3-04A0-F983A92130AB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ABB12C0-350A-1F95-93CB-64578624981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40AEC5FD-23F0-1BCF-629D-32A922100096}"/>
              </a:ext>
            </a:extLst>
          </p:cNvPr>
          <p:cNvCxnSpPr>
            <a:cxnSpLocks/>
          </p:cNvCxnSpPr>
          <p:nvPr/>
        </p:nvCxnSpPr>
        <p:spPr>
          <a:xfrm>
            <a:off x="5462033" y="382311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348D291-C6E9-91C6-1B52-4FBB1B3BC603}"/>
              </a:ext>
            </a:extLst>
          </p:cNvPr>
          <p:cNvSpPr txBox="1"/>
          <p:nvPr/>
        </p:nvSpPr>
        <p:spPr>
          <a:xfrm>
            <a:off x="5584334" y="38231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0 OK</a:t>
            </a: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E4DA0E72-3299-1A01-1B28-D3EB86712119}"/>
              </a:ext>
            </a:extLst>
          </p:cNvPr>
          <p:cNvCxnSpPr>
            <a:cxnSpLocks/>
          </p:cNvCxnSpPr>
          <p:nvPr/>
        </p:nvCxnSpPr>
        <p:spPr>
          <a:xfrm>
            <a:off x="3681977" y="389512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3D2E77C9-5B3D-BD62-9C50-5441A9E6A77B}"/>
              </a:ext>
            </a:extLst>
          </p:cNvPr>
          <p:cNvCxnSpPr>
            <a:cxnSpLocks/>
          </p:cNvCxnSpPr>
          <p:nvPr/>
        </p:nvCxnSpPr>
        <p:spPr>
          <a:xfrm>
            <a:off x="763987" y="396713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08883A48-E468-293D-BE76-FF192508AB67}"/>
              </a:ext>
            </a:extLst>
          </p:cNvPr>
          <p:cNvCxnSpPr>
            <a:cxnSpLocks/>
          </p:cNvCxnSpPr>
          <p:nvPr/>
        </p:nvCxnSpPr>
        <p:spPr>
          <a:xfrm>
            <a:off x="763988" y="431555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DEC4DDD-1B6F-9A0C-0147-6F1700336964}"/>
              </a:ext>
            </a:extLst>
          </p:cNvPr>
          <p:cNvSpPr txBox="1"/>
          <p:nvPr/>
        </p:nvSpPr>
        <p:spPr>
          <a:xfrm>
            <a:off x="763987" y="4069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20" name="호 19">
            <a:extLst>
              <a:ext uri="{FF2B5EF4-FFF2-40B4-BE49-F238E27FC236}">
                <a16:creationId xmlns:a16="http://schemas.microsoft.com/office/drawing/2014/main" id="{5DF2278F-5219-1ECB-502A-F19723A839E0}"/>
              </a:ext>
            </a:extLst>
          </p:cNvPr>
          <p:cNvSpPr/>
          <p:nvPr/>
        </p:nvSpPr>
        <p:spPr>
          <a:xfrm>
            <a:off x="8244505" y="1585570"/>
            <a:ext cx="257804" cy="223753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D6B051-FFB7-8A7E-F2E1-DDE18076845C}"/>
              </a:ext>
            </a:extLst>
          </p:cNvPr>
          <p:cNvSpPr txBox="1"/>
          <p:nvPr/>
        </p:nvSpPr>
        <p:spPr>
          <a:xfrm>
            <a:off x="8425602" y="25452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29" name="Straight Arrow Connector 81">
            <a:extLst>
              <a:ext uri="{FF2B5EF4-FFF2-40B4-BE49-F238E27FC236}">
                <a16:creationId xmlns:a16="http://schemas.microsoft.com/office/drawing/2014/main" id="{8DF76FAD-16E0-749F-CCD0-0F69C0396BDE}"/>
              </a:ext>
            </a:extLst>
          </p:cNvPr>
          <p:cNvCxnSpPr>
            <a:cxnSpLocks/>
          </p:cNvCxnSpPr>
          <p:nvPr/>
        </p:nvCxnSpPr>
        <p:spPr>
          <a:xfrm>
            <a:off x="763988" y="325362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943812-1952-DBB9-9BD3-9C227CB6EF1B}"/>
              </a:ext>
            </a:extLst>
          </p:cNvPr>
          <p:cNvSpPr txBox="1"/>
          <p:nvPr/>
        </p:nvSpPr>
        <p:spPr>
          <a:xfrm>
            <a:off x="763986" y="3007400"/>
            <a:ext cx="329039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Delay {"milliseconds": 5000}</a:t>
            </a:r>
          </a:p>
        </p:txBody>
      </p:sp>
      <p:cxnSp>
        <p:nvCxnSpPr>
          <p:cNvPr id="31" name="Straight Arrow Connector 81">
            <a:extLst>
              <a:ext uri="{FF2B5EF4-FFF2-40B4-BE49-F238E27FC236}">
                <a16:creationId xmlns:a16="http://schemas.microsoft.com/office/drawing/2014/main" id="{BFC442B2-DB6E-BF15-62D5-F16F495C3CF9}"/>
              </a:ext>
            </a:extLst>
          </p:cNvPr>
          <p:cNvCxnSpPr>
            <a:cxnSpLocks/>
          </p:cNvCxnSpPr>
          <p:nvPr/>
        </p:nvCxnSpPr>
        <p:spPr>
          <a:xfrm>
            <a:off x="763988" y="2899501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E744E0F-4FDF-1D25-34CD-80954C618C8D}"/>
              </a:ext>
            </a:extLst>
          </p:cNvPr>
          <p:cNvSpPr txBox="1"/>
          <p:nvPr/>
        </p:nvSpPr>
        <p:spPr>
          <a:xfrm>
            <a:off x="763987" y="265328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E6CF1BA0-196B-9C03-637C-7FD050DCB103}"/>
              </a:ext>
            </a:extLst>
          </p:cNvPr>
          <p:cNvCxnSpPr>
            <a:cxnSpLocks/>
          </p:cNvCxnSpPr>
          <p:nvPr/>
        </p:nvCxnSpPr>
        <p:spPr>
          <a:xfrm>
            <a:off x="763988" y="3373348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5570C424-8C21-0B3F-9589-8A8277F91D69}"/>
              </a:ext>
            </a:extLst>
          </p:cNvPr>
          <p:cNvSpPr txBox="1"/>
          <p:nvPr/>
        </p:nvSpPr>
        <p:spPr>
          <a:xfrm>
            <a:off x="879694" y="33767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543068E7-A760-BF1C-40C7-88A6110A7AE4}"/>
              </a:ext>
            </a:extLst>
          </p:cNvPr>
          <p:cNvCxnSpPr>
            <a:cxnSpLocks/>
          </p:cNvCxnSpPr>
          <p:nvPr/>
        </p:nvCxnSpPr>
        <p:spPr>
          <a:xfrm>
            <a:off x="763988" y="369157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15B49C8-9229-1871-64C7-1FEFB0DFDC50}"/>
              </a:ext>
            </a:extLst>
          </p:cNvPr>
          <p:cNvSpPr txBox="1"/>
          <p:nvPr/>
        </p:nvSpPr>
        <p:spPr>
          <a:xfrm>
            <a:off x="763987" y="344535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6421F54-E3B3-16CA-AE3A-B9311D76E7B2}"/>
              </a:ext>
            </a:extLst>
          </p:cNvPr>
          <p:cNvCxnSpPr>
            <a:cxnSpLocks/>
          </p:cNvCxnSpPr>
          <p:nvPr/>
        </p:nvCxnSpPr>
        <p:spPr>
          <a:xfrm>
            <a:off x="763988" y="210604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8EDE105-771D-8681-D900-E8C1AD464AB3}"/>
              </a:ext>
            </a:extLst>
          </p:cNvPr>
          <p:cNvSpPr txBox="1"/>
          <p:nvPr/>
        </p:nvSpPr>
        <p:spPr>
          <a:xfrm>
            <a:off x="763986" y="1859820"/>
            <a:ext cx="344797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Delay {"milliseconds": 5000}</a:t>
            </a:r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09CF167B-12F1-3825-7742-83E7C9E0DDF6}"/>
              </a:ext>
            </a:extLst>
          </p:cNvPr>
          <p:cNvCxnSpPr>
            <a:cxnSpLocks/>
          </p:cNvCxnSpPr>
          <p:nvPr/>
        </p:nvCxnSpPr>
        <p:spPr>
          <a:xfrm>
            <a:off x="763988" y="1751921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C10EBA9-F20C-732F-F189-77470155F82C}"/>
              </a:ext>
            </a:extLst>
          </p:cNvPr>
          <p:cNvSpPr txBox="1"/>
          <p:nvPr/>
        </p:nvSpPr>
        <p:spPr>
          <a:xfrm>
            <a:off x="763987" y="15057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EDC2B6A0-AC5D-971F-28A2-4F94C78AD7B9}"/>
              </a:ext>
            </a:extLst>
          </p:cNvPr>
          <p:cNvCxnSpPr>
            <a:cxnSpLocks/>
          </p:cNvCxnSpPr>
          <p:nvPr/>
        </p:nvCxnSpPr>
        <p:spPr>
          <a:xfrm>
            <a:off x="763988" y="2225768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F9D53BE-81EC-BFED-64A5-5E0D385EF3CA}"/>
              </a:ext>
            </a:extLst>
          </p:cNvPr>
          <p:cNvSpPr txBox="1"/>
          <p:nvPr/>
        </p:nvSpPr>
        <p:spPr>
          <a:xfrm>
            <a:off x="879694" y="222915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5151289A-E56F-494E-5E8C-6483A5EBA27C}"/>
              </a:ext>
            </a:extLst>
          </p:cNvPr>
          <p:cNvCxnSpPr>
            <a:cxnSpLocks/>
          </p:cNvCxnSpPr>
          <p:nvPr/>
        </p:nvCxnSpPr>
        <p:spPr>
          <a:xfrm>
            <a:off x="763988" y="254399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F507301-E8C8-7E8F-71B2-03632E3A3592}"/>
              </a:ext>
            </a:extLst>
          </p:cNvPr>
          <p:cNvSpPr txBox="1"/>
          <p:nvPr/>
        </p:nvSpPr>
        <p:spPr>
          <a:xfrm>
            <a:off x="763987" y="22977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4234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4CB6C-72EC-AA6D-F81F-ED640E40B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BE6A5D98-82AF-5275-C741-8F139F81374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A4863D4B-DBAF-88B0-9E15-7020FAA31D2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EDF94B3B-46BC-8C1F-EAE7-6B8D48C1A6F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167FDFE7-B2EE-1948-E34F-4FC5630E15B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599585C-7F0D-7FD2-E034-B0A067C46FA0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2E491335-3BA7-4B8B-526B-DF5E58BB208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1D4DB01C-D995-E126-84C0-D1B6E61C97C0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74617B4E-2ECF-6245-AE40-DDC2D1433CC2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463B4362-77E5-6CEE-B954-B9254262B027}"/>
              </a:ext>
            </a:extLst>
          </p:cNvPr>
          <p:cNvCxnSpPr>
            <a:cxnSpLocks/>
            <a:stCxn id="30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00BA4E2-E88F-BF05-0961-A2FB392D1187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5F5998B7-67EB-9F6D-2E99-388E11ADABE0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B9E3A52-BE3A-E497-6E3E-64881185DAB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13}</a:t>
            </a:r>
          </a:p>
        </p:txBody>
      </p:sp>
      <p:cxnSp>
        <p:nvCxnSpPr>
          <p:cNvPr id="38" name="Straight Arrow Connector 81">
            <a:extLst>
              <a:ext uri="{FF2B5EF4-FFF2-40B4-BE49-F238E27FC236}">
                <a16:creationId xmlns:a16="http://schemas.microsoft.com/office/drawing/2014/main" id="{399D2883-0B4B-6965-AD55-FEAE1179A4AB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4E43B25-6484-65C3-443B-ABBB98673564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13 INTERNAL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9907B6A5-B6F3-A97E-A0E8-B4660FEE4FB5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C668E9C-8D4A-5104-57F3-A09CF6BBE3D5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029652B6-44FD-D0A5-6EA4-14FE51931BD9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47AADD80-7BE2-9E2A-817E-0F61B3D1A809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CCFB64A8-D613-9863-33FB-1143D675852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84D628B-659E-B9D7-D7E4-FFEA938B7F29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778873B-A0AB-63D6-3A81-52BB73B8FE11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8C582A9-7D0F-F1B8-6AA4-0A57677581C6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946B05E-F845-D5BB-CC72-5E61CFF8DA5D}"/>
              </a:ext>
            </a:extLst>
          </p:cNvPr>
          <p:cNvCxnSpPr>
            <a:cxnSpLocks/>
          </p:cNvCxnSpPr>
          <p:nvPr/>
        </p:nvCxnSpPr>
        <p:spPr>
          <a:xfrm>
            <a:off x="763988" y="287795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6A307C7-5212-43C8-497E-E2ADA592709E}"/>
              </a:ext>
            </a:extLst>
          </p:cNvPr>
          <p:cNvSpPr txBox="1"/>
          <p:nvPr/>
        </p:nvSpPr>
        <p:spPr>
          <a:xfrm>
            <a:off x="763987" y="26317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13}</a:t>
            </a:r>
          </a:p>
        </p:txBody>
      </p:sp>
      <p:cxnSp>
        <p:nvCxnSpPr>
          <p:cNvPr id="65" name="Straight Arrow Connector 81">
            <a:extLst>
              <a:ext uri="{FF2B5EF4-FFF2-40B4-BE49-F238E27FC236}">
                <a16:creationId xmlns:a16="http://schemas.microsoft.com/office/drawing/2014/main" id="{D6BBF8C4-CAE0-C3A5-EAF4-6E263D8FCA3F}"/>
              </a:ext>
            </a:extLst>
          </p:cNvPr>
          <p:cNvCxnSpPr>
            <a:cxnSpLocks/>
          </p:cNvCxnSpPr>
          <p:nvPr/>
        </p:nvCxnSpPr>
        <p:spPr>
          <a:xfrm>
            <a:off x="763988" y="2523837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CE5B4B7-A46E-1195-640F-956008E8693C}"/>
              </a:ext>
            </a:extLst>
          </p:cNvPr>
          <p:cNvSpPr txBox="1"/>
          <p:nvPr/>
        </p:nvSpPr>
        <p:spPr>
          <a:xfrm>
            <a:off x="763987" y="22776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67" name="Straight Arrow Connector 81">
            <a:extLst>
              <a:ext uri="{FF2B5EF4-FFF2-40B4-BE49-F238E27FC236}">
                <a16:creationId xmlns:a16="http://schemas.microsoft.com/office/drawing/2014/main" id="{E12B7842-2740-3544-EB87-1DC50F4D3BF3}"/>
              </a:ext>
            </a:extLst>
          </p:cNvPr>
          <p:cNvCxnSpPr>
            <a:cxnSpLocks/>
          </p:cNvCxnSpPr>
          <p:nvPr/>
        </p:nvCxnSpPr>
        <p:spPr>
          <a:xfrm>
            <a:off x="763988" y="2997684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F6A7A2E-2408-6F7F-46C5-F322CBDB1191}"/>
              </a:ext>
            </a:extLst>
          </p:cNvPr>
          <p:cNvSpPr txBox="1"/>
          <p:nvPr/>
        </p:nvSpPr>
        <p:spPr>
          <a:xfrm>
            <a:off x="879694" y="30010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69" name="Straight Arrow Connector 81">
            <a:extLst>
              <a:ext uri="{FF2B5EF4-FFF2-40B4-BE49-F238E27FC236}">
                <a16:creationId xmlns:a16="http://schemas.microsoft.com/office/drawing/2014/main" id="{AF40BF49-ACE8-C3E8-1B40-51A53B6D1337}"/>
              </a:ext>
            </a:extLst>
          </p:cNvPr>
          <p:cNvCxnSpPr>
            <a:cxnSpLocks/>
          </p:cNvCxnSpPr>
          <p:nvPr/>
        </p:nvCxnSpPr>
        <p:spPr>
          <a:xfrm>
            <a:off x="763988" y="331591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BD357F8-466D-B25A-42C9-93340B95E86F}"/>
              </a:ext>
            </a:extLst>
          </p:cNvPr>
          <p:cNvSpPr txBox="1"/>
          <p:nvPr/>
        </p:nvSpPr>
        <p:spPr>
          <a:xfrm>
            <a:off x="763987" y="30696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1" name="호 70">
            <a:extLst>
              <a:ext uri="{FF2B5EF4-FFF2-40B4-BE49-F238E27FC236}">
                <a16:creationId xmlns:a16="http://schemas.microsoft.com/office/drawing/2014/main" id="{CD234D2D-BAAD-7D99-F11C-65E37CBBECA4}"/>
              </a:ext>
            </a:extLst>
          </p:cNvPr>
          <p:cNvSpPr/>
          <p:nvPr/>
        </p:nvSpPr>
        <p:spPr>
          <a:xfrm flipH="1">
            <a:off x="626799" y="1081147"/>
            <a:ext cx="252895" cy="1085191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30D0EB-616E-E0A7-1BC4-F0E08C729AD6}"/>
              </a:ext>
            </a:extLst>
          </p:cNvPr>
          <p:cNvSpPr txBox="1"/>
          <p:nvPr/>
        </p:nvSpPr>
        <p:spPr>
          <a:xfrm>
            <a:off x="5598" y="150063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5Times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73" name="호 72">
            <a:extLst>
              <a:ext uri="{FF2B5EF4-FFF2-40B4-BE49-F238E27FC236}">
                <a16:creationId xmlns:a16="http://schemas.microsoft.com/office/drawing/2014/main" id="{8DB94EF7-D5BE-C374-B498-0418E585DBAF}"/>
              </a:ext>
            </a:extLst>
          </p:cNvPr>
          <p:cNvSpPr/>
          <p:nvPr/>
        </p:nvSpPr>
        <p:spPr>
          <a:xfrm flipH="1">
            <a:off x="623497" y="2524741"/>
            <a:ext cx="249511" cy="791172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>
              <a:solidFill>
                <a:schemeClr val="tx2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CD84741-B44C-CD6D-A40E-AF67546C09B0}"/>
              </a:ext>
            </a:extLst>
          </p:cNvPr>
          <p:cNvSpPr txBox="1"/>
          <p:nvPr/>
        </p:nvSpPr>
        <p:spPr>
          <a:xfrm>
            <a:off x="5598" y="27972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3Times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6152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A924F-3724-09C4-2280-F75E7BD08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934C79-3C84-6BC1-A89E-1CDD6B51DC32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E901372-5F35-27E0-6E65-590FF1EF0D6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F58D30D8-60A3-9C61-602A-9A3EB501B0B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AB942C48-E98E-C049-8C80-5335A1B9F60B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AAC338F-676A-0569-1CC4-C2B15319B5C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AB53A019-FFE5-A9B9-0407-F2BF2B20BD4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A9A59279-B5A1-C670-5009-BA8B6890685E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B0DA08A-E0A4-3A8D-C25F-ACB32416EE9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923A9EF-7D59-6D15-3CE5-304CF0E0199A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05D0C19C-80B9-6415-C9C5-A8F040A797AB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31736B0-1C54-085F-7E8D-9241B0002A0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1AD9C935-9D79-11B3-F88A-D10672BF1BA1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915357F8-BB60-0549-A8C8-248F1CF9822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A1EE8EA-C1B2-C13B-2F1B-248239855CE3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C824856-6F1E-7B77-2818-12E742C53613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027462B-B9EA-C75A-792B-FB7E2C5E0B88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2977EBED-350A-0BBE-4A08-97DBE02C0B75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A1B644-DE70-2E57-4627-10D8CDD1AFE7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421584EB-D3BA-E45E-E56B-1984949E59C5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85A8096A-0957-3761-0F9B-FEA04975BAF1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682119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F7FC40-4A97-9139-C900-1C6E1C5C67C3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0086226D-87CD-1A11-76A4-C2CF8708304D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01EF2A9-D839-D74C-F321-76901BFA5145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24ADA532-8E9B-77B8-8ED8-60A2C80167EB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88BFBF06-2C54-DA53-5581-2B00D104601A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06AF0A72-152E-F311-6C2B-FAD21DE0DE68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4A1E328-3F4E-00B1-F446-4AC9F72DC7EB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5869FAFB-FA73-A1F8-63C2-1150227C40C0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B124133-DFE3-5669-D6BD-714BD81FE125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1BA14D86-DF21-CC1D-2343-E28042F79719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682119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79A5758A-6DFA-75E9-C3BE-A81755E313A3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3AB7E397-D721-496E-0D11-6C5B1B60D8BB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86238003-AE39-6FD3-1F54-D12931EC8C4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21808B34-6D83-4C1B-0132-69AE25AE1534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36E03F6-2E67-46E7-1BA2-E4B5BE97B033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5CC361A0-7EF2-D614-956F-2C8DAA9AB3F5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6D91D42-A73E-7953-40E5-94FB46D50F67}"/>
              </a:ext>
            </a:extLst>
          </p:cNvPr>
          <p:cNvSpPr txBox="1"/>
          <p:nvPr/>
        </p:nvSpPr>
        <p:spPr>
          <a:xfrm>
            <a:off x="879694" y="45306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D8336591-A1DB-10E8-2B8B-92A9E97D8F7B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61959D0D-0E4C-0470-1EEA-7BE1C0DE8F7E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5F29F59-052A-BE9D-353C-379A588DCE09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timeouts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FF6C449-E47B-2A63-E61F-CED416CDC095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timeouts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3270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2092D-1DAB-2D15-8C77-E2C412BB3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2A003D3-53C1-CC38-FCEF-BD3DB1410FDC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90D8060-4854-A5E5-0666-31A54E8CD406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A9A29B52-1543-7C7E-616F-C670FD6A23D2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2B839E61-6FCD-ACDF-BB15-44ABE85AE4E9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446842B4-7EC6-9022-026C-55E0A6FC24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3D96A47A-AE98-7C08-9ED5-55D83990BA9A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466AACA4-D70B-C2EB-3C18-C181D2CAECF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4B2637FA-657A-5C38-DBBC-3CBAD11F7CF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C43D0556-719F-2C5E-7560-C07CE965567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A1E7AAC8-0125-2915-30CF-C2F8A1EDCEA1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50861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0F6B9A98-E93D-B5F3-868A-B84156F80E1E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F18524D-171D-D7F8-C58C-D2E31EF9C2AB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mock-server:9090 Status {"code": 0}</a:t>
            </a:r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31FA5F98-4077-0B44-781E-1CE9D9F7B108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EF0477FC-7A65-4FD4-B706-2BB6E6CC178F}"/>
              </a:ext>
            </a:extLst>
          </p:cNvPr>
          <p:cNvCxnSpPr>
            <a:cxnSpLocks/>
          </p:cNvCxnSpPr>
          <p:nvPr/>
        </p:nvCxnSpPr>
        <p:spPr>
          <a:xfrm>
            <a:off x="763987" y="1871280"/>
            <a:ext cx="2917982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AE19E64E-FA03-CB00-9659-95CD6250313F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5A23B26-07B6-1690-4DA7-42B6A77DB7CD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SYN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D22D4882-AFA8-AF4C-BFA1-22E981F7764A}"/>
              </a:ext>
            </a:extLst>
          </p:cNvPr>
          <p:cNvCxnSpPr>
            <a:cxnSpLocks/>
          </p:cNvCxnSpPr>
          <p:nvPr/>
        </p:nvCxnSpPr>
        <p:spPr>
          <a:xfrm>
            <a:off x="763988" y="2236238"/>
            <a:ext cx="291798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D2E7402-2468-A9E2-F289-C713661C0FE0}"/>
              </a:ext>
            </a:extLst>
          </p:cNvPr>
          <p:cNvSpPr txBox="1"/>
          <p:nvPr/>
        </p:nvSpPr>
        <p:spPr>
          <a:xfrm>
            <a:off x="763987" y="197744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TCP FIN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D962EF93-29CC-75BF-D5CA-4D39EA64DCDD}"/>
              </a:ext>
            </a:extLst>
          </p:cNvPr>
          <p:cNvCxnSpPr>
            <a:cxnSpLocks/>
          </p:cNvCxnSpPr>
          <p:nvPr/>
        </p:nvCxnSpPr>
        <p:spPr>
          <a:xfrm>
            <a:off x="3681969" y="1635646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D304CED8-F11A-43EC-2B84-79C7B637E0E7}"/>
              </a:ext>
            </a:extLst>
          </p:cNvPr>
          <p:cNvCxnSpPr>
            <a:cxnSpLocks/>
          </p:cNvCxnSpPr>
          <p:nvPr/>
        </p:nvCxnSpPr>
        <p:spPr>
          <a:xfrm>
            <a:off x="3681969" y="1779662"/>
            <a:ext cx="178006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52F38DD-09EF-9051-F719-2372390ED1FD}"/>
              </a:ext>
            </a:extLst>
          </p:cNvPr>
          <p:cNvSpPr txBox="1"/>
          <p:nvPr/>
        </p:nvSpPr>
        <p:spPr>
          <a:xfrm>
            <a:off x="879694" y="187128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14 UNAVAILABLE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C245390D-5355-398D-0910-D8B96DB49A4F}"/>
              </a:ext>
            </a:extLst>
          </p:cNvPr>
          <p:cNvCxnSpPr>
            <a:cxnSpLocks/>
          </p:cNvCxnSpPr>
          <p:nvPr/>
        </p:nvCxnSpPr>
        <p:spPr>
          <a:xfrm>
            <a:off x="763988" y="293016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4CCCA09-C759-CB6B-A526-5BF87C52F43F}"/>
              </a:ext>
            </a:extLst>
          </p:cNvPr>
          <p:cNvSpPr txBox="1"/>
          <p:nvPr/>
        </p:nvSpPr>
        <p:spPr>
          <a:xfrm>
            <a:off x="763987" y="268394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mock-server:9090 Status {"code": 0}</a:t>
            </a:r>
          </a:p>
        </p:txBody>
      </p:sp>
      <p:cxnSp>
        <p:nvCxnSpPr>
          <p:cNvPr id="39" name="Straight Arrow Connector 81">
            <a:extLst>
              <a:ext uri="{FF2B5EF4-FFF2-40B4-BE49-F238E27FC236}">
                <a16:creationId xmlns:a16="http://schemas.microsoft.com/office/drawing/2014/main" id="{5345467B-F05A-CBB9-4C79-6EA3C11DF099}"/>
              </a:ext>
            </a:extLst>
          </p:cNvPr>
          <p:cNvCxnSpPr>
            <a:cxnSpLocks/>
          </p:cNvCxnSpPr>
          <p:nvPr/>
        </p:nvCxnSpPr>
        <p:spPr>
          <a:xfrm>
            <a:off x="3681969" y="3003958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EE663211-205C-BC45-2E03-450D4C737B57}"/>
              </a:ext>
            </a:extLst>
          </p:cNvPr>
          <p:cNvCxnSpPr>
            <a:cxnSpLocks/>
          </p:cNvCxnSpPr>
          <p:nvPr/>
        </p:nvCxnSpPr>
        <p:spPr>
          <a:xfrm>
            <a:off x="763987" y="3369558"/>
            <a:ext cx="2917982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81">
            <a:extLst>
              <a:ext uri="{FF2B5EF4-FFF2-40B4-BE49-F238E27FC236}">
                <a16:creationId xmlns:a16="http://schemas.microsoft.com/office/drawing/2014/main" id="{AA619CEC-9F67-9921-A487-EDD5BAA3A814}"/>
              </a:ext>
            </a:extLst>
          </p:cNvPr>
          <p:cNvCxnSpPr>
            <a:cxnSpLocks/>
          </p:cNvCxnSpPr>
          <p:nvPr/>
        </p:nvCxnSpPr>
        <p:spPr>
          <a:xfrm>
            <a:off x="763988" y="2576043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71FE47E-7759-A685-9F81-E31E9B1B14BE}"/>
              </a:ext>
            </a:extLst>
          </p:cNvPr>
          <p:cNvSpPr txBox="1"/>
          <p:nvPr/>
        </p:nvSpPr>
        <p:spPr>
          <a:xfrm>
            <a:off x="763987" y="232982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SYN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3" name="Straight Arrow Connector 81">
            <a:extLst>
              <a:ext uri="{FF2B5EF4-FFF2-40B4-BE49-F238E27FC236}">
                <a16:creationId xmlns:a16="http://schemas.microsoft.com/office/drawing/2014/main" id="{D6CCF7F2-1D80-84F4-E0A1-2ECE4A3DEE36}"/>
              </a:ext>
            </a:extLst>
          </p:cNvPr>
          <p:cNvCxnSpPr>
            <a:cxnSpLocks/>
          </p:cNvCxnSpPr>
          <p:nvPr/>
        </p:nvCxnSpPr>
        <p:spPr>
          <a:xfrm>
            <a:off x="763988" y="3734516"/>
            <a:ext cx="2917981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1A9CFDD-DD7C-AB7D-0E41-9A0B32D2F1E7}"/>
              </a:ext>
            </a:extLst>
          </p:cNvPr>
          <p:cNvSpPr txBox="1"/>
          <p:nvPr/>
        </p:nvSpPr>
        <p:spPr>
          <a:xfrm>
            <a:off x="763987" y="347571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TCP FIN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45" name="Straight Arrow Connector 81">
            <a:extLst>
              <a:ext uri="{FF2B5EF4-FFF2-40B4-BE49-F238E27FC236}">
                <a16:creationId xmlns:a16="http://schemas.microsoft.com/office/drawing/2014/main" id="{879C7BD2-D5FD-78A3-9DCC-1834ABC53F54}"/>
              </a:ext>
            </a:extLst>
          </p:cNvPr>
          <p:cNvCxnSpPr>
            <a:cxnSpLocks/>
          </p:cNvCxnSpPr>
          <p:nvPr/>
        </p:nvCxnSpPr>
        <p:spPr>
          <a:xfrm>
            <a:off x="3681969" y="3133924"/>
            <a:ext cx="1780064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F4A2722-FA7C-C4A2-C45A-A38AD6D3CC57}"/>
              </a:ext>
            </a:extLst>
          </p:cNvPr>
          <p:cNvSpPr txBox="1"/>
          <p:nvPr/>
        </p:nvSpPr>
        <p:spPr>
          <a:xfrm>
            <a:off x="879694" y="336955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14 UNAVAILABLE</a:t>
            </a:r>
          </a:p>
        </p:txBody>
      </p:sp>
      <p:cxnSp>
        <p:nvCxnSpPr>
          <p:cNvPr id="50" name="Straight Arrow Connector 81">
            <a:extLst>
              <a:ext uri="{FF2B5EF4-FFF2-40B4-BE49-F238E27FC236}">
                <a16:creationId xmlns:a16="http://schemas.microsoft.com/office/drawing/2014/main" id="{8709870B-9D40-4ADA-D7E9-4EDE1B402616}"/>
              </a:ext>
            </a:extLst>
          </p:cNvPr>
          <p:cNvCxnSpPr>
            <a:cxnSpLocks/>
          </p:cNvCxnSpPr>
          <p:nvPr/>
        </p:nvCxnSpPr>
        <p:spPr>
          <a:xfrm>
            <a:off x="763988" y="440755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DD349DF8-91F2-25AD-EB3D-55272407CD13}"/>
              </a:ext>
            </a:extLst>
          </p:cNvPr>
          <p:cNvSpPr txBox="1"/>
          <p:nvPr/>
        </p:nvSpPr>
        <p:spPr>
          <a:xfrm>
            <a:off x="763987" y="416133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mock-server:9090 Status {"code": 0}</a:t>
            </a:r>
          </a:p>
        </p:txBody>
      </p:sp>
      <p:cxnSp>
        <p:nvCxnSpPr>
          <p:cNvPr id="56" name="Straight Arrow Connector 81">
            <a:extLst>
              <a:ext uri="{FF2B5EF4-FFF2-40B4-BE49-F238E27FC236}">
                <a16:creationId xmlns:a16="http://schemas.microsoft.com/office/drawing/2014/main" id="{5757C039-B2CB-5C7C-0077-4B2FF78BD93C}"/>
              </a:ext>
            </a:extLst>
          </p:cNvPr>
          <p:cNvCxnSpPr>
            <a:cxnSpLocks/>
          </p:cNvCxnSpPr>
          <p:nvPr/>
        </p:nvCxnSpPr>
        <p:spPr>
          <a:xfrm>
            <a:off x="763988" y="4053437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D1CAC15-EAC4-E23F-3287-0C976A5AF828}"/>
              </a:ext>
            </a:extLst>
          </p:cNvPr>
          <p:cNvSpPr txBox="1"/>
          <p:nvPr/>
        </p:nvSpPr>
        <p:spPr>
          <a:xfrm>
            <a:off x="763987" y="380721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SYN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58" name="Straight Arrow Connector 81">
            <a:extLst>
              <a:ext uri="{FF2B5EF4-FFF2-40B4-BE49-F238E27FC236}">
                <a16:creationId xmlns:a16="http://schemas.microsoft.com/office/drawing/2014/main" id="{9EC47A83-853D-7565-BA03-6628C66974C3}"/>
              </a:ext>
            </a:extLst>
          </p:cNvPr>
          <p:cNvCxnSpPr>
            <a:cxnSpLocks/>
          </p:cNvCxnSpPr>
          <p:nvPr/>
        </p:nvCxnSpPr>
        <p:spPr>
          <a:xfrm>
            <a:off x="763988" y="4527284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9B09D88-00A9-1676-A15D-5F757EC8CAC2}"/>
              </a:ext>
            </a:extLst>
          </p:cNvPr>
          <p:cNvSpPr txBox="1"/>
          <p:nvPr/>
        </p:nvSpPr>
        <p:spPr>
          <a:xfrm>
            <a:off x="879694" y="4530667"/>
            <a:ext cx="27956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accent3"/>
                </a:solidFill>
              </a:rPr>
              <a:t>14 UNAVAILABLE</a:t>
            </a:r>
          </a:p>
          <a:p>
            <a:pPr algn="r"/>
            <a:endParaRPr kumimoji="1" lang="en-US" altLang="ko-KR" sz="1000" i="1">
              <a:solidFill>
                <a:schemeClr val="accent3"/>
              </a:solidFill>
            </a:endParaRPr>
          </a:p>
        </p:txBody>
      </p:sp>
      <p:cxnSp>
        <p:nvCxnSpPr>
          <p:cNvPr id="60" name="Straight Arrow Connector 81">
            <a:extLst>
              <a:ext uri="{FF2B5EF4-FFF2-40B4-BE49-F238E27FC236}">
                <a16:creationId xmlns:a16="http://schemas.microsoft.com/office/drawing/2014/main" id="{B61620BD-AB8B-81ED-F915-228A784AAD85}"/>
              </a:ext>
            </a:extLst>
          </p:cNvPr>
          <p:cNvCxnSpPr>
            <a:cxnSpLocks/>
          </p:cNvCxnSpPr>
          <p:nvPr/>
        </p:nvCxnSpPr>
        <p:spPr>
          <a:xfrm>
            <a:off x="763988" y="4845513"/>
            <a:ext cx="2917981" cy="0"/>
          </a:xfrm>
          <a:prstGeom prst="straightConnector1">
            <a:avLst/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DD902C7-690F-ACFC-EBAB-13922152B528}"/>
              </a:ext>
            </a:extLst>
          </p:cNvPr>
          <p:cNvSpPr txBox="1"/>
          <p:nvPr/>
        </p:nvSpPr>
        <p:spPr>
          <a:xfrm>
            <a:off x="763987" y="45992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TCP FIN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4AD109E0-FCBF-4E78-FCCE-F8A6BA827604}"/>
              </a:ext>
            </a:extLst>
          </p:cNvPr>
          <p:cNvCxnSpPr>
            <a:cxnSpLocks/>
          </p:cNvCxnSpPr>
          <p:nvPr/>
        </p:nvCxnSpPr>
        <p:spPr>
          <a:xfrm flipH="1">
            <a:off x="3681969" y="1563638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ED8B5926-6E8F-B9F1-ED2B-41445C3CBC79}"/>
              </a:ext>
            </a:extLst>
          </p:cNvPr>
          <p:cNvCxnSpPr>
            <a:cxnSpLocks/>
          </p:cNvCxnSpPr>
          <p:nvPr/>
        </p:nvCxnSpPr>
        <p:spPr>
          <a:xfrm flipH="1">
            <a:off x="3681969" y="1707654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81">
            <a:extLst>
              <a:ext uri="{FF2B5EF4-FFF2-40B4-BE49-F238E27FC236}">
                <a16:creationId xmlns:a16="http://schemas.microsoft.com/office/drawing/2014/main" id="{E03ECE9E-0392-1351-811E-7DC13893EACF}"/>
              </a:ext>
            </a:extLst>
          </p:cNvPr>
          <p:cNvCxnSpPr>
            <a:cxnSpLocks/>
          </p:cNvCxnSpPr>
          <p:nvPr/>
        </p:nvCxnSpPr>
        <p:spPr>
          <a:xfrm flipH="1">
            <a:off x="3681969" y="1851670"/>
            <a:ext cx="178006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62BC401-6B4F-0670-AE59-90E34076366A}"/>
              </a:ext>
            </a:extLst>
          </p:cNvPr>
          <p:cNvSpPr txBox="1"/>
          <p:nvPr/>
        </p:nvSpPr>
        <p:spPr>
          <a:xfrm>
            <a:off x="5364087" y="2933869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Retries with TCP RST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BEEDDD-02A1-2FCC-5AD1-91EDAD0A967E}"/>
              </a:ext>
            </a:extLst>
          </p:cNvPr>
          <p:cNvSpPr txBox="1"/>
          <p:nvPr/>
        </p:nvSpPr>
        <p:spPr>
          <a:xfrm>
            <a:off x="5364087" y="1439614"/>
            <a:ext cx="936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Retries with TCP RST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33" name="Straight Arrow Connector 81">
            <a:extLst>
              <a:ext uri="{FF2B5EF4-FFF2-40B4-BE49-F238E27FC236}">
                <a16:creationId xmlns:a16="http://schemas.microsoft.com/office/drawing/2014/main" id="{EDA2C328-4887-3D22-2977-A89E57C4A8C0}"/>
              </a:ext>
            </a:extLst>
          </p:cNvPr>
          <p:cNvCxnSpPr>
            <a:cxnSpLocks/>
          </p:cNvCxnSpPr>
          <p:nvPr/>
        </p:nvCxnSpPr>
        <p:spPr>
          <a:xfrm flipH="1">
            <a:off x="3681969" y="3063280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5F6D88B2-E8E4-0B5F-E00F-16E33508C080}"/>
              </a:ext>
            </a:extLst>
          </p:cNvPr>
          <p:cNvCxnSpPr>
            <a:cxnSpLocks/>
          </p:cNvCxnSpPr>
          <p:nvPr/>
        </p:nvCxnSpPr>
        <p:spPr>
          <a:xfrm flipH="1">
            <a:off x="3681969" y="3207296"/>
            <a:ext cx="178006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76437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C70E-EF84-C51C-BCE3-0B0821491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3F3B0C99-BE10-18D4-8769-247884F9F53A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F09A0FEB-1464-F40B-956F-E4B05CCF291C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416BC4A-DD5D-4792-4072-F88E0E52A17A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EB31BB69-8F5F-81FE-070A-901AC4928C6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8CEA4F78-2970-CB3B-B475-88B24A58CD49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2877B1A-F0BE-F521-4E94-D2D71BDB01E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81E10BFE-48C0-61B6-82C7-8DE7327C01BD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78639A4-5567-DA7F-EC63-A2CA92F6F144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0BA2B932-3EB9-9400-7ABB-4F85F78C138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94B27431-BBF1-6DDB-8A31-0D31B1B8246A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C6B30440-8B3E-2496-663E-074EC6F89E51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3FFAF364-4C23-BDCF-02D6-C957E8765CED}"/>
              </a:ext>
            </a:extLst>
          </p:cNvPr>
          <p:cNvSpPr txBox="1"/>
          <p:nvPr/>
        </p:nvSpPr>
        <p:spPr>
          <a:xfrm>
            <a:off x="763987" y="1185664"/>
            <a:ext cx="30595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Delay {"milliseconds": 70000}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E7BC6768-8B2E-739E-DC01-AACBA457F096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3A49E603-B7AB-97FE-DA2B-507781AEE7F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9C7BFE96-CBDE-2319-E5F9-2A808E4A662C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1097A2-EBDE-FFAE-775A-432275B02E9E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01E47-A1AC-66C5-E114-ECEAFE55674E}"/>
              </a:ext>
            </a:extLst>
          </p:cNvPr>
          <p:cNvSpPr txBox="1"/>
          <p:nvPr/>
        </p:nvSpPr>
        <p:spPr>
          <a:xfrm>
            <a:off x="763987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A22B2C10-C602-B98B-AADE-93D9CF80F061}"/>
              </a:ext>
            </a:extLst>
          </p:cNvPr>
          <p:cNvCxnSpPr>
            <a:cxnSpLocks/>
          </p:cNvCxnSpPr>
          <p:nvPr/>
        </p:nvCxnSpPr>
        <p:spPr>
          <a:xfrm>
            <a:off x="763988" y="286263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8D78515-68D5-2E24-FA4C-A15E766A1ABD}"/>
              </a:ext>
            </a:extLst>
          </p:cNvPr>
          <p:cNvCxnSpPr>
            <a:cxnSpLocks/>
          </p:cNvCxnSpPr>
          <p:nvPr/>
        </p:nvCxnSpPr>
        <p:spPr>
          <a:xfrm>
            <a:off x="5462033" y="250821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A246238E-9487-EB39-0182-E6CA84CD916A}"/>
              </a:ext>
            </a:extLst>
          </p:cNvPr>
          <p:cNvCxnSpPr>
            <a:cxnSpLocks/>
          </p:cNvCxnSpPr>
          <p:nvPr/>
        </p:nvCxnSpPr>
        <p:spPr>
          <a:xfrm>
            <a:off x="5462033" y="2862633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A71C432-A101-7419-7C71-9586B1586805}"/>
              </a:ext>
            </a:extLst>
          </p:cNvPr>
          <p:cNvSpPr txBox="1"/>
          <p:nvPr/>
        </p:nvSpPr>
        <p:spPr>
          <a:xfrm>
            <a:off x="5466474" y="261641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5" name="호 4">
            <a:extLst>
              <a:ext uri="{FF2B5EF4-FFF2-40B4-BE49-F238E27FC236}">
                <a16:creationId xmlns:a16="http://schemas.microsoft.com/office/drawing/2014/main" id="{8C42D62D-E987-4E1B-A3CE-166101444A0E}"/>
              </a:ext>
            </a:extLst>
          </p:cNvPr>
          <p:cNvSpPr/>
          <p:nvPr/>
        </p:nvSpPr>
        <p:spPr>
          <a:xfrm flipH="1">
            <a:off x="3547158" y="1504224"/>
            <a:ext cx="276365" cy="939455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A1CC9A-09D2-AA6B-00E6-4CCAD90090F2}"/>
              </a:ext>
            </a:extLst>
          </p:cNvPr>
          <p:cNvSpPr txBox="1"/>
          <p:nvPr/>
        </p:nvSpPr>
        <p:spPr>
          <a:xfrm>
            <a:off x="2843810" y="1850840"/>
            <a:ext cx="7406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60000ms</a:t>
            </a:r>
            <a:endParaRPr kumimoji="1" lang="ko-KR" altLang="en-US" sz="1000" i="1"/>
          </a:p>
        </p:txBody>
      </p:sp>
      <p:cxnSp>
        <p:nvCxnSpPr>
          <p:cNvPr id="13" name="Straight Arrow Connector 81">
            <a:extLst>
              <a:ext uri="{FF2B5EF4-FFF2-40B4-BE49-F238E27FC236}">
                <a16:creationId xmlns:a16="http://schemas.microsoft.com/office/drawing/2014/main" id="{9A99C7F2-32A7-291C-8B3A-DE141CEEC5CF}"/>
              </a:ext>
            </a:extLst>
          </p:cNvPr>
          <p:cNvCxnSpPr>
            <a:cxnSpLocks/>
          </p:cNvCxnSpPr>
          <p:nvPr/>
        </p:nvCxnSpPr>
        <p:spPr>
          <a:xfrm flipH="1">
            <a:off x="763987" y="2513177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CB5148D-A494-6437-C0C6-37F36B02CB7E}"/>
              </a:ext>
            </a:extLst>
          </p:cNvPr>
          <p:cNvSpPr txBox="1"/>
          <p:nvPr/>
        </p:nvSpPr>
        <p:spPr>
          <a:xfrm>
            <a:off x="872620" y="2513169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</a:p>
        </p:txBody>
      </p:sp>
      <p:cxnSp>
        <p:nvCxnSpPr>
          <p:cNvPr id="24" name="Straight Arrow Connector 81">
            <a:extLst>
              <a:ext uri="{FF2B5EF4-FFF2-40B4-BE49-F238E27FC236}">
                <a16:creationId xmlns:a16="http://schemas.microsoft.com/office/drawing/2014/main" id="{22414D99-C7A3-C954-4D79-C02DCBAE9D82}"/>
              </a:ext>
            </a:extLst>
          </p:cNvPr>
          <p:cNvCxnSpPr>
            <a:cxnSpLocks/>
          </p:cNvCxnSpPr>
          <p:nvPr/>
        </p:nvCxnSpPr>
        <p:spPr>
          <a:xfrm>
            <a:off x="3681969" y="2447745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2C4608-9B02-6022-0BAB-C006F83F0747}"/>
              </a:ext>
            </a:extLst>
          </p:cNvPr>
          <p:cNvSpPr txBox="1"/>
          <p:nvPr/>
        </p:nvSpPr>
        <p:spPr>
          <a:xfrm>
            <a:off x="3681968" y="220127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HTTP/2 RST_STREAM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7149321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F961B-3E40-C278-40C8-A3CCBF323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6BBAEAA5-1046-D40F-0347-36E032850613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6856E156-438B-0B5A-CD2D-0FCF3812AF8D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5B46F486-1400-735A-0300-4FBBFF5328B6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D53AB01E-1751-E88D-24F6-F91741EEDA77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0C20170-2EFD-1F49-49E3-1785C42181EF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83FBB5A9-B3E1-A768-F9A5-7FF206E5A700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D8F41C7E-F62C-B1F8-08E5-0A96033BB682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31B5258E-A92B-2F75-2F0B-C3B7AB87F973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5690A67-73F7-7FF6-B3B3-2D657BB6D48F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2DD4B6C9-A9AB-ADBA-B77C-D8943590B540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EAA879A-5E4D-867A-E38F-A3538E60B018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599911B-09CD-BA4F-EA85-7C871ECD85E6}"/>
              </a:ext>
            </a:extLst>
          </p:cNvPr>
          <p:cNvSpPr txBox="1"/>
          <p:nvPr/>
        </p:nvSpPr>
        <p:spPr>
          <a:xfrm>
            <a:off x="763986" y="1185664"/>
            <a:ext cx="30879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ko-KR" sz="1000" i="1"/>
              <a:t>mock-server:9090 Status {"code": 0}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0176AD2-6447-ACAF-AA48-6EE4020C983B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6101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D48B87DB-BE6C-267B-BFBB-6CD97D1654EF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B81AA34-6EDE-1C02-150F-A17F487928C0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967D745-5697-3D34-8A92-0E75BEA9BC55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0BB59958-CC95-809F-9DDA-7AE30C35E1A6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0EC6B2-B1E0-9BFA-601B-EDF71DFE2789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311DFE-310F-ED24-86D2-5441B38282F0}"/>
              </a:ext>
            </a:extLst>
          </p:cNvPr>
          <p:cNvSpPr txBox="1"/>
          <p:nvPr/>
        </p:nvSpPr>
        <p:spPr>
          <a:xfrm>
            <a:off x="886292" y="18213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14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1363303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65264</TotalTime>
  <Words>1659</Words>
  <Application>Microsoft Macintosh PowerPoint</Application>
  <PresentationFormat>화면 슬라이드 쇼(16:9)</PresentationFormat>
  <Paragraphs>698</Paragraphs>
  <Slides>47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5639</cp:revision>
  <dcterms:created xsi:type="dcterms:W3CDTF">2006-10-05T04:04:58Z</dcterms:created>
  <dcterms:modified xsi:type="dcterms:W3CDTF">2026-01-12T16:27:32Z</dcterms:modified>
</cp:coreProperties>
</file>
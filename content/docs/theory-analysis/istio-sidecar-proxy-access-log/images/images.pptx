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6" r:id="rId9"/>
    <p:sldId id="427" r:id="rId10"/>
    <p:sldId id="428" r:id="rId11"/>
    <p:sldId id="424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36" r:id="rId20"/>
    <p:sldId id="413" r:id="rId21"/>
    <p:sldId id="414" r:id="rId22"/>
    <p:sldId id="415" r:id="rId23"/>
    <p:sldId id="403" r:id="rId24"/>
    <p:sldId id="399" r:id="rId25"/>
    <p:sldId id="400" r:id="rId26"/>
    <p:sldId id="401" r:id="rId27"/>
    <p:sldId id="402" r:id="rId28"/>
    <p:sldId id="404" r:id="rId29"/>
    <p:sldId id="405" r:id="rId30"/>
    <p:sldId id="408" r:id="rId31"/>
    <p:sldId id="407" r:id="rId32"/>
    <p:sldId id="409" r:id="rId33"/>
    <p:sldId id="410" r:id="rId34"/>
    <p:sldId id="387" r:id="rId35"/>
    <p:sldId id="411" r:id="rId36"/>
    <p:sldId id="412" r:id="rId3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4" d="100"/>
          <a:sy n="204" d="100"/>
        </p:scale>
        <p:origin x="280" y="172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94637" y="185084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13}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13 INTERNAL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62366</TotalTime>
  <Words>1132</Words>
  <Application>Microsoft Macintosh PowerPoint</Application>
  <PresentationFormat>화면 슬라이드 쇼(16:9)</PresentationFormat>
  <Paragraphs>478</Paragraphs>
  <Slides>36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3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5592</cp:revision>
  <dcterms:created xsi:type="dcterms:W3CDTF">2006-10-05T04:04:58Z</dcterms:created>
  <dcterms:modified xsi:type="dcterms:W3CDTF">2026-01-10T16:10:10Z</dcterms:modified>
</cp:coreProperties>
</file>
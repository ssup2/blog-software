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398" r:id="rId2"/>
    <p:sldId id="425" r:id="rId3"/>
    <p:sldId id="421" r:id="rId4"/>
    <p:sldId id="422" r:id="rId5"/>
    <p:sldId id="423" r:id="rId6"/>
    <p:sldId id="419" r:id="rId7"/>
    <p:sldId id="420" r:id="rId8"/>
    <p:sldId id="426" r:id="rId9"/>
    <p:sldId id="427" r:id="rId10"/>
    <p:sldId id="428" r:id="rId11"/>
    <p:sldId id="424" r:id="rId12"/>
    <p:sldId id="413" r:id="rId13"/>
    <p:sldId id="414" r:id="rId14"/>
    <p:sldId id="415" r:id="rId15"/>
    <p:sldId id="403" r:id="rId16"/>
    <p:sldId id="399" r:id="rId17"/>
    <p:sldId id="400" r:id="rId18"/>
    <p:sldId id="401" r:id="rId19"/>
    <p:sldId id="402" r:id="rId20"/>
    <p:sldId id="404" r:id="rId21"/>
    <p:sldId id="405" r:id="rId22"/>
    <p:sldId id="408" r:id="rId23"/>
    <p:sldId id="407" r:id="rId24"/>
    <p:sldId id="409" r:id="rId25"/>
    <p:sldId id="410" r:id="rId26"/>
    <p:sldId id="387" r:id="rId27"/>
    <p:sldId id="411" r:id="rId28"/>
    <p:sldId id="412" r:id="rId29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87" autoAdjust="0"/>
    <p:restoredTop sz="93091" autoAdjust="0"/>
  </p:normalViewPr>
  <p:slideViewPr>
    <p:cSldViewPr>
      <p:cViewPr>
        <p:scale>
          <a:sx n="200" d="100"/>
          <a:sy n="200" d="100"/>
        </p:scale>
        <p:origin x="360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450617" y="206253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811614" y="2942365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811613" y="223578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811613" y="1536608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450617" y="276171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0BF34E4E-D819-D227-3EB9-B02A8298008D}"/>
              </a:ext>
            </a:extLst>
          </p:cNvPr>
          <p:cNvSpPr/>
          <p:nvPr/>
        </p:nvSpPr>
        <p:spPr>
          <a:xfrm>
            <a:off x="89959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E097F662-9C91-B3D9-B15F-F660A0526DEF}"/>
              </a:ext>
            </a:extLst>
          </p:cNvPr>
          <p:cNvSpPr/>
          <p:nvPr/>
        </p:nvSpPr>
        <p:spPr>
          <a:xfrm>
            <a:off x="99010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C6C9454E-4573-AF98-DEF0-375D7AED75F1}"/>
              </a:ext>
            </a:extLst>
          </p:cNvPr>
          <p:cNvSpPr/>
          <p:nvPr/>
        </p:nvSpPr>
        <p:spPr>
          <a:xfrm>
            <a:off x="2377097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7BCD3A1A-69FC-D273-70A9-D694743F2497}"/>
              </a:ext>
            </a:extLst>
          </p:cNvPr>
          <p:cNvSpPr/>
          <p:nvPr/>
        </p:nvSpPr>
        <p:spPr>
          <a:xfrm>
            <a:off x="1087860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0" name="Straight Arrow Connector 81">
            <a:extLst>
              <a:ext uri="{FF2B5EF4-FFF2-40B4-BE49-F238E27FC236}">
                <a16:creationId xmlns:a16="http://schemas.microsoft.com/office/drawing/2014/main" id="{AFA355D9-47D5-662F-1A7B-8C2D92C053B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>
            <a:off x="2077317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A87D3520-DD14-E30C-4291-1C37B4DCDB91}"/>
              </a:ext>
            </a:extLst>
          </p:cNvPr>
          <p:cNvSpPr/>
          <p:nvPr/>
        </p:nvSpPr>
        <p:spPr>
          <a:xfrm>
            <a:off x="545057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32" name="사각형: 둥근 모서리 29">
            <a:extLst>
              <a:ext uri="{FF2B5EF4-FFF2-40B4-BE49-F238E27FC236}">
                <a16:creationId xmlns:a16="http://schemas.microsoft.com/office/drawing/2014/main" id="{213B2CC5-D52F-D2A4-CADD-7C6EA9B23701}"/>
              </a:ext>
            </a:extLst>
          </p:cNvPr>
          <p:cNvSpPr/>
          <p:nvPr/>
        </p:nvSpPr>
        <p:spPr>
          <a:xfrm>
            <a:off x="554108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EC26083D-6DBA-A754-DB94-36D4550FB3A2}"/>
              </a:ext>
            </a:extLst>
          </p:cNvPr>
          <p:cNvSpPr/>
          <p:nvPr/>
        </p:nvSpPr>
        <p:spPr>
          <a:xfrm>
            <a:off x="6829902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7D67EF93-D3CB-BDE4-08F7-694E0D9B1738}"/>
              </a:ext>
            </a:extLst>
          </p:cNvPr>
          <p:cNvSpPr/>
          <p:nvPr/>
        </p:nvSpPr>
        <p:spPr>
          <a:xfrm>
            <a:off x="5638840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348CB496-C848-EE63-622E-4EBF46BB10D7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6530122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80">
            <a:extLst>
              <a:ext uri="{FF2B5EF4-FFF2-40B4-BE49-F238E27FC236}">
                <a16:creationId xmlns:a16="http://schemas.microsoft.com/office/drawing/2014/main" id="{60D77C7A-7EB3-5D25-0373-DA9D1152FF5A}"/>
              </a:ext>
            </a:extLst>
          </p:cNvPr>
          <p:cNvCxnSpPr>
            <a:cxnSpLocks/>
            <a:stCxn id="28" idx="0"/>
            <a:endCxn id="9" idx="0"/>
          </p:cNvCxnSpPr>
          <p:nvPr/>
        </p:nvCxnSpPr>
        <p:spPr>
          <a:xfrm rot="5400000" flipH="1" flipV="1">
            <a:off x="3382016" y="977330"/>
            <a:ext cx="509322" cy="1627879"/>
          </a:xfrm>
          <a:prstGeom prst="bentConnector3">
            <a:avLst>
              <a:gd name="adj1" fmla="val 14488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80">
            <a:extLst>
              <a:ext uri="{FF2B5EF4-FFF2-40B4-BE49-F238E27FC236}">
                <a16:creationId xmlns:a16="http://schemas.microsoft.com/office/drawing/2014/main" id="{08F1DEB0-4265-25DB-7A8D-0D7B60041B5C}"/>
              </a:ext>
            </a:extLst>
          </p:cNvPr>
          <p:cNvCxnSpPr>
            <a:cxnSpLocks/>
            <a:stCxn id="2" idx="2"/>
            <a:endCxn id="34" idx="2"/>
          </p:cNvCxnSpPr>
          <p:nvPr/>
        </p:nvCxnSpPr>
        <p:spPr>
          <a:xfrm rot="5400000" flipH="1" flipV="1">
            <a:off x="4776065" y="2159878"/>
            <a:ext cx="982968" cy="1633863"/>
          </a:xfrm>
          <a:prstGeom prst="bentConnector3">
            <a:avLst>
              <a:gd name="adj1" fmla="val -232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B1732-004B-1080-5A4B-6E97898E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ED1C6B-1951-402E-604B-8DFAE4A3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636D9-0DCF-66B0-651C-09D5F0A1D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97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68313-8269-6F2B-8540-BF86D012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FDABE30-4690-5763-EB2D-8A0FEFF512F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EA79A3D-2C6A-F306-067D-CE060C2723B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673BDB24-6F73-C2D5-856F-080E7396920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17D29EC-AAF5-3EA1-8E9F-716121138F5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5A0D838-F92F-1A5D-CD55-A905DBA2404C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F8A0270-AF4B-03C8-4225-D2236B47649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F11F06-8FDA-55C1-E7F7-11DFBBC8B67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77CF21F-59FD-C092-644A-F3539F407A0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C3FBF66-6155-DD58-06DD-3A1763448E9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D3278817-B173-AAFA-13F4-CC95E5CBAD1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65E83B8-7E8E-7BC6-4D84-9021251E07A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3B78DC4-0156-BC0F-8EA5-4651A562131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9B2F2EF-5AFF-7F7C-B16A-9F12F7E92AE4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E3BC87B-C28E-FFEE-42E3-F17B06372E3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DDC6FD5-83BD-9185-E9B6-E52D128EB96C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BFBC4CA1-46E1-5C35-FD8A-1A12F114543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FAD9948B-32A6-7D7F-3687-C491BAB3D65C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D541513-5865-B95B-E42D-6921F4405E57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CF62AE78-EBC6-4549-3F8D-FC35E1DB6D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389FA8F-968A-1748-07D1-066D67AE25F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9CC473-0B2A-68C4-BE8A-A11D3249EDBF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5445D30-8261-22D2-2F17-9A2919D1EB1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5085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36641-3808-7FA2-63FF-FE1B7111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4B28D3EE-AC41-F287-C602-F91E3286E4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BDEBE5B0-2B61-FA7C-17C6-04A2A54DE464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CC0516A-DE84-4456-96BB-093352C279B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7A2DD65A-8DBD-686A-668C-256AE252E1D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AB17CBEF-EB45-E298-947D-CF78760686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72B2E46-19F1-0B2D-8BE4-EB13A8E6EA2D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C3ABCEC-ACC6-4DE9-0BC4-5C96CD08BF8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0321CF3-29F4-8EDF-5E24-28F963B820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B4BACD5-6239-1472-D81F-30537F4443E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CDA1DCD-9552-1B2F-D3E8-357218DCA09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D25256-2BDB-9B70-9B8A-CAA6D8241BD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E4913-03B1-EFB0-6CF7-B969234DB89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4A5FBD09-F440-8117-FC3E-D61C3016DF78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0623BB3-9B70-9219-490D-557B22AF28F0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A06F6EA-B408-CFB6-25C7-BC33698635B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4A9AB0D-28A8-33D5-08BB-33DB3A318A19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3F8E726-C186-6686-F195-10B3EF72955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FA43705E-F944-C487-57D5-67E44B532C04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0BC113F7-B6AD-F382-E6AB-0CB1193B3B2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B184DC-1E6E-80EB-C72C-CC21BF79F89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5B6418BE-7828-8329-29EF-9DFF29318C6A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E74979D-3591-1207-DEDB-A02CDBE2B6DD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37743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469A-990A-21D2-ADEE-7EFB4D4F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E1421944-E955-0755-1748-5FB76F198AA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B4CD3DB-7FCB-A4AE-8FEE-F4A0F688171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7561BF94-A1F5-E83C-13D6-74738CE837F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9927F52-7A87-8DCA-5153-6BA9F74C7E4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30E9B784-70E9-A1B1-C519-5196AE0AC85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BD11923-9BD8-B896-05E3-3F596B4F449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86ED5DC-4053-B611-0E7B-9BC1D84D8EE0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2D1552C-6218-EE8E-31E8-6EEFB5D7B3A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F038430-9C38-47B3-4E67-3D5453DA97D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E90069F-FBFF-B08A-7649-60A2B1ECB50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6C99D28-3159-2273-9AA3-FE9E1FB919B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00E884D-5157-2B3A-3AB5-7B69F1D380F6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AEE8836-3AD8-8CF3-89CB-C84AE356063F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C560726-5BB4-D246-67B6-C242B5063337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0536F2-1CCC-99F0-8EAB-1DAB48C2E9A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62B0559-6095-1175-84AF-0108EA34C51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3B993C-DFEB-CF48-7C99-B103252E6117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290B414-2077-03F0-12CA-8E701FA5ECDC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AB65D176-B0AE-7ED7-0CA3-3CBF43CCC7C1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71F3401-4DB6-E1A3-4058-EAA7205BDF31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FA29EF37-AAC7-89FE-B8F8-AD8AF9E014B1}"/>
              </a:ext>
            </a:extLst>
          </p:cNvPr>
          <p:cNvCxnSpPr>
            <a:cxnSpLocks/>
          </p:cNvCxnSpPr>
          <p:nvPr/>
        </p:nvCxnSpPr>
        <p:spPr>
          <a:xfrm>
            <a:off x="3681969" y="220382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ED037383-3E51-EC01-0D7A-629AB96B321C}"/>
              </a:ext>
            </a:extLst>
          </p:cNvPr>
          <p:cNvCxnSpPr>
            <a:cxnSpLocks/>
          </p:cNvCxnSpPr>
          <p:nvPr/>
        </p:nvCxnSpPr>
        <p:spPr>
          <a:xfrm>
            <a:off x="5462033" y="228371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5E4A917-B6DF-88E1-E549-591A47BED4B4}"/>
              </a:ext>
            </a:extLst>
          </p:cNvPr>
          <p:cNvSpPr txBox="1"/>
          <p:nvPr/>
        </p:nvSpPr>
        <p:spPr>
          <a:xfrm>
            <a:off x="3681968" y="195354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85625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0BB47-55FC-A44F-B2A5-056CEEB2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D4B0BE91-4E51-84EF-2F49-1FF70DE3814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2FEBECD-014E-1FCE-1A5E-6C7FCD0B88F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B68702A-6E61-1793-C1A4-520A761EE7D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8BE2486-F289-3189-578C-6B4BC9F1A5C2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CB09E3F-7905-5FF0-8844-E1BEC7E99C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62DB82A-CC98-4FD9-9775-9DF27B4268A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D29BE1A-09D4-6DAB-39EE-8B1DAA0318B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E625DD2-1891-1EEE-BC6D-7A2D4626FA6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8FBBB0D-7D45-9E2C-2DA9-C0921490E30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D67D35F-C96A-52CB-8E4C-1FB9DA43E43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07307EB-5C9E-3866-E5CC-521BE0128BE4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73F56D7-C550-BC50-349D-9636296D26E5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7EBA17-EF7D-8CE4-8A6D-CDA443310B1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2111CA3-34AE-057C-2CDF-F40DAA539354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03C5C8D-6BA5-274A-850A-22C6CC6B7BA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D8BA536-A74A-AB7D-5673-49353D2A389D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9FA8D0C5-E452-DF3C-CB38-937FB4A28B50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0764FA75-A45A-50C2-EFB8-171A2ECE4B01}"/>
              </a:ext>
            </a:extLst>
          </p:cNvPr>
          <p:cNvCxnSpPr>
            <a:cxnSpLocks/>
          </p:cNvCxnSpPr>
          <p:nvPr/>
        </p:nvCxnSpPr>
        <p:spPr>
          <a:xfrm>
            <a:off x="763987" y="215029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575321F-DA7E-D278-DE23-E5570022C61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ED7F0-227D-B119-D125-4DCF435EED7A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BC783-7EC4-22AA-6E83-FB3B60F5B6B4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AFD9B98-D008-F61C-AA42-57C9239BD7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DA25AE-2056-0077-7D91-EF1B4E4066C1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D593B-D3F0-75EC-67FA-145BE00972A7}"/>
              </a:ext>
            </a:extLst>
          </p:cNvPr>
          <p:cNvSpPr txBox="1"/>
          <p:nvPr/>
        </p:nvSpPr>
        <p:spPr>
          <a:xfrm>
            <a:off x="763987" y="225241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F930E445-E6F7-8D17-121B-603C085D548F}"/>
              </a:ext>
            </a:extLst>
          </p:cNvPr>
          <p:cNvCxnSpPr>
            <a:cxnSpLocks/>
          </p:cNvCxnSpPr>
          <p:nvPr/>
        </p:nvCxnSpPr>
        <p:spPr>
          <a:xfrm>
            <a:off x="763988" y="249864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402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7AB-87CD-BC59-E9C8-46F7963E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F886A1B-5171-B477-B1E2-80213B99325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4C7BB2-287B-7CA9-3611-CDAC28833FF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29C40AC-62A6-EA0E-C9C7-919008228F4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381388C-31CE-3BA1-933F-F6814F5E706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D6CEC63-4A89-B3E2-8924-467501D335A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B9DBB4E-0D4C-5748-9BA6-A80035343A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2E1B4A6-6834-2243-F4E3-525026B4389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FD70B6F-7830-1F73-E0CF-FE152D91FA7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85165D9-6BFA-A058-CE2C-DC229BAF1B3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D2040C-E047-FAA5-E8AD-F04999BF5E25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AFEF405-988E-FF87-9158-29D249B91536}"/>
              </a:ext>
            </a:extLst>
          </p:cNvPr>
          <p:cNvCxnSpPr>
            <a:cxnSpLocks/>
          </p:cNvCxnSpPr>
          <p:nvPr/>
        </p:nvCxnSpPr>
        <p:spPr>
          <a:xfrm>
            <a:off x="763988" y="143126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E451B5E-3D14-003E-6CCE-E7B281038160}"/>
              </a:ext>
            </a:extLst>
          </p:cNvPr>
          <p:cNvSpPr txBox="1"/>
          <p:nvPr/>
        </p:nvSpPr>
        <p:spPr>
          <a:xfrm>
            <a:off x="763986" y="1185042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mock-server:8080/reset-after-response/1000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DC247C2-C413-D8A7-8631-AC28179AC884}"/>
              </a:ext>
            </a:extLst>
          </p:cNvPr>
          <p:cNvCxnSpPr>
            <a:cxnSpLocks/>
          </p:cNvCxnSpPr>
          <p:nvPr/>
        </p:nvCxnSpPr>
        <p:spPr>
          <a:xfrm>
            <a:off x="3681969" y="1505058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06CC072-6B0F-300F-33A0-D14071DADA2E}"/>
              </a:ext>
            </a:extLst>
          </p:cNvPr>
          <p:cNvCxnSpPr>
            <a:cxnSpLocks/>
          </p:cNvCxnSpPr>
          <p:nvPr/>
        </p:nvCxnSpPr>
        <p:spPr>
          <a:xfrm>
            <a:off x="5462033" y="158494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A01F1A2-DBDF-339E-09AA-5E1AA2967FED}"/>
              </a:ext>
            </a:extLst>
          </p:cNvPr>
          <p:cNvCxnSpPr>
            <a:cxnSpLocks/>
          </p:cNvCxnSpPr>
          <p:nvPr/>
        </p:nvCxnSpPr>
        <p:spPr>
          <a:xfrm>
            <a:off x="3681977" y="242481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A1F85A67-17B7-A383-AB73-D5261130B6F6}"/>
              </a:ext>
            </a:extLst>
          </p:cNvPr>
          <p:cNvCxnSpPr>
            <a:cxnSpLocks/>
          </p:cNvCxnSpPr>
          <p:nvPr/>
        </p:nvCxnSpPr>
        <p:spPr>
          <a:xfrm>
            <a:off x="763987" y="249682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4975DC0-819C-B24F-D060-7140F710F8C3}"/>
              </a:ext>
            </a:extLst>
          </p:cNvPr>
          <p:cNvSpPr txBox="1"/>
          <p:nvPr/>
        </p:nvSpPr>
        <p:spPr>
          <a:xfrm>
            <a:off x="2666355" y="241928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630E53CB-5D9C-94D8-3BA6-96931311DC29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81">
            <a:extLst>
              <a:ext uri="{FF2B5EF4-FFF2-40B4-BE49-F238E27FC236}">
                <a16:creationId xmlns:a16="http://schemas.microsoft.com/office/drawing/2014/main" id="{A43474A5-FA46-19BB-40F7-F2A4285E6DD6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385E62-9F05-5EBF-DBB8-163F6D2FC644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C4B9F288-0902-F04E-62C0-6788D86564A4}"/>
              </a:ext>
            </a:extLst>
          </p:cNvPr>
          <p:cNvCxnSpPr>
            <a:cxnSpLocks/>
          </p:cNvCxnSpPr>
          <p:nvPr/>
        </p:nvCxnSpPr>
        <p:spPr>
          <a:xfrm>
            <a:off x="5462028" y="23254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3925310-591A-85F5-13DB-D13C9373B0AD}"/>
              </a:ext>
            </a:extLst>
          </p:cNvPr>
          <p:cNvCxnSpPr>
            <a:cxnSpLocks/>
          </p:cNvCxnSpPr>
          <p:nvPr/>
        </p:nvCxnSpPr>
        <p:spPr>
          <a:xfrm>
            <a:off x="3681972" y="2762185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3BC9DED-8EE9-68C8-3AE6-0FABDF2E807E}"/>
              </a:ext>
            </a:extLst>
          </p:cNvPr>
          <p:cNvSpPr txBox="1"/>
          <p:nvPr/>
        </p:nvSpPr>
        <p:spPr>
          <a:xfrm>
            <a:off x="5584328" y="23231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3265C1-93A7-32EA-CE5C-77945D0046BB}"/>
              </a:ext>
            </a:extLst>
          </p:cNvPr>
          <p:cNvSpPr txBox="1"/>
          <p:nvPr/>
        </p:nvSpPr>
        <p:spPr>
          <a:xfrm>
            <a:off x="2666355" y="27621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3AE37C0C-060D-4235-4D6C-821BE262B00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57B0BC4-5506-429A-7D61-0604C87A31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30" name="호 29">
            <a:extLst>
              <a:ext uri="{FF2B5EF4-FFF2-40B4-BE49-F238E27FC236}">
                <a16:creationId xmlns:a16="http://schemas.microsoft.com/office/drawing/2014/main" id="{530F991D-0535-28F6-CEFD-F38F2D838BC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E49FB2-9594-B138-A6A9-388215BBFD74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B8CE26C4-C415-E104-E376-442637C3A67B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707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E107C-8AD4-AB22-C6C4-2D86B387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4BDBC81-C6A3-4676-DFEF-E940FFE4AE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1332B54-59A2-19AD-AA55-10B6280A4FC8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C1414866-1E85-E51B-2182-6A979716CDB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416C6F59-DAF9-7B9B-535F-264F2FEBBD2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D148650-E683-2E94-F98A-850E19317B3D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75EB613-4F35-DF70-63F2-7215C1EF560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6AC4197-3F19-3334-9C6E-37DCFA1B4D5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AACC0CB-ADDF-C84A-9E51-F265AA71538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16F8125-092B-0270-9968-FAF3D83477D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9280C47-811E-40F4-922A-2265D7C4E6E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1B3CAFE-D6ED-CFA5-3B3A-A269977DFD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19001FE-F9F3-9223-D4B3-0EE263E0553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DB0685A9-0DCF-4AC5-F67B-A31A6896D5EA}"/>
              </a:ext>
            </a:extLst>
          </p:cNvPr>
          <p:cNvCxnSpPr>
            <a:cxnSpLocks/>
          </p:cNvCxnSpPr>
          <p:nvPr/>
        </p:nvCxnSpPr>
        <p:spPr>
          <a:xfrm>
            <a:off x="5462033" y="200396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E86E0F5-C09C-4255-B49A-C22B45C1C18D}"/>
              </a:ext>
            </a:extLst>
          </p:cNvPr>
          <p:cNvSpPr txBox="1"/>
          <p:nvPr/>
        </p:nvSpPr>
        <p:spPr>
          <a:xfrm>
            <a:off x="5584334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55DD878-D367-BFC2-CD71-3EDF8D64C43A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876FC0DB-1405-2661-E632-A1E00BAA4F0B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1FBD4573-2D43-190F-89EB-301A74A81514}"/>
              </a:ext>
            </a:extLst>
          </p:cNvPr>
          <p:cNvCxnSpPr>
            <a:cxnSpLocks/>
          </p:cNvCxnSpPr>
          <p:nvPr/>
        </p:nvCxnSpPr>
        <p:spPr>
          <a:xfrm>
            <a:off x="3681977" y="207597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72283F-0769-58E3-775B-B698A3DDA1C8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39E1102-1057-B38E-37BA-1A899BB645B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EDF20EA-C18F-B971-E8A6-1A56ABBD4328}"/>
              </a:ext>
            </a:extLst>
          </p:cNvPr>
          <p:cNvCxnSpPr>
            <a:cxnSpLocks/>
          </p:cNvCxnSpPr>
          <p:nvPr/>
        </p:nvCxnSpPr>
        <p:spPr>
          <a:xfrm>
            <a:off x="763988" y="2496407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A27B3FE-53DC-31D7-E957-593F2B7EDF18}"/>
              </a:ext>
            </a:extLst>
          </p:cNvPr>
          <p:cNvSpPr txBox="1"/>
          <p:nvPr/>
        </p:nvSpPr>
        <p:spPr>
          <a:xfrm>
            <a:off x="763987" y="22501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E23B797A-5C6C-F475-426E-BADF86721200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70C404-5D9A-811C-8C40-B4C1031BB223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06286B3-6BA5-9574-AE17-BB3612A7B65E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30CFE4C-F99D-95E3-6DAD-CA92D70DC233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0811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4DB9-DB25-7B55-A780-C05EC301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5F6151-EA1B-6FCB-F683-785904D3F83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657442A-2628-7974-3DD0-119FC1B591E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9386F7E-D6FB-C3EC-E256-50C8721362A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64F2FB99-B11F-549F-9C42-DC8341BC626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4F2F2D2-4DF1-78F0-E348-4D5EB4A07E4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BE34F73-F514-67DD-CD10-085CD59108B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58CB1AB-EB19-C759-D1C5-CA2D2FDACC5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7B965DE7-DA9D-3866-01E5-4DCBAE8284D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4AC660F9-BDD5-09E5-84C9-542A10E23B9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2B90644-B44A-AC82-0FED-B7EE02398AD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67560C04-C541-CE27-AC5E-614229E6BA8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E53E02B-7AB9-8AA1-1296-59622DF8B76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F348400-BB70-9272-C579-35D9416D8631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B8564E6-0000-0478-D674-BDA24640AE9E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33EB41-AAF1-9C4B-CE16-D5C71F5AFDE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59F506-1716-069A-3C68-8ED117B416E6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DBEDA96A-D4CC-D409-32EB-C9F6346D1012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D00BB99-7C36-3F82-5F70-AC042E48E9FC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7414477-9799-664D-08D0-5A0EE2B80E7E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27D3EB54-D29E-F7B2-9858-DE50745E0761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597A302C-45C5-35D4-ABE3-ED13E846A8AA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BFF01A9-6BBE-4C4B-37CA-B5EE7F4E4C15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932DC0C8-06D6-DDA8-0522-F6DDEE3B6776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FEC4D1-4233-E55F-23FB-ADAB11445E64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C735AABD-95C0-85D2-2456-FCF9F3E98B69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4D7A09D-FB0E-9CA9-A8BE-E81460ECAAAF}"/>
              </a:ext>
            </a:extLst>
          </p:cNvPr>
          <p:cNvSpPr txBox="1"/>
          <p:nvPr/>
        </p:nvSpPr>
        <p:spPr>
          <a:xfrm>
            <a:off x="763987" y="18592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F757D50F-8790-045F-7724-F6AB14D35F34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A64F032-9460-F416-FEA7-A7AB3188FAF5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913A212-6A73-6792-5342-45C9BCC69197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843F6B6-47BD-7B8B-A425-85FDE3806958}"/>
              </a:ext>
            </a:extLst>
          </p:cNvPr>
          <p:cNvSpPr txBox="1"/>
          <p:nvPr/>
        </p:nvSpPr>
        <p:spPr>
          <a:xfrm>
            <a:off x="763987" y="25658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28F8472D-DDA1-FD52-5F17-7AB6984FD3ED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CB6495-F10E-1B54-A790-91DF7745F18B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A5CB2EBC-41C8-9DB5-5B9D-80EC86B584D1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91B0BDC-891A-50DF-0B5B-D7DE42419023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424210CE-4049-1FCA-E3FD-CED4B2414AB4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2A33FFE-46A0-9E5D-0EE9-1FCA8EF8B40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7B43A791-5B57-427E-E95C-DCE0BA1F2848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2D83375D-001C-B017-F735-8A6978DC0884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F7A52364-9792-D282-746D-CF69C514B1D0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3472CB4-05C2-8744-207C-3A5A56921BE8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3D279A1F-5660-BD42-C4F4-97AE8BB2830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B3035838-443B-67C9-3F2D-0276CEF3D52E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008961D-C30E-6602-1C6F-81F5A46CD01E}"/>
              </a:ext>
            </a:extLst>
          </p:cNvPr>
          <p:cNvSpPr txBox="1"/>
          <p:nvPr/>
        </p:nvSpPr>
        <p:spPr>
          <a:xfrm>
            <a:off x="3681962" y="368433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B9201AB4-5ACB-B458-86A1-20DF79D9A498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343672-C369-9BDC-C876-458C2C8CF80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ECE238E5-7FA0-A480-79A7-0ED1B541F1DE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E6E78AA-9CBB-D745-4206-9E70B25ABBC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2520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A5725-F849-7260-649B-7E0B59EDE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77271E5-83F1-D500-4747-53D53722CF16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1656D38-48A0-DF92-5C85-6247E341D7E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4F6759B-D49E-375C-8419-94083B9E186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D8F43DF-D5C2-8FAE-422D-657794C8AF6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7845B92-1318-8F4D-4726-27AEAA81319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E2DCAF3-0C0E-25E3-E3F1-54474E2237D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C853B93-80C6-7AF3-EF06-231304EABFAA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7AA4057-B4AB-F113-A09E-2034B9DA20F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4D6867D-D2E1-1EC4-7776-BDCE2A6A442B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D632935-5006-5E31-2AAA-2DF44A6BC9A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7EC61483-E9B0-1F6D-337D-DDE474EB5019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357630F-3D75-720A-21D7-A8AC982AF028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660DBEF-5316-A38E-CA5D-27279DADC87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08DA1FB-CD0B-3408-9B8B-53AD698615D2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52D172E-3E06-EAA7-5B61-F104CCA9A8B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604F6A5-B7E9-8C88-E37A-0A0B627A214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3FF93C08-87C3-432A-44F1-EF06C6C2B4FC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6B153BA-A3DB-0A1E-866A-17BD9D5295A2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5104D43-4491-B7C2-B901-0F4E3BE3D63F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01FA022-A14F-F9D3-F075-D583ABA498E6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3247E3F-91CB-070E-FC79-7CBED2E794C1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E57BC4D-A224-55E0-3CFC-6D36FD066F70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7560F0E4-7D01-D5E1-66E9-44F4B75C1ED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AFA508-7157-7616-E78F-9594740A5F1F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532EBAD-0B2D-41C5-11F8-01CF97B49B5B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9A2DCA1-364E-3177-C751-32BC7C251407}"/>
              </a:ext>
            </a:extLst>
          </p:cNvPr>
          <p:cNvSpPr txBox="1"/>
          <p:nvPr/>
        </p:nvSpPr>
        <p:spPr>
          <a:xfrm>
            <a:off x="763987" y="3007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041D54D6-D83B-F850-9C1B-2DFDEE0B4DAD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C066F80-F19C-AC2D-4C1D-ACF14EF547B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740CB670-BD31-C29D-E1DA-32DE12506451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F1D8E8B-87BF-0314-CC5E-16EF52C226BF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BB2B3D91-66F4-9996-2D04-511C4882633C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BF6D811-8604-2344-102A-33A71B93A576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1CFFAF9-03B3-0AA6-69EA-5B377EE80AE1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EB6355-CF4B-A41D-03D9-C7D75AFEADD6}"/>
              </a:ext>
            </a:extLst>
          </p:cNvPr>
          <p:cNvSpPr txBox="1"/>
          <p:nvPr/>
        </p:nvSpPr>
        <p:spPr>
          <a:xfrm>
            <a:off x="763987" y="18598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C39AAD4D-C641-7535-7C36-D8CA76459ECF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9E5514B-CC66-01AC-333F-A5C6C1C4AAE7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7ACDAC44-05CD-CE82-D532-5E2324F45A1A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F25201E-ED72-C850-1409-B302CE7BB6A6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B5E7F1A7-BB67-6801-5C40-60354E27B52E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F78C879-02A1-D3F8-AAFF-2CB9191174AA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2947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DB2AF-FAF3-E1D1-9075-433C777E2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B47654E9-DB7B-872B-3204-50917686A53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8DCF9142-640E-4A97-A842-E0AEB2AC2C7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592EC5C0-72F9-DCB2-513E-E45291FBC4F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E9B1459F-132A-8399-B0AA-F4B133FD5A8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3E184534-CE12-B3EF-83FE-0AA38F9A7FA8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04CEDA67-4D6C-F29F-3A0F-C402A426B2F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B025C823-3352-EE5E-142A-BA859E7F2781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E02B9F08-F54E-6301-73C6-44D31E397CD2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EBA011-7849-15F0-A395-E5F1A7D71D4F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F9C03A3B-5188-7C0E-9D03-54C1DB07270F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81EFAC47-0D65-0AF6-FD6F-9D15E7D9085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BC3006C-634D-978B-21E6-9ED1A0C0623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mock-server:8080/status/503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2082980C-F05D-F5E2-2982-862CEE6E9BE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6651FAF-315D-0668-4669-6C2573776BA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AA619DBE-6851-19E5-8C01-81DC272613A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D06C6FB-C732-FFD1-727C-4BF42F92AA9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96663D1-478F-4131-132C-9CEC6CFCF62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F69FAC6D-FB7B-831C-609C-7FD134D76D50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54CA514-4B8E-96D9-71F3-24276764ACF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1914082-FD34-2853-086E-74E53B7431B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84AF6FB8-1AA8-3762-B3E2-D84C56AEA49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5A22971-3C30-8014-8F12-23E4EFEA3E26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72E86C-85B4-AB4C-8BAC-A54051F16750}"/>
              </a:ext>
            </a:extLst>
          </p:cNvPr>
          <p:cNvCxnSpPr>
            <a:cxnSpLocks/>
          </p:cNvCxnSpPr>
          <p:nvPr/>
        </p:nvCxnSpPr>
        <p:spPr>
          <a:xfrm>
            <a:off x="763988" y="2984809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1BDEF521-58D6-E12D-F387-18314EDB40BE}"/>
              </a:ext>
            </a:extLst>
          </p:cNvPr>
          <p:cNvSpPr txBox="1"/>
          <p:nvPr/>
        </p:nvSpPr>
        <p:spPr>
          <a:xfrm>
            <a:off x="763987" y="27385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mock-server:8080/status/503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5" name="Straight Arrow Connector 81">
            <a:extLst>
              <a:ext uri="{FF2B5EF4-FFF2-40B4-BE49-F238E27FC236}">
                <a16:creationId xmlns:a16="http://schemas.microsoft.com/office/drawing/2014/main" id="{004503B9-E8C3-B9E6-9676-B6CC8BB748E2}"/>
              </a:ext>
            </a:extLst>
          </p:cNvPr>
          <p:cNvCxnSpPr>
            <a:cxnSpLocks/>
          </p:cNvCxnSpPr>
          <p:nvPr/>
        </p:nvCxnSpPr>
        <p:spPr>
          <a:xfrm>
            <a:off x="763988" y="2630689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15932F-DB98-363A-2864-1CC33AEA9E02}"/>
              </a:ext>
            </a:extLst>
          </p:cNvPr>
          <p:cNvSpPr txBox="1"/>
          <p:nvPr/>
        </p:nvSpPr>
        <p:spPr>
          <a:xfrm>
            <a:off x="763987" y="238446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7" name="Straight Arrow Connector 81">
            <a:extLst>
              <a:ext uri="{FF2B5EF4-FFF2-40B4-BE49-F238E27FC236}">
                <a16:creationId xmlns:a16="http://schemas.microsoft.com/office/drawing/2014/main" id="{C15D8FF5-DE0C-07BF-408D-983F23F1591A}"/>
              </a:ext>
            </a:extLst>
          </p:cNvPr>
          <p:cNvCxnSpPr>
            <a:cxnSpLocks/>
          </p:cNvCxnSpPr>
          <p:nvPr/>
        </p:nvCxnSpPr>
        <p:spPr>
          <a:xfrm>
            <a:off x="763988" y="310453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EA4D5C2-BA5C-01AE-C17E-40C9999E8E32}"/>
              </a:ext>
            </a:extLst>
          </p:cNvPr>
          <p:cNvSpPr txBox="1"/>
          <p:nvPr/>
        </p:nvSpPr>
        <p:spPr>
          <a:xfrm>
            <a:off x="879694" y="31079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9" name="Straight Arrow Connector 81">
            <a:extLst>
              <a:ext uri="{FF2B5EF4-FFF2-40B4-BE49-F238E27FC236}">
                <a16:creationId xmlns:a16="http://schemas.microsoft.com/office/drawing/2014/main" id="{E0C72572-4B48-A298-DF9A-CEC2A755377B}"/>
              </a:ext>
            </a:extLst>
          </p:cNvPr>
          <p:cNvCxnSpPr>
            <a:cxnSpLocks/>
          </p:cNvCxnSpPr>
          <p:nvPr/>
        </p:nvCxnSpPr>
        <p:spPr>
          <a:xfrm>
            <a:off x="763988" y="3422765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5809BC1-6085-3754-8AA3-55005D774519}"/>
              </a:ext>
            </a:extLst>
          </p:cNvPr>
          <p:cNvSpPr txBox="1"/>
          <p:nvPr/>
        </p:nvSpPr>
        <p:spPr>
          <a:xfrm>
            <a:off x="763987" y="3176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1" name="호 70">
            <a:extLst>
              <a:ext uri="{FF2B5EF4-FFF2-40B4-BE49-F238E27FC236}">
                <a16:creationId xmlns:a16="http://schemas.microsoft.com/office/drawing/2014/main" id="{83DB0916-6A96-138B-B750-47268360125D}"/>
              </a:ext>
            </a:extLst>
          </p:cNvPr>
          <p:cNvSpPr/>
          <p:nvPr/>
        </p:nvSpPr>
        <p:spPr>
          <a:xfrm flipH="1">
            <a:off x="626799" y="1081147"/>
            <a:ext cx="252895" cy="1085191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BE0F61B-5218-B172-C7FE-E14BFA66FB43}"/>
              </a:ext>
            </a:extLst>
          </p:cNvPr>
          <p:cNvSpPr txBox="1"/>
          <p:nvPr/>
        </p:nvSpPr>
        <p:spPr>
          <a:xfrm>
            <a:off x="5598" y="150063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5Times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73" name="호 72">
            <a:extLst>
              <a:ext uri="{FF2B5EF4-FFF2-40B4-BE49-F238E27FC236}">
                <a16:creationId xmlns:a16="http://schemas.microsoft.com/office/drawing/2014/main" id="{B79E16E1-0814-5C14-BCF9-BAA4A7FA27D3}"/>
              </a:ext>
            </a:extLst>
          </p:cNvPr>
          <p:cNvSpPr/>
          <p:nvPr/>
        </p:nvSpPr>
        <p:spPr>
          <a:xfrm flipH="1">
            <a:off x="623497" y="2631593"/>
            <a:ext cx="249511" cy="79117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CF1A84E-2B0E-03EC-0E21-0F83A30B490B}"/>
              </a:ext>
            </a:extLst>
          </p:cNvPr>
          <p:cNvSpPr txBox="1"/>
          <p:nvPr/>
        </p:nvSpPr>
        <p:spPr>
          <a:xfrm>
            <a:off x="5598" y="2904068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3Times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22530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9799-1BD4-2511-727E-886F2908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83CEC76-212D-1763-6A95-0DE2858A1BB3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E1D13E9-C6CB-C0C9-EE3C-D3E61B7DF42B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F8E56E2-71B3-FE13-9089-3B8885069C12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7C90F752-57B8-4B66-0366-E4A19F054399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D1C98E8-6733-F5EB-371F-CE8E7751BDC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7E07A315-AEF4-6B27-5C04-08FD8946E078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ED7AA9CF-F5CC-D569-8DCF-FFF979F628D1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65255914-9ADC-59FF-BBC2-742A57E33CA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F555840B-8DB0-18F2-7767-45E7F6C2DB4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53B1D163-A163-3956-6C4F-4573E6817193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CBB26C07-679A-BBD4-AEE6-2408DD0FEF38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658EA15-C115-D046-BC01-CE361FF2FF39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56D5F42-B52F-BC51-10EE-B7553B484597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F6ED1B92-CF70-F61F-D1A0-24AD995DB76F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5AF144A9-D6DF-7770-D4F5-17B2DF531D4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22638D79-CACB-922D-56CA-AA594E5EB7A5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0A24C366-F812-7FE1-6A10-9569FD8DA77D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426153DF-4581-7616-0CF0-1E6ED427FAA8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287FDFA1-A474-A85C-35DD-77CAB13453C3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71E748AA-F0EE-5F37-E5F2-5BE0F8261349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A5315546-D51A-A61E-2276-827A9CF41C09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8986F231-6AB7-4458-6849-38C3D221D0BC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05FCA48-E7F9-1498-4E07-8B26DBFFA486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85934D11-0BEB-44EC-5F95-50D994482308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8815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52783</TotalTime>
  <Words>829</Words>
  <Application>Microsoft Macintosh PowerPoint</Application>
  <PresentationFormat>화면 슬라이드 쇼(16:9)</PresentationFormat>
  <Paragraphs>349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5545</cp:revision>
  <dcterms:created xsi:type="dcterms:W3CDTF">2006-10-05T04:04:58Z</dcterms:created>
  <dcterms:modified xsi:type="dcterms:W3CDTF">2026-01-04T00:26:22Z</dcterms:modified>
</cp:coreProperties>
</file>
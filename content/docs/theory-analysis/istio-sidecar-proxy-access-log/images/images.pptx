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398" r:id="rId2"/>
    <p:sldId id="425" r:id="rId3"/>
    <p:sldId id="421" r:id="rId4"/>
    <p:sldId id="422" r:id="rId5"/>
    <p:sldId id="448" r:id="rId6"/>
    <p:sldId id="449" r:id="rId7"/>
    <p:sldId id="450" r:id="rId8"/>
    <p:sldId id="451" r:id="rId9"/>
    <p:sldId id="419" r:id="rId10"/>
    <p:sldId id="420" r:id="rId11"/>
    <p:sldId id="438" r:id="rId12"/>
    <p:sldId id="426" r:id="rId13"/>
    <p:sldId id="427" r:id="rId14"/>
    <p:sldId id="428" r:id="rId15"/>
    <p:sldId id="424" r:id="rId16"/>
    <p:sldId id="429" r:id="rId17"/>
    <p:sldId id="430" r:id="rId18"/>
    <p:sldId id="431" r:id="rId19"/>
    <p:sldId id="432" r:id="rId20"/>
    <p:sldId id="433" r:id="rId21"/>
    <p:sldId id="434" r:id="rId22"/>
    <p:sldId id="454" r:id="rId23"/>
    <p:sldId id="435" r:id="rId24"/>
    <p:sldId id="455" r:id="rId25"/>
    <p:sldId id="436" r:id="rId26"/>
    <p:sldId id="437" r:id="rId27"/>
    <p:sldId id="439" r:id="rId28"/>
    <p:sldId id="453" r:id="rId29"/>
    <p:sldId id="441" r:id="rId30"/>
    <p:sldId id="442" r:id="rId31"/>
    <p:sldId id="443" r:id="rId32"/>
    <p:sldId id="446" r:id="rId33"/>
    <p:sldId id="445" r:id="rId34"/>
    <p:sldId id="447" r:id="rId35"/>
    <p:sldId id="413" r:id="rId36"/>
    <p:sldId id="444" r:id="rId37"/>
    <p:sldId id="414" r:id="rId38"/>
    <p:sldId id="415" r:id="rId39"/>
    <p:sldId id="403" r:id="rId40"/>
    <p:sldId id="399" r:id="rId41"/>
    <p:sldId id="400" r:id="rId42"/>
    <p:sldId id="401" r:id="rId43"/>
    <p:sldId id="402" r:id="rId44"/>
    <p:sldId id="404" r:id="rId45"/>
    <p:sldId id="405" r:id="rId46"/>
    <p:sldId id="408" r:id="rId47"/>
    <p:sldId id="407" r:id="rId48"/>
    <p:sldId id="409" r:id="rId49"/>
    <p:sldId id="410" r:id="rId50"/>
    <p:sldId id="387" r:id="rId51"/>
    <p:sldId id="411" r:id="rId52"/>
    <p:sldId id="412" r:id="rId53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신 정섭" initials="신정" lastIdx="1" clrIdx="0">
    <p:extLst>
      <p:ext uri="{19B8F6BF-5375-455C-9EA6-DF929625EA0E}">
        <p15:presenceInfo xmlns:p15="http://schemas.microsoft.com/office/powerpoint/2012/main" userId="2e700d248d239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84" autoAdjust="0"/>
    <p:restoredTop sz="93091" autoAdjust="0"/>
  </p:normalViewPr>
  <p:slideViewPr>
    <p:cSldViewPr>
      <p:cViewPr>
        <p:scale>
          <a:sx n="200" d="100"/>
          <a:sy n="200" d="100"/>
        </p:scale>
        <p:origin x="408" y="1760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2026. 9. 1.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2026. 9. 1.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2026. 9. 1.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2026. 9. 1.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2026. 9. 1.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2026. 9. 1.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2026. 9. 1.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2026. 9. 1.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2026. 9. 1.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2026. 9. 1.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2026. 9. 1.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2026. 9. 1.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2026. 9. 1.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B719D-B266-16CC-C562-6996970E1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81">
            <a:extLst>
              <a:ext uri="{FF2B5EF4-FFF2-40B4-BE49-F238E27FC236}">
                <a16:creationId xmlns:a16="http://schemas.microsoft.com/office/drawing/2014/main" id="{E5905F3A-7036-4CDE-4198-9FB6D36A9AAF}"/>
              </a:ext>
            </a:extLst>
          </p:cNvPr>
          <p:cNvCxnSpPr>
            <a:cxnSpLocks/>
            <a:stCxn id="9" idx="2"/>
            <a:endCxn id="3" idx="0"/>
          </p:cNvCxnSpPr>
          <p:nvPr/>
        </p:nvCxnSpPr>
        <p:spPr>
          <a:xfrm>
            <a:off x="4450617" y="2062537"/>
            <a:ext cx="0" cy="17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29">
            <a:extLst>
              <a:ext uri="{FF2B5EF4-FFF2-40B4-BE49-F238E27FC236}">
                <a16:creationId xmlns:a16="http://schemas.microsoft.com/office/drawing/2014/main" id="{85641599-95DD-45BF-D4F4-3A50F04D2562}"/>
              </a:ext>
            </a:extLst>
          </p:cNvPr>
          <p:cNvSpPr/>
          <p:nvPr/>
        </p:nvSpPr>
        <p:spPr>
          <a:xfrm>
            <a:off x="3811614" y="2942365"/>
            <a:ext cx="1278007" cy="525929"/>
          </a:xfrm>
          <a:prstGeom prst="roundRect">
            <a:avLst>
              <a:gd name="adj" fmla="val 11707"/>
            </a:avLst>
          </a:prstGeom>
          <a:ln w="12700"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  <a:r>
              <a:rPr lang="en-US" altLang="ko-KR" sz="1000"/>
              <a:t> </a:t>
            </a:r>
          </a:p>
          <a:p>
            <a:pPr algn="ctr"/>
            <a:r>
              <a:rPr lang="en-US" altLang="ko-KR" sz="1000"/>
              <a:t>Service</a:t>
            </a:r>
            <a:endParaRPr lang="ko-KR" altLang="en-US" sz="1000"/>
          </a:p>
        </p:txBody>
      </p:sp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726E044F-1A65-8804-CFC2-46BCCA04155E}"/>
              </a:ext>
            </a:extLst>
          </p:cNvPr>
          <p:cNvSpPr/>
          <p:nvPr/>
        </p:nvSpPr>
        <p:spPr>
          <a:xfrm>
            <a:off x="3811613" y="2235787"/>
            <a:ext cx="1278007" cy="525929"/>
          </a:xfrm>
          <a:prstGeom prst="roundRect">
            <a:avLst>
              <a:gd name="adj" fmla="val 11707"/>
            </a:avLst>
          </a:prstGeom>
          <a:ln w="12700"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DestinationRule</a:t>
            </a:r>
            <a:endParaRPr lang="ko-KR" altLang="en-US" sz="1000"/>
          </a:p>
        </p:txBody>
      </p:sp>
      <p:sp>
        <p:nvSpPr>
          <p:cNvPr id="9" name="사각형: 둥근 모서리 29">
            <a:extLst>
              <a:ext uri="{FF2B5EF4-FFF2-40B4-BE49-F238E27FC236}">
                <a16:creationId xmlns:a16="http://schemas.microsoft.com/office/drawing/2014/main" id="{6A93278C-E31C-E585-CF63-674AB91E87C7}"/>
              </a:ext>
            </a:extLst>
          </p:cNvPr>
          <p:cNvSpPr/>
          <p:nvPr/>
        </p:nvSpPr>
        <p:spPr>
          <a:xfrm>
            <a:off x="3811613" y="1536608"/>
            <a:ext cx="1278007" cy="525929"/>
          </a:xfrm>
          <a:prstGeom prst="roundRect">
            <a:avLst>
              <a:gd name="adj" fmla="val 11707"/>
            </a:avLst>
          </a:prstGeom>
          <a:ln w="12700"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VirtualService</a:t>
            </a:r>
            <a:endParaRPr lang="ko-KR" altLang="en-US" sz="1000"/>
          </a:p>
        </p:txBody>
      </p:sp>
      <p:cxnSp>
        <p:nvCxnSpPr>
          <p:cNvPr id="18" name="Straight Arrow Connector 81">
            <a:extLst>
              <a:ext uri="{FF2B5EF4-FFF2-40B4-BE49-F238E27FC236}">
                <a16:creationId xmlns:a16="http://schemas.microsoft.com/office/drawing/2014/main" id="{47222323-B67F-18C2-875C-D82748BDCA42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>
            <a:off x="4450617" y="2761716"/>
            <a:ext cx="1" cy="180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29">
            <a:extLst>
              <a:ext uri="{FF2B5EF4-FFF2-40B4-BE49-F238E27FC236}">
                <a16:creationId xmlns:a16="http://schemas.microsoft.com/office/drawing/2014/main" id="{0BF34E4E-D819-D227-3EB9-B02A8298008D}"/>
              </a:ext>
            </a:extLst>
          </p:cNvPr>
          <p:cNvSpPr/>
          <p:nvPr/>
        </p:nvSpPr>
        <p:spPr>
          <a:xfrm>
            <a:off x="899592" y="1851670"/>
            <a:ext cx="2551069" cy="1267312"/>
          </a:xfrm>
          <a:prstGeom prst="roundRect">
            <a:avLst>
              <a:gd name="adj" fmla="val 602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 </a:t>
            </a:r>
          </a:p>
          <a:p>
            <a:pPr algn="ctr"/>
            <a:r>
              <a:rPr lang="en-US" altLang="ko-KR" sz="1000"/>
              <a:t>Worker Node</a:t>
            </a:r>
            <a:endParaRPr lang="ko-KR" altLang="en-US" sz="1000"/>
          </a:p>
        </p:txBody>
      </p:sp>
      <p:sp>
        <p:nvSpPr>
          <p:cNvPr id="27" name="사각형: 둥근 모서리 29">
            <a:extLst>
              <a:ext uri="{FF2B5EF4-FFF2-40B4-BE49-F238E27FC236}">
                <a16:creationId xmlns:a16="http://schemas.microsoft.com/office/drawing/2014/main" id="{E097F662-9C91-B3D9-B15F-F660A0526DEF}"/>
              </a:ext>
            </a:extLst>
          </p:cNvPr>
          <p:cNvSpPr/>
          <p:nvPr/>
        </p:nvSpPr>
        <p:spPr>
          <a:xfrm>
            <a:off x="990101" y="1951122"/>
            <a:ext cx="2372526" cy="888200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28" name="사각형: 둥근 모서리 29">
            <a:extLst>
              <a:ext uri="{FF2B5EF4-FFF2-40B4-BE49-F238E27FC236}">
                <a16:creationId xmlns:a16="http://schemas.microsoft.com/office/drawing/2014/main" id="{C6C9454E-4573-AF98-DEF0-375D7AED75F1}"/>
              </a:ext>
            </a:extLst>
          </p:cNvPr>
          <p:cNvSpPr/>
          <p:nvPr/>
        </p:nvSpPr>
        <p:spPr>
          <a:xfrm>
            <a:off x="2377097" y="2045930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29" name="사각형: 둥근 모서리 29">
            <a:extLst>
              <a:ext uri="{FF2B5EF4-FFF2-40B4-BE49-F238E27FC236}">
                <a16:creationId xmlns:a16="http://schemas.microsoft.com/office/drawing/2014/main" id="{7BCD3A1A-69FC-D273-70A9-D694743F2497}"/>
              </a:ext>
            </a:extLst>
          </p:cNvPr>
          <p:cNvSpPr/>
          <p:nvPr/>
        </p:nvSpPr>
        <p:spPr>
          <a:xfrm>
            <a:off x="1087860" y="2045930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0" name="Straight Arrow Connector 81">
            <a:extLst>
              <a:ext uri="{FF2B5EF4-FFF2-40B4-BE49-F238E27FC236}">
                <a16:creationId xmlns:a16="http://schemas.microsoft.com/office/drawing/2014/main" id="{AFA355D9-47D5-662F-1A7B-8C2D92C053B5}"/>
              </a:ext>
            </a:extLst>
          </p:cNvPr>
          <p:cNvCxnSpPr>
            <a:cxnSpLocks/>
            <a:stCxn id="29" idx="3"/>
            <a:endCxn id="28" idx="1"/>
          </p:cNvCxnSpPr>
          <p:nvPr/>
        </p:nvCxnSpPr>
        <p:spPr>
          <a:xfrm>
            <a:off x="2077317" y="2265628"/>
            <a:ext cx="2997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사각형: 둥근 모서리 29">
            <a:extLst>
              <a:ext uri="{FF2B5EF4-FFF2-40B4-BE49-F238E27FC236}">
                <a16:creationId xmlns:a16="http://schemas.microsoft.com/office/drawing/2014/main" id="{A87D3520-DD14-E30C-4291-1C37B4DCDB91}"/>
              </a:ext>
            </a:extLst>
          </p:cNvPr>
          <p:cNvSpPr/>
          <p:nvPr/>
        </p:nvSpPr>
        <p:spPr>
          <a:xfrm>
            <a:off x="5450572" y="1851670"/>
            <a:ext cx="2551069" cy="1267312"/>
          </a:xfrm>
          <a:prstGeom prst="roundRect">
            <a:avLst>
              <a:gd name="adj" fmla="val 602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 </a:t>
            </a:r>
          </a:p>
          <a:p>
            <a:pPr algn="ctr"/>
            <a:r>
              <a:rPr lang="en-US" altLang="ko-KR" sz="1000"/>
              <a:t>Worker Node</a:t>
            </a:r>
            <a:endParaRPr lang="ko-KR" altLang="en-US" sz="1000"/>
          </a:p>
        </p:txBody>
      </p:sp>
      <p:sp>
        <p:nvSpPr>
          <p:cNvPr id="32" name="사각형: 둥근 모서리 29">
            <a:extLst>
              <a:ext uri="{FF2B5EF4-FFF2-40B4-BE49-F238E27FC236}">
                <a16:creationId xmlns:a16="http://schemas.microsoft.com/office/drawing/2014/main" id="{213B2CC5-D52F-D2A4-CADD-7C6EA9B23701}"/>
              </a:ext>
            </a:extLst>
          </p:cNvPr>
          <p:cNvSpPr/>
          <p:nvPr/>
        </p:nvSpPr>
        <p:spPr>
          <a:xfrm>
            <a:off x="5541081" y="1951122"/>
            <a:ext cx="2372526" cy="888200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33" name="사각형: 둥근 모서리 29">
            <a:extLst>
              <a:ext uri="{FF2B5EF4-FFF2-40B4-BE49-F238E27FC236}">
                <a16:creationId xmlns:a16="http://schemas.microsoft.com/office/drawing/2014/main" id="{EC26083D-6DBA-A754-DB94-36D4550FB3A2}"/>
              </a:ext>
            </a:extLst>
          </p:cNvPr>
          <p:cNvSpPr/>
          <p:nvPr/>
        </p:nvSpPr>
        <p:spPr>
          <a:xfrm>
            <a:off x="6829902" y="2045930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34" name="사각형: 둥근 모서리 29">
            <a:extLst>
              <a:ext uri="{FF2B5EF4-FFF2-40B4-BE49-F238E27FC236}">
                <a16:creationId xmlns:a16="http://schemas.microsoft.com/office/drawing/2014/main" id="{7D67EF93-D3CB-BDE4-08F7-694E0D9B1738}"/>
              </a:ext>
            </a:extLst>
          </p:cNvPr>
          <p:cNvSpPr/>
          <p:nvPr/>
        </p:nvSpPr>
        <p:spPr>
          <a:xfrm>
            <a:off x="5638840" y="2045930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5" name="Straight Arrow Connector 81">
            <a:extLst>
              <a:ext uri="{FF2B5EF4-FFF2-40B4-BE49-F238E27FC236}">
                <a16:creationId xmlns:a16="http://schemas.microsoft.com/office/drawing/2014/main" id="{348CB496-C848-EE63-622E-4EBF46BB10D7}"/>
              </a:ext>
            </a:extLst>
          </p:cNvPr>
          <p:cNvCxnSpPr>
            <a:cxnSpLocks/>
            <a:stCxn id="34" idx="3"/>
            <a:endCxn id="33" idx="1"/>
          </p:cNvCxnSpPr>
          <p:nvPr/>
        </p:nvCxnSpPr>
        <p:spPr>
          <a:xfrm>
            <a:off x="6530122" y="2265628"/>
            <a:ext cx="2997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80">
            <a:extLst>
              <a:ext uri="{FF2B5EF4-FFF2-40B4-BE49-F238E27FC236}">
                <a16:creationId xmlns:a16="http://schemas.microsoft.com/office/drawing/2014/main" id="{60D77C7A-7EB3-5D25-0373-DA9D1152FF5A}"/>
              </a:ext>
            </a:extLst>
          </p:cNvPr>
          <p:cNvCxnSpPr>
            <a:cxnSpLocks/>
            <a:stCxn id="28" idx="0"/>
            <a:endCxn id="9" idx="0"/>
          </p:cNvCxnSpPr>
          <p:nvPr/>
        </p:nvCxnSpPr>
        <p:spPr>
          <a:xfrm rot="5400000" flipH="1" flipV="1">
            <a:off x="3382016" y="977330"/>
            <a:ext cx="509322" cy="1627879"/>
          </a:xfrm>
          <a:prstGeom prst="bentConnector3">
            <a:avLst>
              <a:gd name="adj1" fmla="val 14488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80">
            <a:extLst>
              <a:ext uri="{FF2B5EF4-FFF2-40B4-BE49-F238E27FC236}">
                <a16:creationId xmlns:a16="http://schemas.microsoft.com/office/drawing/2014/main" id="{08F1DEB0-4265-25DB-7A8D-0D7B60041B5C}"/>
              </a:ext>
            </a:extLst>
          </p:cNvPr>
          <p:cNvCxnSpPr>
            <a:cxnSpLocks/>
            <a:stCxn id="2" idx="2"/>
            <a:endCxn id="34" idx="2"/>
          </p:cNvCxnSpPr>
          <p:nvPr/>
        </p:nvCxnSpPr>
        <p:spPr>
          <a:xfrm rot="5400000" flipH="1" flipV="1">
            <a:off x="4776065" y="2159878"/>
            <a:ext cx="982968" cy="1633863"/>
          </a:xfrm>
          <a:prstGeom prst="bentConnector3">
            <a:avLst>
              <a:gd name="adj1" fmla="val -2325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821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B1732-004B-1080-5A4B-6E97898EB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ED1C6B-1951-402E-604B-8DFAE4A37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7636D9-0DCF-66B0-651C-09D5F0A1D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99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68313-8269-6F2B-8540-BF86D0121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1FDABE30-4690-5763-EB2D-8A0FEFF512F9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5EA79A3D-2C6A-F306-067D-CE060C2723B2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673BDB24-6F73-C2D5-856F-080E73969208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F17D29EC-AAF5-3EA1-8E9F-716121138F5C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05A0D838-F92F-1A5D-CD55-A905DBA2404C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6F8A0270-AF4B-03C8-4225-D2236B476495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B7F11F06-8FDA-55C1-E7F7-11DFBBC8B679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A77CF21F-59FD-C092-644A-F3539F407A05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63992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2C3FBF66-6155-DD58-06DD-3A1763448E9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385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D3278817-B173-AAFA-13F4-CC95E5CBAD17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465E83B8-7E8E-7BC6-4D84-9021251E07AB}"/>
              </a:ext>
            </a:extLst>
          </p:cNvPr>
          <p:cNvCxnSpPr>
            <a:cxnSpLocks/>
          </p:cNvCxnSpPr>
          <p:nvPr/>
        </p:nvCxnSpPr>
        <p:spPr>
          <a:xfrm>
            <a:off x="763988" y="143188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3B78DC4-0156-BC0F-8EA5-4651A5621310}"/>
              </a:ext>
            </a:extLst>
          </p:cNvPr>
          <p:cNvSpPr txBox="1"/>
          <p:nvPr/>
        </p:nvSpPr>
        <p:spPr>
          <a:xfrm>
            <a:off x="763987" y="118566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mock-server:8080/status/200</a:t>
            </a:r>
            <a:endParaRPr kumimoji="1" lang="ko-KR" altLang="en-US" sz="1000" i="1"/>
          </a:p>
        </p:txBody>
      </p:sp>
      <p:cxnSp>
        <p:nvCxnSpPr>
          <p:cNvPr id="54" name="Straight Arrow Connector 81">
            <a:extLst>
              <a:ext uri="{FF2B5EF4-FFF2-40B4-BE49-F238E27FC236}">
                <a16:creationId xmlns:a16="http://schemas.microsoft.com/office/drawing/2014/main" id="{69B2F2EF-5AFF-7F7C-B16A-9F12F7E92AE4}"/>
              </a:ext>
            </a:extLst>
          </p:cNvPr>
          <p:cNvCxnSpPr>
            <a:cxnSpLocks/>
          </p:cNvCxnSpPr>
          <p:nvPr/>
        </p:nvCxnSpPr>
        <p:spPr>
          <a:xfrm>
            <a:off x="5462033" y="1677286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E3BC87B-C28E-FFEE-42E3-F17B06372E37}"/>
              </a:ext>
            </a:extLst>
          </p:cNvPr>
          <p:cNvSpPr txBox="1"/>
          <p:nvPr/>
        </p:nvSpPr>
        <p:spPr>
          <a:xfrm>
            <a:off x="5584334" y="167728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200 OK</a:t>
            </a:r>
            <a:endParaRPr kumimoji="1" lang="ko-KR" altLang="en-US" sz="1000" i="1"/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DDDC6FD5-83BD-9185-E9B6-E52D128EB96C}"/>
              </a:ext>
            </a:extLst>
          </p:cNvPr>
          <p:cNvCxnSpPr>
            <a:cxnSpLocks/>
          </p:cNvCxnSpPr>
          <p:nvPr/>
        </p:nvCxnSpPr>
        <p:spPr>
          <a:xfrm>
            <a:off x="3681969" y="1505680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81">
            <a:extLst>
              <a:ext uri="{FF2B5EF4-FFF2-40B4-BE49-F238E27FC236}">
                <a16:creationId xmlns:a16="http://schemas.microsoft.com/office/drawing/2014/main" id="{BFBC4CA1-46E1-5C35-FD8A-1A12F1145438}"/>
              </a:ext>
            </a:extLst>
          </p:cNvPr>
          <p:cNvCxnSpPr>
            <a:cxnSpLocks/>
          </p:cNvCxnSpPr>
          <p:nvPr/>
        </p:nvCxnSpPr>
        <p:spPr>
          <a:xfrm>
            <a:off x="5462033" y="1585571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81">
            <a:extLst>
              <a:ext uri="{FF2B5EF4-FFF2-40B4-BE49-F238E27FC236}">
                <a16:creationId xmlns:a16="http://schemas.microsoft.com/office/drawing/2014/main" id="{FAD9948B-32A6-7D7F-3687-C491BAB3D65C}"/>
              </a:ext>
            </a:extLst>
          </p:cNvPr>
          <p:cNvCxnSpPr>
            <a:cxnSpLocks/>
          </p:cNvCxnSpPr>
          <p:nvPr/>
        </p:nvCxnSpPr>
        <p:spPr>
          <a:xfrm>
            <a:off x="3681977" y="1749294"/>
            <a:ext cx="178005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81">
            <a:extLst>
              <a:ext uri="{FF2B5EF4-FFF2-40B4-BE49-F238E27FC236}">
                <a16:creationId xmlns:a16="http://schemas.microsoft.com/office/drawing/2014/main" id="{2D541513-5865-B95B-E42D-6921F4405E57}"/>
              </a:ext>
            </a:extLst>
          </p:cNvPr>
          <p:cNvCxnSpPr>
            <a:cxnSpLocks/>
          </p:cNvCxnSpPr>
          <p:nvPr/>
        </p:nvCxnSpPr>
        <p:spPr>
          <a:xfrm>
            <a:off x="763987" y="1821302"/>
            <a:ext cx="2917982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CF62AE78-EBC6-4549-3F8D-FC35E1DB6D51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389FA8F-968A-1748-07D1-066D67AE25F7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SYN</a:t>
            </a:r>
            <a:endParaRPr kumimoji="1" lang="ko-KR" altLang="en-US" sz="1000" i="1"/>
          </a:p>
        </p:txBody>
      </p:sp>
      <p:cxnSp>
        <p:nvCxnSpPr>
          <p:cNvPr id="5" name="Straight Arrow Connector 81">
            <a:extLst>
              <a:ext uri="{FF2B5EF4-FFF2-40B4-BE49-F238E27FC236}">
                <a16:creationId xmlns:a16="http://schemas.microsoft.com/office/drawing/2014/main" id="{A19CC473-0B2A-68C4-BE8A-A11D3249EDBF}"/>
              </a:ext>
            </a:extLst>
          </p:cNvPr>
          <p:cNvCxnSpPr>
            <a:cxnSpLocks/>
          </p:cNvCxnSpPr>
          <p:nvPr/>
        </p:nvCxnSpPr>
        <p:spPr>
          <a:xfrm>
            <a:off x="763988" y="2169728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5445D30-8261-22D2-2F17-9A2919D1EB13}"/>
              </a:ext>
            </a:extLst>
          </p:cNvPr>
          <p:cNvSpPr txBox="1"/>
          <p:nvPr/>
        </p:nvSpPr>
        <p:spPr>
          <a:xfrm>
            <a:off x="763987" y="1923507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FIN</a:t>
            </a:r>
            <a:endParaRPr kumimoji="1"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1250851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36641-3808-7FA2-63FF-FE1B71111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4B28D3EE-AC41-F287-C602-F91E3286E435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BDEBE5B0-2B61-FA7C-17C6-04A2A54DE464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4CC0516A-DE84-4456-96BB-093352C279B0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7A2DD65A-8DBD-686A-668C-256AE252E1D8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AB17CBEF-EB45-E298-947D-CF78760686BB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972B2E46-19F1-0B2D-8BE4-EB13A8E6EA2D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EC3ABCEC-ACC6-4DE9-0BC4-5C96CD08BF85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E0321CF3-29F4-8EDF-5E24-28F963B82082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63992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BB4BACD5-6239-1472-D81F-30537F4443E7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385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4CDA1DCD-9552-1B2F-D3E8-357218DCA097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5AD25256-2BDB-9B70-9B8A-CAA6D8241BD7}"/>
              </a:ext>
            </a:extLst>
          </p:cNvPr>
          <p:cNvCxnSpPr>
            <a:cxnSpLocks/>
          </p:cNvCxnSpPr>
          <p:nvPr/>
        </p:nvCxnSpPr>
        <p:spPr>
          <a:xfrm>
            <a:off x="763988" y="143188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6BEE4913-03B1-EFB0-6CF7-B969234DB894}"/>
              </a:ext>
            </a:extLst>
          </p:cNvPr>
          <p:cNvSpPr txBox="1"/>
          <p:nvPr/>
        </p:nvSpPr>
        <p:spPr>
          <a:xfrm>
            <a:off x="763987" y="118566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mock-server:8080/status/503</a:t>
            </a:r>
            <a:endParaRPr kumimoji="1" lang="ko-KR" altLang="en-US" sz="1000" i="1"/>
          </a:p>
        </p:txBody>
      </p:sp>
      <p:cxnSp>
        <p:nvCxnSpPr>
          <p:cNvPr id="54" name="Straight Arrow Connector 81">
            <a:extLst>
              <a:ext uri="{FF2B5EF4-FFF2-40B4-BE49-F238E27FC236}">
                <a16:creationId xmlns:a16="http://schemas.microsoft.com/office/drawing/2014/main" id="{4A5FBD09-F440-8117-FC3E-D61C3016DF78}"/>
              </a:ext>
            </a:extLst>
          </p:cNvPr>
          <p:cNvCxnSpPr>
            <a:cxnSpLocks/>
          </p:cNvCxnSpPr>
          <p:nvPr/>
        </p:nvCxnSpPr>
        <p:spPr>
          <a:xfrm>
            <a:off x="5462033" y="1677286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70623BB3-9B70-9219-490D-557B22AF28F0}"/>
              </a:ext>
            </a:extLst>
          </p:cNvPr>
          <p:cNvSpPr txBox="1"/>
          <p:nvPr/>
        </p:nvSpPr>
        <p:spPr>
          <a:xfrm>
            <a:off x="5584334" y="167728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503 Service Unavailable</a:t>
            </a:r>
            <a:endParaRPr kumimoji="1" lang="ko-KR" altLang="en-US" sz="1000" i="1"/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BA06F6EA-B408-CFB6-25C7-BC33698635B7}"/>
              </a:ext>
            </a:extLst>
          </p:cNvPr>
          <p:cNvCxnSpPr>
            <a:cxnSpLocks/>
          </p:cNvCxnSpPr>
          <p:nvPr/>
        </p:nvCxnSpPr>
        <p:spPr>
          <a:xfrm>
            <a:off x="3681969" y="1505680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81">
            <a:extLst>
              <a:ext uri="{FF2B5EF4-FFF2-40B4-BE49-F238E27FC236}">
                <a16:creationId xmlns:a16="http://schemas.microsoft.com/office/drawing/2014/main" id="{C4A9AB0D-28A8-33D5-08BB-33DB3A318A19}"/>
              </a:ext>
            </a:extLst>
          </p:cNvPr>
          <p:cNvCxnSpPr>
            <a:cxnSpLocks/>
          </p:cNvCxnSpPr>
          <p:nvPr/>
        </p:nvCxnSpPr>
        <p:spPr>
          <a:xfrm>
            <a:off x="5462033" y="1585571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81">
            <a:extLst>
              <a:ext uri="{FF2B5EF4-FFF2-40B4-BE49-F238E27FC236}">
                <a16:creationId xmlns:a16="http://schemas.microsoft.com/office/drawing/2014/main" id="{53F8E726-C186-6686-F195-10B3EF729555}"/>
              </a:ext>
            </a:extLst>
          </p:cNvPr>
          <p:cNvCxnSpPr>
            <a:cxnSpLocks/>
          </p:cNvCxnSpPr>
          <p:nvPr/>
        </p:nvCxnSpPr>
        <p:spPr>
          <a:xfrm>
            <a:off x="3681977" y="1749294"/>
            <a:ext cx="178005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81">
            <a:extLst>
              <a:ext uri="{FF2B5EF4-FFF2-40B4-BE49-F238E27FC236}">
                <a16:creationId xmlns:a16="http://schemas.microsoft.com/office/drawing/2014/main" id="{FA43705E-F944-C487-57D5-67E44B532C04}"/>
              </a:ext>
            </a:extLst>
          </p:cNvPr>
          <p:cNvCxnSpPr>
            <a:cxnSpLocks/>
          </p:cNvCxnSpPr>
          <p:nvPr/>
        </p:nvCxnSpPr>
        <p:spPr>
          <a:xfrm>
            <a:off x="763987" y="1821302"/>
            <a:ext cx="2917982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0BC113F7-B6AD-F382-E6AB-0CB1193B3B2D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BB184DC-1E6E-80EB-C72C-CC21BF79F89F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SYN</a:t>
            </a:r>
            <a:endParaRPr kumimoji="1" lang="ko-KR" altLang="en-US" sz="1000" i="1"/>
          </a:p>
        </p:txBody>
      </p:sp>
      <p:cxnSp>
        <p:nvCxnSpPr>
          <p:cNvPr id="5" name="Straight Arrow Connector 81">
            <a:extLst>
              <a:ext uri="{FF2B5EF4-FFF2-40B4-BE49-F238E27FC236}">
                <a16:creationId xmlns:a16="http://schemas.microsoft.com/office/drawing/2014/main" id="{5B6418BE-7828-8329-29EF-9DFF29318C6A}"/>
              </a:ext>
            </a:extLst>
          </p:cNvPr>
          <p:cNvCxnSpPr>
            <a:cxnSpLocks/>
          </p:cNvCxnSpPr>
          <p:nvPr/>
        </p:nvCxnSpPr>
        <p:spPr>
          <a:xfrm>
            <a:off x="763988" y="2169728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E74979D-3591-1207-DEDB-A02CDBE2B6DD}"/>
              </a:ext>
            </a:extLst>
          </p:cNvPr>
          <p:cNvSpPr txBox="1"/>
          <p:nvPr/>
        </p:nvSpPr>
        <p:spPr>
          <a:xfrm>
            <a:off x="763987" y="1923507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FIN</a:t>
            </a:r>
            <a:endParaRPr kumimoji="1"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4037743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C1192-4E53-2233-6CCD-AE8F07CAC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C570E9DD-804B-6E9E-5376-274D2B8C0718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0903680A-9B97-AE35-D6CC-0F5ABB8C08F8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525D7A36-6F45-6D6D-84B4-1997D8B7AFE8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A8E6CA13-E015-5E7E-B9D1-1AC8C919579A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EE14259B-F099-3ACE-48A1-1C16DE0EB4A3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D8216BFD-65E9-E339-B06E-73A2FF6A2A02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F8F25368-1D86-B1AE-1288-2B5BAEB55FAC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625F4A20-C202-6F7E-31D0-2F2EFE33D599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63992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2D617AAC-0951-E67A-E543-935A6240782F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385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BA2D11E7-1373-5C45-16DE-C7C05A2C8223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2098AFDE-A710-D59B-52EB-FCD11E6FDC14}"/>
              </a:ext>
            </a:extLst>
          </p:cNvPr>
          <p:cNvCxnSpPr>
            <a:cxnSpLocks/>
          </p:cNvCxnSpPr>
          <p:nvPr/>
        </p:nvCxnSpPr>
        <p:spPr>
          <a:xfrm>
            <a:off x="763988" y="143188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2DC32DE6-D115-04A8-1828-A612510D7DCD}"/>
              </a:ext>
            </a:extLst>
          </p:cNvPr>
          <p:cNvSpPr txBox="1"/>
          <p:nvPr/>
        </p:nvSpPr>
        <p:spPr>
          <a:xfrm>
            <a:off x="763987" y="118566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mock-server:8080/delay/5000</a:t>
            </a:r>
            <a:endParaRPr kumimoji="1" lang="ko-KR" altLang="en-US" sz="1000" i="1"/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2DDF16FF-E8DB-0D83-9257-9C0A8AEBCE05}"/>
              </a:ext>
            </a:extLst>
          </p:cNvPr>
          <p:cNvCxnSpPr>
            <a:cxnSpLocks/>
          </p:cNvCxnSpPr>
          <p:nvPr/>
        </p:nvCxnSpPr>
        <p:spPr>
          <a:xfrm>
            <a:off x="3681969" y="1505680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81">
            <a:extLst>
              <a:ext uri="{FF2B5EF4-FFF2-40B4-BE49-F238E27FC236}">
                <a16:creationId xmlns:a16="http://schemas.microsoft.com/office/drawing/2014/main" id="{A4690D6B-7459-7466-3AEE-45050B0BC1D0}"/>
              </a:ext>
            </a:extLst>
          </p:cNvPr>
          <p:cNvCxnSpPr>
            <a:cxnSpLocks/>
          </p:cNvCxnSpPr>
          <p:nvPr/>
        </p:nvCxnSpPr>
        <p:spPr>
          <a:xfrm>
            <a:off x="5462033" y="1585571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78413CA0-DA93-0680-24DD-C9DC914B2B9A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CF6B0AD-7F71-1EFC-8431-006D93FA2BDA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SYN</a:t>
            </a:r>
            <a:endParaRPr kumimoji="1" lang="ko-KR" altLang="en-US" sz="1000" i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B13F7C-0BD4-8074-E469-23D1270FB70C}"/>
              </a:ext>
            </a:extLst>
          </p:cNvPr>
          <p:cNvSpPr txBox="1"/>
          <p:nvPr/>
        </p:nvSpPr>
        <p:spPr>
          <a:xfrm>
            <a:off x="763987" y="1539783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FIN (Ctrl + C)</a:t>
            </a:r>
            <a:endParaRPr kumimoji="1" lang="ko-KR" altLang="en-US" sz="1000" i="1"/>
          </a:p>
        </p:txBody>
      </p:sp>
      <p:cxnSp>
        <p:nvCxnSpPr>
          <p:cNvPr id="15" name="Straight Arrow Connector 81">
            <a:extLst>
              <a:ext uri="{FF2B5EF4-FFF2-40B4-BE49-F238E27FC236}">
                <a16:creationId xmlns:a16="http://schemas.microsoft.com/office/drawing/2014/main" id="{E93827C2-5B26-38B4-EE27-114E5F016242}"/>
              </a:ext>
            </a:extLst>
          </p:cNvPr>
          <p:cNvCxnSpPr>
            <a:cxnSpLocks/>
          </p:cNvCxnSpPr>
          <p:nvPr/>
        </p:nvCxnSpPr>
        <p:spPr>
          <a:xfrm>
            <a:off x="763988" y="1786012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81">
            <a:extLst>
              <a:ext uri="{FF2B5EF4-FFF2-40B4-BE49-F238E27FC236}">
                <a16:creationId xmlns:a16="http://schemas.microsoft.com/office/drawing/2014/main" id="{EEA5F317-52F7-9CE8-630D-53B33E828C2B}"/>
              </a:ext>
            </a:extLst>
          </p:cNvPr>
          <p:cNvCxnSpPr>
            <a:cxnSpLocks/>
          </p:cNvCxnSpPr>
          <p:nvPr/>
        </p:nvCxnSpPr>
        <p:spPr>
          <a:xfrm>
            <a:off x="3681969" y="1859807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81">
            <a:extLst>
              <a:ext uri="{FF2B5EF4-FFF2-40B4-BE49-F238E27FC236}">
                <a16:creationId xmlns:a16="http://schemas.microsoft.com/office/drawing/2014/main" id="{9A8524E5-2C33-ABE6-C0A0-A8D4BB811174}"/>
              </a:ext>
            </a:extLst>
          </p:cNvPr>
          <p:cNvCxnSpPr>
            <a:cxnSpLocks/>
          </p:cNvCxnSpPr>
          <p:nvPr/>
        </p:nvCxnSpPr>
        <p:spPr>
          <a:xfrm>
            <a:off x="5462033" y="1939698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81">
            <a:extLst>
              <a:ext uri="{FF2B5EF4-FFF2-40B4-BE49-F238E27FC236}">
                <a16:creationId xmlns:a16="http://schemas.microsoft.com/office/drawing/2014/main" id="{1EBA26D9-F81F-7C6F-B68E-004BC49DF893}"/>
              </a:ext>
            </a:extLst>
          </p:cNvPr>
          <p:cNvCxnSpPr>
            <a:cxnSpLocks/>
          </p:cNvCxnSpPr>
          <p:nvPr/>
        </p:nvCxnSpPr>
        <p:spPr>
          <a:xfrm>
            <a:off x="5462033" y="3686529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9B395E5-292C-467B-BD4D-CF949330722E}"/>
              </a:ext>
            </a:extLst>
          </p:cNvPr>
          <p:cNvSpPr txBox="1"/>
          <p:nvPr/>
        </p:nvSpPr>
        <p:spPr>
          <a:xfrm>
            <a:off x="5462032" y="3440308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  <p:cxnSp>
        <p:nvCxnSpPr>
          <p:cNvPr id="5" name="Straight Arrow Connector 81">
            <a:extLst>
              <a:ext uri="{FF2B5EF4-FFF2-40B4-BE49-F238E27FC236}">
                <a16:creationId xmlns:a16="http://schemas.microsoft.com/office/drawing/2014/main" id="{33753E4E-DFB3-820A-3767-88ED95FCF043}"/>
              </a:ext>
            </a:extLst>
          </p:cNvPr>
          <p:cNvCxnSpPr>
            <a:cxnSpLocks/>
          </p:cNvCxnSpPr>
          <p:nvPr/>
        </p:nvCxnSpPr>
        <p:spPr>
          <a:xfrm>
            <a:off x="5462033" y="3364875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EAAD91F-290C-A00B-9C04-8A05B5AE1D08}"/>
              </a:ext>
            </a:extLst>
          </p:cNvPr>
          <p:cNvSpPr txBox="1"/>
          <p:nvPr/>
        </p:nvSpPr>
        <p:spPr>
          <a:xfrm>
            <a:off x="5584334" y="336487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200 OK</a:t>
            </a:r>
            <a:endParaRPr kumimoji="1" lang="ko-KR" altLang="en-US" sz="1000" i="1"/>
          </a:p>
        </p:txBody>
      </p:sp>
      <p:sp>
        <p:nvSpPr>
          <p:cNvPr id="13" name="호 12">
            <a:extLst>
              <a:ext uri="{FF2B5EF4-FFF2-40B4-BE49-F238E27FC236}">
                <a16:creationId xmlns:a16="http://schemas.microsoft.com/office/drawing/2014/main" id="{B97B118B-0F49-225F-CFA6-0A3CD96D7740}"/>
              </a:ext>
            </a:extLst>
          </p:cNvPr>
          <p:cNvSpPr/>
          <p:nvPr/>
        </p:nvSpPr>
        <p:spPr>
          <a:xfrm>
            <a:off x="8244504" y="1585570"/>
            <a:ext cx="257804" cy="1779305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7F6B19-EB4F-1283-470A-25ECCB9CF5F4}"/>
              </a:ext>
            </a:extLst>
          </p:cNvPr>
          <p:cNvSpPr txBox="1"/>
          <p:nvPr/>
        </p:nvSpPr>
        <p:spPr>
          <a:xfrm>
            <a:off x="8425601" y="2351247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/>
              <a:t>5000ms</a:t>
            </a:r>
            <a:endParaRPr kumimoji="1"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1572013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2D837-945E-0F3A-A201-7B6ABD80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5765FAB2-941E-A57A-12E4-AE4DB5093E45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9CB46E97-797F-6068-A555-161243C76796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124AEA9C-3954-8F45-DEBD-E1987CA4DB47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24A218B2-C7FB-08CD-D2FD-AA99637DB70A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FCC304EE-C26D-2183-70A8-327B12743D7A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4A8D612F-D150-0BA3-A716-47D88647E2AE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B76EFEFB-67CF-69A1-26DF-24B09131C5CD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ED71E12E-FCEC-CBBD-1A9B-F4F8A037FD62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63992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F5A11C31-812F-DC38-7D68-C35BD1936D77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385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8DC1D512-BFEC-92AE-FAAB-F75F8C826F28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9669CDFE-9049-5346-34B9-9ABC7AA77B2D}"/>
              </a:ext>
            </a:extLst>
          </p:cNvPr>
          <p:cNvCxnSpPr>
            <a:cxnSpLocks/>
          </p:cNvCxnSpPr>
          <p:nvPr/>
        </p:nvCxnSpPr>
        <p:spPr>
          <a:xfrm>
            <a:off x="763988" y="143188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D97E297-74AA-829E-D99E-7662F204D2BE}"/>
              </a:ext>
            </a:extLst>
          </p:cNvPr>
          <p:cNvSpPr txBox="1"/>
          <p:nvPr/>
        </p:nvSpPr>
        <p:spPr>
          <a:xfrm>
            <a:off x="763987" y="118566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mock-server:8080/delay/5000</a:t>
            </a:r>
            <a:endParaRPr kumimoji="1" lang="ko-KR" altLang="en-US" sz="1000" i="1"/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0CD73A19-1EF3-E0D0-0069-32EE7AB1F624}"/>
              </a:ext>
            </a:extLst>
          </p:cNvPr>
          <p:cNvCxnSpPr>
            <a:cxnSpLocks/>
          </p:cNvCxnSpPr>
          <p:nvPr/>
        </p:nvCxnSpPr>
        <p:spPr>
          <a:xfrm>
            <a:off x="3681969" y="1505680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81">
            <a:extLst>
              <a:ext uri="{FF2B5EF4-FFF2-40B4-BE49-F238E27FC236}">
                <a16:creationId xmlns:a16="http://schemas.microsoft.com/office/drawing/2014/main" id="{07491ACA-C41E-6A8E-9E34-B7CDCE564614}"/>
              </a:ext>
            </a:extLst>
          </p:cNvPr>
          <p:cNvCxnSpPr>
            <a:cxnSpLocks/>
          </p:cNvCxnSpPr>
          <p:nvPr/>
        </p:nvCxnSpPr>
        <p:spPr>
          <a:xfrm>
            <a:off x="5462033" y="1585571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39568447-6EC1-063C-ECE0-60D224D04427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B75D2FD-DE52-77AD-2579-8717FF7D5BF4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SYN</a:t>
            </a:r>
            <a:endParaRPr kumimoji="1" lang="ko-KR" altLang="en-US" sz="1000" i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195B76-6F4A-7769-7824-0E350F8ADC9F}"/>
              </a:ext>
            </a:extLst>
          </p:cNvPr>
          <p:cNvSpPr txBox="1"/>
          <p:nvPr/>
        </p:nvSpPr>
        <p:spPr>
          <a:xfrm>
            <a:off x="763987" y="1539783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RST (SO_LINGER = 0)</a:t>
            </a:r>
            <a:endParaRPr kumimoji="1" lang="ko-KR" altLang="en-US" sz="1000" i="1"/>
          </a:p>
        </p:txBody>
      </p:sp>
      <p:cxnSp>
        <p:nvCxnSpPr>
          <p:cNvPr id="15" name="Straight Arrow Connector 81">
            <a:extLst>
              <a:ext uri="{FF2B5EF4-FFF2-40B4-BE49-F238E27FC236}">
                <a16:creationId xmlns:a16="http://schemas.microsoft.com/office/drawing/2014/main" id="{EDA0401E-D0F6-FCF7-E37D-BFDA0577E823}"/>
              </a:ext>
            </a:extLst>
          </p:cNvPr>
          <p:cNvCxnSpPr>
            <a:cxnSpLocks/>
          </p:cNvCxnSpPr>
          <p:nvPr/>
        </p:nvCxnSpPr>
        <p:spPr>
          <a:xfrm>
            <a:off x="763988" y="1786012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81">
            <a:extLst>
              <a:ext uri="{FF2B5EF4-FFF2-40B4-BE49-F238E27FC236}">
                <a16:creationId xmlns:a16="http://schemas.microsoft.com/office/drawing/2014/main" id="{4B7BE065-5582-3392-64EF-EF2660AD84EB}"/>
              </a:ext>
            </a:extLst>
          </p:cNvPr>
          <p:cNvCxnSpPr>
            <a:cxnSpLocks/>
          </p:cNvCxnSpPr>
          <p:nvPr/>
        </p:nvCxnSpPr>
        <p:spPr>
          <a:xfrm>
            <a:off x="3681969" y="1859807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81">
            <a:extLst>
              <a:ext uri="{FF2B5EF4-FFF2-40B4-BE49-F238E27FC236}">
                <a16:creationId xmlns:a16="http://schemas.microsoft.com/office/drawing/2014/main" id="{F76EFEF0-D1BB-2D34-5016-D481833B12C8}"/>
              </a:ext>
            </a:extLst>
          </p:cNvPr>
          <p:cNvCxnSpPr>
            <a:cxnSpLocks/>
          </p:cNvCxnSpPr>
          <p:nvPr/>
        </p:nvCxnSpPr>
        <p:spPr>
          <a:xfrm>
            <a:off x="5462033" y="1939698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81">
            <a:extLst>
              <a:ext uri="{FF2B5EF4-FFF2-40B4-BE49-F238E27FC236}">
                <a16:creationId xmlns:a16="http://schemas.microsoft.com/office/drawing/2014/main" id="{5F9770ED-EF19-1078-3704-FE5F5DCADEC4}"/>
              </a:ext>
            </a:extLst>
          </p:cNvPr>
          <p:cNvCxnSpPr>
            <a:cxnSpLocks/>
          </p:cNvCxnSpPr>
          <p:nvPr/>
        </p:nvCxnSpPr>
        <p:spPr>
          <a:xfrm>
            <a:off x="5462033" y="3686529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606DB35-8CDF-62E8-8A51-AB47107E6205}"/>
              </a:ext>
            </a:extLst>
          </p:cNvPr>
          <p:cNvSpPr txBox="1"/>
          <p:nvPr/>
        </p:nvSpPr>
        <p:spPr>
          <a:xfrm>
            <a:off x="5462032" y="3440308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  <p:cxnSp>
        <p:nvCxnSpPr>
          <p:cNvPr id="5" name="Straight Arrow Connector 81">
            <a:extLst>
              <a:ext uri="{FF2B5EF4-FFF2-40B4-BE49-F238E27FC236}">
                <a16:creationId xmlns:a16="http://schemas.microsoft.com/office/drawing/2014/main" id="{8C05BE18-F0A6-6BB2-EFAC-7BD5E1F54ED0}"/>
              </a:ext>
            </a:extLst>
          </p:cNvPr>
          <p:cNvCxnSpPr>
            <a:cxnSpLocks/>
          </p:cNvCxnSpPr>
          <p:nvPr/>
        </p:nvCxnSpPr>
        <p:spPr>
          <a:xfrm>
            <a:off x="5462033" y="3364875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C5DB68D-71ED-CD55-AA3B-E317178C7DE7}"/>
              </a:ext>
            </a:extLst>
          </p:cNvPr>
          <p:cNvSpPr txBox="1"/>
          <p:nvPr/>
        </p:nvSpPr>
        <p:spPr>
          <a:xfrm>
            <a:off x="5584334" y="336487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200 OK</a:t>
            </a:r>
            <a:endParaRPr kumimoji="1" lang="ko-KR" altLang="en-US" sz="1000" i="1"/>
          </a:p>
        </p:txBody>
      </p:sp>
      <p:sp>
        <p:nvSpPr>
          <p:cNvPr id="13" name="호 12">
            <a:extLst>
              <a:ext uri="{FF2B5EF4-FFF2-40B4-BE49-F238E27FC236}">
                <a16:creationId xmlns:a16="http://schemas.microsoft.com/office/drawing/2014/main" id="{AFB59952-880F-4DC9-70D0-8AD1377CB265}"/>
              </a:ext>
            </a:extLst>
          </p:cNvPr>
          <p:cNvSpPr/>
          <p:nvPr/>
        </p:nvSpPr>
        <p:spPr>
          <a:xfrm>
            <a:off x="8244504" y="1585570"/>
            <a:ext cx="257804" cy="1779305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C807F3-CC70-2712-9F82-A84E4166DD2C}"/>
              </a:ext>
            </a:extLst>
          </p:cNvPr>
          <p:cNvSpPr txBox="1"/>
          <p:nvPr/>
        </p:nvSpPr>
        <p:spPr>
          <a:xfrm>
            <a:off x="8425601" y="2351247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/>
              <a:t>5000ms</a:t>
            </a:r>
            <a:endParaRPr kumimoji="1" lang="ko-KR" altLang="en-US" sz="1000" i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DB3D17-D845-872B-F2C1-372BB70C0242}"/>
              </a:ext>
            </a:extLst>
          </p:cNvPr>
          <p:cNvSpPr txBox="1"/>
          <p:nvPr/>
        </p:nvSpPr>
        <p:spPr>
          <a:xfrm>
            <a:off x="3681966" y="160808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FIN</a:t>
            </a:r>
            <a:endParaRPr kumimoji="1"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3613685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653CA-9B97-ABBC-60F4-2E24ED013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8EA53DB1-836A-AFD8-F2A6-18E8F2CB5437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F368F60E-CF8E-4A6C-DCEA-9C14F4C0AD93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AA0D20D8-99A0-AB5B-3E06-FBB55B646409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A44BAB82-1B8A-1693-7400-6ADD557E5A26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38AB326F-B70F-1279-7C52-E2423256C817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F094A14A-C9C6-A070-AE6F-4C12EBD8CBB3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E7145A96-2801-D1E8-4E29-0F0645250805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D1DB9F9D-964A-BC6D-0DB6-1CA21105F9BA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63992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ABDE4D57-AF06-C83E-A478-B39DE3E01014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385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00984575-D919-7867-F896-B31A79281773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5B4C6E79-9362-2E69-A438-BA931DC2F805}"/>
              </a:ext>
            </a:extLst>
          </p:cNvPr>
          <p:cNvCxnSpPr>
            <a:cxnSpLocks/>
          </p:cNvCxnSpPr>
          <p:nvPr/>
        </p:nvCxnSpPr>
        <p:spPr>
          <a:xfrm>
            <a:off x="763988" y="143188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2CC12FE1-8C4C-2E0D-D739-84A90B4705D2}"/>
              </a:ext>
            </a:extLst>
          </p:cNvPr>
          <p:cNvSpPr txBox="1"/>
          <p:nvPr/>
        </p:nvSpPr>
        <p:spPr>
          <a:xfrm>
            <a:off x="763987" y="118566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mock-server:8080/bytes/50000000</a:t>
            </a:r>
            <a:endParaRPr kumimoji="1" lang="ko-KR" altLang="en-US" sz="1000" i="1"/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129D2FDA-5297-CF56-0C43-DF76BE707E9D}"/>
              </a:ext>
            </a:extLst>
          </p:cNvPr>
          <p:cNvCxnSpPr>
            <a:cxnSpLocks/>
          </p:cNvCxnSpPr>
          <p:nvPr/>
        </p:nvCxnSpPr>
        <p:spPr>
          <a:xfrm>
            <a:off x="3681969" y="1505680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81">
            <a:extLst>
              <a:ext uri="{FF2B5EF4-FFF2-40B4-BE49-F238E27FC236}">
                <a16:creationId xmlns:a16="http://schemas.microsoft.com/office/drawing/2014/main" id="{D1CD461B-EFA8-CC43-C527-2CB48E103B3C}"/>
              </a:ext>
            </a:extLst>
          </p:cNvPr>
          <p:cNvCxnSpPr>
            <a:cxnSpLocks/>
          </p:cNvCxnSpPr>
          <p:nvPr/>
        </p:nvCxnSpPr>
        <p:spPr>
          <a:xfrm>
            <a:off x="5462033" y="1585571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D3CF4A6C-BD79-6437-9B9C-046D23CEC538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04CDC94-2CBC-63CD-4CB7-7E108697285F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SYN</a:t>
            </a:r>
            <a:endParaRPr kumimoji="1" lang="ko-KR" altLang="en-US" sz="1000" i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366817-28E3-68B3-9537-60B4F3BC9D5C}"/>
              </a:ext>
            </a:extLst>
          </p:cNvPr>
          <p:cNvSpPr txBox="1"/>
          <p:nvPr/>
        </p:nvSpPr>
        <p:spPr>
          <a:xfrm>
            <a:off x="763987" y="1539783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FIN (Ctrl + C)</a:t>
            </a:r>
            <a:endParaRPr kumimoji="1" lang="ko-KR" altLang="en-US" sz="1000" i="1"/>
          </a:p>
        </p:txBody>
      </p:sp>
      <p:cxnSp>
        <p:nvCxnSpPr>
          <p:cNvPr id="15" name="Straight Arrow Connector 81">
            <a:extLst>
              <a:ext uri="{FF2B5EF4-FFF2-40B4-BE49-F238E27FC236}">
                <a16:creationId xmlns:a16="http://schemas.microsoft.com/office/drawing/2014/main" id="{CD97CE2A-C6CE-B135-31DE-CC6028648209}"/>
              </a:ext>
            </a:extLst>
          </p:cNvPr>
          <p:cNvCxnSpPr>
            <a:cxnSpLocks/>
          </p:cNvCxnSpPr>
          <p:nvPr/>
        </p:nvCxnSpPr>
        <p:spPr>
          <a:xfrm>
            <a:off x="763988" y="1786012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81">
            <a:extLst>
              <a:ext uri="{FF2B5EF4-FFF2-40B4-BE49-F238E27FC236}">
                <a16:creationId xmlns:a16="http://schemas.microsoft.com/office/drawing/2014/main" id="{363FE5C1-DE86-81DA-6EFB-CD65559ED253}"/>
              </a:ext>
            </a:extLst>
          </p:cNvPr>
          <p:cNvCxnSpPr>
            <a:cxnSpLocks/>
          </p:cNvCxnSpPr>
          <p:nvPr/>
        </p:nvCxnSpPr>
        <p:spPr>
          <a:xfrm>
            <a:off x="3681969" y="1859807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81">
            <a:extLst>
              <a:ext uri="{FF2B5EF4-FFF2-40B4-BE49-F238E27FC236}">
                <a16:creationId xmlns:a16="http://schemas.microsoft.com/office/drawing/2014/main" id="{66889EBF-E076-6810-3707-351109FC8542}"/>
              </a:ext>
            </a:extLst>
          </p:cNvPr>
          <p:cNvCxnSpPr>
            <a:cxnSpLocks/>
          </p:cNvCxnSpPr>
          <p:nvPr/>
        </p:nvCxnSpPr>
        <p:spPr>
          <a:xfrm>
            <a:off x="5462033" y="1939698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81">
            <a:extLst>
              <a:ext uri="{FF2B5EF4-FFF2-40B4-BE49-F238E27FC236}">
                <a16:creationId xmlns:a16="http://schemas.microsoft.com/office/drawing/2014/main" id="{4388EB12-A12E-60D2-5B92-DBAE3D466C34}"/>
              </a:ext>
            </a:extLst>
          </p:cNvPr>
          <p:cNvCxnSpPr>
            <a:cxnSpLocks/>
          </p:cNvCxnSpPr>
          <p:nvPr/>
        </p:nvCxnSpPr>
        <p:spPr>
          <a:xfrm>
            <a:off x="5462033" y="3686529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30FC48A-B0D6-A86A-BAA9-810E735C52E6}"/>
              </a:ext>
            </a:extLst>
          </p:cNvPr>
          <p:cNvSpPr txBox="1"/>
          <p:nvPr/>
        </p:nvSpPr>
        <p:spPr>
          <a:xfrm>
            <a:off x="5462032" y="3440308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  <p:cxnSp>
        <p:nvCxnSpPr>
          <p:cNvPr id="5" name="Straight Arrow Connector 81">
            <a:extLst>
              <a:ext uri="{FF2B5EF4-FFF2-40B4-BE49-F238E27FC236}">
                <a16:creationId xmlns:a16="http://schemas.microsoft.com/office/drawing/2014/main" id="{185D5115-52DA-DAD0-76B3-8E29EC4BA63A}"/>
              </a:ext>
            </a:extLst>
          </p:cNvPr>
          <p:cNvCxnSpPr>
            <a:cxnSpLocks/>
          </p:cNvCxnSpPr>
          <p:nvPr/>
        </p:nvCxnSpPr>
        <p:spPr>
          <a:xfrm>
            <a:off x="5462033" y="3364875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B16C53E-F80A-5497-9BA0-3427A5D251C7}"/>
              </a:ext>
            </a:extLst>
          </p:cNvPr>
          <p:cNvSpPr txBox="1"/>
          <p:nvPr/>
        </p:nvSpPr>
        <p:spPr>
          <a:xfrm>
            <a:off x="5584334" y="336487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200 OK</a:t>
            </a:r>
            <a:endParaRPr kumimoji="1" lang="ko-KR" altLang="en-US" sz="1000" i="1"/>
          </a:p>
        </p:txBody>
      </p:sp>
      <p:sp>
        <p:nvSpPr>
          <p:cNvPr id="13" name="호 12">
            <a:extLst>
              <a:ext uri="{FF2B5EF4-FFF2-40B4-BE49-F238E27FC236}">
                <a16:creationId xmlns:a16="http://schemas.microsoft.com/office/drawing/2014/main" id="{E392F55C-828D-72C8-36DA-53E7F408E84A}"/>
              </a:ext>
            </a:extLst>
          </p:cNvPr>
          <p:cNvSpPr/>
          <p:nvPr/>
        </p:nvSpPr>
        <p:spPr>
          <a:xfrm>
            <a:off x="8244504" y="1585570"/>
            <a:ext cx="257804" cy="1779305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402750-DA9B-1A36-403E-8DB91760EAE6}"/>
              </a:ext>
            </a:extLst>
          </p:cNvPr>
          <p:cNvSpPr txBox="1"/>
          <p:nvPr/>
        </p:nvSpPr>
        <p:spPr>
          <a:xfrm>
            <a:off x="8425601" y="2351247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/>
              <a:t>5000ms</a:t>
            </a:r>
            <a:endParaRPr kumimoji="1" lang="ko-KR" altLang="en-US" sz="1000" i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5AC549-86E3-C560-486A-EBF12B39A8F5}"/>
              </a:ext>
            </a:extLst>
          </p:cNvPr>
          <p:cNvSpPr txBox="1"/>
          <p:nvPr/>
        </p:nvSpPr>
        <p:spPr>
          <a:xfrm>
            <a:off x="5456300" y="169885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FIN</a:t>
            </a:r>
            <a:endParaRPr kumimoji="1" lang="ko-KR" altLang="en-US" sz="1000" i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DF159C-45ED-8A70-9DA0-30D32B05C3FE}"/>
              </a:ext>
            </a:extLst>
          </p:cNvPr>
          <p:cNvSpPr txBox="1"/>
          <p:nvPr/>
        </p:nvSpPr>
        <p:spPr>
          <a:xfrm>
            <a:off x="3681966" y="160808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2128179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C56A3-95D3-35A8-4E64-399766082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1E40331D-F067-75F3-8D35-B360621E4A27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C4C9171E-A25D-2583-60CD-1867B82E29ED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BF82A8C7-7CF0-DFD5-B50F-F626A52816EF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625D1F8F-939D-8465-527F-FB6C9F52EB29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18A380DD-DEFA-0D53-4AA1-EEEDB2EE48A9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3B18FE5A-6F86-A771-8019-6AFCF73B912B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3783A50C-B1EF-67CD-D0FB-28739AE28D81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8EEE6423-24D0-8B1F-4BC4-36765A6B4978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63992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D9C2ECDE-2CE1-5237-3542-694261939194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385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8A6A808A-81B7-E02E-9974-47C24D0E4596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A73FABBF-A61F-9599-4E11-3E475D3B8E46}"/>
              </a:ext>
            </a:extLst>
          </p:cNvPr>
          <p:cNvCxnSpPr>
            <a:cxnSpLocks/>
          </p:cNvCxnSpPr>
          <p:nvPr/>
        </p:nvCxnSpPr>
        <p:spPr>
          <a:xfrm>
            <a:off x="763988" y="143188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6BE42BDD-FBA4-8B8A-C439-6ED0EA285473}"/>
              </a:ext>
            </a:extLst>
          </p:cNvPr>
          <p:cNvSpPr txBox="1"/>
          <p:nvPr/>
        </p:nvSpPr>
        <p:spPr>
          <a:xfrm>
            <a:off x="763987" y="118566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mock-server:8080/status/502</a:t>
            </a:r>
            <a:endParaRPr kumimoji="1" lang="ko-KR" altLang="en-US" sz="1000" i="1"/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B4A38FC5-726D-5302-3CA6-3131F1F598B6}"/>
              </a:ext>
            </a:extLst>
          </p:cNvPr>
          <p:cNvCxnSpPr>
            <a:cxnSpLocks/>
          </p:cNvCxnSpPr>
          <p:nvPr/>
        </p:nvCxnSpPr>
        <p:spPr>
          <a:xfrm>
            <a:off x="3681969" y="1505680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81">
            <a:extLst>
              <a:ext uri="{FF2B5EF4-FFF2-40B4-BE49-F238E27FC236}">
                <a16:creationId xmlns:a16="http://schemas.microsoft.com/office/drawing/2014/main" id="{6A1AEBE0-B9D6-EA80-DD98-830B326EEAF8}"/>
              </a:ext>
            </a:extLst>
          </p:cNvPr>
          <p:cNvCxnSpPr>
            <a:cxnSpLocks/>
          </p:cNvCxnSpPr>
          <p:nvPr/>
        </p:nvCxnSpPr>
        <p:spPr>
          <a:xfrm>
            <a:off x="5462033" y="1585571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4F93859B-05C7-A175-6053-D74E5CF2ED44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F800B54-4234-2EFD-F76E-F9DB190846FC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SYN</a:t>
            </a:r>
            <a:endParaRPr kumimoji="1" lang="ko-KR" altLang="en-US" sz="1000" i="1"/>
          </a:p>
        </p:txBody>
      </p:sp>
      <p:cxnSp>
        <p:nvCxnSpPr>
          <p:cNvPr id="20" name="Straight Arrow Connector 81">
            <a:extLst>
              <a:ext uri="{FF2B5EF4-FFF2-40B4-BE49-F238E27FC236}">
                <a16:creationId xmlns:a16="http://schemas.microsoft.com/office/drawing/2014/main" id="{91837A2B-7C96-B69B-632F-ABF7FEBBF4A2}"/>
              </a:ext>
            </a:extLst>
          </p:cNvPr>
          <p:cNvCxnSpPr>
            <a:cxnSpLocks/>
          </p:cNvCxnSpPr>
          <p:nvPr/>
        </p:nvCxnSpPr>
        <p:spPr>
          <a:xfrm>
            <a:off x="5462033" y="1677286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D59B3DC-C306-9EFA-2000-BB68D2C94327}"/>
              </a:ext>
            </a:extLst>
          </p:cNvPr>
          <p:cNvSpPr txBox="1"/>
          <p:nvPr/>
        </p:nvSpPr>
        <p:spPr>
          <a:xfrm>
            <a:off x="5584334" y="167728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502 Bad Gateway</a:t>
            </a:r>
            <a:endParaRPr kumimoji="1" lang="ko-KR" altLang="en-US" sz="1000" i="1"/>
          </a:p>
        </p:txBody>
      </p:sp>
      <p:cxnSp>
        <p:nvCxnSpPr>
          <p:cNvPr id="24" name="Straight Arrow Connector 81">
            <a:extLst>
              <a:ext uri="{FF2B5EF4-FFF2-40B4-BE49-F238E27FC236}">
                <a16:creationId xmlns:a16="http://schemas.microsoft.com/office/drawing/2014/main" id="{AFA81D6D-03D7-43EF-0922-C86CFF3D1F84}"/>
              </a:ext>
            </a:extLst>
          </p:cNvPr>
          <p:cNvCxnSpPr>
            <a:cxnSpLocks/>
          </p:cNvCxnSpPr>
          <p:nvPr/>
        </p:nvCxnSpPr>
        <p:spPr>
          <a:xfrm>
            <a:off x="3681977" y="1749294"/>
            <a:ext cx="178005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81">
            <a:extLst>
              <a:ext uri="{FF2B5EF4-FFF2-40B4-BE49-F238E27FC236}">
                <a16:creationId xmlns:a16="http://schemas.microsoft.com/office/drawing/2014/main" id="{6717013A-0322-FD1B-B20B-F3EC3FA36AA6}"/>
              </a:ext>
            </a:extLst>
          </p:cNvPr>
          <p:cNvCxnSpPr>
            <a:cxnSpLocks/>
          </p:cNvCxnSpPr>
          <p:nvPr/>
        </p:nvCxnSpPr>
        <p:spPr>
          <a:xfrm>
            <a:off x="3681969" y="2250814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81">
            <a:extLst>
              <a:ext uri="{FF2B5EF4-FFF2-40B4-BE49-F238E27FC236}">
                <a16:creationId xmlns:a16="http://schemas.microsoft.com/office/drawing/2014/main" id="{15674AF9-CAC0-5749-AFEE-FB9643261B03}"/>
              </a:ext>
            </a:extLst>
          </p:cNvPr>
          <p:cNvCxnSpPr>
            <a:cxnSpLocks/>
          </p:cNvCxnSpPr>
          <p:nvPr/>
        </p:nvCxnSpPr>
        <p:spPr>
          <a:xfrm>
            <a:off x="5462033" y="2330705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81">
            <a:extLst>
              <a:ext uri="{FF2B5EF4-FFF2-40B4-BE49-F238E27FC236}">
                <a16:creationId xmlns:a16="http://schemas.microsoft.com/office/drawing/2014/main" id="{ED3B2A10-1097-893E-6CCA-D2D63B1F4FC9}"/>
              </a:ext>
            </a:extLst>
          </p:cNvPr>
          <p:cNvCxnSpPr>
            <a:cxnSpLocks/>
          </p:cNvCxnSpPr>
          <p:nvPr/>
        </p:nvCxnSpPr>
        <p:spPr>
          <a:xfrm>
            <a:off x="5462033" y="2422420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FDD3D3B-4A3C-51C9-21B2-2E31BBB2DC81}"/>
              </a:ext>
            </a:extLst>
          </p:cNvPr>
          <p:cNvSpPr txBox="1"/>
          <p:nvPr/>
        </p:nvSpPr>
        <p:spPr>
          <a:xfrm>
            <a:off x="5584334" y="2422420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502 Bad Gateway</a:t>
            </a:r>
            <a:endParaRPr kumimoji="1" lang="ko-KR" altLang="en-US" sz="1000" i="1"/>
          </a:p>
        </p:txBody>
      </p:sp>
      <p:cxnSp>
        <p:nvCxnSpPr>
          <p:cNvPr id="29" name="Straight Arrow Connector 81">
            <a:extLst>
              <a:ext uri="{FF2B5EF4-FFF2-40B4-BE49-F238E27FC236}">
                <a16:creationId xmlns:a16="http://schemas.microsoft.com/office/drawing/2014/main" id="{3A3F261C-CE59-EAAB-82B9-27AA22BDE0FE}"/>
              </a:ext>
            </a:extLst>
          </p:cNvPr>
          <p:cNvCxnSpPr>
            <a:cxnSpLocks/>
          </p:cNvCxnSpPr>
          <p:nvPr/>
        </p:nvCxnSpPr>
        <p:spPr>
          <a:xfrm>
            <a:off x="3681977" y="2494428"/>
            <a:ext cx="178005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021330E-D197-9CD8-644D-C3D87F580AAD}"/>
              </a:ext>
            </a:extLst>
          </p:cNvPr>
          <p:cNvSpPr txBox="1"/>
          <p:nvPr/>
        </p:nvSpPr>
        <p:spPr>
          <a:xfrm>
            <a:off x="3681969" y="2003290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mock-server:8080/status/502</a:t>
            </a:r>
            <a:endParaRPr kumimoji="1" lang="ko-KR" altLang="en-US" sz="1000" i="1"/>
          </a:p>
        </p:txBody>
      </p:sp>
      <p:cxnSp>
        <p:nvCxnSpPr>
          <p:cNvPr id="31" name="Straight Arrow Connector 81">
            <a:extLst>
              <a:ext uri="{FF2B5EF4-FFF2-40B4-BE49-F238E27FC236}">
                <a16:creationId xmlns:a16="http://schemas.microsoft.com/office/drawing/2014/main" id="{C490596C-C1F7-D6B8-0698-B375E8C240A0}"/>
              </a:ext>
            </a:extLst>
          </p:cNvPr>
          <p:cNvCxnSpPr>
            <a:cxnSpLocks/>
          </p:cNvCxnSpPr>
          <p:nvPr/>
        </p:nvCxnSpPr>
        <p:spPr>
          <a:xfrm>
            <a:off x="3681969" y="2995947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81">
            <a:extLst>
              <a:ext uri="{FF2B5EF4-FFF2-40B4-BE49-F238E27FC236}">
                <a16:creationId xmlns:a16="http://schemas.microsoft.com/office/drawing/2014/main" id="{EBA29ECF-1C0C-0A94-9828-45D752670CB7}"/>
              </a:ext>
            </a:extLst>
          </p:cNvPr>
          <p:cNvCxnSpPr>
            <a:cxnSpLocks/>
          </p:cNvCxnSpPr>
          <p:nvPr/>
        </p:nvCxnSpPr>
        <p:spPr>
          <a:xfrm>
            <a:off x="5462033" y="3075838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81">
            <a:extLst>
              <a:ext uri="{FF2B5EF4-FFF2-40B4-BE49-F238E27FC236}">
                <a16:creationId xmlns:a16="http://schemas.microsoft.com/office/drawing/2014/main" id="{19FA74E2-8E6A-EBF9-3E99-45FEDCEFE1BA}"/>
              </a:ext>
            </a:extLst>
          </p:cNvPr>
          <p:cNvCxnSpPr>
            <a:cxnSpLocks/>
          </p:cNvCxnSpPr>
          <p:nvPr/>
        </p:nvCxnSpPr>
        <p:spPr>
          <a:xfrm>
            <a:off x="5462033" y="3167553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061D0BA-B4DF-F900-C0EE-ADF137D840FF}"/>
              </a:ext>
            </a:extLst>
          </p:cNvPr>
          <p:cNvSpPr txBox="1"/>
          <p:nvPr/>
        </p:nvSpPr>
        <p:spPr>
          <a:xfrm>
            <a:off x="5584334" y="3167553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502 Bad Gateway</a:t>
            </a:r>
            <a:endParaRPr kumimoji="1" lang="ko-KR" altLang="en-US" sz="1000" i="1"/>
          </a:p>
        </p:txBody>
      </p:sp>
      <p:cxnSp>
        <p:nvCxnSpPr>
          <p:cNvPr id="35" name="Straight Arrow Connector 81">
            <a:extLst>
              <a:ext uri="{FF2B5EF4-FFF2-40B4-BE49-F238E27FC236}">
                <a16:creationId xmlns:a16="http://schemas.microsoft.com/office/drawing/2014/main" id="{9B0A2DDB-775F-5560-D296-6EDCC8EEE724}"/>
              </a:ext>
            </a:extLst>
          </p:cNvPr>
          <p:cNvCxnSpPr>
            <a:cxnSpLocks/>
          </p:cNvCxnSpPr>
          <p:nvPr/>
        </p:nvCxnSpPr>
        <p:spPr>
          <a:xfrm>
            <a:off x="3681977" y="3239561"/>
            <a:ext cx="178005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99E35A0-89CF-6035-5BA7-216766B88C54}"/>
              </a:ext>
            </a:extLst>
          </p:cNvPr>
          <p:cNvSpPr txBox="1"/>
          <p:nvPr/>
        </p:nvSpPr>
        <p:spPr>
          <a:xfrm>
            <a:off x="3681969" y="2748423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mock-server:8080/status/502</a:t>
            </a:r>
            <a:endParaRPr kumimoji="1" lang="ko-KR" altLang="en-US" sz="1000" i="1"/>
          </a:p>
        </p:txBody>
      </p:sp>
      <p:cxnSp>
        <p:nvCxnSpPr>
          <p:cNvPr id="5" name="Straight Arrow Connector 81">
            <a:extLst>
              <a:ext uri="{FF2B5EF4-FFF2-40B4-BE49-F238E27FC236}">
                <a16:creationId xmlns:a16="http://schemas.microsoft.com/office/drawing/2014/main" id="{2C131934-22D4-718A-96FD-12C9F1937713}"/>
              </a:ext>
            </a:extLst>
          </p:cNvPr>
          <p:cNvCxnSpPr>
            <a:cxnSpLocks/>
          </p:cNvCxnSpPr>
          <p:nvPr/>
        </p:nvCxnSpPr>
        <p:spPr>
          <a:xfrm>
            <a:off x="763987" y="3324735"/>
            <a:ext cx="2917982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6915122-B3BF-CB93-D739-4A43B534D7D9}"/>
              </a:ext>
            </a:extLst>
          </p:cNvPr>
          <p:cNvSpPr txBox="1"/>
          <p:nvPr/>
        </p:nvSpPr>
        <p:spPr>
          <a:xfrm>
            <a:off x="763987" y="3426858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FIN</a:t>
            </a:r>
            <a:endParaRPr kumimoji="1" lang="ko-KR" altLang="en-US" sz="1000" i="1"/>
          </a:p>
        </p:txBody>
      </p:sp>
      <p:cxnSp>
        <p:nvCxnSpPr>
          <p:cNvPr id="9" name="Straight Arrow Connector 81">
            <a:extLst>
              <a:ext uri="{FF2B5EF4-FFF2-40B4-BE49-F238E27FC236}">
                <a16:creationId xmlns:a16="http://schemas.microsoft.com/office/drawing/2014/main" id="{C9E05A93-71B7-8BDE-D889-869812FE8FF1}"/>
              </a:ext>
            </a:extLst>
          </p:cNvPr>
          <p:cNvCxnSpPr>
            <a:cxnSpLocks/>
          </p:cNvCxnSpPr>
          <p:nvPr/>
        </p:nvCxnSpPr>
        <p:spPr>
          <a:xfrm>
            <a:off x="763988" y="3673087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04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0BB47-55FC-A44F-B2A5-056CEEB2D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D4B0BE91-4E51-84EF-2F49-1FF70DE38149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92FEBECD-014E-1FCE-1A5E-6C7FCD0B88FA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BB68702A-6E61-1793-C1A4-520A761EE7D7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98BE2486-F289-3189-578C-6B4BC9F1A5C2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5CB09E3F-7905-5FF0-8844-E1BEC7E99CFB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662DB82A-CC98-4FD9-9775-9DF27B4268AC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BD29BE1A-09D4-6DAB-39EE-8B1DAA0318B1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9E625DD2-1891-1EEE-BC6D-7A2D4626FA6D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63992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18FBBB0D-7D45-9E2C-2DA9-C0921490E302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385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1D67D35F-C96A-52CB-8E4C-1FB9DA43E438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407307EB-5C9E-3866-E5CC-521BE0128BE4}"/>
              </a:ext>
            </a:extLst>
          </p:cNvPr>
          <p:cNvCxnSpPr>
            <a:cxnSpLocks/>
          </p:cNvCxnSpPr>
          <p:nvPr/>
        </p:nvCxnSpPr>
        <p:spPr>
          <a:xfrm>
            <a:off x="763988" y="1431884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073F56D7-C550-BC50-349D-9636296D26E5}"/>
              </a:ext>
            </a:extLst>
          </p:cNvPr>
          <p:cNvSpPr txBox="1"/>
          <p:nvPr/>
        </p:nvSpPr>
        <p:spPr>
          <a:xfrm>
            <a:off x="763986" y="1185663"/>
            <a:ext cx="31599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mock-server:8080/reset-before-response/1000</a:t>
            </a:r>
            <a:endParaRPr kumimoji="1" lang="ko-KR" altLang="en-US" sz="1000" i="1"/>
          </a:p>
        </p:txBody>
      </p:sp>
      <p:cxnSp>
        <p:nvCxnSpPr>
          <p:cNvPr id="54" name="Straight Arrow Connector 81">
            <a:extLst>
              <a:ext uri="{FF2B5EF4-FFF2-40B4-BE49-F238E27FC236}">
                <a16:creationId xmlns:a16="http://schemas.microsoft.com/office/drawing/2014/main" id="{B77EBA17-EF7D-8CE4-8A6D-CDA443310B12}"/>
              </a:ext>
            </a:extLst>
          </p:cNvPr>
          <p:cNvCxnSpPr>
            <a:cxnSpLocks/>
          </p:cNvCxnSpPr>
          <p:nvPr/>
        </p:nvCxnSpPr>
        <p:spPr>
          <a:xfrm>
            <a:off x="5462033" y="2006276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2111CA3-34AE-057C-2CDF-F40DAA539354}"/>
              </a:ext>
            </a:extLst>
          </p:cNvPr>
          <p:cNvSpPr txBox="1"/>
          <p:nvPr/>
        </p:nvSpPr>
        <p:spPr>
          <a:xfrm>
            <a:off x="2666358" y="2075481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503 Service Unavailable</a:t>
            </a:r>
            <a:endParaRPr kumimoji="1" lang="ko-KR" altLang="en-US" sz="1000" i="1"/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D03C5C8D-6BA5-274A-850A-22C6CC6B7BA2}"/>
              </a:ext>
            </a:extLst>
          </p:cNvPr>
          <p:cNvCxnSpPr>
            <a:cxnSpLocks/>
          </p:cNvCxnSpPr>
          <p:nvPr/>
        </p:nvCxnSpPr>
        <p:spPr>
          <a:xfrm>
            <a:off x="3681969" y="1505679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81">
            <a:extLst>
              <a:ext uri="{FF2B5EF4-FFF2-40B4-BE49-F238E27FC236}">
                <a16:creationId xmlns:a16="http://schemas.microsoft.com/office/drawing/2014/main" id="{ED8BA536-A74A-AB7D-5673-49353D2A389D}"/>
              </a:ext>
            </a:extLst>
          </p:cNvPr>
          <p:cNvCxnSpPr>
            <a:cxnSpLocks/>
          </p:cNvCxnSpPr>
          <p:nvPr/>
        </p:nvCxnSpPr>
        <p:spPr>
          <a:xfrm>
            <a:off x="5462033" y="1585570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81">
            <a:extLst>
              <a:ext uri="{FF2B5EF4-FFF2-40B4-BE49-F238E27FC236}">
                <a16:creationId xmlns:a16="http://schemas.microsoft.com/office/drawing/2014/main" id="{9FA8D0C5-E452-DF3C-CB38-937FB4A28B50}"/>
              </a:ext>
            </a:extLst>
          </p:cNvPr>
          <p:cNvCxnSpPr>
            <a:cxnSpLocks/>
          </p:cNvCxnSpPr>
          <p:nvPr/>
        </p:nvCxnSpPr>
        <p:spPr>
          <a:xfrm>
            <a:off x="3681977" y="2078284"/>
            <a:ext cx="178005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81">
            <a:extLst>
              <a:ext uri="{FF2B5EF4-FFF2-40B4-BE49-F238E27FC236}">
                <a16:creationId xmlns:a16="http://schemas.microsoft.com/office/drawing/2014/main" id="{0764FA75-A45A-50C2-EFB8-171A2ECE4B01}"/>
              </a:ext>
            </a:extLst>
          </p:cNvPr>
          <p:cNvCxnSpPr>
            <a:cxnSpLocks/>
          </p:cNvCxnSpPr>
          <p:nvPr/>
        </p:nvCxnSpPr>
        <p:spPr>
          <a:xfrm>
            <a:off x="763987" y="2150292"/>
            <a:ext cx="2917982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호 1">
            <a:extLst>
              <a:ext uri="{FF2B5EF4-FFF2-40B4-BE49-F238E27FC236}">
                <a16:creationId xmlns:a16="http://schemas.microsoft.com/office/drawing/2014/main" id="{8575321F-DA7E-D278-DE23-E5570022C613}"/>
              </a:ext>
            </a:extLst>
          </p:cNvPr>
          <p:cNvSpPr/>
          <p:nvPr/>
        </p:nvSpPr>
        <p:spPr>
          <a:xfrm>
            <a:off x="8241825" y="1585569"/>
            <a:ext cx="276365" cy="423019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5ED7F0-227D-B119-D125-4DCF435EED7A}"/>
              </a:ext>
            </a:extLst>
          </p:cNvPr>
          <p:cNvSpPr txBox="1"/>
          <p:nvPr/>
        </p:nvSpPr>
        <p:spPr>
          <a:xfrm>
            <a:off x="8410775" y="1680027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/>
              <a:t>1000ms</a:t>
            </a:r>
            <a:endParaRPr kumimoji="1" lang="ko-KR" altLang="en-US" sz="1000" i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DBC783-7EC4-22AA-6E83-FB3B60F5B6B4}"/>
              </a:ext>
            </a:extLst>
          </p:cNvPr>
          <p:cNvSpPr txBox="1"/>
          <p:nvPr/>
        </p:nvSpPr>
        <p:spPr>
          <a:xfrm>
            <a:off x="5584333" y="200396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  <p:cxnSp>
        <p:nvCxnSpPr>
          <p:cNvPr id="8" name="Straight Arrow Connector 81">
            <a:extLst>
              <a:ext uri="{FF2B5EF4-FFF2-40B4-BE49-F238E27FC236}">
                <a16:creationId xmlns:a16="http://schemas.microsoft.com/office/drawing/2014/main" id="{2AFD9B98-D008-F61C-AA42-57C9239BD751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0DA25AE-2056-0077-7D91-EF1B4E4066C1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SYN</a:t>
            </a:r>
            <a:endParaRPr kumimoji="1" lang="ko-KR" altLang="en-US" sz="1000" i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6D593B-D3F0-75EC-67FA-145BE00972A7}"/>
              </a:ext>
            </a:extLst>
          </p:cNvPr>
          <p:cNvSpPr txBox="1"/>
          <p:nvPr/>
        </p:nvSpPr>
        <p:spPr>
          <a:xfrm>
            <a:off x="763987" y="225241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FIN</a:t>
            </a:r>
            <a:endParaRPr kumimoji="1" lang="ko-KR" altLang="en-US" sz="1000" i="1"/>
          </a:p>
        </p:txBody>
      </p:sp>
      <p:cxnSp>
        <p:nvCxnSpPr>
          <p:cNvPr id="14" name="Straight Arrow Connector 81">
            <a:extLst>
              <a:ext uri="{FF2B5EF4-FFF2-40B4-BE49-F238E27FC236}">
                <a16:creationId xmlns:a16="http://schemas.microsoft.com/office/drawing/2014/main" id="{F930E445-E6F7-8D17-121B-603C085D548F}"/>
              </a:ext>
            </a:extLst>
          </p:cNvPr>
          <p:cNvCxnSpPr>
            <a:cxnSpLocks/>
          </p:cNvCxnSpPr>
          <p:nvPr/>
        </p:nvCxnSpPr>
        <p:spPr>
          <a:xfrm>
            <a:off x="763988" y="2498644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2402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AE7AB-87CD-BC59-E9C8-46F7963E9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9F886A1B-5171-B477-B1E2-80213B993251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C44C7BB2-287B-7CA9-3611-CDAC28833FFB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329C40AC-62A6-EA0E-C9C7-919008228F45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3381388C-31CE-3BA1-933F-F6814F5E7061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DD6CEC63-4A89-B3E2-8924-467501D335AB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BB9DBB4E-0D4C-5748-9BA6-A80035343A2B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92E1B4A6-6834-2243-F4E3-525026B43898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2FD70B6F-7830-1F73-E0CF-FE152D91FA7F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63992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985165D9-6BFA-A058-CE2C-DC229BAF1B3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385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8AD2040C-E047-FAA5-E8AD-F04999BF5E25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8AFEF405-988E-FF87-9158-29D249B91536}"/>
              </a:ext>
            </a:extLst>
          </p:cNvPr>
          <p:cNvCxnSpPr>
            <a:cxnSpLocks/>
          </p:cNvCxnSpPr>
          <p:nvPr/>
        </p:nvCxnSpPr>
        <p:spPr>
          <a:xfrm>
            <a:off x="763988" y="1431263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E451B5E-3D14-003E-6CCE-E7B281038160}"/>
              </a:ext>
            </a:extLst>
          </p:cNvPr>
          <p:cNvSpPr txBox="1"/>
          <p:nvPr/>
        </p:nvSpPr>
        <p:spPr>
          <a:xfrm>
            <a:off x="763986" y="1185042"/>
            <a:ext cx="31599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mock-server:8080/reset-after-response/1000</a:t>
            </a:r>
            <a:endParaRPr kumimoji="1" lang="ko-KR" altLang="en-US" sz="1000" i="1"/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CDC247C2-C413-D8A7-8631-AC28179AC884}"/>
              </a:ext>
            </a:extLst>
          </p:cNvPr>
          <p:cNvCxnSpPr>
            <a:cxnSpLocks/>
          </p:cNvCxnSpPr>
          <p:nvPr/>
        </p:nvCxnSpPr>
        <p:spPr>
          <a:xfrm>
            <a:off x="3681969" y="1505058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81">
            <a:extLst>
              <a:ext uri="{FF2B5EF4-FFF2-40B4-BE49-F238E27FC236}">
                <a16:creationId xmlns:a16="http://schemas.microsoft.com/office/drawing/2014/main" id="{006CC072-6B0F-300F-33A0-D14071DADA2E}"/>
              </a:ext>
            </a:extLst>
          </p:cNvPr>
          <p:cNvCxnSpPr>
            <a:cxnSpLocks/>
          </p:cNvCxnSpPr>
          <p:nvPr/>
        </p:nvCxnSpPr>
        <p:spPr>
          <a:xfrm>
            <a:off x="5462033" y="1584949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81">
            <a:extLst>
              <a:ext uri="{FF2B5EF4-FFF2-40B4-BE49-F238E27FC236}">
                <a16:creationId xmlns:a16="http://schemas.microsoft.com/office/drawing/2014/main" id="{8A01F1A2-DBDF-339E-09AA-5E1AA2967FED}"/>
              </a:ext>
            </a:extLst>
          </p:cNvPr>
          <p:cNvCxnSpPr>
            <a:cxnSpLocks/>
          </p:cNvCxnSpPr>
          <p:nvPr/>
        </p:nvCxnSpPr>
        <p:spPr>
          <a:xfrm>
            <a:off x="3681977" y="2424814"/>
            <a:ext cx="178005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81">
            <a:extLst>
              <a:ext uri="{FF2B5EF4-FFF2-40B4-BE49-F238E27FC236}">
                <a16:creationId xmlns:a16="http://schemas.microsoft.com/office/drawing/2014/main" id="{A1F85A67-17B7-A383-AB73-D5261130B6F6}"/>
              </a:ext>
            </a:extLst>
          </p:cNvPr>
          <p:cNvCxnSpPr>
            <a:cxnSpLocks/>
          </p:cNvCxnSpPr>
          <p:nvPr/>
        </p:nvCxnSpPr>
        <p:spPr>
          <a:xfrm>
            <a:off x="763987" y="2496822"/>
            <a:ext cx="2917982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4975DC0-819C-B24F-D060-7140F710F8C3}"/>
              </a:ext>
            </a:extLst>
          </p:cNvPr>
          <p:cNvSpPr txBox="1"/>
          <p:nvPr/>
        </p:nvSpPr>
        <p:spPr>
          <a:xfrm>
            <a:off x="2666355" y="2419287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TCP FIN</a:t>
            </a:r>
            <a:endParaRPr kumimoji="1" lang="ko-KR" altLang="en-US" sz="1000" i="1"/>
          </a:p>
        </p:txBody>
      </p:sp>
      <p:cxnSp>
        <p:nvCxnSpPr>
          <p:cNvPr id="16" name="Straight Arrow Connector 81">
            <a:extLst>
              <a:ext uri="{FF2B5EF4-FFF2-40B4-BE49-F238E27FC236}">
                <a16:creationId xmlns:a16="http://schemas.microsoft.com/office/drawing/2014/main" id="{630E53CB-5D9C-94D8-3BA6-96931311DC29}"/>
              </a:ext>
            </a:extLst>
          </p:cNvPr>
          <p:cNvCxnSpPr>
            <a:cxnSpLocks/>
          </p:cNvCxnSpPr>
          <p:nvPr/>
        </p:nvCxnSpPr>
        <p:spPr>
          <a:xfrm>
            <a:off x="5462033" y="2009168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81">
            <a:extLst>
              <a:ext uri="{FF2B5EF4-FFF2-40B4-BE49-F238E27FC236}">
                <a16:creationId xmlns:a16="http://schemas.microsoft.com/office/drawing/2014/main" id="{A43474A5-FA46-19BB-40F7-F2A4285E6DD6}"/>
              </a:ext>
            </a:extLst>
          </p:cNvPr>
          <p:cNvCxnSpPr>
            <a:cxnSpLocks/>
          </p:cNvCxnSpPr>
          <p:nvPr/>
        </p:nvCxnSpPr>
        <p:spPr>
          <a:xfrm>
            <a:off x="763987" y="2153184"/>
            <a:ext cx="2917982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0385E62-9F05-5EBF-DBB8-163F6D2FC644}"/>
              </a:ext>
            </a:extLst>
          </p:cNvPr>
          <p:cNvSpPr txBox="1"/>
          <p:nvPr/>
        </p:nvSpPr>
        <p:spPr>
          <a:xfrm>
            <a:off x="5584333" y="2006857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200 OK + Partial Response</a:t>
            </a:r>
            <a:endParaRPr kumimoji="1" lang="ko-KR" altLang="en-US" sz="1000" i="1"/>
          </a:p>
        </p:txBody>
      </p:sp>
      <p:cxnSp>
        <p:nvCxnSpPr>
          <p:cNvPr id="21" name="Straight Arrow Connector 81">
            <a:extLst>
              <a:ext uri="{FF2B5EF4-FFF2-40B4-BE49-F238E27FC236}">
                <a16:creationId xmlns:a16="http://schemas.microsoft.com/office/drawing/2014/main" id="{C4B9F288-0902-F04E-62C0-6788D86564A4}"/>
              </a:ext>
            </a:extLst>
          </p:cNvPr>
          <p:cNvCxnSpPr>
            <a:cxnSpLocks/>
          </p:cNvCxnSpPr>
          <p:nvPr/>
        </p:nvCxnSpPr>
        <p:spPr>
          <a:xfrm>
            <a:off x="5462028" y="2325453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81">
            <a:extLst>
              <a:ext uri="{FF2B5EF4-FFF2-40B4-BE49-F238E27FC236}">
                <a16:creationId xmlns:a16="http://schemas.microsoft.com/office/drawing/2014/main" id="{33925310-591A-85F5-13DB-D13C9373B0AD}"/>
              </a:ext>
            </a:extLst>
          </p:cNvPr>
          <p:cNvCxnSpPr>
            <a:cxnSpLocks/>
          </p:cNvCxnSpPr>
          <p:nvPr/>
        </p:nvCxnSpPr>
        <p:spPr>
          <a:xfrm>
            <a:off x="3681972" y="2762185"/>
            <a:ext cx="178005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3BC9DED-8EE9-68C8-3AE6-0FABDF2E807E}"/>
              </a:ext>
            </a:extLst>
          </p:cNvPr>
          <p:cNvSpPr txBox="1"/>
          <p:nvPr/>
        </p:nvSpPr>
        <p:spPr>
          <a:xfrm>
            <a:off x="5584328" y="232314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3265C1-93A7-32EA-CE5C-77945D0046BB}"/>
              </a:ext>
            </a:extLst>
          </p:cNvPr>
          <p:cNvSpPr txBox="1"/>
          <p:nvPr/>
        </p:nvSpPr>
        <p:spPr>
          <a:xfrm>
            <a:off x="2666355" y="276218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  <p:cxnSp>
        <p:nvCxnSpPr>
          <p:cNvPr id="27" name="Straight Arrow Connector 81">
            <a:extLst>
              <a:ext uri="{FF2B5EF4-FFF2-40B4-BE49-F238E27FC236}">
                <a16:creationId xmlns:a16="http://schemas.microsoft.com/office/drawing/2014/main" id="{3AE37C0C-060D-4235-4D6C-821BE262B007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57B0BC4-5506-429A-7D61-0604C87A31F4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SYN</a:t>
            </a:r>
            <a:endParaRPr kumimoji="1" lang="ko-KR" altLang="en-US" sz="1000" i="1"/>
          </a:p>
        </p:txBody>
      </p:sp>
      <p:sp>
        <p:nvSpPr>
          <p:cNvPr id="30" name="호 29">
            <a:extLst>
              <a:ext uri="{FF2B5EF4-FFF2-40B4-BE49-F238E27FC236}">
                <a16:creationId xmlns:a16="http://schemas.microsoft.com/office/drawing/2014/main" id="{530F991D-0535-28F6-CEFD-F38F2D838BC3}"/>
              </a:ext>
            </a:extLst>
          </p:cNvPr>
          <p:cNvSpPr/>
          <p:nvPr/>
        </p:nvSpPr>
        <p:spPr>
          <a:xfrm>
            <a:off x="8241825" y="1585569"/>
            <a:ext cx="276365" cy="423019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8E49FB2-9594-B138-A6A9-388215BBFD74}"/>
              </a:ext>
            </a:extLst>
          </p:cNvPr>
          <p:cNvSpPr txBox="1"/>
          <p:nvPr/>
        </p:nvSpPr>
        <p:spPr>
          <a:xfrm>
            <a:off x="8410775" y="1680027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/>
              <a:t>1000ms</a:t>
            </a:r>
            <a:endParaRPr kumimoji="1" lang="ko-KR" altLang="en-US" sz="1000" i="1"/>
          </a:p>
        </p:txBody>
      </p:sp>
      <p:cxnSp>
        <p:nvCxnSpPr>
          <p:cNvPr id="33" name="Straight Arrow Connector 81">
            <a:extLst>
              <a:ext uri="{FF2B5EF4-FFF2-40B4-BE49-F238E27FC236}">
                <a16:creationId xmlns:a16="http://schemas.microsoft.com/office/drawing/2014/main" id="{B8CE26C4-C415-E104-E376-442637C3A67B}"/>
              </a:ext>
            </a:extLst>
          </p:cNvPr>
          <p:cNvCxnSpPr>
            <a:cxnSpLocks/>
          </p:cNvCxnSpPr>
          <p:nvPr/>
        </p:nvCxnSpPr>
        <p:spPr>
          <a:xfrm>
            <a:off x="3681977" y="2078284"/>
            <a:ext cx="178005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707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F74FA-F402-C51B-DB73-F189AFEC8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ADE1A207-9EED-9FEB-2E93-04E68C6F95BD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25893CD3-3DE1-B95F-6ACA-8AE5F2C5F41C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B827D469-6585-DC45-0B7F-2CC87863B813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8308FA0D-F0FA-B94F-08FB-05FB1FD7A0F1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1ADCE13A-F9C2-1AC3-A506-9B177DDF5EFA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DBA63C24-33DA-696E-2780-5EA51568D8DE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9199A0EC-0F74-A273-A491-1F5701E5F158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8240E68E-4C2D-EFE0-1757-97F822C24415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63992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CBE77C82-50B2-B539-26E3-034919A7F0B5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385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20B55E25-D2E7-947F-C7E5-EA6A708521F8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D47DF129-415F-5597-6915-C8CC90091F06}"/>
              </a:ext>
            </a:extLst>
          </p:cNvPr>
          <p:cNvCxnSpPr>
            <a:cxnSpLocks/>
          </p:cNvCxnSpPr>
          <p:nvPr/>
        </p:nvCxnSpPr>
        <p:spPr>
          <a:xfrm>
            <a:off x="763988" y="143188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2E9F9CD-86B5-1C55-42B1-82C63DB91109}"/>
              </a:ext>
            </a:extLst>
          </p:cNvPr>
          <p:cNvSpPr txBox="1"/>
          <p:nvPr/>
        </p:nvSpPr>
        <p:spPr>
          <a:xfrm>
            <a:off x="763986" y="1185664"/>
            <a:ext cx="36639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mock-server:8080/close-before-response/1000</a:t>
            </a:r>
            <a:endParaRPr kumimoji="1" lang="ko-KR" altLang="en-US" sz="1000" i="1"/>
          </a:p>
        </p:txBody>
      </p:sp>
      <p:cxnSp>
        <p:nvCxnSpPr>
          <p:cNvPr id="54" name="Straight Arrow Connector 81">
            <a:extLst>
              <a:ext uri="{FF2B5EF4-FFF2-40B4-BE49-F238E27FC236}">
                <a16:creationId xmlns:a16="http://schemas.microsoft.com/office/drawing/2014/main" id="{CEE0C31C-9588-6327-A2C6-739A262BBC7E}"/>
              </a:ext>
            </a:extLst>
          </p:cNvPr>
          <p:cNvCxnSpPr>
            <a:cxnSpLocks/>
          </p:cNvCxnSpPr>
          <p:nvPr/>
        </p:nvCxnSpPr>
        <p:spPr>
          <a:xfrm>
            <a:off x="5462033" y="2003965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424DB10-E67F-5F15-8683-10699E778D6B}"/>
              </a:ext>
            </a:extLst>
          </p:cNvPr>
          <p:cNvSpPr txBox="1"/>
          <p:nvPr/>
        </p:nvSpPr>
        <p:spPr>
          <a:xfrm>
            <a:off x="5584334" y="200396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TCP FIN</a:t>
            </a:r>
            <a:endParaRPr kumimoji="1" lang="ko-KR" altLang="en-US" sz="1000" i="1"/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0E3D0A75-F439-9B09-1817-B85B10464194}"/>
              </a:ext>
            </a:extLst>
          </p:cNvPr>
          <p:cNvCxnSpPr>
            <a:cxnSpLocks/>
          </p:cNvCxnSpPr>
          <p:nvPr/>
        </p:nvCxnSpPr>
        <p:spPr>
          <a:xfrm>
            <a:off x="3681969" y="1505680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81">
            <a:extLst>
              <a:ext uri="{FF2B5EF4-FFF2-40B4-BE49-F238E27FC236}">
                <a16:creationId xmlns:a16="http://schemas.microsoft.com/office/drawing/2014/main" id="{06DF18FC-10E0-B1E1-4B12-FE0E90886565}"/>
              </a:ext>
            </a:extLst>
          </p:cNvPr>
          <p:cNvCxnSpPr>
            <a:cxnSpLocks/>
          </p:cNvCxnSpPr>
          <p:nvPr/>
        </p:nvCxnSpPr>
        <p:spPr>
          <a:xfrm>
            <a:off x="5462033" y="1585571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81">
            <a:extLst>
              <a:ext uri="{FF2B5EF4-FFF2-40B4-BE49-F238E27FC236}">
                <a16:creationId xmlns:a16="http://schemas.microsoft.com/office/drawing/2014/main" id="{E5601E42-1F90-50A6-5AC6-FFEA7AA84CC1}"/>
              </a:ext>
            </a:extLst>
          </p:cNvPr>
          <p:cNvCxnSpPr>
            <a:cxnSpLocks/>
          </p:cNvCxnSpPr>
          <p:nvPr/>
        </p:nvCxnSpPr>
        <p:spPr>
          <a:xfrm>
            <a:off x="3681977" y="2075973"/>
            <a:ext cx="178005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FB70A2E7-4C36-A833-2F1E-8D5C6D3CD221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5FC832E-F651-EFF4-9753-6BA096915C6D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SYN</a:t>
            </a:r>
            <a:endParaRPr kumimoji="1" lang="ko-KR" altLang="en-US" sz="1000" i="1"/>
          </a:p>
        </p:txBody>
      </p:sp>
      <p:cxnSp>
        <p:nvCxnSpPr>
          <p:cNvPr id="5" name="Straight Arrow Connector 81">
            <a:extLst>
              <a:ext uri="{FF2B5EF4-FFF2-40B4-BE49-F238E27FC236}">
                <a16:creationId xmlns:a16="http://schemas.microsoft.com/office/drawing/2014/main" id="{0409B48B-00D0-5EC2-164C-0E63639FD30D}"/>
              </a:ext>
            </a:extLst>
          </p:cNvPr>
          <p:cNvCxnSpPr>
            <a:cxnSpLocks/>
          </p:cNvCxnSpPr>
          <p:nvPr/>
        </p:nvCxnSpPr>
        <p:spPr>
          <a:xfrm>
            <a:off x="763988" y="2496407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EE5B9B6-662C-F658-BFC6-76CC70F06662}"/>
              </a:ext>
            </a:extLst>
          </p:cNvPr>
          <p:cNvSpPr txBox="1"/>
          <p:nvPr/>
        </p:nvSpPr>
        <p:spPr>
          <a:xfrm>
            <a:off x="763987" y="225018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FIN</a:t>
            </a:r>
            <a:endParaRPr kumimoji="1" lang="ko-KR" altLang="en-US" sz="1000" i="1"/>
          </a:p>
        </p:txBody>
      </p:sp>
      <p:sp>
        <p:nvSpPr>
          <p:cNvPr id="14" name="호 13">
            <a:extLst>
              <a:ext uri="{FF2B5EF4-FFF2-40B4-BE49-F238E27FC236}">
                <a16:creationId xmlns:a16="http://schemas.microsoft.com/office/drawing/2014/main" id="{645B9702-AC6A-51B8-ED56-ACC55F01E306}"/>
              </a:ext>
            </a:extLst>
          </p:cNvPr>
          <p:cNvSpPr/>
          <p:nvPr/>
        </p:nvSpPr>
        <p:spPr>
          <a:xfrm>
            <a:off x="8241825" y="1585569"/>
            <a:ext cx="276365" cy="423019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B2386D-9A2D-BCBB-55E6-23485EE01E52}"/>
              </a:ext>
            </a:extLst>
          </p:cNvPr>
          <p:cNvSpPr txBox="1"/>
          <p:nvPr/>
        </p:nvSpPr>
        <p:spPr>
          <a:xfrm>
            <a:off x="8410775" y="1680027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/>
              <a:t>1000ms</a:t>
            </a:r>
            <a:endParaRPr kumimoji="1" lang="ko-KR" altLang="en-US" sz="1000" i="1"/>
          </a:p>
        </p:txBody>
      </p:sp>
      <p:cxnSp>
        <p:nvCxnSpPr>
          <p:cNvPr id="17" name="Straight Arrow Connector 81">
            <a:extLst>
              <a:ext uri="{FF2B5EF4-FFF2-40B4-BE49-F238E27FC236}">
                <a16:creationId xmlns:a16="http://schemas.microsoft.com/office/drawing/2014/main" id="{3B39EDDD-4756-53E3-DA43-D9CF0AC4CD2C}"/>
              </a:ext>
            </a:extLst>
          </p:cNvPr>
          <p:cNvCxnSpPr>
            <a:cxnSpLocks/>
          </p:cNvCxnSpPr>
          <p:nvPr/>
        </p:nvCxnSpPr>
        <p:spPr>
          <a:xfrm>
            <a:off x="763987" y="2153184"/>
            <a:ext cx="2917982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41FE533-08E8-7A81-A48E-4CC0CFA9C017}"/>
              </a:ext>
            </a:extLst>
          </p:cNvPr>
          <p:cNvSpPr txBox="1"/>
          <p:nvPr/>
        </p:nvSpPr>
        <p:spPr>
          <a:xfrm>
            <a:off x="2666358" y="2075481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503 Service Unavailable</a:t>
            </a:r>
            <a:endParaRPr kumimoji="1"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2031839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E107C-8AD4-AB22-C6C4-2D86B3870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84BDBC81-C6A3-4676-DFEF-E940FFE4AE35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51332B54-59A2-19AD-AA55-10B6280A4FC8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C1414866-1E85-E51B-2182-6A979716CDBA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416C6F59-DAF9-7B9B-535F-264F2FEBBD2C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FD148650-E683-2E94-F98A-850E19317B3D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075EB613-4F35-DF70-63F2-7215C1EF5606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76AC4197-3F19-3334-9C6E-37DCFA1B4D5D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2AACC0CB-ADDF-C84A-9E51-F265AA715383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63992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D16F8125-092B-0270-9968-FAF3D83477D7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385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E9280C47-811E-40F4-922A-2265D7C4E6E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81B3CAFE-D6ED-CFA5-3B3A-A269977DFD13}"/>
              </a:ext>
            </a:extLst>
          </p:cNvPr>
          <p:cNvCxnSpPr>
            <a:cxnSpLocks/>
          </p:cNvCxnSpPr>
          <p:nvPr/>
        </p:nvCxnSpPr>
        <p:spPr>
          <a:xfrm>
            <a:off x="763988" y="143188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19001FE-F9F3-9223-D4B3-0EE263E05535}"/>
              </a:ext>
            </a:extLst>
          </p:cNvPr>
          <p:cNvSpPr txBox="1"/>
          <p:nvPr/>
        </p:nvSpPr>
        <p:spPr>
          <a:xfrm>
            <a:off x="763986" y="1185664"/>
            <a:ext cx="38080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mock-server:8080/close-after-response/1000</a:t>
            </a:r>
            <a:endParaRPr kumimoji="1" lang="ko-KR" altLang="en-US" sz="1000" i="1"/>
          </a:p>
        </p:txBody>
      </p:sp>
      <p:cxnSp>
        <p:nvCxnSpPr>
          <p:cNvPr id="54" name="Straight Arrow Connector 81">
            <a:extLst>
              <a:ext uri="{FF2B5EF4-FFF2-40B4-BE49-F238E27FC236}">
                <a16:creationId xmlns:a16="http://schemas.microsoft.com/office/drawing/2014/main" id="{DB0685A9-0DCF-4AC5-F67B-A31A6896D5EA}"/>
              </a:ext>
            </a:extLst>
          </p:cNvPr>
          <p:cNvCxnSpPr>
            <a:cxnSpLocks/>
          </p:cNvCxnSpPr>
          <p:nvPr/>
        </p:nvCxnSpPr>
        <p:spPr>
          <a:xfrm>
            <a:off x="5462033" y="2322193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E86E0F5-C09C-4255-B49A-C22B45C1C18D}"/>
              </a:ext>
            </a:extLst>
          </p:cNvPr>
          <p:cNvSpPr txBox="1"/>
          <p:nvPr/>
        </p:nvSpPr>
        <p:spPr>
          <a:xfrm>
            <a:off x="5584334" y="2322193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TCP FIN</a:t>
            </a:r>
            <a:endParaRPr kumimoji="1" lang="ko-KR" altLang="en-US" sz="1000" i="1"/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C55DD878-D367-BFC2-CD71-3EDF8D64C43A}"/>
              </a:ext>
            </a:extLst>
          </p:cNvPr>
          <p:cNvCxnSpPr>
            <a:cxnSpLocks/>
          </p:cNvCxnSpPr>
          <p:nvPr/>
        </p:nvCxnSpPr>
        <p:spPr>
          <a:xfrm>
            <a:off x="3681969" y="1505680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81">
            <a:extLst>
              <a:ext uri="{FF2B5EF4-FFF2-40B4-BE49-F238E27FC236}">
                <a16:creationId xmlns:a16="http://schemas.microsoft.com/office/drawing/2014/main" id="{876FC0DB-1405-2661-E632-A1E00BAA4F0B}"/>
              </a:ext>
            </a:extLst>
          </p:cNvPr>
          <p:cNvCxnSpPr>
            <a:cxnSpLocks/>
          </p:cNvCxnSpPr>
          <p:nvPr/>
        </p:nvCxnSpPr>
        <p:spPr>
          <a:xfrm>
            <a:off x="5462033" y="1585571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81">
            <a:extLst>
              <a:ext uri="{FF2B5EF4-FFF2-40B4-BE49-F238E27FC236}">
                <a16:creationId xmlns:a16="http://schemas.microsoft.com/office/drawing/2014/main" id="{1FBD4573-2D43-190F-89EB-301A74A81514}"/>
              </a:ext>
            </a:extLst>
          </p:cNvPr>
          <p:cNvCxnSpPr>
            <a:cxnSpLocks/>
          </p:cNvCxnSpPr>
          <p:nvPr/>
        </p:nvCxnSpPr>
        <p:spPr>
          <a:xfrm>
            <a:off x="3681977" y="2394201"/>
            <a:ext cx="178005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6F72283F-0769-58E3-775B-B698A3DDA1C8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39E1102-1057-B38E-37BA-1A899BB645BE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SYN</a:t>
            </a:r>
            <a:endParaRPr kumimoji="1" lang="ko-KR" altLang="en-US" sz="1000" i="1"/>
          </a:p>
        </p:txBody>
      </p:sp>
      <p:cxnSp>
        <p:nvCxnSpPr>
          <p:cNvPr id="5" name="Straight Arrow Connector 81">
            <a:extLst>
              <a:ext uri="{FF2B5EF4-FFF2-40B4-BE49-F238E27FC236}">
                <a16:creationId xmlns:a16="http://schemas.microsoft.com/office/drawing/2014/main" id="{6EDF20EA-C18F-B971-E8A6-1A56ABBD4328}"/>
              </a:ext>
            </a:extLst>
          </p:cNvPr>
          <p:cNvCxnSpPr>
            <a:cxnSpLocks/>
          </p:cNvCxnSpPr>
          <p:nvPr/>
        </p:nvCxnSpPr>
        <p:spPr>
          <a:xfrm>
            <a:off x="763988" y="281463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A27B3FE-53DC-31D7-E957-593F2B7EDF18}"/>
              </a:ext>
            </a:extLst>
          </p:cNvPr>
          <p:cNvSpPr txBox="1"/>
          <p:nvPr/>
        </p:nvSpPr>
        <p:spPr>
          <a:xfrm>
            <a:off x="763987" y="256841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FIN</a:t>
            </a:r>
            <a:endParaRPr kumimoji="1" lang="ko-KR" altLang="en-US" sz="1000" i="1"/>
          </a:p>
        </p:txBody>
      </p:sp>
      <p:sp>
        <p:nvSpPr>
          <p:cNvPr id="14" name="호 13">
            <a:extLst>
              <a:ext uri="{FF2B5EF4-FFF2-40B4-BE49-F238E27FC236}">
                <a16:creationId xmlns:a16="http://schemas.microsoft.com/office/drawing/2014/main" id="{E23B797A-5C6C-F475-426E-BADF86721200}"/>
              </a:ext>
            </a:extLst>
          </p:cNvPr>
          <p:cNvSpPr/>
          <p:nvPr/>
        </p:nvSpPr>
        <p:spPr>
          <a:xfrm>
            <a:off x="8241825" y="1585569"/>
            <a:ext cx="276365" cy="423019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70C404-5D9A-811C-8C40-B4C1031BB223}"/>
              </a:ext>
            </a:extLst>
          </p:cNvPr>
          <p:cNvSpPr txBox="1"/>
          <p:nvPr/>
        </p:nvSpPr>
        <p:spPr>
          <a:xfrm>
            <a:off x="8410775" y="1680027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/>
              <a:t>1000ms</a:t>
            </a:r>
            <a:endParaRPr kumimoji="1" lang="ko-KR" altLang="en-US" sz="1000" i="1"/>
          </a:p>
        </p:txBody>
      </p:sp>
      <p:cxnSp>
        <p:nvCxnSpPr>
          <p:cNvPr id="17" name="Straight Arrow Connector 81">
            <a:extLst>
              <a:ext uri="{FF2B5EF4-FFF2-40B4-BE49-F238E27FC236}">
                <a16:creationId xmlns:a16="http://schemas.microsoft.com/office/drawing/2014/main" id="{C06286B3-6BA5-9574-AE17-BB3612A7B65E}"/>
              </a:ext>
            </a:extLst>
          </p:cNvPr>
          <p:cNvCxnSpPr>
            <a:cxnSpLocks/>
          </p:cNvCxnSpPr>
          <p:nvPr/>
        </p:nvCxnSpPr>
        <p:spPr>
          <a:xfrm>
            <a:off x="763987" y="2471412"/>
            <a:ext cx="2917982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30CFE4C-F99D-95E3-6DAD-CA92D70DC233}"/>
              </a:ext>
            </a:extLst>
          </p:cNvPr>
          <p:cNvSpPr txBox="1"/>
          <p:nvPr/>
        </p:nvSpPr>
        <p:spPr>
          <a:xfrm>
            <a:off x="2666358" y="2393709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503 Service Unavailable</a:t>
            </a:r>
            <a:endParaRPr kumimoji="1" lang="ko-KR" altLang="en-US" sz="1000" i="1"/>
          </a:p>
        </p:txBody>
      </p:sp>
      <p:cxnSp>
        <p:nvCxnSpPr>
          <p:cNvPr id="21" name="Straight Arrow Connector 81">
            <a:extLst>
              <a:ext uri="{FF2B5EF4-FFF2-40B4-BE49-F238E27FC236}">
                <a16:creationId xmlns:a16="http://schemas.microsoft.com/office/drawing/2014/main" id="{FF359788-E170-AF7B-F1B2-1BB137EB71D0}"/>
              </a:ext>
            </a:extLst>
          </p:cNvPr>
          <p:cNvCxnSpPr>
            <a:cxnSpLocks/>
          </p:cNvCxnSpPr>
          <p:nvPr/>
        </p:nvCxnSpPr>
        <p:spPr>
          <a:xfrm>
            <a:off x="5462033" y="2009168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B9BBC0C-AE92-CA56-D58E-FEC18F27409B}"/>
              </a:ext>
            </a:extLst>
          </p:cNvPr>
          <p:cNvSpPr txBox="1"/>
          <p:nvPr/>
        </p:nvSpPr>
        <p:spPr>
          <a:xfrm>
            <a:off x="5584333" y="2006857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200 OK + Partial Response</a:t>
            </a:r>
            <a:endParaRPr kumimoji="1" lang="ko-KR" altLang="en-US" sz="1000" i="1"/>
          </a:p>
        </p:txBody>
      </p:sp>
      <p:cxnSp>
        <p:nvCxnSpPr>
          <p:cNvPr id="23" name="Straight Arrow Connector 81">
            <a:extLst>
              <a:ext uri="{FF2B5EF4-FFF2-40B4-BE49-F238E27FC236}">
                <a16:creationId xmlns:a16="http://schemas.microsoft.com/office/drawing/2014/main" id="{0B849159-2D01-8E9B-9F71-64DB14A841A3}"/>
              </a:ext>
            </a:extLst>
          </p:cNvPr>
          <p:cNvCxnSpPr>
            <a:cxnSpLocks/>
          </p:cNvCxnSpPr>
          <p:nvPr/>
        </p:nvCxnSpPr>
        <p:spPr>
          <a:xfrm>
            <a:off x="763987" y="2153184"/>
            <a:ext cx="2917982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81">
            <a:extLst>
              <a:ext uri="{FF2B5EF4-FFF2-40B4-BE49-F238E27FC236}">
                <a16:creationId xmlns:a16="http://schemas.microsoft.com/office/drawing/2014/main" id="{1679F635-7946-DD30-D98D-013BB5639E78}"/>
              </a:ext>
            </a:extLst>
          </p:cNvPr>
          <p:cNvCxnSpPr>
            <a:cxnSpLocks/>
          </p:cNvCxnSpPr>
          <p:nvPr/>
        </p:nvCxnSpPr>
        <p:spPr>
          <a:xfrm>
            <a:off x="3681977" y="2078284"/>
            <a:ext cx="178005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1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64DB9-DB25-7B55-A780-C05EC3013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AD5F6151-EA1B-6FCB-F683-785904D3F838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6657442A-2628-7974-3DD0-119FC1B591E6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39386F7E-D6FB-C3EC-E256-50C8721362A0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64F2FB99-B11F-549F-9C42-DC8341BC626A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D4F2F2D2-4DF1-78F0-E348-4D5EB4A07E4F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9BE34F73-F514-67DD-CD10-085CD59108BC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558CB1AB-EB19-C759-D1C5-CA2D2FDACC56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7B965DE7-DA9D-3866-01E5-4DCBAE8284D4}"/>
              </a:ext>
            </a:extLst>
          </p:cNvPr>
          <p:cNvCxnSpPr>
            <a:cxnSpLocks/>
          </p:cNvCxnSpPr>
          <p:nvPr/>
        </p:nvCxnSpPr>
        <p:spPr>
          <a:xfrm>
            <a:off x="763987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4AC660F9-BDD5-09E5-84C9-542A10E23B9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385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E2B90644-B44A-AC82-0FED-B7EE02398ADE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67560C04-C541-CE27-AC5E-614229E6BA88}"/>
              </a:ext>
            </a:extLst>
          </p:cNvPr>
          <p:cNvCxnSpPr>
            <a:cxnSpLocks/>
          </p:cNvCxnSpPr>
          <p:nvPr/>
        </p:nvCxnSpPr>
        <p:spPr>
          <a:xfrm>
            <a:off x="763988" y="1431885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E53E02B-7AB9-8AA1-1296-59622DF8B764}"/>
              </a:ext>
            </a:extLst>
          </p:cNvPr>
          <p:cNvSpPr txBox="1"/>
          <p:nvPr/>
        </p:nvSpPr>
        <p:spPr>
          <a:xfrm>
            <a:off x="763987" y="118566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GET </a:t>
            </a:r>
            <a:r>
              <a:rPr lang="en" altLang="ko-KR" sz="1000" i="1">
                <a:solidFill>
                  <a:srgbClr val="C00000"/>
                </a:solidFill>
              </a:rPr>
              <a:t>mock-server:8080/delay/5000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CF348400-BB70-9272-C579-35D9416D8631}"/>
              </a:ext>
            </a:extLst>
          </p:cNvPr>
          <p:cNvCxnSpPr>
            <a:cxnSpLocks/>
          </p:cNvCxnSpPr>
          <p:nvPr/>
        </p:nvCxnSpPr>
        <p:spPr>
          <a:xfrm>
            <a:off x="3681969" y="1505680"/>
            <a:ext cx="178006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81">
            <a:extLst>
              <a:ext uri="{FF2B5EF4-FFF2-40B4-BE49-F238E27FC236}">
                <a16:creationId xmlns:a16="http://schemas.microsoft.com/office/drawing/2014/main" id="{2B8564E6-0000-0478-D674-BDA24640AE9E}"/>
              </a:ext>
            </a:extLst>
          </p:cNvPr>
          <p:cNvCxnSpPr>
            <a:cxnSpLocks/>
          </p:cNvCxnSpPr>
          <p:nvPr/>
        </p:nvCxnSpPr>
        <p:spPr>
          <a:xfrm>
            <a:off x="5462033" y="1585571"/>
            <a:ext cx="291797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5533EB41-AAF1-9C4B-CE16-D5C71F5AFDEC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659F506-1716-069A-3C68-8ED117B416E6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TCP SYN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5" name="Straight Arrow Connector 81">
            <a:extLst>
              <a:ext uri="{FF2B5EF4-FFF2-40B4-BE49-F238E27FC236}">
                <a16:creationId xmlns:a16="http://schemas.microsoft.com/office/drawing/2014/main" id="{DBEDA96A-D4CC-D409-32EB-C9F6346D1012}"/>
              </a:ext>
            </a:extLst>
          </p:cNvPr>
          <p:cNvCxnSpPr>
            <a:cxnSpLocks/>
          </p:cNvCxnSpPr>
          <p:nvPr/>
        </p:nvCxnSpPr>
        <p:spPr>
          <a:xfrm>
            <a:off x="5462033" y="3364885"/>
            <a:ext cx="2917977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D00BB99-7C36-3F82-5F70-AC042E48E9FC}"/>
              </a:ext>
            </a:extLst>
          </p:cNvPr>
          <p:cNvSpPr txBox="1"/>
          <p:nvPr/>
        </p:nvSpPr>
        <p:spPr>
          <a:xfrm>
            <a:off x="5584334" y="336488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rgbClr val="C00000"/>
                </a:solidFill>
              </a:rPr>
              <a:t>200 OK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13" name="Straight Arrow Connector 81">
            <a:extLst>
              <a:ext uri="{FF2B5EF4-FFF2-40B4-BE49-F238E27FC236}">
                <a16:creationId xmlns:a16="http://schemas.microsoft.com/office/drawing/2014/main" id="{B7414477-9799-664D-08D0-5A0EE2B80E7E}"/>
              </a:ext>
            </a:extLst>
          </p:cNvPr>
          <p:cNvCxnSpPr>
            <a:cxnSpLocks/>
          </p:cNvCxnSpPr>
          <p:nvPr/>
        </p:nvCxnSpPr>
        <p:spPr>
          <a:xfrm>
            <a:off x="3681977" y="3436893"/>
            <a:ext cx="1780056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81">
            <a:extLst>
              <a:ext uri="{FF2B5EF4-FFF2-40B4-BE49-F238E27FC236}">
                <a16:creationId xmlns:a16="http://schemas.microsoft.com/office/drawing/2014/main" id="{27D3EB54-D29E-F7B2-9858-DE50745E0761}"/>
              </a:ext>
            </a:extLst>
          </p:cNvPr>
          <p:cNvCxnSpPr>
            <a:cxnSpLocks/>
          </p:cNvCxnSpPr>
          <p:nvPr/>
        </p:nvCxnSpPr>
        <p:spPr>
          <a:xfrm>
            <a:off x="763987" y="3508901"/>
            <a:ext cx="2917982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81">
            <a:extLst>
              <a:ext uri="{FF2B5EF4-FFF2-40B4-BE49-F238E27FC236}">
                <a16:creationId xmlns:a16="http://schemas.microsoft.com/office/drawing/2014/main" id="{597A302C-45C5-35D4-ABE3-ED13E846A8AA}"/>
              </a:ext>
            </a:extLst>
          </p:cNvPr>
          <p:cNvCxnSpPr>
            <a:cxnSpLocks/>
          </p:cNvCxnSpPr>
          <p:nvPr/>
        </p:nvCxnSpPr>
        <p:spPr>
          <a:xfrm>
            <a:off x="763988" y="3857327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BFF01A9-6BBE-4C4B-37CA-B5EE7F4E4C15}"/>
              </a:ext>
            </a:extLst>
          </p:cNvPr>
          <p:cNvSpPr txBox="1"/>
          <p:nvPr/>
        </p:nvSpPr>
        <p:spPr>
          <a:xfrm>
            <a:off x="763987" y="361110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TCP FIN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sp>
        <p:nvSpPr>
          <p:cNvPr id="20" name="호 19">
            <a:extLst>
              <a:ext uri="{FF2B5EF4-FFF2-40B4-BE49-F238E27FC236}">
                <a16:creationId xmlns:a16="http://schemas.microsoft.com/office/drawing/2014/main" id="{932DC0C8-06D6-DDA8-0522-F6DDEE3B6776}"/>
              </a:ext>
            </a:extLst>
          </p:cNvPr>
          <p:cNvSpPr/>
          <p:nvPr/>
        </p:nvSpPr>
        <p:spPr>
          <a:xfrm>
            <a:off x="8244505" y="1585570"/>
            <a:ext cx="257804" cy="1779305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FEC4D1-4233-E55F-23FB-ADAB11445E64}"/>
              </a:ext>
            </a:extLst>
          </p:cNvPr>
          <p:cNvSpPr txBox="1"/>
          <p:nvPr/>
        </p:nvSpPr>
        <p:spPr>
          <a:xfrm>
            <a:off x="8425602" y="2351247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>
                <a:solidFill>
                  <a:srgbClr val="C00000"/>
                </a:solidFill>
              </a:rPr>
              <a:t>5000ms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25" name="Straight Arrow Connector 81">
            <a:extLst>
              <a:ext uri="{FF2B5EF4-FFF2-40B4-BE49-F238E27FC236}">
                <a16:creationId xmlns:a16="http://schemas.microsoft.com/office/drawing/2014/main" id="{C735AABD-95C0-85D2-2456-FCF9F3E98B69}"/>
              </a:ext>
            </a:extLst>
          </p:cNvPr>
          <p:cNvCxnSpPr>
            <a:cxnSpLocks/>
          </p:cNvCxnSpPr>
          <p:nvPr/>
        </p:nvCxnSpPr>
        <p:spPr>
          <a:xfrm>
            <a:off x="763988" y="2105477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4D7A09D-FB0E-9CA9-A8BE-E81460ECAAAF}"/>
              </a:ext>
            </a:extLst>
          </p:cNvPr>
          <p:cNvSpPr txBox="1"/>
          <p:nvPr/>
        </p:nvSpPr>
        <p:spPr>
          <a:xfrm>
            <a:off x="763987" y="185925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GET </a:t>
            </a:r>
            <a:r>
              <a:rPr lang="en" altLang="ko-KR" sz="1000" i="1">
                <a:solidFill>
                  <a:schemeClr val="tx2"/>
                </a:solidFill>
              </a:rPr>
              <a:t>mock-server:8080/delay/5000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cxnSp>
        <p:nvCxnSpPr>
          <p:cNvPr id="27" name="Straight Arrow Connector 81">
            <a:extLst>
              <a:ext uri="{FF2B5EF4-FFF2-40B4-BE49-F238E27FC236}">
                <a16:creationId xmlns:a16="http://schemas.microsoft.com/office/drawing/2014/main" id="{F757D50F-8790-045F-7724-F6AB14D35F34}"/>
              </a:ext>
            </a:extLst>
          </p:cNvPr>
          <p:cNvCxnSpPr>
            <a:cxnSpLocks/>
          </p:cNvCxnSpPr>
          <p:nvPr/>
        </p:nvCxnSpPr>
        <p:spPr>
          <a:xfrm>
            <a:off x="763988" y="1751357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A64F032-9460-F416-FEA7-A7AB3188FAF5}"/>
              </a:ext>
            </a:extLst>
          </p:cNvPr>
          <p:cNvSpPr txBox="1"/>
          <p:nvPr/>
        </p:nvSpPr>
        <p:spPr>
          <a:xfrm>
            <a:off x="763987" y="150513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TCP SYN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cxnSp>
        <p:nvCxnSpPr>
          <p:cNvPr id="29" name="Straight Arrow Connector 81">
            <a:extLst>
              <a:ext uri="{FF2B5EF4-FFF2-40B4-BE49-F238E27FC236}">
                <a16:creationId xmlns:a16="http://schemas.microsoft.com/office/drawing/2014/main" id="{C913A212-6A73-6792-5342-45C9BCC69197}"/>
              </a:ext>
            </a:extLst>
          </p:cNvPr>
          <p:cNvCxnSpPr>
            <a:cxnSpLocks/>
          </p:cNvCxnSpPr>
          <p:nvPr/>
        </p:nvCxnSpPr>
        <p:spPr>
          <a:xfrm>
            <a:off x="763988" y="2812063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843F6B6-47BD-7B8B-A425-85FDE3806958}"/>
              </a:ext>
            </a:extLst>
          </p:cNvPr>
          <p:cNvSpPr txBox="1"/>
          <p:nvPr/>
        </p:nvSpPr>
        <p:spPr>
          <a:xfrm>
            <a:off x="763987" y="256584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accent3"/>
                </a:solidFill>
              </a:rPr>
              <a:t>GET </a:t>
            </a:r>
            <a:r>
              <a:rPr lang="en" altLang="ko-KR" sz="1000" i="1">
                <a:solidFill>
                  <a:schemeClr val="accent3"/>
                </a:solidFill>
              </a:rPr>
              <a:t>mock-server:8080/delay/5000</a:t>
            </a:r>
            <a:endParaRPr kumimoji="1" lang="ko-KR" altLang="en-US" sz="1000" i="1">
              <a:solidFill>
                <a:schemeClr val="accent3"/>
              </a:solidFill>
            </a:endParaRPr>
          </a:p>
        </p:txBody>
      </p:sp>
      <p:cxnSp>
        <p:nvCxnSpPr>
          <p:cNvPr id="31" name="Straight Arrow Connector 81">
            <a:extLst>
              <a:ext uri="{FF2B5EF4-FFF2-40B4-BE49-F238E27FC236}">
                <a16:creationId xmlns:a16="http://schemas.microsoft.com/office/drawing/2014/main" id="{28F8472D-DDA1-FD52-5F17-7AB6984FD3ED}"/>
              </a:ext>
            </a:extLst>
          </p:cNvPr>
          <p:cNvCxnSpPr>
            <a:cxnSpLocks/>
          </p:cNvCxnSpPr>
          <p:nvPr/>
        </p:nvCxnSpPr>
        <p:spPr>
          <a:xfrm>
            <a:off x="763988" y="2457943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ACB6495-F10E-1B54-A790-91DF7745F18B}"/>
              </a:ext>
            </a:extLst>
          </p:cNvPr>
          <p:cNvSpPr txBox="1"/>
          <p:nvPr/>
        </p:nvSpPr>
        <p:spPr>
          <a:xfrm>
            <a:off x="763987" y="221172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accent3"/>
                </a:solidFill>
              </a:rPr>
              <a:t>TCP SYN</a:t>
            </a:r>
            <a:endParaRPr kumimoji="1" lang="ko-KR" altLang="en-US" sz="1000" i="1">
              <a:solidFill>
                <a:schemeClr val="accent3"/>
              </a:solidFill>
            </a:endParaRPr>
          </a:p>
        </p:txBody>
      </p:sp>
      <p:cxnSp>
        <p:nvCxnSpPr>
          <p:cNvPr id="34" name="Straight Arrow Connector 81">
            <a:extLst>
              <a:ext uri="{FF2B5EF4-FFF2-40B4-BE49-F238E27FC236}">
                <a16:creationId xmlns:a16="http://schemas.microsoft.com/office/drawing/2014/main" id="{A5CB2EBC-41C8-9DB5-5B9D-80EC86B584D1}"/>
              </a:ext>
            </a:extLst>
          </p:cNvPr>
          <p:cNvCxnSpPr>
            <a:cxnSpLocks/>
          </p:cNvCxnSpPr>
          <p:nvPr/>
        </p:nvCxnSpPr>
        <p:spPr>
          <a:xfrm>
            <a:off x="763988" y="2931790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91B0BDC-891A-50DF-0B5B-D7DE42419023}"/>
              </a:ext>
            </a:extLst>
          </p:cNvPr>
          <p:cNvSpPr txBox="1"/>
          <p:nvPr/>
        </p:nvSpPr>
        <p:spPr>
          <a:xfrm>
            <a:off x="879694" y="2935173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chemeClr val="accent3"/>
                </a:solidFill>
              </a:rPr>
              <a:t>503 Service Unavailable</a:t>
            </a:r>
            <a:endParaRPr kumimoji="1" lang="ko-KR" altLang="en-US" sz="1000" i="1">
              <a:solidFill>
                <a:schemeClr val="accent3"/>
              </a:solidFill>
            </a:endParaRPr>
          </a:p>
        </p:txBody>
      </p:sp>
      <p:cxnSp>
        <p:nvCxnSpPr>
          <p:cNvPr id="38" name="Straight Arrow Connector 81">
            <a:extLst>
              <a:ext uri="{FF2B5EF4-FFF2-40B4-BE49-F238E27FC236}">
                <a16:creationId xmlns:a16="http://schemas.microsoft.com/office/drawing/2014/main" id="{424210CE-4049-1FCA-E3FD-CED4B2414AB4}"/>
              </a:ext>
            </a:extLst>
          </p:cNvPr>
          <p:cNvCxnSpPr>
            <a:cxnSpLocks/>
          </p:cNvCxnSpPr>
          <p:nvPr/>
        </p:nvCxnSpPr>
        <p:spPr>
          <a:xfrm>
            <a:off x="763988" y="3250019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2A33FFE-46A0-9E5D-0EE9-1FCA8EF8B402}"/>
              </a:ext>
            </a:extLst>
          </p:cNvPr>
          <p:cNvSpPr txBox="1"/>
          <p:nvPr/>
        </p:nvSpPr>
        <p:spPr>
          <a:xfrm>
            <a:off x="763987" y="3003798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accent3"/>
                </a:solidFill>
              </a:rPr>
              <a:t>TCP FIN</a:t>
            </a:r>
            <a:endParaRPr kumimoji="1" lang="ko-KR" altLang="en-US" sz="1000" i="1">
              <a:solidFill>
                <a:schemeClr val="accent3"/>
              </a:solidFill>
            </a:endParaRPr>
          </a:p>
        </p:txBody>
      </p:sp>
      <p:cxnSp>
        <p:nvCxnSpPr>
          <p:cNvPr id="42" name="Straight Arrow Connector 81">
            <a:extLst>
              <a:ext uri="{FF2B5EF4-FFF2-40B4-BE49-F238E27FC236}">
                <a16:creationId xmlns:a16="http://schemas.microsoft.com/office/drawing/2014/main" id="{7B43A791-5B57-427E-E95C-DCE0BA1F2848}"/>
              </a:ext>
            </a:extLst>
          </p:cNvPr>
          <p:cNvCxnSpPr>
            <a:cxnSpLocks/>
          </p:cNvCxnSpPr>
          <p:nvPr/>
        </p:nvCxnSpPr>
        <p:spPr>
          <a:xfrm>
            <a:off x="3681969" y="3932019"/>
            <a:ext cx="1780064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81">
            <a:extLst>
              <a:ext uri="{FF2B5EF4-FFF2-40B4-BE49-F238E27FC236}">
                <a16:creationId xmlns:a16="http://schemas.microsoft.com/office/drawing/2014/main" id="{2D83375D-001C-B017-F735-8A6978DC0884}"/>
              </a:ext>
            </a:extLst>
          </p:cNvPr>
          <p:cNvCxnSpPr>
            <a:cxnSpLocks/>
          </p:cNvCxnSpPr>
          <p:nvPr/>
        </p:nvCxnSpPr>
        <p:spPr>
          <a:xfrm>
            <a:off x="5462033" y="4011910"/>
            <a:ext cx="2917978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81">
            <a:extLst>
              <a:ext uri="{FF2B5EF4-FFF2-40B4-BE49-F238E27FC236}">
                <a16:creationId xmlns:a16="http://schemas.microsoft.com/office/drawing/2014/main" id="{F7A52364-9792-D282-746D-CF69C514B1D0}"/>
              </a:ext>
            </a:extLst>
          </p:cNvPr>
          <p:cNvCxnSpPr>
            <a:cxnSpLocks/>
          </p:cNvCxnSpPr>
          <p:nvPr/>
        </p:nvCxnSpPr>
        <p:spPr>
          <a:xfrm>
            <a:off x="5462033" y="4257188"/>
            <a:ext cx="2917977" cy="0"/>
          </a:xfrm>
          <a:prstGeom prst="straightConnector1">
            <a:avLst/>
          </a:prstGeom>
          <a:ln>
            <a:solidFill>
              <a:schemeClr val="tx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3472CB4-05C2-8744-207C-3A5A56921BE8}"/>
              </a:ext>
            </a:extLst>
          </p:cNvPr>
          <p:cNvSpPr txBox="1"/>
          <p:nvPr/>
        </p:nvSpPr>
        <p:spPr>
          <a:xfrm>
            <a:off x="5584334" y="4257188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chemeClr val="tx2"/>
                </a:solidFill>
              </a:rPr>
              <a:t>200 OK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cxnSp>
        <p:nvCxnSpPr>
          <p:cNvPr id="48" name="Straight Arrow Connector 81">
            <a:extLst>
              <a:ext uri="{FF2B5EF4-FFF2-40B4-BE49-F238E27FC236}">
                <a16:creationId xmlns:a16="http://schemas.microsoft.com/office/drawing/2014/main" id="{3D279A1F-5660-BD42-C4F4-97AE8BB28305}"/>
              </a:ext>
            </a:extLst>
          </p:cNvPr>
          <p:cNvCxnSpPr>
            <a:cxnSpLocks/>
          </p:cNvCxnSpPr>
          <p:nvPr/>
        </p:nvCxnSpPr>
        <p:spPr>
          <a:xfrm>
            <a:off x="3681977" y="4329196"/>
            <a:ext cx="1780056" cy="0"/>
          </a:xfrm>
          <a:prstGeom prst="straightConnector1">
            <a:avLst/>
          </a:prstGeom>
          <a:ln>
            <a:solidFill>
              <a:schemeClr val="tx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81">
            <a:extLst>
              <a:ext uri="{FF2B5EF4-FFF2-40B4-BE49-F238E27FC236}">
                <a16:creationId xmlns:a16="http://schemas.microsoft.com/office/drawing/2014/main" id="{B3035838-443B-67C9-3F2D-0276CEF3D52E}"/>
              </a:ext>
            </a:extLst>
          </p:cNvPr>
          <p:cNvCxnSpPr>
            <a:cxnSpLocks/>
          </p:cNvCxnSpPr>
          <p:nvPr/>
        </p:nvCxnSpPr>
        <p:spPr>
          <a:xfrm>
            <a:off x="763987" y="4401204"/>
            <a:ext cx="2917982" cy="0"/>
          </a:xfrm>
          <a:prstGeom prst="straightConnector1">
            <a:avLst/>
          </a:prstGeom>
          <a:ln>
            <a:solidFill>
              <a:schemeClr val="tx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008961D-C30E-6602-1C6F-81F5A46CD01E}"/>
              </a:ext>
            </a:extLst>
          </p:cNvPr>
          <p:cNvSpPr txBox="1"/>
          <p:nvPr/>
        </p:nvSpPr>
        <p:spPr>
          <a:xfrm>
            <a:off x="3681962" y="368433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GET </a:t>
            </a:r>
            <a:r>
              <a:rPr lang="en" altLang="ko-KR" sz="1000" i="1">
                <a:solidFill>
                  <a:schemeClr val="tx2"/>
                </a:solidFill>
              </a:rPr>
              <a:t>mock-server:8080/delay/5000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sp>
        <p:nvSpPr>
          <p:cNvPr id="51" name="호 50">
            <a:extLst>
              <a:ext uri="{FF2B5EF4-FFF2-40B4-BE49-F238E27FC236}">
                <a16:creationId xmlns:a16="http://schemas.microsoft.com/office/drawing/2014/main" id="{B9201AB4-5ACB-B458-86A1-20DF79D9A498}"/>
              </a:ext>
            </a:extLst>
          </p:cNvPr>
          <p:cNvSpPr/>
          <p:nvPr/>
        </p:nvSpPr>
        <p:spPr>
          <a:xfrm>
            <a:off x="8244505" y="4008125"/>
            <a:ext cx="257804" cy="246222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2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343672-C369-9BDC-C876-458C2C8CF809}"/>
              </a:ext>
            </a:extLst>
          </p:cNvPr>
          <p:cNvSpPr txBox="1"/>
          <p:nvPr/>
        </p:nvSpPr>
        <p:spPr>
          <a:xfrm>
            <a:off x="8425602" y="4005284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>
                <a:solidFill>
                  <a:schemeClr val="tx2"/>
                </a:solidFill>
              </a:rPr>
              <a:t>5000ms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cxnSp>
        <p:nvCxnSpPr>
          <p:cNvPr id="55" name="Straight Arrow Connector 81">
            <a:extLst>
              <a:ext uri="{FF2B5EF4-FFF2-40B4-BE49-F238E27FC236}">
                <a16:creationId xmlns:a16="http://schemas.microsoft.com/office/drawing/2014/main" id="{ECE238E5-7FA0-A480-79A7-0ED1B541F1DE}"/>
              </a:ext>
            </a:extLst>
          </p:cNvPr>
          <p:cNvCxnSpPr>
            <a:cxnSpLocks/>
          </p:cNvCxnSpPr>
          <p:nvPr/>
        </p:nvCxnSpPr>
        <p:spPr>
          <a:xfrm>
            <a:off x="763988" y="4725470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E6E78AA-9CBB-D745-4206-9E70B25ABBCF}"/>
              </a:ext>
            </a:extLst>
          </p:cNvPr>
          <p:cNvSpPr txBox="1"/>
          <p:nvPr/>
        </p:nvSpPr>
        <p:spPr>
          <a:xfrm>
            <a:off x="763987" y="4479249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TCP FIN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252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A5725-F849-7260-649B-7E0B59EDE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977271E5-83F1-D500-4747-53D53722CF16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D1656D38-48A0-DF92-5C85-6247E341D7E9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A4F6759B-D49E-375C-8419-94083B9E186B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BD8F43DF-D5C2-8FAE-422D-657794C8AF60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D7845B92-1318-8F4D-4726-27AEAA81319B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6E2DCAF3-0C0E-25E3-E3F1-54474E2237D0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9C853B93-80C6-7AF3-EF06-231304EABFAA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87AA4057-B4AB-F113-A09E-2034B9DA20FE}"/>
              </a:ext>
            </a:extLst>
          </p:cNvPr>
          <p:cNvCxnSpPr>
            <a:cxnSpLocks/>
          </p:cNvCxnSpPr>
          <p:nvPr/>
        </p:nvCxnSpPr>
        <p:spPr>
          <a:xfrm>
            <a:off x="763987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F4D6867D-D2E1-1EC4-7776-BDCE2A6A442B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385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FD632935-5006-5E31-2AAA-2DF44A6BC9A8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7EC61483-E9B0-1F6D-337D-DDE474EB5019}"/>
              </a:ext>
            </a:extLst>
          </p:cNvPr>
          <p:cNvCxnSpPr>
            <a:cxnSpLocks/>
          </p:cNvCxnSpPr>
          <p:nvPr/>
        </p:nvCxnSpPr>
        <p:spPr>
          <a:xfrm>
            <a:off x="763988" y="1431885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357630F-3D75-720A-21D7-A8AC982AF028}"/>
              </a:ext>
            </a:extLst>
          </p:cNvPr>
          <p:cNvSpPr txBox="1"/>
          <p:nvPr/>
        </p:nvSpPr>
        <p:spPr>
          <a:xfrm>
            <a:off x="763987" y="118566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GET </a:t>
            </a:r>
            <a:r>
              <a:rPr lang="en" altLang="ko-KR" sz="1000" i="1">
                <a:solidFill>
                  <a:srgbClr val="C00000"/>
                </a:solidFill>
              </a:rPr>
              <a:t>mock-server:8080/delay/5000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2660DBEF-5316-A38E-CA5D-27279DADC870}"/>
              </a:ext>
            </a:extLst>
          </p:cNvPr>
          <p:cNvCxnSpPr>
            <a:cxnSpLocks/>
          </p:cNvCxnSpPr>
          <p:nvPr/>
        </p:nvCxnSpPr>
        <p:spPr>
          <a:xfrm>
            <a:off x="3681969" y="1505680"/>
            <a:ext cx="178006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81">
            <a:extLst>
              <a:ext uri="{FF2B5EF4-FFF2-40B4-BE49-F238E27FC236}">
                <a16:creationId xmlns:a16="http://schemas.microsoft.com/office/drawing/2014/main" id="{408DA1FB-CD0B-3408-9B8B-53AD698615D2}"/>
              </a:ext>
            </a:extLst>
          </p:cNvPr>
          <p:cNvCxnSpPr>
            <a:cxnSpLocks/>
          </p:cNvCxnSpPr>
          <p:nvPr/>
        </p:nvCxnSpPr>
        <p:spPr>
          <a:xfrm>
            <a:off x="5462033" y="1585571"/>
            <a:ext cx="291797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A52D172E-3E06-EAA7-5B61-F104CCA9A8B5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604F6A5-B7E9-8C88-E37A-0A0B627A214A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TCP SYN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5" name="Straight Arrow Connector 81">
            <a:extLst>
              <a:ext uri="{FF2B5EF4-FFF2-40B4-BE49-F238E27FC236}">
                <a16:creationId xmlns:a16="http://schemas.microsoft.com/office/drawing/2014/main" id="{3FF93C08-87C3-432A-44F1-EF06C6C2B4FC}"/>
              </a:ext>
            </a:extLst>
          </p:cNvPr>
          <p:cNvCxnSpPr>
            <a:cxnSpLocks/>
          </p:cNvCxnSpPr>
          <p:nvPr/>
        </p:nvCxnSpPr>
        <p:spPr>
          <a:xfrm>
            <a:off x="5462033" y="3823116"/>
            <a:ext cx="2917977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6B153BA-A3DB-0A1E-866A-17BD9D5295A2}"/>
              </a:ext>
            </a:extLst>
          </p:cNvPr>
          <p:cNvSpPr txBox="1"/>
          <p:nvPr/>
        </p:nvSpPr>
        <p:spPr>
          <a:xfrm>
            <a:off x="5584334" y="382311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rgbClr val="C00000"/>
                </a:solidFill>
              </a:rPr>
              <a:t>200 OK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13" name="Straight Arrow Connector 81">
            <a:extLst>
              <a:ext uri="{FF2B5EF4-FFF2-40B4-BE49-F238E27FC236}">
                <a16:creationId xmlns:a16="http://schemas.microsoft.com/office/drawing/2014/main" id="{05104D43-4491-B7C2-B901-0F4E3BE3D63F}"/>
              </a:ext>
            </a:extLst>
          </p:cNvPr>
          <p:cNvCxnSpPr>
            <a:cxnSpLocks/>
          </p:cNvCxnSpPr>
          <p:nvPr/>
        </p:nvCxnSpPr>
        <p:spPr>
          <a:xfrm>
            <a:off x="3681977" y="3895124"/>
            <a:ext cx="1780056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81">
            <a:extLst>
              <a:ext uri="{FF2B5EF4-FFF2-40B4-BE49-F238E27FC236}">
                <a16:creationId xmlns:a16="http://schemas.microsoft.com/office/drawing/2014/main" id="{401FA022-A14F-F9D3-F075-D583ABA498E6}"/>
              </a:ext>
            </a:extLst>
          </p:cNvPr>
          <p:cNvCxnSpPr>
            <a:cxnSpLocks/>
          </p:cNvCxnSpPr>
          <p:nvPr/>
        </p:nvCxnSpPr>
        <p:spPr>
          <a:xfrm>
            <a:off x="763987" y="3967132"/>
            <a:ext cx="2917982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81">
            <a:extLst>
              <a:ext uri="{FF2B5EF4-FFF2-40B4-BE49-F238E27FC236}">
                <a16:creationId xmlns:a16="http://schemas.microsoft.com/office/drawing/2014/main" id="{23247E3F-91CB-070E-FC79-7CBED2E794C1}"/>
              </a:ext>
            </a:extLst>
          </p:cNvPr>
          <p:cNvCxnSpPr>
            <a:cxnSpLocks/>
          </p:cNvCxnSpPr>
          <p:nvPr/>
        </p:nvCxnSpPr>
        <p:spPr>
          <a:xfrm>
            <a:off x="763988" y="4315558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E57BC4D-A224-55E0-3CFC-6D36FD066F70}"/>
              </a:ext>
            </a:extLst>
          </p:cNvPr>
          <p:cNvSpPr txBox="1"/>
          <p:nvPr/>
        </p:nvSpPr>
        <p:spPr>
          <a:xfrm>
            <a:off x="763987" y="4069337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TCP FIN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sp>
        <p:nvSpPr>
          <p:cNvPr id="20" name="호 19">
            <a:extLst>
              <a:ext uri="{FF2B5EF4-FFF2-40B4-BE49-F238E27FC236}">
                <a16:creationId xmlns:a16="http://schemas.microsoft.com/office/drawing/2014/main" id="{7560F0E4-7D01-D5E1-66E9-44F4B75C1ED0}"/>
              </a:ext>
            </a:extLst>
          </p:cNvPr>
          <p:cNvSpPr/>
          <p:nvPr/>
        </p:nvSpPr>
        <p:spPr>
          <a:xfrm>
            <a:off x="8244505" y="1585570"/>
            <a:ext cx="257804" cy="2237534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AFA508-7157-7616-E78F-9594740A5F1F}"/>
              </a:ext>
            </a:extLst>
          </p:cNvPr>
          <p:cNvSpPr txBox="1"/>
          <p:nvPr/>
        </p:nvSpPr>
        <p:spPr>
          <a:xfrm>
            <a:off x="8425602" y="2545227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>
                <a:solidFill>
                  <a:srgbClr val="C00000"/>
                </a:solidFill>
              </a:rPr>
              <a:t>5000ms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29" name="Straight Arrow Connector 81">
            <a:extLst>
              <a:ext uri="{FF2B5EF4-FFF2-40B4-BE49-F238E27FC236}">
                <a16:creationId xmlns:a16="http://schemas.microsoft.com/office/drawing/2014/main" id="{C532EBAD-0B2D-41C5-11F8-01CF97B49B5B}"/>
              </a:ext>
            </a:extLst>
          </p:cNvPr>
          <p:cNvCxnSpPr>
            <a:cxnSpLocks/>
          </p:cNvCxnSpPr>
          <p:nvPr/>
        </p:nvCxnSpPr>
        <p:spPr>
          <a:xfrm>
            <a:off x="763988" y="3253621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9A2DCA1-364E-3177-C751-32BC7C251407}"/>
              </a:ext>
            </a:extLst>
          </p:cNvPr>
          <p:cNvSpPr txBox="1"/>
          <p:nvPr/>
        </p:nvSpPr>
        <p:spPr>
          <a:xfrm>
            <a:off x="763987" y="3007400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accent3"/>
                </a:solidFill>
              </a:rPr>
              <a:t>GET </a:t>
            </a:r>
            <a:r>
              <a:rPr lang="en" altLang="ko-KR" sz="1000" i="1">
                <a:solidFill>
                  <a:schemeClr val="accent3"/>
                </a:solidFill>
              </a:rPr>
              <a:t>mock-server:8080/delay/5000</a:t>
            </a:r>
            <a:endParaRPr kumimoji="1" lang="ko-KR" altLang="en-US" sz="1000" i="1">
              <a:solidFill>
                <a:schemeClr val="accent3"/>
              </a:solidFill>
            </a:endParaRPr>
          </a:p>
        </p:txBody>
      </p:sp>
      <p:cxnSp>
        <p:nvCxnSpPr>
          <p:cNvPr id="31" name="Straight Arrow Connector 81">
            <a:extLst>
              <a:ext uri="{FF2B5EF4-FFF2-40B4-BE49-F238E27FC236}">
                <a16:creationId xmlns:a16="http://schemas.microsoft.com/office/drawing/2014/main" id="{041D54D6-D83B-F850-9C1B-2DFDEE0B4DAD}"/>
              </a:ext>
            </a:extLst>
          </p:cNvPr>
          <p:cNvCxnSpPr>
            <a:cxnSpLocks/>
          </p:cNvCxnSpPr>
          <p:nvPr/>
        </p:nvCxnSpPr>
        <p:spPr>
          <a:xfrm>
            <a:off x="763988" y="2899501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C066F80-F19C-AC2D-4C1D-ACF14EF547BD}"/>
              </a:ext>
            </a:extLst>
          </p:cNvPr>
          <p:cNvSpPr txBox="1"/>
          <p:nvPr/>
        </p:nvSpPr>
        <p:spPr>
          <a:xfrm>
            <a:off x="763987" y="2653280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accent3"/>
                </a:solidFill>
              </a:rPr>
              <a:t>TCP SYN</a:t>
            </a:r>
            <a:endParaRPr kumimoji="1" lang="ko-KR" altLang="en-US" sz="1000" i="1">
              <a:solidFill>
                <a:schemeClr val="accent3"/>
              </a:solidFill>
            </a:endParaRPr>
          </a:p>
        </p:txBody>
      </p:sp>
      <p:cxnSp>
        <p:nvCxnSpPr>
          <p:cNvPr id="34" name="Straight Arrow Connector 81">
            <a:extLst>
              <a:ext uri="{FF2B5EF4-FFF2-40B4-BE49-F238E27FC236}">
                <a16:creationId xmlns:a16="http://schemas.microsoft.com/office/drawing/2014/main" id="{740CB670-BD31-C29D-E1DA-32DE12506451}"/>
              </a:ext>
            </a:extLst>
          </p:cNvPr>
          <p:cNvCxnSpPr>
            <a:cxnSpLocks/>
          </p:cNvCxnSpPr>
          <p:nvPr/>
        </p:nvCxnSpPr>
        <p:spPr>
          <a:xfrm>
            <a:off x="763988" y="3373348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F1D8E8B-87BF-0314-CC5E-16EF52C226BF}"/>
              </a:ext>
            </a:extLst>
          </p:cNvPr>
          <p:cNvSpPr txBox="1"/>
          <p:nvPr/>
        </p:nvSpPr>
        <p:spPr>
          <a:xfrm>
            <a:off x="879694" y="3376731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chemeClr val="accent3"/>
                </a:solidFill>
              </a:rPr>
              <a:t>503 Service Unavailable</a:t>
            </a:r>
            <a:endParaRPr kumimoji="1" lang="ko-KR" altLang="en-US" sz="1000" i="1">
              <a:solidFill>
                <a:schemeClr val="accent3"/>
              </a:solidFill>
            </a:endParaRPr>
          </a:p>
        </p:txBody>
      </p:sp>
      <p:cxnSp>
        <p:nvCxnSpPr>
          <p:cNvPr id="38" name="Straight Arrow Connector 81">
            <a:extLst>
              <a:ext uri="{FF2B5EF4-FFF2-40B4-BE49-F238E27FC236}">
                <a16:creationId xmlns:a16="http://schemas.microsoft.com/office/drawing/2014/main" id="{BB2B3D91-66F4-9996-2D04-511C4882633C}"/>
              </a:ext>
            </a:extLst>
          </p:cNvPr>
          <p:cNvCxnSpPr>
            <a:cxnSpLocks/>
          </p:cNvCxnSpPr>
          <p:nvPr/>
        </p:nvCxnSpPr>
        <p:spPr>
          <a:xfrm>
            <a:off x="763988" y="3691577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BF6D811-8604-2344-102A-33A71B93A576}"/>
              </a:ext>
            </a:extLst>
          </p:cNvPr>
          <p:cNvSpPr txBox="1"/>
          <p:nvPr/>
        </p:nvSpPr>
        <p:spPr>
          <a:xfrm>
            <a:off x="763987" y="344535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accent3"/>
                </a:solidFill>
              </a:rPr>
              <a:t>TCP FIN</a:t>
            </a:r>
            <a:endParaRPr kumimoji="1" lang="ko-KR" altLang="en-US" sz="1000" i="1">
              <a:solidFill>
                <a:schemeClr val="accent3"/>
              </a:solidFill>
            </a:endParaRPr>
          </a:p>
        </p:txBody>
      </p:sp>
      <p:cxnSp>
        <p:nvCxnSpPr>
          <p:cNvPr id="8" name="Straight Arrow Connector 81">
            <a:extLst>
              <a:ext uri="{FF2B5EF4-FFF2-40B4-BE49-F238E27FC236}">
                <a16:creationId xmlns:a16="http://schemas.microsoft.com/office/drawing/2014/main" id="{01CFFAF9-03B3-0AA6-69EA-5B377EE80AE1}"/>
              </a:ext>
            </a:extLst>
          </p:cNvPr>
          <p:cNvCxnSpPr>
            <a:cxnSpLocks/>
          </p:cNvCxnSpPr>
          <p:nvPr/>
        </p:nvCxnSpPr>
        <p:spPr>
          <a:xfrm>
            <a:off x="763988" y="2106041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FEB6355-CF4B-A41D-03D9-C7D75AFEADD6}"/>
              </a:ext>
            </a:extLst>
          </p:cNvPr>
          <p:cNvSpPr txBox="1"/>
          <p:nvPr/>
        </p:nvSpPr>
        <p:spPr>
          <a:xfrm>
            <a:off x="763987" y="1859820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GET </a:t>
            </a:r>
            <a:r>
              <a:rPr lang="en" altLang="ko-KR" sz="1000" i="1">
                <a:solidFill>
                  <a:schemeClr val="tx2"/>
                </a:solidFill>
              </a:rPr>
              <a:t>mock-server:8080/delay/5000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cxnSp>
        <p:nvCxnSpPr>
          <p:cNvPr id="16" name="Straight Arrow Connector 81">
            <a:extLst>
              <a:ext uri="{FF2B5EF4-FFF2-40B4-BE49-F238E27FC236}">
                <a16:creationId xmlns:a16="http://schemas.microsoft.com/office/drawing/2014/main" id="{C39AAD4D-C641-7535-7C36-D8CA76459ECF}"/>
              </a:ext>
            </a:extLst>
          </p:cNvPr>
          <p:cNvCxnSpPr>
            <a:cxnSpLocks/>
          </p:cNvCxnSpPr>
          <p:nvPr/>
        </p:nvCxnSpPr>
        <p:spPr>
          <a:xfrm>
            <a:off x="763988" y="1751921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9E5514B-CC66-01AC-333F-A5C6C1C4AAE7}"/>
              </a:ext>
            </a:extLst>
          </p:cNvPr>
          <p:cNvSpPr txBox="1"/>
          <p:nvPr/>
        </p:nvSpPr>
        <p:spPr>
          <a:xfrm>
            <a:off x="763987" y="1505700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TCP SYN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cxnSp>
        <p:nvCxnSpPr>
          <p:cNvPr id="21" name="Straight Arrow Connector 81">
            <a:extLst>
              <a:ext uri="{FF2B5EF4-FFF2-40B4-BE49-F238E27FC236}">
                <a16:creationId xmlns:a16="http://schemas.microsoft.com/office/drawing/2014/main" id="{7ACDAC44-05CD-CE82-D532-5E2324F45A1A}"/>
              </a:ext>
            </a:extLst>
          </p:cNvPr>
          <p:cNvCxnSpPr>
            <a:cxnSpLocks/>
          </p:cNvCxnSpPr>
          <p:nvPr/>
        </p:nvCxnSpPr>
        <p:spPr>
          <a:xfrm>
            <a:off x="763988" y="2225768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F25201E-ED72-C850-1409-B302CE7BB6A6}"/>
              </a:ext>
            </a:extLst>
          </p:cNvPr>
          <p:cNvSpPr txBox="1"/>
          <p:nvPr/>
        </p:nvSpPr>
        <p:spPr>
          <a:xfrm>
            <a:off x="879694" y="2229151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chemeClr val="tx2"/>
                </a:solidFill>
              </a:rPr>
              <a:t>503 Service Unavailable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cxnSp>
        <p:nvCxnSpPr>
          <p:cNvPr id="23" name="Straight Arrow Connector 81">
            <a:extLst>
              <a:ext uri="{FF2B5EF4-FFF2-40B4-BE49-F238E27FC236}">
                <a16:creationId xmlns:a16="http://schemas.microsoft.com/office/drawing/2014/main" id="{B5E7F1A7-BB67-6801-5C40-60354E27B52E}"/>
              </a:ext>
            </a:extLst>
          </p:cNvPr>
          <p:cNvCxnSpPr>
            <a:cxnSpLocks/>
          </p:cNvCxnSpPr>
          <p:nvPr/>
        </p:nvCxnSpPr>
        <p:spPr>
          <a:xfrm>
            <a:off x="763988" y="2543997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F78C879-02A1-D3F8-AAFF-2CB9191174AA}"/>
              </a:ext>
            </a:extLst>
          </p:cNvPr>
          <p:cNvSpPr txBox="1"/>
          <p:nvPr/>
        </p:nvSpPr>
        <p:spPr>
          <a:xfrm>
            <a:off x="763987" y="229777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TCP FIN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294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DB2AF-FAF3-E1D1-9075-433C777E2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사각형: 둥근 모서리 29">
            <a:extLst>
              <a:ext uri="{FF2B5EF4-FFF2-40B4-BE49-F238E27FC236}">
                <a16:creationId xmlns:a16="http://schemas.microsoft.com/office/drawing/2014/main" id="{B47654E9-DB7B-872B-3204-50917686A539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27" name="사각형: 둥근 모서리 29">
            <a:extLst>
              <a:ext uri="{FF2B5EF4-FFF2-40B4-BE49-F238E27FC236}">
                <a16:creationId xmlns:a16="http://schemas.microsoft.com/office/drawing/2014/main" id="{8DCF9142-640E-4A97-A842-E0AEB2AC2C70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28" name="사각형: 둥근 모서리 29">
            <a:extLst>
              <a:ext uri="{FF2B5EF4-FFF2-40B4-BE49-F238E27FC236}">
                <a16:creationId xmlns:a16="http://schemas.microsoft.com/office/drawing/2014/main" id="{592EC5C0-72F9-DCB2-513E-E45291FBC4F5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29" name="사각형: 둥근 모서리 29">
            <a:extLst>
              <a:ext uri="{FF2B5EF4-FFF2-40B4-BE49-F238E27FC236}">
                <a16:creationId xmlns:a16="http://schemas.microsoft.com/office/drawing/2014/main" id="{E9B1459F-132A-8399-B0AA-F4B133FD5A8A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E184534-CE12-B3EF-83FE-0AA38F9A7FA8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31" name="사각형: 둥근 모서리 29">
            <a:extLst>
              <a:ext uri="{FF2B5EF4-FFF2-40B4-BE49-F238E27FC236}">
                <a16:creationId xmlns:a16="http://schemas.microsoft.com/office/drawing/2014/main" id="{04CEDA67-4D6C-F29F-3A0F-C402A426B2F7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2" name="Straight Arrow Connector 81">
            <a:extLst>
              <a:ext uri="{FF2B5EF4-FFF2-40B4-BE49-F238E27FC236}">
                <a16:creationId xmlns:a16="http://schemas.microsoft.com/office/drawing/2014/main" id="{B025C823-3352-EE5E-142A-BA859E7F2781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3681969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81">
            <a:extLst>
              <a:ext uri="{FF2B5EF4-FFF2-40B4-BE49-F238E27FC236}">
                <a16:creationId xmlns:a16="http://schemas.microsoft.com/office/drawing/2014/main" id="{E02B9F08-F54E-6301-73C6-44D31E397CD2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763992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81">
            <a:extLst>
              <a:ext uri="{FF2B5EF4-FFF2-40B4-BE49-F238E27FC236}">
                <a16:creationId xmlns:a16="http://schemas.microsoft.com/office/drawing/2014/main" id="{05EBA011-7849-15F0-A395-E5F1A7D71D4F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8380011" y="634882"/>
            <a:ext cx="0" cy="4385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81">
            <a:extLst>
              <a:ext uri="{FF2B5EF4-FFF2-40B4-BE49-F238E27FC236}">
                <a16:creationId xmlns:a16="http://schemas.microsoft.com/office/drawing/2014/main" id="{F9C03A3B-5188-7C0E-9D03-54C1DB07270F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5462033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81EFAC47-0D65-0AF6-FD6F-9D15E7D90853}"/>
              </a:ext>
            </a:extLst>
          </p:cNvPr>
          <p:cNvCxnSpPr>
            <a:cxnSpLocks/>
          </p:cNvCxnSpPr>
          <p:nvPr/>
        </p:nvCxnSpPr>
        <p:spPr>
          <a:xfrm>
            <a:off x="763988" y="1431885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BC3006C-634D-978B-21E6-9ED1A0C06234}"/>
              </a:ext>
            </a:extLst>
          </p:cNvPr>
          <p:cNvSpPr txBox="1"/>
          <p:nvPr/>
        </p:nvSpPr>
        <p:spPr>
          <a:xfrm>
            <a:off x="763987" y="118566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GET </a:t>
            </a:r>
            <a:r>
              <a:rPr lang="en" altLang="ko-KR" sz="1000" i="1">
                <a:solidFill>
                  <a:srgbClr val="C00000"/>
                </a:solidFill>
              </a:rPr>
              <a:t>mock-server:8080/status/503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38" name="Straight Arrow Connector 81">
            <a:extLst>
              <a:ext uri="{FF2B5EF4-FFF2-40B4-BE49-F238E27FC236}">
                <a16:creationId xmlns:a16="http://schemas.microsoft.com/office/drawing/2014/main" id="{2082980C-F05D-F5E2-2982-862CEE6E9BE6}"/>
              </a:ext>
            </a:extLst>
          </p:cNvPr>
          <p:cNvCxnSpPr>
            <a:cxnSpLocks/>
          </p:cNvCxnSpPr>
          <p:nvPr/>
        </p:nvCxnSpPr>
        <p:spPr>
          <a:xfrm>
            <a:off x="5462033" y="1677286"/>
            <a:ext cx="2917977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6651FAF-315D-0668-4669-6C2573776BA9}"/>
              </a:ext>
            </a:extLst>
          </p:cNvPr>
          <p:cNvSpPr txBox="1"/>
          <p:nvPr/>
        </p:nvSpPr>
        <p:spPr>
          <a:xfrm>
            <a:off x="5584334" y="167728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rgbClr val="C00000"/>
                </a:solidFill>
              </a:rPr>
              <a:t>503 Service Unavailable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40" name="Straight Arrow Connector 81">
            <a:extLst>
              <a:ext uri="{FF2B5EF4-FFF2-40B4-BE49-F238E27FC236}">
                <a16:creationId xmlns:a16="http://schemas.microsoft.com/office/drawing/2014/main" id="{AA619DBE-6851-19E5-8C01-81DC272613A4}"/>
              </a:ext>
            </a:extLst>
          </p:cNvPr>
          <p:cNvCxnSpPr>
            <a:cxnSpLocks/>
          </p:cNvCxnSpPr>
          <p:nvPr/>
        </p:nvCxnSpPr>
        <p:spPr>
          <a:xfrm>
            <a:off x="3681969" y="1505680"/>
            <a:ext cx="178006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81">
            <a:extLst>
              <a:ext uri="{FF2B5EF4-FFF2-40B4-BE49-F238E27FC236}">
                <a16:creationId xmlns:a16="http://schemas.microsoft.com/office/drawing/2014/main" id="{AD06C6FB-C732-FFD1-727C-4BF42F92AA94}"/>
              </a:ext>
            </a:extLst>
          </p:cNvPr>
          <p:cNvCxnSpPr>
            <a:cxnSpLocks/>
          </p:cNvCxnSpPr>
          <p:nvPr/>
        </p:nvCxnSpPr>
        <p:spPr>
          <a:xfrm>
            <a:off x="5462033" y="1585571"/>
            <a:ext cx="291797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81">
            <a:extLst>
              <a:ext uri="{FF2B5EF4-FFF2-40B4-BE49-F238E27FC236}">
                <a16:creationId xmlns:a16="http://schemas.microsoft.com/office/drawing/2014/main" id="{396663D1-478F-4131-132C-9CEC6CFCF625}"/>
              </a:ext>
            </a:extLst>
          </p:cNvPr>
          <p:cNvCxnSpPr>
            <a:cxnSpLocks/>
          </p:cNvCxnSpPr>
          <p:nvPr/>
        </p:nvCxnSpPr>
        <p:spPr>
          <a:xfrm>
            <a:off x="3681977" y="1749294"/>
            <a:ext cx="1780056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81">
            <a:extLst>
              <a:ext uri="{FF2B5EF4-FFF2-40B4-BE49-F238E27FC236}">
                <a16:creationId xmlns:a16="http://schemas.microsoft.com/office/drawing/2014/main" id="{F69FAC6D-FB7B-831C-609C-7FD134D76D50}"/>
              </a:ext>
            </a:extLst>
          </p:cNvPr>
          <p:cNvCxnSpPr>
            <a:cxnSpLocks/>
          </p:cNvCxnSpPr>
          <p:nvPr/>
        </p:nvCxnSpPr>
        <p:spPr>
          <a:xfrm>
            <a:off x="763987" y="1821302"/>
            <a:ext cx="2917982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81">
            <a:extLst>
              <a:ext uri="{FF2B5EF4-FFF2-40B4-BE49-F238E27FC236}">
                <a16:creationId xmlns:a16="http://schemas.microsoft.com/office/drawing/2014/main" id="{A54CA514-4B8E-96D9-71F3-24276764ACF4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1914082-FD34-2853-086E-74E53B7431B4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TCP SYN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84AF6FB8-1AA8-3762-B3E2-D84C56AEA49C}"/>
              </a:ext>
            </a:extLst>
          </p:cNvPr>
          <p:cNvCxnSpPr>
            <a:cxnSpLocks/>
          </p:cNvCxnSpPr>
          <p:nvPr/>
        </p:nvCxnSpPr>
        <p:spPr>
          <a:xfrm>
            <a:off x="763988" y="2169728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5A22971-3C30-8014-8F12-23E4EFEA3E26}"/>
              </a:ext>
            </a:extLst>
          </p:cNvPr>
          <p:cNvSpPr txBox="1"/>
          <p:nvPr/>
        </p:nvSpPr>
        <p:spPr>
          <a:xfrm>
            <a:off x="763987" y="1923507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TCP FIN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AC72E86C-85B4-AB4C-8BAC-A54051F16750}"/>
              </a:ext>
            </a:extLst>
          </p:cNvPr>
          <p:cNvCxnSpPr>
            <a:cxnSpLocks/>
          </p:cNvCxnSpPr>
          <p:nvPr/>
        </p:nvCxnSpPr>
        <p:spPr>
          <a:xfrm>
            <a:off x="763988" y="2877957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1BDEF521-58D6-E12D-F387-18314EDB40BE}"/>
              </a:ext>
            </a:extLst>
          </p:cNvPr>
          <p:cNvSpPr txBox="1"/>
          <p:nvPr/>
        </p:nvSpPr>
        <p:spPr>
          <a:xfrm>
            <a:off x="763987" y="263173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GET </a:t>
            </a:r>
            <a:r>
              <a:rPr lang="en" altLang="ko-KR" sz="1000" i="1">
                <a:solidFill>
                  <a:schemeClr val="tx2"/>
                </a:solidFill>
              </a:rPr>
              <a:t>mock-server:8080/status/503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cxnSp>
        <p:nvCxnSpPr>
          <p:cNvPr id="65" name="Straight Arrow Connector 81">
            <a:extLst>
              <a:ext uri="{FF2B5EF4-FFF2-40B4-BE49-F238E27FC236}">
                <a16:creationId xmlns:a16="http://schemas.microsoft.com/office/drawing/2014/main" id="{004503B9-E8C3-B9E6-9676-B6CC8BB748E2}"/>
              </a:ext>
            </a:extLst>
          </p:cNvPr>
          <p:cNvCxnSpPr>
            <a:cxnSpLocks/>
          </p:cNvCxnSpPr>
          <p:nvPr/>
        </p:nvCxnSpPr>
        <p:spPr>
          <a:xfrm>
            <a:off x="763988" y="2523837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E15932F-DB98-363A-2864-1CC33AEA9E02}"/>
              </a:ext>
            </a:extLst>
          </p:cNvPr>
          <p:cNvSpPr txBox="1"/>
          <p:nvPr/>
        </p:nvSpPr>
        <p:spPr>
          <a:xfrm>
            <a:off x="763987" y="227761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TCP SYN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cxnSp>
        <p:nvCxnSpPr>
          <p:cNvPr id="67" name="Straight Arrow Connector 81">
            <a:extLst>
              <a:ext uri="{FF2B5EF4-FFF2-40B4-BE49-F238E27FC236}">
                <a16:creationId xmlns:a16="http://schemas.microsoft.com/office/drawing/2014/main" id="{C15D8FF5-DE0C-07BF-408D-983F23F1591A}"/>
              </a:ext>
            </a:extLst>
          </p:cNvPr>
          <p:cNvCxnSpPr>
            <a:cxnSpLocks/>
          </p:cNvCxnSpPr>
          <p:nvPr/>
        </p:nvCxnSpPr>
        <p:spPr>
          <a:xfrm>
            <a:off x="763988" y="2997684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2EA4D5C2-BA5C-01AE-C17E-40C9999E8E32}"/>
              </a:ext>
            </a:extLst>
          </p:cNvPr>
          <p:cNvSpPr txBox="1"/>
          <p:nvPr/>
        </p:nvSpPr>
        <p:spPr>
          <a:xfrm>
            <a:off x="879694" y="3001067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chemeClr val="tx2"/>
                </a:solidFill>
              </a:rPr>
              <a:t>503 Service Unavailable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cxnSp>
        <p:nvCxnSpPr>
          <p:cNvPr id="69" name="Straight Arrow Connector 81">
            <a:extLst>
              <a:ext uri="{FF2B5EF4-FFF2-40B4-BE49-F238E27FC236}">
                <a16:creationId xmlns:a16="http://schemas.microsoft.com/office/drawing/2014/main" id="{E0C72572-4B48-A298-DF9A-CEC2A755377B}"/>
              </a:ext>
            </a:extLst>
          </p:cNvPr>
          <p:cNvCxnSpPr>
            <a:cxnSpLocks/>
          </p:cNvCxnSpPr>
          <p:nvPr/>
        </p:nvCxnSpPr>
        <p:spPr>
          <a:xfrm>
            <a:off x="763988" y="3315913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5809BC1-6085-3754-8AA3-55005D774519}"/>
              </a:ext>
            </a:extLst>
          </p:cNvPr>
          <p:cNvSpPr txBox="1"/>
          <p:nvPr/>
        </p:nvSpPr>
        <p:spPr>
          <a:xfrm>
            <a:off x="763987" y="306969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TCP FIN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sp>
        <p:nvSpPr>
          <p:cNvPr id="71" name="호 70">
            <a:extLst>
              <a:ext uri="{FF2B5EF4-FFF2-40B4-BE49-F238E27FC236}">
                <a16:creationId xmlns:a16="http://schemas.microsoft.com/office/drawing/2014/main" id="{83DB0916-6A96-138B-B750-47268360125D}"/>
              </a:ext>
            </a:extLst>
          </p:cNvPr>
          <p:cNvSpPr/>
          <p:nvPr/>
        </p:nvSpPr>
        <p:spPr>
          <a:xfrm flipH="1">
            <a:off x="626799" y="1081147"/>
            <a:ext cx="252895" cy="1085191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BE0F61B-5218-B172-C7FE-E14BFA66FB43}"/>
              </a:ext>
            </a:extLst>
          </p:cNvPr>
          <p:cNvSpPr txBox="1"/>
          <p:nvPr/>
        </p:nvSpPr>
        <p:spPr>
          <a:xfrm>
            <a:off x="5598" y="1500631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>
                <a:solidFill>
                  <a:srgbClr val="C00000"/>
                </a:solidFill>
              </a:rPr>
              <a:t>5Times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sp>
        <p:nvSpPr>
          <p:cNvPr id="73" name="호 72">
            <a:extLst>
              <a:ext uri="{FF2B5EF4-FFF2-40B4-BE49-F238E27FC236}">
                <a16:creationId xmlns:a16="http://schemas.microsoft.com/office/drawing/2014/main" id="{B79E16E1-0814-5C14-BCF9-BAA4A7FA27D3}"/>
              </a:ext>
            </a:extLst>
          </p:cNvPr>
          <p:cNvSpPr/>
          <p:nvPr/>
        </p:nvSpPr>
        <p:spPr>
          <a:xfrm flipH="1">
            <a:off x="623497" y="2524741"/>
            <a:ext cx="249511" cy="791172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2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CF1A84E-2B0E-03EC-0E21-0F83A30B490B}"/>
              </a:ext>
            </a:extLst>
          </p:cNvPr>
          <p:cNvSpPr txBox="1"/>
          <p:nvPr/>
        </p:nvSpPr>
        <p:spPr>
          <a:xfrm>
            <a:off x="5598" y="2797216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>
                <a:solidFill>
                  <a:schemeClr val="tx2"/>
                </a:solidFill>
              </a:rPr>
              <a:t>3Times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253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994A2-4217-4FFD-0578-EFE2DDD8B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787F39A4-6D51-CD73-274C-4F90E1B0500E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C049B329-23C8-804D-8D34-BDCB403905E7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8670BC41-B536-0CC5-9FCB-AE526B50AC73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AABBBFDF-E567-F6CA-538D-860A53BF3EE8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F94F59F1-D774-8C62-9CC8-096563A6ED06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4DB09466-A09E-AE51-64DD-2CCAEBF5F27E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EEB08A6E-7059-A127-DC42-5BC03836A3C9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50861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EB65DC1C-EF72-3521-60A1-27458D9A385B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63992" y="634882"/>
            <a:ext cx="0" cy="450861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1C523E6A-F5E0-7AC3-4690-92B6ECBA27E5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50861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FE827BF7-52D0-85F8-2FFE-F73490BAE443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50861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CC9141E7-47D9-E61D-D47E-C9B534EFD8A0}"/>
              </a:ext>
            </a:extLst>
          </p:cNvPr>
          <p:cNvCxnSpPr>
            <a:cxnSpLocks/>
          </p:cNvCxnSpPr>
          <p:nvPr/>
        </p:nvCxnSpPr>
        <p:spPr>
          <a:xfrm>
            <a:off x="763988" y="1431885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B50365CC-EA72-C355-66ED-F311CA441D95}"/>
              </a:ext>
            </a:extLst>
          </p:cNvPr>
          <p:cNvSpPr txBox="1"/>
          <p:nvPr/>
        </p:nvSpPr>
        <p:spPr>
          <a:xfrm>
            <a:off x="763987" y="118566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GET </a:t>
            </a:r>
            <a:r>
              <a:rPr lang="en" altLang="ko-KR" sz="1000" i="1">
                <a:solidFill>
                  <a:srgbClr val="C00000"/>
                </a:solidFill>
              </a:rPr>
              <a:t>mock-server:8080/status/200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84382939-8024-B7AF-EA19-E853C792A700}"/>
              </a:ext>
            </a:extLst>
          </p:cNvPr>
          <p:cNvCxnSpPr>
            <a:cxnSpLocks/>
          </p:cNvCxnSpPr>
          <p:nvPr/>
        </p:nvCxnSpPr>
        <p:spPr>
          <a:xfrm>
            <a:off x="3681969" y="1505680"/>
            <a:ext cx="1682119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81">
            <a:extLst>
              <a:ext uri="{FF2B5EF4-FFF2-40B4-BE49-F238E27FC236}">
                <a16:creationId xmlns:a16="http://schemas.microsoft.com/office/drawing/2014/main" id="{9DB4E06D-DF59-A654-6A5A-A7B9C154DEC7}"/>
              </a:ext>
            </a:extLst>
          </p:cNvPr>
          <p:cNvCxnSpPr>
            <a:cxnSpLocks/>
          </p:cNvCxnSpPr>
          <p:nvPr/>
        </p:nvCxnSpPr>
        <p:spPr>
          <a:xfrm>
            <a:off x="763987" y="1871280"/>
            <a:ext cx="2917982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F2322EB5-35B2-3FB1-8C76-1DF294F3C735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32EC9E1-C63D-89ED-DFFD-570849075DF4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TCP SYN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5" name="Straight Arrow Connector 81">
            <a:extLst>
              <a:ext uri="{FF2B5EF4-FFF2-40B4-BE49-F238E27FC236}">
                <a16:creationId xmlns:a16="http://schemas.microsoft.com/office/drawing/2014/main" id="{E24C90AB-4E85-8506-2D39-55808A1ED1AB}"/>
              </a:ext>
            </a:extLst>
          </p:cNvPr>
          <p:cNvCxnSpPr>
            <a:cxnSpLocks/>
          </p:cNvCxnSpPr>
          <p:nvPr/>
        </p:nvCxnSpPr>
        <p:spPr>
          <a:xfrm>
            <a:off x="763988" y="2236238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06356CA-0ED5-E0B3-A632-06796E888A2F}"/>
              </a:ext>
            </a:extLst>
          </p:cNvPr>
          <p:cNvSpPr txBox="1"/>
          <p:nvPr/>
        </p:nvSpPr>
        <p:spPr>
          <a:xfrm>
            <a:off x="763987" y="1977441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TCP FIN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13" name="Straight Arrow Connector 81">
            <a:extLst>
              <a:ext uri="{FF2B5EF4-FFF2-40B4-BE49-F238E27FC236}">
                <a16:creationId xmlns:a16="http://schemas.microsoft.com/office/drawing/2014/main" id="{B63AF0A4-DD08-CD88-6E55-F6EEBAAEEEF2}"/>
              </a:ext>
            </a:extLst>
          </p:cNvPr>
          <p:cNvCxnSpPr>
            <a:cxnSpLocks/>
          </p:cNvCxnSpPr>
          <p:nvPr/>
        </p:nvCxnSpPr>
        <p:spPr>
          <a:xfrm>
            <a:off x="3681969" y="1635646"/>
            <a:ext cx="1682119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81">
            <a:extLst>
              <a:ext uri="{FF2B5EF4-FFF2-40B4-BE49-F238E27FC236}">
                <a16:creationId xmlns:a16="http://schemas.microsoft.com/office/drawing/2014/main" id="{15E49615-FBA2-D1DF-9869-9E92B9DDB6C5}"/>
              </a:ext>
            </a:extLst>
          </p:cNvPr>
          <p:cNvCxnSpPr>
            <a:cxnSpLocks/>
          </p:cNvCxnSpPr>
          <p:nvPr/>
        </p:nvCxnSpPr>
        <p:spPr>
          <a:xfrm>
            <a:off x="3681969" y="1779662"/>
            <a:ext cx="1682119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5874968-25C8-7ED3-51BF-CF8078308B16}"/>
              </a:ext>
            </a:extLst>
          </p:cNvPr>
          <p:cNvSpPr txBox="1"/>
          <p:nvPr/>
        </p:nvSpPr>
        <p:spPr>
          <a:xfrm>
            <a:off x="879694" y="1871281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rgbClr val="C00000"/>
                </a:solidFill>
              </a:rPr>
              <a:t>503 Service Unavailable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35" name="Straight Arrow Connector 81">
            <a:extLst>
              <a:ext uri="{FF2B5EF4-FFF2-40B4-BE49-F238E27FC236}">
                <a16:creationId xmlns:a16="http://schemas.microsoft.com/office/drawing/2014/main" id="{7278472A-6CBE-52B2-5CB7-08B6026C4D7F}"/>
              </a:ext>
            </a:extLst>
          </p:cNvPr>
          <p:cNvCxnSpPr>
            <a:cxnSpLocks/>
          </p:cNvCxnSpPr>
          <p:nvPr/>
        </p:nvCxnSpPr>
        <p:spPr>
          <a:xfrm>
            <a:off x="763988" y="2930163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456FA75-666F-2D98-3D4B-1A9B0F722926}"/>
              </a:ext>
            </a:extLst>
          </p:cNvPr>
          <p:cNvSpPr txBox="1"/>
          <p:nvPr/>
        </p:nvSpPr>
        <p:spPr>
          <a:xfrm>
            <a:off x="763987" y="268394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GET </a:t>
            </a:r>
            <a:r>
              <a:rPr lang="en" altLang="ko-KR" sz="1000" i="1">
                <a:solidFill>
                  <a:schemeClr val="tx2"/>
                </a:solidFill>
              </a:rPr>
              <a:t>mock-server:8080/status/200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cxnSp>
        <p:nvCxnSpPr>
          <p:cNvPr id="39" name="Straight Arrow Connector 81">
            <a:extLst>
              <a:ext uri="{FF2B5EF4-FFF2-40B4-BE49-F238E27FC236}">
                <a16:creationId xmlns:a16="http://schemas.microsoft.com/office/drawing/2014/main" id="{704787BC-D950-6F14-8C9F-72E7EDEED26D}"/>
              </a:ext>
            </a:extLst>
          </p:cNvPr>
          <p:cNvCxnSpPr>
            <a:cxnSpLocks/>
          </p:cNvCxnSpPr>
          <p:nvPr/>
        </p:nvCxnSpPr>
        <p:spPr>
          <a:xfrm>
            <a:off x="3681969" y="3003958"/>
            <a:ext cx="1682119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81">
            <a:extLst>
              <a:ext uri="{FF2B5EF4-FFF2-40B4-BE49-F238E27FC236}">
                <a16:creationId xmlns:a16="http://schemas.microsoft.com/office/drawing/2014/main" id="{FBB860B7-BC03-F515-D0A8-E925786BB2CA}"/>
              </a:ext>
            </a:extLst>
          </p:cNvPr>
          <p:cNvCxnSpPr>
            <a:cxnSpLocks/>
          </p:cNvCxnSpPr>
          <p:nvPr/>
        </p:nvCxnSpPr>
        <p:spPr>
          <a:xfrm>
            <a:off x="763987" y="3369558"/>
            <a:ext cx="2917982" cy="0"/>
          </a:xfrm>
          <a:prstGeom prst="straightConnector1">
            <a:avLst/>
          </a:prstGeom>
          <a:ln>
            <a:solidFill>
              <a:schemeClr val="tx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81">
            <a:extLst>
              <a:ext uri="{FF2B5EF4-FFF2-40B4-BE49-F238E27FC236}">
                <a16:creationId xmlns:a16="http://schemas.microsoft.com/office/drawing/2014/main" id="{A974A52D-B6A4-CAF9-483D-F62F7FD2D7DA}"/>
              </a:ext>
            </a:extLst>
          </p:cNvPr>
          <p:cNvCxnSpPr>
            <a:cxnSpLocks/>
          </p:cNvCxnSpPr>
          <p:nvPr/>
        </p:nvCxnSpPr>
        <p:spPr>
          <a:xfrm>
            <a:off x="763988" y="2576043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A95EB49-B81F-636A-928A-34D63A987EF9}"/>
              </a:ext>
            </a:extLst>
          </p:cNvPr>
          <p:cNvSpPr txBox="1"/>
          <p:nvPr/>
        </p:nvSpPr>
        <p:spPr>
          <a:xfrm>
            <a:off x="763987" y="232982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TCP SYN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cxnSp>
        <p:nvCxnSpPr>
          <p:cNvPr id="43" name="Straight Arrow Connector 81">
            <a:extLst>
              <a:ext uri="{FF2B5EF4-FFF2-40B4-BE49-F238E27FC236}">
                <a16:creationId xmlns:a16="http://schemas.microsoft.com/office/drawing/2014/main" id="{BB9B097B-9C9E-D0F9-6D2E-4AF3145E83A7}"/>
              </a:ext>
            </a:extLst>
          </p:cNvPr>
          <p:cNvCxnSpPr>
            <a:cxnSpLocks/>
          </p:cNvCxnSpPr>
          <p:nvPr/>
        </p:nvCxnSpPr>
        <p:spPr>
          <a:xfrm>
            <a:off x="763988" y="3734516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772B883-151A-38D5-162F-B94D63C27390}"/>
              </a:ext>
            </a:extLst>
          </p:cNvPr>
          <p:cNvSpPr txBox="1"/>
          <p:nvPr/>
        </p:nvSpPr>
        <p:spPr>
          <a:xfrm>
            <a:off x="763987" y="3475719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TCP FIN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cxnSp>
        <p:nvCxnSpPr>
          <p:cNvPr id="45" name="Straight Arrow Connector 81">
            <a:extLst>
              <a:ext uri="{FF2B5EF4-FFF2-40B4-BE49-F238E27FC236}">
                <a16:creationId xmlns:a16="http://schemas.microsoft.com/office/drawing/2014/main" id="{BB2F0995-5CE0-5046-8906-8801B8E9B0A0}"/>
              </a:ext>
            </a:extLst>
          </p:cNvPr>
          <p:cNvCxnSpPr>
            <a:cxnSpLocks/>
          </p:cNvCxnSpPr>
          <p:nvPr/>
        </p:nvCxnSpPr>
        <p:spPr>
          <a:xfrm>
            <a:off x="3681969" y="3133924"/>
            <a:ext cx="1682119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6A54B07-7F5D-D0E5-A827-882EC40EF4AF}"/>
              </a:ext>
            </a:extLst>
          </p:cNvPr>
          <p:cNvSpPr txBox="1"/>
          <p:nvPr/>
        </p:nvSpPr>
        <p:spPr>
          <a:xfrm>
            <a:off x="879694" y="3369559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chemeClr val="tx2"/>
                </a:solidFill>
              </a:rPr>
              <a:t>503 Service Unavailable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cxnSp>
        <p:nvCxnSpPr>
          <p:cNvPr id="50" name="Straight Arrow Connector 81">
            <a:extLst>
              <a:ext uri="{FF2B5EF4-FFF2-40B4-BE49-F238E27FC236}">
                <a16:creationId xmlns:a16="http://schemas.microsoft.com/office/drawing/2014/main" id="{B1FB7C82-DDCF-A258-7DC2-DFA88266CA62}"/>
              </a:ext>
            </a:extLst>
          </p:cNvPr>
          <p:cNvCxnSpPr>
            <a:cxnSpLocks/>
          </p:cNvCxnSpPr>
          <p:nvPr/>
        </p:nvCxnSpPr>
        <p:spPr>
          <a:xfrm>
            <a:off x="763988" y="4407557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07374AA-5624-326F-BA54-9B0873ACF38A}"/>
              </a:ext>
            </a:extLst>
          </p:cNvPr>
          <p:cNvSpPr txBox="1"/>
          <p:nvPr/>
        </p:nvSpPr>
        <p:spPr>
          <a:xfrm>
            <a:off x="763987" y="416133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accent3"/>
                </a:solidFill>
              </a:rPr>
              <a:t>GET </a:t>
            </a:r>
            <a:r>
              <a:rPr lang="en" altLang="ko-KR" sz="1000" i="1">
                <a:solidFill>
                  <a:schemeClr val="accent3"/>
                </a:solidFill>
              </a:rPr>
              <a:t>mock-server:8080/status/200</a:t>
            </a:r>
            <a:endParaRPr kumimoji="1" lang="ko-KR" altLang="en-US" sz="1000" i="1">
              <a:solidFill>
                <a:schemeClr val="accent3"/>
              </a:solidFill>
            </a:endParaRPr>
          </a:p>
        </p:txBody>
      </p:sp>
      <p:cxnSp>
        <p:nvCxnSpPr>
          <p:cNvPr id="56" name="Straight Arrow Connector 81">
            <a:extLst>
              <a:ext uri="{FF2B5EF4-FFF2-40B4-BE49-F238E27FC236}">
                <a16:creationId xmlns:a16="http://schemas.microsoft.com/office/drawing/2014/main" id="{A0E1D41D-EB09-C841-0BE2-B9004F6825FA}"/>
              </a:ext>
            </a:extLst>
          </p:cNvPr>
          <p:cNvCxnSpPr>
            <a:cxnSpLocks/>
          </p:cNvCxnSpPr>
          <p:nvPr/>
        </p:nvCxnSpPr>
        <p:spPr>
          <a:xfrm>
            <a:off x="763988" y="4053437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6E850A0E-4E01-3229-729F-F681B0CBAB48}"/>
              </a:ext>
            </a:extLst>
          </p:cNvPr>
          <p:cNvSpPr txBox="1"/>
          <p:nvPr/>
        </p:nvSpPr>
        <p:spPr>
          <a:xfrm>
            <a:off x="763987" y="380721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accent3"/>
                </a:solidFill>
              </a:rPr>
              <a:t>TCP SYN</a:t>
            </a:r>
            <a:endParaRPr kumimoji="1" lang="ko-KR" altLang="en-US" sz="1000" i="1">
              <a:solidFill>
                <a:schemeClr val="accent3"/>
              </a:solidFill>
            </a:endParaRPr>
          </a:p>
        </p:txBody>
      </p:sp>
      <p:cxnSp>
        <p:nvCxnSpPr>
          <p:cNvPr id="58" name="Straight Arrow Connector 81">
            <a:extLst>
              <a:ext uri="{FF2B5EF4-FFF2-40B4-BE49-F238E27FC236}">
                <a16:creationId xmlns:a16="http://schemas.microsoft.com/office/drawing/2014/main" id="{06CCEFDF-6B66-5681-8A8D-5F2A08A42BCC}"/>
              </a:ext>
            </a:extLst>
          </p:cNvPr>
          <p:cNvCxnSpPr>
            <a:cxnSpLocks/>
          </p:cNvCxnSpPr>
          <p:nvPr/>
        </p:nvCxnSpPr>
        <p:spPr>
          <a:xfrm>
            <a:off x="763988" y="4527284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FDDD330-3DEA-F8BF-5C56-242DB5AF21F6}"/>
              </a:ext>
            </a:extLst>
          </p:cNvPr>
          <p:cNvSpPr txBox="1"/>
          <p:nvPr/>
        </p:nvSpPr>
        <p:spPr>
          <a:xfrm>
            <a:off x="879694" y="4530667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chemeClr val="accent3"/>
                </a:solidFill>
              </a:rPr>
              <a:t>503 Service Unavailable</a:t>
            </a:r>
            <a:endParaRPr kumimoji="1" lang="ko-KR" altLang="en-US" sz="1000" i="1">
              <a:solidFill>
                <a:schemeClr val="accent3"/>
              </a:solidFill>
            </a:endParaRPr>
          </a:p>
        </p:txBody>
      </p:sp>
      <p:cxnSp>
        <p:nvCxnSpPr>
          <p:cNvPr id="60" name="Straight Arrow Connector 81">
            <a:extLst>
              <a:ext uri="{FF2B5EF4-FFF2-40B4-BE49-F238E27FC236}">
                <a16:creationId xmlns:a16="http://schemas.microsoft.com/office/drawing/2014/main" id="{D98C8587-6CE3-622A-EBF4-F439EA09CB72}"/>
              </a:ext>
            </a:extLst>
          </p:cNvPr>
          <p:cNvCxnSpPr>
            <a:cxnSpLocks/>
          </p:cNvCxnSpPr>
          <p:nvPr/>
        </p:nvCxnSpPr>
        <p:spPr>
          <a:xfrm>
            <a:off x="763988" y="4845513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CCE4EEA0-2F48-6149-FDB8-12E0CDDE3F66}"/>
              </a:ext>
            </a:extLst>
          </p:cNvPr>
          <p:cNvSpPr txBox="1"/>
          <p:nvPr/>
        </p:nvSpPr>
        <p:spPr>
          <a:xfrm>
            <a:off x="763987" y="459929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accent3"/>
                </a:solidFill>
              </a:rPr>
              <a:t>TCP FIN</a:t>
            </a:r>
            <a:endParaRPr kumimoji="1" lang="ko-KR" altLang="en-US" sz="1000" i="1">
              <a:solidFill>
                <a:schemeClr val="accent3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C85CA5C-364D-7643-EE5B-16EFB1858CBE}"/>
              </a:ext>
            </a:extLst>
          </p:cNvPr>
          <p:cNvSpPr txBox="1"/>
          <p:nvPr/>
        </p:nvSpPr>
        <p:spPr>
          <a:xfrm>
            <a:off x="5364087" y="2933869"/>
            <a:ext cx="936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>
                <a:solidFill>
                  <a:schemeClr val="tx2"/>
                </a:solidFill>
              </a:rPr>
              <a:t>Retries with timeouts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FC08FC9-C606-BD39-8B8A-52C3FF43061A}"/>
              </a:ext>
            </a:extLst>
          </p:cNvPr>
          <p:cNvSpPr txBox="1"/>
          <p:nvPr/>
        </p:nvSpPr>
        <p:spPr>
          <a:xfrm>
            <a:off x="5364087" y="1439614"/>
            <a:ext cx="936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>
                <a:solidFill>
                  <a:srgbClr val="C00000"/>
                </a:solidFill>
              </a:rPr>
              <a:t>Retries with timeouts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4571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8B082-2659-68BD-E156-BEB8FFA30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0E9E11FF-640D-D68E-1305-2ACEC3CE9C31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7285DF78-96F6-C916-7A9C-19B2D7E74B33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A9AA8E6D-0965-2A72-2998-AD2A3FB3A006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FED3B801-CDA1-5012-0F0E-23CA41E011BE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9A62DE67-59E1-2508-F3F3-582C4255EF5E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9FF909F2-7E39-92AD-8821-7015BC35F24F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01BFBEF8-45E6-8695-2F95-5229BB67192B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50861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3FDC3781-E09C-65C2-613C-26E385B9D6D1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63992" y="634882"/>
            <a:ext cx="0" cy="450861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2418F6AB-88BB-4B70-A283-BE1B702CCF53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50861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91F3F13B-7E43-9CCF-D4C8-C4B4E08CCA46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50861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28988957-1837-2478-5589-558DAE33A4A8}"/>
              </a:ext>
            </a:extLst>
          </p:cNvPr>
          <p:cNvCxnSpPr>
            <a:cxnSpLocks/>
          </p:cNvCxnSpPr>
          <p:nvPr/>
        </p:nvCxnSpPr>
        <p:spPr>
          <a:xfrm>
            <a:off x="763988" y="1431885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D4FBBC2-527C-260A-97B5-A7FC4E2CAF2A}"/>
              </a:ext>
            </a:extLst>
          </p:cNvPr>
          <p:cNvSpPr txBox="1"/>
          <p:nvPr/>
        </p:nvSpPr>
        <p:spPr>
          <a:xfrm>
            <a:off x="763987" y="118566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GET </a:t>
            </a:r>
            <a:r>
              <a:rPr lang="en" altLang="ko-KR" sz="1000" i="1">
                <a:solidFill>
                  <a:srgbClr val="C00000"/>
                </a:solidFill>
              </a:rPr>
              <a:t>mock-server:8080/status/200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66AD47C2-BCA5-9ED9-094A-7726DA4B9CE5}"/>
              </a:ext>
            </a:extLst>
          </p:cNvPr>
          <p:cNvCxnSpPr>
            <a:cxnSpLocks/>
          </p:cNvCxnSpPr>
          <p:nvPr/>
        </p:nvCxnSpPr>
        <p:spPr>
          <a:xfrm>
            <a:off x="3681969" y="1505680"/>
            <a:ext cx="178006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81">
            <a:extLst>
              <a:ext uri="{FF2B5EF4-FFF2-40B4-BE49-F238E27FC236}">
                <a16:creationId xmlns:a16="http://schemas.microsoft.com/office/drawing/2014/main" id="{E7FDFD21-7DC3-824E-DB58-ABFC58183028}"/>
              </a:ext>
            </a:extLst>
          </p:cNvPr>
          <p:cNvCxnSpPr>
            <a:cxnSpLocks/>
          </p:cNvCxnSpPr>
          <p:nvPr/>
        </p:nvCxnSpPr>
        <p:spPr>
          <a:xfrm>
            <a:off x="763987" y="1871280"/>
            <a:ext cx="2917982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23B09C75-7C8C-460E-EB38-1BF23F770A01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1398D40-353D-6B28-DC3A-8FED5F9E1B64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TCP SYN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5" name="Straight Arrow Connector 81">
            <a:extLst>
              <a:ext uri="{FF2B5EF4-FFF2-40B4-BE49-F238E27FC236}">
                <a16:creationId xmlns:a16="http://schemas.microsoft.com/office/drawing/2014/main" id="{6F9E4664-98B8-A652-7112-71EA53E11119}"/>
              </a:ext>
            </a:extLst>
          </p:cNvPr>
          <p:cNvCxnSpPr>
            <a:cxnSpLocks/>
          </p:cNvCxnSpPr>
          <p:nvPr/>
        </p:nvCxnSpPr>
        <p:spPr>
          <a:xfrm>
            <a:off x="763988" y="2236238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E7AD8A7-F2C8-F3C7-BBA9-E044D3B437AE}"/>
              </a:ext>
            </a:extLst>
          </p:cNvPr>
          <p:cNvSpPr txBox="1"/>
          <p:nvPr/>
        </p:nvSpPr>
        <p:spPr>
          <a:xfrm>
            <a:off x="763987" y="1977441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TCP FIN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13" name="Straight Arrow Connector 81">
            <a:extLst>
              <a:ext uri="{FF2B5EF4-FFF2-40B4-BE49-F238E27FC236}">
                <a16:creationId xmlns:a16="http://schemas.microsoft.com/office/drawing/2014/main" id="{1EE586B0-D6CB-BD8B-3571-CCD0E9FD8027}"/>
              </a:ext>
            </a:extLst>
          </p:cNvPr>
          <p:cNvCxnSpPr>
            <a:cxnSpLocks/>
          </p:cNvCxnSpPr>
          <p:nvPr/>
        </p:nvCxnSpPr>
        <p:spPr>
          <a:xfrm>
            <a:off x="3681969" y="1635646"/>
            <a:ext cx="178006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81">
            <a:extLst>
              <a:ext uri="{FF2B5EF4-FFF2-40B4-BE49-F238E27FC236}">
                <a16:creationId xmlns:a16="http://schemas.microsoft.com/office/drawing/2014/main" id="{AF5C3711-1E57-97AA-0914-D7787FA5A6DB}"/>
              </a:ext>
            </a:extLst>
          </p:cNvPr>
          <p:cNvCxnSpPr>
            <a:cxnSpLocks/>
          </p:cNvCxnSpPr>
          <p:nvPr/>
        </p:nvCxnSpPr>
        <p:spPr>
          <a:xfrm>
            <a:off x="3681969" y="1779662"/>
            <a:ext cx="178006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10AB54B-DE95-0745-1F63-C80E3396D397}"/>
              </a:ext>
            </a:extLst>
          </p:cNvPr>
          <p:cNvSpPr txBox="1"/>
          <p:nvPr/>
        </p:nvSpPr>
        <p:spPr>
          <a:xfrm>
            <a:off x="879694" y="1871281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rgbClr val="C00000"/>
                </a:solidFill>
              </a:rPr>
              <a:t>503 Service Unavailable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35" name="Straight Arrow Connector 81">
            <a:extLst>
              <a:ext uri="{FF2B5EF4-FFF2-40B4-BE49-F238E27FC236}">
                <a16:creationId xmlns:a16="http://schemas.microsoft.com/office/drawing/2014/main" id="{6CDA6293-E3A2-70F8-BD9F-FF624569866C}"/>
              </a:ext>
            </a:extLst>
          </p:cNvPr>
          <p:cNvCxnSpPr>
            <a:cxnSpLocks/>
          </p:cNvCxnSpPr>
          <p:nvPr/>
        </p:nvCxnSpPr>
        <p:spPr>
          <a:xfrm>
            <a:off x="763988" y="2930163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29B750F-4961-39B7-E40A-E35BBD6F1C4B}"/>
              </a:ext>
            </a:extLst>
          </p:cNvPr>
          <p:cNvSpPr txBox="1"/>
          <p:nvPr/>
        </p:nvSpPr>
        <p:spPr>
          <a:xfrm>
            <a:off x="763987" y="268394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GET </a:t>
            </a:r>
            <a:r>
              <a:rPr lang="en" altLang="ko-KR" sz="1000" i="1">
                <a:solidFill>
                  <a:schemeClr val="tx2"/>
                </a:solidFill>
              </a:rPr>
              <a:t>mock-server:8080/status/200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cxnSp>
        <p:nvCxnSpPr>
          <p:cNvPr id="39" name="Straight Arrow Connector 81">
            <a:extLst>
              <a:ext uri="{FF2B5EF4-FFF2-40B4-BE49-F238E27FC236}">
                <a16:creationId xmlns:a16="http://schemas.microsoft.com/office/drawing/2014/main" id="{21B3CE91-89D6-382D-90F2-1938AC3CE72A}"/>
              </a:ext>
            </a:extLst>
          </p:cNvPr>
          <p:cNvCxnSpPr>
            <a:cxnSpLocks/>
          </p:cNvCxnSpPr>
          <p:nvPr/>
        </p:nvCxnSpPr>
        <p:spPr>
          <a:xfrm>
            <a:off x="3681969" y="3003958"/>
            <a:ext cx="1780064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81">
            <a:extLst>
              <a:ext uri="{FF2B5EF4-FFF2-40B4-BE49-F238E27FC236}">
                <a16:creationId xmlns:a16="http://schemas.microsoft.com/office/drawing/2014/main" id="{3D2BF147-803C-EA33-8B76-CB8350666716}"/>
              </a:ext>
            </a:extLst>
          </p:cNvPr>
          <p:cNvCxnSpPr>
            <a:cxnSpLocks/>
          </p:cNvCxnSpPr>
          <p:nvPr/>
        </p:nvCxnSpPr>
        <p:spPr>
          <a:xfrm>
            <a:off x="763987" y="3369558"/>
            <a:ext cx="2917982" cy="0"/>
          </a:xfrm>
          <a:prstGeom prst="straightConnector1">
            <a:avLst/>
          </a:prstGeom>
          <a:ln>
            <a:solidFill>
              <a:schemeClr val="tx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81">
            <a:extLst>
              <a:ext uri="{FF2B5EF4-FFF2-40B4-BE49-F238E27FC236}">
                <a16:creationId xmlns:a16="http://schemas.microsoft.com/office/drawing/2014/main" id="{AC7185D3-00FB-5D2F-8239-F0D065745CE2}"/>
              </a:ext>
            </a:extLst>
          </p:cNvPr>
          <p:cNvCxnSpPr>
            <a:cxnSpLocks/>
          </p:cNvCxnSpPr>
          <p:nvPr/>
        </p:nvCxnSpPr>
        <p:spPr>
          <a:xfrm>
            <a:off x="763988" y="2576043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3586560-384C-739B-AB20-5D10E846C6F4}"/>
              </a:ext>
            </a:extLst>
          </p:cNvPr>
          <p:cNvSpPr txBox="1"/>
          <p:nvPr/>
        </p:nvSpPr>
        <p:spPr>
          <a:xfrm>
            <a:off x="763987" y="232982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TCP SYN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cxnSp>
        <p:nvCxnSpPr>
          <p:cNvPr id="43" name="Straight Arrow Connector 81">
            <a:extLst>
              <a:ext uri="{FF2B5EF4-FFF2-40B4-BE49-F238E27FC236}">
                <a16:creationId xmlns:a16="http://schemas.microsoft.com/office/drawing/2014/main" id="{4F34905A-5AC5-D46A-1704-32AD81C98A35}"/>
              </a:ext>
            </a:extLst>
          </p:cNvPr>
          <p:cNvCxnSpPr>
            <a:cxnSpLocks/>
          </p:cNvCxnSpPr>
          <p:nvPr/>
        </p:nvCxnSpPr>
        <p:spPr>
          <a:xfrm>
            <a:off x="763988" y="3734516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118DC68-DFC0-F5DA-3509-BE91F72460A0}"/>
              </a:ext>
            </a:extLst>
          </p:cNvPr>
          <p:cNvSpPr txBox="1"/>
          <p:nvPr/>
        </p:nvSpPr>
        <p:spPr>
          <a:xfrm>
            <a:off x="763987" y="3475719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TCP FIN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cxnSp>
        <p:nvCxnSpPr>
          <p:cNvPr id="45" name="Straight Arrow Connector 81">
            <a:extLst>
              <a:ext uri="{FF2B5EF4-FFF2-40B4-BE49-F238E27FC236}">
                <a16:creationId xmlns:a16="http://schemas.microsoft.com/office/drawing/2014/main" id="{028469F3-B3DB-F5FD-F495-CFBAA5E96E26}"/>
              </a:ext>
            </a:extLst>
          </p:cNvPr>
          <p:cNvCxnSpPr>
            <a:cxnSpLocks/>
          </p:cNvCxnSpPr>
          <p:nvPr/>
        </p:nvCxnSpPr>
        <p:spPr>
          <a:xfrm>
            <a:off x="3681969" y="3133924"/>
            <a:ext cx="1780064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6AA4636-00D2-28E9-7F68-1D672EC9C95E}"/>
              </a:ext>
            </a:extLst>
          </p:cNvPr>
          <p:cNvSpPr txBox="1"/>
          <p:nvPr/>
        </p:nvSpPr>
        <p:spPr>
          <a:xfrm>
            <a:off x="879694" y="3369559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chemeClr val="tx2"/>
                </a:solidFill>
              </a:rPr>
              <a:t>503 Service Unavailable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cxnSp>
        <p:nvCxnSpPr>
          <p:cNvPr id="50" name="Straight Arrow Connector 81">
            <a:extLst>
              <a:ext uri="{FF2B5EF4-FFF2-40B4-BE49-F238E27FC236}">
                <a16:creationId xmlns:a16="http://schemas.microsoft.com/office/drawing/2014/main" id="{89A357A8-41DF-BD0B-19B5-3E67FF11C9C9}"/>
              </a:ext>
            </a:extLst>
          </p:cNvPr>
          <p:cNvCxnSpPr>
            <a:cxnSpLocks/>
          </p:cNvCxnSpPr>
          <p:nvPr/>
        </p:nvCxnSpPr>
        <p:spPr>
          <a:xfrm>
            <a:off x="763988" y="4407557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B1F8055-19B5-1414-5B81-DADCAC9AB0C1}"/>
              </a:ext>
            </a:extLst>
          </p:cNvPr>
          <p:cNvSpPr txBox="1"/>
          <p:nvPr/>
        </p:nvSpPr>
        <p:spPr>
          <a:xfrm>
            <a:off x="763987" y="416133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accent3"/>
                </a:solidFill>
              </a:rPr>
              <a:t>GET </a:t>
            </a:r>
            <a:r>
              <a:rPr lang="en" altLang="ko-KR" sz="1000" i="1">
                <a:solidFill>
                  <a:schemeClr val="accent3"/>
                </a:solidFill>
              </a:rPr>
              <a:t>mock-server:8080/status/200</a:t>
            </a:r>
            <a:endParaRPr kumimoji="1" lang="ko-KR" altLang="en-US" sz="1000" i="1">
              <a:solidFill>
                <a:schemeClr val="accent3"/>
              </a:solidFill>
            </a:endParaRPr>
          </a:p>
        </p:txBody>
      </p:sp>
      <p:cxnSp>
        <p:nvCxnSpPr>
          <p:cNvPr id="56" name="Straight Arrow Connector 81">
            <a:extLst>
              <a:ext uri="{FF2B5EF4-FFF2-40B4-BE49-F238E27FC236}">
                <a16:creationId xmlns:a16="http://schemas.microsoft.com/office/drawing/2014/main" id="{ADEDA3B3-01EE-93EC-4996-E93F33135E85}"/>
              </a:ext>
            </a:extLst>
          </p:cNvPr>
          <p:cNvCxnSpPr>
            <a:cxnSpLocks/>
          </p:cNvCxnSpPr>
          <p:nvPr/>
        </p:nvCxnSpPr>
        <p:spPr>
          <a:xfrm>
            <a:off x="763988" y="4053437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9756BC60-4EF3-5967-9E68-6621D435A6C2}"/>
              </a:ext>
            </a:extLst>
          </p:cNvPr>
          <p:cNvSpPr txBox="1"/>
          <p:nvPr/>
        </p:nvSpPr>
        <p:spPr>
          <a:xfrm>
            <a:off x="763987" y="380721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accent3"/>
                </a:solidFill>
              </a:rPr>
              <a:t>TCP SYN</a:t>
            </a:r>
            <a:endParaRPr kumimoji="1" lang="ko-KR" altLang="en-US" sz="1000" i="1">
              <a:solidFill>
                <a:schemeClr val="accent3"/>
              </a:solidFill>
            </a:endParaRPr>
          </a:p>
        </p:txBody>
      </p:sp>
      <p:cxnSp>
        <p:nvCxnSpPr>
          <p:cNvPr id="58" name="Straight Arrow Connector 81">
            <a:extLst>
              <a:ext uri="{FF2B5EF4-FFF2-40B4-BE49-F238E27FC236}">
                <a16:creationId xmlns:a16="http://schemas.microsoft.com/office/drawing/2014/main" id="{F0E25159-F3D0-089F-D7A5-1A40B459E378}"/>
              </a:ext>
            </a:extLst>
          </p:cNvPr>
          <p:cNvCxnSpPr>
            <a:cxnSpLocks/>
          </p:cNvCxnSpPr>
          <p:nvPr/>
        </p:nvCxnSpPr>
        <p:spPr>
          <a:xfrm>
            <a:off x="763988" y="4527284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55C8B179-12AD-6F61-9F2A-D24AC5BF45AF}"/>
              </a:ext>
            </a:extLst>
          </p:cNvPr>
          <p:cNvSpPr txBox="1"/>
          <p:nvPr/>
        </p:nvSpPr>
        <p:spPr>
          <a:xfrm>
            <a:off x="879694" y="4530667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chemeClr val="accent3"/>
                </a:solidFill>
              </a:rPr>
              <a:t>503 Service Unavailable</a:t>
            </a:r>
            <a:endParaRPr kumimoji="1" lang="ko-KR" altLang="en-US" sz="1000" i="1">
              <a:solidFill>
                <a:schemeClr val="accent3"/>
              </a:solidFill>
            </a:endParaRPr>
          </a:p>
        </p:txBody>
      </p:sp>
      <p:cxnSp>
        <p:nvCxnSpPr>
          <p:cNvPr id="60" name="Straight Arrow Connector 81">
            <a:extLst>
              <a:ext uri="{FF2B5EF4-FFF2-40B4-BE49-F238E27FC236}">
                <a16:creationId xmlns:a16="http://schemas.microsoft.com/office/drawing/2014/main" id="{CEF61903-D1D1-9DD3-9A8B-9F629FB6B0F3}"/>
              </a:ext>
            </a:extLst>
          </p:cNvPr>
          <p:cNvCxnSpPr>
            <a:cxnSpLocks/>
          </p:cNvCxnSpPr>
          <p:nvPr/>
        </p:nvCxnSpPr>
        <p:spPr>
          <a:xfrm>
            <a:off x="763988" y="4845513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8DFE40C0-C018-8E69-2797-845A2219F5C8}"/>
              </a:ext>
            </a:extLst>
          </p:cNvPr>
          <p:cNvSpPr txBox="1"/>
          <p:nvPr/>
        </p:nvSpPr>
        <p:spPr>
          <a:xfrm>
            <a:off x="763987" y="459929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accent3"/>
                </a:solidFill>
              </a:rPr>
              <a:t>TCP FIN</a:t>
            </a:r>
            <a:endParaRPr kumimoji="1" lang="ko-KR" altLang="en-US" sz="1000" i="1">
              <a:solidFill>
                <a:schemeClr val="accent3"/>
              </a:solidFill>
            </a:endParaRPr>
          </a:p>
        </p:txBody>
      </p:sp>
      <p:cxnSp>
        <p:nvCxnSpPr>
          <p:cNvPr id="20" name="Straight Arrow Connector 81">
            <a:extLst>
              <a:ext uri="{FF2B5EF4-FFF2-40B4-BE49-F238E27FC236}">
                <a16:creationId xmlns:a16="http://schemas.microsoft.com/office/drawing/2014/main" id="{F488C4B8-5546-0A5E-0F7C-170A159846FC}"/>
              </a:ext>
            </a:extLst>
          </p:cNvPr>
          <p:cNvCxnSpPr>
            <a:cxnSpLocks/>
          </p:cNvCxnSpPr>
          <p:nvPr/>
        </p:nvCxnSpPr>
        <p:spPr>
          <a:xfrm flipH="1">
            <a:off x="3681969" y="1563638"/>
            <a:ext cx="178006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81">
            <a:extLst>
              <a:ext uri="{FF2B5EF4-FFF2-40B4-BE49-F238E27FC236}">
                <a16:creationId xmlns:a16="http://schemas.microsoft.com/office/drawing/2014/main" id="{2298B6C6-E644-A05D-D21C-7A3B192E87A7}"/>
              </a:ext>
            </a:extLst>
          </p:cNvPr>
          <p:cNvCxnSpPr>
            <a:cxnSpLocks/>
          </p:cNvCxnSpPr>
          <p:nvPr/>
        </p:nvCxnSpPr>
        <p:spPr>
          <a:xfrm flipH="1">
            <a:off x="3681969" y="1707654"/>
            <a:ext cx="178006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81">
            <a:extLst>
              <a:ext uri="{FF2B5EF4-FFF2-40B4-BE49-F238E27FC236}">
                <a16:creationId xmlns:a16="http://schemas.microsoft.com/office/drawing/2014/main" id="{7D3EEC3A-8C8D-B29A-8D8D-0EFB3F5BCEE4}"/>
              </a:ext>
            </a:extLst>
          </p:cNvPr>
          <p:cNvCxnSpPr>
            <a:cxnSpLocks/>
          </p:cNvCxnSpPr>
          <p:nvPr/>
        </p:nvCxnSpPr>
        <p:spPr>
          <a:xfrm flipH="1">
            <a:off x="3681969" y="1851670"/>
            <a:ext cx="178006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19BE8C-26DF-9344-1E24-5B314112F8AD}"/>
              </a:ext>
            </a:extLst>
          </p:cNvPr>
          <p:cNvSpPr txBox="1"/>
          <p:nvPr/>
        </p:nvSpPr>
        <p:spPr>
          <a:xfrm>
            <a:off x="5364087" y="2933869"/>
            <a:ext cx="936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>
                <a:solidFill>
                  <a:schemeClr val="tx2"/>
                </a:solidFill>
              </a:rPr>
              <a:t>Retries with TCP RST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546247-0089-9F75-197C-06E1F11E50EC}"/>
              </a:ext>
            </a:extLst>
          </p:cNvPr>
          <p:cNvSpPr txBox="1"/>
          <p:nvPr/>
        </p:nvSpPr>
        <p:spPr>
          <a:xfrm>
            <a:off x="5364087" y="1439614"/>
            <a:ext cx="936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>
                <a:solidFill>
                  <a:srgbClr val="C00000"/>
                </a:solidFill>
              </a:rPr>
              <a:t>Retries with TCP RST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33" name="Straight Arrow Connector 81">
            <a:extLst>
              <a:ext uri="{FF2B5EF4-FFF2-40B4-BE49-F238E27FC236}">
                <a16:creationId xmlns:a16="http://schemas.microsoft.com/office/drawing/2014/main" id="{1B0ADAD6-DA5A-065B-55F8-4510E9273579}"/>
              </a:ext>
            </a:extLst>
          </p:cNvPr>
          <p:cNvCxnSpPr>
            <a:cxnSpLocks/>
          </p:cNvCxnSpPr>
          <p:nvPr/>
        </p:nvCxnSpPr>
        <p:spPr>
          <a:xfrm flipH="1">
            <a:off x="3681969" y="3063280"/>
            <a:ext cx="1780065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81">
            <a:extLst>
              <a:ext uri="{FF2B5EF4-FFF2-40B4-BE49-F238E27FC236}">
                <a16:creationId xmlns:a16="http://schemas.microsoft.com/office/drawing/2014/main" id="{B0FD86AD-4315-1F62-D13F-82B5E3D1D169}"/>
              </a:ext>
            </a:extLst>
          </p:cNvPr>
          <p:cNvCxnSpPr>
            <a:cxnSpLocks/>
          </p:cNvCxnSpPr>
          <p:nvPr/>
        </p:nvCxnSpPr>
        <p:spPr>
          <a:xfrm flipH="1">
            <a:off x="3681969" y="3207296"/>
            <a:ext cx="1780065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5895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3DD1A-6D40-A147-DE5E-A05E30DBD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AB8E78F8-1591-AE69-1E37-927FA70D6CEA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604EF53A-69F0-E3D9-C9EF-5E8E7B0D1029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4D334FD3-EA35-AE07-D70C-317C29D45A48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CD48C193-16FE-29A7-12C4-246B6E4FA8D5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450CCA5C-F2BD-D667-F79E-4D0CC7B06413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915B6E78-C89B-F1C6-B8DE-CC2E4FDD06A7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9B78CFD0-AD7A-8A80-FD3A-62F580AC8E7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0FFF3D4B-8D1C-B75C-9B1A-2590563A0199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63992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53115B06-1AAB-C7CD-210B-DC4C4D36D19F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385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FF638221-0B5F-9600-B76E-D808776D6ECE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D33B417D-0BFA-AC90-714A-17B6BC56FE12}"/>
              </a:ext>
            </a:extLst>
          </p:cNvPr>
          <p:cNvCxnSpPr>
            <a:cxnSpLocks/>
          </p:cNvCxnSpPr>
          <p:nvPr/>
        </p:nvCxnSpPr>
        <p:spPr>
          <a:xfrm>
            <a:off x="763988" y="143188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C084E6D-3A76-B5E9-92C0-D2F7BCB88933}"/>
              </a:ext>
            </a:extLst>
          </p:cNvPr>
          <p:cNvSpPr txBox="1"/>
          <p:nvPr/>
        </p:nvSpPr>
        <p:spPr>
          <a:xfrm>
            <a:off x="763987" y="118566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mock-server:8080/delay/70000</a:t>
            </a:r>
            <a:endParaRPr kumimoji="1" lang="ko-KR" altLang="en-US" sz="1000" i="1"/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7130DF38-EFBB-824E-9F76-7D6873BE0026}"/>
              </a:ext>
            </a:extLst>
          </p:cNvPr>
          <p:cNvCxnSpPr>
            <a:cxnSpLocks/>
          </p:cNvCxnSpPr>
          <p:nvPr/>
        </p:nvCxnSpPr>
        <p:spPr>
          <a:xfrm>
            <a:off x="3681969" y="1505680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81">
            <a:extLst>
              <a:ext uri="{FF2B5EF4-FFF2-40B4-BE49-F238E27FC236}">
                <a16:creationId xmlns:a16="http://schemas.microsoft.com/office/drawing/2014/main" id="{2CE6A5DF-FDBA-3EFA-F4A8-4008FE6D6244}"/>
              </a:ext>
            </a:extLst>
          </p:cNvPr>
          <p:cNvCxnSpPr>
            <a:cxnSpLocks/>
          </p:cNvCxnSpPr>
          <p:nvPr/>
        </p:nvCxnSpPr>
        <p:spPr>
          <a:xfrm>
            <a:off x="5462033" y="1585571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83249717-30B4-FE98-BF9A-9C7DC3DA229E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70118EF-AC51-4B5D-DF3C-00CD3C65638E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SYN</a:t>
            </a:r>
            <a:endParaRPr kumimoji="1" lang="ko-KR" altLang="en-US" sz="1000" i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BE5FBC-E28D-7B2A-C874-13A3EE27F949}"/>
              </a:ext>
            </a:extLst>
          </p:cNvPr>
          <p:cNvSpPr txBox="1"/>
          <p:nvPr/>
        </p:nvSpPr>
        <p:spPr>
          <a:xfrm>
            <a:off x="763987" y="309978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FIN</a:t>
            </a:r>
            <a:endParaRPr kumimoji="1" lang="ko-KR" altLang="en-US" sz="1000" i="1"/>
          </a:p>
        </p:txBody>
      </p:sp>
      <p:cxnSp>
        <p:nvCxnSpPr>
          <p:cNvPr id="15" name="Straight Arrow Connector 81">
            <a:extLst>
              <a:ext uri="{FF2B5EF4-FFF2-40B4-BE49-F238E27FC236}">
                <a16:creationId xmlns:a16="http://schemas.microsoft.com/office/drawing/2014/main" id="{B05D578E-61FC-96B3-FC53-A437C9F4C288}"/>
              </a:ext>
            </a:extLst>
          </p:cNvPr>
          <p:cNvCxnSpPr>
            <a:cxnSpLocks/>
          </p:cNvCxnSpPr>
          <p:nvPr/>
        </p:nvCxnSpPr>
        <p:spPr>
          <a:xfrm>
            <a:off x="763988" y="3346003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81">
            <a:extLst>
              <a:ext uri="{FF2B5EF4-FFF2-40B4-BE49-F238E27FC236}">
                <a16:creationId xmlns:a16="http://schemas.microsoft.com/office/drawing/2014/main" id="{081A9B71-B032-C319-ED5E-DE1B69EE18E4}"/>
              </a:ext>
            </a:extLst>
          </p:cNvPr>
          <p:cNvCxnSpPr>
            <a:cxnSpLocks/>
          </p:cNvCxnSpPr>
          <p:nvPr/>
        </p:nvCxnSpPr>
        <p:spPr>
          <a:xfrm>
            <a:off x="5462033" y="2508211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81">
            <a:extLst>
              <a:ext uri="{FF2B5EF4-FFF2-40B4-BE49-F238E27FC236}">
                <a16:creationId xmlns:a16="http://schemas.microsoft.com/office/drawing/2014/main" id="{4197DE88-3E77-4E32-AD1D-748C02A95A83}"/>
              </a:ext>
            </a:extLst>
          </p:cNvPr>
          <p:cNvCxnSpPr>
            <a:cxnSpLocks/>
          </p:cNvCxnSpPr>
          <p:nvPr/>
        </p:nvCxnSpPr>
        <p:spPr>
          <a:xfrm>
            <a:off x="3681969" y="2817510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81">
            <a:extLst>
              <a:ext uri="{FF2B5EF4-FFF2-40B4-BE49-F238E27FC236}">
                <a16:creationId xmlns:a16="http://schemas.microsoft.com/office/drawing/2014/main" id="{7A256749-A614-4E81-CAFF-506DA657D135}"/>
              </a:ext>
            </a:extLst>
          </p:cNvPr>
          <p:cNvCxnSpPr>
            <a:cxnSpLocks/>
          </p:cNvCxnSpPr>
          <p:nvPr/>
        </p:nvCxnSpPr>
        <p:spPr>
          <a:xfrm>
            <a:off x="5462033" y="2897401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8609130-B181-8CF9-503D-FD2A230DD263}"/>
              </a:ext>
            </a:extLst>
          </p:cNvPr>
          <p:cNvSpPr txBox="1"/>
          <p:nvPr/>
        </p:nvSpPr>
        <p:spPr>
          <a:xfrm>
            <a:off x="3681968" y="2567223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  <p:sp>
        <p:nvSpPr>
          <p:cNvPr id="5" name="호 4">
            <a:extLst>
              <a:ext uri="{FF2B5EF4-FFF2-40B4-BE49-F238E27FC236}">
                <a16:creationId xmlns:a16="http://schemas.microsoft.com/office/drawing/2014/main" id="{D6A37697-7830-01A9-FE7E-75C7165E399A}"/>
              </a:ext>
            </a:extLst>
          </p:cNvPr>
          <p:cNvSpPr/>
          <p:nvPr/>
        </p:nvSpPr>
        <p:spPr>
          <a:xfrm flipH="1">
            <a:off x="3547158" y="1504224"/>
            <a:ext cx="276365" cy="939455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691C1F-EDAA-1CC7-4CDE-4BBFB5A699DC}"/>
              </a:ext>
            </a:extLst>
          </p:cNvPr>
          <p:cNvSpPr txBox="1"/>
          <p:nvPr/>
        </p:nvSpPr>
        <p:spPr>
          <a:xfrm>
            <a:off x="2843809" y="1850840"/>
            <a:ext cx="7406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/>
              <a:t>60000ms</a:t>
            </a:r>
            <a:endParaRPr kumimoji="1" lang="ko-KR" altLang="en-US" sz="1000" i="1"/>
          </a:p>
        </p:txBody>
      </p:sp>
      <p:cxnSp>
        <p:nvCxnSpPr>
          <p:cNvPr id="13" name="Straight Arrow Connector 81">
            <a:extLst>
              <a:ext uri="{FF2B5EF4-FFF2-40B4-BE49-F238E27FC236}">
                <a16:creationId xmlns:a16="http://schemas.microsoft.com/office/drawing/2014/main" id="{0FD4A88B-7A28-75F5-01D1-ED6D243AA2A5}"/>
              </a:ext>
            </a:extLst>
          </p:cNvPr>
          <p:cNvCxnSpPr>
            <a:cxnSpLocks/>
          </p:cNvCxnSpPr>
          <p:nvPr/>
        </p:nvCxnSpPr>
        <p:spPr>
          <a:xfrm flipH="1">
            <a:off x="763987" y="2996547"/>
            <a:ext cx="29179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D916ACF-8E9B-E362-4E6E-63BE0779EE3D}"/>
              </a:ext>
            </a:extLst>
          </p:cNvPr>
          <p:cNvSpPr txBox="1"/>
          <p:nvPr/>
        </p:nvSpPr>
        <p:spPr>
          <a:xfrm>
            <a:off x="872620" y="2996539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504 Gateway Timeout</a:t>
            </a:r>
            <a:endParaRPr kumimoji="1" lang="ko-KR" altLang="en-US" sz="1000" i="1"/>
          </a:p>
        </p:txBody>
      </p:sp>
      <p:cxnSp>
        <p:nvCxnSpPr>
          <p:cNvPr id="24" name="Straight Arrow Connector 81">
            <a:extLst>
              <a:ext uri="{FF2B5EF4-FFF2-40B4-BE49-F238E27FC236}">
                <a16:creationId xmlns:a16="http://schemas.microsoft.com/office/drawing/2014/main" id="{8DC04F49-9F66-3BC8-83DE-841489CAA638}"/>
              </a:ext>
            </a:extLst>
          </p:cNvPr>
          <p:cNvCxnSpPr>
            <a:cxnSpLocks/>
          </p:cNvCxnSpPr>
          <p:nvPr/>
        </p:nvCxnSpPr>
        <p:spPr>
          <a:xfrm>
            <a:off x="3681969" y="2447745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0DDA2D5-A9C9-F135-5EC4-1D79A17EB744}"/>
              </a:ext>
            </a:extLst>
          </p:cNvPr>
          <p:cNvSpPr txBox="1"/>
          <p:nvPr/>
        </p:nvSpPr>
        <p:spPr>
          <a:xfrm>
            <a:off x="3681968" y="220127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FIN</a:t>
            </a:r>
            <a:endParaRPr kumimoji="1"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1116140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B1138-225E-1E21-080A-7A0BE143F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871B05-BAE8-620B-CFC0-111F22C37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465752-712C-5AD6-0579-42CA9238A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015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0473D-5439-97B1-2615-8CB22F651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B21FDD54-6E04-6840-DC58-64C10D79F1F3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74B65177-AE72-13BE-FA5B-02656A93D2EA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BD711CF2-06C6-1200-5BB8-FB467E0EBC97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15D0B585-2C95-102A-F9DF-C1318763D425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B67440FB-1800-440E-CBC2-55A6B7E9DA16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0C2658DB-F939-A26F-0A34-B6DC97BEC8AF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F6C82534-EBC7-618B-E118-C2DFD1D7EC7E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45E72EF4-A34D-CFD3-AA66-62357F2D1767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63992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2AC206B8-2545-707E-D677-F4E0D233E9EC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385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8AA4E843-4FD1-67FA-D2FE-8CD09C030671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45F0550C-6955-E83A-C580-295079F7EC18}"/>
              </a:ext>
            </a:extLst>
          </p:cNvPr>
          <p:cNvCxnSpPr>
            <a:cxnSpLocks/>
          </p:cNvCxnSpPr>
          <p:nvPr/>
        </p:nvCxnSpPr>
        <p:spPr>
          <a:xfrm>
            <a:off x="763988" y="143188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64A910A-1117-5BC0-7C4E-08F53FAD5826}"/>
              </a:ext>
            </a:extLst>
          </p:cNvPr>
          <p:cNvSpPr txBox="1"/>
          <p:nvPr/>
        </p:nvSpPr>
        <p:spPr>
          <a:xfrm>
            <a:off x="763986" y="1185664"/>
            <a:ext cx="3087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000" i="1"/>
              <a:t>mock-server:9090 Status {"code": 0}</a:t>
            </a:r>
            <a:endParaRPr kumimoji="1" lang="ko-KR" altLang="en-US" sz="1000" i="1"/>
          </a:p>
        </p:txBody>
      </p:sp>
      <p:cxnSp>
        <p:nvCxnSpPr>
          <p:cNvPr id="54" name="Straight Arrow Connector 81">
            <a:extLst>
              <a:ext uri="{FF2B5EF4-FFF2-40B4-BE49-F238E27FC236}">
                <a16:creationId xmlns:a16="http://schemas.microsoft.com/office/drawing/2014/main" id="{B03259DE-BDD2-F5AE-DBAB-65D49039F6FA}"/>
              </a:ext>
            </a:extLst>
          </p:cNvPr>
          <p:cNvCxnSpPr>
            <a:cxnSpLocks/>
          </p:cNvCxnSpPr>
          <p:nvPr/>
        </p:nvCxnSpPr>
        <p:spPr>
          <a:xfrm>
            <a:off x="5462033" y="1677286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AC5F096-BB9C-1026-F3A6-48E0E055BB22}"/>
              </a:ext>
            </a:extLst>
          </p:cNvPr>
          <p:cNvSpPr txBox="1"/>
          <p:nvPr/>
        </p:nvSpPr>
        <p:spPr>
          <a:xfrm>
            <a:off x="5584334" y="167728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0 OK</a:t>
            </a:r>
            <a:endParaRPr kumimoji="1" lang="ko-KR" altLang="en-US" sz="1000" i="1"/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31A9E493-D2A2-7448-8E5D-3CEAAD94D98E}"/>
              </a:ext>
            </a:extLst>
          </p:cNvPr>
          <p:cNvCxnSpPr>
            <a:cxnSpLocks/>
          </p:cNvCxnSpPr>
          <p:nvPr/>
        </p:nvCxnSpPr>
        <p:spPr>
          <a:xfrm>
            <a:off x="3681969" y="1505680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81">
            <a:extLst>
              <a:ext uri="{FF2B5EF4-FFF2-40B4-BE49-F238E27FC236}">
                <a16:creationId xmlns:a16="http://schemas.microsoft.com/office/drawing/2014/main" id="{E15D11DD-62F6-6603-D1D1-FC74775E71EF}"/>
              </a:ext>
            </a:extLst>
          </p:cNvPr>
          <p:cNvCxnSpPr>
            <a:cxnSpLocks/>
          </p:cNvCxnSpPr>
          <p:nvPr/>
        </p:nvCxnSpPr>
        <p:spPr>
          <a:xfrm>
            <a:off x="5462033" y="1585571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81">
            <a:extLst>
              <a:ext uri="{FF2B5EF4-FFF2-40B4-BE49-F238E27FC236}">
                <a16:creationId xmlns:a16="http://schemas.microsoft.com/office/drawing/2014/main" id="{8193BE54-1CA3-5CF5-C5C8-180A913E36A9}"/>
              </a:ext>
            </a:extLst>
          </p:cNvPr>
          <p:cNvCxnSpPr>
            <a:cxnSpLocks/>
          </p:cNvCxnSpPr>
          <p:nvPr/>
        </p:nvCxnSpPr>
        <p:spPr>
          <a:xfrm>
            <a:off x="3681977" y="1749294"/>
            <a:ext cx="178005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81">
            <a:extLst>
              <a:ext uri="{FF2B5EF4-FFF2-40B4-BE49-F238E27FC236}">
                <a16:creationId xmlns:a16="http://schemas.microsoft.com/office/drawing/2014/main" id="{2ED9A4CD-ACA9-E040-B51C-DDCF6D28771F}"/>
              </a:ext>
            </a:extLst>
          </p:cNvPr>
          <p:cNvCxnSpPr>
            <a:cxnSpLocks/>
          </p:cNvCxnSpPr>
          <p:nvPr/>
        </p:nvCxnSpPr>
        <p:spPr>
          <a:xfrm>
            <a:off x="763987" y="1821302"/>
            <a:ext cx="2917982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6FBD64DA-88CA-B72B-F330-FCDCC41EFFAA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D1EBBF3-3CBB-B050-B754-2916E7B4A5CF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SYN</a:t>
            </a:r>
            <a:endParaRPr kumimoji="1" lang="ko-KR" altLang="en-US" sz="1000" i="1"/>
          </a:p>
        </p:txBody>
      </p:sp>
      <p:cxnSp>
        <p:nvCxnSpPr>
          <p:cNvPr id="5" name="Straight Arrow Connector 81">
            <a:extLst>
              <a:ext uri="{FF2B5EF4-FFF2-40B4-BE49-F238E27FC236}">
                <a16:creationId xmlns:a16="http://schemas.microsoft.com/office/drawing/2014/main" id="{ACDDD4E5-CF15-989B-9C5A-52AABEE65430}"/>
              </a:ext>
            </a:extLst>
          </p:cNvPr>
          <p:cNvCxnSpPr>
            <a:cxnSpLocks/>
          </p:cNvCxnSpPr>
          <p:nvPr/>
        </p:nvCxnSpPr>
        <p:spPr>
          <a:xfrm>
            <a:off x="763988" y="2169728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053ED81-5969-AA75-6C8B-285D43C94493}"/>
              </a:ext>
            </a:extLst>
          </p:cNvPr>
          <p:cNvSpPr txBox="1"/>
          <p:nvPr/>
        </p:nvSpPr>
        <p:spPr>
          <a:xfrm>
            <a:off x="763987" y="1923507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FIN</a:t>
            </a:r>
            <a:endParaRPr kumimoji="1"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233521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62DB3-DA05-026B-E13D-759DBE84B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A3C47F15-6104-EFDE-C3FE-0C7266A41E1A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06A82C3C-E2A8-8420-5A5F-9813FB3777F5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03CD3B87-D275-0C03-A1B2-FA2ED9F27C18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5D42F68D-48A6-163A-DCBA-6295D6541E47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F5CEE834-4BE6-02A3-899B-AB7EA549DD72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90907EEC-0043-ACE6-DA0F-7DB5F5C8FE7F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65FAA407-438B-40E0-311D-4A4ABA6744FF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01447562-19D2-2B04-ACC8-79A89CE2F039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63992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E6C86E2B-DC4F-2C1F-209A-642C0CD5B8A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385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3B34A773-96A8-68B6-DBBD-3D6E6C9605A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5A69DEBC-E96A-1990-3686-9D48AE8A2F8F}"/>
              </a:ext>
            </a:extLst>
          </p:cNvPr>
          <p:cNvCxnSpPr>
            <a:cxnSpLocks/>
          </p:cNvCxnSpPr>
          <p:nvPr/>
        </p:nvCxnSpPr>
        <p:spPr>
          <a:xfrm>
            <a:off x="763988" y="143188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829FAB8-0C69-33E2-13E8-DAA20DEF9250}"/>
              </a:ext>
            </a:extLst>
          </p:cNvPr>
          <p:cNvSpPr txBox="1"/>
          <p:nvPr/>
        </p:nvSpPr>
        <p:spPr>
          <a:xfrm>
            <a:off x="763986" y="1185664"/>
            <a:ext cx="3087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000" i="1"/>
              <a:t>mock-server:9090 Status {"code": 14}</a:t>
            </a:r>
            <a:endParaRPr kumimoji="1" lang="ko-KR" altLang="en-US" sz="1000" i="1"/>
          </a:p>
        </p:txBody>
      </p:sp>
      <p:cxnSp>
        <p:nvCxnSpPr>
          <p:cNvPr id="54" name="Straight Arrow Connector 81">
            <a:extLst>
              <a:ext uri="{FF2B5EF4-FFF2-40B4-BE49-F238E27FC236}">
                <a16:creationId xmlns:a16="http://schemas.microsoft.com/office/drawing/2014/main" id="{20BA522A-1C49-D228-6347-68FB67ADA3F6}"/>
              </a:ext>
            </a:extLst>
          </p:cNvPr>
          <p:cNvCxnSpPr>
            <a:cxnSpLocks/>
          </p:cNvCxnSpPr>
          <p:nvPr/>
        </p:nvCxnSpPr>
        <p:spPr>
          <a:xfrm>
            <a:off x="5462033" y="1677286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70BE05B-5670-E02D-5925-28B9D76EAD39}"/>
              </a:ext>
            </a:extLst>
          </p:cNvPr>
          <p:cNvSpPr txBox="1"/>
          <p:nvPr/>
        </p:nvSpPr>
        <p:spPr>
          <a:xfrm>
            <a:off x="5584334" y="167728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13 Internal</a:t>
            </a:r>
            <a:endParaRPr kumimoji="1" lang="ko-KR" altLang="en-US" sz="1000" i="1"/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3106E489-CC9A-D3C0-A48B-224C396012D7}"/>
              </a:ext>
            </a:extLst>
          </p:cNvPr>
          <p:cNvCxnSpPr>
            <a:cxnSpLocks/>
          </p:cNvCxnSpPr>
          <p:nvPr/>
        </p:nvCxnSpPr>
        <p:spPr>
          <a:xfrm>
            <a:off x="3681969" y="1505680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81">
            <a:extLst>
              <a:ext uri="{FF2B5EF4-FFF2-40B4-BE49-F238E27FC236}">
                <a16:creationId xmlns:a16="http://schemas.microsoft.com/office/drawing/2014/main" id="{C6BEA965-F82D-BCC4-E814-54537C48D8AC}"/>
              </a:ext>
            </a:extLst>
          </p:cNvPr>
          <p:cNvCxnSpPr>
            <a:cxnSpLocks/>
          </p:cNvCxnSpPr>
          <p:nvPr/>
        </p:nvCxnSpPr>
        <p:spPr>
          <a:xfrm>
            <a:off x="5462033" y="1585571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81">
            <a:extLst>
              <a:ext uri="{FF2B5EF4-FFF2-40B4-BE49-F238E27FC236}">
                <a16:creationId xmlns:a16="http://schemas.microsoft.com/office/drawing/2014/main" id="{DD1A342A-FE4D-4BEE-A53D-62C552F39119}"/>
              </a:ext>
            </a:extLst>
          </p:cNvPr>
          <p:cNvCxnSpPr>
            <a:cxnSpLocks/>
          </p:cNvCxnSpPr>
          <p:nvPr/>
        </p:nvCxnSpPr>
        <p:spPr>
          <a:xfrm>
            <a:off x="3681977" y="1749294"/>
            <a:ext cx="178005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81">
            <a:extLst>
              <a:ext uri="{FF2B5EF4-FFF2-40B4-BE49-F238E27FC236}">
                <a16:creationId xmlns:a16="http://schemas.microsoft.com/office/drawing/2014/main" id="{71BF6312-6AA3-556D-C466-08EEB581B09E}"/>
              </a:ext>
            </a:extLst>
          </p:cNvPr>
          <p:cNvCxnSpPr>
            <a:cxnSpLocks/>
          </p:cNvCxnSpPr>
          <p:nvPr/>
        </p:nvCxnSpPr>
        <p:spPr>
          <a:xfrm>
            <a:off x="763987" y="1821302"/>
            <a:ext cx="2917982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E14398A4-4BEC-AD1E-2131-438737069F5C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7381FD6-93BE-4B73-826C-59D7AB94EF17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SYN</a:t>
            </a:r>
            <a:endParaRPr kumimoji="1" lang="ko-KR" altLang="en-US" sz="1000" i="1"/>
          </a:p>
        </p:txBody>
      </p:sp>
      <p:cxnSp>
        <p:nvCxnSpPr>
          <p:cNvPr id="5" name="Straight Arrow Connector 81">
            <a:extLst>
              <a:ext uri="{FF2B5EF4-FFF2-40B4-BE49-F238E27FC236}">
                <a16:creationId xmlns:a16="http://schemas.microsoft.com/office/drawing/2014/main" id="{A15E3E3E-F7C6-8801-3E68-7FC30C8195DC}"/>
              </a:ext>
            </a:extLst>
          </p:cNvPr>
          <p:cNvCxnSpPr>
            <a:cxnSpLocks/>
          </p:cNvCxnSpPr>
          <p:nvPr/>
        </p:nvCxnSpPr>
        <p:spPr>
          <a:xfrm>
            <a:off x="763988" y="2169728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284AAC3-93D2-8A90-FF27-C2A8C95659AF}"/>
              </a:ext>
            </a:extLst>
          </p:cNvPr>
          <p:cNvSpPr txBox="1"/>
          <p:nvPr/>
        </p:nvSpPr>
        <p:spPr>
          <a:xfrm>
            <a:off x="763987" y="1923507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FIN</a:t>
            </a:r>
            <a:endParaRPr kumimoji="1"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3700544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3D39A-BE71-33AE-9CDE-FA50BB96F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A0A91B20-811E-338A-B984-8DFF92EDB808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79C27866-E603-139C-FC22-8B0DF61B8E95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37F38221-16B9-39D0-2B24-6F7E149F8F73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A3EFAE38-7CF0-28E0-F58C-D8AB6DC72F96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0102918A-3D1B-AD51-09F4-DC56C832317B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B371EE20-550F-A6FE-F2B9-BFAFC0AF6445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13373248-368A-A7DE-FFB5-D918B0851809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40F65D21-9EAB-CEB1-6926-F2C5A8CA30AC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63992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132CC7ED-97EF-F951-9633-31116B9E116F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385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088678AB-7A21-365A-67A3-47FB2DD51EFC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077C6696-12C2-3995-B71D-DD7CBAE49534}"/>
              </a:ext>
            </a:extLst>
          </p:cNvPr>
          <p:cNvCxnSpPr>
            <a:cxnSpLocks/>
          </p:cNvCxnSpPr>
          <p:nvPr/>
        </p:nvCxnSpPr>
        <p:spPr>
          <a:xfrm>
            <a:off x="763988" y="143188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5B842B5-F9A0-92FB-9F47-DC939CB858A4}"/>
              </a:ext>
            </a:extLst>
          </p:cNvPr>
          <p:cNvSpPr txBox="1"/>
          <p:nvPr/>
        </p:nvSpPr>
        <p:spPr>
          <a:xfrm>
            <a:off x="763986" y="1185664"/>
            <a:ext cx="29179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000" i="1"/>
              <a:t>mock-server:9090 Delay {"milliseconds": 5000}</a:t>
            </a:r>
            <a:endParaRPr kumimoji="1" lang="ko-KR" altLang="en-US" sz="1000" i="1"/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EBF6D041-0056-AE44-C620-18833BD6ADE5}"/>
              </a:ext>
            </a:extLst>
          </p:cNvPr>
          <p:cNvCxnSpPr>
            <a:cxnSpLocks/>
          </p:cNvCxnSpPr>
          <p:nvPr/>
        </p:nvCxnSpPr>
        <p:spPr>
          <a:xfrm>
            <a:off x="3681969" y="1505680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81">
            <a:extLst>
              <a:ext uri="{FF2B5EF4-FFF2-40B4-BE49-F238E27FC236}">
                <a16:creationId xmlns:a16="http://schemas.microsoft.com/office/drawing/2014/main" id="{900AE999-9F2E-3C90-AB26-B1E07EBB9473}"/>
              </a:ext>
            </a:extLst>
          </p:cNvPr>
          <p:cNvCxnSpPr>
            <a:cxnSpLocks/>
          </p:cNvCxnSpPr>
          <p:nvPr/>
        </p:nvCxnSpPr>
        <p:spPr>
          <a:xfrm>
            <a:off x="5462033" y="1585571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94B5CC74-15C7-4CF3-0289-D2260CF0BE19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35FB93E-B4C7-5F38-759E-B19B8360F5B7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SYN</a:t>
            </a:r>
            <a:endParaRPr kumimoji="1" lang="ko-KR" altLang="en-US" sz="1000" i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533BDC-37AA-6BD8-C754-993AFB4CD672}"/>
              </a:ext>
            </a:extLst>
          </p:cNvPr>
          <p:cNvSpPr txBox="1"/>
          <p:nvPr/>
        </p:nvSpPr>
        <p:spPr>
          <a:xfrm>
            <a:off x="3681957" y="161358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HTTP/2 RST_STREAM</a:t>
            </a:r>
            <a:endParaRPr kumimoji="1" lang="ko-KR" altLang="en-US" sz="1000" i="1"/>
          </a:p>
        </p:txBody>
      </p:sp>
      <p:cxnSp>
        <p:nvCxnSpPr>
          <p:cNvPr id="15" name="Straight Arrow Connector 81">
            <a:extLst>
              <a:ext uri="{FF2B5EF4-FFF2-40B4-BE49-F238E27FC236}">
                <a16:creationId xmlns:a16="http://schemas.microsoft.com/office/drawing/2014/main" id="{8F333B2D-7CB5-4684-296E-1F2DC48F17C5}"/>
              </a:ext>
            </a:extLst>
          </p:cNvPr>
          <p:cNvCxnSpPr>
            <a:cxnSpLocks/>
          </p:cNvCxnSpPr>
          <p:nvPr/>
        </p:nvCxnSpPr>
        <p:spPr>
          <a:xfrm>
            <a:off x="763988" y="1786012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81">
            <a:extLst>
              <a:ext uri="{FF2B5EF4-FFF2-40B4-BE49-F238E27FC236}">
                <a16:creationId xmlns:a16="http://schemas.microsoft.com/office/drawing/2014/main" id="{DBA792CA-1027-235E-44F7-4EEFBEF59F2C}"/>
              </a:ext>
            </a:extLst>
          </p:cNvPr>
          <p:cNvCxnSpPr>
            <a:cxnSpLocks/>
          </p:cNvCxnSpPr>
          <p:nvPr/>
        </p:nvCxnSpPr>
        <p:spPr>
          <a:xfrm>
            <a:off x="3681969" y="1859807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81">
            <a:extLst>
              <a:ext uri="{FF2B5EF4-FFF2-40B4-BE49-F238E27FC236}">
                <a16:creationId xmlns:a16="http://schemas.microsoft.com/office/drawing/2014/main" id="{020FA959-16D8-F9B3-21DB-1C19F5DD5904}"/>
              </a:ext>
            </a:extLst>
          </p:cNvPr>
          <p:cNvCxnSpPr>
            <a:cxnSpLocks/>
          </p:cNvCxnSpPr>
          <p:nvPr/>
        </p:nvCxnSpPr>
        <p:spPr>
          <a:xfrm>
            <a:off x="5462033" y="1939698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9719EB9-3710-7E6C-4AD7-B4F251168D79}"/>
              </a:ext>
            </a:extLst>
          </p:cNvPr>
          <p:cNvSpPr txBox="1"/>
          <p:nvPr/>
        </p:nvSpPr>
        <p:spPr>
          <a:xfrm>
            <a:off x="763987" y="1539159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FIN (Ctrl + C)</a:t>
            </a:r>
            <a:endParaRPr kumimoji="1"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2128228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91F5D-B777-8BF5-DE29-563277742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75D7B55C-909D-2354-EF9E-7C81808B61E2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1A3E7304-EF2F-33CF-DBF1-F7FC250F532C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DAB90066-10C2-5367-BE3A-A276F89B12F2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06251DD1-9BB0-9EBB-E99E-7CA4580C8419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75B89487-B0A7-D126-00BD-9026F39CBDAF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C47D0720-917B-B2A5-134A-53517F4B85D7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A9DF5699-67FA-CD91-A140-261230C3ECD6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52106FBC-0FBC-FFFC-83F4-C0AA297FCD82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63992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C3CF1AD8-1E33-0F68-7BE5-537E414EDAC4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385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1ABC129C-5A0F-C93D-AD6F-2A370BDE4920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B0A0DEEA-82E1-4D9B-7D11-288E5D3010FE}"/>
              </a:ext>
            </a:extLst>
          </p:cNvPr>
          <p:cNvCxnSpPr>
            <a:cxnSpLocks/>
          </p:cNvCxnSpPr>
          <p:nvPr/>
        </p:nvCxnSpPr>
        <p:spPr>
          <a:xfrm>
            <a:off x="763988" y="143188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92184DAF-DB74-C647-F9C0-153E6C6634C8}"/>
              </a:ext>
            </a:extLst>
          </p:cNvPr>
          <p:cNvSpPr txBox="1"/>
          <p:nvPr/>
        </p:nvSpPr>
        <p:spPr>
          <a:xfrm>
            <a:off x="763986" y="1185664"/>
            <a:ext cx="29179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000" i="1"/>
              <a:t>mock-server:9090 Delay {"milliseconds": 5000}</a:t>
            </a:r>
            <a:endParaRPr kumimoji="1" lang="ko-KR" altLang="en-US" sz="1000" i="1"/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625DA6E3-BFF5-EDD7-82F6-E4782FADBCB2}"/>
              </a:ext>
            </a:extLst>
          </p:cNvPr>
          <p:cNvCxnSpPr>
            <a:cxnSpLocks/>
          </p:cNvCxnSpPr>
          <p:nvPr/>
        </p:nvCxnSpPr>
        <p:spPr>
          <a:xfrm>
            <a:off x="3681969" y="1505680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81">
            <a:extLst>
              <a:ext uri="{FF2B5EF4-FFF2-40B4-BE49-F238E27FC236}">
                <a16:creationId xmlns:a16="http://schemas.microsoft.com/office/drawing/2014/main" id="{725853E7-EC5C-1278-3551-CE5D65ABADAC}"/>
              </a:ext>
            </a:extLst>
          </p:cNvPr>
          <p:cNvCxnSpPr>
            <a:cxnSpLocks/>
          </p:cNvCxnSpPr>
          <p:nvPr/>
        </p:nvCxnSpPr>
        <p:spPr>
          <a:xfrm>
            <a:off x="5462033" y="1585571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A93F9391-8074-4764-39FA-2B002C5A9074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CE364A3-7B14-B518-6023-6555231AC46A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SYN</a:t>
            </a:r>
            <a:endParaRPr kumimoji="1" lang="ko-KR" altLang="en-US" sz="1000" i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E14B03-D4AE-89FB-EFE6-6D56D5E5A3C1}"/>
              </a:ext>
            </a:extLst>
          </p:cNvPr>
          <p:cNvSpPr txBox="1"/>
          <p:nvPr/>
        </p:nvSpPr>
        <p:spPr>
          <a:xfrm>
            <a:off x="3681957" y="161358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HTTP/2 RST_STREAM</a:t>
            </a:r>
            <a:endParaRPr kumimoji="1" lang="ko-KR" altLang="en-US" sz="1000" i="1"/>
          </a:p>
        </p:txBody>
      </p:sp>
      <p:cxnSp>
        <p:nvCxnSpPr>
          <p:cNvPr id="15" name="Straight Arrow Connector 81">
            <a:extLst>
              <a:ext uri="{FF2B5EF4-FFF2-40B4-BE49-F238E27FC236}">
                <a16:creationId xmlns:a16="http://schemas.microsoft.com/office/drawing/2014/main" id="{4CB3F658-1C51-B9EE-1241-8CF28B0253D0}"/>
              </a:ext>
            </a:extLst>
          </p:cNvPr>
          <p:cNvCxnSpPr>
            <a:cxnSpLocks/>
          </p:cNvCxnSpPr>
          <p:nvPr/>
        </p:nvCxnSpPr>
        <p:spPr>
          <a:xfrm>
            <a:off x="763988" y="1786012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81">
            <a:extLst>
              <a:ext uri="{FF2B5EF4-FFF2-40B4-BE49-F238E27FC236}">
                <a16:creationId xmlns:a16="http://schemas.microsoft.com/office/drawing/2014/main" id="{4B33D831-3E74-D92A-3F03-02C243464DB8}"/>
              </a:ext>
            </a:extLst>
          </p:cNvPr>
          <p:cNvCxnSpPr>
            <a:cxnSpLocks/>
          </p:cNvCxnSpPr>
          <p:nvPr/>
        </p:nvCxnSpPr>
        <p:spPr>
          <a:xfrm>
            <a:off x="3681969" y="1859807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81">
            <a:extLst>
              <a:ext uri="{FF2B5EF4-FFF2-40B4-BE49-F238E27FC236}">
                <a16:creationId xmlns:a16="http://schemas.microsoft.com/office/drawing/2014/main" id="{88C69175-34F9-8E98-04CB-E960151CAB7E}"/>
              </a:ext>
            </a:extLst>
          </p:cNvPr>
          <p:cNvCxnSpPr>
            <a:cxnSpLocks/>
          </p:cNvCxnSpPr>
          <p:nvPr/>
        </p:nvCxnSpPr>
        <p:spPr>
          <a:xfrm>
            <a:off x="5462033" y="1939698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4CC5AD3-E099-F42C-427E-61CE50A51D56}"/>
              </a:ext>
            </a:extLst>
          </p:cNvPr>
          <p:cNvSpPr txBox="1"/>
          <p:nvPr/>
        </p:nvSpPr>
        <p:spPr>
          <a:xfrm>
            <a:off x="763987" y="1539159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RST (SO_LINGER = 0)</a:t>
            </a:r>
            <a:endParaRPr kumimoji="1"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10743727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DBA02-4ADC-B16A-DC0E-D09360268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871A3803-4E77-B447-2B75-473AC4AC0060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46D606FF-1CB6-9B11-BBE1-8A9482E8B78E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07D13342-9D6E-8B35-7FD7-8A217D1CB1AA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C89624F0-4743-B1B8-8072-D549EDB4BE6A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5EE558A8-6CB4-65EC-9056-B06E1757CE50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EC5E8D67-4234-602F-149F-50F7DD9988CB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A67C9C65-B63C-5605-B9CE-1E6464C018A6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8E65C0CA-C644-FB1A-73A2-235DC7B8F425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63992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21C81F73-DAE5-4090-15D9-3B888313D0D7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385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CC60E208-A63E-319B-39FE-89FD31CDD5D9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F8727721-5993-0D60-289F-D861187DBEC6}"/>
              </a:ext>
            </a:extLst>
          </p:cNvPr>
          <p:cNvCxnSpPr>
            <a:cxnSpLocks/>
          </p:cNvCxnSpPr>
          <p:nvPr/>
        </p:nvCxnSpPr>
        <p:spPr>
          <a:xfrm>
            <a:off x="763988" y="143188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5FC6CFE-A977-0E44-5FBA-A02D32076B90}"/>
              </a:ext>
            </a:extLst>
          </p:cNvPr>
          <p:cNvSpPr txBox="1"/>
          <p:nvPr/>
        </p:nvSpPr>
        <p:spPr>
          <a:xfrm>
            <a:off x="763987" y="118566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000" i="1"/>
              <a:t>mock-server:9090 Status {"code": 14}</a:t>
            </a:r>
            <a:endParaRPr kumimoji="1" lang="ko-KR" altLang="en-US" sz="1000" i="1"/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F7FAB05C-CAE5-4041-B3B1-7E00B4432350}"/>
              </a:ext>
            </a:extLst>
          </p:cNvPr>
          <p:cNvCxnSpPr>
            <a:cxnSpLocks/>
          </p:cNvCxnSpPr>
          <p:nvPr/>
        </p:nvCxnSpPr>
        <p:spPr>
          <a:xfrm>
            <a:off x="3681969" y="1505680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81">
            <a:extLst>
              <a:ext uri="{FF2B5EF4-FFF2-40B4-BE49-F238E27FC236}">
                <a16:creationId xmlns:a16="http://schemas.microsoft.com/office/drawing/2014/main" id="{D008EB2D-1F0C-39A8-777C-E131D42553A6}"/>
              </a:ext>
            </a:extLst>
          </p:cNvPr>
          <p:cNvCxnSpPr>
            <a:cxnSpLocks/>
          </p:cNvCxnSpPr>
          <p:nvPr/>
        </p:nvCxnSpPr>
        <p:spPr>
          <a:xfrm>
            <a:off x="5462033" y="1585571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57EF6732-2F83-134C-8CC3-B448318B24E9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87ECB2C-EBE4-C709-5C33-7A1DF5A126B4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SYN</a:t>
            </a:r>
            <a:endParaRPr kumimoji="1" lang="ko-KR" altLang="en-US" sz="1000" i="1"/>
          </a:p>
        </p:txBody>
      </p:sp>
      <p:cxnSp>
        <p:nvCxnSpPr>
          <p:cNvPr id="20" name="Straight Arrow Connector 81">
            <a:extLst>
              <a:ext uri="{FF2B5EF4-FFF2-40B4-BE49-F238E27FC236}">
                <a16:creationId xmlns:a16="http://schemas.microsoft.com/office/drawing/2014/main" id="{81A46408-178D-E9ED-9BED-838EB6B9C360}"/>
              </a:ext>
            </a:extLst>
          </p:cNvPr>
          <p:cNvCxnSpPr>
            <a:cxnSpLocks/>
          </p:cNvCxnSpPr>
          <p:nvPr/>
        </p:nvCxnSpPr>
        <p:spPr>
          <a:xfrm>
            <a:off x="5462033" y="1677286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831D8FF-8444-3053-6E58-F556B9482417}"/>
              </a:ext>
            </a:extLst>
          </p:cNvPr>
          <p:cNvSpPr txBox="1"/>
          <p:nvPr/>
        </p:nvSpPr>
        <p:spPr>
          <a:xfrm>
            <a:off x="5584334" y="167728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14 UNAVAILABLE</a:t>
            </a:r>
            <a:endParaRPr kumimoji="1" lang="ko-KR" altLang="en-US" sz="1000" i="1"/>
          </a:p>
        </p:txBody>
      </p:sp>
      <p:cxnSp>
        <p:nvCxnSpPr>
          <p:cNvPr id="24" name="Straight Arrow Connector 81">
            <a:extLst>
              <a:ext uri="{FF2B5EF4-FFF2-40B4-BE49-F238E27FC236}">
                <a16:creationId xmlns:a16="http://schemas.microsoft.com/office/drawing/2014/main" id="{4A15EB23-87F9-141B-76A8-E5F43A46A557}"/>
              </a:ext>
            </a:extLst>
          </p:cNvPr>
          <p:cNvCxnSpPr>
            <a:cxnSpLocks/>
          </p:cNvCxnSpPr>
          <p:nvPr/>
        </p:nvCxnSpPr>
        <p:spPr>
          <a:xfrm>
            <a:off x="3681977" y="1749294"/>
            <a:ext cx="178005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81">
            <a:extLst>
              <a:ext uri="{FF2B5EF4-FFF2-40B4-BE49-F238E27FC236}">
                <a16:creationId xmlns:a16="http://schemas.microsoft.com/office/drawing/2014/main" id="{9661BBF8-0004-8AE0-C102-41C5D138758D}"/>
              </a:ext>
            </a:extLst>
          </p:cNvPr>
          <p:cNvCxnSpPr>
            <a:cxnSpLocks/>
          </p:cNvCxnSpPr>
          <p:nvPr/>
        </p:nvCxnSpPr>
        <p:spPr>
          <a:xfrm>
            <a:off x="3681969" y="2250814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81">
            <a:extLst>
              <a:ext uri="{FF2B5EF4-FFF2-40B4-BE49-F238E27FC236}">
                <a16:creationId xmlns:a16="http://schemas.microsoft.com/office/drawing/2014/main" id="{87909AB8-F661-5998-942D-15A35713E37E}"/>
              </a:ext>
            </a:extLst>
          </p:cNvPr>
          <p:cNvCxnSpPr>
            <a:cxnSpLocks/>
          </p:cNvCxnSpPr>
          <p:nvPr/>
        </p:nvCxnSpPr>
        <p:spPr>
          <a:xfrm>
            <a:off x="5462033" y="2330705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81">
            <a:extLst>
              <a:ext uri="{FF2B5EF4-FFF2-40B4-BE49-F238E27FC236}">
                <a16:creationId xmlns:a16="http://schemas.microsoft.com/office/drawing/2014/main" id="{01842A23-234C-9CFC-672B-1FA417FF3CFC}"/>
              </a:ext>
            </a:extLst>
          </p:cNvPr>
          <p:cNvCxnSpPr>
            <a:cxnSpLocks/>
          </p:cNvCxnSpPr>
          <p:nvPr/>
        </p:nvCxnSpPr>
        <p:spPr>
          <a:xfrm>
            <a:off x="5462033" y="2422420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56193FC-1C88-D910-FD09-1BADE2B87FF6}"/>
              </a:ext>
            </a:extLst>
          </p:cNvPr>
          <p:cNvSpPr txBox="1"/>
          <p:nvPr/>
        </p:nvSpPr>
        <p:spPr>
          <a:xfrm>
            <a:off x="5584334" y="2422420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14 UNAVAILABLE</a:t>
            </a:r>
            <a:endParaRPr kumimoji="1" lang="ko-KR" altLang="en-US" sz="1000" i="1"/>
          </a:p>
        </p:txBody>
      </p:sp>
      <p:cxnSp>
        <p:nvCxnSpPr>
          <p:cNvPr id="29" name="Straight Arrow Connector 81">
            <a:extLst>
              <a:ext uri="{FF2B5EF4-FFF2-40B4-BE49-F238E27FC236}">
                <a16:creationId xmlns:a16="http://schemas.microsoft.com/office/drawing/2014/main" id="{27D37EED-BBDC-3FEB-E0A5-84D2207460BB}"/>
              </a:ext>
            </a:extLst>
          </p:cNvPr>
          <p:cNvCxnSpPr>
            <a:cxnSpLocks/>
          </p:cNvCxnSpPr>
          <p:nvPr/>
        </p:nvCxnSpPr>
        <p:spPr>
          <a:xfrm>
            <a:off x="3681977" y="2494428"/>
            <a:ext cx="178005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A8152E2-F5A0-5446-2753-1A031F0B7B64}"/>
              </a:ext>
            </a:extLst>
          </p:cNvPr>
          <p:cNvSpPr txBox="1"/>
          <p:nvPr/>
        </p:nvSpPr>
        <p:spPr>
          <a:xfrm>
            <a:off x="3681969" y="2003290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000" i="1"/>
              <a:t>mock-server:9090 Status {"code": 14}</a:t>
            </a:r>
            <a:endParaRPr kumimoji="1" lang="ko-KR" altLang="en-US" sz="1000" i="1"/>
          </a:p>
        </p:txBody>
      </p:sp>
      <p:cxnSp>
        <p:nvCxnSpPr>
          <p:cNvPr id="31" name="Straight Arrow Connector 81">
            <a:extLst>
              <a:ext uri="{FF2B5EF4-FFF2-40B4-BE49-F238E27FC236}">
                <a16:creationId xmlns:a16="http://schemas.microsoft.com/office/drawing/2014/main" id="{458B2A4A-C8CB-CD53-750A-298F5B57A2EC}"/>
              </a:ext>
            </a:extLst>
          </p:cNvPr>
          <p:cNvCxnSpPr>
            <a:cxnSpLocks/>
          </p:cNvCxnSpPr>
          <p:nvPr/>
        </p:nvCxnSpPr>
        <p:spPr>
          <a:xfrm>
            <a:off x="3681969" y="2995947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81">
            <a:extLst>
              <a:ext uri="{FF2B5EF4-FFF2-40B4-BE49-F238E27FC236}">
                <a16:creationId xmlns:a16="http://schemas.microsoft.com/office/drawing/2014/main" id="{EF9ECDEE-77F6-0856-5E03-593AA6518DEF}"/>
              </a:ext>
            </a:extLst>
          </p:cNvPr>
          <p:cNvCxnSpPr>
            <a:cxnSpLocks/>
          </p:cNvCxnSpPr>
          <p:nvPr/>
        </p:nvCxnSpPr>
        <p:spPr>
          <a:xfrm>
            <a:off x="5462033" y="3075838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81">
            <a:extLst>
              <a:ext uri="{FF2B5EF4-FFF2-40B4-BE49-F238E27FC236}">
                <a16:creationId xmlns:a16="http://schemas.microsoft.com/office/drawing/2014/main" id="{38083771-4C93-147A-B7E8-4342028765AA}"/>
              </a:ext>
            </a:extLst>
          </p:cNvPr>
          <p:cNvCxnSpPr>
            <a:cxnSpLocks/>
          </p:cNvCxnSpPr>
          <p:nvPr/>
        </p:nvCxnSpPr>
        <p:spPr>
          <a:xfrm>
            <a:off x="5462033" y="3167553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86B1F82-229C-2E17-457A-0C1F09E097B6}"/>
              </a:ext>
            </a:extLst>
          </p:cNvPr>
          <p:cNvSpPr txBox="1"/>
          <p:nvPr/>
        </p:nvSpPr>
        <p:spPr>
          <a:xfrm>
            <a:off x="5584334" y="3167553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14 UNAVAILABLE</a:t>
            </a:r>
            <a:endParaRPr kumimoji="1" lang="ko-KR" altLang="en-US" sz="1000" i="1"/>
          </a:p>
        </p:txBody>
      </p:sp>
      <p:cxnSp>
        <p:nvCxnSpPr>
          <p:cNvPr id="35" name="Straight Arrow Connector 81">
            <a:extLst>
              <a:ext uri="{FF2B5EF4-FFF2-40B4-BE49-F238E27FC236}">
                <a16:creationId xmlns:a16="http://schemas.microsoft.com/office/drawing/2014/main" id="{A322B5A7-D077-B2E9-D390-1BDF4FD8C0D4}"/>
              </a:ext>
            </a:extLst>
          </p:cNvPr>
          <p:cNvCxnSpPr>
            <a:cxnSpLocks/>
          </p:cNvCxnSpPr>
          <p:nvPr/>
        </p:nvCxnSpPr>
        <p:spPr>
          <a:xfrm>
            <a:off x="3681977" y="3239561"/>
            <a:ext cx="178005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7E2D606-74C9-D9EB-702A-ED08BBD6DD69}"/>
              </a:ext>
            </a:extLst>
          </p:cNvPr>
          <p:cNvSpPr txBox="1"/>
          <p:nvPr/>
        </p:nvSpPr>
        <p:spPr>
          <a:xfrm>
            <a:off x="3681969" y="2748423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000" i="1"/>
              <a:t>mock-server:9090 Status {"code": 14}</a:t>
            </a:r>
            <a:endParaRPr kumimoji="1" lang="ko-KR" altLang="en-US" sz="1000" i="1"/>
          </a:p>
        </p:txBody>
      </p:sp>
      <p:cxnSp>
        <p:nvCxnSpPr>
          <p:cNvPr id="5" name="Straight Arrow Connector 81">
            <a:extLst>
              <a:ext uri="{FF2B5EF4-FFF2-40B4-BE49-F238E27FC236}">
                <a16:creationId xmlns:a16="http://schemas.microsoft.com/office/drawing/2014/main" id="{672C2322-F8F4-E741-D837-ABE127B6F54D}"/>
              </a:ext>
            </a:extLst>
          </p:cNvPr>
          <p:cNvCxnSpPr>
            <a:cxnSpLocks/>
          </p:cNvCxnSpPr>
          <p:nvPr/>
        </p:nvCxnSpPr>
        <p:spPr>
          <a:xfrm>
            <a:off x="763987" y="3324735"/>
            <a:ext cx="2917982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BCFE6BE-6BA1-E9A8-31A0-6B207EACA17F}"/>
              </a:ext>
            </a:extLst>
          </p:cNvPr>
          <p:cNvSpPr txBox="1"/>
          <p:nvPr/>
        </p:nvSpPr>
        <p:spPr>
          <a:xfrm>
            <a:off x="763987" y="3426858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FIN</a:t>
            </a:r>
            <a:endParaRPr kumimoji="1" lang="ko-KR" altLang="en-US" sz="1000" i="1"/>
          </a:p>
        </p:txBody>
      </p:sp>
      <p:cxnSp>
        <p:nvCxnSpPr>
          <p:cNvPr id="9" name="Straight Arrow Connector 81">
            <a:extLst>
              <a:ext uri="{FF2B5EF4-FFF2-40B4-BE49-F238E27FC236}">
                <a16:creationId xmlns:a16="http://schemas.microsoft.com/office/drawing/2014/main" id="{6A035A74-4D49-DCF5-DB82-D31581E79751}"/>
              </a:ext>
            </a:extLst>
          </p:cNvPr>
          <p:cNvCxnSpPr>
            <a:cxnSpLocks/>
          </p:cNvCxnSpPr>
          <p:nvPr/>
        </p:nvCxnSpPr>
        <p:spPr>
          <a:xfrm>
            <a:off x="763988" y="3673087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5624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A93F4-AA07-2A4B-1695-DD3D2C4EE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C55B60AD-0F98-A197-82D6-CA7FAFA46ACC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9563A3B9-C19A-BBA4-D699-AFF3E16BD7B0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36CD0541-929A-1ECD-9CA8-808F1EBFEFB6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CBAA5F49-AFE8-0A44-06B4-6FCA78CB493A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CFAC19A5-3A19-E597-6DFC-1A747395DA7B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3F7E095B-4FDB-DDBF-F5DF-C576914B6796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2F973D85-4715-1D81-D506-1B3E4447500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EB82586A-50B1-6ECA-4588-4BA44B73AE7E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63992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B3DFF786-BEC1-66AF-0A08-4394DAE8C61E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385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3A6257F7-E165-0563-BB33-88B3AD9915D9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231C5F15-6053-2BB5-4242-546E0DAD70D3}"/>
              </a:ext>
            </a:extLst>
          </p:cNvPr>
          <p:cNvCxnSpPr>
            <a:cxnSpLocks/>
          </p:cNvCxnSpPr>
          <p:nvPr/>
        </p:nvCxnSpPr>
        <p:spPr>
          <a:xfrm>
            <a:off x="763988" y="1431884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08DB70C-A42F-0B03-35AE-051A5DF1AC0A}"/>
              </a:ext>
            </a:extLst>
          </p:cNvPr>
          <p:cNvSpPr txBox="1"/>
          <p:nvPr/>
        </p:nvSpPr>
        <p:spPr>
          <a:xfrm>
            <a:off x="763986" y="1185663"/>
            <a:ext cx="38800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000" i="1"/>
              <a:t>mock-server:9090 ResetBeforeResponse {"milliseconds": 1000}</a:t>
            </a:r>
            <a:endParaRPr kumimoji="1" lang="ko-KR" altLang="en-US" sz="1000" i="1"/>
          </a:p>
        </p:txBody>
      </p:sp>
      <p:cxnSp>
        <p:nvCxnSpPr>
          <p:cNvPr id="54" name="Straight Arrow Connector 81">
            <a:extLst>
              <a:ext uri="{FF2B5EF4-FFF2-40B4-BE49-F238E27FC236}">
                <a16:creationId xmlns:a16="http://schemas.microsoft.com/office/drawing/2014/main" id="{CC70A610-D419-2419-0C27-FF678D543FD8}"/>
              </a:ext>
            </a:extLst>
          </p:cNvPr>
          <p:cNvCxnSpPr>
            <a:cxnSpLocks/>
          </p:cNvCxnSpPr>
          <p:nvPr/>
        </p:nvCxnSpPr>
        <p:spPr>
          <a:xfrm>
            <a:off x="5462033" y="2006276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B14CB50-44CB-E3F2-DBB3-77A05A6F0A38}"/>
              </a:ext>
            </a:extLst>
          </p:cNvPr>
          <p:cNvSpPr txBox="1"/>
          <p:nvPr/>
        </p:nvSpPr>
        <p:spPr>
          <a:xfrm>
            <a:off x="2666358" y="2075481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14 UNAVAILABLE</a:t>
            </a:r>
            <a:endParaRPr kumimoji="1" lang="ko-KR" altLang="en-US" sz="1000" i="1"/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AC32CB63-6492-6B14-4F59-05643397470A}"/>
              </a:ext>
            </a:extLst>
          </p:cNvPr>
          <p:cNvCxnSpPr>
            <a:cxnSpLocks/>
          </p:cNvCxnSpPr>
          <p:nvPr/>
        </p:nvCxnSpPr>
        <p:spPr>
          <a:xfrm>
            <a:off x="3681969" y="1505679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81">
            <a:extLst>
              <a:ext uri="{FF2B5EF4-FFF2-40B4-BE49-F238E27FC236}">
                <a16:creationId xmlns:a16="http://schemas.microsoft.com/office/drawing/2014/main" id="{4A28E01E-759E-1F59-4231-7E42E3668CEA}"/>
              </a:ext>
            </a:extLst>
          </p:cNvPr>
          <p:cNvCxnSpPr>
            <a:cxnSpLocks/>
          </p:cNvCxnSpPr>
          <p:nvPr/>
        </p:nvCxnSpPr>
        <p:spPr>
          <a:xfrm>
            <a:off x="5462033" y="1585570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81">
            <a:extLst>
              <a:ext uri="{FF2B5EF4-FFF2-40B4-BE49-F238E27FC236}">
                <a16:creationId xmlns:a16="http://schemas.microsoft.com/office/drawing/2014/main" id="{8215BD83-6348-AB44-BFD6-F3240BF4AD6D}"/>
              </a:ext>
            </a:extLst>
          </p:cNvPr>
          <p:cNvCxnSpPr>
            <a:cxnSpLocks/>
          </p:cNvCxnSpPr>
          <p:nvPr/>
        </p:nvCxnSpPr>
        <p:spPr>
          <a:xfrm>
            <a:off x="3681977" y="2078284"/>
            <a:ext cx="178005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호 1">
            <a:extLst>
              <a:ext uri="{FF2B5EF4-FFF2-40B4-BE49-F238E27FC236}">
                <a16:creationId xmlns:a16="http://schemas.microsoft.com/office/drawing/2014/main" id="{002DEED1-1983-D301-EBBA-C57B6051C827}"/>
              </a:ext>
            </a:extLst>
          </p:cNvPr>
          <p:cNvSpPr/>
          <p:nvPr/>
        </p:nvSpPr>
        <p:spPr>
          <a:xfrm>
            <a:off x="8241825" y="1585569"/>
            <a:ext cx="276365" cy="423019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8BD7DA-EB47-C2F2-B4F2-3C4D5781BFB5}"/>
              </a:ext>
            </a:extLst>
          </p:cNvPr>
          <p:cNvSpPr txBox="1"/>
          <p:nvPr/>
        </p:nvSpPr>
        <p:spPr>
          <a:xfrm>
            <a:off x="8410775" y="1680027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/>
              <a:t>1000ms</a:t>
            </a:r>
            <a:endParaRPr kumimoji="1" lang="ko-KR" altLang="en-US" sz="1000" i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946016-C3EA-B392-AF29-6BE3CBBCCC20}"/>
              </a:ext>
            </a:extLst>
          </p:cNvPr>
          <p:cNvSpPr txBox="1"/>
          <p:nvPr/>
        </p:nvSpPr>
        <p:spPr>
          <a:xfrm>
            <a:off x="5584333" y="200396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  <p:cxnSp>
        <p:nvCxnSpPr>
          <p:cNvPr id="8" name="Straight Arrow Connector 81">
            <a:extLst>
              <a:ext uri="{FF2B5EF4-FFF2-40B4-BE49-F238E27FC236}">
                <a16:creationId xmlns:a16="http://schemas.microsoft.com/office/drawing/2014/main" id="{FD048859-F8BF-AE90-47EC-7E9DD282A0AF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A76FC0E-980B-2193-C7E0-A8481D80E714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SYN</a:t>
            </a:r>
            <a:endParaRPr kumimoji="1" lang="ko-KR" altLang="en-US" sz="1000" i="1"/>
          </a:p>
        </p:txBody>
      </p:sp>
      <p:cxnSp>
        <p:nvCxnSpPr>
          <p:cNvPr id="15" name="Straight Arrow Connector 81">
            <a:extLst>
              <a:ext uri="{FF2B5EF4-FFF2-40B4-BE49-F238E27FC236}">
                <a16:creationId xmlns:a16="http://schemas.microsoft.com/office/drawing/2014/main" id="{422BFD7D-5EF5-421C-0ABA-DD57F6AF22B7}"/>
              </a:ext>
            </a:extLst>
          </p:cNvPr>
          <p:cNvCxnSpPr>
            <a:cxnSpLocks/>
          </p:cNvCxnSpPr>
          <p:nvPr/>
        </p:nvCxnSpPr>
        <p:spPr>
          <a:xfrm>
            <a:off x="5462033" y="3134903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81">
            <a:extLst>
              <a:ext uri="{FF2B5EF4-FFF2-40B4-BE49-F238E27FC236}">
                <a16:creationId xmlns:a16="http://schemas.microsoft.com/office/drawing/2014/main" id="{D01475B5-EA77-C72D-1B88-2570D71ADBC2}"/>
              </a:ext>
            </a:extLst>
          </p:cNvPr>
          <p:cNvCxnSpPr>
            <a:cxnSpLocks/>
          </p:cNvCxnSpPr>
          <p:nvPr/>
        </p:nvCxnSpPr>
        <p:spPr>
          <a:xfrm>
            <a:off x="3681969" y="2634306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81">
            <a:extLst>
              <a:ext uri="{FF2B5EF4-FFF2-40B4-BE49-F238E27FC236}">
                <a16:creationId xmlns:a16="http://schemas.microsoft.com/office/drawing/2014/main" id="{D39EE9F0-D9B3-264F-EAC6-98364C615D39}"/>
              </a:ext>
            </a:extLst>
          </p:cNvPr>
          <p:cNvCxnSpPr>
            <a:cxnSpLocks/>
          </p:cNvCxnSpPr>
          <p:nvPr/>
        </p:nvCxnSpPr>
        <p:spPr>
          <a:xfrm>
            <a:off x="5462033" y="2714197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81">
            <a:extLst>
              <a:ext uri="{FF2B5EF4-FFF2-40B4-BE49-F238E27FC236}">
                <a16:creationId xmlns:a16="http://schemas.microsoft.com/office/drawing/2014/main" id="{4A24E11C-8E7E-24E0-435A-153B6F3C6E53}"/>
              </a:ext>
            </a:extLst>
          </p:cNvPr>
          <p:cNvCxnSpPr>
            <a:cxnSpLocks/>
          </p:cNvCxnSpPr>
          <p:nvPr/>
        </p:nvCxnSpPr>
        <p:spPr>
          <a:xfrm>
            <a:off x="3681977" y="3206911"/>
            <a:ext cx="178005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호 18">
            <a:extLst>
              <a:ext uri="{FF2B5EF4-FFF2-40B4-BE49-F238E27FC236}">
                <a16:creationId xmlns:a16="http://schemas.microsoft.com/office/drawing/2014/main" id="{F0B02C28-875E-A84C-3B35-283A0D326D1A}"/>
              </a:ext>
            </a:extLst>
          </p:cNvPr>
          <p:cNvSpPr/>
          <p:nvPr/>
        </p:nvSpPr>
        <p:spPr>
          <a:xfrm>
            <a:off x="8241825" y="2714196"/>
            <a:ext cx="276365" cy="423019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38854A-646F-10FF-475E-44365D2D19F5}"/>
              </a:ext>
            </a:extLst>
          </p:cNvPr>
          <p:cNvSpPr txBox="1"/>
          <p:nvPr/>
        </p:nvSpPr>
        <p:spPr>
          <a:xfrm>
            <a:off x="5584333" y="313259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6F5ECE-D2AE-9C31-4169-5CE2E7162988}"/>
              </a:ext>
            </a:extLst>
          </p:cNvPr>
          <p:cNvSpPr txBox="1"/>
          <p:nvPr/>
        </p:nvSpPr>
        <p:spPr>
          <a:xfrm>
            <a:off x="3684670" y="2386852"/>
            <a:ext cx="41108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000" i="1"/>
              <a:t>mock-server:9090 ResetBeforeResponse {"milliseconds": 1000}</a:t>
            </a:r>
            <a:endParaRPr kumimoji="1" lang="ko-KR" altLang="en-US" sz="1000" i="1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4AF688-933B-E386-39AF-2237820E8CE7}"/>
              </a:ext>
            </a:extLst>
          </p:cNvPr>
          <p:cNvSpPr txBox="1"/>
          <p:nvPr/>
        </p:nvSpPr>
        <p:spPr>
          <a:xfrm>
            <a:off x="2666358" y="3204363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14 UNAVAILABLE</a:t>
            </a:r>
            <a:endParaRPr kumimoji="1" lang="ko-KR" altLang="en-US" sz="1000" i="1"/>
          </a:p>
        </p:txBody>
      </p:sp>
      <p:cxnSp>
        <p:nvCxnSpPr>
          <p:cNvPr id="40" name="Straight Arrow Connector 81">
            <a:extLst>
              <a:ext uri="{FF2B5EF4-FFF2-40B4-BE49-F238E27FC236}">
                <a16:creationId xmlns:a16="http://schemas.microsoft.com/office/drawing/2014/main" id="{4E6DF5A2-45ED-4A76-5625-C824EEE88ACF}"/>
              </a:ext>
            </a:extLst>
          </p:cNvPr>
          <p:cNvCxnSpPr>
            <a:cxnSpLocks/>
          </p:cNvCxnSpPr>
          <p:nvPr/>
        </p:nvCxnSpPr>
        <p:spPr>
          <a:xfrm>
            <a:off x="5462033" y="4263529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81">
            <a:extLst>
              <a:ext uri="{FF2B5EF4-FFF2-40B4-BE49-F238E27FC236}">
                <a16:creationId xmlns:a16="http://schemas.microsoft.com/office/drawing/2014/main" id="{57678421-C9B4-6B04-EAA4-1C61A28A0048}"/>
              </a:ext>
            </a:extLst>
          </p:cNvPr>
          <p:cNvCxnSpPr>
            <a:cxnSpLocks/>
          </p:cNvCxnSpPr>
          <p:nvPr/>
        </p:nvCxnSpPr>
        <p:spPr>
          <a:xfrm>
            <a:off x="3681969" y="3762932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81">
            <a:extLst>
              <a:ext uri="{FF2B5EF4-FFF2-40B4-BE49-F238E27FC236}">
                <a16:creationId xmlns:a16="http://schemas.microsoft.com/office/drawing/2014/main" id="{BB339BC8-3604-042F-26BB-95B5F0F8D9DC}"/>
              </a:ext>
            </a:extLst>
          </p:cNvPr>
          <p:cNvCxnSpPr>
            <a:cxnSpLocks/>
          </p:cNvCxnSpPr>
          <p:nvPr/>
        </p:nvCxnSpPr>
        <p:spPr>
          <a:xfrm>
            <a:off x="5462033" y="3842823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81">
            <a:extLst>
              <a:ext uri="{FF2B5EF4-FFF2-40B4-BE49-F238E27FC236}">
                <a16:creationId xmlns:a16="http://schemas.microsoft.com/office/drawing/2014/main" id="{765BE89E-10AB-0592-6688-DAEFBE2EB4AD}"/>
              </a:ext>
            </a:extLst>
          </p:cNvPr>
          <p:cNvCxnSpPr>
            <a:cxnSpLocks/>
          </p:cNvCxnSpPr>
          <p:nvPr/>
        </p:nvCxnSpPr>
        <p:spPr>
          <a:xfrm>
            <a:off x="3681977" y="4335537"/>
            <a:ext cx="178005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호 43">
            <a:extLst>
              <a:ext uri="{FF2B5EF4-FFF2-40B4-BE49-F238E27FC236}">
                <a16:creationId xmlns:a16="http://schemas.microsoft.com/office/drawing/2014/main" id="{5DDC03F3-0A0B-9056-4EBC-F7E011F4674F}"/>
              </a:ext>
            </a:extLst>
          </p:cNvPr>
          <p:cNvSpPr/>
          <p:nvPr/>
        </p:nvSpPr>
        <p:spPr>
          <a:xfrm>
            <a:off x="8241825" y="3842822"/>
            <a:ext cx="276365" cy="423019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AE773EF-1C6E-0116-ADF4-FC0601349BB0}"/>
              </a:ext>
            </a:extLst>
          </p:cNvPr>
          <p:cNvSpPr txBox="1"/>
          <p:nvPr/>
        </p:nvSpPr>
        <p:spPr>
          <a:xfrm>
            <a:off x="5584333" y="4261218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3E90A10-8339-B7F8-C67D-124AB2D17C37}"/>
              </a:ext>
            </a:extLst>
          </p:cNvPr>
          <p:cNvSpPr txBox="1"/>
          <p:nvPr/>
        </p:nvSpPr>
        <p:spPr>
          <a:xfrm>
            <a:off x="3684670" y="3515478"/>
            <a:ext cx="4200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000" i="1"/>
              <a:t>mock-server:9090 ResetBeforeResponse {"milliseconds": 1000}</a:t>
            </a:r>
            <a:endParaRPr kumimoji="1" lang="ko-KR" altLang="en-US" sz="1000" i="1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96D526A-4D44-9D3B-C526-D6A806DCDF6B}"/>
              </a:ext>
            </a:extLst>
          </p:cNvPr>
          <p:cNvSpPr txBox="1"/>
          <p:nvPr/>
        </p:nvSpPr>
        <p:spPr>
          <a:xfrm>
            <a:off x="2666358" y="4332989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14 UNAVAILABLE</a:t>
            </a:r>
            <a:endParaRPr kumimoji="1" lang="ko-KR" altLang="en-US" sz="1000" i="1"/>
          </a:p>
        </p:txBody>
      </p:sp>
      <p:cxnSp>
        <p:nvCxnSpPr>
          <p:cNvPr id="57" name="Straight Arrow Connector 81">
            <a:extLst>
              <a:ext uri="{FF2B5EF4-FFF2-40B4-BE49-F238E27FC236}">
                <a16:creationId xmlns:a16="http://schemas.microsoft.com/office/drawing/2014/main" id="{6361DA66-AAEF-FDC5-0C56-6D5996BECF18}"/>
              </a:ext>
            </a:extLst>
          </p:cNvPr>
          <p:cNvCxnSpPr>
            <a:cxnSpLocks/>
          </p:cNvCxnSpPr>
          <p:nvPr/>
        </p:nvCxnSpPr>
        <p:spPr>
          <a:xfrm>
            <a:off x="763986" y="4403439"/>
            <a:ext cx="2917983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81">
            <a:extLst>
              <a:ext uri="{FF2B5EF4-FFF2-40B4-BE49-F238E27FC236}">
                <a16:creationId xmlns:a16="http://schemas.microsoft.com/office/drawing/2014/main" id="{9DE504E9-E20D-1D0C-172F-F39B2F29D98B}"/>
              </a:ext>
            </a:extLst>
          </p:cNvPr>
          <p:cNvCxnSpPr>
            <a:cxnSpLocks/>
          </p:cNvCxnSpPr>
          <p:nvPr/>
        </p:nvCxnSpPr>
        <p:spPr>
          <a:xfrm>
            <a:off x="763988" y="4753660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7C90F713-DDB2-214E-212C-38F354F5A7A9}"/>
              </a:ext>
            </a:extLst>
          </p:cNvPr>
          <p:cNvSpPr txBox="1"/>
          <p:nvPr/>
        </p:nvSpPr>
        <p:spPr>
          <a:xfrm>
            <a:off x="763987" y="4507439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FIN</a:t>
            </a:r>
            <a:endParaRPr kumimoji="1"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4004778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9C552-E71E-FEFD-2267-DE25355CC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B3B7D1FB-D7E6-1552-A92C-43C382BD4A1E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A9AF35B9-A69F-8E44-D9A8-7FAFD6B2CF59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97B21E09-C448-9CA9-1A68-62A565D3722A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310C62FC-1D09-B198-2FC7-4579558B1915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D069340A-2628-F323-1538-25D91EB94B37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28A4C433-65F3-658A-07CA-B309815F7A48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C29E81DC-08D8-9421-E889-9C280019518B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1E3A735A-1234-ABDC-62AF-1831EF84429A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63992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A69CB8CB-BDAC-3519-5D2B-9B444102B94F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385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37A9CC20-3229-7530-9D88-A010CD3B06E4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17E35E10-A707-3BBD-A33C-587F1B9978C6}"/>
              </a:ext>
            </a:extLst>
          </p:cNvPr>
          <p:cNvCxnSpPr>
            <a:cxnSpLocks/>
          </p:cNvCxnSpPr>
          <p:nvPr/>
        </p:nvCxnSpPr>
        <p:spPr>
          <a:xfrm>
            <a:off x="763988" y="1431884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9B9B5638-45C3-DBAC-232E-FB6280DD360B}"/>
              </a:ext>
            </a:extLst>
          </p:cNvPr>
          <p:cNvSpPr txBox="1"/>
          <p:nvPr/>
        </p:nvSpPr>
        <p:spPr>
          <a:xfrm>
            <a:off x="763986" y="1185663"/>
            <a:ext cx="38080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000" i="1"/>
              <a:t>mock-server:9090 ResetAfterResponse {"milliseconds": 1000}</a:t>
            </a:r>
            <a:endParaRPr kumimoji="1" lang="ko-KR" altLang="en-US" sz="1000" i="1"/>
          </a:p>
        </p:txBody>
      </p:sp>
      <p:cxnSp>
        <p:nvCxnSpPr>
          <p:cNvPr id="54" name="Straight Arrow Connector 81">
            <a:extLst>
              <a:ext uri="{FF2B5EF4-FFF2-40B4-BE49-F238E27FC236}">
                <a16:creationId xmlns:a16="http://schemas.microsoft.com/office/drawing/2014/main" id="{3CA65C87-B6D2-E447-FDFE-39F103C5B93C}"/>
              </a:ext>
            </a:extLst>
          </p:cNvPr>
          <p:cNvCxnSpPr>
            <a:cxnSpLocks/>
          </p:cNvCxnSpPr>
          <p:nvPr/>
        </p:nvCxnSpPr>
        <p:spPr>
          <a:xfrm>
            <a:off x="5462033" y="2006276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AF03EBFD-E4DC-ADE4-C8B5-2FF1A2411508}"/>
              </a:ext>
            </a:extLst>
          </p:cNvPr>
          <p:cNvCxnSpPr>
            <a:cxnSpLocks/>
          </p:cNvCxnSpPr>
          <p:nvPr/>
        </p:nvCxnSpPr>
        <p:spPr>
          <a:xfrm>
            <a:off x="3681969" y="1505679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81">
            <a:extLst>
              <a:ext uri="{FF2B5EF4-FFF2-40B4-BE49-F238E27FC236}">
                <a16:creationId xmlns:a16="http://schemas.microsoft.com/office/drawing/2014/main" id="{D431AA36-5855-54FC-4BA2-AB3481FFF3EC}"/>
              </a:ext>
            </a:extLst>
          </p:cNvPr>
          <p:cNvCxnSpPr>
            <a:cxnSpLocks/>
          </p:cNvCxnSpPr>
          <p:nvPr/>
        </p:nvCxnSpPr>
        <p:spPr>
          <a:xfrm>
            <a:off x="5462033" y="1585570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81">
            <a:extLst>
              <a:ext uri="{FF2B5EF4-FFF2-40B4-BE49-F238E27FC236}">
                <a16:creationId xmlns:a16="http://schemas.microsoft.com/office/drawing/2014/main" id="{027E87C1-2D74-0AC7-3931-56659B88313A}"/>
              </a:ext>
            </a:extLst>
          </p:cNvPr>
          <p:cNvCxnSpPr>
            <a:cxnSpLocks/>
          </p:cNvCxnSpPr>
          <p:nvPr/>
        </p:nvCxnSpPr>
        <p:spPr>
          <a:xfrm>
            <a:off x="3681977" y="2078284"/>
            <a:ext cx="178005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호 1">
            <a:extLst>
              <a:ext uri="{FF2B5EF4-FFF2-40B4-BE49-F238E27FC236}">
                <a16:creationId xmlns:a16="http://schemas.microsoft.com/office/drawing/2014/main" id="{8A2FFCFE-BC51-FA32-734B-4FA70AB64F2A}"/>
              </a:ext>
            </a:extLst>
          </p:cNvPr>
          <p:cNvSpPr/>
          <p:nvPr/>
        </p:nvSpPr>
        <p:spPr>
          <a:xfrm>
            <a:off x="8241825" y="1585569"/>
            <a:ext cx="276365" cy="423019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7E5E3E-261A-A5DC-F0AF-762972100545}"/>
              </a:ext>
            </a:extLst>
          </p:cNvPr>
          <p:cNvSpPr txBox="1"/>
          <p:nvPr/>
        </p:nvSpPr>
        <p:spPr>
          <a:xfrm>
            <a:off x="8410775" y="1680027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/>
              <a:t>1000ms</a:t>
            </a:r>
            <a:endParaRPr kumimoji="1" lang="ko-KR" altLang="en-US" sz="1000" i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F32AEA-B696-CB51-BA97-F86A51626137}"/>
              </a:ext>
            </a:extLst>
          </p:cNvPr>
          <p:cNvSpPr txBox="1"/>
          <p:nvPr/>
        </p:nvSpPr>
        <p:spPr>
          <a:xfrm>
            <a:off x="5584333" y="200396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Partial Response</a:t>
            </a:r>
            <a:endParaRPr kumimoji="1" lang="ko-KR" altLang="en-US" sz="1000" i="1"/>
          </a:p>
        </p:txBody>
      </p:sp>
      <p:cxnSp>
        <p:nvCxnSpPr>
          <p:cNvPr id="8" name="Straight Arrow Connector 81">
            <a:extLst>
              <a:ext uri="{FF2B5EF4-FFF2-40B4-BE49-F238E27FC236}">
                <a16:creationId xmlns:a16="http://schemas.microsoft.com/office/drawing/2014/main" id="{F3BECC03-5F85-EF86-4C89-3FE2504BB7BE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0433B36-8DE6-168C-E829-603EAA4FDEC3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SYN</a:t>
            </a:r>
            <a:endParaRPr kumimoji="1" lang="ko-KR" altLang="en-US" sz="1000" i="1"/>
          </a:p>
        </p:txBody>
      </p:sp>
      <p:cxnSp>
        <p:nvCxnSpPr>
          <p:cNvPr id="58" name="Straight Arrow Connector 81">
            <a:extLst>
              <a:ext uri="{FF2B5EF4-FFF2-40B4-BE49-F238E27FC236}">
                <a16:creationId xmlns:a16="http://schemas.microsoft.com/office/drawing/2014/main" id="{DC2C78F2-1FDE-2FEE-259D-2969D3B5475F}"/>
              </a:ext>
            </a:extLst>
          </p:cNvPr>
          <p:cNvCxnSpPr>
            <a:cxnSpLocks/>
          </p:cNvCxnSpPr>
          <p:nvPr/>
        </p:nvCxnSpPr>
        <p:spPr>
          <a:xfrm>
            <a:off x="763988" y="2847520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7B2427F-32AA-9F9D-C9CC-8B071E6253DB}"/>
              </a:ext>
            </a:extLst>
          </p:cNvPr>
          <p:cNvSpPr txBox="1"/>
          <p:nvPr/>
        </p:nvSpPr>
        <p:spPr>
          <a:xfrm>
            <a:off x="763987" y="2601299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FIN</a:t>
            </a:r>
            <a:endParaRPr kumimoji="1" lang="ko-KR" altLang="en-US" sz="1000" i="1"/>
          </a:p>
        </p:txBody>
      </p:sp>
      <p:cxnSp>
        <p:nvCxnSpPr>
          <p:cNvPr id="13" name="Straight Arrow Connector 81">
            <a:extLst>
              <a:ext uri="{FF2B5EF4-FFF2-40B4-BE49-F238E27FC236}">
                <a16:creationId xmlns:a16="http://schemas.microsoft.com/office/drawing/2014/main" id="{308E1141-2634-F76F-3C9A-E536DC9A2F3B}"/>
              </a:ext>
            </a:extLst>
          </p:cNvPr>
          <p:cNvCxnSpPr>
            <a:cxnSpLocks/>
          </p:cNvCxnSpPr>
          <p:nvPr/>
        </p:nvCxnSpPr>
        <p:spPr>
          <a:xfrm>
            <a:off x="5462033" y="2365915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81">
            <a:extLst>
              <a:ext uri="{FF2B5EF4-FFF2-40B4-BE49-F238E27FC236}">
                <a16:creationId xmlns:a16="http://schemas.microsoft.com/office/drawing/2014/main" id="{C68F54F9-9F93-E8B5-34F0-9E334F70674A}"/>
              </a:ext>
            </a:extLst>
          </p:cNvPr>
          <p:cNvCxnSpPr>
            <a:cxnSpLocks/>
          </p:cNvCxnSpPr>
          <p:nvPr/>
        </p:nvCxnSpPr>
        <p:spPr>
          <a:xfrm>
            <a:off x="3681977" y="2437923"/>
            <a:ext cx="178005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7EDE223-FDC5-1328-376F-8FD3E492787C}"/>
              </a:ext>
            </a:extLst>
          </p:cNvPr>
          <p:cNvSpPr txBox="1"/>
          <p:nvPr/>
        </p:nvSpPr>
        <p:spPr>
          <a:xfrm>
            <a:off x="2666358" y="2437497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HTTP/2 RST_STREAM</a:t>
            </a:r>
            <a:endParaRPr kumimoji="1" lang="ko-KR" altLang="en-US" sz="1000" i="1"/>
          </a:p>
        </p:txBody>
      </p:sp>
      <p:cxnSp>
        <p:nvCxnSpPr>
          <p:cNvPr id="24" name="Straight Arrow Connector 81">
            <a:extLst>
              <a:ext uri="{FF2B5EF4-FFF2-40B4-BE49-F238E27FC236}">
                <a16:creationId xmlns:a16="http://schemas.microsoft.com/office/drawing/2014/main" id="{929F7874-014F-4F51-2D50-CC1D63A0E7D7}"/>
              </a:ext>
            </a:extLst>
          </p:cNvPr>
          <p:cNvCxnSpPr>
            <a:cxnSpLocks/>
          </p:cNvCxnSpPr>
          <p:nvPr/>
        </p:nvCxnSpPr>
        <p:spPr>
          <a:xfrm>
            <a:off x="763986" y="2139702"/>
            <a:ext cx="2917983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81">
            <a:extLst>
              <a:ext uri="{FF2B5EF4-FFF2-40B4-BE49-F238E27FC236}">
                <a16:creationId xmlns:a16="http://schemas.microsoft.com/office/drawing/2014/main" id="{0CD72229-2938-1F8F-9DC7-753614F00377}"/>
              </a:ext>
            </a:extLst>
          </p:cNvPr>
          <p:cNvCxnSpPr>
            <a:cxnSpLocks/>
          </p:cNvCxnSpPr>
          <p:nvPr/>
        </p:nvCxnSpPr>
        <p:spPr>
          <a:xfrm>
            <a:off x="763986" y="2499742"/>
            <a:ext cx="2917983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C0B9047-8983-0A0E-1F83-751AD29635D1}"/>
              </a:ext>
            </a:extLst>
          </p:cNvPr>
          <p:cNvSpPr txBox="1"/>
          <p:nvPr/>
        </p:nvSpPr>
        <p:spPr>
          <a:xfrm>
            <a:off x="5584333" y="2376631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12339685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637EF-FAB5-00CF-19F5-4AA418B81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26BF2216-2924-A5F6-53A9-C10A732E615E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823A786C-0EE7-C611-98C6-706B51A2357B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DCE8CBF7-8F5A-F42B-A1D6-5709610D4E7B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B1BC4202-B113-2745-D85F-B89087C462A0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CE07C528-A957-A64B-5C0C-42982D63CBA2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05EDEE7D-FBDA-9697-2239-23513ACADDC7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B278DA02-1424-3343-F1C0-C35D832F4195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99842D74-5759-B8D1-C654-3593ABA63F5F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63992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0BB1C002-18A5-8891-0C60-525FBCD21586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385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1971ADEB-E96A-A06E-4832-C9AFD7438E0C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CA4CA6E3-3B17-8F76-301F-7B2245D92E2F}"/>
              </a:ext>
            </a:extLst>
          </p:cNvPr>
          <p:cNvCxnSpPr>
            <a:cxnSpLocks/>
          </p:cNvCxnSpPr>
          <p:nvPr/>
        </p:nvCxnSpPr>
        <p:spPr>
          <a:xfrm>
            <a:off x="763988" y="1431884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85B78F1-0090-B4CF-7584-EB058269E9DC}"/>
              </a:ext>
            </a:extLst>
          </p:cNvPr>
          <p:cNvSpPr txBox="1"/>
          <p:nvPr/>
        </p:nvSpPr>
        <p:spPr>
          <a:xfrm>
            <a:off x="763986" y="1185663"/>
            <a:ext cx="38800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000" i="1"/>
              <a:t>mock-server:9090 CloseBeforeResponse {"milliseconds": 1000}</a:t>
            </a:r>
            <a:endParaRPr kumimoji="1" lang="ko-KR" altLang="en-US" sz="1000" i="1"/>
          </a:p>
        </p:txBody>
      </p:sp>
      <p:cxnSp>
        <p:nvCxnSpPr>
          <p:cNvPr id="54" name="Straight Arrow Connector 81">
            <a:extLst>
              <a:ext uri="{FF2B5EF4-FFF2-40B4-BE49-F238E27FC236}">
                <a16:creationId xmlns:a16="http://schemas.microsoft.com/office/drawing/2014/main" id="{0ECCA6EE-247A-404B-1161-93E18CA10213}"/>
              </a:ext>
            </a:extLst>
          </p:cNvPr>
          <p:cNvCxnSpPr>
            <a:cxnSpLocks/>
          </p:cNvCxnSpPr>
          <p:nvPr/>
        </p:nvCxnSpPr>
        <p:spPr>
          <a:xfrm>
            <a:off x="5462033" y="2006276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69555C5A-7AB0-6669-D8B5-A39F308651D8}"/>
              </a:ext>
            </a:extLst>
          </p:cNvPr>
          <p:cNvSpPr txBox="1"/>
          <p:nvPr/>
        </p:nvSpPr>
        <p:spPr>
          <a:xfrm>
            <a:off x="2666358" y="2075481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14 UNAVAILABLE</a:t>
            </a:r>
            <a:endParaRPr kumimoji="1" lang="ko-KR" altLang="en-US" sz="1000" i="1"/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25B38867-BB8F-A18E-13DD-87645B60D68C}"/>
              </a:ext>
            </a:extLst>
          </p:cNvPr>
          <p:cNvCxnSpPr>
            <a:cxnSpLocks/>
          </p:cNvCxnSpPr>
          <p:nvPr/>
        </p:nvCxnSpPr>
        <p:spPr>
          <a:xfrm>
            <a:off x="3681969" y="1505679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81">
            <a:extLst>
              <a:ext uri="{FF2B5EF4-FFF2-40B4-BE49-F238E27FC236}">
                <a16:creationId xmlns:a16="http://schemas.microsoft.com/office/drawing/2014/main" id="{36C853CE-753D-4C01-D452-EE85506EB293}"/>
              </a:ext>
            </a:extLst>
          </p:cNvPr>
          <p:cNvCxnSpPr>
            <a:cxnSpLocks/>
          </p:cNvCxnSpPr>
          <p:nvPr/>
        </p:nvCxnSpPr>
        <p:spPr>
          <a:xfrm>
            <a:off x="5462033" y="1585570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81">
            <a:extLst>
              <a:ext uri="{FF2B5EF4-FFF2-40B4-BE49-F238E27FC236}">
                <a16:creationId xmlns:a16="http://schemas.microsoft.com/office/drawing/2014/main" id="{221688F7-A253-F5DD-2A18-54544AE6E45C}"/>
              </a:ext>
            </a:extLst>
          </p:cNvPr>
          <p:cNvCxnSpPr>
            <a:cxnSpLocks/>
          </p:cNvCxnSpPr>
          <p:nvPr/>
        </p:nvCxnSpPr>
        <p:spPr>
          <a:xfrm>
            <a:off x="3681977" y="2078284"/>
            <a:ext cx="178005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호 1">
            <a:extLst>
              <a:ext uri="{FF2B5EF4-FFF2-40B4-BE49-F238E27FC236}">
                <a16:creationId xmlns:a16="http://schemas.microsoft.com/office/drawing/2014/main" id="{C7E19A91-E25D-9B97-EB25-68966E7D2928}"/>
              </a:ext>
            </a:extLst>
          </p:cNvPr>
          <p:cNvSpPr/>
          <p:nvPr/>
        </p:nvSpPr>
        <p:spPr>
          <a:xfrm>
            <a:off x="8241825" y="1585569"/>
            <a:ext cx="276365" cy="423019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4F9547-F174-B0FB-1C69-E05CA7CBCC3B}"/>
              </a:ext>
            </a:extLst>
          </p:cNvPr>
          <p:cNvSpPr txBox="1"/>
          <p:nvPr/>
        </p:nvSpPr>
        <p:spPr>
          <a:xfrm>
            <a:off x="8410775" y="1680027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/>
              <a:t>1000ms</a:t>
            </a:r>
            <a:endParaRPr kumimoji="1" lang="ko-KR" altLang="en-US" sz="1000" i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4BE250-FBD3-B773-D608-CB26E6A0DAE8}"/>
              </a:ext>
            </a:extLst>
          </p:cNvPr>
          <p:cNvSpPr txBox="1"/>
          <p:nvPr/>
        </p:nvSpPr>
        <p:spPr>
          <a:xfrm>
            <a:off x="5584333" y="200396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TCP FIN</a:t>
            </a:r>
            <a:endParaRPr kumimoji="1" lang="ko-KR" altLang="en-US" sz="1000" i="1"/>
          </a:p>
        </p:txBody>
      </p:sp>
      <p:cxnSp>
        <p:nvCxnSpPr>
          <p:cNvPr id="8" name="Straight Arrow Connector 81">
            <a:extLst>
              <a:ext uri="{FF2B5EF4-FFF2-40B4-BE49-F238E27FC236}">
                <a16:creationId xmlns:a16="http://schemas.microsoft.com/office/drawing/2014/main" id="{8A003FE7-5E49-C6B3-0E7C-C84ED732063D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C1C5DE0-90FB-DC26-33D6-B17463D248EE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SYN</a:t>
            </a:r>
            <a:endParaRPr kumimoji="1" lang="ko-KR" altLang="en-US" sz="1000" i="1"/>
          </a:p>
        </p:txBody>
      </p:sp>
      <p:cxnSp>
        <p:nvCxnSpPr>
          <p:cNvPr id="15" name="Straight Arrow Connector 81">
            <a:extLst>
              <a:ext uri="{FF2B5EF4-FFF2-40B4-BE49-F238E27FC236}">
                <a16:creationId xmlns:a16="http://schemas.microsoft.com/office/drawing/2014/main" id="{B52F4E53-1B25-FAA9-DDEE-71FA53368A18}"/>
              </a:ext>
            </a:extLst>
          </p:cNvPr>
          <p:cNvCxnSpPr>
            <a:cxnSpLocks/>
          </p:cNvCxnSpPr>
          <p:nvPr/>
        </p:nvCxnSpPr>
        <p:spPr>
          <a:xfrm>
            <a:off x="5462033" y="3134903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81">
            <a:extLst>
              <a:ext uri="{FF2B5EF4-FFF2-40B4-BE49-F238E27FC236}">
                <a16:creationId xmlns:a16="http://schemas.microsoft.com/office/drawing/2014/main" id="{31196D2B-59BC-8743-1DE1-CF196B4FA7D8}"/>
              </a:ext>
            </a:extLst>
          </p:cNvPr>
          <p:cNvCxnSpPr>
            <a:cxnSpLocks/>
          </p:cNvCxnSpPr>
          <p:nvPr/>
        </p:nvCxnSpPr>
        <p:spPr>
          <a:xfrm>
            <a:off x="3681969" y="2634306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81">
            <a:extLst>
              <a:ext uri="{FF2B5EF4-FFF2-40B4-BE49-F238E27FC236}">
                <a16:creationId xmlns:a16="http://schemas.microsoft.com/office/drawing/2014/main" id="{66EAFF7F-37B0-4E44-78C6-F2FEF4E57C29}"/>
              </a:ext>
            </a:extLst>
          </p:cNvPr>
          <p:cNvCxnSpPr>
            <a:cxnSpLocks/>
          </p:cNvCxnSpPr>
          <p:nvPr/>
        </p:nvCxnSpPr>
        <p:spPr>
          <a:xfrm>
            <a:off x="5462033" y="2714197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81">
            <a:extLst>
              <a:ext uri="{FF2B5EF4-FFF2-40B4-BE49-F238E27FC236}">
                <a16:creationId xmlns:a16="http://schemas.microsoft.com/office/drawing/2014/main" id="{91C221A7-9EBA-B8A3-FBBC-322D08344105}"/>
              </a:ext>
            </a:extLst>
          </p:cNvPr>
          <p:cNvCxnSpPr>
            <a:cxnSpLocks/>
          </p:cNvCxnSpPr>
          <p:nvPr/>
        </p:nvCxnSpPr>
        <p:spPr>
          <a:xfrm>
            <a:off x="3681977" y="3206911"/>
            <a:ext cx="178005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호 18">
            <a:extLst>
              <a:ext uri="{FF2B5EF4-FFF2-40B4-BE49-F238E27FC236}">
                <a16:creationId xmlns:a16="http://schemas.microsoft.com/office/drawing/2014/main" id="{4F035496-6D65-E419-5AFE-3D3AD4B6ABF2}"/>
              </a:ext>
            </a:extLst>
          </p:cNvPr>
          <p:cNvSpPr/>
          <p:nvPr/>
        </p:nvSpPr>
        <p:spPr>
          <a:xfrm>
            <a:off x="8241825" y="2714196"/>
            <a:ext cx="276365" cy="423019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3D543C-ECDD-0FD3-AB33-484BAE8C3314}"/>
              </a:ext>
            </a:extLst>
          </p:cNvPr>
          <p:cNvSpPr txBox="1"/>
          <p:nvPr/>
        </p:nvSpPr>
        <p:spPr>
          <a:xfrm>
            <a:off x="5584333" y="313259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TCP FIN</a:t>
            </a:r>
            <a:endParaRPr kumimoji="1" lang="ko-KR" altLang="en-US" sz="1000" i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EFE96F-FDFB-0AAC-5154-0095D36A0FCF}"/>
              </a:ext>
            </a:extLst>
          </p:cNvPr>
          <p:cNvSpPr txBox="1"/>
          <p:nvPr/>
        </p:nvSpPr>
        <p:spPr>
          <a:xfrm>
            <a:off x="3684670" y="2386852"/>
            <a:ext cx="41108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000" i="1"/>
              <a:t>mock-server:9090 CloseBeforeResponse {"milliseconds": 1000}</a:t>
            </a:r>
            <a:endParaRPr kumimoji="1" lang="ko-KR" altLang="en-US" sz="1000" i="1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DF279E-5E2B-A98F-53A0-C9662938F693}"/>
              </a:ext>
            </a:extLst>
          </p:cNvPr>
          <p:cNvSpPr txBox="1"/>
          <p:nvPr/>
        </p:nvSpPr>
        <p:spPr>
          <a:xfrm>
            <a:off x="2666358" y="3204363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14 UNAVAILABLE</a:t>
            </a:r>
            <a:endParaRPr kumimoji="1" lang="ko-KR" altLang="en-US" sz="1000" i="1"/>
          </a:p>
        </p:txBody>
      </p:sp>
      <p:cxnSp>
        <p:nvCxnSpPr>
          <p:cNvPr id="40" name="Straight Arrow Connector 81">
            <a:extLst>
              <a:ext uri="{FF2B5EF4-FFF2-40B4-BE49-F238E27FC236}">
                <a16:creationId xmlns:a16="http://schemas.microsoft.com/office/drawing/2014/main" id="{C05907D0-6509-E32E-4350-F826F5134B0F}"/>
              </a:ext>
            </a:extLst>
          </p:cNvPr>
          <p:cNvCxnSpPr>
            <a:cxnSpLocks/>
          </p:cNvCxnSpPr>
          <p:nvPr/>
        </p:nvCxnSpPr>
        <p:spPr>
          <a:xfrm>
            <a:off x="5462033" y="4263529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81">
            <a:extLst>
              <a:ext uri="{FF2B5EF4-FFF2-40B4-BE49-F238E27FC236}">
                <a16:creationId xmlns:a16="http://schemas.microsoft.com/office/drawing/2014/main" id="{49B37091-0E57-A2DE-CC25-127DB731EDE2}"/>
              </a:ext>
            </a:extLst>
          </p:cNvPr>
          <p:cNvCxnSpPr>
            <a:cxnSpLocks/>
          </p:cNvCxnSpPr>
          <p:nvPr/>
        </p:nvCxnSpPr>
        <p:spPr>
          <a:xfrm>
            <a:off x="3681969" y="3762932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81">
            <a:extLst>
              <a:ext uri="{FF2B5EF4-FFF2-40B4-BE49-F238E27FC236}">
                <a16:creationId xmlns:a16="http://schemas.microsoft.com/office/drawing/2014/main" id="{2F032E85-434E-F587-BD13-99B6507714D7}"/>
              </a:ext>
            </a:extLst>
          </p:cNvPr>
          <p:cNvCxnSpPr>
            <a:cxnSpLocks/>
          </p:cNvCxnSpPr>
          <p:nvPr/>
        </p:nvCxnSpPr>
        <p:spPr>
          <a:xfrm>
            <a:off x="5462033" y="3842823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81">
            <a:extLst>
              <a:ext uri="{FF2B5EF4-FFF2-40B4-BE49-F238E27FC236}">
                <a16:creationId xmlns:a16="http://schemas.microsoft.com/office/drawing/2014/main" id="{CDADAA36-F704-95F2-1B9F-262F98C9032C}"/>
              </a:ext>
            </a:extLst>
          </p:cNvPr>
          <p:cNvCxnSpPr>
            <a:cxnSpLocks/>
          </p:cNvCxnSpPr>
          <p:nvPr/>
        </p:nvCxnSpPr>
        <p:spPr>
          <a:xfrm>
            <a:off x="3681977" y="4335537"/>
            <a:ext cx="178005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호 43">
            <a:extLst>
              <a:ext uri="{FF2B5EF4-FFF2-40B4-BE49-F238E27FC236}">
                <a16:creationId xmlns:a16="http://schemas.microsoft.com/office/drawing/2014/main" id="{500572B5-5E08-00E9-84A9-DA099C63B2F9}"/>
              </a:ext>
            </a:extLst>
          </p:cNvPr>
          <p:cNvSpPr/>
          <p:nvPr/>
        </p:nvSpPr>
        <p:spPr>
          <a:xfrm>
            <a:off x="8241825" y="3842822"/>
            <a:ext cx="276365" cy="423019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F48655-F5AE-BC24-8149-D369EB3E7046}"/>
              </a:ext>
            </a:extLst>
          </p:cNvPr>
          <p:cNvSpPr txBox="1"/>
          <p:nvPr/>
        </p:nvSpPr>
        <p:spPr>
          <a:xfrm>
            <a:off x="5584333" y="4261218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TCP FIN</a:t>
            </a:r>
            <a:endParaRPr kumimoji="1" lang="ko-KR" altLang="en-US" sz="1000" i="1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2275A06-E18C-6F80-22EA-92660313F48D}"/>
              </a:ext>
            </a:extLst>
          </p:cNvPr>
          <p:cNvSpPr txBox="1"/>
          <p:nvPr/>
        </p:nvSpPr>
        <p:spPr>
          <a:xfrm>
            <a:off x="3684670" y="3515478"/>
            <a:ext cx="42006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000" i="1"/>
              <a:t>mock-server:9090 CloseBeforeResponse {"milliseconds": 1000}</a:t>
            </a:r>
            <a:endParaRPr kumimoji="1" lang="ko-KR" altLang="en-US" sz="1000" i="1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D191881-D91C-059F-44A4-0FAD4CA2D7FE}"/>
              </a:ext>
            </a:extLst>
          </p:cNvPr>
          <p:cNvSpPr txBox="1"/>
          <p:nvPr/>
        </p:nvSpPr>
        <p:spPr>
          <a:xfrm>
            <a:off x="2666358" y="4332989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14 UNAVAILABLE</a:t>
            </a:r>
            <a:endParaRPr kumimoji="1" lang="ko-KR" altLang="en-US" sz="1000" i="1"/>
          </a:p>
        </p:txBody>
      </p:sp>
      <p:cxnSp>
        <p:nvCxnSpPr>
          <p:cNvPr id="57" name="Straight Arrow Connector 81">
            <a:extLst>
              <a:ext uri="{FF2B5EF4-FFF2-40B4-BE49-F238E27FC236}">
                <a16:creationId xmlns:a16="http://schemas.microsoft.com/office/drawing/2014/main" id="{B63FA61F-A7BE-A7B0-4684-C118A9AD2B51}"/>
              </a:ext>
            </a:extLst>
          </p:cNvPr>
          <p:cNvCxnSpPr>
            <a:cxnSpLocks/>
          </p:cNvCxnSpPr>
          <p:nvPr/>
        </p:nvCxnSpPr>
        <p:spPr>
          <a:xfrm>
            <a:off x="763986" y="4403439"/>
            <a:ext cx="2917983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81">
            <a:extLst>
              <a:ext uri="{FF2B5EF4-FFF2-40B4-BE49-F238E27FC236}">
                <a16:creationId xmlns:a16="http://schemas.microsoft.com/office/drawing/2014/main" id="{7020AF65-9C3D-F17E-3A5B-BF74529E64AB}"/>
              </a:ext>
            </a:extLst>
          </p:cNvPr>
          <p:cNvCxnSpPr>
            <a:cxnSpLocks/>
          </p:cNvCxnSpPr>
          <p:nvPr/>
        </p:nvCxnSpPr>
        <p:spPr>
          <a:xfrm>
            <a:off x="763988" y="4753660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E643846-4AC9-2BD8-197C-C0BD2FD44C18}"/>
              </a:ext>
            </a:extLst>
          </p:cNvPr>
          <p:cNvSpPr txBox="1"/>
          <p:nvPr/>
        </p:nvSpPr>
        <p:spPr>
          <a:xfrm>
            <a:off x="763987" y="4507439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FIN</a:t>
            </a:r>
            <a:endParaRPr kumimoji="1"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35223940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E0D65-EAA6-53D9-B294-D6A52FA55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A07253E6-E7CE-ABA1-0B81-B3F099129D9F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A4298D32-8289-0D1D-DA9A-E1532408B885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7CD555B0-73E8-86FF-D7E8-ED5DF1FBE727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2ED5CDB2-17E6-53EC-60F9-15EA08A13309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C7E99CCE-F5D0-F072-E679-7010479875FB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F3E892A5-D30E-3173-AD2D-089F2FEABFFC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60163199-6B56-E252-8FA7-46FBDF38A7E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3F267FAF-87EB-FE22-6691-22F2DB4C9698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63992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9F0E6DE7-1245-E01C-D754-113DC45DB04E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385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EA6BD88C-BB51-75F0-82C8-4D1709B444FB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41C1483A-95A6-B6EC-51EF-725206E8FA18}"/>
              </a:ext>
            </a:extLst>
          </p:cNvPr>
          <p:cNvCxnSpPr>
            <a:cxnSpLocks/>
          </p:cNvCxnSpPr>
          <p:nvPr/>
        </p:nvCxnSpPr>
        <p:spPr>
          <a:xfrm>
            <a:off x="763988" y="1431884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BF3867F-0FE4-E409-DD72-1F9CDFC89150}"/>
              </a:ext>
            </a:extLst>
          </p:cNvPr>
          <p:cNvSpPr txBox="1"/>
          <p:nvPr/>
        </p:nvSpPr>
        <p:spPr>
          <a:xfrm>
            <a:off x="763986" y="1185663"/>
            <a:ext cx="38080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000" i="1"/>
              <a:t>mock-server:9090 CloseAfterResponse {"milliseconds": 1000}</a:t>
            </a:r>
            <a:endParaRPr kumimoji="1" lang="ko-KR" altLang="en-US" sz="1000" i="1"/>
          </a:p>
        </p:txBody>
      </p:sp>
      <p:cxnSp>
        <p:nvCxnSpPr>
          <p:cNvPr id="54" name="Straight Arrow Connector 81">
            <a:extLst>
              <a:ext uri="{FF2B5EF4-FFF2-40B4-BE49-F238E27FC236}">
                <a16:creationId xmlns:a16="http://schemas.microsoft.com/office/drawing/2014/main" id="{6C5509C0-8657-D442-447C-4342432B65B2}"/>
              </a:ext>
            </a:extLst>
          </p:cNvPr>
          <p:cNvCxnSpPr>
            <a:cxnSpLocks/>
          </p:cNvCxnSpPr>
          <p:nvPr/>
        </p:nvCxnSpPr>
        <p:spPr>
          <a:xfrm>
            <a:off x="5462033" y="2006276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AE1E09C8-ADE4-648F-E7AD-FDA78D995E72}"/>
              </a:ext>
            </a:extLst>
          </p:cNvPr>
          <p:cNvCxnSpPr>
            <a:cxnSpLocks/>
          </p:cNvCxnSpPr>
          <p:nvPr/>
        </p:nvCxnSpPr>
        <p:spPr>
          <a:xfrm>
            <a:off x="3681969" y="1505679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81">
            <a:extLst>
              <a:ext uri="{FF2B5EF4-FFF2-40B4-BE49-F238E27FC236}">
                <a16:creationId xmlns:a16="http://schemas.microsoft.com/office/drawing/2014/main" id="{E0DC18D3-07A0-B450-D029-246273AAA085}"/>
              </a:ext>
            </a:extLst>
          </p:cNvPr>
          <p:cNvCxnSpPr>
            <a:cxnSpLocks/>
          </p:cNvCxnSpPr>
          <p:nvPr/>
        </p:nvCxnSpPr>
        <p:spPr>
          <a:xfrm>
            <a:off x="5462033" y="1585570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81">
            <a:extLst>
              <a:ext uri="{FF2B5EF4-FFF2-40B4-BE49-F238E27FC236}">
                <a16:creationId xmlns:a16="http://schemas.microsoft.com/office/drawing/2014/main" id="{50FE52E1-FC84-5A59-5B4C-05E16ED75226}"/>
              </a:ext>
            </a:extLst>
          </p:cNvPr>
          <p:cNvCxnSpPr>
            <a:cxnSpLocks/>
          </p:cNvCxnSpPr>
          <p:nvPr/>
        </p:nvCxnSpPr>
        <p:spPr>
          <a:xfrm>
            <a:off x="3681977" y="2078284"/>
            <a:ext cx="178005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호 1">
            <a:extLst>
              <a:ext uri="{FF2B5EF4-FFF2-40B4-BE49-F238E27FC236}">
                <a16:creationId xmlns:a16="http://schemas.microsoft.com/office/drawing/2014/main" id="{980F6E9A-9DCB-527C-1DDC-26B1BADE451D}"/>
              </a:ext>
            </a:extLst>
          </p:cNvPr>
          <p:cNvSpPr/>
          <p:nvPr/>
        </p:nvSpPr>
        <p:spPr>
          <a:xfrm>
            <a:off x="8241825" y="1585569"/>
            <a:ext cx="276365" cy="423019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865799-9A5B-F5A1-F29A-38F80A5E5AA9}"/>
              </a:ext>
            </a:extLst>
          </p:cNvPr>
          <p:cNvSpPr txBox="1"/>
          <p:nvPr/>
        </p:nvSpPr>
        <p:spPr>
          <a:xfrm>
            <a:off x="8410775" y="1680027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/>
              <a:t>1000ms</a:t>
            </a:r>
            <a:endParaRPr kumimoji="1" lang="ko-KR" altLang="en-US" sz="1000" i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83A05B-C92E-791D-2773-BF4FF6AF9935}"/>
              </a:ext>
            </a:extLst>
          </p:cNvPr>
          <p:cNvSpPr txBox="1"/>
          <p:nvPr/>
        </p:nvSpPr>
        <p:spPr>
          <a:xfrm>
            <a:off x="5584333" y="200396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Partial Response</a:t>
            </a:r>
            <a:endParaRPr kumimoji="1" lang="ko-KR" altLang="en-US" sz="1000" i="1"/>
          </a:p>
        </p:txBody>
      </p:sp>
      <p:cxnSp>
        <p:nvCxnSpPr>
          <p:cNvPr id="8" name="Straight Arrow Connector 81">
            <a:extLst>
              <a:ext uri="{FF2B5EF4-FFF2-40B4-BE49-F238E27FC236}">
                <a16:creationId xmlns:a16="http://schemas.microsoft.com/office/drawing/2014/main" id="{7DCD3DEE-A95B-299D-229F-2A987B762722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A8C4429-E3DA-876D-E4A9-DE6708D036EE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SYN</a:t>
            </a:r>
            <a:endParaRPr kumimoji="1" lang="ko-KR" altLang="en-US" sz="1000" i="1"/>
          </a:p>
        </p:txBody>
      </p:sp>
      <p:cxnSp>
        <p:nvCxnSpPr>
          <p:cNvPr id="58" name="Straight Arrow Connector 81">
            <a:extLst>
              <a:ext uri="{FF2B5EF4-FFF2-40B4-BE49-F238E27FC236}">
                <a16:creationId xmlns:a16="http://schemas.microsoft.com/office/drawing/2014/main" id="{3B2A48E5-373F-9D0D-2B38-F2C67287C0A7}"/>
              </a:ext>
            </a:extLst>
          </p:cNvPr>
          <p:cNvCxnSpPr>
            <a:cxnSpLocks/>
          </p:cNvCxnSpPr>
          <p:nvPr/>
        </p:nvCxnSpPr>
        <p:spPr>
          <a:xfrm>
            <a:off x="763988" y="2847520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AF51D47B-FDCB-DD1A-A1BF-0A302E410304}"/>
              </a:ext>
            </a:extLst>
          </p:cNvPr>
          <p:cNvSpPr txBox="1"/>
          <p:nvPr/>
        </p:nvSpPr>
        <p:spPr>
          <a:xfrm>
            <a:off x="763987" y="2601299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FIN</a:t>
            </a:r>
            <a:endParaRPr kumimoji="1" lang="ko-KR" altLang="en-US" sz="1000" i="1"/>
          </a:p>
        </p:txBody>
      </p:sp>
      <p:cxnSp>
        <p:nvCxnSpPr>
          <p:cNvPr id="13" name="Straight Arrow Connector 81">
            <a:extLst>
              <a:ext uri="{FF2B5EF4-FFF2-40B4-BE49-F238E27FC236}">
                <a16:creationId xmlns:a16="http://schemas.microsoft.com/office/drawing/2014/main" id="{192B506D-AC5B-FF5D-B7E2-814CDAAD49AA}"/>
              </a:ext>
            </a:extLst>
          </p:cNvPr>
          <p:cNvCxnSpPr>
            <a:cxnSpLocks/>
          </p:cNvCxnSpPr>
          <p:nvPr/>
        </p:nvCxnSpPr>
        <p:spPr>
          <a:xfrm>
            <a:off x="5462033" y="2365915"/>
            <a:ext cx="291797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81">
            <a:extLst>
              <a:ext uri="{FF2B5EF4-FFF2-40B4-BE49-F238E27FC236}">
                <a16:creationId xmlns:a16="http://schemas.microsoft.com/office/drawing/2014/main" id="{3BD86464-C9E0-8EB7-A192-C49F84D4F055}"/>
              </a:ext>
            </a:extLst>
          </p:cNvPr>
          <p:cNvCxnSpPr>
            <a:cxnSpLocks/>
          </p:cNvCxnSpPr>
          <p:nvPr/>
        </p:nvCxnSpPr>
        <p:spPr>
          <a:xfrm>
            <a:off x="3681977" y="2437923"/>
            <a:ext cx="1780056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49A2C40-268E-68B1-0EFE-9B3BC7819756}"/>
              </a:ext>
            </a:extLst>
          </p:cNvPr>
          <p:cNvSpPr txBox="1"/>
          <p:nvPr/>
        </p:nvSpPr>
        <p:spPr>
          <a:xfrm>
            <a:off x="2666358" y="2437497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HTTP/2 RST_STREAM</a:t>
            </a:r>
            <a:endParaRPr kumimoji="1" lang="ko-KR" altLang="en-US" sz="1000" i="1"/>
          </a:p>
        </p:txBody>
      </p:sp>
      <p:cxnSp>
        <p:nvCxnSpPr>
          <p:cNvPr id="24" name="Straight Arrow Connector 81">
            <a:extLst>
              <a:ext uri="{FF2B5EF4-FFF2-40B4-BE49-F238E27FC236}">
                <a16:creationId xmlns:a16="http://schemas.microsoft.com/office/drawing/2014/main" id="{C5FF4E41-6871-A316-DD74-C327A8C37F50}"/>
              </a:ext>
            </a:extLst>
          </p:cNvPr>
          <p:cNvCxnSpPr>
            <a:cxnSpLocks/>
          </p:cNvCxnSpPr>
          <p:nvPr/>
        </p:nvCxnSpPr>
        <p:spPr>
          <a:xfrm>
            <a:off x="763986" y="2139702"/>
            <a:ext cx="2917983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81">
            <a:extLst>
              <a:ext uri="{FF2B5EF4-FFF2-40B4-BE49-F238E27FC236}">
                <a16:creationId xmlns:a16="http://schemas.microsoft.com/office/drawing/2014/main" id="{E95D995A-3D39-E75E-4D69-0BFD1FF8BCED}"/>
              </a:ext>
            </a:extLst>
          </p:cNvPr>
          <p:cNvCxnSpPr>
            <a:cxnSpLocks/>
          </p:cNvCxnSpPr>
          <p:nvPr/>
        </p:nvCxnSpPr>
        <p:spPr>
          <a:xfrm>
            <a:off x="763986" y="2499742"/>
            <a:ext cx="2917983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0599B44-CD61-048D-228A-2A5BCF707EA1}"/>
              </a:ext>
            </a:extLst>
          </p:cNvPr>
          <p:cNvSpPr txBox="1"/>
          <p:nvPr/>
        </p:nvSpPr>
        <p:spPr>
          <a:xfrm>
            <a:off x="5584333" y="2376631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TCP FIN</a:t>
            </a:r>
            <a:endParaRPr kumimoji="1"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33512263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15E61-E0AD-6D8D-ED5B-B35B412EE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607106EE-6F4F-C766-6463-5B1E7743ADCC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E6B9A580-476A-4D15-8CA2-148D88837563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D6A3DBB0-D6F9-4ECD-0941-45EAC47F871A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F7F2124E-56B2-4DD4-404E-BC1DA36ED948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E0035ACB-67AD-6C36-1BF3-3B7896B08401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1E3332B7-4696-25FF-2154-56936C2C1C3F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0913C4A0-3224-7B75-FE79-097E8FBB3EF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C98888CB-87C5-1679-F157-9D266525837E}"/>
              </a:ext>
            </a:extLst>
          </p:cNvPr>
          <p:cNvCxnSpPr>
            <a:cxnSpLocks/>
          </p:cNvCxnSpPr>
          <p:nvPr/>
        </p:nvCxnSpPr>
        <p:spPr>
          <a:xfrm>
            <a:off x="763987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12F809FA-5E98-AA9A-6AB4-B5A42DFDBCAA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385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8BC97E62-AF19-3EBC-F218-C97B1BA8896A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3EBFF7AD-E032-6355-5F09-DEAE61063913}"/>
              </a:ext>
            </a:extLst>
          </p:cNvPr>
          <p:cNvCxnSpPr>
            <a:cxnSpLocks/>
          </p:cNvCxnSpPr>
          <p:nvPr/>
        </p:nvCxnSpPr>
        <p:spPr>
          <a:xfrm>
            <a:off x="763988" y="1431885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653FD54-3F76-090D-1865-D7CE72472371}"/>
              </a:ext>
            </a:extLst>
          </p:cNvPr>
          <p:cNvSpPr txBox="1"/>
          <p:nvPr/>
        </p:nvSpPr>
        <p:spPr>
          <a:xfrm>
            <a:off x="763986" y="1185664"/>
            <a:ext cx="31599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mock-server:9090 Delay {"milliseconds": 5000}</a:t>
            </a:r>
          </a:p>
          <a:p>
            <a:endParaRPr kumimoji="1" lang="en-US" altLang="ko-KR" sz="1000" i="1">
              <a:solidFill>
                <a:srgbClr val="C00000"/>
              </a:solidFill>
            </a:endParaRPr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8F3C3796-B2C0-A8AE-08C9-5DBDE0F6F448}"/>
              </a:ext>
            </a:extLst>
          </p:cNvPr>
          <p:cNvCxnSpPr>
            <a:cxnSpLocks/>
          </p:cNvCxnSpPr>
          <p:nvPr/>
        </p:nvCxnSpPr>
        <p:spPr>
          <a:xfrm>
            <a:off x="3681969" y="1505680"/>
            <a:ext cx="178006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81">
            <a:extLst>
              <a:ext uri="{FF2B5EF4-FFF2-40B4-BE49-F238E27FC236}">
                <a16:creationId xmlns:a16="http://schemas.microsoft.com/office/drawing/2014/main" id="{77F6B881-7883-D277-D7EA-8EC0150228BF}"/>
              </a:ext>
            </a:extLst>
          </p:cNvPr>
          <p:cNvCxnSpPr>
            <a:cxnSpLocks/>
          </p:cNvCxnSpPr>
          <p:nvPr/>
        </p:nvCxnSpPr>
        <p:spPr>
          <a:xfrm>
            <a:off x="5462033" y="1585571"/>
            <a:ext cx="291797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7B472D76-3857-9938-0446-81592EC58AC6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7AB4D81-EF8D-31E5-6611-1CAA3327E5BA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TCP SYN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5" name="Straight Arrow Connector 81">
            <a:extLst>
              <a:ext uri="{FF2B5EF4-FFF2-40B4-BE49-F238E27FC236}">
                <a16:creationId xmlns:a16="http://schemas.microsoft.com/office/drawing/2014/main" id="{A92BDA18-0102-AFB1-B446-D4E21F2481C0}"/>
              </a:ext>
            </a:extLst>
          </p:cNvPr>
          <p:cNvCxnSpPr>
            <a:cxnSpLocks/>
          </p:cNvCxnSpPr>
          <p:nvPr/>
        </p:nvCxnSpPr>
        <p:spPr>
          <a:xfrm>
            <a:off x="5462033" y="3364885"/>
            <a:ext cx="2917977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B321762-9963-BC6E-3DD9-4D04CDB594F8}"/>
              </a:ext>
            </a:extLst>
          </p:cNvPr>
          <p:cNvSpPr txBox="1"/>
          <p:nvPr/>
        </p:nvSpPr>
        <p:spPr>
          <a:xfrm>
            <a:off x="5584334" y="336488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rgbClr val="C00000"/>
                </a:solidFill>
              </a:rPr>
              <a:t>0 OK</a:t>
            </a:r>
          </a:p>
        </p:txBody>
      </p:sp>
      <p:cxnSp>
        <p:nvCxnSpPr>
          <p:cNvPr id="13" name="Straight Arrow Connector 81">
            <a:extLst>
              <a:ext uri="{FF2B5EF4-FFF2-40B4-BE49-F238E27FC236}">
                <a16:creationId xmlns:a16="http://schemas.microsoft.com/office/drawing/2014/main" id="{83E0C17D-CA4A-6641-09D4-B310B0DD31B4}"/>
              </a:ext>
            </a:extLst>
          </p:cNvPr>
          <p:cNvCxnSpPr>
            <a:cxnSpLocks/>
          </p:cNvCxnSpPr>
          <p:nvPr/>
        </p:nvCxnSpPr>
        <p:spPr>
          <a:xfrm>
            <a:off x="3681977" y="3436893"/>
            <a:ext cx="1780056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81">
            <a:extLst>
              <a:ext uri="{FF2B5EF4-FFF2-40B4-BE49-F238E27FC236}">
                <a16:creationId xmlns:a16="http://schemas.microsoft.com/office/drawing/2014/main" id="{47721DF9-2E3E-C33C-86ED-1C43B3C2C55F}"/>
              </a:ext>
            </a:extLst>
          </p:cNvPr>
          <p:cNvCxnSpPr>
            <a:cxnSpLocks/>
          </p:cNvCxnSpPr>
          <p:nvPr/>
        </p:nvCxnSpPr>
        <p:spPr>
          <a:xfrm>
            <a:off x="763987" y="3508901"/>
            <a:ext cx="2917982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81">
            <a:extLst>
              <a:ext uri="{FF2B5EF4-FFF2-40B4-BE49-F238E27FC236}">
                <a16:creationId xmlns:a16="http://schemas.microsoft.com/office/drawing/2014/main" id="{2B83613A-D0D3-AF34-9CD6-5F499B188171}"/>
              </a:ext>
            </a:extLst>
          </p:cNvPr>
          <p:cNvCxnSpPr>
            <a:cxnSpLocks/>
          </p:cNvCxnSpPr>
          <p:nvPr/>
        </p:nvCxnSpPr>
        <p:spPr>
          <a:xfrm>
            <a:off x="763988" y="3857327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66CF1BC-DF3C-18C0-6CCA-1384CA658C4A}"/>
              </a:ext>
            </a:extLst>
          </p:cNvPr>
          <p:cNvSpPr txBox="1"/>
          <p:nvPr/>
        </p:nvSpPr>
        <p:spPr>
          <a:xfrm>
            <a:off x="763987" y="361110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TCP FIN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sp>
        <p:nvSpPr>
          <p:cNvPr id="20" name="호 19">
            <a:extLst>
              <a:ext uri="{FF2B5EF4-FFF2-40B4-BE49-F238E27FC236}">
                <a16:creationId xmlns:a16="http://schemas.microsoft.com/office/drawing/2014/main" id="{1A41C84A-B9D9-B64E-F133-8D3E121388BB}"/>
              </a:ext>
            </a:extLst>
          </p:cNvPr>
          <p:cNvSpPr/>
          <p:nvPr/>
        </p:nvSpPr>
        <p:spPr>
          <a:xfrm>
            <a:off x="8244505" y="1585570"/>
            <a:ext cx="257804" cy="1779305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462BD4-7565-7AF4-5D68-D0B3969CEF75}"/>
              </a:ext>
            </a:extLst>
          </p:cNvPr>
          <p:cNvSpPr txBox="1"/>
          <p:nvPr/>
        </p:nvSpPr>
        <p:spPr>
          <a:xfrm>
            <a:off x="8425602" y="2351247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>
                <a:solidFill>
                  <a:srgbClr val="C00000"/>
                </a:solidFill>
              </a:rPr>
              <a:t>5000ms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25" name="Straight Arrow Connector 81">
            <a:extLst>
              <a:ext uri="{FF2B5EF4-FFF2-40B4-BE49-F238E27FC236}">
                <a16:creationId xmlns:a16="http://schemas.microsoft.com/office/drawing/2014/main" id="{F5B5043E-49D6-5D7F-12AB-7BB13FA50E02}"/>
              </a:ext>
            </a:extLst>
          </p:cNvPr>
          <p:cNvCxnSpPr>
            <a:cxnSpLocks/>
          </p:cNvCxnSpPr>
          <p:nvPr/>
        </p:nvCxnSpPr>
        <p:spPr>
          <a:xfrm>
            <a:off x="763988" y="2105477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50D832E-614F-BE80-3D1F-8FAAAAE504C4}"/>
              </a:ext>
            </a:extLst>
          </p:cNvPr>
          <p:cNvSpPr txBox="1"/>
          <p:nvPr/>
        </p:nvSpPr>
        <p:spPr>
          <a:xfrm>
            <a:off x="763986" y="1859256"/>
            <a:ext cx="30879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mock-server:9090 Delay {"milliseconds": 5000}</a:t>
            </a:r>
          </a:p>
          <a:p>
            <a:endParaRPr kumimoji="1" lang="en-US" altLang="ko-KR" sz="1000" i="1">
              <a:solidFill>
                <a:schemeClr val="tx2"/>
              </a:solidFill>
            </a:endParaRPr>
          </a:p>
        </p:txBody>
      </p:sp>
      <p:cxnSp>
        <p:nvCxnSpPr>
          <p:cNvPr id="27" name="Straight Arrow Connector 81">
            <a:extLst>
              <a:ext uri="{FF2B5EF4-FFF2-40B4-BE49-F238E27FC236}">
                <a16:creationId xmlns:a16="http://schemas.microsoft.com/office/drawing/2014/main" id="{75E769EE-703B-9F5B-30A9-829A0588C785}"/>
              </a:ext>
            </a:extLst>
          </p:cNvPr>
          <p:cNvCxnSpPr>
            <a:cxnSpLocks/>
          </p:cNvCxnSpPr>
          <p:nvPr/>
        </p:nvCxnSpPr>
        <p:spPr>
          <a:xfrm>
            <a:off x="763988" y="1751357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7B87862-4FC1-8AC6-1096-28A569135594}"/>
              </a:ext>
            </a:extLst>
          </p:cNvPr>
          <p:cNvSpPr txBox="1"/>
          <p:nvPr/>
        </p:nvSpPr>
        <p:spPr>
          <a:xfrm>
            <a:off x="763987" y="150513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TCP SYN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cxnSp>
        <p:nvCxnSpPr>
          <p:cNvPr id="29" name="Straight Arrow Connector 81">
            <a:extLst>
              <a:ext uri="{FF2B5EF4-FFF2-40B4-BE49-F238E27FC236}">
                <a16:creationId xmlns:a16="http://schemas.microsoft.com/office/drawing/2014/main" id="{41E32BF4-76E2-98F7-B8EE-744E3E66B579}"/>
              </a:ext>
            </a:extLst>
          </p:cNvPr>
          <p:cNvCxnSpPr>
            <a:cxnSpLocks/>
          </p:cNvCxnSpPr>
          <p:nvPr/>
        </p:nvCxnSpPr>
        <p:spPr>
          <a:xfrm>
            <a:off x="763988" y="2812063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61F68F9-6B34-8405-CB74-CC04C9D310EF}"/>
              </a:ext>
            </a:extLst>
          </p:cNvPr>
          <p:cNvSpPr txBox="1"/>
          <p:nvPr/>
        </p:nvSpPr>
        <p:spPr>
          <a:xfrm>
            <a:off x="763986" y="2565842"/>
            <a:ext cx="30879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accent3"/>
                </a:solidFill>
              </a:rPr>
              <a:t>mock-server:9090 Delay {"milliseconds": 5000}</a:t>
            </a:r>
          </a:p>
          <a:p>
            <a:endParaRPr kumimoji="1" lang="en-US" altLang="ko-KR" sz="1000" i="1">
              <a:solidFill>
                <a:schemeClr val="accent3"/>
              </a:solidFill>
            </a:endParaRPr>
          </a:p>
        </p:txBody>
      </p:sp>
      <p:cxnSp>
        <p:nvCxnSpPr>
          <p:cNvPr id="31" name="Straight Arrow Connector 81">
            <a:extLst>
              <a:ext uri="{FF2B5EF4-FFF2-40B4-BE49-F238E27FC236}">
                <a16:creationId xmlns:a16="http://schemas.microsoft.com/office/drawing/2014/main" id="{9F905FAF-BD76-0E05-5381-806953891974}"/>
              </a:ext>
            </a:extLst>
          </p:cNvPr>
          <p:cNvCxnSpPr>
            <a:cxnSpLocks/>
          </p:cNvCxnSpPr>
          <p:nvPr/>
        </p:nvCxnSpPr>
        <p:spPr>
          <a:xfrm>
            <a:off x="763988" y="2457943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F48AD28-0985-A39A-2E58-766FCE8ABC0F}"/>
              </a:ext>
            </a:extLst>
          </p:cNvPr>
          <p:cNvSpPr txBox="1"/>
          <p:nvPr/>
        </p:nvSpPr>
        <p:spPr>
          <a:xfrm>
            <a:off x="763987" y="221172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accent3"/>
                </a:solidFill>
              </a:rPr>
              <a:t>TCP SYN</a:t>
            </a:r>
            <a:endParaRPr kumimoji="1" lang="ko-KR" altLang="en-US" sz="1000" i="1">
              <a:solidFill>
                <a:schemeClr val="accent3"/>
              </a:solidFill>
            </a:endParaRPr>
          </a:p>
        </p:txBody>
      </p:sp>
      <p:cxnSp>
        <p:nvCxnSpPr>
          <p:cNvPr id="34" name="Straight Arrow Connector 81">
            <a:extLst>
              <a:ext uri="{FF2B5EF4-FFF2-40B4-BE49-F238E27FC236}">
                <a16:creationId xmlns:a16="http://schemas.microsoft.com/office/drawing/2014/main" id="{ED50B7A3-A0D4-E462-A60C-C340E93AE689}"/>
              </a:ext>
            </a:extLst>
          </p:cNvPr>
          <p:cNvCxnSpPr>
            <a:cxnSpLocks/>
          </p:cNvCxnSpPr>
          <p:nvPr/>
        </p:nvCxnSpPr>
        <p:spPr>
          <a:xfrm>
            <a:off x="763988" y="2931790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8966AF1-F158-D3D1-3484-ED9684DF1458}"/>
              </a:ext>
            </a:extLst>
          </p:cNvPr>
          <p:cNvSpPr txBox="1"/>
          <p:nvPr/>
        </p:nvSpPr>
        <p:spPr>
          <a:xfrm>
            <a:off x="879694" y="2935173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chemeClr val="accent3"/>
                </a:solidFill>
              </a:rPr>
              <a:t>14 UNAVAILABLE</a:t>
            </a:r>
            <a:endParaRPr kumimoji="1" lang="ko-KR" altLang="en-US" sz="1000" i="1">
              <a:solidFill>
                <a:schemeClr val="accent3"/>
              </a:solidFill>
            </a:endParaRPr>
          </a:p>
        </p:txBody>
      </p:sp>
      <p:cxnSp>
        <p:nvCxnSpPr>
          <p:cNvPr id="38" name="Straight Arrow Connector 81">
            <a:extLst>
              <a:ext uri="{FF2B5EF4-FFF2-40B4-BE49-F238E27FC236}">
                <a16:creationId xmlns:a16="http://schemas.microsoft.com/office/drawing/2014/main" id="{E8BF3053-172C-6CBC-DD9A-5F57485F8ABA}"/>
              </a:ext>
            </a:extLst>
          </p:cNvPr>
          <p:cNvCxnSpPr>
            <a:cxnSpLocks/>
          </p:cNvCxnSpPr>
          <p:nvPr/>
        </p:nvCxnSpPr>
        <p:spPr>
          <a:xfrm>
            <a:off x="763988" y="3250019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0791ECA-59BB-BE9D-0114-7E79AFCC72E2}"/>
              </a:ext>
            </a:extLst>
          </p:cNvPr>
          <p:cNvSpPr txBox="1"/>
          <p:nvPr/>
        </p:nvSpPr>
        <p:spPr>
          <a:xfrm>
            <a:off x="763987" y="3003798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accent3"/>
                </a:solidFill>
              </a:rPr>
              <a:t>TCP FIN</a:t>
            </a:r>
            <a:endParaRPr kumimoji="1" lang="ko-KR" altLang="en-US" sz="1000" i="1">
              <a:solidFill>
                <a:schemeClr val="accent3"/>
              </a:solidFill>
            </a:endParaRPr>
          </a:p>
        </p:txBody>
      </p:sp>
      <p:cxnSp>
        <p:nvCxnSpPr>
          <p:cNvPr id="42" name="Straight Arrow Connector 81">
            <a:extLst>
              <a:ext uri="{FF2B5EF4-FFF2-40B4-BE49-F238E27FC236}">
                <a16:creationId xmlns:a16="http://schemas.microsoft.com/office/drawing/2014/main" id="{17DF6934-EFC5-F934-6A72-CCD1A0D0FA80}"/>
              </a:ext>
            </a:extLst>
          </p:cNvPr>
          <p:cNvCxnSpPr>
            <a:cxnSpLocks/>
          </p:cNvCxnSpPr>
          <p:nvPr/>
        </p:nvCxnSpPr>
        <p:spPr>
          <a:xfrm>
            <a:off x="3681969" y="3932019"/>
            <a:ext cx="1780064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81">
            <a:extLst>
              <a:ext uri="{FF2B5EF4-FFF2-40B4-BE49-F238E27FC236}">
                <a16:creationId xmlns:a16="http://schemas.microsoft.com/office/drawing/2014/main" id="{E55873B6-D38B-F4D0-DAB3-A4D2269F9B31}"/>
              </a:ext>
            </a:extLst>
          </p:cNvPr>
          <p:cNvCxnSpPr>
            <a:cxnSpLocks/>
          </p:cNvCxnSpPr>
          <p:nvPr/>
        </p:nvCxnSpPr>
        <p:spPr>
          <a:xfrm>
            <a:off x="5462033" y="4011910"/>
            <a:ext cx="2917978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81">
            <a:extLst>
              <a:ext uri="{FF2B5EF4-FFF2-40B4-BE49-F238E27FC236}">
                <a16:creationId xmlns:a16="http://schemas.microsoft.com/office/drawing/2014/main" id="{7223F98F-703F-142F-B818-5AD7DA620F6F}"/>
              </a:ext>
            </a:extLst>
          </p:cNvPr>
          <p:cNvCxnSpPr>
            <a:cxnSpLocks/>
          </p:cNvCxnSpPr>
          <p:nvPr/>
        </p:nvCxnSpPr>
        <p:spPr>
          <a:xfrm>
            <a:off x="5462033" y="4257188"/>
            <a:ext cx="2917977" cy="0"/>
          </a:xfrm>
          <a:prstGeom prst="straightConnector1">
            <a:avLst/>
          </a:prstGeom>
          <a:ln>
            <a:solidFill>
              <a:schemeClr val="tx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F6B5776-028A-F79B-26C8-3B0CFC53AC63}"/>
              </a:ext>
            </a:extLst>
          </p:cNvPr>
          <p:cNvSpPr txBox="1"/>
          <p:nvPr/>
        </p:nvSpPr>
        <p:spPr>
          <a:xfrm>
            <a:off x="5584334" y="4257188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chemeClr val="tx2"/>
                </a:solidFill>
              </a:rPr>
              <a:t>0 OK</a:t>
            </a:r>
          </a:p>
        </p:txBody>
      </p:sp>
      <p:cxnSp>
        <p:nvCxnSpPr>
          <p:cNvPr id="48" name="Straight Arrow Connector 81">
            <a:extLst>
              <a:ext uri="{FF2B5EF4-FFF2-40B4-BE49-F238E27FC236}">
                <a16:creationId xmlns:a16="http://schemas.microsoft.com/office/drawing/2014/main" id="{9DB59851-399C-39A2-2658-400038200215}"/>
              </a:ext>
            </a:extLst>
          </p:cNvPr>
          <p:cNvCxnSpPr>
            <a:cxnSpLocks/>
          </p:cNvCxnSpPr>
          <p:nvPr/>
        </p:nvCxnSpPr>
        <p:spPr>
          <a:xfrm>
            <a:off x="3681977" y="4329196"/>
            <a:ext cx="1780056" cy="0"/>
          </a:xfrm>
          <a:prstGeom prst="straightConnector1">
            <a:avLst/>
          </a:prstGeom>
          <a:ln>
            <a:solidFill>
              <a:schemeClr val="tx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81">
            <a:extLst>
              <a:ext uri="{FF2B5EF4-FFF2-40B4-BE49-F238E27FC236}">
                <a16:creationId xmlns:a16="http://schemas.microsoft.com/office/drawing/2014/main" id="{024E980A-0909-D341-8EA5-94C3AFBB6C4F}"/>
              </a:ext>
            </a:extLst>
          </p:cNvPr>
          <p:cNvCxnSpPr>
            <a:cxnSpLocks/>
          </p:cNvCxnSpPr>
          <p:nvPr/>
        </p:nvCxnSpPr>
        <p:spPr>
          <a:xfrm>
            <a:off x="763987" y="4401204"/>
            <a:ext cx="2917982" cy="0"/>
          </a:xfrm>
          <a:prstGeom prst="straightConnector1">
            <a:avLst/>
          </a:prstGeom>
          <a:ln>
            <a:solidFill>
              <a:schemeClr val="tx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65D2E05-48A8-4297-C76D-B416BDEAB221}"/>
              </a:ext>
            </a:extLst>
          </p:cNvPr>
          <p:cNvSpPr txBox="1"/>
          <p:nvPr/>
        </p:nvSpPr>
        <p:spPr>
          <a:xfrm>
            <a:off x="3681961" y="3684335"/>
            <a:ext cx="31222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mock-server:9090 Delay {"milliseconds": 5000}</a:t>
            </a:r>
          </a:p>
        </p:txBody>
      </p:sp>
      <p:sp>
        <p:nvSpPr>
          <p:cNvPr id="51" name="호 50">
            <a:extLst>
              <a:ext uri="{FF2B5EF4-FFF2-40B4-BE49-F238E27FC236}">
                <a16:creationId xmlns:a16="http://schemas.microsoft.com/office/drawing/2014/main" id="{DE79D6C8-EA9F-6F26-D4A9-588CB40075C0}"/>
              </a:ext>
            </a:extLst>
          </p:cNvPr>
          <p:cNvSpPr/>
          <p:nvPr/>
        </p:nvSpPr>
        <p:spPr>
          <a:xfrm>
            <a:off x="8244505" y="4008125"/>
            <a:ext cx="257804" cy="246222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2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C98B48C-7114-B6EB-78AB-6CEB6C0DE0E9}"/>
              </a:ext>
            </a:extLst>
          </p:cNvPr>
          <p:cNvSpPr txBox="1"/>
          <p:nvPr/>
        </p:nvSpPr>
        <p:spPr>
          <a:xfrm>
            <a:off x="8425602" y="4005284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>
                <a:solidFill>
                  <a:schemeClr val="tx2"/>
                </a:solidFill>
              </a:rPr>
              <a:t>5000ms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cxnSp>
        <p:nvCxnSpPr>
          <p:cNvPr id="55" name="Straight Arrow Connector 81">
            <a:extLst>
              <a:ext uri="{FF2B5EF4-FFF2-40B4-BE49-F238E27FC236}">
                <a16:creationId xmlns:a16="http://schemas.microsoft.com/office/drawing/2014/main" id="{2A06C07F-AA8C-3DB4-D553-1B16281EE705}"/>
              </a:ext>
            </a:extLst>
          </p:cNvPr>
          <p:cNvCxnSpPr>
            <a:cxnSpLocks/>
          </p:cNvCxnSpPr>
          <p:nvPr/>
        </p:nvCxnSpPr>
        <p:spPr>
          <a:xfrm>
            <a:off x="763988" y="4725470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C917816-5062-F473-5BD1-21EDD273CC5F}"/>
              </a:ext>
            </a:extLst>
          </p:cNvPr>
          <p:cNvSpPr txBox="1"/>
          <p:nvPr/>
        </p:nvSpPr>
        <p:spPr>
          <a:xfrm>
            <a:off x="763987" y="4479249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TCP FIN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28442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11CD4-2B90-69E8-4536-9F466D2C2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92C32CFE-DE47-56CA-6249-3AEDC76AA0C5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DFEDC4E4-A062-B47E-5CDE-DD6D5110C5ED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146E7E87-2D5F-707D-3399-D5085045EFFA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C602126A-5F03-B0AD-9E92-AD568505EBAB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96F4728E-68B3-C170-03A9-D68BB6266CD4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E92B9422-A7EE-C286-64C3-4BE798B88BC2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786D5D95-3350-5B96-E13B-338476D5E145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6E65F6AC-B2BB-7350-1925-C48C8A0B2AA4}"/>
              </a:ext>
            </a:extLst>
          </p:cNvPr>
          <p:cNvCxnSpPr>
            <a:cxnSpLocks/>
          </p:cNvCxnSpPr>
          <p:nvPr/>
        </p:nvCxnSpPr>
        <p:spPr>
          <a:xfrm>
            <a:off x="763987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F666A5F2-EB2B-D569-59C6-26728C8B9337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385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6DD4EFD1-59A0-62C1-B50A-4524B8B22AA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447980D9-0019-59E2-CF4F-4815DAB699CE}"/>
              </a:ext>
            </a:extLst>
          </p:cNvPr>
          <p:cNvCxnSpPr>
            <a:cxnSpLocks/>
          </p:cNvCxnSpPr>
          <p:nvPr/>
        </p:nvCxnSpPr>
        <p:spPr>
          <a:xfrm>
            <a:off x="763988" y="1431885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6B145B57-CC8A-83B3-CBE5-3B66749B59F1}"/>
              </a:ext>
            </a:extLst>
          </p:cNvPr>
          <p:cNvSpPr txBox="1"/>
          <p:nvPr/>
        </p:nvSpPr>
        <p:spPr>
          <a:xfrm>
            <a:off x="763986" y="1185664"/>
            <a:ext cx="3241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mock-server:9090 Delay {"milliseconds": 5000}</a:t>
            </a:r>
          </a:p>
          <a:p>
            <a:endParaRPr kumimoji="1" lang="en-US" altLang="ko-KR" sz="1000" i="1">
              <a:solidFill>
                <a:srgbClr val="C00000"/>
              </a:solidFill>
            </a:endParaRPr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2CB2DE90-001C-6BE6-978F-9C37389A273D}"/>
              </a:ext>
            </a:extLst>
          </p:cNvPr>
          <p:cNvCxnSpPr>
            <a:cxnSpLocks/>
          </p:cNvCxnSpPr>
          <p:nvPr/>
        </p:nvCxnSpPr>
        <p:spPr>
          <a:xfrm>
            <a:off x="3681969" y="1505680"/>
            <a:ext cx="178006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81">
            <a:extLst>
              <a:ext uri="{FF2B5EF4-FFF2-40B4-BE49-F238E27FC236}">
                <a16:creationId xmlns:a16="http://schemas.microsoft.com/office/drawing/2014/main" id="{0BCFEF86-88C3-EC40-5CC3-91FEAD8D231A}"/>
              </a:ext>
            </a:extLst>
          </p:cNvPr>
          <p:cNvCxnSpPr>
            <a:cxnSpLocks/>
          </p:cNvCxnSpPr>
          <p:nvPr/>
        </p:nvCxnSpPr>
        <p:spPr>
          <a:xfrm>
            <a:off x="5462033" y="1585571"/>
            <a:ext cx="291797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36C762DD-9C09-9EE3-04A0-F983A92130AB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ABB12C0-350A-1F95-93CB-645786249817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TCP SYN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5" name="Straight Arrow Connector 81">
            <a:extLst>
              <a:ext uri="{FF2B5EF4-FFF2-40B4-BE49-F238E27FC236}">
                <a16:creationId xmlns:a16="http://schemas.microsoft.com/office/drawing/2014/main" id="{40AEC5FD-23F0-1BCF-629D-32A922100096}"/>
              </a:ext>
            </a:extLst>
          </p:cNvPr>
          <p:cNvCxnSpPr>
            <a:cxnSpLocks/>
          </p:cNvCxnSpPr>
          <p:nvPr/>
        </p:nvCxnSpPr>
        <p:spPr>
          <a:xfrm>
            <a:off x="5462033" y="3823116"/>
            <a:ext cx="2917977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348D291-C6E9-91C6-1B52-4FBB1B3BC603}"/>
              </a:ext>
            </a:extLst>
          </p:cNvPr>
          <p:cNvSpPr txBox="1"/>
          <p:nvPr/>
        </p:nvSpPr>
        <p:spPr>
          <a:xfrm>
            <a:off x="5584334" y="382311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rgbClr val="C00000"/>
                </a:solidFill>
              </a:rPr>
              <a:t>0 OK</a:t>
            </a:r>
          </a:p>
        </p:txBody>
      </p:sp>
      <p:cxnSp>
        <p:nvCxnSpPr>
          <p:cNvPr id="13" name="Straight Arrow Connector 81">
            <a:extLst>
              <a:ext uri="{FF2B5EF4-FFF2-40B4-BE49-F238E27FC236}">
                <a16:creationId xmlns:a16="http://schemas.microsoft.com/office/drawing/2014/main" id="{E4DA0E72-3299-1A01-1B28-D3EB86712119}"/>
              </a:ext>
            </a:extLst>
          </p:cNvPr>
          <p:cNvCxnSpPr>
            <a:cxnSpLocks/>
          </p:cNvCxnSpPr>
          <p:nvPr/>
        </p:nvCxnSpPr>
        <p:spPr>
          <a:xfrm>
            <a:off x="3681977" y="3895124"/>
            <a:ext cx="1780056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81">
            <a:extLst>
              <a:ext uri="{FF2B5EF4-FFF2-40B4-BE49-F238E27FC236}">
                <a16:creationId xmlns:a16="http://schemas.microsoft.com/office/drawing/2014/main" id="{3D2E77C9-5B3D-BD62-9C50-5441A9E6A77B}"/>
              </a:ext>
            </a:extLst>
          </p:cNvPr>
          <p:cNvCxnSpPr>
            <a:cxnSpLocks/>
          </p:cNvCxnSpPr>
          <p:nvPr/>
        </p:nvCxnSpPr>
        <p:spPr>
          <a:xfrm>
            <a:off x="763987" y="3967132"/>
            <a:ext cx="2917982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81">
            <a:extLst>
              <a:ext uri="{FF2B5EF4-FFF2-40B4-BE49-F238E27FC236}">
                <a16:creationId xmlns:a16="http://schemas.microsoft.com/office/drawing/2014/main" id="{08883A48-E468-293D-BE76-FF192508AB67}"/>
              </a:ext>
            </a:extLst>
          </p:cNvPr>
          <p:cNvCxnSpPr>
            <a:cxnSpLocks/>
          </p:cNvCxnSpPr>
          <p:nvPr/>
        </p:nvCxnSpPr>
        <p:spPr>
          <a:xfrm>
            <a:off x="763988" y="4315558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DEC4DDD-1B6F-9A0C-0147-6F1700336964}"/>
              </a:ext>
            </a:extLst>
          </p:cNvPr>
          <p:cNvSpPr txBox="1"/>
          <p:nvPr/>
        </p:nvSpPr>
        <p:spPr>
          <a:xfrm>
            <a:off x="763987" y="4069337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TCP FIN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sp>
        <p:nvSpPr>
          <p:cNvPr id="20" name="호 19">
            <a:extLst>
              <a:ext uri="{FF2B5EF4-FFF2-40B4-BE49-F238E27FC236}">
                <a16:creationId xmlns:a16="http://schemas.microsoft.com/office/drawing/2014/main" id="{5DF2278F-5219-1ECB-502A-F19723A839E0}"/>
              </a:ext>
            </a:extLst>
          </p:cNvPr>
          <p:cNvSpPr/>
          <p:nvPr/>
        </p:nvSpPr>
        <p:spPr>
          <a:xfrm>
            <a:off x="8244505" y="1585570"/>
            <a:ext cx="257804" cy="2237534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D6B051-FFB7-8A7E-F2E1-DDE18076845C}"/>
              </a:ext>
            </a:extLst>
          </p:cNvPr>
          <p:cNvSpPr txBox="1"/>
          <p:nvPr/>
        </p:nvSpPr>
        <p:spPr>
          <a:xfrm>
            <a:off x="8425602" y="2545227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>
                <a:solidFill>
                  <a:srgbClr val="C00000"/>
                </a:solidFill>
              </a:rPr>
              <a:t>5000ms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29" name="Straight Arrow Connector 81">
            <a:extLst>
              <a:ext uri="{FF2B5EF4-FFF2-40B4-BE49-F238E27FC236}">
                <a16:creationId xmlns:a16="http://schemas.microsoft.com/office/drawing/2014/main" id="{8DF76FAD-16E0-749F-CCD0-0F69C0396BDE}"/>
              </a:ext>
            </a:extLst>
          </p:cNvPr>
          <p:cNvCxnSpPr>
            <a:cxnSpLocks/>
          </p:cNvCxnSpPr>
          <p:nvPr/>
        </p:nvCxnSpPr>
        <p:spPr>
          <a:xfrm>
            <a:off x="763988" y="3253621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0943812-1952-DBB9-9BD3-9C227CB6EF1B}"/>
              </a:ext>
            </a:extLst>
          </p:cNvPr>
          <p:cNvSpPr txBox="1"/>
          <p:nvPr/>
        </p:nvSpPr>
        <p:spPr>
          <a:xfrm>
            <a:off x="763986" y="3007400"/>
            <a:ext cx="32903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accent3"/>
                </a:solidFill>
              </a:rPr>
              <a:t>mock-server:9090 Delay {"milliseconds": 5000}</a:t>
            </a:r>
          </a:p>
        </p:txBody>
      </p:sp>
      <p:cxnSp>
        <p:nvCxnSpPr>
          <p:cNvPr id="31" name="Straight Arrow Connector 81">
            <a:extLst>
              <a:ext uri="{FF2B5EF4-FFF2-40B4-BE49-F238E27FC236}">
                <a16:creationId xmlns:a16="http://schemas.microsoft.com/office/drawing/2014/main" id="{BFC442B2-DB6E-BF15-62D5-F16F495C3CF9}"/>
              </a:ext>
            </a:extLst>
          </p:cNvPr>
          <p:cNvCxnSpPr>
            <a:cxnSpLocks/>
          </p:cNvCxnSpPr>
          <p:nvPr/>
        </p:nvCxnSpPr>
        <p:spPr>
          <a:xfrm>
            <a:off x="763988" y="2899501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E744E0F-4FDF-1D25-34CD-80954C618C8D}"/>
              </a:ext>
            </a:extLst>
          </p:cNvPr>
          <p:cNvSpPr txBox="1"/>
          <p:nvPr/>
        </p:nvSpPr>
        <p:spPr>
          <a:xfrm>
            <a:off x="763987" y="2653280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accent3"/>
                </a:solidFill>
              </a:rPr>
              <a:t>TCP SYN</a:t>
            </a:r>
            <a:endParaRPr kumimoji="1" lang="ko-KR" altLang="en-US" sz="1000" i="1">
              <a:solidFill>
                <a:schemeClr val="accent3"/>
              </a:solidFill>
            </a:endParaRPr>
          </a:p>
        </p:txBody>
      </p:sp>
      <p:cxnSp>
        <p:nvCxnSpPr>
          <p:cNvPr id="34" name="Straight Arrow Connector 81">
            <a:extLst>
              <a:ext uri="{FF2B5EF4-FFF2-40B4-BE49-F238E27FC236}">
                <a16:creationId xmlns:a16="http://schemas.microsoft.com/office/drawing/2014/main" id="{E6CF1BA0-196B-9C03-637C-7FD050DCB103}"/>
              </a:ext>
            </a:extLst>
          </p:cNvPr>
          <p:cNvCxnSpPr>
            <a:cxnSpLocks/>
          </p:cNvCxnSpPr>
          <p:nvPr/>
        </p:nvCxnSpPr>
        <p:spPr>
          <a:xfrm>
            <a:off x="763988" y="3373348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570C424-8C21-0B3F-9589-8A8277F91D69}"/>
              </a:ext>
            </a:extLst>
          </p:cNvPr>
          <p:cNvSpPr txBox="1"/>
          <p:nvPr/>
        </p:nvSpPr>
        <p:spPr>
          <a:xfrm>
            <a:off x="879694" y="3376731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chemeClr val="accent3"/>
                </a:solidFill>
              </a:rPr>
              <a:t>14 UNAVAILABLE</a:t>
            </a:r>
            <a:endParaRPr kumimoji="1" lang="ko-KR" altLang="en-US" sz="1000" i="1">
              <a:solidFill>
                <a:schemeClr val="accent3"/>
              </a:solidFill>
            </a:endParaRPr>
          </a:p>
        </p:txBody>
      </p:sp>
      <p:cxnSp>
        <p:nvCxnSpPr>
          <p:cNvPr id="38" name="Straight Arrow Connector 81">
            <a:extLst>
              <a:ext uri="{FF2B5EF4-FFF2-40B4-BE49-F238E27FC236}">
                <a16:creationId xmlns:a16="http://schemas.microsoft.com/office/drawing/2014/main" id="{543068E7-A760-BF1C-40C7-88A6110A7AE4}"/>
              </a:ext>
            </a:extLst>
          </p:cNvPr>
          <p:cNvCxnSpPr>
            <a:cxnSpLocks/>
          </p:cNvCxnSpPr>
          <p:nvPr/>
        </p:nvCxnSpPr>
        <p:spPr>
          <a:xfrm>
            <a:off x="763988" y="3691577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15B49C8-9229-1871-64C7-1FEFB0DFDC50}"/>
              </a:ext>
            </a:extLst>
          </p:cNvPr>
          <p:cNvSpPr txBox="1"/>
          <p:nvPr/>
        </p:nvSpPr>
        <p:spPr>
          <a:xfrm>
            <a:off x="763987" y="344535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accent3"/>
                </a:solidFill>
              </a:rPr>
              <a:t>TCP FIN</a:t>
            </a:r>
            <a:endParaRPr kumimoji="1" lang="ko-KR" altLang="en-US" sz="1000" i="1">
              <a:solidFill>
                <a:schemeClr val="accent3"/>
              </a:solidFill>
            </a:endParaRPr>
          </a:p>
        </p:txBody>
      </p:sp>
      <p:cxnSp>
        <p:nvCxnSpPr>
          <p:cNvPr id="8" name="Straight Arrow Connector 81">
            <a:extLst>
              <a:ext uri="{FF2B5EF4-FFF2-40B4-BE49-F238E27FC236}">
                <a16:creationId xmlns:a16="http://schemas.microsoft.com/office/drawing/2014/main" id="{A6421F54-E3B3-16CA-AE3A-B9311D76E7B2}"/>
              </a:ext>
            </a:extLst>
          </p:cNvPr>
          <p:cNvCxnSpPr>
            <a:cxnSpLocks/>
          </p:cNvCxnSpPr>
          <p:nvPr/>
        </p:nvCxnSpPr>
        <p:spPr>
          <a:xfrm>
            <a:off x="763988" y="2106041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8EDE105-771D-8681-D900-E8C1AD464AB3}"/>
              </a:ext>
            </a:extLst>
          </p:cNvPr>
          <p:cNvSpPr txBox="1"/>
          <p:nvPr/>
        </p:nvSpPr>
        <p:spPr>
          <a:xfrm>
            <a:off x="763986" y="1859820"/>
            <a:ext cx="34479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mock-server:9090 Delay {"milliseconds": 5000}</a:t>
            </a:r>
          </a:p>
        </p:txBody>
      </p:sp>
      <p:cxnSp>
        <p:nvCxnSpPr>
          <p:cNvPr id="16" name="Straight Arrow Connector 81">
            <a:extLst>
              <a:ext uri="{FF2B5EF4-FFF2-40B4-BE49-F238E27FC236}">
                <a16:creationId xmlns:a16="http://schemas.microsoft.com/office/drawing/2014/main" id="{09CF167B-12F1-3825-7742-83E7C9E0DDF6}"/>
              </a:ext>
            </a:extLst>
          </p:cNvPr>
          <p:cNvCxnSpPr>
            <a:cxnSpLocks/>
          </p:cNvCxnSpPr>
          <p:nvPr/>
        </p:nvCxnSpPr>
        <p:spPr>
          <a:xfrm>
            <a:off x="763988" y="1751921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C10EBA9-F20C-732F-F189-77470155F82C}"/>
              </a:ext>
            </a:extLst>
          </p:cNvPr>
          <p:cNvSpPr txBox="1"/>
          <p:nvPr/>
        </p:nvSpPr>
        <p:spPr>
          <a:xfrm>
            <a:off x="763987" y="1505700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TCP SYN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cxnSp>
        <p:nvCxnSpPr>
          <p:cNvPr id="21" name="Straight Arrow Connector 81">
            <a:extLst>
              <a:ext uri="{FF2B5EF4-FFF2-40B4-BE49-F238E27FC236}">
                <a16:creationId xmlns:a16="http://schemas.microsoft.com/office/drawing/2014/main" id="{EDC2B6A0-AC5D-971F-28A2-4F94C78AD7B9}"/>
              </a:ext>
            </a:extLst>
          </p:cNvPr>
          <p:cNvCxnSpPr>
            <a:cxnSpLocks/>
          </p:cNvCxnSpPr>
          <p:nvPr/>
        </p:nvCxnSpPr>
        <p:spPr>
          <a:xfrm>
            <a:off x="763988" y="2225768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F9D53BE-81EC-BFED-64A5-5E0D385EF3CA}"/>
              </a:ext>
            </a:extLst>
          </p:cNvPr>
          <p:cNvSpPr txBox="1"/>
          <p:nvPr/>
        </p:nvSpPr>
        <p:spPr>
          <a:xfrm>
            <a:off x="879694" y="2229151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chemeClr val="tx2"/>
                </a:solidFill>
              </a:rPr>
              <a:t>14 UNAVAILABLE</a:t>
            </a:r>
          </a:p>
        </p:txBody>
      </p:sp>
      <p:cxnSp>
        <p:nvCxnSpPr>
          <p:cNvPr id="23" name="Straight Arrow Connector 81">
            <a:extLst>
              <a:ext uri="{FF2B5EF4-FFF2-40B4-BE49-F238E27FC236}">
                <a16:creationId xmlns:a16="http://schemas.microsoft.com/office/drawing/2014/main" id="{5151289A-E56F-494E-5E8C-6483A5EBA27C}"/>
              </a:ext>
            </a:extLst>
          </p:cNvPr>
          <p:cNvCxnSpPr>
            <a:cxnSpLocks/>
          </p:cNvCxnSpPr>
          <p:nvPr/>
        </p:nvCxnSpPr>
        <p:spPr>
          <a:xfrm>
            <a:off x="763988" y="2543997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F507301-E8C8-7E8F-71B2-03632E3A3592}"/>
              </a:ext>
            </a:extLst>
          </p:cNvPr>
          <p:cNvSpPr txBox="1"/>
          <p:nvPr/>
        </p:nvSpPr>
        <p:spPr>
          <a:xfrm>
            <a:off x="763987" y="229777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TCP FIN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2341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4CB6C-72EC-AA6D-F81F-ED640E40B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사각형: 둥근 모서리 29">
            <a:extLst>
              <a:ext uri="{FF2B5EF4-FFF2-40B4-BE49-F238E27FC236}">
                <a16:creationId xmlns:a16="http://schemas.microsoft.com/office/drawing/2014/main" id="{BE6A5D98-82AF-5275-C741-8F139F813741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27" name="사각형: 둥근 모서리 29">
            <a:extLst>
              <a:ext uri="{FF2B5EF4-FFF2-40B4-BE49-F238E27FC236}">
                <a16:creationId xmlns:a16="http://schemas.microsoft.com/office/drawing/2014/main" id="{A4863D4B-DBAF-88B0-9E15-7020FAA31D2C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28" name="사각형: 둥근 모서리 29">
            <a:extLst>
              <a:ext uri="{FF2B5EF4-FFF2-40B4-BE49-F238E27FC236}">
                <a16:creationId xmlns:a16="http://schemas.microsoft.com/office/drawing/2014/main" id="{EDF94B3B-46BC-8C1F-EAE7-6B8D48C1A6F2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29" name="사각형: 둥근 모서리 29">
            <a:extLst>
              <a:ext uri="{FF2B5EF4-FFF2-40B4-BE49-F238E27FC236}">
                <a16:creationId xmlns:a16="http://schemas.microsoft.com/office/drawing/2014/main" id="{167FDFE7-B2EE-1948-E34F-4FC5630E15B9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B599585C-7F0D-7FD2-E034-B0A067C46FA0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31" name="사각형: 둥근 모서리 29">
            <a:extLst>
              <a:ext uri="{FF2B5EF4-FFF2-40B4-BE49-F238E27FC236}">
                <a16:creationId xmlns:a16="http://schemas.microsoft.com/office/drawing/2014/main" id="{2E491335-3BA7-4B8B-526B-DF5E58BB208B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2" name="Straight Arrow Connector 81">
            <a:extLst>
              <a:ext uri="{FF2B5EF4-FFF2-40B4-BE49-F238E27FC236}">
                <a16:creationId xmlns:a16="http://schemas.microsoft.com/office/drawing/2014/main" id="{1D4DB01C-D995-E126-84C0-D1B6E61C97C0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3681969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81">
            <a:extLst>
              <a:ext uri="{FF2B5EF4-FFF2-40B4-BE49-F238E27FC236}">
                <a16:creationId xmlns:a16="http://schemas.microsoft.com/office/drawing/2014/main" id="{74617B4E-2ECF-6245-AE40-DDC2D1433CC2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763992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81">
            <a:extLst>
              <a:ext uri="{FF2B5EF4-FFF2-40B4-BE49-F238E27FC236}">
                <a16:creationId xmlns:a16="http://schemas.microsoft.com/office/drawing/2014/main" id="{463B4362-77E5-6CEE-B954-B9254262B027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8380011" y="634882"/>
            <a:ext cx="0" cy="4385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81">
            <a:extLst>
              <a:ext uri="{FF2B5EF4-FFF2-40B4-BE49-F238E27FC236}">
                <a16:creationId xmlns:a16="http://schemas.microsoft.com/office/drawing/2014/main" id="{C00BA4E2-E88F-BF05-0961-A2FB392D1187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5462033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5F5998B7-67EB-9F6D-2E99-388E11ADABE0}"/>
              </a:ext>
            </a:extLst>
          </p:cNvPr>
          <p:cNvCxnSpPr>
            <a:cxnSpLocks/>
          </p:cNvCxnSpPr>
          <p:nvPr/>
        </p:nvCxnSpPr>
        <p:spPr>
          <a:xfrm>
            <a:off x="763988" y="1431885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B9E3A52-BE3A-E497-6E3E-64881185DAB6}"/>
              </a:ext>
            </a:extLst>
          </p:cNvPr>
          <p:cNvSpPr txBox="1"/>
          <p:nvPr/>
        </p:nvSpPr>
        <p:spPr>
          <a:xfrm>
            <a:off x="763987" y="118566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mock-server:9090 Status {"code": 13}</a:t>
            </a:r>
          </a:p>
        </p:txBody>
      </p:sp>
      <p:cxnSp>
        <p:nvCxnSpPr>
          <p:cNvPr id="38" name="Straight Arrow Connector 81">
            <a:extLst>
              <a:ext uri="{FF2B5EF4-FFF2-40B4-BE49-F238E27FC236}">
                <a16:creationId xmlns:a16="http://schemas.microsoft.com/office/drawing/2014/main" id="{399D2883-0B4B-6965-AD55-FEAE1179A4AB}"/>
              </a:ext>
            </a:extLst>
          </p:cNvPr>
          <p:cNvCxnSpPr>
            <a:cxnSpLocks/>
          </p:cNvCxnSpPr>
          <p:nvPr/>
        </p:nvCxnSpPr>
        <p:spPr>
          <a:xfrm>
            <a:off x="5462033" y="1677286"/>
            <a:ext cx="2917977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4E43B25-6484-65C3-443B-ABBB98673564}"/>
              </a:ext>
            </a:extLst>
          </p:cNvPr>
          <p:cNvSpPr txBox="1"/>
          <p:nvPr/>
        </p:nvSpPr>
        <p:spPr>
          <a:xfrm>
            <a:off x="5584334" y="167728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rgbClr val="C00000"/>
                </a:solidFill>
              </a:rPr>
              <a:t>13 INTERNAL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40" name="Straight Arrow Connector 81">
            <a:extLst>
              <a:ext uri="{FF2B5EF4-FFF2-40B4-BE49-F238E27FC236}">
                <a16:creationId xmlns:a16="http://schemas.microsoft.com/office/drawing/2014/main" id="{9907B6A5-B6F3-A97E-A0E8-B4660FEE4FB5}"/>
              </a:ext>
            </a:extLst>
          </p:cNvPr>
          <p:cNvCxnSpPr>
            <a:cxnSpLocks/>
          </p:cNvCxnSpPr>
          <p:nvPr/>
        </p:nvCxnSpPr>
        <p:spPr>
          <a:xfrm>
            <a:off x="3681969" y="1505680"/>
            <a:ext cx="178006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81">
            <a:extLst>
              <a:ext uri="{FF2B5EF4-FFF2-40B4-BE49-F238E27FC236}">
                <a16:creationId xmlns:a16="http://schemas.microsoft.com/office/drawing/2014/main" id="{AC668E9C-8D4A-5104-57F3-A09CF6BBE3D5}"/>
              </a:ext>
            </a:extLst>
          </p:cNvPr>
          <p:cNvCxnSpPr>
            <a:cxnSpLocks/>
          </p:cNvCxnSpPr>
          <p:nvPr/>
        </p:nvCxnSpPr>
        <p:spPr>
          <a:xfrm>
            <a:off x="5462033" y="1585571"/>
            <a:ext cx="291797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81">
            <a:extLst>
              <a:ext uri="{FF2B5EF4-FFF2-40B4-BE49-F238E27FC236}">
                <a16:creationId xmlns:a16="http://schemas.microsoft.com/office/drawing/2014/main" id="{029652B6-44FD-D0A5-6EA4-14FE51931BD9}"/>
              </a:ext>
            </a:extLst>
          </p:cNvPr>
          <p:cNvCxnSpPr>
            <a:cxnSpLocks/>
          </p:cNvCxnSpPr>
          <p:nvPr/>
        </p:nvCxnSpPr>
        <p:spPr>
          <a:xfrm>
            <a:off x="3681977" y="1749294"/>
            <a:ext cx="1780056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81">
            <a:extLst>
              <a:ext uri="{FF2B5EF4-FFF2-40B4-BE49-F238E27FC236}">
                <a16:creationId xmlns:a16="http://schemas.microsoft.com/office/drawing/2014/main" id="{47AADD80-7BE2-9E2A-817E-0F61B3D1A809}"/>
              </a:ext>
            </a:extLst>
          </p:cNvPr>
          <p:cNvCxnSpPr>
            <a:cxnSpLocks/>
          </p:cNvCxnSpPr>
          <p:nvPr/>
        </p:nvCxnSpPr>
        <p:spPr>
          <a:xfrm>
            <a:off x="763987" y="1821302"/>
            <a:ext cx="2917982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81">
            <a:extLst>
              <a:ext uri="{FF2B5EF4-FFF2-40B4-BE49-F238E27FC236}">
                <a16:creationId xmlns:a16="http://schemas.microsoft.com/office/drawing/2014/main" id="{CCFB64A8-D613-9863-33FB-1143D675852F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84D628B-659E-B9D7-D7E4-FFEA938B7F29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TCP SYN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2778873B-A0AB-63D6-3A81-52BB73B8FE11}"/>
              </a:ext>
            </a:extLst>
          </p:cNvPr>
          <p:cNvCxnSpPr>
            <a:cxnSpLocks/>
          </p:cNvCxnSpPr>
          <p:nvPr/>
        </p:nvCxnSpPr>
        <p:spPr>
          <a:xfrm>
            <a:off x="763988" y="2169728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8C582A9-7D0F-F1B8-6AA4-0A57677581C6}"/>
              </a:ext>
            </a:extLst>
          </p:cNvPr>
          <p:cNvSpPr txBox="1"/>
          <p:nvPr/>
        </p:nvSpPr>
        <p:spPr>
          <a:xfrm>
            <a:off x="763987" y="1923507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TCP FIN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C946B05E-F845-D5BB-CC72-5E61CFF8DA5D}"/>
              </a:ext>
            </a:extLst>
          </p:cNvPr>
          <p:cNvCxnSpPr>
            <a:cxnSpLocks/>
          </p:cNvCxnSpPr>
          <p:nvPr/>
        </p:nvCxnSpPr>
        <p:spPr>
          <a:xfrm>
            <a:off x="763988" y="2877957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A6A307C7-5212-43C8-497E-E2ADA592709E}"/>
              </a:ext>
            </a:extLst>
          </p:cNvPr>
          <p:cNvSpPr txBox="1"/>
          <p:nvPr/>
        </p:nvSpPr>
        <p:spPr>
          <a:xfrm>
            <a:off x="763987" y="263173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mock-server:9090 Status {"code": 13}</a:t>
            </a:r>
          </a:p>
        </p:txBody>
      </p:sp>
      <p:cxnSp>
        <p:nvCxnSpPr>
          <p:cNvPr id="65" name="Straight Arrow Connector 81">
            <a:extLst>
              <a:ext uri="{FF2B5EF4-FFF2-40B4-BE49-F238E27FC236}">
                <a16:creationId xmlns:a16="http://schemas.microsoft.com/office/drawing/2014/main" id="{D6BBF8C4-CAE0-C3A5-EAF4-6E263D8FCA3F}"/>
              </a:ext>
            </a:extLst>
          </p:cNvPr>
          <p:cNvCxnSpPr>
            <a:cxnSpLocks/>
          </p:cNvCxnSpPr>
          <p:nvPr/>
        </p:nvCxnSpPr>
        <p:spPr>
          <a:xfrm>
            <a:off x="763988" y="2523837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CE5B4B7-A46E-1195-640F-956008E8693C}"/>
              </a:ext>
            </a:extLst>
          </p:cNvPr>
          <p:cNvSpPr txBox="1"/>
          <p:nvPr/>
        </p:nvSpPr>
        <p:spPr>
          <a:xfrm>
            <a:off x="763987" y="227761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TCP SYN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cxnSp>
        <p:nvCxnSpPr>
          <p:cNvPr id="67" name="Straight Arrow Connector 81">
            <a:extLst>
              <a:ext uri="{FF2B5EF4-FFF2-40B4-BE49-F238E27FC236}">
                <a16:creationId xmlns:a16="http://schemas.microsoft.com/office/drawing/2014/main" id="{E12B7842-2740-3544-EB87-1DC50F4D3BF3}"/>
              </a:ext>
            </a:extLst>
          </p:cNvPr>
          <p:cNvCxnSpPr>
            <a:cxnSpLocks/>
          </p:cNvCxnSpPr>
          <p:nvPr/>
        </p:nvCxnSpPr>
        <p:spPr>
          <a:xfrm>
            <a:off x="763988" y="2997684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F6A7A2E-2408-6F7F-46C5-F322CBDB1191}"/>
              </a:ext>
            </a:extLst>
          </p:cNvPr>
          <p:cNvSpPr txBox="1"/>
          <p:nvPr/>
        </p:nvSpPr>
        <p:spPr>
          <a:xfrm>
            <a:off x="879694" y="3001067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chemeClr val="tx2"/>
                </a:solidFill>
              </a:rPr>
              <a:t>14 UNAVAILABLE</a:t>
            </a:r>
          </a:p>
        </p:txBody>
      </p:sp>
      <p:cxnSp>
        <p:nvCxnSpPr>
          <p:cNvPr id="69" name="Straight Arrow Connector 81">
            <a:extLst>
              <a:ext uri="{FF2B5EF4-FFF2-40B4-BE49-F238E27FC236}">
                <a16:creationId xmlns:a16="http://schemas.microsoft.com/office/drawing/2014/main" id="{AF40BF49-ACE8-C3E8-1B40-51A53B6D1337}"/>
              </a:ext>
            </a:extLst>
          </p:cNvPr>
          <p:cNvCxnSpPr>
            <a:cxnSpLocks/>
          </p:cNvCxnSpPr>
          <p:nvPr/>
        </p:nvCxnSpPr>
        <p:spPr>
          <a:xfrm>
            <a:off x="763988" y="3315913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BD357F8-466D-B25A-42C9-93340B95E86F}"/>
              </a:ext>
            </a:extLst>
          </p:cNvPr>
          <p:cNvSpPr txBox="1"/>
          <p:nvPr/>
        </p:nvSpPr>
        <p:spPr>
          <a:xfrm>
            <a:off x="763987" y="306969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TCP FIN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sp>
        <p:nvSpPr>
          <p:cNvPr id="71" name="호 70">
            <a:extLst>
              <a:ext uri="{FF2B5EF4-FFF2-40B4-BE49-F238E27FC236}">
                <a16:creationId xmlns:a16="http://schemas.microsoft.com/office/drawing/2014/main" id="{CD234D2D-BAAD-7D99-F11C-65E37CBBECA4}"/>
              </a:ext>
            </a:extLst>
          </p:cNvPr>
          <p:cNvSpPr/>
          <p:nvPr/>
        </p:nvSpPr>
        <p:spPr>
          <a:xfrm flipH="1">
            <a:off x="626799" y="1081147"/>
            <a:ext cx="252895" cy="1085191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030D0EB-616E-E0A7-1BC4-F0E08C729AD6}"/>
              </a:ext>
            </a:extLst>
          </p:cNvPr>
          <p:cNvSpPr txBox="1"/>
          <p:nvPr/>
        </p:nvSpPr>
        <p:spPr>
          <a:xfrm>
            <a:off x="5598" y="1500631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>
                <a:solidFill>
                  <a:srgbClr val="C00000"/>
                </a:solidFill>
              </a:rPr>
              <a:t>5Times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sp>
        <p:nvSpPr>
          <p:cNvPr id="73" name="호 72">
            <a:extLst>
              <a:ext uri="{FF2B5EF4-FFF2-40B4-BE49-F238E27FC236}">
                <a16:creationId xmlns:a16="http://schemas.microsoft.com/office/drawing/2014/main" id="{8DB94EF7-D5BE-C374-B498-0418E585DBAF}"/>
              </a:ext>
            </a:extLst>
          </p:cNvPr>
          <p:cNvSpPr/>
          <p:nvPr/>
        </p:nvSpPr>
        <p:spPr>
          <a:xfrm flipH="1">
            <a:off x="623497" y="2524741"/>
            <a:ext cx="249511" cy="791172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2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CD84741-B44C-CD6D-A40E-AF67546C09B0}"/>
              </a:ext>
            </a:extLst>
          </p:cNvPr>
          <p:cNvSpPr txBox="1"/>
          <p:nvPr/>
        </p:nvSpPr>
        <p:spPr>
          <a:xfrm>
            <a:off x="5598" y="2797216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>
                <a:solidFill>
                  <a:schemeClr val="tx2"/>
                </a:solidFill>
              </a:rPr>
              <a:t>3Times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6152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A924F-3724-09C4-2280-F75E7BD08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72934C79-3C84-6BC1-A89E-1CDD6B51DC32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FE901372-5F35-27E0-6E65-590FF1EF0D6C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F58D30D8-60A3-9C61-602A-9A3EB501B0BB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AB942C48-E98E-C049-8C80-5335A1B9F60B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0AAC338F-676A-0569-1CC4-C2B15319B5C9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AB53A019-FFE5-A9B9-0407-F2BF2B20BD40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A9A59279-B5A1-C670-5009-BA8B6890685E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50861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AB0DA08A-E0A4-3A8D-C25F-ACB32416EE99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63992" y="634882"/>
            <a:ext cx="0" cy="450861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0923A9EF-7D59-6D15-3CE5-304CF0E0199A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50861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05D0C19C-80B9-6415-C9C5-A8F040A797AB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50861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331736B0-1C54-085F-7E8D-9241B0002A0B}"/>
              </a:ext>
            </a:extLst>
          </p:cNvPr>
          <p:cNvCxnSpPr>
            <a:cxnSpLocks/>
          </p:cNvCxnSpPr>
          <p:nvPr/>
        </p:nvCxnSpPr>
        <p:spPr>
          <a:xfrm>
            <a:off x="763988" y="1431885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1AD9C935-9D79-11B3-F88A-D10672BF1BA1}"/>
              </a:ext>
            </a:extLst>
          </p:cNvPr>
          <p:cNvSpPr txBox="1"/>
          <p:nvPr/>
        </p:nvSpPr>
        <p:spPr>
          <a:xfrm>
            <a:off x="763987" y="118566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mock-server:9090 Status {"code": 0}</a:t>
            </a:r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915357F8-BB60-0549-A8C8-248F1CF9822F}"/>
              </a:ext>
            </a:extLst>
          </p:cNvPr>
          <p:cNvCxnSpPr>
            <a:cxnSpLocks/>
          </p:cNvCxnSpPr>
          <p:nvPr/>
        </p:nvCxnSpPr>
        <p:spPr>
          <a:xfrm>
            <a:off x="3681969" y="1505680"/>
            <a:ext cx="1682119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81">
            <a:extLst>
              <a:ext uri="{FF2B5EF4-FFF2-40B4-BE49-F238E27FC236}">
                <a16:creationId xmlns:a16="http://schemas.microsoft.com/office/drawing/2014/main" id="{DA1EE8EA-C1B2-C13B-2F1B-248239855CE3}"/>
              </a:ext>
            </a:extLst>
          </p:cNvPr>
          <p:cNvCxnSpPr>
            <a:cxnSpLocks/>
          </p:cNvCxnSpPr>
          <p:nvPr/>
        </p:nvCxnSpPr>
        <p:spPr>
          <a:xfrm>
            <a:off x="763987" y="1871280"/>
            <a:ext cx="2917982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2C824856-6F1E-7B77-2818-12E742C53613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027462B-B9EA-C75A-792B-FB7E2C5E0B88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TCP SYN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5" name="Straight Arrow Connector 81">
            <a:extLst>
              <a:ext uri="{FF2B5EF4-FFF2-40B4-BE49-F238E27FC236}">
                <a16:creationId xmlns:a16="http://schemas.microsoft.com/office/drawing/2014/main" id="{2977EBED-350A-0BBE-4A08-97DBE02C0B75}"/>
              </a:ext>
            </a:extLst>
          </p:cNvPr>
          <p:cNvCxnSpPr>
            <a:cxnSpLocks/>
          </p:cNvCxnSpPr>
          <p:nvPr/>
        </p:nvCxnSpPr>
        <p:spPr>
          <a:xfrm>
            <a:off x="763988" y="2236238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5A1B644-DE70-2E57-4627-10D8CDD1AFE7}"/>
              </a:ext>
            </a:extLst>
          </p:cNvPr>
          <p:cNvSpPr txBox="1"/>
          <p:nvPr/>
        </p:nvSpPr>
        <p:spPr>
          <a:xfrm>
            <a:off x="763987" y="1977441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TCP FIN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13" name="Straight Arrow Connector 81">
            <a:extLst>
              <a:ext uri="{FF2B5EF4-FFF2-40B4-BE49-F238E27FC236}">
                <a16:creationId xmlns:a16="http://schemas.microsoft.com/office/drawing/2014/main" id="{421584EB-D3BA-E45E-E56B-1984949E59C5}"/>
              </a:ext>
            </a:extLst>
          </p:cNvPr>
          <p:cNvCxnSpPr>
            <a:cxnSpLocks/>
          </p:cNvCxnSpPr>
          <p:nvPr/>
        </p:nvCxnSpPr>
        <p:spPr>
          <a:xfrm>
            <a:off x="3681969" y="1635646"/>
            <a:ext cx="1682119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81">
            <a:extLst>
              <a:ext uri="{FF2B5EF4-FFF2-40B4-BE49-F238E27FC236}">
                <a16:creationId xmlns:a16="http://schemas.microsoft.com/office/drawing/2014/main" id="{85A8096A-0957-3761-0F9B-FEA04975BAF1}"/>
              </a:ext>
            </a:extLst>
          </p:cNvPr>
          <p:cNvCxnSpPr>
            <a:cxnSpLocks/>
          </p:cNvCxnSpPr>
          <p:nvPr/>
        </p:nvCxnSpPr>
        <p:spPr>
          <a:xfrm>
            <a:off x="3681969" y="1779662"/>
            <a:ext cx="1682119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AF7FC40-4A97-9139-C900-1C6E1C5C67C3}"/>
              </a:ext>
            </a:extLst>
          </p:cNvPr>
          <p:cNvSpPr txBox="1"/>
          <p:nvPr/>
        </p:nvSpPr>
        <p:spPr>
          <a:xfrm>
            <a:off x="879694" y="1871281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rgbClr val="C00000"/>
                </a:solidFill>
              </a:rPr>
              <a:t>14 UNAVAILABLE</a:t>
            </a:r>
          </a:p>
        </p:txBody>
      </p:sp>
      <p:cxnSp>
        <p:nvCxnSpPr>
          <p:cNvPr id="35" name="Straight Arrow Connector 81">
            <a:extLst>
              <a:ext uri="{FF2B5EF4-FFF2-40B4-BE49-F238E27FC236}">
                <a16:creationId xmlns:a16="http://schemas.microsoft.com/office/drawing/2014/main" id="{0086226D-87CD-1A11-76A4-C2CF8708304D}"/>
              </a:ext>
            </a:extLst>
          </p:cNvPr>
          <p:cNvCxnSpPr>
            <a:cxnSpLocks/>
          </p:cNvCxnSpPr>
          <p:nvPr/>
        </p:nvCxnSpPr>
        <p:spPr>
          <a:xfrm>
            <a:off x="763988" y="2930163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01EF2A9-D839-D74C-F321-76901BFA5145}"/>
              </a:ext>
            </a:extLst>
          </p:cNvPr>
          <p:cNvSpPr txBox="1"/>
          <p:nvPr/>
        </p:nvSpPr>
        <p:spPr>
          <a:xfrm>
            <a:off x="763987" y="268394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mock-server:9090 Status {"code": 0}</a:t>
            </a:r>
          </a:p>
        </p:txBody>
      </p:sp>
      <p:cxnSp>
        <p:nvCxnSpPr>
          <p:cNvPr id="39" name="Straight Arrow Connector 81">
            <a:extLst>
              <a:ext uri="{FF2B5EF4-FFF2-40B4-BE49-F238E27FC236}">
                <a16:creationId xmlns:a16="http://schemas.microsoft.com/office/drawing/2014/main" id="{24ADA532-8E9B-77B8-8ED8-60A2C80167EB}"/>
              </a:ext>
            </a:extLst>
          </p:cNvPr>
          <p:cNvCxnSpPr>
            <a:cxnSpLocks/>
          </p:cNvCxnSpPr>
          <p:nvPr/>
        </p:nvCxnSpPr>
        <p:spPr>
          <a:xfrm>
            <a:off x="3681969" y="3003958"/>
            <a:ext cx="1682119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81">
            <a:extLst>
              <a:ext uri="{FF2B5EF4-FFF2-40B4-BE49-F238E27FC236}">
                <a16:creationId xmlns:a16="http://schemas.microsoft.com/office/drawing/2014/main" id="{88BFBF06-2C54-DA53-5581-2B00D104601A}"/>
              </a:ext>
            </a:extLst>
          </p:cNvPr>
          <p:cNvCxnSpPr>
            <a:cxnSpLocks/>
          </p:cNvCxnSpPr>
          <p:nvPr/>
        </p:nvCxnSpPr>
        <p:spPr>
          <a:xfrm>
            <a:off x="763987" y="3369558"/>
            <a:ext cx="2917982" cy="0"/>
          </a:xfrm>
          <a:prstGeom prst="straightConnector1">
            <a:avLst/>
          </a:prstGeom>
          <a:ln>
            <a:solidFill>
              <a:schemeClr val="tx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81">
            <a:extLst>
              <a:ext uri="{FF2B5EF4-FFF2-40B4-BE49-F238E27FC236}">
                <a16:creationId xmlns:a16="http://schemas.microsoft.com/office/drawing/2014/main" id="{06AF0A72-152E-F311-6C2B-FAD21DE0DE68}"/>
              </a:ext>
            </a:extLst>
          </p:cNvPr>
          <p:cNvCxnSpPr>
            <a:cxnSpLocks/>
          </p:cNvCxnSpPr>
          <p:nvPr/>
        </p:nvCxnSpPr>
        <p:spPr>
          <a:xfrm>
            <a:off x="763988" y="2576043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4A1E328-3F4E-00B1-F446-4AC9F72DC7EB}"/>
              </a:ext>
            </a:extLst>
          </p:cNvPr>
          <p:cNvSpPr txBox="1"/>
          <p:nvPr/>
        </p:nvSpPr>
        <p:spPr>
          <a:xfrm>
            <a:off x="763987" y="232982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TCP SYN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cxnSp>
        <p:nvCxnSpPr>
          <p:cNvPr id="43" name="Straight Arrow Connector 81">
            <a:extLst>
              <a:ext uri="{FF2B5EF4-FFF2-40B4-BE49-F238E27FC236}">
                <a16:creationId xmlns:a16="http://schemas.microsoft.com/office/drawing/2014/main" id="{5869FAFB-FA73-A1F8-63C2-1150227C40C0}"/>
              </a:ext>
            </a:extLst>
          </p:cNvPr>
          <p:cNvCxnSpPr>
            <a:cxnSpLocks/>
          </p:cNvCxnSpPr>
          <p:nvPr/>
        </p:nvCxnSpPr>
        <p:spPr>
          <a:xfrm>
            <a:off x="763988" y="3734516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B124133-DFE3-5669-D6BD-714BD81FE125}"/>
              </a:ext>
            </a:extLst>
          </p:cNvPr>
          <p:cNvSpPr txBox="1"/>
          <p:nvPr/>
        </p:nvSpPr>
        <p:spPr>
          <a:xfrm>
            <a:off x="763987" y="3475719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TCP FIN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cxnSp>
        <p:nvCxnSpPr>
          <p:cNvPr id="45" name="Straight Arrow Connector 81">
            <a:extLst>
              <a:ext uri="{FF2B5EF4-FFF2-40B4-BE49-F238E27FC236}">
                <a16:creationId xmlns:a16="http://schemas.microsoft.com/office/drawing/2014/main" id="{1BA14D86-DF21-CC1D-2343-E28042F79719}"/>
              </a:ext>
            </a:extLst>
          </p:cNvPr>
          <p:cNvCxnSpPr>
            <a:cxnSpLocks/>
          </p:cNvCxnSpPr>
          <p:nvPr/>
        </p:nvCxnSpPr>
        <p:spPr>
          <a:xfrm>
            <a:off x="3681969" y="3133924"/>
            <a:ext cx="1682119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9A5758A-6DFA-75E9-C3BE-A81755E313A3}"/>
              </a:ext>
            </a:extLst>
          </p:cNvPr>
          <p:cNvSpPr txBox="1"/>
          <p:nvPr/>
        </p:nvSpPr>
        <p:spPr>
          <a:xfrm>
            <a:off x="879694" y="3369559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chemeClr val="tx2"/>
                </a:solidFill>
              </a:rPr>
              <a:t>14 UNAVAILABLE</a:t>
            </a:r>
          </a:p>
        </p:txBody>
      </p:sp>
      <p:cxnSp>
        <p:nvCxnSpPr>
          <p:cNvPr id="50" name="Straight Arrow Connector 81">
            <a:extLst>
              <a:ext uri="{FF2B5EF4-FFF2-40B4-BE49-F238E27FC236}">
                <a16:creationId xmlns:a16="http://schemas.microsoft.com/office/drawing/2014/main" id="{3AB7E397-D721-496E-0D11-6C5B1B60D8BB}"/>
              </a:ext>
            </a:extLst>
          </p:cNvPr>
          <p:cNvCxnSpPr>
            <a:cxnSpLocks/>
          </p:cNvCxnSpPr>
          <p:nvPr/>
        </p:nvCxnSpPr>
        <p:spPr>
          <a:xfrm>
            <a:off x="763988" y="4407557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86238003-AE39-6FD3-1F54-D12931EC8C43}"/>
              </a:ext>
            </a:extLst>
          </p:cNvPr>
          <p:cNvSpPr txBox="1"/>
          <p:nvPr/>
        </p:nvSpPr>
        <p:spPr>
          <a:xfrm>
            <a:off x="763987" y="416133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accent3"/>
                </a:solidFill>
              </a:rPr>
              <a:t>mock-server:9090 Status {"code": 0}</a:t>
            </a:r>
          </a:p>
        </p:txBody>
      </p:sp>
      <p:cxnSp>
        <p:nvCxnSpPr>
          <p:cNvPr id="56" name="Straight Arrow Connector 81">
            <a:extLst>
              <a:ext uri="{FF2B5EF4-FFF2-40B4-BE49-F238E27FC236}">
                <a16:creationId xmlns:a16="http://schemas.microsoft.com/office/drawing/2014/main" id="{21808B34-6D83-4C1B-0132-69AE25AE1534}"/>
              </a:ext>
            </a:extLst>
          </p:cNvPr>
          <p:cNvCxnSpPr>
            <a:cxnSpLocks/>
          </p:cNvCxnSpPr>
          <p:nvPr/>
        </p:nvCxnSpPr>
        <p:spPr>
          <a:xfrm>
            <a:off x="763988" y="4053437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636E03F6-2E67-46E7-1BA2-E4B5BE97B033}"/>
              </a:ext>
            </a:extLst>
          </p:cNvPr>
          <p:cNvSpPr txBox="1"/>
          <p:nvPr/>
        </p:nvSpPr>
        <p:spPr>
          <a:xfrm>
            <a:off x="763987" y="380721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accent3"/>
                </a:solidFill>
              </a:rPr>
              <a:t>TCP SYN</a:t>
            </a:r>
            <a:endParaRPr kumimoji="1" lang="ko-KR" altLang="en-US" sz="1000" i="1">
              <a:solidFill>
                <a:schemeClr val="accent3"/>
              </a:solidFill>
            </a:endParaRPr>
          </a:p>
        </p:txBody>
      </p:sp>
      <p:cxnSp>
        <p:nvCxnSpPr>
          <p:cNvPr id="58" name="Straight Arrow Connector 81">
            <a:extLst>
              <a:ext uri="{FF2B5EF4-FFF2-40B4-BE49-F238E27FC236}">
                <a16:creationId xmlns:a16="http://schemas.microsoft.com/office/drawing/2014/main" id="{5CC361A0-7EF2-D614-956F-2C8DAA9AB3F5}"/>
              </a:ext>
            </a:extLst>
          </p:cNvPr>
          <p:cNvCxnSpPr>
            <a:cxnSpLocks/>
          </p:cNvCxnSpPr>
          <p:nvPr/>
        </p:nvCxnSpPr>
        <p:spPr>
          <a:xfrm>
            <a:off x="763988" y="4527284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6D91D42-A73E-7953-40E5-94FB46D50F67}"/>
              </a:ext>
            </a:extLst>
          </p:cNvPr>
          <p:cNvSpPr txBox="1"/>
          <p:nvPr/>
        </p:nvSpPr>
        <p:spPr>
          <a:xfrm>
            <a:off x="879694" y="4530667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chemeClr val="accent3"/>
                </a:solidFill>
              </a:rPr>
              <a:t>14 UNAVAILABLE</a:t>
            </a:r>
          </a:p>
        </p:txBody>
      </p:sp>
      <p:cxnSp>
        <p:nvCxnSpPr>
          <p:cNvPr id="60" name="Straight Arrow Connector 81">
            <a:extLst>
              <a:ext uri="{FF2B5EF4-FFF2-40B4-BE49-F238E27FC236}">
                <a16:creationId xmlns:a16="http://schemas.microsoft.com/office/drawing/2014/main" id="{D8336591-A1DB-10E8-2B8B-92A9E97D8F7B}"/>
              </a:ext>
            </a:extLst>
          </p:cNvPr>
          <p:cNvCxnSpPr>
            <a:cxnSpLocks/>
          </p:cNvCxnSpPr>
          <p:nvPr/>
        </p:nvCxnSpPr>
        <p:spPr>
          <a:xfrm>
            <a:off x="763988" y="4845513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61959D0D-0E4C-0470-1EEA-7BE1C0DE8F7E}"/>
              </a:ext>
            </a:extLst>
          </p:cNvPr>
          <p:cNvSpPr txBox="1"/>
          <p:nvPr/>
        </p:nvSpPr>
        <p:spPr>
          <a:xfrm>
            <a:off x="763987" y="459929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accent3"/>
                </a:solidFill>
              </a:rPr>
              <a:t>TCP FIN</a:t>
            </a:r>
            <a:endParaRPr kumimoji="1" lang="ko-KR" altLang="en-US" sz="1000" i="1">
              <a:solidFill>
                <a:schemeClr val="accent3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5F29F59-052A-BE9D-353C-379A588DCE09}"/>
              </a:ext>
            </a:extLst>
          </p:cNvPr>
          <p:cNvSpPr txBox="1"/>
          <p:nvPr/>
        </p:nvSpPr>
        <p:spPr>
          <a:xfrm>
            <a:off x="5364087" y="2933869"/>
            <a:ext cx="936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>
                <a:solidFill>
                  <a:schemeClr val="tx2"/>
                </a:solidFill>
              </a:rPr>
              <a:t>Retries with timeouts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FF6C449-E47B-2A63-E61F-CED416CDC095}"/>
              </a:ext>
            </a:extLst>
          </p:cNvPr>
          <p:cNvSpPr txBox="1"/>
          <p:nvPr/>
        </p:nvSpPr>
        <p:spPr>
          <a:xfrm>
            <a:off x="5364087" y="1439614"/>
            <a:ext cx="936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>
                <a:solidFill>
                  <a:srgbClr val="C00000"/>
                </a:solidFill>
              </a:rPr>
              <a:t>Retries with timeouts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63270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2092D-1DAB-2D15-8C77-E2C412BB3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12A003D3-53C1-CC38-FCEF-BD3DB1410FDC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D90D8060-4854-A5E5-0666-31A54E8CD406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A9A29B52-1543-7C7E-616F-C670FD6A23D2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2B839E61-6FCD-ACDF-BB15-44ABE85AE4E9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446842B4-7EC6-9022-026C-55E0A6FC24BB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3D96A47A-AE98-7C08-9ED5-55D83990BA9A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466AACA4-D70B-C2EB-3C18-C181D2CAECFD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50861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4B2637FA-657A-5C38-DBBC-3CBAD11F7CFD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63992" y="634882"/>
            <a:ext cx="0" cy="450861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C43D0556-719F-2C5E-7560-C07CE9655677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50861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A1E7AAC8-0125-2915-30CF-C2F8A1EDCEA1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50861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0F6B9A98-E93D-B5F3-868A-B84156F80E1E}"/>
              </a:ext>
            </a:extLst>
          </p:cNvPr>
          <p:cNvCxnSpPr>
            <a:cxnSpLocks/>
          </p:cNvCxnSpPr>
          <p:nvPr/>
        </p:nvCxnSpPr>
        <p:spPr>
          <a:xfrm>
            <a:off x="763988" y="1431885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F18524D-171D-D7F8-C58C-D2E31EF9C2AB}"/>
              </a:ext>
            </a:extLst>
          </p:cNvPr>
          <p:cNvSpPr txBox="1"/>
          <p:nvPr/>
        </p:nvSpPr>
        <p:spPr>
          <a:xfrm>
            <a:off x="763987" y="118566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mock-server:9090 Status {"code": 0}</a:t>
            </a:r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31FA5F98-4077-0B44-781E-1CE9D9F7B108}"/>
              </a:ext>
            </a:extLst>
          </p:cNvPr>
          <p:cNvCxnSpPr>
            <a:cxnSpLocks/>
          </p:cNvCxnSpPr>
          <p:nvPr/>
        </p:nvCxnSpPr>
        <p:spPr>
          <a:xfrm>
            <a:off x="3681969" y="1505680"/>
            <a:ext cx="178006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81">
            <a:extLst>
              <a:ext uri="{FF2B5EF4-FFF2-40B4-BE49-F238E27FC236}">
                <a16:creationId xmlns:a16="http://schemas.microsoft.com/office/drawing/2014/main" id="{EF0477FC-7A65-4FD4-B706-2BB6E6CC178F}"/>
              </a:ext>
            </a:extLst>
          </p:cNvPr>
          <p:cNvCxnSpPr>
            <a:cxnSpLocks/>
          </p:cNvCxnSpPr>
          <p:nvPr/>
        </p:nvCxnSpPr>
        <p:spPr>
          <a:xfrm>
            <a:off x="763987" y="1871280"/>
            <a:ext cx="2917982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AE19E64E-FA03-CB00-9659-95CD6250313F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A23B26-07B6-1690-4DA7-42B6A77DB7CD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TCP SYN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5" name="Straight Arrow Connector 81">
            <a:extLst>
              <a:ext uri="{FF2B5EF4-FFF2-40B4-BE49-F238E27FC236}">
                <a16:creationId xmlns:a16="http://schemas.microsoft.com/office/drawing/2014/main" id="{D22D4882-AFA8-AF4C-BFA1-22E981F7764A}"/>
              </a:ext>
            </a:extLst>
          </p:cNvPr>
          <p:cNvCxnSpPr>
            <a:cxnSpLocks/>
          </p:cNvCxnSpPr>
          <p:nvPr/>
        </p:nvCxnSpPr>
        <p:spPr>
          <a:xfrm>
            <a:off x="763988" y="2236238"/>
            <a:ext cx="291798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D2E7402-2468-A9E2-F289-C713661C0FE0}"/>
              </a:ext>
            </a:extLst>
          </p:cNvPr>
          <p:cNvSpPr txBox="1"/>
          <p:nvPr/>
        </p:nvSpPr>
        <p:spPr>
          <a:xfrm>
            <a:off x="763987" y="1977441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TCP FIN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13" name="Straight Arrow Connector 81">
            <a:extLst>
              <a:ext uri="{FF2B5EF4-FFF2-40B4-BE49-F238E27FC236}">
                <a16:creationId xmlns:a16="http://schemas.microsoft.com/office/drawing/2014/main" id="{D962EF93-29CC-75BF-D5CA-4D39EA64DCDD}"/>
              </a:ext>
            </a:extLst>
          </p:cNvPr>
          <p:cNvCxnSpPr>
            <a:cxnSpLocks/>
          </p:cNvCxnSpPr>
          <p:nvPr/>
        </p:nvCxnSpPr>
        <p:spPr>
          <a:xfrm>
            <a:off x="3681969" y="1635646"/>
            <a:ext cx="178006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81">
            <a:extLst>
              <a:ext uri="{FF2B5EF4-FFF2-40B4-BE49-F238E27FC236}">
                <a16:creationId xmlns:a16="http://schemas.microsoft.com/office/drawing/2014/main" id="{D304CED8-F11A-43EC-2B84-79C7B637E0E7}"/>
              </a:ext>
            </a:extLst>
          </p:cNvPr>
          <p:cNvCxnSpPr>
            <a:cxnSpLocks/>
          </p:cNvCxnSpPr>
          <p:nvPr/>
        </p:nvCxnSpPr>
        <p:spPr>
          <a:xfrm>
            <a:off x="3681969" y="1779662"/>
            <a:ext cx="178006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52F38DD-09EF-9051-F719-2372390ED1FD}"/>
              </a:ext>
            </a:extLst>
          </p:cNvPr>
          <p:cNvSpPr txBox="1"/>
          <p:nvPr/>
        </p:nvSpPr>
        <p:spPr>
          <a:xfrm>
            <a:off x="879694" y="1871281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rgbClr val="C00000"/>
                </a:solidFill>
              </a:rPr>
              <a:t>14 UNAVAILABLE</a:t>
            </a:r>
          </a:p>
        </p:txBody>
      </p:sp>
      <p:cxnSp>
        <p:nvCxnSpPr>
          <p:cNvPr id="35" name="Straight Arrow Connector 81">
            <a:extLst>
              <a:ext uri="{FF2B5EF4-FFF2-40B4-BE49-F238E27FC236}">
                <a16:creationId xmlns:a16="http://schemas.microsoft.com/office/drawing/2014/main" id="{C245390D-5355-398D-0910-D8B96DB49A4F}"/>
              </a:ext>
            </a:extLst>
          </p:cNvPr>
          <p:cNvCxnSpPr>
            <a:cxnSpLocks/>
          </p:cNvCxnSpPr>
          <p:nvPr/>
        </p:nvCxnSpPr>
        <p:spPr>
          <a:xfrm>
            <a:off x="763988" y="2930163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4CCCA09-C759-CB6B-A526-5BF87C52F43F}"/>
              </a:ext>
            </a:extLst>
          </p:cNvPr>
          <p:cNvSpPr txBox="1"/>
          <p:nvPr/>
        </p:nvSpPr>
        <p:spPr>
          <a:xfrm>
            <a:off x="763987" y="268394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mock-server:9090 Status {"code": 0}</a:t>
            </a:r>
          </a:p>
        </p:txBody>
      </p:sp>
      <p:cxnSp>
        <p:nvCxnSpPr>
          <p:cNvPr id="39" name="Straight Arrow Connector 81">
            <a:extLst>
              <a:ext uri="{FF2B5EF4-FFF2-40B4-BE49-F238E27FC236}">
                <a16:creationId xmlns:a16="http://schemas.microsoft.com/office/drawing/2014/main" id="{5345467B-F05A-CBB9-4C79-6EA3C11DF099}"/>
              </a:ext>
            </a:extLst>
          </p:cNvPr>
          <p:cNvCxnSpPr>
            <a:cxnSpLocks/>
          </p:cNvCxnSpPr>
          <p:nvPr/>
        </p:nvCxnSpPr>
        <p:spPr>
          <a:xfrm>
            <a:off x="3681969" y="3003958"/>
            <a:ext cx="1780064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81">
            <a:extLst>
              <a:ext uri="{FF2B5EF4-FFF2-40B4-BE49-F238E27FC236}">
                <a16:creationId xmlns:a16="http://schemas.microsoft.com/office/drawing/2014/main" id="{EE663211-205C-BC45-2E03-450D4C737B57}"/>
              </a:ext>
            </a:extLst>
          </p:cNvPr>
          <p:cNvCxnSpPr>
            <a:cxnSpLocks/>
          </p:cNvCxnSpPr>
          <p:nvPr/>
        </p:nvCxnSpPr>
        <p:spPr>
          <a:xfrm>
            <a:off x="763987" y="3369558"/>
            <a:ext cx="2917982" cy="0"/>
          </a:xfrm>
          <a:prstGeom prst="straightConnector1">
            <a:avLst/>
          </a:prstGeom>
          <a:ln>
            <a:solidFill>
              <a:schemeClr val="tx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81">
            <a:extLst>
              <a:ext uri="{FF2B5EF4-FFF2-40B4-BE49-F238E27FC236}">
                <a16:creationId xmlns:a16="http://schemas.microsoft.com/office/drawing/2014/main" id="{AA619CEC-9F67-9921-A487-EDD5BAA3A814}"/>
              </a:ext>
            </a:extLst>
          </p:cNvPr>
          <p:cNvCxnSpPr>
            <a:cxnSpLocks/>
          </p:cNvCxnSpPr>
          <p:nvPr/>
        </p:nvCxnSpPr>
        <p:spPr>
          <a:xfrm>
            <a:off x="763988" y="2576043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71FE47E-7759-A685-9F81-E31E9B1B14BE}"/>
              </a:ext>
            </a:extLst>
          </p:cNvPr>
          <p:cNvSpPr txBox="1"/>
          <p:nvPr/>
        </p:nvSpPr>
        <p:spPr>
          <a:xfrm>
            <a:off x="763987" y="232982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TCP SYN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cxnSp>
        <p:nvCxnSpPr>
          <p:cNvPr id="43" name="Straight Arrow Connector 81">
            <a:extLst>
              <a:ext uri="{FF2B5EF4-FFF2-40B4-BE49-F238E27FC236}">
                <a16:creationId xmlns:a16="http://schemas.microsoft.com/office/drawing/2014/main" id="{D6CCF7F2-1D80-84F4-E0A1-2ECE4A3DEE36}"/>
              </a:ext>
            </a:extLst>
          </p:cNvPr>
          <p:cNvCxnSpPr>
            <a:cxnSpLocks/>
          </p:cNvCxnSpPr>
          <p:nvPr/>
        </p:nvCxnSpPr>
        <p:spPr>
          <a:xfrm>
            <a:off x="763988" y="3734516"/>
            <a:ext cx="291798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1A9CFDD-DD7C-AB7D-0E41-9A0B32D2F1E7}"/>
              </a:ext>
            </a:extLst>
          </p:cNvPr>
          <p:cNvSpPr txBox="1"/>
          <p:nvPr/>
        </p:nvSpPr>
        <p:spPr>
          <a:xfrm>
            <a:off x="763987" y="3475719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TCP FIN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cxnSp>
        <p:nvCxnSpPr>
          <p:cNvPr id="45" name="Straight Arrow Connector 81">
            <a:extLst>
              <a:ext uri="{FF2B5EF4-FFF2-40B4-BE49-F238E27FC236}">
                <a16:creationId xmlns:a16="http://schemas.microsoft.com/office/drawing/2014/main" id="{879C7BD2-D5FD-78A3-9DCC-1834ABC53F54}"/>
              </a:ext>
            </a:extLst>
          </p:cNvPr>
          <p:cNvCxnSpPr>
            <a:cxnSpLocks/>
          </p:cNvCxnSpPr>
          <p:nvPr/>
        </p:nvCxnSpPr>
        <p:spPr>
          <a:xfrm>
            <a:off x="3681969" y="3133924"/>
            <a:ext cx="1780064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F4A2722-FA7C-C4A2-C45A-A38AD6D3CC57}"/>
              </a:ext>
            </a:extLst>
          </p:cNvPr>
          <p:cNvSpPr txBox="1"/>
          <p:nvPr/>
        </p:nvSpPr>
        <p:spPr>
          <a:xfrm>
            <a:off x="879694" y="3369559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chemeClr val="tx2"/>
                </a:solidFill>
              </a:rPr>
              <a:t>14 UNAVAILABLE</a:t>
            </a:r>
          </a:p>
        </p:txBody>
      </p:sp>
      <p:cxnSp>
        <p:nvCxnSpPr>
          <p:cNvPr id="50" name="Straight Arrow Connector 81">
            <a:extLst>
              <a:ext uri="{FF2B5EF4-FFF2-40B4-BE49-F238E27FC236}">
                <a16:creationId xmlns:a16="http://schemas.microsoft.com/office/drawing/2014/main" id="{8709870B-9D40-4ADA-D7E9-4EDE1B402616}"/>
              </a:ext>
            </a:extLst>
          </p:cNvPr>
          <p:cNvCxnSpPr>
            <a:cxnSpLocks/>
          </p:cNvCxnSpPr>
          <p:nvPr/>
        </p:nvCxnSpPr>
        <p:spPr>
          <a:xfrm>
            <a:off x="763988" y="4407557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D349DF8-91F2-25AD-EB3D-55272407CD13}"/>
              </a:ext>
            </a:extLst>
          </p:cNvPr>
          <p:cNvSpPr txBox="1"/>
          <p:nvPr/>
        </p:nvSpPr>
        <p:spPr>
          <a:xfrm>
            <a:off x="763987" y="416133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accent3"/>
                </a:solidFill>
              </a:rPr>
              <a:t>mock-server:9090 Status {"code": 0}</a:t>
            </a:r>
          </a:p>
        </p:txBody>
      </p:sp>
      <p:cxnSp>
        <p:nvCxnSpPr>
          <p:cNvPr id="56" name="Straight Arrow Connector 81">
            <a:extLst>
              <a:ext uri="{FF2B5EF4-FFF2-40B4-BE49-F238E27FC236}">
                <a16:creationId xmlns:a16="http://schemas.microsoft.com/office/drawing/2014/main" id="{5757C039-B2CB-5C7C-0077-4B2FF78BD93C}"/>
              </a:ext>
            </a:extLst>
          </p:cNvPr>
          <p:cNvCxnSpPr>
            <a:cxnSpLocks/>
          </p:cNvCxnSpPr>
          <p:nvPr/>
        </p:nvCxnSpPr>
        <p:spPr>
          <a:xfrm>
            <a:off x="763988" y="4053437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D1CAC15-EAC4-E23F-3287-0C976A5AF828}"/>
              </a:ext>
            </a:extLst>
          </p:cNvPr>
          <p:cNvSpPr txBox="1"/>
          <p:nvPr/>
        </p:nvSpPr>
        <p:spPr>
          <a:xfrm>
            <a:off x="763987" y="380721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accent3"/>
                </a:solidFill>
              </a:rPr>
              <a:t>TCP SYN</a:t>
            </a:r>
            <a:endParaRPr kumimoji="1" lang="ko-KR" altLang="en-US" sz="1000" i="1">
              <a:solidFill>
                <a:schemeClr val="accent3"/>
              </a:solidFill>
            </a:endParaRPr>
          </a:p>
        </p:txBody>
      </p:sp>
      <p:cxnSp>
        <p:nvCxnSpPr>
          <p:cNvPr id="58" name="Straight Arrow Connector 81">
            <a:extLst>
              <a:ext uri="{FF2B5EF4-FFF2-40B4-BE49-F238E27FC236}">
                <a16:creationId xmlns:a16="http://schemas.microsoft.com/office/drawing/2014/main" id="{9EC47A83-853D-7565-BA03-6628C66974C3}"/>
              </a:ext>
            </a:extLst>
          </p:cNvPr>
          <p:cNvCxnSpPr>
            <a:cxnSpLocks/>
          </p:cNvCxnSpPr>
          <p:nvPr/>
        </p:nvCxnSpPr>
        <p:spPr>
          <a:xfrm>
            <a:off x="763988" y="4527284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9B09D88-00A9-1676-A15D-5F757EC8CAC2}"/>
              </a:ext>
            </a:extLst>
          </p:cNvPr>
          <p:cNvSpPr txBox="1"/>
          <p:nvPr/>
        </p:nvSpPr>
        <p:spPr>
          <a:xfrm>
            <a:off x="879694" y="4530667"/>
            <a:ext cx="27956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chemeClr val="accent3"/>
                </a:solidFill>
              </a:rPr>
              <a:t>14 UNAVAILABLE</a:t>
            </a:r>
          </a:p>
          <a:p>
            <a:pPr algn="r"/>
            <a:endParaRPr kumimoji="1" lang="en-US" altLang="ko-KR" sz="1000" i="1">
              <a:solidFill>
                <a:schemeClr val="accent3"/>
              </a:solidFill>
            </a:endParaRPr>
          </a:p>
        </p:txBody>
      </p:sp>
      <p:cxnSp>
        <p:nvCxnSpPr>
          <p:cNvPr id="60" name="Straight Arrow Connector 81">
            <a:extLst>
              <a:ext uri="{FF2B5EF4-FFF2-40B4-BE49-F238E27FC236}">
                <a16:creationId xmlns:a16="http://schemas.microsoft.com/office/drawing/2014/main" id="{B61620BD-AB8B-81ED-F915-228A784AAD85}"/>
              </a:ext>
            </a:extLst>
          </p:cNvPr>
          <p:cNvCxnSpPr>
            <a:cxnSpLocks/>
          </p:cNvCxnSpPr>
          <p:nvPr/>
        </p:nvCxnSpPr>
        <p:spPr>
          <a:xfrm>
            <a:off x="763988" y="4845513"/>
            <a:ext cx="2917981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7DD902C7-690F-ACFC-EBAB-13922152B528}"/>
              </a:ext>
            </a:extLst>
          </p:cNvPr>
          <p:cNvSpPr txBox="1"/>
          <p:nvPr/>
        </p:nvSpPr>
        <p:spPr>
          <a:xfrm>
            <a:off x="763987" y="459929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accent3"/>
                </a:solidFill>
              </a:rPr>
              <a:t>TCP FIN</a:t>
            </a:r>
            <a:endParaRPr kumimoji="1" lang="ko-KR" altLang="en-US" sz="1000" i="1">
              <a:solidFill>
                <a:schemeClr val="accent3"/>
              </a:solidFill>
            </a:endParaRPr>
          </a:p>
        </p:txBody>
      </p:sp>
      <p:cxnSp>
        <p:nvCxnSpPr>
          <p:cNvPr id="20" name="Straight Arrow Connector 81">
            <a:extLst>
              <a:ext uri="{FF2B5EF4-FFF2-40B4-BE49-F238E27FC236}">
                <a16:creationId xmlns:a16="http://schemas.microsoft.com/office/drawing/2014/main" id="{4AD109E0-FCBF-4E78-FCCE-F8A6BA827604}"/>
              </a:ext>
            </a:extLst>
          </p:cNvPr>
          <p:cNvCxnSpPr>
            <a:cxnSpLocks/>
          </p:cNvCxnSpPr>
          <p:nvPr/>
        </p:nvCxnSpPr>
        <p:spPr>
          <a:xfrm flipH="1">
            <a:off x="3681969" y="1563638"/>
            <a:ext cx="178006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81">
            <a:extLst>
              <a:ext uri="{FF2B5EF4-FFF2-40B4-BE49-F238E27FC236}">
                <a16:creationId xmlns:a16="http://schemas.microsoft.com/office/drawing/2014/main" id="{ED8B5926-6E8F-B9F1-ED2B-41445C3CBC79}"/>
              </a:ext>
            </a:extLst>
          </p:cNvPr>
          <p:cNvCxnSpPr>
            <a:cxnSpLocks/>
          </p:cNvCxnSpPr>
          <p:nvPr/>
        </p:nvCxnSpPr>
        <p:spPr>
          <a:xfrm flipH="1">
            <a:off x="3681969" y="1707654"/>
            <a:ext cx="178006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81">
            <a:extLst>
              <a:ext uri="{FF2B5EF4-FFF2-40B4-BE49-F238E27FC236}">
                <a16:creationId xmlns:a16="http://schemas.microsoft.com/office/drawing/2014/main" id="{E03ECE9E-0392-1351-811E-7DC13893EACF}"/>
              </a:ext>
            </a:extLst>
          </p:cNvPr>
          <p:cNvCxnSpPr>
            <a:cxnSpLocks/>
          </p:cNvCxnSpPr>
          <p:nvPr/>
        </p:nvCxnSpPr>
        <p:spPr>
          <a:xfrm flipH="1">
            <a:off x="3681969" y="1851670"/>
            <a:ext cx="178006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62BC401-6B4F-0670-AE59-90E34076366A}"/>
              </a:ext>
            </a:extLst>
          </p:cNvPr>
          <p:cNvSpPr txBox="1"/>
          <p:nvPr/>
        </p:nvSpPr>
        <p:spPr>
          <a:xfrm>
            <a:off x="5364087" y="2933869"/>
            <a:ext cx="936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>
                <a:solidFill>
                  <a:schemeClr val="tx2"/>
                </a:solidFill>
              </a:rPr>
              <a:t>Retries with TCP RST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BEEDDD-02A1-2FCC-5AD1-91EDAD0A967E}"/>
              </a:ext>
            </a:extLst>
          </p:cNvPr>
          <p:cNvSpPr txBox="1"/>
          <p:nvPr/>
        </p:nvSpPr>
        <p:spPr>
          <a:xfrm>
            <a:off x="5364087" y="1439614"/>
            <a:ext cx="936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>
                <a:solidFill>
                  <a:srgbClr val="C00000"/>
                </a:solidFill>
              </a:rPr>
              <a:t>Retries with TCP RST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33" name="Straight Arrow Connector 81">
            <a:extLst>
              <a:ext uri="{FF2B5EF4-FFF2-40B4-BE49-F238E27FC236}">
                <a16:creationId xmlns:a16="http://schemas.microsoft.com/office/drawing/2014/main" id="{EDA2C328-4887-3D22-2977-A89E57C4A8C0}"/>
              </a:ext>
            </a:extLst>
          </p:cNvPr>
          <p:cNvCxnSpPr>
            <a:cxnSpLocks/>
          </p:cNvCxnSpPr>
          <p:nvPr/>
        </p:nvCxnSpPr>
        <p:spPr>
          <a:xfrm flipH="1">
            <a:off x="3681969" y="3063280"/>
            <a:ext cx="1780065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81">
            <a:extLst>
              <a:ext uri="{FF2B5EF4-FFF2-40B4-BE49-F238E27FC236}">
                <a16:creationId xmlns:a16="http://schemas.microsoft.com/office/drawing/2014/main" id="{5F6D88B2-E8E4-0B5F-E00F-16E33508C080}"/>
              </a:ext>
            </a:extLst>
          </p:cNvPr>
          <p:cNvCxnSpPr>
            <a:cxnSpLocks/>
          </p:cNvCxnSpPr>
          <p:nvPr/>
        </p:nvCxnSpPr>
        <p:spPr>
          <a:xfrm flipH="1">
            <a:off x="3681969" y="3207296"/>
            <a:ext cx="1780065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76437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7C70E-EF84-C51C-BCE3-0B0821491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3F3B0C99-BE10-18D4-8769-247884F9F53A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F09A0FEB-1464-F40B-956F-E4B05CCF291C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5416BC4A-DD5D-4792-4072-F88E0E52A17A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EB31BB69-8F5F-81FE-070A-901AC4928C68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8CEA4F78-2970-CB3B-B475-88B24A58CD49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92877B1A-F0BE-F521-4E94-D2D71BDB01EB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81E10BFE-48C0-61B6-82C7-8DE7327C01BD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378639A4-5567-DA7F-EC63-A2CA92F6F144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63992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0BA2B932-3EB9-9400-7ABB-4F85F78C1387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385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94B27431-BBF1-6DDB-8A31-0D31B1B8246A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C6B30440-8B3E-2496-663E-074EC6F89E51}"/>
              </a:ext>
            </a:extLst>
          </p:cNvPr>
          <p:cNvCxnSpPr>
            <a:cxnSpLocks/>
          </p:cNvCxnSpPr>
          <p:nvPr/>
        </p:nvCxnSpPr>
        <p:spPr>
          <a:xfrm>
            <a:off x="763988" y="143188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FFAF364-4C23-BDCF-02D6-C957E8765CED}"/>
              </a:ext>
            </a:extLst>
          </p:cNvPr>
          <p:cNvSpPr txBox="1"/>
          <p:nvPr/>
        </p:nvSpPr>
        <p:spPr>
          <a:xfrm>
            <a:off x="763987" y="1185664"/>
            <a:ext cx="30595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000" i="1"/>
              <a:t>mock-server:9090 Delay {"milliseconds": 70000}</a:t>
            </a:r>
            <a:endParaRPr kumimoji="1" lang="ko-KR" altLang="en-US" sz="1000" i="1"/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E7BC6768-8B2E-739E-DC01-AACBA457F096}"/>
              </a:ext>
            </a:extLst>
          </p:cNvPr>
          <p:cNvCxnSpPr>
            <a:cxnSpLocks/>
          </p:cNvCxnSpPr>
          <p:nvPr/>
        </p:nvCxnSpPr>
        <p:spPr>
          <a:xfrm>
            <a:off x="3681969" y="1505680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81">
            <a:extLst>
              <a:ext uri="{FF2B5EF4-FFF2-40B4-BE49-F238E27FC236}">
                <a16:creationId xmlns:a16="http://schemas.microsoft.com/office/drawing/2014/main" id="{3A49E603-B7AB-97FE-DA2B-507781AEE7F7}"/>
              </a:ext>
            </a:extLst>
          </p:cNvPr>
          <p:cNvCxnSpPr>
            <a:cxnSpLocks/>
          </p:cNvCxnSpPr>
          <p:nvPr/>
        </p:nvCxnSpPr>
        <p:spPr>
          <a:xfrm>
            <a:off x="5462033" y="1585571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9C7BFE96-CBDE-2319-E5F9-2A808E4A662C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31097A2-EBDE-FFAE-775A-432275B02E9E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SYN</a:t>
            </a:r>
            <a:endParaRPr kumimoji="1" lang="ko-KR" altLang="en-US" sz="1000" i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F01E47-A1AC-66C5-E114-ECEAFE55674E}"/>
              </a:ext>
            </a:extLst>
          </p:cNvPr>
          <p:cNvSpPr txBox="1"/>
          <p:nvPr/>
        </p:nvSpPr>
        <p:spPr>
          <a:xfrm>
            <a:off x="763987" y="261641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FIN</a:t>
            </a:r>
            <a:endParaRPr kumimoji="1" lang="ko-KR" altLang="en-US" sz="1000" i="1"/>
          </a:p>
        </p:txBody>
      </p:sp>
      <p:cxnSp>
        <p:nvCxnSpPr>
          <p:cNvPr id="15" name="Straight Arrow Connector 81">
            <a:extLst>
              <a:ext uri="{FF2B5EF4-FFF2-40B4-BE49-F238E27FC236}">
                <a16:creationId xmlns:a16="http://schemas.microsoft.com/office/drawing/2014/main" id="{A22B2C10-C602-B98B-AADE-93D9CF80F061}"/>
              </a:ext>
            </a:extLst>
          </p:cNvPr>
          <p:cNvCxnSpPr>
            <a:cxnSpLocks/>
          </p:cNvCxnSpPr>
          <p:nvPr/>
        </p:nvCxnSpPr>
        <p:spPr>
          <a:xfrm>
            <a:off x="763988" y="2862633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81">
            <a:extLst>
              <a:ext uri="{FF2B5EF4-FFF2-40B4-BE49-F238E27FC236}">
                <a16:creationId xmlns:a16="http://schemas.microsoft.com/office/drawing/2014/main" id="{78D78515-68D5-2E24-FA4C-A15E766A1ABD}"/>
              </a:ext>
            </a:extLst>
          </p:cNvPr>
          <p:cNvCxnSpPr>
            <a:cxnSpLocks/>
          </p:cNvCxnSpPr>
          <p:nvPr/>
        </p:nvCxnSpPr>
        <p:spPr>
          <a:xfrm>
            <a:off x="5462033" y="2508211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81">
            <a:extLst>
              <a:ext uri="{FF2B5EF4-FFF2-40B4-BE49-F238E27FC236}">
                <a16:creationId xmlns:a16="http://schemas.microsoft.com/office/drawing/2014/main" id="{A246238E-9487-EB39-0182-E6CA84CD916A}"/>
              </a:ext>
            </a:extLst>
          </p:cNvPr>
          <p:cNvCxnSpPr>
            <a:cxnSpLocks/>
          </p:cNvCxnSpPr>
          <p:nvPr/>
        </p:nvCxnSpPr>
        <p:spPr>
          <a:xfrm>
            <a:off x="5462033" y="2862633"/>
            <a:ext cx="2917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A71C432-A101-7419-7C71-9586B1586805}"/>
              </a:ext>
            </a:extLst>
          </p:cNvPr>
          <p:cNvSpPr txBox="1"/>
          <p:nvPr/>
        </p:nvSpPr>
        <p:spPr>
          <a:xfrm>
            <a:off x="5466474" y="261641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  <p:sp>
        <p:nvSpPr>
          <p:cNvPr id="5" name="호 4">
            <a:extLst>
              <a:ext uri="{FF2B5EF4-FFF2-40B4-BE49-F238E27FC236}">
                <a16:creationId xmlns:a16="http://schemas.microsoft.com/office/drawing/2014/main" id="{8C42D62D-E987-4E1B-A3CE-166101444A0E}"/>
              </a:ext>
            </a:extLst>
          </p:cNvPr>
          <p:cNvSpPr/>
          <p:nvPr/>
        </p:nvSpPr>
        <p:spPr>
          <a:xfrm flipH="1">
            <a:off x="3547158" y="1504224"/>
            <a:ext cx="276365" cy="939455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A1CC9A-09D2-AA6B-00E6-4CCAD90090F2}"/>
              </a:ext>
            </a:extLst>
          </p:cNvPr>
          <p:cNvSpPr txBox="1"/>
          <p:nvPr/>
        </p:nvSpPr>
        <p:spPr>
          <a:xfrm>
            <a:off x="2843810" y="1850840"/>
            <a:ext cx="7406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/>
              <a:t>60000ms</a:t>
            </a:r>
            <a:endParaRPr kumimoji="1" lang="ko-KR" altLang="en-US" sz="1000" i="1"/>
          </a:p>
        </p:txBody>
      </p:sp>
      <p:cxnSp>
        <p:nvCxnSpPr>
          <p:cNvPr id="13" name="Straight Arrow Connector 81">
            <a:extLst>
              <a:ext uri="{FF2B5EF4-FFF2-40B4-BE49-F238E27FC236}">
                <a16:creationId xmlns:a16="http://schemas.microsoft.com/office/drawing/2014/main" id="{9A99C7F2-32A7-291C-8B3A-DE141CEEC5CF}"/>
              </a:ext>
            </a:extLst>
          </p:cNvPr>
          <p:cNvCxnSpPr>
            <a:cxnSpLocks/>
          </p:cNvCxnSpPr>
          <p:nvPr/>
        </p:nvCxnSpPr>
        <p:spPr>
          <a:xfrm flipH="1">
            <a:off x="763987" y="2513177"/>
            <a:ext cx="29179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CB5148D-A494-6437-C0C6-37F36B02CB7E}"/>
              </a:ext>
            </a:extLst>
          </p:cNvPr>
          <p:cNvSpPr txBox="1"/>
          <p:nvPr/>
        </p:nvSpPr>
        <p:spPr>
          <a:xfrm>
            <a:off x="872620" y="2513169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14 UNAVAILABLE</a:t>
            </a:r>
          </a:p>
        </p:txBody>
      </p:sp>
      <p:cxnSp>
        <p:nvCxnSpPr>
          <p:cNvPr id="24" name="Straight Arrow Connector 81">
            <a:extLst>
              <a:ext uri="{FF2B5EF4-FFF2-40B4-BE49-F238E27FC236}">
                <a16:creationId xmlns:a16="http://schemas.microsoft.com/office/drawing/2014/main" id="{22414D99-C7A3-C954-4D79-C02DCBAE9D82}"/>
              </a:ext>
            </a:extLst>
          </p:cNvPr>
          <p:cNvCxnSpPr>
            <a:cxnSpLocks/>
          </p:cNvCxnSpPr>
          <p:nvPr/>
        </p:nvCxnSpPr>
        <p:spPr>
          <a:xfrm>
            <a:off x="3681969" y="2447745"/>
            <a:ext cx="1780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82C4608-9B02-6022-0BAB-C006F83F0747}"/>
              </a:ext>
            </a:extLst>
          </p:cNvPr>
          <p:cNvSpPr txBox="1"/>
          <p:nvPr/>
        </p:nvSpPr>
        <p:spPr>
          <a:xfrm>
            <a:off x="3681968" y="220127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HTTP/2 RST_STREAM</a:t>
            </a:r>
            <a:endParaRPr kumimoji="1"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37149321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98441-60C3-2B04-68DD-3F292947D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3DC9F-C06B-D143-E65A-00913DD1F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A18F04-0D2F-9A0C-EC30-4AD0FBAAC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988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F961B-3E40-C278-40C8-A3CCBF323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6BBAEAA5-1046-D40F-0347-36E032850613}"/>
              </a:ext>
            </a:extLst>
          </p:cNvPr>
          <p:cNvSpPr/>
          <p:nvPr/>
        </p:nvSpPr>
        <p:spPr>
          <a:xfrm>
            <a:off x="179512" y="123478"/>
            <a:ext cx="4032448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6856E156-438B-0B5A-CD2D-0FCF3812AF8D}"/>
              </a:ext>
            </a:extLst>
          </p:cNvPr>
          <p:cNvSpPr/>
          <p:nvPr/>
        </p:nvSpPr>
        <p:spPr>
          <a:xfrm>
            <a:off x="3236328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" name="사각형: 둥근 모서리 29">
            <a:extLst>
              <a:ext uri="{FF2B5EF4-FFF2-40B4-BE49-F238E27FC236}">
                <a16:creationId xmlns:a16="http://schemas.microsoft.com/office/drawing/2014/main" id="{5B46F486-1400-735A-0300-4FBBFF5328B6}"/>
              </a:ext>
            </a:extLst>
          </p:cNvPr>
          <p:cNvSpPr/>
          <p:nvPr/>
        </p:nvSpPr>
        <p:spPr>
          <a:xfrm>
            <a:off x="269263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0" name="사각형: 둥근 모서리 29">
            <a:extLst>
              <a:ext uri="{FF2B5EF4-FFF2-40B4-BE49-F238E27FC236}">
                <a16:creationId xmlns:a16="http://schemas.microsoft.com/office/drawing/2014/main" id="{D53AB01E-1751-E88D-24F6-F91741EEDA77}"/>
              </a:ext>
            </a:extLst>
          </p:cNvPr>
          <p:cNvSpPr/>
          <p:nvPr/>
        </p:nvSpPr>
        <p:spPr>
          <a:xfrm>
            <a:off x="4932042" y="123478"/>
            <a:ext cx="4032446" cy="600168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sp>
        <p:nvSpPr>
          <p:cNvPr id="11" name="사각형: 둥근 모서리 29">
            <a:extLst>
              <a:ext uri="{FF2B5EF4-FFF2-40B4-BE49-F238E27FC236}">
                <a16:creationId xmlns:a16="http://schemas.microsoft.com/office/drawing/2014/main" id="{50C20170-2EFD-1F49-49E3-1785C42181EF}"/>
              </a:ext>
            </a:extLst>
          </p:cNvPr>
          <p:cNvSpPr/>
          <p:nvPr/>
        </p:nvSpPr>
        <p:spPr>
          <a:xfrm>
            <a:off x="7885282" y="195486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2" name="사각형: 둥근 모서리 29">
            <a:extLst>
              <a:ext uri="{FF2B5EF4-FFF2-40B4-BE49-F238E27FC236}">
                <a16:creationId xmlns:a16="http://schemas.microsoft.com/office/drawing/2014/main" id="{83FBB5A9-B3E1-A768-F9A5-7FF206E5A700}"/>
              </a:ext>
            </a:extLst>
          </p:cNvPr>
          <p:cNvSpPr/>
          <p:nvPr/>
        </p:nvSpPr>
        <p:spPr>
          <a:xfrm>
            <a:off x="5016392" y="195486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D8F41C7E-F62C-B1F8-08E5-0A96033BB68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681969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81">
            <a:extLst>
              <a:ext uri="{FF2B5EF4-FFF2-40B4-BE49-F238E27FC236}">
                <a16:creationId xmlns:a16="http://schemas.microsoft.com/office/drawing/2014/main" id="{31B5258E-A92B-2F75-2F0B-C3B7AB87F973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63992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55690A67-73F7-7FF6-B3B3-2D657BB6D48F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380011" y="634882"/>
            <a:ext cx="0" cy="4385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81">
            <a:extLst>
              <a:ext uri="{FF2B5EF4-FFF2-40B4-BE49-F238E27FC236}">
                <a16:creationId xmlns:a16="http://schemas.microsoft.com/office/drawing/2014/main" id="{2DD4B6C9-A9AB-ADBA-B77C-D8943590B540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462033" y="634882"/>
            <a:ext cx="0" cy="43131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81">
            <a:extLst>
              <a:ext uri="{FF2B5EF4-FFF2-40B4-BE49-F238E27FC236}">
                <a16:creationId xmlns:a16="http://schemas.microsoft.com/office/drawing/2014/main" id="{4EAA879A-5E4D-867A-E38F-A3538E60B018}"/>
              </a:ext>
            </a:extLst>
          </p:cNvPr>
          <p:cNvCxnSpPr>
            <a:cxnSpLocks/>
          </p:cNvCxnSpPr>
          <p:nvPr/>
        </p:nvCxnSpPr>
        <p:spPr>
          <a:xfrm>
            <a:off x="763988" y="143188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599911B-09CD-BA4F-EA85-7C871ECD85E6}"/>
              </a:ext>
            </a:extLst>
          </p:cNvPr>
          <p:cNvSpPr txBox="1"/>
          <p:nvPr/>
        </p:nvSpPr>
        <p:spPr>
          <a:xfrm>
            <a:off x="763986" y="1185664"/>
            <a:ext cx="3087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000" i="1"/>
              <a:t>mock-server:9090 Status {"code": 0}</a:t>
            </a:r>
            <a:endParaRPr kumimoji="1" lang="ko-KR" altLang="en-US" sz="1000" i="1"/>
          </a:p>
        </p:txBody>
      </p:sp>
      <p:cxnSp>
        <p:nvCxnSpPr>
          <p:cNvPr id="63" name="Straight Arrow Connector 81">
            <a:extLst>
              <a:ext uri="{FF2B5EF4-FFF2-40B4-BE49-F238E27FC236}">
                <a16:creationId xmlns:a16="http://schemas.microsoft.com/office/drawing/2014/main" id="{B0176AD2-6447-ACAF-AA48-6EE4020C983B}"/>
              </a:ext>
            </a:extLst>
          </p:cNvPr>
          <p:cNvCxnSpPr>
            <a:cxnSpLocks/>
          </p:cNvCxnSpPr>
          <p:nvPr/>
        </p:nvCxnSpPr>
        <p:spPr>
          <a:xfrm>
            <a:off x="3681969" y="1505680"/>
            <a:ext cx="16101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81">
            <a:extLst>
              <a:ext uri="{FF2B5EF4-FFF2-40B4-BE49-F238E27FC236}">
                <a16:creationId xmlns:a16="http://schemas.microsoft.com/office/drawing/2014/main" id="{D48B87DB-BE6C-267B-BFBB-6CD97D1654EF}"/>
              </a:ext>
            </a:extLst>
          </p:cNvPr>
          <p:cNvCxnSpPr>
            <a:cxnSpLocks/>
          </p:cNvCxnSpPr>
          <p:nvPr/>
        </p:nvCxnSpPr>
        <p:spPr>
          <a:xfrm>
            <a:off x="763987" y="1821302"/>
            <a:ext cx="2917982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BB81AA34-6EDE-1C02-150F-A17F487928C0}"/>
              </a:ext>
            </a:extLst>
          </p:cNvPr>
          <p:cNvCxnSpPr>
            <a:cxnSpLocks/>
          </p:cNvCxnSpPr>
          <p:nvPr/>
        </p:nvCxnSpPr>
        <p:spPr>
          <a:xfrm>
            <a:off x="763988" y="1077765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67D745-5697-3D34-8A92-0E75BEA9BC55}"/>
              </a:ext>
            </a:extLst>
          </p:cNvPr>
          <p:cNvSpPr txBox="1"/>
          <p:nvPr/>
        </p:nvSpPr>
        <p:spPr>
          <a:xfrm>
            <a:off x="763987" y="83154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SYN</a:t>
            </a:r>
            <a:endParaRPr kumimoji="1" lang="ko-KR" altLang="en-US" sz="1000" i="1"/>
          </a:p>
        </p:txBody>
      </p:sp>
      <p:cxnSp>
        <p:nvCxnSpPr>
          <p:cNvPr id="5" name="Straight Arrow Connector 81">
            <a:extLst>
              <a:ext uri="{FF2B5EF4-FFF2-40B4-BE49-F238E27FC236}">
                <a16:creationId xmlns:a16="http://schemas.microsoft.com/office/drawing/2014/main" id="{0BB59958-CC95-809F-9DDA-7AE30C35E1A6}"/>
              </a:ext>
            </a:extLst>
          </p:cNvPr>
          <p:cNvCxnSpPr>
            <a:cxnSpLocks/>
          </p:cNvCxnSpPr>
          <p:nvPr/>
        </p:nvCxnSpPr>
        <p:spPr>
          <a:xfrm>
            <a:off x="763988" y="2169728"/>
            <a:ext cx="29179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C0EC6B2-B1E0-9BFA-601B-EDF71DFE2789}"/>
              </a:ext>
            </a:extLst>
          </p:cNvPr>
          <p:cNvSpPr txBox="1"/>
          <p:nvPr/>
        </p:nvSpPr>
        <p:spPr>
          <a:xfrm>
            <a:off x="763987" y="1923507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FIN</a:t>
            </a:r>
            <a:endParaRPr kumimoji="1" lang="ko-KR" altLang="en-US" sz="1000" i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311DFE-310F-ED24-86D2-5441B38282F0}"/>
              </a:ext>
            </a:extLst>
          </p:cNvPr>
          <p:cNvSpPr txBox="1"/>
          <p:nvPr/>
        </p:nvSpPr>
        <p:spPr>
          <a:xfrm>
            <a:off x="886292" y="1821301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14 UNAVAILABLE</a:t>
            </a:r>
            <a:endParaRPr kumimoji="1"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31363303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1D244-26D7-6140-60E1-E03A5F2D9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E7C860AB-99C2-5548-B211-1C5713672C6C}"/>
              </a:ext>
            </a:extLst>
          </p:cNvPr>
          <p:cNvSpPr/>
          <p:nvPr/>
        </p:nvSpPr>
        <p:spPr>
          <a:xfrm>
            <a:off x="179512" y="1938094"/>
            <a:ext cx="2551069" cy="1267312"/>
          </a:xfrm>
          <a:prstGeom prst="roundRect">
            <a:avLst>
              <a:gd name="adj" fmla="val 602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 </a:t>
            </a:r>
          </a:p>
          <a:p>
            <a:pPr algn="ctr"/>
            <a:r>
              <a:rPr lang="en-US" altLang="ko-KR" sz="1000"/>
              <a:t>Worker Node</a:t>
            </a:r>
            <a:endParaRPr lang="ko-KR" altLang="en-US" sz="1000"/>
          </a:p>
        </p:txBody>
      </p:sp>
      <p:sp>
        <p:nvSpPr>
          <p:cNvPr id="4" name="사각형: 둥근 모서리 29">
            <a:extLst>
              <a:ext uri="{FF2B5EF4-FFF2-40B4-BE49-F238E27FC236}">
                <a16:creationId xmlns:a16="http://schemas.microsoft.com/office/drawing/2014/main" id="{9C3DFF99-F482-A5A6-19D9-6DEAAF1C93D6}"/>
              </a:ext>
            </a:extLst>
          </p:cNvPr>
          <p:cNvSpPr/>
          <p:nvPr/>
        </p:nvSpPr>
        <p:spPr>
          <a:xfrm>
            <a:off x="270021" y="2037546"/>
            <a:ext cx="2372526" cy="888200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cxnSp>
        <p:nvCxnSpPr>
          <p:cNvPr id="8" name="Straight Arrow Connector 81">
            <a:extLst>
              <a:ext uri="{FF2B5EF4-FFF2-40B4-BE49-F238E27FC236}">
                <a16:creationId xmlns:a16="http://schemas.microsoft.com/office/drawing/2014/main" id="{394A9B85-E0CB-C3E2-FE6B-313FDB0F8276}"/>
              </a:ext>
            </a:extLst>
          </p:cNvPr>
          <p:cNvCxnSpPr>
            <a:cxnSpLocks/>
            <a:stCxn id="9" idx="2"/>
            <a:endCxn id="3" idx="0"/>
          </p:cNvCxnSpPr>
          <p:nvPr/>
        </p:nvCxnSpPr>
        <p:spPr>
          <a:xfrm>
            <a:off x="3689931" y="2043387"/>
            <a:ext cx="0" cy="17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29">
            <a:extLst>
              <a:ext uri="{FF2B5EF4-FFF2-40B4-BE49-F238E27FC236}">
                <a16:creationId xmlns:a16="http://schemas.microsoft.com/office/drawing/2014/main" id="{E83EA57A-E1C7-74DD-D938-77886DEE88B0}"/>
              </a:ext>
            </a:extLst>
          </p:cNvPr>
          <p:cNvSpPr/>
          <p:nvPr/>
        </p:nvSpPr>
        <p:spPr>
          <a:xfrm>
            <a:off x="3027276" y="2923215"/>
            <a:ext cx="1325312" cy="525929"/>
          </a:xfrm>
          <a:prstGeom prst="roundRect">
            <a:avLst>
              <a:gd name="adj" fmla="val 11707"/>
            </a:avLst>
          </a:prstGeom>
          <a:ln w="12700"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mock-server-http</a:t>
            </a:r>
            <a:r>
              <a:rPr lang="en-US" altLang="ko-KR" sz="1000"/>
              <a:t> </a:t>
            </a:r>
          </a:p>
          <a:p>
            <a:pPr algn="ctr"/>
            <a:r>
              <a:rPr lang="en-US" altLang="ko-KR" sz="1000"/>
              <a:t>Service</a:t>
            </a:r>
            <a:endParaRPr lang="ko-KR" altLang="en-US" sz="1000"/>
          </a:p>
        </p:txBody>
      </p:sp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B158FBE7-8CF1-D522-A286-8D7DED3F9319}"/>
              </a:ext>
            </a:extLst>
          </p:cNvPr>
          <p:cNvSpPr/>
          <p:nvPr/>
        </p:nvSpPr>
        <p:spPr>
          <a:xfrm>
            <a:off x="3027275" y="2216637"/>
            <a:ext cx="1325312" cy="525929"/>
          </a:xfrm>
          <a:prstGeom prst="roundRect">
            <a:avLst>
              <a:gd name="adj" fmla="val 11707"/>
            </a:avLst>
          </a:prstGeom>
          <a:ln w="12700"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mock-server-http</a:t>
            </a:r>
          </a:p>
          <a:p>
            <a:pPr algn="ctr"/>
            <a:r>
              <a:rPr lang="en-US" altLang="ko-KR" sz="1000"/>
              <a:t>DestinationRule</a:t>
            </a:r>
            <a:endParaRPr lang="ko-KR" altLang="en-US" sz="1000"/>
          </a:p>
        </p:txBody>
      </p:sp>
      <p:sp>
        <p:nvSpPr>
          <p:cNvPr id="9" name="사각형: 둥근 모서리 29">
            <a:extLst>
              <a:ext uri="{FF2B5EF4-FFF2-40B4-BE49-F238E27FC236}">
                <a16:creationId xmlns:a16="http://schemas.microsoft.com/office/drawing/2014/main" id="{2FB41AAC-29ED-C86A-F5FE-80C636EE48C3}"/>
              </a:ext>
            </a:extLst>
          </p:cNvPr>
          <p:cNvSpPr/>
          <p:nvPr/>
        </p:nvSpPr>
        <p:spPr>
          <a:xfrm>
            <a:off x="3027275" y="1517458"/>
            <a:ext cx="1325312" cy="525929"/>
          </a:xfrm>
          <a:prstGeom prst="roundRect">
            <a:avLst>
              <a:gd name="adj" fmla="val 11707"/>
            </a:avLst>
          </a:prstGeom>
          <a:ln w="12700"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mock-server-http</a:t>
            </a:r>
          </a:p>
          <a:p>
            <a:pPr algn="ctr"/>
            <a:r>
              <a:rPr lang="en-US" altLang="ko-KR" sz="1000"/>
              <a:t>VirtualService</a:t>
            </a:r>
            <a:endParaRPr lang="ko-KR" altLang="en-US" sz="1000"/>
          </a:p>
        </p:txBody>
      </p:sp>
      <p:cxnSp>
        <p:nvCxnSpPr>
          <p:cNvPr id="11" name="Elbow Connector 80">
            <a:extLst>
              <a:ext uri="{FF2B5EF4-FFF2-40B4-BE49-F238E27FC236}">
                <a16:creationId xmlns:a16="http://schemas.microsoft.com/office/drawing/2014/main" id="{3AD24A9F-6640-EF23-87A5-D85494C3E613}"/>
              </a:ext>
            </a:extLst>
          </p:cNvPr>
          <p:cNvCxnSpPr>
            <a:cxnSpLocks/>
            <a:stCxn id="75" idx="0"/>
            <a:endCxn id="9" idx="0"/>
          </p:cNvCxnSpPr>
          <p:nvPr/>
        </p:nvCxnSpPr>
        <p:spPr>
          <a:xfrm rot="5400000" flipH="1" flipV="1">
            <a:off x="2588846" y="1031270"/>
            <a:ext cx="614896" cy="1587273"/>
          </a:xfrm>
          <a:prstGeom prst="bentConnector3">
            <a:avLst>
              <a:gd name="adj1" fmla="val 13717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81">
            <a:extLst>
              <a:ext uri="{FF2B5EF4-FFF2-40B4-BE49-F238E27FC236}">
                <a16:creationId xmlns:a16="http://schemas.microsoft.com/office/drawing/2014/main" id="{789A67B3-1412-BD36-5A55-3995D51EB0D6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>
            <a:off x="3689931" y="2742566"/>
            <a:ext cx="1" cy="180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81">
            <a:extLst>
              <a:ext uri="{FF2B5EF4-FFF2-40B4-BE49-F238E27FC236}">
                <a16:creationId xmlns:a16="http://schemas.microsoft.com/office/drawing/2014/main" id="{22D72CE6-D484-F2BE-F23D-8F2D5269CFD7}"/>
              </a:ext>
            </a:extLst>
          </p:cNvPr>
          <p:cNvCxnSpPr>
            <a:cxnSpLocks/>
            <a:stCxn id="19" idx="2"/>
            <a:endCxn id="17" idx="0"/>
          </p:cNvCxnSpPr>
          <p:nvPr/>
        </p:nvCxnSpPr>
        <p:spPr>
          <a:xfrm>
            <a:off x="5390759" y="2037546"/>
            <a:ext cx="0" cy="17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29">
            <a:extLst>
              <a:ext uri="{FF2B5EF4-FFF2-40B4-BE49-F238E27FC236}">
                <a16:creationId xmlns:a16="http://schemas.microsoft.com/office/drawing/2014/main" id="{3C137BD7-6783-3AEA-2E54-E0DEB4115F36}"/>
              </a:ext>
            </a:extLst>
          </p:cNvPr>
          <p:cNvSpPr/>
          <p:nvPr/>
        </p:nvSpPr>
        <p:spPr>
          <a:xfrm>
            <a:off x="4728104" y="2917374"/>
            <a:ext cx="1325312" cy="525929"/>
          </a:xfrm>
          <a:prstGeom prst="roundRect">
            <a:avLst>
              <a:gd name="adj" fmla="val 11707"/>
            </a:avLst>
          </a:prstGeom>
          <a:ln w="12700"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mock-server-grpc</a:t>
            </a:r>
            <a:r>
              <a:rPr lang="en-US" altLang="ko-KR" sz="1000"/>
              <a:t> </a:t>
            </a:r>
          </a:p>
          <a:p>
            <a:pPr algn="ctr"/>
            <a:r>
              <a:rPr lang="en-US" altLang="ko-KR" sz="1000"/>
              <a:t>Service</a:t>
            </a:r>
            <a:endParaRPr lang="ko-KR" altLang="en-US" sz="1000"/>
          </a:p>
        </p:txBody>
      </p:sp>
      <p:sp>
        <p:nvSpPr>
          <p:cNvPr id="17" name="사각형: 둥근 모서리 29">
            <a:extLst>
              <a:ext uri="{FF2B5EF4-FFF2-40B4-BE49-F238E27FC236}">
                <a16:creationId xmlns:a16="http://schemas.microsoft.com/office/drawing/2014/main" id="{7CE4F32E-8DA1-2B58-FB4C-EF04F5E067EE}"/>
              </a:ext>
            </a:extLst>
          </p:cNvPr>
          <p:cNvSpPr/>
          <p:nvPr/>
        </p:nvSpPr>
        <p:spPr>
          <a:xfrm>
            <a:off x="4728103" y="2210796"/>
            <a:ext cx="1325312" cy="525929"/>
          </a:xfrm>
          <a:prstGeom prst="roundRect">
            <a:avLst>
              <a:gd name="adj" fmla="val 11707"/>
            </a:avLst>
          </a:prstGeom>
          <a:ln w="12700"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mock-server-grpc</a:t>
            </a:r>
          </a:p>
          <a:p>
            <a:pPr algn="ctr"/>
            <a:r>
              <a:rPr lang="en-US" altLang="ko-KR" sz="1000"/>
              <a:t>DestinationRule</a:t>
            </a:r>
            <a:endParaRPr lang="ko-KR" altLang="en-US" sz="1000"/>
          </a:p>
        </p:txBody>
      </p:sp>
      <p:sp>
        <p:nvSpPr>
          <p:cNvPr id="19" name="사각형: 둥근 모서리 29">
            <a:extLst>
              <a:ext uri="{FF2B5EF4-FFF2-40B4-BE49-F238E27FC236}">
                <a16:creationId xmlns:a16="http://schemas.microsoft.com/office/drawing/2014/main" id="{761FE38E-FE45-B2D9-FEB2-5C058A412947}"/>
              </a:ext>
            </a:extLst>
          </p:cNvPr>
          <p:cNvSpPr/>
          <p:nvPr/>
        </p:nvSpPr>
        <p:spPr>
          <a:xfrm>
            <a:off x="4728103" y="1511617"/>
            <a:ext cx="1325312" cy="525929"/>
          </a:xfrm>
          <a:prstGeom prst="roundRect">
            <a:avLst>
              <a:gd name="adj" fmla="val 11707"/>
            </a:avLst>
          </a:prstGeom>
          <a:ln w="12700"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mock-server-grpc</a:t>
            </a:r>
          </a:p>
          <a:p>
            <a:pPr algn="ctr"/>
            <a:r>
              <a:rPr lang="en-US" altLang="ko-KR" sz="1000"/>
              <a:t>VirtualService</a:t>
            </a:r>
            <a:endParaRPr lang="ko-KR" altLang="en-US" sz="1000"/>
          </a:p>
        </p:txBody>
      </p:sp>
      <p:cxnSp>
        <p:nvCxnSpPr>
          <p:cNvPr id="20" name="Straight Arrow Connector 81">
            <a:extLst>
              <a:ext uri="{FF2B5EF4-FFF2-40B4-BE49-F238E27FC236}">
                <a16:creationId xmlns:a16="http://schemas.microsoft.com/office/drawing/2014/main" id="{9030E72C-75D0-5101-BCBB-F20E65CBF7C2}"/>
              </a:ext>
            </a:extLst>
          </p:cNvPr>
          <p:cNvCxnSpPr>
            <a:cxnSpLocks/>
            <a:stCxn id="17" idx="2"/>
            <a:endCxn id="16" idx="0"/>
          </p:cNvCxnSpPr>
          <p:nvPr/>
        </p:nvCxnSpPr>
        <p:spPr>
          <a:xfrm>
            <a:off x="5390759" y="2736725"/>
            <a:ext cx="1" cy="180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80">
            <a:extLst>
              <a:ext uri="{FF2B5EF4-FFF2-40B4-BE49-F238E27FC236}">
                <a16:creationId xmlns:a16="http://schemas.microsoft.com/office/drawing/2014/main" id="{1DD5E458-4627-ECDC-EB61-C9360DD9EE62}"/>
              </a:ext>
            </a:extLst>
          </p:cNvPr>
          <p:cNvCxnSpPr>
            <a:cxnSpLocks/>
            <a:stCxn id="75" idx="0"/>
            <a:endCxn id="19" idx="0"/>
          </p:cNvCxnSpPr>
          <p:nvPr/>
        </p:nvCxnSpPr>
        <p:spPr>
          <a:xfrm rot="5400000" flipH="1" flipV="1">
            <a:off x="3436340" y="177936"/>
            <a:ext cx="620737" cy="3288101"/>
          </a:xfrm>
          <a:prstGeom prst="bentConnector3">
            <a:avLst>
              <a:gd name="adj1" fmla="val 13682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사각형: 둥근 모서리 29">
            <a:extLst>
              <a:ext uri="{FF2B5EF4-FFF2-40B4-BE49-F238E27FC236}">
                <a16:creationId xmlns:a16="http://schemas.microsoft.com/office/drawing/2014/main" id="{27CB51E6-5DD2-9D69-16A8-3C99F2C8B398}"/>
              </a:ext>
            </a:extLst>
          </p:cNvPr>
          <p:cNvSpPr/>
          <p:nvPr/>
        </p:nvSpPr>
        <p:spPr>
          <a:xfrm>
            <a:off x="1657017" y="2132354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8" name="사각형: 둥근 모서리 29">
            <a:extLst>
              <a:ext uri="{FF2B5EF4-FFF2-40B4-BE49-F238E27FC236}">
                <a16:creationId xmlns:a16="http://schemas.microsoft.com/office/drawing/2014/main" id="{8503C275-CF2C-2B51-2E41-E6DB18EDD050}"/>
              </a:ext>
            </a:extLst>
          </p:cNvPr>
          <p:cNvSpPr/>
          <p:nvPr/>
        </p:nvSpPr>
        <p:spPr>
          <a:xfrm>
            <a:off x="367780" y="2132354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95" name="Straight Arrow Connector 81">
            <a:extLst>
              <a:ext uri="{FF2B5EF4-FFF2-40B4-BE49-F238E27FC236}">
                <a16:creationId xmlns:a16="http://schemas.microsoft.com/office/drawing/2014/main" id="{B9EC7C6E-C256-CC67-5D93-504342EDC0A7}"/>
              </a:ext>
            </a:extLst>
          </p:cNvPr>
          <p:cNvCxnSpPr>
            <a:cxnSpLocks/>
            <a:stCxn id="78" idx="3"/>
            <a:endCxn id="75" idx="1"/>
          </p:cNvCxnSpPr>
          <p:nvPr/>
        </p:nvCxnSpPr>
        <p:spPr>
          <a:xfrm>
            <a:off x="1357237" y="2352052"/>
            <a:ext cx="2997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사각형: 둥근 모서리 29">
            <a:extLst>
              <a:ext uri="{FF2B5EF4-FFF2-40B4-BE49-F238E27FC236}">
                <a16:creationId xmlns:a16="http://schemas.microsoft.com/office/drawing/2014/main" id="{A4B68954-A646-B3E9-B9BC-4478931DAEB5}"/>
              </a:ext>
            </a:extLst>
          </p:cNvPr>
          <p:cNvSpPr/>
          <p:nvPr/>
        </p:nvSpPr>
        <p:spPr>
          <a:xfrm>
            <a:off x="6352093" y="1938094"/>
            <a:ext cx="2551069" cy="1267312"/>
          </a:xfrm>
          <a:prstGeom prst="roundRect">
            <a:avLst>
              <a:gd name="adj" fmla="val 602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 </a:t>
            </a:r>
          </a:p>
          <a:p>
            <a:pPr algn="ctr"/>
            <a:r>
              <a:rPr lang="en-US" altLang="ko-KR" sz="1000"/>
              <a:t>Worker Node</a:t>
            </a:r>
            <a:endParaRPr lang="ko-KR" altLang="en-US" sz="1000"/>
          </a:p>
        </p:txBody>
      </p:sp>
      <p:sp>
        <p:nvSpPr>
          <p:cNvPr id="101" name="사각형: 둥근 모서리 29">
            <a:extLst>
              <a:ext uri="{FF2B5EF4-FFF2-40B4-BE49-F238E27FC236}">
                <a16:creationId xmlns:a16="http://schemas.microsoft.com/office/drawing/2014/main" id="{E9CCED40-2C00-B387-B7BC-AD47EE9854A5}"/>
              </a:ext>
            </a:extLst>
          </p:cNvPr>
          <p:cNvSpPr/>
          <p:nvPr/>
        </p:nvSpPr>
        <p:spPr>
          <a:xfrm>
            <a:off x="6442602" y="2037546"/>
            <a:ext cx="2372526" cy="888200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cxnSp>
        <p:nvCxnSpPr>
          <p:cNvPr id="105" name="Elbow Connector 80">
            <a:extLst>
              <a:ext uri="{FF2B5EF4-FFF2-40B4-BE49-F238E27FC236}">
                <a16:creationId xmlns:a16="http://schemas.microsoft.com/office/drawing/2014/main" id="{CDD1A6AA-32EA-20E0-8EC1-9357B0CB5D87}"/>
              </a:ext>
            </a:extLst>
          </p:cNvPr>
          <p:cNvCxnSpPr>
            <a:cxnSpLocks/>
            <a:stCxn id="16" idx="2"/>
            <a:endCxn id="113" idx="2"/>
          </p:cNvCxnSpPr>
          <p:nvPr/>
        </p:nvCxnSpPr>
        <p:spPr>
          <a:xfrm rot="5400000" flipH="1" flipV="1">
            <a:off x="5752604" y="2209906"/>
            <a:ext cx="871553" cy="1595242"/>
          </a:xfrm>
          <a:prstGeom prst="bentConnector3">
            <a:avLst>
              <a:gd name="adj1" fmla="val -2622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사각형: 둥근 모서리 29">
            <a:extLst>
              <a:ext uri="{FF2B5EF4-FFF2-40B4-BE49-F238E27FC236}">
                <a16:creationId xmlns:a16="http://schemas.microsoft.com/office/drawing/2014/main" id="{BE712579-55D1-0371-8312-3A9CDBBFD97D}"/>
              </a:ext>
            </a:extLst>
          </p:cNvPr>
          <p:cNvSpPr/>
          <p:nvPr/>
        </p:nvSpPr>
        <p:spPr>
          <a:xfrm>
            <a:off x="7731423" y="2132354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13" name="사각형: 둥근 모서리 29">
            <a:extLst>
              <a:ext uri="{FF2B5EF4-FFF2-40B4-BE49-F238E27FC236}">
                <a16:creationId xmlns:a16="http://schemas.microsoft.com/office/drawing/2014/main" id="{C982D15B-33E2-2313-C616-9751C4C9E450}"/>
              </a:ext>
            </a:extLst>
          </p:cNvPr>
          <p:cNvSpPr/>
          <p:nvPr/>
        </p:nvSpPr>
        <p:spPr>
          <a:xfrm>
            <a:off x="6540361" y="2132354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115" name="Elbow Connector 80">
            <a:extLst>
              <a:ext uri="{FF2B5EF4-FFF2-40B4-BE49-F238E27FC236}">
                <a16:creationId xmlns:a16="http://schemas.microsoft.com/office/drawing/2014/main" id="{99705ABF-F96A-CA9D-A70F-2B396DEB0002}"/>
              </a:ext>
            </a:extLst>
          </p:cNvPr>
          <p:cNvCxnSpPr>
            <a:cxnSpLocks/>
            <a:stCxn id="2" idx="2"/>
            <a:endCxn id="113" idx="2"/>
          </p:cNvCxnSpPr>
          <p:nvPr/>
        </p:nvCxnSpPr>
        <p:spPr>
          <a:xfrm rot="5400000" flipH="1" flipV="1">
            <a:off x="4899270" y="1362412"/>
            <a:ext cx="877394" cy="3296070"/>
          </a:xfrm>
          <a:prstGeom prst="bentConnector3">
            <a:avLst>
              <a:gd name="adj1" fmla="val -2605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81">
            <a:extLst>
              <a:ext uri="{FF2B5EF4-FFF2-40B4-BE49-F238E27FC236}">
                <a16:creationId xmlns:a16="http://schemas.microsoft.com/office/drawing/2014/main" id="{FF6CFCB8-EACD-517B-C20F-FF639AA59450}"/>
              </a:ext>
            </a:extLst>
          </p:cNvPr>
          <p:cNvCxnSpPr>
            <a:cxnSpLocks/>
            <a:stCxn id="113" idx="3"/>
            <a:endCxn id="112" idx="1"/>
          </p:cNvCxnSpPr>
          <p:nvPr/>
        </p:nvCxnSpPr>
        <p:spPr>
          <a:xfrm>
            <a:off x="7431643" y="2352052"/>
            <a:ext cx="2997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47947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A9799-1BD4-2511-727E-886F29085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29">
            <a:extLst>
              <a:ext uri="{FF2B5EF4-FFF2-40B4-BE49-F238E27FC236}">
                <a16:creationId xmlns:a16="http://schemas.microsoft.com/office/drawing/2014/main" id="{C83CEC76-212D-1763-6A95-0DE2858A1BB3}"/>
              </a:ext>
            </a:extLst>
          </p:cNvPr>
          <p:cNvSpPr/>
          <p:nvPr/>
        </p:nvSpPr>
        <p:spPr>
          <a:xfrm>
            <a:off x="179512" y="1938094"/>
            <a:ext cx="2551069" cy="1267312"/>
          </a:xfrm>
          <a:prstGeom prst="roundRect">
            <a:avLst>
              <a:gd name="adj" fmla="val 602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 </a:t>
            </a:r>
          </a:p>
          <a:p>
            <a:pPr algn="ctr"/>
            <a:r>
              <a:rPr lang="en-US" altLang="ko-KR" sz="1000"/>
              <a:t>Worker Node</a:t>
            </a:r>
            <a:endParaRPr lang="ko-KR" altLang="en-US" sz="1000"/>
          </a:p>
        </p:txBody>
      </p:sp>
      <p:sp>
        <p:nvSpPr>
          <p:cNvPr id="4" name="사각형: 둥근 모서리 29">
            <a:extLst>
              <a:ext uri="{FF2B5EF4-FFF2-40B4-BE49-F238E27FC236}">
                <a16:creationId xmlns:a16="http://schemas.microsoft.com/office/drawing/2014/main" id="{CE1D13E9-C6CB-C0C9-EE3C-D3E61B7DF42B}"/>
              </a:ext>
            </a:extLst>
          </p:cNvPr>
          <p:cNvSpPr/>
          <p:nvPr/>
        </p:nvSpPr>
        <p:spPr>
          <a:xfrm>
            <a:off x="270021" y="2037546"/>
            <a:ext cx="2372526" cy="888200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shell </a:t>
            </a:r>
            <a:r>
              <a:rPr lang="en-US" altLang="ko-KR" sz="1000"/>
              <a:t>Pod</a:t>
            </a:r>
          </a:p>
        </p:txBody>
      </p:sp>
      <p:cxnSp>
        <p:nvCxnSpPr>
          <p:cNvPr id="8" name="Straight Arrow Connector 81">
            <a:extLst>
              <a:ext uri="{FF2B5EF4-FFF2-40B4-BE49-F238E27FC236}">
                <a16:creationId xmlns:a16="http://schemas.microsoft.com/office/drawing/2014/main" id="{CF8E56E2-71B3-FE13-9089-3B8885069C12}"/>
              </a:ext>
            </a:extLst>
          </p:cNvPr>
          <p:cNvCxnSpPr>
            <a:cxnSpLocks/>
            <a:stCxn id="9" idx="2"/>
            <a:endCxn id="3" idx="0"/>
          </p:cNvCxnSpPr>
          <p:nvPr/>
        </p:nvCxnSpPr>
        <p:spPr>
          <a:xfrm>
            <a:off x="3689931" y="2043387"/>
            <a:ext cx="0" cy="17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29">
            <a:extLst>
              <a:ext uri="{FF2B5EF4-FFF2-40B4-BE49-F238E27FC236}">
                <a16:creationId xmlns:a16="http://schemas.microsoft.com/office/drawing/2014/main" id="{7C90F752-57B8-4B66-0366-E4A19F054399}"/>
              </a:ext>
            </a:extLst>
          </p:cNvPr>
          <p:cNvSpPr/>
          <p:nvPr/>
        </p:nvSpPr>
        <p:spPr>
          <a:xfrm>
            <a:off x="3027276" y="2923215"/>
            <a:ext cx="1325312" cy="525929"/>
          </a:xfrm>
          <a:prstGeom prst="roundRect">
            <a:avLst>
              <a:gd name="adj" fmla="val 11707"/>
            </a:avLst>
          </a:prstGeom>
          <a:ln w="12700"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mock-server-http</a:t>
            </a:r>
            <a:r>
              <a:rPr lang="en-US" altLang="ko-KR" sz="1000"/>
              <a:t> </a:t>
            </a:r>
          </a:p>
          <a:p>
            <a:pPr algn="ctr"/>
            <a:r>
              <a:rPr lang="en-US" altLang="ko-KR" sz="1000"/>
              <a:t>Service</a:t>
            </a:r>
            <a:endParaRPr lang="ko-KR" altLang="en-US" sz="1000"/>
          </a:p>
        </p:txBody>
      </p:sp>
      <p:sp>
        <p:nvSpPr>
          <p:cNvPr id="3" name="사각형: 둥근 모서리 29">
            <a:extLst>
              <a:ext uri="{FF2B5EF4-FFF2-40B4-BE49-F238E27FC236}">
                <a16:creationId xmlns:a16="http://schemas.microsoft.com/office/drawing/2014/main" id="{7D1C98E8-6733-F5EB-371F-CE8E7751BDC9}"/>
              </a:ext>
            </a:extLst>
          </p:cNvPr>
          <p:cNvSpPr/>
          <p:nvPr/>
        </p:nvSpPr>
        <p:spPr>
          <a:xfrm>
            <a:off x="3027275" y="2216637"/>
            <a:ext cx="1325312" cy="525929"/>
          </a:xfrm>
          <a:prstGeom prst="roundRect">
            <a:avLst>
              <a:gd name="adj" fmla="val 11707"/>
            </a:avLst>
          </a:prstGeom>
          <a:ln w="12700"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mock-server-http</a:t>
            </a:r>
          </a:p>
          <a:p>
            <a:pPr algn="ctr"/>
            <a:r>
              <a:rPr lang="en-US" altLang="ko-KR" sz="1000"/>
              <a:t>DestinationRule</a:t>
            </a:r>
            <a:endParaRPr lang="ko-KR" altLang="en-US" sz="1000"/>
          </a:p>
        </p:txBody>
      </p:sp>
      <p:sp>
        <p:nvSpPr>
          <p:cNvPr id="9" name="사각형: 둥근 모서리 29">
            <a:extLst>
              <a:ext uri="{FF2B5EF4-FFF2-40B4-BE49-F238E27FC236}">
                <a16:creationId xmlns:a16="http://schemas.microsoft.com/office/drawing/2014/main" id="{7E07A315-AEF4-6B27-5C04-08FD8946E078}"/>
              </a:ext>
            </a:extLst>
          </p:cNvPr>
          <p:cNvSpPr/>
          <p:nvPr/>
        </p:nvSpPr>
        <p:spPr>
          <a:xfrm>
            <a:off x="3027275" y="1517458"/>
            <a:ext cx="1325312" cy="525929"/>
          </a:xfrm>
          <a:prstGeom prst="roundRect">
            <a:avLst>
              <a:gd name="adj" fmla="val 11707"/>
            </a:avLst>
          </a:prstGeom>
          <a:ln w="12700"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mock-server-http</a:t>
            </a:r>
          </a:p>
          <a:p>
            <a:pPr algn="ctr"/>
            <a:r>
              <a:rPr lang="en-US" altLang="ko-KR" sz="1000"/>
              <a:t>VirtualService</a:t>
            </a:r>
            <a:endParaRPr lang="ko-KR" altLang="en-US" sz="1000"/>
          </a:p>
        </p:txBody>
      </p:sp>
      <p:cxnSp>
        <p:nvCxnSpPr>
          <p:cNvPr id="11" name="Elbow Connector 80">
            <a:extLst>
              <a:ext uri="{FF2B5EF4-FFF2-40B4-BE49-F238E27FC236}">
                <a16:creationId xmlns:a16="http://schemas.microsoft.com/office/drawing/2014/main" id="{ED7AA9CF-F5CC-D569-8DCF-FFF979F628D1}"/>
              </a:ext>
            </a:extLst>
          </p:cNvPr>
          <p:cNvCxnSpPr>
            <a:cxnSpLocks/>
            <a:stCxn id="75" idx="0"/>
            <a:endCxn id="9" idx="0"/>
          </p:cNvCxnSpPr>
          <p:nvPr/>
        </p:nvCxnSpPr>
        <p:spPr>
          <a:xfrm rot="5400000" flipH="1" flipV="1">
            <a:off x="2588846" y="1031270"/>
            <a:ext cx="614896" cy="1587273"/>
          </a:xfrm>
          <a:prstGeom prst="bentConnector3">
            <a:avLst>
              <a:gd name="adj1" fmla="val 13717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81">
            <a:extLst>
              <a:ext uri="{FF2B5EF4-FFF2-40B4-BE49-F238E27FC236}">
                <a16:creationId xmlns:a16="http://schemas.microsoft.com/office/drawing/2014/main" id="{65255914-9ADC-59FF-BBC2-742A57E33CAC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>
            <a:off x="3689931" y="2742566"/>
            <a:ext cx="1" cy="180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81">
            <a:extLst>
              <a:ext uri="{FF2B5EF4-FFF2-40B4-BE49-F238E27FC236}">
                <a16:creationId xmlns:a16="http://schemas.microsoft.com/office/drawing/2014/main" id="{F555840B-8DB0-18F2-7767-45E7F6C2DB47}"/>
              </a:ext>
            </a:extLst>
          </p:cNvPr>
          <p:cNvCxnSpPr>
            <a:cxnSpLocks/>
            <a:stCxn id="19" idx="2"/>
            <a:endCxn id="17" idx="0"/>
          </p:cNvCxnSpPr>
          <p:nvPr/>
        </p:nvCxnSpPr>
        <p:spPr>
          <a:xfrm>
            <a:off x="5390759" y="2037546"/>
            <a:ext cx="0" cy="173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29">
            <a:extLst>
              <a:ext uri="{FF2B5EF4-FFF2-40B4-BE49-F238E27FC236}">
                <a16:creationId xmlns:a16="http://schemas.microsoft.com/office/drawing/2014/main" id="{53B1D163-A163-3956-6C4F-4573E6817193}"/>
              </a:ext>
            </a:extLst>
          </p:cNvPr>
          <p:cNvSpPr/>
          <p:nvPr/>
        </p:nvSpPr>
        <p:spPr>
          <a:xfrm>
            <a:off x="4728104" y="2917374"/>
            <a:ext cx="1325312" cy="525929"/>
          </a:xfrm>
          <a:prstGeom prst="roundRect">
            <a:avLst>
              <a:gd name="adj" fmla="val 11707"/>
            </a:avLst>
          </a:prstGeom>
          <a:ln w="12700"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mock-server-grpc</a:t>
            </a:r>
            <a:r>
              <a:rPr lang="en-US" altLang="ko-KR" sz="1000"/>
              <a:t> </a:t>
            </a:r>
          </a:p>
          <a:p>
            <a:pPr algn="ctr"/>
            <a:r>
              <a:rPr lang="en-US" altLang="ko-KR" sz="1000"/>
              <a:t>Service</a:t>
            </a:r>
            <a:endParaRPr lang="ko-KR" altLang="en-US" sz="1000"/>
          </a:p>
        </p:txBody>
      </p:sp>
      <p:sp>
        <p:nvSpPr>
          <p:cNvPr id="17" name="사각형: 둥근 모서리 29">
            <a:extLst>
              <a:ext uri="{FF2B5EF4-FFF2-40B4-BE49-F238E27FC236}">
                <a16:creationId xmlns:a16="http://schemas.microsoft.com/office/drawing/2014/main" id="{CBB26C07-679A-BBD4-AEE6-2408DD0FEF38}"/>
              </a:ext>
            </a:extLst>
          </p:cNvPr>
          <p:cNvSpPr/>
          <p:nvPr/>
        </p:nvSpPr>
        <p:spPr>
          <a:xfrm>
            <a:off x="4728103" y="2210796"/>
            <a:ext cx="1325312" cy="525929"/>
          </a:xfrm>
          <a:prstGeom prst="roundRect">
            <a:avLst>
              <a:gd name="adj" fmla="val 11707"/>
            </a:avLst>
          </a:prstGeom>
          <a:ln w="12700"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mock-server-grpc</a:t>
            </a:r>
          </a:p>
          <a:p>
            <a:pPr algn="ctr"/>
            <a:r>
              <a:rPr lang="en-US" altLang="ko-KR" sz="1000"/>
              <a:t>DestinationRule</a:t>
            </a:r>
            <a:endParaRPr lang="ko-KR" altLang="en-US" sz="1000"/>
          </a:p>
        </p:txBody>
      </p:sp>
      <p:sp>
        <p:nvSpPr>
          <p:cNvPr id="19" name="사각형: 둥근 모서리 29">
            <a:extLst>
              <a:ext uri="{FF2B5EF4-FFF2-40B4-BE49-F238E27FC236}">
                <a16:creationId xmlns:a16="http://schemas.microsoft.com/office/drawing/2014/main" id="{9658EA15-C115-D046-BC01-CE361FF2FF39}"/>
              </a:ext>
            </a:extLst>
          </p:cNvPr>
          <p:cNvSpPr/>
          <p:nvPr/>
        </p:nvSpPr>
        <p:spPr>
          <a:xfrm>
            <a:off x="4728103" y="1511617"/>
            <a:ext cx="1325312" cy="525929"/>
          </a:xfrm>
          <a:prstGeom prst="roundRect">
            <a:avLst>
              <a:gd name="adj" fmla="val 11707"/>
            </a:avLst>
          </a:prstGeom>
          <a:ln w="12700"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mock-server-grpc</a:t>
            </a:r>
          </a:p>
          <a:p>
            <a:pPr algn="ctr"/>
            <a:r>
              <a:rPr lang="en-US" altLang="ko-KR" sz="1000"/>
              <a:t>VirtualService</a:t>
            </a:r>
            <a:endParaRPr lang="ko-KR" altLang="en-US" sz="1000"/>
          </a:p>
        </p:txBody>
      </p:sp>
      <p:cxnSp>
        <p:nvCxnSpPr>
          <p:cNvPr id="20" name="Straight Arrow Connector 81">
            <a:extLst>
              <a:ext uri="{FF2B5EF4-FFF2-40B4-BE49-F238E27FC236}">
                <a16:creationId xmlns:a16="http://schemas.microsoft.com/office/drawing/2014/main" id="{856D5F42-B52F-BC51-10EE-B7553B484597}"/>
              </a:ext>
            </a:extLst>
          </p:cNvPr>
          <p:cNvCxnSpPr>
            <a:cxnSpLocks/>
            <a:stCxn id="17" idx="2"/>
            <a:endCxn id="16" idx="0"/>
          </p:cNvCxnSpPr>
          <p:nvPr/>
        </p:nvCxnSpPr>
        <p:spPr>
          <a:xfrm>
            <a:off x="5390759" y="2736725"/>
            <a:ext cx="1" cy="180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80">
            <a:extLst>
              <a:ext uri="{FF2B5EF4-FFF2-40B4-BE49-F238E27FC236}">
                <a16:creationId xmlns:a16="http://schemas.microsoft.com/office/drawing/2014/main" id="{F6ED1B92-CF70-F61F-D1A0-24AD995DB76F}"/>
              </a:ext>
            </a:extLst>
          </p:cNvPr>
          <p:cNvCxnSpPr>
            <a:cxnSpLocks/>
            <a:stCxn id="75" idx="0"/>
            <a:endCxn id="19" idx="0"/>
          </p:cNvCxnSpPr>
          <p:nvPr/>
        </p:nvCxnSpPr>
        <p:spPr>
          <a:xfrm rot="5400000" flipH="1" flipV="1">
            <a:off x="3436340" y="177936"/>
            <a:ext cx="620737" cy="3288101"/>
          </a:xfrm>
          <a:prstGeom prst="bentConnector3">
            <a:avLst>
              <a:gd name="adj1" fmla="val 13682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사각형: 둥근 모서리 29">
            <a:extLst>
              <a:ext uri="{FF2B5EF4-FFF2-40B4-BE49-F238E27FC236}">
                <a16:creationId xmlns:a16="http://schemas.microsoft.com/office/drawing/2014/main" id="{5AF144A9-D6DF-7770-D4F5-17B2DF531D48}"/>
              </a:ext>
            </a:extLst>
          </p:cNvPr>
          <p:cNvSpPr/>
          <p:nvPr/>
        </p:nvSpPr>
        <p:spPr>
          <a:xfrm>
            <a:off x="1657017" y="2132354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78" name="사각형: 둥근 모서리 29">
            <a:extLst>
              <a:ext uri="{FF2B5EF4-FFF2-40B4-BE49-F238E27FC236}">
                <a16:creationId xmlns:a16="http://schemas.microsoft.com/office/drawing/2014/main" id="{22638D79-CACB-922D-56CA-AA594E5EB7A5}"/>
              </a:ext>
            </a:extLst>
          </p:cNvPr>
          <p:cNvSpPr/>
          <p:nvPr/>
        </p:nvSpPr>
        <p:spPr>
          <a:xfrm>
            <a:off x="367780" y="2132354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95" name="Straight Arrow Connector 81">
            <a:extLst>
              <a:ext uri="{FF2B5EF4-FFF2-40B4-BE49-F238E27FC236}">
                <a16:creationId xmlns:a16="http://schemas.microsoft.com/office/drawing/2014/main" id="{0A24C366-F812-7FE1-6A10-9569FD8DA77D}"/>
              </a:ext>
            </a:extLst>
          </p:cNvPr>
          <p:cNvCxnSpPr>
            <a:cxnSpLocks/>
            <a:stCxn id="78" idx="3"/>
            <a:endCxn id="75" idx="1"/>
          </p:cNvCxnSpPr>
          <p:nvPr/>
        </p:nvCxnSpPr>
        <p:spPr>
          <a:xfrm>
            <a:off x="1357237" y="2352052"/>
            <a:ext cx="2997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사각형: 둥근 모서리 29">
            <a:extLst>
              <a:ext uri="{FF2B5EF4-FFF2-40B4-BE49-F238E27FC236}">
                <a16:creationId xmlns:a16="http://schemas.microsoft.com/office/drawing/2014/main" id="{426153DF-4581-7616-0CF0-1E6ED427FAA8}"/>
              </a:ext>
            </a:extLst>
          </p:cNvPr>
          <p:cNvSpPr/>
          <p:nvPr/>
        </p:nvSpPr>
        <p:spPr>
          <a:xfrm>
            <a:off x="6352093" y="1938094"/>
            <a:ext cx="2551069" cy="1267312"/>
          </a:xfrm>
          <a:prstGeom prst="roundRect">
            <a:avLst>
              <a:gd name="adj" fmla="val 602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 </a:t>
            </a:r>
          </a:p>
          <a:p>
            <a:pPr algn="ctr"/>
            <a:r>
              <a:rPr lang="en-US" altLang="ko-KR" sz="1000"/>
              <a:t>Worker Node</a:t>
            </a:r>
            <a:endParaRPr lang="ko-KR" altLang="en-US" sz="1000"/>
          </a:p>
        </p:txBody>
      </p:sp>
      <p:sp>
        <p:nvSpPr>
          <p:cNvPr id="101" name="사각형: 둥근 모서리 29">
            <a:extLst>
              <a:ext uri="{FF2B5EF4-FFF2-40B4-BE49-F238E27FC236}">
                <a16:creationId xmlns:a16="http://schemas.microsoft.com/office/drawing/2014/main" id="{287FDFA1-A474-A85C-35DD-77CAB13453C3}"/>
              </a:ext>
            </a:extLst>
          </p:cNvPr>
          <p:cNvSpPr/>
          <p:nvPr/>
        </p:nvSpPr>
        <p:spPr>
          <a:xfrm>
            <a:off x="6442602" y="2037546"/>
            <a:ext cx="2372526" cy="888200"/>
          </a:xfrm>
          <a:prstGeom prst="roundRect">
            <a:avLst>
              <a:gd name="adj" fmla="val 1012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mock-server </a:t>
            </a:r>
            <a:r>
              <a:rPr lang="en-US" altLang="ko-KR" sz="1000"/>
              <a:t>Pod</a:t>
            </a:r>
          </a:p>
        </p:txBody>
      </p:sp>
      <p:cxnSp>
        <p:nvCxnSpPr>
          <p:cNvPr id="105" name="Elbow Connector 80">
            <a:extLst>
              <a:ext uri="{FF2B5EF4-FFF2-40B4-BE49-F238E27FC236}">
                <a16:creationId xmlns:a16="http://schemas.microsoft.com/office/drawing/2014/main" id="{71E748AA-F0EE-5F37-E5F2-5BE0F8261349}"/>
              </a:ext>
            </a:extLst>
          </p:cNvPr>
          <p:cNvCxnSpPr>
            <a:cxnSpLocks/>
            <a:stCxn id="16" idx="2"/>
            <a:endCxn id="113" idx="2"/>
          </p:cNvCxnSpPr>
          <p:nvPr/>
        </p:nvCxnSpPr>
        <p:spPr>
          <a:xfrm rot="5400000" flipH="1" flipV="1">
            <a:off x="5752604" y="2209906"/>
            <a:ext cx="871553" cy="1595242"/>
          </a:xfrm>
          <a:prstGeom prst="bentConnector3">
            <a:avLst>
              <a:gd name="adj1" fmla="val -2622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사각형: 둥근 모서리 29">
            <a:extLst>
              <a:ext uri="{FF2B5EF4-FFF2-40B4-BE49-F238E27FC236}">
                <a16:creationId xmlns:a16="http://schemas.microsoft.com/office/drawing/2014/main" id="{A5315546-D51A-A61E-2276-827A9CF41C09}"/>
              </a:ext>
            </a:extLst>
          </p:cNvPr>
          <p:cNvSpPr/>
          <p:nvPr/>
        </p:nvSpPr>
        <p:spPr>
          <a:xfrm>
            <a:off x="7731423" y="2132354"/>
            <a:ext cx="989457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sp>
        <p:nvSpPr>
          <p:cNvPr id="113" name="사각형: 둥근 모서리 29">
            <a:extLst>
              <a:ext uri="{FF2B5EF4-FFF2-40B4-BE49-F238E27FC236}">
                <a16:creationId xmlns:a16="http://schemas.microsoft.com/office/drawing/2014/main" id="{8986F231-6AB7-4458-6849-38C3D221D0BC}"/>
              </a:ext>
            </a:extLst>
          </p:cNvPr>
          <p:cNvSpPr/>
          <p:nvPr/>
        </p:nvSpPr>
        <p:spPr>
          <a:xfrm>
            <a:off x="6540361" y="2132354"/>
            <a:ext cx="891282" cy="439396"/>
          </a:xfrm>
          <a:prstGeom prst="roundRect">
            <a:avLst>
              <a:gd name="adj" fmla="val 1452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istio-proxy</a:t>
            </a:r>
          </a:p>
          <a:p>
            <a:pPr algn="ctr"/>
            <a:r>
              <a:rPr lang="en-US" altLang="ko-KR" sz="1000"/>
              <a:t>Container</a:t>
            </a:r>
          </a:p>
        </p:txBody>
      </p:sp>
      <p:cxnSp>
        <p:nvCxnSpPr>
          <p:cNvPr id="115" name="Elbow Connector 80">
            <a:extLst>
              <a:ext uri="{FF2B5EF4-FFF2-40B4-BE49-F238E27FC236}">
                <a16:creationId xmlns:a16="http://schemas.microsoft.com/office/drawing/2014/main" id="{905FCA48-E7F9-1498-4E07-8B26DBFFA486}"/>
              </a:ext>
            </a:extLst>
          </p:cNvPr>
          <p:cNvCxnSpPr>
            <a:cxnSpLocks/>
            <a:stCxn id="2" idx="2"/>
            <a:endCxn id="113" idx="2"/>
          </p:cNvCxnSpPr>
          <p:nvPr/>
        </p:nvCxnSpPr>
        <p:spPr>
          <a:xfrm rot="5400000" flipH="1" flipV="1">
            <a:off x="4899270" y="1362412"/>
            <a:ext cx="877394" cy="3296070"/>
          </a:xfrm>
          <a:prstGeom prst="bentConnector3">
            <a:avLst>
              <a:gd name="adj1" fmla="val -2605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81">
            <a:extLst>
              <a:ext uri="{FF2B5EF4-FFF2-40B4-BE49-F238E27FC236}">
                <a16:creationId xmlns:a16="http://schemas.microsoft.com/office/drawing/2014/main" id="{85934D11-0BEB-44EC-5F95-50D994482308}"/>
              </a:ext>
            </a:extLst>
          </p:cNvPr>
          <p:cNvCxnSpPr>
            <a:cxnSpLocks/>
            <a:stCxn id="113" idx="3"/>
            <a:endCxn id="112" idx="1"/>
          </p:cNvCxnSpPr>
          <p:nvPr/>
        </p:nvCxnSpPr>
        <p:spPr>
          <a:xfrm>
            <a:off x="7431643" y="2352052"/>
            <a:ext cx="2997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8815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BCAE2-C219-280C-B18B-5792963E4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9826F6-CAD4-96B9-4D3A-235FC7CEE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B2D437-E790-3E9B-BE82-EDE6EB743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0865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4170B-3EF0-4005-1219-0D589B3AA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29">
            <a:extLst>
              <a:ext uri="{FF2B5EF4-FFF2-40B4-BE49-F238E27FC236}">
                <a16:creationId xmlns:a16="http://schemas.microsoft.com/office/drawing/2014/main" id="{978518AD-E17E-2D88-74B6-D5ADC210ED45}"/>
              </a:ext>
            </a:extLst>
          </p:cNvPr>
          <p:cNvSpPr/>
          <p:nvPr/>
        </p:nvSpPr>
        <p:spPr>
          <a:xfrm>
            <a:off x="1763688" y="411510"/>
            <a:ext cx="1164765" cy="657290"/>
          </a:xfrm>
          <a:prstGeom prst="roundRect">
            <a:avLst>
              <a:gd name="adj" fmla="val 173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Pod</a:t>
            </a:r>
            <a:endParaRPr lang="ko-KR" altLang="en-US" sz="1000"/>
          </a:p>
        </p:txBody>
      </p:sp>
      <p:sp>
        <p:nvSpPr>
          <p:cNvPr id="5" name="사각형: 둥근 모서리 29">
            <a:extLst>
              <a:ext uri="{FF2B5EF4-FFF2-40B4-BE49-F238E27FC236}">
                <a16:creationId xmlns:a16="http://schemas.microsoft.com/office/drawing/2014/main" id="{1C24A9C2-DA18-68F0-71AF-D8F445B40B6D}"/>
              </a:ext>
            </a:extLst>
          </p:cNvPr>
          <p:cNvSpPr/>
          <p:nvPr/>
        </p:nvSpPr>
        <p:spPr>
          <a:xfrm>
            <a:off x="5724128" y="411510"/>
            <a:ext cx="1164765" cy="657290"/>
          </a:xfrm>
          <a:prstGeom prst="roundRect">
            <a:avLst>
              <a:gd name="adj" fmla="val 173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Pod</a:t>
            </a:r>
            <a:endParaRPr lang="ko-KR" altLang="en-US" sz="1000"/>
          </a:p>
        </p:txBody>
      </p:sp>
      <p:cxnSp>
        <p:nvCxnSpPr>
          <p:cNvPr id="8" name="Straight Arrow Connector 81">
            <a:extLst>
              <a:ext uri="{FF2B5EF4-FFF2-40B4-BE49-F238E27FC236}">
                <a16:creationId xmlns:a16="http://schemas.microsoft.com/office/drawing/2014/main" id="{D8F7689B-9749-EF22-886E-8645EDE43E08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306511" y="1068800"/>
            <a:ext cx="0" cy="337515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55E87322-5E7C-7993-E794-B06A78EBB691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346071" y="1068800"/>
            <a:ext cx="0" cy="337515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81">
            <a:extLst>
              <a:ext uri="{FF2B5EF4-FFF2-40B4-BE49-F238E27FC236}">
                <a16:creationId xmlns:a16="http://schemas.microsoft.com/office/drawing/2014/main" id="{919A54BE-CA91-3232-6BA1-94273CA3B6F3}"/>
              </a:ext>
            </a:extLst>
          </p:cNvPr>
          <p:cNvCxnSpPr>
            <a:cxnSpLocks/>
          </p:cNvCxnSpPr>
          <p:nvPr/>
        </p:nvCxnSpPr>
        <p:spPr>
          <a:xfrm>
            <a:off x="2346071" y="1203596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4E2AE9B-5D64-B540-1FC5-D69BDEBD940F}"/>
              </a:ext>
            </a:extLst>
          </p:cNvPr>
          <p:cNvSpPr txBox="1"/>
          <p:nvPr/>
        </p:nvSpPr>
        <p:spPr>
          <a:xfrm>
            <a:off x="2928454" y="95737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mock-server:8080/status/200</a:t>
            </a:r>
            <a:endParaRPr kumimoji="1" lang="ko-KR" altLang="en-US" sz="1000" i="1"/>
          </a:p>
        </p:txBody>
      </p:sp>
      <p:cxnSp>
        <p:nvCxnSpPr>
          <p:cNvPr id="23" name="Straight Arrow Connector 81">
            <a:extLst>
              <a:ext uri="{FF2B5EF4-FFF2-40B4-BE49-F238E27FC236}">
                <a16:creationId xmlns:a16="http://schemas.microsoft.com/office/drawing/2014/main" id="{9228B211-E67B-8273-78A8-F7B761517D31}"/>
              </a:ext>
            </a:extLst>
          </p:cNvPr>
          <p:cNvCxnSpPr>
            <a:cxnSpLocks/>
          </p:cNvCxnSpPr>
          <p:nvPr/>
        </p:nvCxnSpPr>
        <p:spPr>
          <a:xfrm>
            <a:off x="2346071" y="1275606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868CEEB-76D6-54E6-C9AC-4744800246A6}"/>
              </a:ext>
            </a:extLst>
          </p:cNvPr>
          <p:cNvSpPr txBox="1"/>
          <p:nvPr/>
        </p:nvSpPr>
        <p:spPr>
          <a:xfrm>
            <a:off x="2928454" y="127560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200 OK</a:t>
            </a:r>
            <a:endParaRPr kumimoji="1"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3267282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56635-3832-C276-1838-0F309C04D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29">
            <a:extLst>
              <a:ext uri="{FF2B5EF4-FFF2-40B4-BE49-F238E27FC236}">
                <a16:creationId xmlns:a16="http://schemas.microsoft.com/office/drawing/2014/main" id="{AD2FE382-FA3A-0C22-EC4F-395267900D9D}"/>
              </a:ext>
            </a:extLst>
          </p:cNvPr>
          <p:cNvSpPr/>
          <p:nvPr/>
        </p:nvSpPr>
        <p:spPr>
          <a:xfrm>
            <a:off x="1763688" y="411510"/>
            <a:ext cx="1164765" cy="657290"/>
          </a:xfrm>
          <a:prstGeom prst="roundRect">
            <a:avLst>
              <a:gd name="adj" fmla="val 173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Pod</a:t>
            </a:r>
            <a:endParaRPr lang="ko-KR" altLang="en-US" sz="1000"/>
          </a:p>
        </p:txBody>
      </p:sp>
      <p:sp>
        <p:nvSpPr>
          <p:cNvPr id="5" name="사각형: 둥근 모서리 29">
            <a:extLst>
              <a:ext uri="{FF2B5EF4-FFF2-40B4-BE49-F238E27FC236}">
                <a16:creationId xmlns:a16="http://schemas.microsoft.com/office/drawing/2014/main" id="{C4F1F9D3-6910-F956-C082-3B87EBB2724C}"/>
              </a:ext>
            </a:extLst>
          </p:cNvPr>
          <p:cNvSpPr/>
          <p:nvPr/>
        </p:nvSpPr>
        <p:spPr>
          <a:xfrm>
            <a:off x="5724128" y="411510"/>
            <a:ext cx="1164765" cy="657290"/>
          </a:xfrm>
          <a:prstGeom prst="roundRect">
            <a:avLst>
              <a:gd name="adj" fmla="val 173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Pod</a:t>
            </a:r>
            <a:endParaRPr lang="ko-KR" altLang="en-US" sz="1000"/>
          </a:p>
        </p:txBody>
      </p:sp>
      <p:cxnSp>
        <p:nvCxnSpPr>
          <p:cNvPr id="8" name="Straight Arrow Connector 81">
            <a:extLst>
              <a:ext uri="{FF2B5EF4-FFF2-40B4-BE49-F238E27FC236}">
                <a16:creationId xmlns:a16="http://schemas.microsoft.com/office/drawing/2014/main" id="{D8E2D78F-46DB-3A48-03ED-036F0069B122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306511" y="1068800"/>
            <a:ext cx="0" cy="337515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6CF797F6-085F-8F60-FFA3-A11476654AC6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346071" y="1068800"/>
            <a:ext cx="0" cy="337515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81">
            <a:extLst>
              <a:ext uri="{FF2B5EF4-FFF2-40B4-BE49-F238E27FC236}">
                <a16:creationId xmlns:a16="http://schemas.microsoft.com/office/drawing/2014/main" id="{2FDD720A-1F7A-156B-F090-295D2CF7EF54}"/>
              </a:ext>
            </a:extLst>
          </p:cNvPr>
          <p:cNvCxnSpPr>
            <a:cxnSpLocks/>
          </p:cNvCxnSpPr>
          <p:nvPr/>
        </p:nvCxnSpPr>
        <p:spPr>
          <a:xfrm>
            <a:off x="2346071" y="1203596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25E2887-5B32-A3B0-3661-D8A4104A7356}"/>
              </a:ext>
            </a:extLst>
          </p:cNvPr>
          <p:cNvSpPr txBox="1"/>
          <p:nvPr/>
        </p:nvSpPr>
        <p:spPr>
          <a:xfrm>
            <a:off x="2928454" y="95737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mock-server:8080/status/503</a:t>
            </a:r>
            <a:endParaRPr kumimoji="1" lang="ko-KR" altLang="en-US" sz="1000" i="1"/>
          </a:p>
        </p:txBody>
      </p:sp>
      <p:cxnSp>
        <p:nvCxnSpPr>
          <p:cNvPr id="23" name="Straight Arrow Connector 81">
            <a:extLst>
              <a:ext uri="{FF2B5EF4-FFF2-40B4-BE49-F238E27FC236}">
                <a16:creationId xmlns:a16="http://schemas.microsoft.com/office/drawing/2014/main" id="{787C5812-7DEA-262E-AA79-587FDB7FD65D}"/>
              </a:ext>
            </a:extLst>
          </p:cNvPr>
          <p:cNvCxnSpPr>
            <a:cxnSpLocks/>
          </p:cNvCxnSpPr>
          <p:nvPr/>
        </p:nvCxnSpPr>
        <p:spPr>
          <a:xfrm>
            <a:off x="2346071" y="1275606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B39243B-9FBA-3DED-F3B8-F36B5E150D12}"/>
              </a:ext>
            </a:extLst>
          </p:cNvPr>
          <p:cNvSpPr txBox="1"/>
          <p:nvPr/>
        </p:nvSpPr>
        <p:spPr>
          <a:xfrm>
            <a:off x="2928454" y="127560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503 Service Unavailable</a:t>
            </a:r>
            <a:endParaRPr kumimoji="1"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18594039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7744C-4F31-ACC6-9034-FCA148427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29">
            <a:extLst>
              <a:ext uri="{FF2B5EF4-FFF2-40B4-BE49-F238E27FC236}">
                <a16:creationId xmlns:a16="http://schemas.microsoft.com/office/drawing/2014/main" id="{C6E3B579-43FF-1F83-3E25-1994E3C9121E}"/>
              </a:ext>
            </a:extLst>
          </p:cNvPr>
          <p:cNvSpPr/>
          <p:nvPr/>
        </p:nvSpPr>
        <p:spPr>
          <a:xfrm>
            <a:off x="1763688" y="411510"/>
            <a:ext cx="1164765" cy="657290"/>
          </a:xfrm>
          <a:prstGeom prst="roundRect">
            <a:avLst>
              <a:gd name="adj" fmla="val 173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Pod</a:t>
            </a:r>
            <a:endParaRPr lang="ko-KR" altLang="en-US" sz="1000"/>
          </a:p>
        </p:txBody>
      </p:sp>
      <p:sp>
        <p:nvSpPr>
          <p:cNvPr id="5" name="사각형: 둥근 모서리 29">
            <a:extLst>
              <a:ext uri="{FF2B5EF4-FFF2-40B4-BE49-F238E27FC236}">
                <a16:creationId xmlns:a16="http://schemas.microsoft.com/office/drawing/2014/main" id="{1E1420F5-D1EE-7A1E-FE42-8300A4EE99EC}"/>
              </a:ext>
            </a:extLst>
          </p:cNvPr>
          <p:cNvSpPr/>
          <p:nvPr/>
        </p:nvSpPr>
        <p:spPr>
          <a:xfrm>
            <a:off x="5724128" y="411510"/>
            <a:ext cx="1164765" cy="657290"/>
          </a:xfrm>
          <a:prstGeom prst="roundRect">
            <a:avLst>
              <a:gd name="adj" fmla="val 173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Pod</a:t>
            </a:r>
            <a:endParaRPr lang="ko-KR" altLang="en-US" sz="1000"/>
          </a:p>
        </p:txBody>
      </p:sp>
      <p:cxnSp>
        <p:nvCxnSpPr>
          <p:cNvPr id="8" name="Straight Arrow Connector 81">
            <a:extLst>
              <a:ext uri="{FF2B5EF4-FFF2-40B4-BE49-F238E27FC236}">
                <a16:creationId xmlns:a16="http://schemas.microsoft.com/office/drawing/2014/main" id="{6D21DD75-893B-AB12-BA9A-3ABCB0221741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306511" y="1068800"/>
            <a:ext cx="0" cy="337515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1B0D2045-4044-F20A-E3C5-F9CB5F9F64F9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346071" y="1068800"/>
            <a:ext cx="0" cy="337515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81">
            <a:extLst>
              <a:ext uri="{FF2B5EF4-FFF2-40B4-BE49-F238E27FC236}">
                <a16:creationId xmlns:a16="http://schemas.microsoft.com/office/drawing/2014/main" id="{46D1088F-D4AA-08F1-FF07-C976E1C79683}"/>
              </a:ext>
            </a:extLst>
          </p:cNvPr>
          <p:cNvCxnSpPr>
            <a:cxnSpLocks/>
          </p:cNvCxnSpPr>
          <p:nvPr/>
        </p:nvCxnSpPr>
        <p:spPr>
          <a:xfrm>
            <a:off x="2346071" y="1203596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001786A-BD84-00BB-94A4-89CAA6911164}"/>
              </a:ext>
            </a:extLst>
          </p:cNvPr>
          <p:cNvSpPr txBox="1"/>
          <p:nvPr/>
        </p:nvSpPr>
        <p:spPr>
          <a:xfrm>
            <a:off x="2928454" y="95737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mock-server:8080/delay/10000</a:t>
            </a:r>
            <a:endParaRPr kumimoji="1" lang="ko-KR" altLang="en-US" sz="1000" i="1"/>
          </a:p>
        </p:txBody>
      </p:sp>
      <p:cxnSp>
        <p:nvCxnSpPr>
          <p:cNvPr id="23" name="Straight Arrow Connector 81">
            <a:extLst>
              <a:ext uri="{FF2B5EF4-FFF2-40B4-BE49-F238E27FC236}">
                <a16:creationId xmlns:a16="http://schemas.microsoft.com/office/drawing/2014/main" id="{6A75BD21-359D-F1D7-304B-3840858399BC}"/>
              </a:ext>
            </a:extLst>
          </p:cNvPr>
          <p:cNvCxnSpPr>
            <a:cxnSpLocks/>
          </p:cNvCxnSpPr>
          <p:nvPr/>
        </p:nvCxnSpPr>
        <p:spPr>
          <a:xfrm>
            <a:off x="2346071" y="1626621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E110930-74F5-58E0-61FE-B3AD31E887A0}"/>
              </a:ext>
            </a:extLst>
          </p:cNvPr>
          <p:cNvSpPr txBox="1"/>
          <p:nvPr/>
        </p:nvSpPr>
        <p:spPr>
          <a:xfrm>
            <a:off x="2928454" y="1380400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16994185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7F7EE-E639-E25D-03B6-D772379C1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29">
            <a:extLst>
              <a:ext uri="{FF2B5EF4-FFF2-40B4-BE49-F238E27FC236}">
                <a16:creationId xmlns:a16="http://schemas.microsoft.com/office/drawing/2014/main" id="{F0C6EBDC-B32E-42ED-4484-4F64F05D5700}"/>
              </a:ext>
            </a:extLst>
          </p:cNvPr>
          <p:cNvSpPr/>
          <p:nvPr/>
        </p:nvSpPr>
        <p:spPr>
          <a:xfrm>
            <a:off x="1763688" y="411510"/>
            <a:ext cx="1164765" cy="657290"/>
          </a:xfrm>
          <a:prstGeom prst="roundRect">
            <a:avLst>
              <a:gd name="adj" fmla="val 173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Pod</a:t>
            </a:r>
            <a:endParaRPr lang="ko-KR" altLang="en-US" sz="1000"/>
          </a:p>
        </p:txBody>
      </p:sp>
      <p:sp>
        <p:nvSpPr>
          <p:cNvPr id="5" name="사각형: 둥근 모서리 29">
            <a:extLst>
              <a:ext uri="{FF2B5EF4-FFF2-40B4-BE49-F238E27FC236}">
                <a16:creationId xmlns:a16="http://schemas.microsoft.com/office/drawing/2014/main" id="{741B2862-1B60-3BCB-B7E3-AC2A483E6FEA}"/>
              </a:ext>
            </a:extLst>
          </p:cNvPr>
          <p:cNvSpPr/>
          <p:nvPr/>
        </p:nvSpPr>
        <p:spPr>
          <a:xfrm>
            <a:off x="5724128" y="411510"/>
            <a:ext cx="1164765" cy="657290"/>
          </a:xfrm>
          <a:prstGeom prst="roundRect">
            <a:avLst>
              <a:gd name="adj" fmla="val 173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Pod</a:t>
            </a:r>
            <a:endParaRPr lang="ko-KR" altLang="en-US" sz="1000"/>
          </a:p>
        </p:txBody>
      </p:sp>
      <p:cxnSp>
        <p:nvCxnSpPr>
          <p:cNvPr id="8" name="Straight Arrow Connector 81">
            <a:extLst>
              <a:ext uri="{FF2B5EF4-FFF2-40B4-BE49-F238E27FC236}">
                <a16:creationId xmlns:a16="http://schemas.microsoft.com/office/drawing/2014/main" id="{D393B28D-8E12-0C07-69F8-453B200F62BC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306511" y="1068800"/>
            <a:ext cx="0" cy="337515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B8238CF7-BBA0-EA2A-CE0E-02F839D757B6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346071" y="1068800"/>
            <a:ext cx="0" cy="337515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68294EE-2A94-43D7-F833-8B3D07CD1097}"/>
              </a:ext>
            </a:extLst>
          </p:cNvPr>
          <p:cNvSpPr txBox="1"/>
          <p:nvPr/>
        </p:nvSpPr>
        <p:spPr>
          <a:xfrm>
            <a:off x="2928454" y="95737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mock-server:8080/disconnect/1000</a:t>
            </a:r>
            <a:endParaRPr kumimoji="1" lang="ko-KR" altLang="en-US" sz="1000" i="1"/>
          </a:p>
        </p:txBody>
      </p:sp>
      <p:cxnSp>
        <p:nvCxnSpPr>
          <p:cNvPr id="17" name="Straight Arrow Connector 81">
            <a:extLst>
              <a:ext uri="{FF2B5EF4-FFF2-40B4-BE49-F238E27FC236}">
                <a16:creationId xmlns:a16="http://schemas.microsoft.com/office/drawing/2014/main" id="{34E2AE0A-F712-5075-3011-1E6DF2431D68}"/>
              </a:ext>
            </a:extLst>
          </p:cNvPr>
          <p:cNvCxnSpPr>
            <a:cxnSpLocks/>
          </p:cNvCxnSpPr>
          <p:nvPr/>
        </p:nvCxnSpPr>
        <p:spPr>
          <a:xfrm>
            <a:off x="2346071" y="1203596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81">
            <a:extLst>
              <a:ext uri="{FF2B5EF4-FFF2-40B4-BE49-F238E27FC236}">
                <a16:creationId xmlns:a16="http://schemas.microsoft.com/office/drawing/2014/main" id="{80D2FA88-23C6-D981-A05C-4A3F1FABB34C}"/>
              </a:ext>
            </a:extLst>
          </p:cNvPr>
          <p:cNvCxnSpPr>
            <a:cxnSpLocks/>
          </p:cNvCxnSpPr>
          <p:nvPr/>
        </p:nvCxnSpPr>
        <p:spPr>
          <a:xfrm>
            <a:off x="2346071" y="1626621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0D8AB0E-3E42-6AA4-94B6-0F540C9AF460}"/>
              </a:ext>
            </a:extLst>
          </p:cNvPr>
          <p:cNvSpPr txBox="1"/>
          <p:nvPr/>
        </p:nvSpPr>
        <p:spPr>
          <a:xfrm>
            <a:off x="2928454" y="1380400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  <p:sp>
        <p:nvSpPr>
          <p:cNvPr id="9" name="호 8">
            <a:extLst>
              <a:ext uri="{FF2B5EF4-FFF2-40B4-BE49-F238E27FC236}">
                <a16:creationId xmlns:a16="http://schemas.microsoft.com/office/drawing/2014/main" id="{69813E42-F0B7-01E1-A58B-4BF78003269D}"/>
              </a:ext>
            </a:extLst>
          </p:cNvPr>
          <p:cNvSpPr/>
          <p:nvPr/>
        </p:nvSpPr>
        <p:spPr>
          <a:xfrm>
            <a:off x="6168328" y="1199085"/>
            <a:ext cx="276365" cy="423019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9E8342-A7B8-0DD1-A5C5-6BBC3E4597D1}"/>
              </a:ext>
            </a:extLst>
          </p:cNvPr>
          <p:cNvSpPr txBox="1"/>
          <p:nvPr/>
        </p:nvSpPr>
        <p:spPr>
          <a:xfrm>
            <a:off x="6337278" y="1287483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/>
              <a:t>1000ms</a:t>
            </a:r>
            <a:endParaRPr kumimoji="1"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22847337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FEFB3-B0E3-A751-2A11-E37C0EF49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29">
            <a:extLst>
              <a:ext uri="{FF2B5EF4-FFF2-40B4-BE49-F238E27FC236}">
                <a16:creationId xmlns:a16="http://schemas.microsoft.com/office/drawing/2014/main" id="{318A68AB-3960-B94A-A510-D9D287498672}"/>
              </a:ext>
            </a:extLst>
          </p:cNvPr>
          <p:cNvSpPr/>
          <p:nvPr/>
        </p:nvSpPr>
        <p:spPr>
          <a:xfrm>
            <a:off x="1763688" y="411510"/>
            <a:ext cx="1164765" cy="657290"/>
          </a:xfrm>
          <a:prstGeom prst="roundRect">
            <a:avLst>
              <a:gd name="adj" fmla="val 173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Pod</a:t>
            </a:r>
            <a:endParaRPr lang="ko-KR" altLang="en-US" sz="1000"/>
          </a:p>
        </p:txBody>
      </p:sp>
      <p:sp>
        <p:nvSpPr>
          <p:cNvPr id="5" name="사각형: 둥근 모서리 29">
            <a:extLst>
              <a:ext uri="{FF2B5EF4-FFF2-40B4-BE49-F238E27FC236}">
                <a16:creationId xmlns:a16="http://schemas.microsoft.com/office/drawing/2014/main" id="{C8F00B08-DDBF-F48A-EAD9-EBF25501504A}"/>
              </a:ext>
            </a:extLst>
          </p:cNvPr>
          <p:cNvSpPr/>
          <p:nvPr/>
        </p:nvSpPr>
        <p:spPr>
          <a:xfrm>
            <a:off x="5724128" y="411510"/>
            <a:ext cx="1164765" cy="657290"/>
          </a:xfrm>
          <a:prstGeom prst="roundRect">
            <a:avLst>
              <a:gd name="adj" fmla="val 173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Pod</a:t>
            </a:r>
            <a:endParaRPr lang="ko-KR" altLang="en-US" sz="1000"/>
          </a:p>
        </p:txBody>
      </p:sp>
      <p:cxnSp>
        <p:nvCxnSpPr>
          <p:cNvPr id="8" name="Straight Arrow Connector 81">
            <a:extLst>
              <a:ext uri="{FF2B5EF4-FFF2-40B4-BE49-F238E27FC236}">
                <a16:creationId xmlns:a16="http://schemas.microsoft.com/office/drawing/2014/main" id="{0EE93234-570E-A794-E7D1-81851B21F5F9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306511" y="1068800"/>
            <a:ext cx="0" cy="337515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F612EB67-A39A-3E80-65B5-18978307EE42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346071" y="1068800"/>
            <a:ext cx="0" cy="337515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1ED0E87-BDC3-2034-6188-C2DAF60E108A}"/>
              </a:ext>
            </a:extLst>
          </p:cNvPr>
          <p:cNvSpPr txBox="1"/>
          <p:nvPr/>
        </p:nvSpPr>
        <p:spPr>
          <a:xfrm>
            <a:off x="2928454" y="95737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rgbClr val="C00000"/>
                </a:solidFill>
              </a:rPr>
              <a:t>GET </a:t>
            </a:r>
            <a:r>
              <a:rPr lang="en" altLang="ko-KR" sz="1000" i="1">
                <a:solidFill>
                  <a:srgbClr val="C00000"/>
                </a:solidFill>
              </a:rPr>
              <a:t>mock-server:8080/delay/5000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17" name="Straight Arrow Connector 81">
            <a:extLst>
              <a:ext uri="{FF2B5EF4-FFF2-40B4-BE49-F238E27FC236}">
                <a16:creationId xmlns:a16="http://schemas.microsoft.com/office/drawing/2014/main" id="{E2878DA3-D173-547D-5BB4-F8A2FDC1081A}"/>
              </a:ext>
            </a:extLst>
          </p:cNvPr>
          <p:cNvCxnSpPr>
            <a:cxnSpLocks/>
          </p:cNvCxnSpPr>
          <p:nvPr/>
        </p:nvCxnSpPr>
        <p:spPr>
          <a:xfrm>
            <a:off x="2346071" y="1203596"/>
            <a:ext cx="3960440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9F71F6D-0BF6-B26C-D762-2F9BC6037A8C}"/>
              </a:ext>
            </a:extLst>
          </p:cNvPr>
          <p:cNvSpPr txBox="1"/>
          <p:nvPr/>
        </p:nvSpPr>
        <p:spPr>
          <a:xfrm>
            <a:off x="2928454" y="120432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tx2"/>
                </a:solidFill>
              </a:rPr>
              <a:t>GET </a:t>
            </a:r>
            <a:r>
              <a:rPr lang="en" altLang="ko-KR" sz="1000" i="1">
                <a:solidFill>
                  <a:schemeClr val="tx2"/>
                </a:solidFill>
              </a:rPr>
              <a:t>mock-server:8080/delay/5000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cxnSp>
        <p:nvCxnSpPr>
          <p:cNvPr id="3" name="Straight Arrow Connector 81">
            <a:extLst>
              <a:ext uri="{FF2B5EF4-FFF2-40B4-BE49-F238E27FC236}">
                <a16:creationId xmlns:a16="http://schemas.microsoft.com/office/drawing/2014/main" id="{0E3F641F-D1FD-E10B-6D2B-D9D37736286C}"/>
              </a:ext>
            </a:extLst>
          </p:cNvPr>
          <p:cNvCxnSpPr>
            <a:cxnSpLocks/>
          </p:cNvCxnSpPr>
          <p:nvPr/>
        </p:nvCxnSpPr>
        <p:spPr>
          <a:xfrm>
            <a:off x="2346071" y="1347614"/>
            <a:ext cx="497737" cy="0"/>
          </a:xfrm>
          <a:prstGeom prst="straightConnector1">
            <a:avLst/>
          </a:prstGeom>
          <a:ln>
            <a:solidFill>
              <a:schemeClr val="accent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8397760-A08C-147D-82A3-3C7F44F74E65}"/>
              </a:ext>
            </a:extLst>
          </p:cNvPr>
          <p:cNvSpPr txBox="1"/>
          <p:nvPr/>
        </p:nvSpPr>
        <p:spPr>
          <a:xfrm>
            <a:off x="2928454" y="1443528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>
                <a:solidFill>
                  <a:schemeClr val="accent3"/>
                </a:solidFill>
              </a:rPr>
              <a:t>GET </a:t>
            </a:r>
            <a:r>
              <a:rPr lang="en" altLang="ko-KR" sz="1000" i="1">
                <a:solidFill>
                  <a:schemeClr val="accent3"/>
                </a:solidFill>
              </a:rPr>
              <a:t>mock-server:8080/delay/5000 </a:t>
            </a:r>
            <a:endParaRPr kumimoji="1" lang="ko-KR" altLang="en-US" sz="1000" i="1">
              <a:solidFill>
                <a:schemeClr val="accent3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1A8036-57D2-4019-F8B5-53842AFD7D1B}"/>
              </a:ext>
            </a:extLst>
          </p:cNvPr>
          <p:cNvSpPr txBox="1"/>
          <p:nvPr/>
        </p:nvSpPr>
        <p:spPr>
          <a:xfrm>
            <a:off x="2928453" y="2226447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rgbClr val="C00000"/>
                </a:solidFill>
              </a:rPr>
              <a:t>200 OK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cxnSp>
        <p:nvCxnSpPr>
          <p:cNvPr id="10" name="Straight Arrow Connector 81">
            <a:extLst>
              <a:ext uri="{FF2B5EF4-FFF2-40B4-BE49-F238E27FC236}">
                <a16:creationId xmlns:a16="http://schemas.microsoft.com/office/drawing/2014/main" id="{296273D4-FD23-898F-5C3B-C33579433863}"/>
              </a:ext>
            </a:extLst>
          </p:cNvPr>
          <p:cNvCxnSpPr>
            <a:cxnSpLocks/>
          </p:cNvCxnSpPr>
          <p:nvPr/>
        </p:nvCxnSpPr>
        <p:spPr>
          <a:xfrm>
            <a:off x="2346070" y="2472668"/>
            <a:ext cx="3960440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호 11">
            <a:extLst>
              <a:ext uri="{FF2B5EF4-FFF2-40B4-BE49-F238E27FC236}">
                <a16:creationId xmlns:a16="http://schemas.microsoft.com/office/drawing/2014/main" id="{66880876-CC88-B7D1-6105-0ABAA81BC87E}"/>
              </a:ext>
            </a:extLst>
          </p:cNvPr>
          <p:cNvSpPr/>
          <p:nvPr/>
        </p:nvSpPr>
        <p:spPr>
          <a:xfrm>
            <a:off x="6156180" y="1199085"/>
            <a:ext cx="288514" cy="1273554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B7A617-EFC0-4307-EB52-B7605F7F765C}"/>
              </a:ext>
            </a:extLst>
          </p:cNvPr>
          <p:cNvSpPr txBox="1"/>
          <p:nvPr/>
        </p:nvSpPr>
        <p:spPr>
          <a:xfrm>
            <a:off x="6337278" y="1712751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>
                <a:solidFill>
                  <a:srgbClr val="C00000"/>
                </a:solidFill>
              </a:rPr>
              <a:t>5000ms</a:t>
            </a:r>
            <a:endParaRPr kumimoji="1" lang="ko-KR" altLang="en-US" sz="1000" i="1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097D09-59D9-0C95-9814-60CDD0A4C79B}"/>
              </a:ext>
            </a:extLst>
          </p:cNvPr>
          <p:cNvSpPr txBox="1"/>
          <p:nvPr/>
        </p:nvSpPr>
        <p:spPr>
          <a:xfrm>
            <a:off x="2928453" y="3569531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>
                <a:solidFill>
                  <a:schemeClr val="tx2"/>
                </a:solidFill>
              </a:rPr>
              <a:t>200 OK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cxnSp>
        <p:nvCxnSpPr>
          <p:cNvPr id="15" name="Straight Arrow Connector 81">
            <a:extLst>
              <a:ext uri="{FF2B5EF4-FFF2-40B4-BE49-F238E27FC236}">
                <a16:creationId xmlns:a16="http://schemas.microsoft.com/office/drawing/2014/main" id="{27F88202-0C33-F5A4-0F18-29F5E8338517}"/>
              </a:ext>
            </a:extLst>
          </p:cNvPr>
          <p:cNvCxnSpPr>
            <a:cxnSpLocks/>
          </p:cNvCxnSpPr>
          <p:nvPr/>
        </p:nvCxnSpPr>
        <p:spPr>
          <a:xfrm>
            <a:off x="2346070" y="3815752"/>
            <a:ext cx="3960440" cy="0"/>
          </a:xfrm>
          <a:prstGeom prst="straightConnector1">
            <a:avLst/>
          </a:prstGeom>
          <a:ln>
            <a:solidFill>
              <a:schemeClr val="tx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80">
            <a:extLst>
              <a:ext uri="{FF2B5EF4-FFF2-40B4-BE49-F238E27FC236}">
                <a16:creationId xmlns:a16="http://schemas.microsoft.com/office/drawing/2014/main" id="{ED116C40-095F-9CE3-6D37-24A282BC7869}"/>
              </a:ext>
            </a:extLst>
          </p:cNvPr>
          <p:cNvCxnSpPr>
            <a:cxnSpLocks/>
          </p:cNvCxnSpPr>
          <p:nvPr/>
        </p:nvCxnSpPr>
        <p:spPr>
          <a:xfrm>
            <a:off x="2346070" y="1273066"/>
            <a:ext cx="3960440" cy="1269074"/>
          </a:xfrm>
          <a:prstGeom prst="bentConnector3">
            <a:avLst>
              <a:gd name="adj1" fmla="val 14405"/>
            </a:avLst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호 37">
            <a:extLst>
              <a:ext uri="{FF2B5EF4-FFF2-40B4-BE49-F238E27FC236}">
                <a16:creationId xmlns:a16="http://schemas.microsoft.com/office/drawing/2014/main" id="{5495A184-241B-9957-9618-1CCED2EE74BD}"/>
              </a:ext>
            </a:extLst>
          </p:cNvPr>
          <p:cNvSpPr/>
          <p:nvPr/>
        </p:nvSpPr>
        <p:spPr>
          <a:xfrm>
            <a:off x="6172154" y="2542139"/>
            <a:ext cx="288514" cy="1273554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4D81F9-D305-F95D-D852-A73D67B692EE}"/>
              </a:ext>
            </a:extLst>
          </p:cNvPr>
          <p:cNvSpPr txBox="1"/>
          <p:nvPr/>
        </p:nvSpPr>
        <p:spPr>
          <a:xfrm>
            <a:off x="6353252" y="3055805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>
                <a:solidFill>
                  <a:schemeClr val="tx2"/>
                </a:solidFill>
              </a:rPr>
              <a:t>5000ms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27C212E-DF96-D652-773A-ADF3E8FD3A7D}"/>
              </a:ext>
            </a:extLst>
          </p:cNvPr>
          <p:cNvSpPr txBox="1"/>
          <p:nvPr/>
        </p:nvSpPr>
        <p:spPr>
          <a:xfrm>
            <a:off x="1589094" y="1789013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>
                <a:solidFill>
                  <a:schemeClr val="tx2"/>
                </a:solidFill>
              </a:rPr>
              <a:t>5000ms</a:t>
            </a:r>
            <a:endParaRPr kumimoji="1" lang="ko-KR" altLang="en-US" sz="1000" i="1">
              <a:solidFill>
                <a:schemeClr val="tx2"/>
              </a:solidFill>
            </a:endParaRPr>
          </a:p>
        </p:txBody>
      </p:sp>
      <p:sp>
        <p:nvSpPr>
          <p:cNvPr id="47" name="호 46">
            <a:extLst>
              <a:ext uri="{FF2B5EF4-FFF2-40B4-BE49-F238E27FC236}">
                <a16:creationId xmlns:a16="http://schemas.microsoft.com/office/drawing/2014/main" id="{AD793D3E-8B76-8D92-A59B-F4F937AFE47F}"/>
              </a:ext>
            </a:extLst>
          </p:cNvPr>
          <p:cNvSpPr/>
          <p:nvPr/>
        </p:nvSpPr>
        <p:spPr>
          <a:xfrm flipH="1">
            <a:off x="2199134" y="1273066"/>
            <a:ext cx="288514" cy="1273554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12188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64EE1-C6A4-D1CD-01C5-D8F1579D7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29">
            <a:extLst>
              <a:ext uri="{FF2B5EF4-FFF2-40B4-BE49-F238E27FC236}">
                <a16:creationId xmlns:a16="http://schemas.microsoft.com/office/drawing/2014/main" id="{6EDB1EE3-920E-070E-9E90-720792CD8100}"/>
              </a:ext>
            </a:extLst>
          </p:cNvPr>
          <p:cNvSpPr/>
          <p:nvPr/>
        </p:nvSpPr>
        <p:spPr>
          <a:xfrm>
            <a:off x="1763688" y="411510"/>
            <a:ext cx="1164765" cy="657290"/>
          </a:xfrm>
          <a:prstGeom prst="roundRect">
            <a:avLst>
              <a:gd name="adj" fmla="val 173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Pod</a:t>
            </a:r>
            <a:endParaRPr lang="ko-KR" altLang="en-US" sz="1000"/>
          </a:p>
        </p:txBody>
      </p:sp>
      <p:sp>
        <p:nvSpPr>
          <p:cNvPr id="5" name="사각형: 둥근 모서리 29">
            <a:extLst>
              <a:ext uri="{FF2B5EF4-FFF2-40B4-BE49-F238E27FC236}">
                <a16:creationId xmlns:a16="http://schemas.microsoft.com/office/drawing/2014/main" id="{AF2D8061-47E3-ED11-3E59-8620CE422284}"/>
              </a:ext>
            </a:extLst>
          </p:cNvPr>
          <p:cNvSpPr/>
          <p:nvPr/>
        </p:nvSpPr>
        <p:spPr>
          <a:xfrm>
            <a:off x="5724128" y="411510"/>
            <a:ext cx="1164765" cy="657290"/>
          </a:xfrm>
          <a:prstGeom prst="roundRect">
            <a:avLst>
              <a:gd name="adj" fmla="val 173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Pod</a:t>
            </a:r>
            <a:endParaRPr lang="ko-KR" altLang="en-US" sz="1000"/>
          </a:p>
        </p:txBody>
      </p:sp>
      <p:cxnSp>
        <p:nvCxnSpPr>
          <p:cNvPr id="8" name="Straight Arrow Connector 81">
            <a:extLst>
              <a:ext uri="{FF2B5EF4-FFF2-40B4-BE49-F238E27FC236}">
                <a16:creationId xmlns:a16="http://schemas.microsoft.com/office/drawing/2014/main" id="{A3A3F3EA-04D5-106D-4E61-98B4C15CCDCB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306511" y="1068800"/>
            <a:ext cx="0" cy="337515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235C000A-EE27-D876-2249-2378AE5E7147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346071" y="1068800"/>
            <a:ext cx="0" cy="337515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81">
            <a:extLst>
              <a:ext uri="{FF2B5EF4-FFF2-40B4-BE49-F238E27FC236}">
                <a16:creationId xmlns:a16="http://schemas.microsoft.com/office/drawing/2014/main" id="{E9698C5E-00E5-6CAA-BC6C-BD8B8DDF73D0}"/>
              </a:ext>
            </a:extLst>
          </p:cNvPr>
          <p:cNvCxnSpPr>
            <a:cxnSpLocks/>
          </p:cNvCxnSpPr>
          <p:nvPr/>
        </p:nvCxnSpPr>
        <p:spPr>
          <a:xfrm>
            <a:off x="2346071" y="1203596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75EF94A-47CB-AFD6-A77B-C7D7EC066A59}"/>
              </a:ext>
            </a:extLst>
          </p:cNvPr>
          <p:cNvSpPr txBox="1"/>
          <p:nvPr/>
        </p:nvSpPr>
        <p:spPr>
          <a:xfrm>
            <a:off x="2928454" y="95737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mock-server:8080/status/503</a:t>
            </a:r>
            <a:endParaRPr kumimoji="1" lang="ko-KR" altLang="en-US" sz="1000" i="1"/>
          </a:p>
        </p:txBody>
      </p:sp>
      <p:cxnSp>
        <p:nvCxnSpPr>
          <p:cNvPr id="23" name="Straight Arrow Connector 81">
            <a:extLst>
              <a:ext uri="{FF2B5EF4-FFF2-40B4-BE49-F238E27FC236}">
                <a16:creationId xmlns:a16="http://schemas.microsoft.com/office/drawing/2014/main" id="{236AA8F0-5F6A-22EF-0602-EBCF98A0D220}"/>
              </a:ext>
            </a:extLst>
          </p:cNvPr>
          <p:cNvCxnSpPr>
            <a:cxnSpLocks/>
          </p:cNvCxnSpPr>
          <p:nvPr/>
        </p:nvCxnSpPr>
        <p:spPr>
          <a:xfrm>
            <a:off x="2346071" y="1275606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FEB8B80-941E-DBC9-968E-589F748809D3}"/>
              </a:ext>
            </a:extLst>
          </p:cNvPr>
          <p:cNvSpPr txBox="1"/>
          <p:nvPr/>
        </p:nvSpPr>
        <p:spPr>
          <a:xfrm>
            <a:off x="2928454" y="1275606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503 Service Unavailable</a:t>
            </a:r>
            <a:endParaRPr kumimoji="1" lang="ko-KR" altLang="en-US" sz="1000" i="1"/>
          </a:p>
        </p:txBody>
      </p:sp>
      <p:cxnSp>
        <p:nvCxnSpPr>
          <p:cNvPr id="3" name="Straight Arrow Connector 81">
            <a:extLst>
              <a:ext uri="{FF2B5EF4-FFF2-40B4-BE49-F238E27FC236}">
                <a16:creationId xmlns:a16="http://schemas.microsoft.com/office/drawing/2014/main" id="{A505907C-7434-B45A-4681-C1D870FBA351}"/>
              </a:ext>
            </a:extLst>
          </p:cNvPr>
          <p:cNvCxnSpPr>
            <a:cxnSpLocks/>
          </p:cNvCxnSpPr>
          <p:nvPr/>
        </p:nvCxnSpPr>
        <p:spPr>
          <a:xfrm>
            <a:off x="2346071" y="2433535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26734C0-14D7-73C4-530D-F13A8E3E35CF}"/>
              </a:ext>
            </a:extLst>
          </p:cNvPr>
          <p:cNvSpPr txBox="1"/>
          <p:nvPr/>
        </p:nvSpPr>
        <p:spPr>
          <a:xfrm>
            <a:off x="2928454" y="2187314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mock-server:8080/status/503</a:t>
            </a:r>
            <a:endParaRPr kumimoji="1" lang="ko-KR" altLang="en-US" sz="1000" i="1"/>
          </a:p>
        </p:txBody>
      </p:sp>
      <p:cxnSp>
        <p:nvCxnSpPr>
          <p:cNvPr id="7" name="Straight Arrow Connector 81">
            <a:extLst>
              <a:ext uri="{FF2B5EF4-FFF2-40B4-BE49-F238E27FC236}">
                <a16:creationId xmlns:a16="http://schemas.microsoft.com/office/drawing/2014/main" id="{1F961F7F-60B1-4C9B-C4DC-FAA5547BD92C}"/>
              </a:ext>
            </a:extLst>
          </p:cNvPr>
          <p:cNvCxnSpPr>
            <a:cxnSpLocks/>
          </p:cNvCxnSpPr>
          <p:nvPr/>
        </p:nvCxnSpPr>
        <p:spPr>
          <a:xfrm>
            <a:off x="2346071" y="2505545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0976B70-5713-6C58-8812-F1952B228034}"/>
              </a:ext>
            </a:extLst>
          </p:cNvPr>
          <p:cNvSpPr txBox="1"/>
          <p:nvPr/>
        </p:nvSpPr>
        <p:spPr>
          <a:xfrm>
            <a:off x="2928454" y="250554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503 Service Unavailable</a:t>
            </a:r>
            <a:endParaRPr kumimoji="1" lang="ko-KR" altLang="en-US" sz="1000" i="1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9618050-C7AF-062B-E7C4-89173C887446}"/>
              </a:ext>
            </a:extLst>
          </p:cNvPr>
          <p:cNvSpPr/>
          <p:nvPr/>
        </p:nvSpPr>
        <p:spPr>
          <a:xfrm>
            <a:off x="4285124" y="1646102"/>
            <a:ext cx="72008" cy="720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939AB10-34A7-D605-0FEC-CC5273246E1F}"/>
              </a:ext>
            </a:extLst>
          </p:cNvPr>
          <p:cNvSpPr/>
          <p:nvPr/>
        </p:nvSpPr>
        <p:spPr>
          <a:xfrm>
            <a:off x="4285124" y="1798822"/>
            <a:ext cx="72008" cy="720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98A2DE9-970F-CB1C-36AA-4032FBBA18BF}"/>
              </a:ext>
            </a:extLst>
          </p:cNvPr>
          <p:cNvSpPr/>
          <p:nvPr/>
        </p:nvSpPr>
        <p:spPr>
          <a:xfrm>
            <a:off x="4285124" y="1951517"/>
            <a:ext cx="72008" cy="720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호 12">
            <a:extLst>
              <a:ext uri="{FF2B5EF4-FFF2-40B4-BE49-F238E27FC236}">
                <a16:creationId xmlns:a16="http://schemas.microsoft.com/office/drawing/2014/main" id="{6BC0E9FE-6901-32BE-471E-55F76663F12A}"/>
              </a:ext>
            </a:extLst>
          </p:cNvPr>
          <p:cNvSpPr/>
          <p:nvPr/>
        </p:nvSpPr>
        <p:spPr>
          <a:xfrm>
            <a:off x="6168328" y="1199085"/>
            <a:ext cx="276365" cy="1300653"/>
          </a:xfrm>
          <a:prstGeom prst="arc">
            <a:avLst>
              <a:gd name="adj1" fmla="val 16200000"/>
              <a:gd name="adj2" fmla="val 5412057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26E9C5-8F09-6DFD-C895-9B8871050F8C}"/>
              </a:ext>
            </a:extLst>
          </p:cNvPr>
          <p:cNvSpPr txBox="1"/>
          <p:nvPr/>
        </p:nvSpPr>
        <p:spPr>
          <a:xfrm>
            <a:off x="6337278" y="1726300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/>
              <a:t>5times</a:t>
            </a:r>
            <a:endParaRPr kumimoji="1" lang="ko-KR" altLang="en-US" sz="1000" i="1"/>
          </a:p>
        </p:txBody>
      </p:sp>
      <p:cxnSp>
        <p:nvCxnSpPr>
          <p:cNvPr id="15" name="Straight Arrow Connector 81">
            <a:extLst>
              <a:ext uri="{FF2B5EF4-FFF2-40B4-BE49-F238E27FC236}">
                <a16:creationId xmlns:a16="http://schemas.microsoft.com/office/drawing/2014/main" id="{1C678776-51B3-3A89-1CC4-82F261FE8D75}"/>
              </a:ext>
            </a:extLst>
          </p:cNvPr>
          <p:cNvCxnSpPr>
            <a:cxnSpLocks/>
          </p:cNvCxnSpPr>
          <p:nvPr/>
        </p:nvCxnSpPr>
        <p:spPr>
          <a:xfrm>
            <a:off x="2346071" y="3092360"/>
            <a:ext cx="5697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633C0E1-B114-BC40-EF52-15FDBA42437B}"/>
              </a:ext>
            </a:extLst>
          </p:cNvPr>
          <p:cNvSpPr txBox="1"/>
          <p:nvPr/>
        </p:nvSpPr>
        <p:spPr>
          <a:xfrm>
            <a:off x="2928454" y="2852801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mock-server:8080/status/503</a:t>
            </a:r>
            <a:endParaRPr kumimoji="1" lang="ko-KR" altLang="en-US" sz="1000" i="1"/>
          </a:p>
        </p:txBody>
      </p:sp>
      <p:cxnSp>
        <p:nvCxnSpPr>
          <p:cNvPr id="22" name="Straight Arrow Connector 81">
            <a:extLst>
              <a:ext uri="{FF2B5EF4-FFF2-40B4-BE49-F238E27FC236}">
                <a16:creationId xmlns:a16="http://schemas.microsoft.com/office/drawing/2014/main" id="{9B69D0BE-25C4-BD20-46A4-FB96B34F6C89}"/>
              </a:ext>
            </a:extLst>
          </p:cNvPr>
          <p:cNvCxnSpPr>
            <a:cxnSpLocks/>
          </p:cNvCxnSpPr>
          <p:nvPr/>
        </p:nvCxnSpPr>
        <p:spPr>
          <a:xfrm>
            <a:off x="2346071" y="3337930"/>
            <a:ext cx="5697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F5097BB-94E4-248F-8A5D-AFFAA1FA8912}"/>
              </a:ext>
            </a:extLst>
          </p:cNvPr>
          <p:cNvSpPr txBox="1"/>
          <p:nvPr/>
        </p:nvSpPr>
        <p:spPr>
          <a:xfrm>
            <a:off x="2928454" y="3098371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mock-server:8080/status/503</a:t>
            </a:r>
            <a:endParaRPr kumimoji="1" lang="ko-KR" altLang="en-US" sz="1000" i="1"/>
          </a:p>
        </p:txBody>
      </p:sp>
      <p:cxnSp>
        <p:nvCxnSpPr>
          <p:cNvPr id="26" name="Straight Arrow Connector 81">
            <a:extLst>
              <a:ext uri="{FF2B5EF4-FFF2-40B4-BE49-F238E27FC236}">
                <a16:creationId xmlns:a16="http://schemas.microsoft.com/office/drawing/2014/main" id="{5F2933BF-399D-4108-F0FE-14E3BED400C6}"/>
              </a:ext>
            </a:extLst>
          </p:cNvPr>
          <p:cNvCxnSpPr>
            <a:cxnSpLocks/>
          </p:cNvCxnSpPr>
          <p:nvPr/>
        </p:nvCxnSpPr>
        <p:spPr>
          <a:xfrm>
            <a:off x="2346071" y="3584151"/>
            <a:ext cx="5697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83006CE-677B-10C0-907B-4F6E952BE26F}"/>
              </a:ext>
            </a:extLst>
          </p:cNvPr>
          <p:cNvSpPr txBox="1"/>
          <p:nvPr/>
        </p:nvSpPr>
        <p:spPr>
          <a:xfrm>
            <a:off x="2928454" y="334459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mock-server:8080/status/503</a:t>
            </a:r>
            <a:endParaRPr kumimoji="1"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18481241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9846E-93DE-7B46-CFF0-5CA363A99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29">
            <a:extLst>
              <a:ext uri="{FF2B5EF4-FFF2-40B4-BE49-F238E27FC236}">
                <a16:creationId xmlns:a16="http://schemas.microsoft.com/office/drawing/2014/main" id="{6A739A79-7398-1DF1-5A09-936867C3134A}"/>
              </a:ext>
            </a:extLst>
          </p:cNvPr>
          <p:cNvSpPr/>
          <p:nvPr/>
        </p:nvSpPr>
        <p:spPr>
          <a:xfrm>
            <a:off x="1763688" y="411510"/>
            <a:ext cx="1164765" cy="657290"/>
          </a:xfrm>
          <a:prstGeom prst="roundRect">
            <a:avLst>
              <a:gd name="adj" fmla="val 173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Pod</a:t>
            </a:r>
            <a:endParaRPr lang="ko-KR" altLang="en-US" sz="1000"/>
          </a:p>
        </p:txBody>
      </p:sp>
      <p:sp>
        <p:nvSpPr>
          <p:cNvPr id="5" name="사각형: 둥근 모서리 29">
            <a:extLst>
              <a:ext uri="{FF2B5EF4-FFF2-40B4-BE49-F238E27FC236}">
                <a16:creationId xmlns:a16="http://schemas.microsoft.com/office/drawing/2014/main" id="{2247D83D-A8B9-EC9B-EC5F-AE41A8B5306F}"/>
              </a:ext>
            </a:extLst>
          </p:cNvPr>
          <p:cNvSpPr/>
          <p:nvPr/>
        </p:nvSpPr>
        <p:spPr>
          <a:xfrm>
            <a:off x="5724128" y="411510"/>
            <a:ext cx="1164765" cy="657290"/>
          </a:xfrm>
          <a:prstGeom prst="roundRect">
            <a:avLst>
              <a:gd name="adj" fmla="val 173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Pod with </a:t>
            </a:r>
            <a:r>
              <a:rPr lang="en-US" altLang="ko-KR" sz="1000" b="1"/>
              <a:t>iptables DROP</a:t>
            </a:r>
            <a:endParaRPr lang="ko-KR" altLang="en-US" sz="1000" b="1"/>
          </a:p>
        </p:txBody>
      </p:sp>
      <p:cxnSp>
        <p:nvCxnSpPr>
          <p:cNvPr id="8" name="Straight Arrow Connector 81">
            <a:extLst>
              <a:ext uri="{FF2B5EF4-FFF2-40B4-BE49-F238E27FC236}">
                <a16:creationId xmlns:a16="http://schemas.microsoft.com/office/drawing/2014/main" id="{2B313E4A-8FFF-8023-C696-4D1EEC0D4262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306511" y="1068800"/>
            <a:ext cx="0" cy="337515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45AE5EEB-DFBC-F311-ACBB-763CD696E412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346071" y="1068800"/>
            <a:ext cx="0" cy="337515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81">
            <a:extLst>
              <a:ext uri="{FF2B5EF4-FFF2-40B4-BE49-F238E27FC236}">
                <a16:creationId xmlns:a16="http://schemas.microsoft.com/office/drawing/2014/main" id="{A413435C-F32A-D0B2-F471-0F12D45BDCC6}"/>
              </a:ext>
            </a:extLst>
          </p:cNvPr>
          <p:cNvCxnSpPr>
            <a:cxnSpLocks/>
          </p:cNvCxnSpPr>
          <p:nvPr/>
        </p:nvCxnSpPr>
        <p:spPr>
          <a:xfrm>
            <a:off x="2346071" y="1203596"/>
            <a:ext cx="33780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E44A8B4-D0EA-62BD-8390-7EF49FB7F122}"/>
              </a:ext>
            </a:extLst>
          </p:cNvPr>
          <p:cNvSpPr txBox="1"/>
          <p:nvPr/>
        </p:nvSpPr>
        <p:spPr>
          <a:xfrm>
            <a:off x="2928454" y="95737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mock-server:8080/status/200</a:t>
            </a:r>
            <a:endParaRPr kumimoji="1" lang="ko-KR" altLang="en-US" sz="1000" i="1"/>
          </a:p>
        </p:txBody>
      </p:sp>
      <p:cxnSp>
        <p:nvCxnSpPr>
          <p:cNvPr id="12" name="Straight Arrow Connector 81">
            <a:extLst>
              <a:ext uri="{FF2B5EF4-FFF2-40B4-BE49-F238E27FC236}">
                <a16:creationId xmlns:a16="http://schemas.microsoft.com/office/drawing/2014/main" id="{67ED4FCC-B0F9-767F-5EA3-0B7DD1177904}"/>
              </a:ext>
            </a:extLst>
          </p:cNvPr>
          <p:cNvCxnSpPr>
            <a:cxnSpLocks/>
          </p:cNvCxnSpPr>
          <p:nvPr/>
        </p:nvCxnSpPr>
        <p:spPr>
          <a:xfrm>
            <a:off x="2346071" y="1573186"/>
            <a:ext cx="33780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B2F6635-58D3-77E5-4B70-3E715B105A46}"/>
              </a:ext>
            </a:extLst>
          </p:cNvPr>
          <p:cNvSpPr txBox="1"/>
          <p:nvPr/>
        </p:nvSpPr>
        <p:spPr>
          <a:xfrm>
            <a:off x="2928454" y="132696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mock-server:8080/status/200</a:t>
            </a:r>
            <a:endParaRPr kumimoji="1" lang="ko-KR" altLang="en-US" sz="1000" i="1"/>
          </a:p>
        </p:txBody>
      </p:sp>
      <p:cxnSp>
        <p:nvCxnSpPr>
          <p:cNvPr id="32" name="Straight Arrow Connector 81">
            <a:extLst>
              <a:ext uri="{FF2B5EF4-FFF2-40B4-BE49-F238E27FC236}">
                <a16:creationId xmlns:a16="http://schemas.microsoft.com/office/drawing/2014/main" id="{023970D5-C78D-D6C2-09E2-178350CAF966}"/>
              </a:ext>
            </a:extLst>
          </p:cNvPr>
          <p:cNvCxnSpPr>
            <a:cxnSpLocks/>
          </p:cNvCxnSpPr>
          <p:nvPr/>
        </p:nvCxnSpPr>
        <p:spPr>
          <a:xfrm>
            <a:off x="2346071" y="1941931"/>
            <a:ext cx="33780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10B15DD-2052-BEF9-9252-A656EDFC1037}"/>
              </a:ext>
            </a:extLst>
          </p:cNvPr>
          <p:cNvSpPr txBox="1"/>
          <p:nvPr/>
        </p:nvSpPr>
        <p:spPr>
          <a:xfrm>
            <a:off x="2928454" y="1695710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mock-server:8080/status/200</a:t>
            </a:r>
            <a:endParaRPr kumimoji="1" lang="ko-KR" altLang="en-US" sz="1000" i="1"/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E2BD90C4-6FA3-85AA-6601-6D881F4D8899}"/>
              </a:ext>
            </a:extLst>
          </p:cNvPr>
          <p:cNvCxnSpPr>
            <a:cxnSpLocks/>
          </p:cNvCxnSpPr>
          <p:nvPr/>
        </p:nvCxnSpPr>
        <p:spPr>
          <a:xfrm>
            <a:off x="2346071" y="2556223"/>
            <a:ext cx="33780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C0F0CAC-4E10-0730-9D35-86FE499431A2}"/>
              </a:ext>
            </a:extLst>
          </p:cNvPr>
          <p:cNvSpPr txBox="1"/>
          <p:nvPr/>
        </p:nvSpPr>
        <p:spPr>
          <a:xfrm>
            <a:off x="2928454" y="231000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mock-server:8080/status/200</a:t>
            </a:r>
            <a:endParaRPr kumimoji="1" lang="ko-KR" altLang="en-US" sz="1000" i="1"/>
          </a:p>
        </p:txBody>
      </p:sp>
      <p:cxnSp>
        <p:nvCxnSpPr>
          <p:cNvPr id="42" name="Straight Arrow Connector 81">
            <a:extLst>
              <a:ext uri="{FF2B5EF4-FFF2-40B4-BE49-F238E27FC236}">
                <a16:creationId xmlns:a16="http://schemas.microsoft.com/office/drawing/2014/main" id="{56767916-D7C5-C652-446F-40D2F32F2173}"/>
              </a:ext>
            </a:extLst>
          </p:cNvPr>
          <p:cNvCxnSpPr>
            <a:cxnSpLocks/>
          </p:cNvCxnSpPr>
          <p:nvPr/>
        </p:nvCxnSpPr>
        <p:spPr>
          <a:xfrm>
            <a:off x="2346071" y="2925813"/>
            <a:ext cx="33780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FD49711-4B8B-754F-959E-8D170846BBE5}"/>
              </a:ext>
            </a:extLst>
          </p:cNvPr>
          <p:cNvSpPr txBox="1"/>
          <p:nvPr/>
        </p:nvSpPr>
        <p:spPr>
          <a:xfrm>
            <a:off x="2928454" y="267959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mock-server:8080/status/200</a:t>
            </a:r>
            <a:endParaRPr kumimoji="1" lang="ko-KR" altLang="en-US" sz="1000" i="1"/>
          </a:p>
        </p:txBody>
      </p: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D6AF04DA-4B5F-69E3-8EDC-EA3396635B0A}"/>
              </a:ext>
            </a:extLst>
          </p:cNvPr>
          <p:cNvCxnSpPr>
            <a:cxnSpLocks/>
          </p:cNvCxnSpPr>
          <p:nvPr/>
        </p:nvCxnSpPr>
        <p:spPr>
          <a:xfrm>
            <a:off x="2346071" y="3294558"/>
            <a:ext cx="5697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3D2600B-C90C-C4F9-6229-1D80606E0558}"/>
              </a:ext>
            </a:extLst>
          </p:cNvPr>
          <p:cNvSpPr txBox="1"/>
          <p:nvPr/>
        </p:nvSpPr>
        <p:spPr>
          <a:xfrm>
            <a:off x="2928454" y="3048337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mock-server:8080/status/200</a:t>
            </a:r>
            <a:endParaRPr kumimoji="1" lang="ko-KR" altLang="en-US" sz="1000" i="1"/>
          </a:p>
        </p:txBody>
      </p:sp>
      <p:cxnSp>
        <p:nvCxnSpPr>
          <p:cNvPr id="51" name="Straight Arrow Connector 81">
            <a:extLst>
              <a:ext uri="{FF2B5EF4-FFF2-40B4-BE49-F238E27FC236}">
                <a16:creationId xmlns:a16="http://schemas.microsoft.com/office/drawing/2014/main" id="{2DAB456F-528B-79E3-59DD-87BA591D035C}"/>
              </a:ext>
            </a:extLst>
          </p:cNvPr>
          <p:cNvCxnSpPr>
            <a:cxnSpLocks/>
          </p:cNvCxnSpPr>
          <p:nvPr/>
        </p:nvCxnSpPr>
        <p:spPr>
          <a:xfrm>
            <a:off x="2346071" y="3909523"/>
            <a:ext cx="5697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FF6EBBD6-CC4F-5F7E-AC3A-431DAC1C10A0}"/>
              </a:ext>
            </a:extLst>
          </p:cNvPr>
          <p:cNvSpPr txBox="1"/>
          <p:nvPr/>
        </p:nvSpPr>
        <p:spPr>
          <a:xfrm>
            <a:off x="2928454" y="366330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mock-server:8080/status/200</a:t>
            </a:r>
            <a:endParaRPr kumimoji="1" lang="ko-KR" altLang="en-US" sz="1000" i="1"/>
          </a:p>
        </p:txBody>
      </p:sp>
      <p:sp>
        <p:nvSpPr>
          <p:cNvPr id="3" name="호 2">
            <a:extLst>
              <a:ext uri="{FF2B5EF4-FFF2-40B4-BE49-F238E27FC236}">
                <a16:creationId xmlns:a16="http://schemas.microsoft.com/office/drawing/2014/main" id="{5CE7404B-5D57-89A6-B43C-D38A5C9F73CC}"/>
              </a:ext>
            </a:extLst>
          </p:cNvPr>
          <p:cNvSpPr/>
          <p:nvPr/>
        </p:nvSpPr>
        <p:spPr>
          <a:xfrm>
            <a:off x="6168329" y="1199086"/>
            <a:ext cx="276349" cy="741998"/>
          </a:xfrm>
          <a:prstGeom prst="arc">
            <a:avLst>
              <a:gd name="adj1" fmla="val 16200000"/>
              <a:gd name="adj2" fmla="val 5412057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DB4F46-CD50-EC84-04A5-649A77E56CB5}"/>
              </a:ext>
            </a:extLst>
          </p:cNvPr>
          <p:cNvSpPr txBox="1"/>
          <p:nvPr/>
        </p:nvSpPr>
        <p:spPr>
          <a:xfrm>
            <a:off x="6337278" y="1449489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/>
              <a:t>3times</a:t>
            </a:r>
            <a:endParaRPr kumimoji="1" lang="ko-KR" altLang="en-US" sz="1000" i="1"/>
          </a:p>
        </p:txBody>
      </p:sp>
      <p:sp>
        <p:nvSpPr>
          <p:cNvPr id="10" name="호 9">
            <a:extLst>
              <a:ext uri="{FF2B5EF4-FFF2-40B4-BE49-F238E27FC236}">
                <a16:creationId xmlns:a16="http://schemas.microsoft.com/office/drawing/2014/main" id="{952A7466-22B2-43F9-51EB-8FBCC88C7604}"/>
              </a:ext>
            </a:extLst>
          </p:cNvPr>
          <p:cNvSpPr/>
          <p:nvPr/>
        </p:nvSpPr>
        <p:spPr>
          <a:xfrm>
            <a:off x="6168329" y="2551713"/>
            <a:ext cx="291216" cy="740118"/>
          </a:xfrm>
          <a:prstGeom prst="arc">
            <a:avLst>
              <a:gd name="adj1" fmla="val 16200000"/>
              <a:gd name="adj2" fmla="val 5412057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733D18-4D2E-E70E-BE16-188B0B70AE91}"/>
              </a:ext>
            </a:extLst>
          </p:cNvPr>
          <p:cNvSpPr txBox="1"/>
          <p:nvPr/>
        </p:nvSpPr>
        <p:spPr>
          <a:xfrm>
            <a:off x="6337278" y="2802116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/>
              <a:t>3times</a:t>
            </a:r>
            <a:endParaRPr kumimoji="1"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34738889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9A73E-73FE-5BA7-3FF7-FB348C838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29">
            <a:extLst>
              <a:ext uri="{FF2B5EF4-FFF2-40B4-BE49-F238E27FC236}">
                <a16:creationId xmlns:a16="http://schemas.microsoft.com/office/drawing/2014/main" id="{5BE7D0D8-4636-0B05-5D3F-37FF85D6F93A}"/>
              </a:ext>
            </a:extLst>
          </p:cNvPr>
          <p:cNvSpPr/>
          <p:nvPr/>
        </p:nvSpPr>
        <p:spPr>
          <a:xfrm>
            <a:off x="1763688" y="411510"/>
            <a:ext cx="1164765" cy="657290"/>
          </a:xfrm>
          <a:prstGeom prst="roundRect">
            <a:avLst>
              <a:gd name="adj" fmla="val 173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Pod</a:t>
            </a:r>
            <a:endParaRPr lang="ko-KR" altLang="en-US" sz="1000"/>
          </a:p>
        </p:txBody>
      </p:sp>
      <p:sp>
        <p:nvSpPr>
          <p:cNvPr id="5" name="사각형: 둥근 모서리 29">
            <a:extLst>
              <a:ext uri="{FF2B5EF4-FFF2-40B4-BE49-F238E27FC236}">
                <a16:creationId xmlns:a16="http://schemas.microsoft.com/office/drawing/2014/main" id="{886A6A67-D264-3F23-31A6-414392DEA9D8}"/>
              </a:ext>
            </a:extLst>
          </p:cNvPr>
          <p:cNvSpPr/>
          <p:nvPr/>
        </p:nvSpPr>
        <p:spPr>
          <a:xfrm>
            <a:off x="5724128" y="411510"/>
            <a:ext cx="1164765" cy="657290"/>
          </a:xfrm>
          <a:prstGeom prst="roundRect">
            <a:avLst>
              <a:gd name="adj" fmla="val 173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Pod with </a:t>
            </a:r>
            <a:r>
              <a:rPr lang="en-US" altLang="ko-KR" sz="1000" b="1"/>
              <a:t>iptables RESET</a:t>
            </a:r>
            <a:endParaRPr lang="ko-KR" altLang="en-US" sz="1000" b="1"/>
          </a:p>
        </p:txBody>
      </p:sp>
      <p:cxnSp>
        <p:nvCxnSpPr>
          <p:cNvPr id="8" name="Straight Arrow Connector 81">
            <a:extLst>
              <a:ext uri="{FF2B5EF4-FFF2-40B4-BE49-F238E27FC236}">
                <a16:creationId xmlns:a16="http://schemas.microsoft.com/office/drawing/2014/main" id="{64808149-04D8-DEA2-EC3B-04D892E65946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306511" y="1068800"/>
            <a:ext cx="0" cy="337515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6156D552-D0C4-BA17-904A-195A13C6AD63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346071" y="1068800"/>
            <a:ext cx="0" cy="337515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81">
            <a:extLst>
              <a:ext uri="{FF2B5EF4-FFF2-40B4-BE49-F238E27FC236}">
                <a16:creationId xmlns:a16="http://schemas.microsoft.com/office/drawing/2014/main" id="{A26C3407-149D-D888-E421-898096A9EE2D}"/>
              </a:ext>
            </a:extLst>
          </p:cNvPr>
          <p:cNvCxnSpPr>
            <a:cxnSpLocks/>
          </p:cNvCxnSpPr>
          <p:nvPr/>
        </p:nvCxnSpPr>
        <p:spPr>
          <a:xfrm>
            <a:off x="2346071" y="1203596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76B0C52-4066-3813-5D87-91C9F0EEC832}"/>
              </a:ext>
            </a:extLst>
          </p:cNvPr>
          <p:cNvSpPr txBox="1"/>
          <p:nvPr/>
        </p:nvSpPr>
        <p:spPr>
          <a:xfrm>
            <a:off x="2928454" y="95737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mock-server:8080/status/200</a:t>
            </a:r>
            <a:endParaRPr kumimoji="1" lang="ko-KR" altLang="en-US" sz="1000" i="1"/>
          </a:p>
        </p:txBody>
      </p:sp>
      <p:sp>
        <p:nvSpPr>
          <p:cNvPr id="13" name="호 12">
            <a:extLst>
              <a:ext uri="{FF2B5EF4-FFF2-40B4-BE49-F238E27FC236}">
                <a16:creationId xmlns:a16="http://schemas.microsoft.com/office/drawing/2014/main" id="{F0A0BAC2-5777-8091-4424-8FC88B9D9EC0}"/>
              </a:ext>
            </a:extLst>
          </p:cNvPr>
          <p:cNvSpPr/>
          <p:nvPr/>
        </p:nvSpPr>
        <p:spPr>
          <a:xfrm>
            <a:off x="6168329" y="1199086"/>
            <a:ext cx="276349" cy="741998"/>
          </a:xfrm>
          <a:prstGeom prst="arc">
            <a:avLst>
              <a:gd name="adj1" fmla="val 16200000"/>
              <a:gd name="adj2" fmla="val 5412057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37D8D1-997F-09F8-6A16-636971CBF7F2}"/>
              </a:ext>
            </a:extLst>
          </p:cNvPr>
          <p:cNvSpPr txBox="1"/>
          <p:nvPr/>
        </p:nvSpPr>
        <p:spPr>
          <a:xfrm>
            <a:off x="6337278" y="1449489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/>
              <a:t>3times</a:t>
            </a:r>
            <a:endParaRPr kumimoji="1" lang="ko-KR" altLang="en-US" sz="1000" i="1"/>
          </a:p>
        </p:txBody>
      </p:sp>
      <p:cxnSp>
        <p:nvCxnSpPr>
          <p:cNvPr id="7" name="Straight Arrow Connector 81">
            <a:extLst>
              <a:ext uri="{FF2B5EF4-FFF2-40B4-BE49-F238E27FC236}">
                <a16:creationId xmlns:a16="http://schemas.microsoft.com/office/drawing/2014/main" id="{5DE40EA3-DF6B-0191-80E9-BE2747FB2D12}"/>
              </a:ext>
            </a:extLst>
          </p:cNvPr>
          <p:cNvCxnSpPr>
            <a:cxnSpLocks/>
          </p:cNvCxnSpPr>
          <p:nvPr/>
        </p:nvCxnSpPr>
        <p:spPr>
          <a:xfrm>
            <a:off x="2346071" y="1264859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F9FF146-0694-CEA1-A64E-E92C3A5F7C60}"/>
              </a:ext>
            </a:extLst>
          </p:cNvPr>
          <p:cNvSpPr txBox="1"/>
          <p:nvPr/>
        </p:nvSpPr>
        <p:spPr>
          <a:xfrm>
            <a:off x="2928454" y="1264858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  <p:cxnSp>
        <p:nvCxnSpPr>
          <p:cNvPr id="12" name="Straight Arrow Connector 81">
            <a:extLst>
              <a:ext uri="{FF2B5EF4-FFF2-40B4-BE49-F238E27FC236}">
                <a16:creationId xmlns:a16="http://schemas.microsoft.com/office/drawing/2014/main" id="{2992506D-7897-F2C8-7519-B5567396B20B}"/>
              </a:ext>
            </a:extLst>
          </p:cNvPr>
          <p:cNvCxnSpPr>
            <a:cxnSpLocks/>
          </p:cNvCxnSpPr>
          <p:nvPr/>
        </p:nvCxnSpPr>
        <p:spPr>
          <a:xfrm>
            <a:off x="2346071" y="1573186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72C3AB6-5BB0-1727-7AA1-52F0C49C8F2A}"/>
              </a:ext>
            </a:extLst>
          </p:cNvPr>
          <p:cNvSpPr txBox="1"/>
          <p:nvPr/>
        </p:nvSpPr>
        <p:spPr>
          <a:xfrm>
            <a:off x="2928454" y="132696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mock-server:8080/status/200</a:t>
            </a:r>
            <a:endParaRPr kumimoji="1" lang="ko-KR" altLang="en-US" sz="1000" i="1"/>
          </a:p>
        </p:txBody>
      </p:sp>
      <p:cxnSp>
        <p:nvCxnSpPr>
          <p:cNvPr id="23" name="Straight Arrow Connector 81">
            <a:extLst>
              <a:ext uri="{FF2B5EF4-FFF2-40B4-BE49-F238E27FC236}">
                <a16:creationId xmlns:a16="http://schemas.microsoft.com/office/drawing/2014/main" id="{372A8501-D0FE-E83B-8C44-9AD5A79E3353}"/>
              </a:ext>
            </a:extLst>
          </p:cNvPr>
          <p:cNvCxnSpPr>
            <a:cxnSpLocks/>
          </p:cNvCxnSpPr>
          <p:nvPr/>
        </p:nvCxnSpPr>
        <p:spPr>
          <a:xfrm>
            <a:off x="2346071" y="1634449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DA67E6F-9C93-E1D5-25E2-B4EE6E14F39E}"/>
              </a:ext>
            </a:extLst>
          </p:cNvPr>
          <p:cNvSpPr txBox="1"/>
          <p:nvPr/>
        </p:nvSpPr>
        <p:spPr>
          <a:xfrm>
            <a:off x="2928454" y="1634448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  <p:cxnSp>
        <p:nvCxnSpPr>
          <p:cNvPr id="32" name="Straight Arrow Connector 81">
            <a:extLst>
              <a:ext uri="{FF2B5EF4-FFF2-40B4-BE49-F238E27FC236}">
                <a16:creationId xmlns:a16="http://schemas.microsoft.com/office/drawing/2014/main" id="{F86BCD9C-91D1-30BB-1857-D55A38C17393}"/>
              </a:ext>
            </a:extLst>
          </p:cNvPr>
          <p:cNvCxnSpPr>
            <a:cxnSpLocks/>
          </p:cNvCxnSpPr>
          <p:nvPr/>
        </p:nvCxnSpPr>
        <p:spPr>
          <a:xfrm>
            <a:off x="2346071" y="1941931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E0B1EA9-0B30-A43C-CBEF-3571B52D8B9E}"/>
              </a:ext>
            </a:extLst>
          </p:cNvPr>
          <p:cNvSpPr txBox="1"/>
          <p:nvPr/>
        </p:nvSpPr>
        <p:spPr>
          <a:xfrm>
            <a:off x="2928454" y="1695710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mock-server:8080/status/200</a:t>
            </a:r>
            <a:endParaRPr kumimoji="1" lang="ko-KR" altLang="en-US" sz="1000" i="1"/>
          </a:p>
        </p:txBody>
      </p:sp>
      <p:cxnSp>
        <p:nvCxnSpPr>
          <p:cNvPr id="34" name="Straight Arrow Connector 81">
            <a:extLst>
              <a:ext uri="{FF2B5EF4-FFF2-40B4-BE49-F238E27FC236}">
                <a16:creationId xmlns:a16="http://schemas.microsoft.com/office/drawing/2014/main" id="{054BDD6E-2FA4-3DBC-0BAD-4283BAADD2D9}"/>
              </a:ext>
            </a:extLst>
          </p:cNvPr>
          <p:cNvCxnSpPr>
            <a:cxnSpLocks/>
          </p:cNvCxnSpPr>
          <p:nvPr/>
        </p:nvCxnSpPr>
        <p:spPr>
          <a:xfrm>
            <a:off x="2346071" y="2003194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4B017BC-991C-AD65-1904-5C6F0CDF9545}"/>
              </a:ext>
            </a:extLst>
          </p:cNvPr>
          <p:cNvSpPr txBox="1"/>
          <p:nvPr/>
        </p:nvSpPr>
        <p:spPr>
          <a:xfrm>
            <a:off x="2928454" y="2003193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6F5FEACF-3ACA-03D5-70C7-19EA84058C6D}"/>
              </a:ext>
            </a:extLst>
          </p:cNvPr>
          <p:cNvCxnSpPr>
            <a:cxnSpLocks/>
          </p:cNvCxnSpPr>
          <p:nvPr/>
        </p:nvCxnSpPr>
        <p:spPr>
          <a:xfrm>
            <a:off x="2346071" y="2556223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D535CE9-4DE8-633D-6DAD-11553F4247D8}"/>
              </a:ext>
            </a:extLst>
          </p:cNvPr>
          <p:cNvSpPr txBox="1"/>
          <p:nvPr/>
        </p:nvSpPr>
        <p:spPr>
          <a:xfrm>
            <a:off x="2928454" y="231000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mock-server:8080/status/200</a:t>
            </a:r>
            <a:endParaRPr kumimoji="1" lang="ko-KR" altLang="en-US" sz="1000" i="1"/>
          </a:p>
        </p:txBody>
      </p:sp>
      <p:sp>
        <p:nvSpPr>
          <p:cNvPr id="38" name="호 37">
            <a:extLst>
              <a:ext uri="{FF2B5EF4-FFF2-40B4-BE49-F238E27FC236}">
                <a16:creationId xmlns:a16="http://schemas.microsoft.com/office/drawing/2014/main" id="{67892C83-169A-B2BE-3A5B-48806F9346F0}"/>
              </a:ext>
            </a:extLst>
          </p:cNvPr>
          <p:cNvSpPr/>
          <p:nvPr/>
        </p:nvSpPr>
        <p:spPr>
          <a:xfrm>
            <a:off x="6168329" y="2551713"/>
            <a:ext cx="291216" cy="740118"/>
          </a:xfrm>
          <a:prstGeom prst="arc">
            <a:avLst>
              <a:gd name="adj1" fmla="val 16200000"/>
              <a:gd name="adj2" fmla="val 5412057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0B56C59-29F0-AC52-F99C-0BB709255BFE}"/>
              </a:ext>
            </a:extLst>
          </p:cNvPr>
          <p:cNvSpPr txBox="1"/>
          <p:nvPr/>
        </p:nvSpPr>
        <p:spPr>
          <a:xfrm>
            <a:off x="6337278" y="2802116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/>
              <a:t>3times</a:t>
            </a:r>
            <a:endParaRPr kumimoji="1" lang="ko-KR" altLang="en-US" sz="1000" i="1"/>
          </a:p>
        </p:txBody>
      </p:sp>
      <p:cxnSp>
        <p:nvCxnSpPr>
          <p:cNvPr id="40" name="Straight Arrow Connector 81">
            <a:extLst>
              <a:ext uri="{FF2B5EF4-FFF2-40B4-BE49-F238E27FC236}">
                <a16:creationId xmlns:a16="http://schemas.microsoft.com/office/drawing/2014/main" id="{CB047370-A1D1-79FB-507A-A4DFDBDB48D9}"/>
              </a:ext>
            </a:extLst>
          </p:cNvPr>
          <p:cNvCxnSpPr>
            <a:cxnSpLocks/>
          </p:cNvCxnSpPr>
          <p:nvPr/>
        </p:nvCxnSpPr>
        <p:spPr>
          <a:xfrm>
            <a:off x="2346071" y="2617486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B2D9504-C38D-1FFF-0E5E-268413E94871}"/>
              </a:ext>
            </a:extLst>
          </p:cNvPr>
          <p:cNvSpPr txBox="1"/>
          <p:nvPr/>
        </p:nvSpPr>
        <p:spPr>
          <a:xfrm>
            <a:off x="2928454" y="261748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  <p:cxnSp>
        <p:nvCxnSpPr>
          <p:cNvPr id="42" name="Straight Arrow Connector 81">
            <a:extLst>
              <a:ext uri="{FF2B5EF4-FFF2-40B4-BE49-F238E27FC236}">
                <a16:creationId xmlns:a16="http://schemas.microsoft.com/office/drawing/2014/main" id="{3E1C0C04-F759-A99B-8B4E-04DBBFDAB212}"/>
              </a:ext>
            </a:extLst>
          </p:cNvPr>
          <p:cNvCxnSpPr>
            <a:cxnSpLocks/>
          </p:cNvCxnSpPr>
          <p:nvPr/>
        </p:nvCxnSpPr>
        <p:spPr>
          <a:xfrm>
            <a:off x="2346071" y="2925813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CE1298CA-2A75-1EBE-8141-3F011DEEE8F8}"/>
              </a:ext>
            </a:extLst>
          </p:cNvPr>
          <p:cNvSpPr txBox="1"/>
          <p:nvPr/>
        </p:nvSpPr>
        <p:spPr>
          <a:xfrm>
            <a:off x="2928454" y="267959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mock-server:8080/status/200</a:t>
            </a:r>
            <a:endParaRPr kumimoji="1" lang="ko-KR" altLang="en-US" sz="1000" i="1"/>
          </a:p>
        </p:txBody>
      </p:sp>
      <p:cxnSp>
        <p:nvCxnSpPr>
          <p:cNvPr id="44" name="Straight Arrow Connector 81">
            <a:extLst>
              <a:ext uri="{FF2B5EF4-FFF2-40B4-BE49-F238E27FC236}">
                <a16:creationId xmlns:a16="http://schemas.microsoft.com/office/drawing/2014/main" id="{6DDF2384-9065-5A99-C22E-0E78EDC8ABAB}"/>
              </a:ext>
            </a:extLst>
          </p:cNvPr>
          <p:cNvCxnSpPr>
            <a:cxnSpLocks/>
          </p:cNvCxnSpPr>
          <p:nvPr/>
        </p:nvCxnSpPr>
        <p:spPr>
          <a:xfrm>
            <a:off x="2346071" y="2987076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DBBF713-7DDE-DA4F-2CE3-4BC4CC5698CD}"/>
              </a:ext>
            </a:extLst>
          </p:cNvPr>
          <p:cNvSpPr txBox="1"/>
          <p:nvPr/>
        </p:nvSpPr>
        <p:spPr>
          <a:xfrm>
            <a:off x="2928454" y="298707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3AF615AF-39A5-3D3B-3ECA-E3E9D0CBD68B}"/>
              </a:ext>
            </a:extLst>
          </p:cNvPr>
          <p:cNvCxnSpPr>
            <a:cxnSpLocks/>
          </p:cNvCxnSpPr>
          <p:nvPr/>
        </p:nvCxnSpPr>
        <p:spPr>
          <a:xfrm>
            <a:off x="2346071" y="3294558"/>
            <a:ext cx="5697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3512A37-9C14-018B-32BE-5AB8F6B8874A}"/>
              </a:ext>
            </a:extLst>
          </p:cNvPr>
          <p:cNvSpPr txBox="1"/>
          <p:nvPr/>
        </p:nvSpPr>
        <p:spPr>
          <a:xfrm>
            <a:off x="2928454" y="3048337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mock-server:8080/status/200</a:t>
            </a:r>
            <a:endParaRPr kumimoji="1" lang="ko-KR" altLang="en-US" sz="1000" i="1"/>
          </a:p>
        </p:txBody>
      </p:sp>
      <p:cxnSp>
        <p:nvCxnSpPr>
          <p:cNvPr id="51" name="Straight Arrow Connector 81">
            <a:extLst>
              <a:ext uri="{FF2B5EF4-FFF2-40B4-BE49-F238E27FC236}">
                <a16:creationId xmlns:a16="http://schemas.microsoft.com/office/drawing/2014/main" id="{5152A37B-C53B-F7AB-EFE0-16A2797D1541}"/>
              </a:ext>
            </a:extLst>
          </p:cNvPr>
          <p:cNvCxnSpPr>
            <a:cxnSpLocks/>
          </p:cNvCxnSpPr>
          <p:nvPr/>
        </p:nvCxnSpPr>
        <p:spPr>
          <a:xfrm>
            <a:off x="2346071" y="3909523"/>
            <a:ext cx="5697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E009FED-1A2B-FE7E-FD11-453FA1BB225B}"/>
              </a:ext>
            </a:extLst>
          </p:cNvPr>
          <p:cNvSpPr txBox="1"/>
          <p:nvPr/>
        </p:nvSpPr>
        <p:spPr>
          <a:xfrm>
            <a:off x="2928454" y="366330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mock-server:8080/status/200</a:t>
            </a:r>
            <a:endParaRPr kumimoji="1"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14946905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47C03-8604-8855-A140-9F4EEE3F6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29">
            <a:extLst>
              <a:ext uri="{FF2B5EF4-FFF2-40B4-BE49-F238E27FC236}">
                <a16:creationId xmlns:a16="http://schemas.microsoft.com/office/drawing/2014/main" id="{A3921287-DE4A-277B-2F43-EEF650BB928A}"/>
              </a:ext>
            </a:extLst>
          </p:cNvPr>
          <p:cNvSpPr/>
          <p:nvPr/>
        </p:nvSpPr>
        <p:spPr>
          <a:xfrm>
            <a:off x="1763688" y="411510"/>
            <a:ext cx="1164765" cy="657290"/>
          </a:xfrm>
          <a:prstGeom prst="roundRect">
            <a:avLst>
              <a:gd name="adj" fmla="val 173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Pod</a:t>
            </a:r>
            <a:endParaRPr lang="ko-KR" altLang="en-US" sz="1000"/>
          </a:p>
        </p:txBody>
      </p:sp>
      <p:sp>
        <p:nvSpPr>
          <p:cNvPr id="5" name="사각형: 둥근 모서리 29">
            <a:extLst>
              <a:ext uri="{FF2B5EF4-FFF2-40B4-BE49-F238E27FC236}">
                <a16:creationId xmlns:a16="http://schemas.microsoft.com/office/drawing/2014/main" id="{7EA3AE83-9389-EE9B-C85F-EE90AE117C10}"/>
              </a:ext>
            </a:extLst>
          </p:cNvPr>
          <p:cNvSpPr/>
          <p:nvPr/>
        </p:nvSpPr>
        <p:spPr>
          <a:xfrm>
            <a:off x="5724128" y="411510"/>
            <a:ext cx="1164765" cy="657290"/>
          </a:xfrm>
          <a:prstGeom prst="roundRect">
            <a:avLst>
              <a:gd name="adj" fmla="val 173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Pod</a:t>
            </a:r>
            <a:endParaRPr lang="ko-KR" altLang="en-US" sz="1000"/>
          </a:p>
        </p:txBody>
      </p:sp>
      <p:cxnSp>
        <p:nvCxnSpPr>
          <p:cNvPr id="8" name="Straight Arrow Connector 81">
            <a:extLst>
              <a:ext uri="{FF2B5EF4-FFF2-40B4-BE49-F238E27FC236}">
                <a16:creationId xmlns:a16="http://schemas.microsoft.com/office/drawing/2014/main" id="{C044EB1E-B38E-A148-6C44-5DD54E6FD97A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306511" y="1068800"/>
            <a:ext cx="0" cy="337515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FAA025F6-DCDA-96CC-E482-D8998BF4996D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346071" y="1068800"/>
            <a:ext cx="0" cy="337515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81">
            <a:extLst>
              <a:ext uri="{FF2B5EF4-FFF2-40B4-BE49-F238E27FC236}">
                <a16:creationId xmlns:a16="http://schemas.microsoft.com/office/drawing/2014/main" id="{C3910DC2-8FB1-966B-02B2-FCAA2292CAE5}"/>
              </a:ext>
            </a:extLst>
          </p:cNvPr>
          <p:cNvCxnSpPr>
            <a:cxnSpLocks/>
          </p:cNvCxnSpPr>
          <p:nvPr/>
        </p:nvCxnSpPr>
        <p:spPr>
          <a:xfrm>
            <a:off x="2346071" y="1203596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BB569B8-566E-8A4B-3850-9862BCB57E1B}"/>
              </a:ext>
            </a:extLst>
          </p:cNvPr>
          <p:cNvSpPr txBox="1"/>
          <p:nvPr/>
        </p:nvSpPr>
        <p:spPr>
          <a:xfrm>
            <a:off x="2928454" y="95737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mock-server:8080/status/200</a:t>
            </a:r>
            <a:endParaRPr kumimoji="1" lang="ko-KR" altLang="en-US" sz="1000" i="1"/>
          </a:p>
        </p:txBody>
      </p:sp>
      <p:sp>
        <p:nvSpPr>
          <p:cNvPr id="13" name="호 12">
            <a:extLst>
              <a:ext uri="{FF2B5EF4-FFF2-40B4-BE49-F238E27FC236}">
                <a16:creationId xmlns:a16="http://schemas.microsoft.com/office/drawing/2014/main" id="{63CB48C8-9AFC-1197-17E3-80EB9491D68F}"/>
              </a:ext>
            </a:extLst>
          </p:cNvPr>
          <p:cNvSpPr/>
          <p:nvPr/>
        </p:nvSpPr>
        <p:spPr>
          <a:xfrm>
            <a:off x="6168329" y="1199086"/>
            <a:ext cx="276349" cy="741998"/>
          </a:xfrm>
          <a:prstGeom prst="arc">
            <a:avLst>
              <a:gd name="adj1" fmla="val 16200000"/>
              <a:gd name="adj2" fmla="val 5412057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7FDF94-EFE3-D6EF-5614-B2D20E9768AC}"/>
              </a:ext>
            </a:extLst>
          </p:cNvPr>
          <p:cNvSpPr txBox="1"/>
          <p:nvPr/>
        </p:nvSpPr>
        <p:spPr>
          <a:xfrm>
            <a:off x="6337278" y="1449489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/>
              <a:t>3times</a:t>
            </a:r>
            <a:endParaRPr kumimoji="1" lang="ko-KR" altLang="en-US" sz="1000" i="1"/>
          </a:p>
        </p:txBody>
      </p:sp>
      <p:cxnSp>
        <p:nvCxnSpPr>
          <p:cNvPr id="7" name="Straight Arrow Connector 81">
            <a:extLst>
              <a:ext uri="{FF2B5EF4-FFF2-40B4-BE49-F238E27FC236}">
                <a16:creationId xmlns:a16="http://schemas.microsoft.com/office/drawing/2014/main" id="{3EF49D4C-55EC-0F5B-04B2-C7C00CF860D1}"/>
              </a:ext>
            </a:extLst>
          </p:cNvPr>
          <p:cNvCxnSpPr>
            <a:cxnSpLocks/>
          </p:cNvCxnSpPr>
          <p:nvPr/>
        </p:nvCxnSpPr>
        <p:spPr>
          <a:xfrm>
            <a:off x="2346071" y="1264859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24CC50B-7398-456C-F972-22C19214AD1B}"/>
              </a:ext>
            </a:extLst>
          </p:cNvPr>
          <p:cNvSpPr txBox="1"/>
          <p:nvPr/>
        </p:nvSpPr>
        <p:spPr>
          <a:xfrm>
            <a:off x="2928454" y="1264858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  <p:cxnSp>
        <p:nvCxnSpPr>
          <p:cNvPr id="12" name="Straight Arrow Connector 81">
            <a:extLst>
              <a:ext uri="{FF2B5EF4-FFF2-40B4-BE49-F238E27FC236}">
                <a16:creationId xmlns:a16="http://schemas.microsoft.com/office/drawing/2014/main" id="{509D3887-C167-5845-FF27-B2740E1F6B78}"/>
              </a:ext>
            </a:extLst>
          </p:cNvPr>
          <p:cNvCxnSpPr>
            <a:cxnSpLocks/>
          </p:cNvCxnSpPr>
          <p:nvPr/>
        </p:nvCxnSpPr>
        <p:spPr>
          <a:xfrm>
            <a:off x="2346071" y="1573186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59AA48B-D489-02AC-57AD-B755F92A27B2}"/>
              </a:ext>
            </a:extLst>
          </p:cNvPr>
          <p:cNvSpPr txBox="1"/>
          <p:nvPr/>
        </p:nvSpPr>
        <p:spPr>
          <a:xfrm>
            <a:off x="2928454" y="132696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mock-server:8080/status/200</a:t>
            </a:r>
            <a:endParaRPr kumimoji="1" lang="ko-KR" altLang="en-US" sz="1000" i="1"/>
          </a:p>
        </p:txBody>
      </p:sp>
      <p:cxnSp>
        <p:nvCxnSpPr>
          <p:cNvPr id="23" name="Straight Arrow Connector 81">
            <a:extLst>
              <a:ext uri="{FF2B5EF4-FFF2-40B4-BE49-F238E27FC236}">
                <a16:creationId xmlns:a16="http://schemas.microsoft.com/office/drawing/2014/main" id="{C7381311-C275-4B48-77E3-F57CD88FCDB3}"/>
              </a:ext>
            </a:extLst>
          </p:cNvPr>
          <p:cNvCxnSpPr>
            <a:cxnSpLocks/>
          </p:cNvCxnSpPr>
          <p:nvPr/>
        </p:nvCxnSpPr>
        <p:spPr>
          <a:xfrm>
            <a:off x="2346071" y="1634449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436EAC3-8CA8-873D-E962-DF07C695D9EA}"/>
              </a:ext>
            </a:extLst>
          </p:cNvPr>
          <p:cNvSpPr txBox="1"/>
          <p:nvPr/>
        </p:nvSpPr>
        <p:spPr>
          <a:xfrm>
            <a:off x="2928454" y="1634448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  <p:cxnSp>
        <p:nvCxnSpPr>
          <p:cNvPr id="32" name="Straight Arrow Connector 81">
            <a:extLst>
              <a:ext uri="{FF2B5EF4-FFF2-40B4-BE49-F238E27FC236}">
                <a16:creationId xmlns:a16="http://schemas.microsoft.com/office/drawing/2014/main" id="{55387091-048A-DC75-4CD7-D18B293B1A1D}"/>
              </a:ext>
            </a:extLst>
          </p:cNvPr>
          <p:cNvCxnSpPr>
            <a:cxnSpLocks/>
          </p:cNvCxnSpPr>
          <p:nvPr/>
        </p:nvCxnSpPr>
        <p:spPr>
          <a:xfrm>
            <a:off x="2346071" y="1941931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165F276-8FD8-05D3-B5B3-8F18F4FB62CC}"/>
              </a:ext>
            </a:extLst>
          </p:cNvPr>
          <p:cNvSpPr txBox="1"/>
          <p:nvPr/>
        </p:nvSpPr>
        <p:spPr>
          <a:xfrm>
            <a:off x="2928454" y="1695710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mock-server:8080/status/200</a:t>
            </a:r>
            <a:endParaRPr kumimoji="1" lang="ko-KR" altLang="en-US" sz="1000" i="1"/>
          </a:p>
        </p:txBody>
      </p:sp>
      <p:cxnSp>
        <p:nvCxnSpPr>
          <p:cNvPr id="34" name="Straight Arrow Connector 81">
            <a:extLst>
              <a:ext uri="{FF2B5EF4-FFF2-40B4-BE49-F238E27FC236}">
                <a16:creationId xmlns:a16="http://schemas.microsoft.com/office/drawing/2014/main" id="{6EAF61D1-4BCB-5DF0-A218-7971B4B9C96B}"/>
              </a:ext>
            </a:extLst>
          </p:cNvPr>
          <p:cNvCxnSpPr>
            <a:cxnSpLocks/>
          </p:cNvCxnSpPr>
          <p:nvPr/>
        </p:nvCxnSpPr>
        <p:spPr>
          <a:xfrm>
            <a:off x="2346071" y="2003194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FD5FDBF-2876-BC51-C4A5-E9CC294C8847}"/>
              </a:ext>
            </a:extLst>
          </p:cNvPr>
          <p:cNvSpPr txBox="1"/>
          <p:nvPr/>
        </p:nvSpPr>
        <p:spPr>
          <a:xfrm>
            <a:off x="2928454" y="2003193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  <p:cxnSp>
        <p:nvCxnSpPr>
          <p:cNvPr id="36" name="Straight Arrow Connector 81">
            <a:extLst>
              <a:ext uri="{FF2B5EF4-FFF2-40B4-BE49-F238E27FC236}">
                <a16:creationId xmlns:a16="http://schemas.microsoft.com/office/drawing/2014/main" id="{3DE2B306-823A-E86B-7D03-DF7A85622EE5}"/>
              </a:ext>
            </a:extLst>
          </p:cNvPr>
          <p:cNvCxnSpPr>
            <a:cxnSpLocks/>
          </p:cNvCxnSpPr>
          <p:nvPr/>
        </p:nvCxnSpPr>
        <p:spPr>
          <a:xfrm>
            <a:off x="2346071" y="2556223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243A749-ADD6-EE6C-EE40-2AA14F676275}"/>
              </a:ext>
            </a:extLst>
          </p:cNvPr>
          <p:cNvSpPr txBox="1"/>
          <p:nvPr/>
        </p:nvSpPr>
        <p:spPr>
          <a:xfrm>
            <a:off x="2928454" y="231000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mock-server:8080/status/200</a:t>
            </a:r>
            <a:endParaRPr kumimoji="1" lang="ko-KR" altLang="en-US" sz="1000" i="1"/>
          </a:p>
        </p:txBody>
      </p:sp>
      <p:sp>
        <p:nvSpPr>
          <p:cNvPr id="38" name="호 37">
            <a:extLst>
              <a:ext uri="{FF2B5EF4-FFF2-40B4-BE49-F238E27FC236}">
                <a16:creationId xmlns:a16="http://schemas.microsoft.com/office/drawing/2014/main" id="{79EF7BB9-C6BD-D40F-9EC5-8BD92591603A}"/>
              </a:ext>
            </a:extLst>
          </p:cNvPr>
          <p:cNvSpPr/>
          <p:nvPr/>
        </p:nvSpPr>
        <p:spPr>
          <a:xfrm>
            <a:off x="6168329" y="2551713"/>
            <a:ext cx="291216" cy="740118"/>
          </a:xfrm>
          <a:prstGeom prst="arc">
            <a:avLst>
              <a:gd name="adj1" fmla="val 16200000"/>
              <a:gd name="adj2" fmla="val 5412057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240B6D-D301-6BF5-D225-127FC2B2F58A}"/>
              </a:ext>
            </a:extLst>
          </p:cNvPr>
          <p:cNvSpPr txBox="1"/>
          <p:nvPr/>
        </p:nvSpPr>
        <p:spPr>
          <a:xfrm>
            <a:off x="6337278" y="2802116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/>
              <a:t>3times</a:t>
            </a:r>
            <a:endParaRPr kumimoji="1" lang="ko-KR" altLang="en-US" sz="1000" i="1"/>
          </a:p>
        </p:txBody>
      </p:sp>
      <p:cxnSp>
        <p:nvCxnSpPr>
          <p:cNvPr id="40" name="Straight Arrow Connector 81">
            <a:extLst>
              <a:ext uri="{FF2B5EF4-FFF2-40B4-BE49-F238E27FC236}">
                <a16:creationId xmlns:a16="http://schemas.microsoft.com/office/drawing/2014/main" id="{CEB081EA-5EEC-6457-9E4C-C29E0264FC72}"/>
              </a:ext>
            </a:extLst>
          </p:cNvPr>
          <p:cNvCxnSpPr>
            <a:cxnSpLocks/>
          </p:cNvCxnSpPr>
          <p:nvPr/>
        </p:nvCxnSpPr>
        <p:spPr>
          <a:xfrm>
            <a:off x="2346071" y="2617486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34BF60F-6E76-00A6-4AC9-37698736C4D3}"/>
              </a:ext>
            </a:extLst>
          </p:cNvPr>
          <p:cNvSpPr txBox="1"/>
          <p:nvPr/>
        </p:nvSpPr>
        <p:spPr>
          <a:xfrm>
            <a:off x="2928454" y="261748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  <p:cxnSp>
        <p:nvCxnSpPr>
          <p:cNvPr id="42" name="Straight Arrow Connector 81">
            <a:extLst>
              <a:ext uri="{FF2B5EF4-FFF2-40B4-BE49-F238E27FC236}">
                <a16:creationId xmlns:a16="http://schemas.microsoft.com/office/drawing/2014/main" id="{EE5D3499-F3E7-9278-3769-7FB0F408E3D4}"/>
              </a:ext>
            </a:extLst>
          </p:cNvPr>
          <p:cNvCxnSpPr>
            <a:cxnSpLocks/>
          </p:cNvCxnSpPr>
          <p:nvPr/>
        </p:nvCxnSpPr>
        <p:spPr>
          <a:xfrm>
            <a:off x="2346071" y="2925813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458627A-3EA7-52A8-19CB-70908589A2E8}"/>
              </a:ext>
            </a:extLst>
          </p:cNvPr>
          <p:cNvSpPr txBox="1"/>
          <p:nvPr/>
        </p:nvSpPr>
        <p:spPr>
          <a:xfrm>
            <a:off x="2928454" y="267959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mock-server:8080/status/200</a:t>
            </a:r>
            <a:endParaRPr kumimoji="1" lang="ko-KR" altLang="en-US" sz="1000" i="1"/>
          </a:p>
        </p:txBody>
      </p:sp>
      <p:cxnSp>
        <p:nvCxnSpPr>
          <p:cNvPr id="44" name="Straight Arrow Connector 81">
            <a:extLst>
              <a:ext uri="{FF2B5EF4-FFF2-40B4-BE49-F238E27FC236}">
                <a16:creationId xmlns:a16="http://schemas.microsoft.com/office/drawing/2014/main" id="{AC11F974-8DE8-AD43-DBB2-2994B74E8904}"/>
              </a:ext>
            </a:extLst>
          </p:cNvPr>
          <p:cNvCxnSpPr>
            <a:cxnSpLocks/>
          </p:cNvCxnSpPr>
          <p:nvPr/>
        </p:nvCxnSpPr>
        <p:spPr>
          <a:xfrm>
            <a:off x="2346071" y="2987076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B9F73D7-4644-420E-6E92-A0B36281B7BF}"/>
              </a:ext>
            </a:extLst>
          </p:cNvPr>
          <p:cNvSpPr txBox="1"/>
          <p:nvPr/>
        </p:nvSpPr>
        <p:spPr>
          <a:xfrm>
            <a:off x="2928454" y="298707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  <p:cxnSp>
        <p:nvCxnSpPr>
          <p:cNvPr id="46" name="Straight Arrow Connector 81">
            <a:extLst>
              <a:ext uri="{FF2B5EF4-FFF2-40B4-BE49-F238E27FC236}">
                <a16:creationId xmlns:a16="http://schemas.microsoft.com/office/drawing/2014/main" id="{57BCC680-FCD5-624B-BBFA-46EEA3EFAE3E}"/>
              </a:ext>
            </a:extLst>
          </p:cNvPr>
          <p:cNvCxnSpPr>
            <a:cxnSpLocks/>
          </p:cNvCxnSpPr>
          <p:nvPr/>
        </p:nvCxnSpPr>
        <p:spPr>
          <a:xfrm>
            <a:off x="2346071" y="3294558"/>
            <a:ext cx="5697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5DE74D5-B66B-CE63-827F-D5AF34C7AFC1}"/>
              </a:ext>
            </a:extLst>
          </p:cNvPr>
          <p:cNvSpPr txBox="1"/>
          <p:nvPr/>
        </p:nvSpPr>
        <p:spPr>
          <a:xfrm>
            <a:off x="2928454" y="3048337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mock-server:8080/status/200</a:t>
            </a:r>
            <a:endParaRPr kumimoji="1" lang="ko-KR" altLang="en-US" sz="1000" i="1"/>
          </a:p>
        </p:txBody>
      </p:sp>
      <p:cxnSp>
        <p:nvCxnSpPr>
          <p:cNvPr id="51" name="Straight Arrow Connector 81">
            <a:extLst>
              <a:ext uri="{FF2B5EF4-FFF2-40B4-BE49-F238E27FC236}">
                <a16:creationId xmlns:a16="http://schemas.microsoft.com/office/drawing/2014/main" id="{95C23966-0E48-06F3-7FF8-F11F00E53A5D}"/>
              </a:ext>
            </a:extLst>
          </p:cNvPr>
          <p:cNvCxnSpPr>
            <a:cxnSpLocks/>
          </p:cNvCxnSpPr>
          <p:nvPr/>
        </p:nvCxnSpPr>
        <p:spPr>
          <a:xfrm>
            <a:off x="2346071" y="3909523"/>
            <a:ext cx="5697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A113F1B-85EE-B66E-8ADF-D8C430461B08}"/>
              </a:ext>
            </a:extLst>
          </p:cNvPr>
          <p:cNvSpPr txBox="1"/>
          <p:nvPr/>
        </p:nvSpPr>
        <p:spPr>
          <a:xfrm>
            <a:off x="2928454" y="3663302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mock-server:8080/status/200</a:t>
            </a:r>
            <a:endParaRPr kumimoji="1"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27176090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D8BC0-362D-14EE-5098-F76C2B5A4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29">
            <a:extLst>
              <a:ext uri="{FF2B5EF4-FFF2-40B4-BE49-F238E27FC236}">
                <a16:creationId xmlns:a16="http://schemas.microsoft.com/office/drawing/2014/main" id="{D01B1821-9F0D-BB8B-F841-12BC00A45ED0}"/>
              </a:ext>
            </a:extLst>
          </p:cNvPr>
          <p:cNvSpPr/>
          <p:nvPr/>
        </p:nvSpPr>
        <p:spPr>
          <a:xfrm>
            <a:off x="1763688" y="411510"/>
            <a:ext cx="1164765" cy="657290"/>
          </a:xfrm>
          <a:prstGeom prst="roundRect">
            <a:avLst>
              <a:gd name="adj" fmla="val 173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Pod</a:t>
            </a:r>
            <a:endParaRPr lang="ko-KR" altLang="en-US" sz="1000"/>
          </a:p>
        </p:txBody>
      </p:sp>
      <p:sp>
        <p:nvSpPr>
          <p:cNvPr id="5" name="사각형: 둥근 모서리 29">
            <a:extLst>
              <a:ext uri="{FF2B5EF4-FFF2-40B4-BE49-F238E27FC236}">
                <a16:creationId xmlns:a16="http://schemas.microsoft.com/office/drawing/2014/main" id="{90EECB49-034C-1BA9-0FCF-CCB4DE231C5B}"/>
              </a:ext>
            </a:extLst>
          </p:cNvPr>
          <p:cNvSpPr/>
          <p:nvPr/>
        </p:nvSpPr>
        <p:spPr>
          <a:xfrm>
            <a:off x="5724128" y="411510"/>
            <a:ext cx="1164765" cy="657290"/>
          </a:xfrm>
          <a:prstGeom prst="roundRect">
            <a:avLst>
              <a:gd name="adj" fmla="val 17374"/>
            </a:avLst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Pod</a:t>
            </a:r>
            <a:endParaRPr lang="ko-KR" altLang="en-US" sz="1000"/>
          </a:p>
        </p:txBody>
      </p:sp>
      <p:cxnSp>
        <p:nvCxnSpPr>
          <p:cNvPr id="8" name="Straight Arrow Connector 81">
            <a:extLst>
              <a:ext uri="{FF2B5EF4-FFF2-40B4-BE49-F238E27FC236}">
                <a16:creationId xmlns:a16="http://schemas.microsoft.com/office/drawing/2014/main" id="{99155572-EE10-0E76-CC22-41D55270BDE9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306511" y="1068800"/>
            <a:ext cx="0" cy="337515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4FC29E80-131D-CDD1-18FD-1B6BA39E899C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346071" y="1068800"/>
            <a:ext cx="0" cy="337515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81">
            <a:extLst>
              <a:ext uri="{FF2B5EF4-FFF2-40B4-BE49-F238E27FC236}">
                <a16:creationId xmlns:a16="http://schemas.microsoft.com/office/drawing/2014/main" id="{7A358CCC-C45E-5AB4-705E-1F8018AF1ECD}"/>
              </a:ext>
            </a:extLst>
          </p:cNvPr>
          <p:cNvCxnSpPr>
            <a:cxnSpLocks/>
          </p:cNvCxnSpPr>
          <p:nvPr/>
        </p:nvCxnSpPr>
        <p:spPr>
          <a:xfrm>
            <a:off x="2346071" y="1203596"/>
            <a:ext cx="5823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E4B68DE-38BC-3067-4244-964156DBFBED}"/>
              </a:ext>
            </a:extLst>
          </p:cNvPr>
          <p:cNvSpPr txBox="1"/>
          <p:nvPr/>
        </p:nvSpPr>
        <p:spPr>
          <a:xfrm>
            <a:off x="2928454" y="95737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mock-server:8080/status/200</a:t>
            </a:r>
            <a:endParaRPr kumimoji="1"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5126525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DAF6F-36A8-4218-B6A6-DDEC7E90E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DAEA3F-4B24-4A62-8C09-1B4372D30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3343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09E44-1A46-B2CD-E2CC-332E4151E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29">
            <a:extLst>
              <a:ext uri="{FF2B5EF4-FFF2-40B4-BE49-F238E27FC236}">
                <a16:creationId xmlns:a16="http://schemas.microsoft.com/office/drawing/2014/main" id="{BB8DF1DD-9531-EA2E-D38F-58866FCB8445}"/>
              </a:ext>
            </a:extLst>
          </p:cNvPr>
          <p:cNvSpPr/>
          <p:nvPr/>
        </p:nvSpPr>
        <p:spPr>
          <a:xfrm>
            <a:off x="1763688" y="411510"/>
            <a:ext cx="1164765" cy="657290"/>
          </a:xfrm>
          <a:prstGeom prst="roundRect">
            <a:avLst>
              <a:gd name="adj" fmla="val 173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Pod</a:t>
            </a:r>
            <a:endParaRPr lang="ko-KR" altLang="en-US" sz="1000"/>
          </a:p>
        </p:txBody>
      </p:sp>
      <p:sp>
        <p:nvSpPr>
          <p:cNvPr id="5" name="사각형: 둥근 모서리 29">
            <a:extLst>
              <a:ext uri="{FF2B5EF4-FFF2-40B4-BE49-F238E27FC236}">
                <a16:creationId xmlns:a16="http://schemas.microsoft.com/office/drawing/2014/main" id="{EFA98641-E4C7-C964-894E-4667869452D9}"/>
              </a:ext>
            </a:extLst>
          </p:cNvPr>
          <p:cNvSpPr/>
          <p:nvPr/>
        </p:nvSpPr>
        <p:spPr>
          <a:xfrm>
            <a:off x="5724128" y="411510"/>
            <a:ext cx="1164765" cy="657290"/>
          </a:xfrm>
          <a:prstGeom prst="roundRect">
            <a:avLst>
              <a:gd name="adj" fmla="val 173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Pod</a:t>
            </a:r>
            <a:endParaRPr lang="ko-KR" altLang="en-US" sz="1000"/>
          </a:p>
        </p:txBody>
      </p:sp>
      <p:cxnSp>
        <p:nvCxnSpPr>
          <p:cNvPr id="8" name="Straight Arrow Connector 81">
            <a:extLst>
              <a:ext uri="{FF2B5EF4-FFF2-40B4-BE49-F238E27FC236}">
                <a16:creationId xmlns:a16="http://schemas.microsoft.com/office/drawing/2014/main" id="{0C4CAD2A-6379-3AE5-B5B8-902E4AC0101C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306511" y="1068800"/>
            <a:ext cx="0" cy="337515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D961DCA0-D61E-6625-AB46-B154CE3861F3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346071" y="1068800"/>
            <a:ext cx="0" cy="337515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81">
            <a:extLst>
              <a:ext uri="{FF2B5EF4-FFF2-40B4-BE49-F238E27FC236}">
                <a16:creationId xmlns:a16="http://schemas.microsoft.com/office/drawing/2014/main" id="{5E08A13B-8278-3746-8100-C6817BAB4EC2}"/>
              </a:ext>
            </a:extLst>
          </p:cNvPr>
          <p:cNvCxnSpPr>
            <a:cxnSpLocks/>
          </p:cNvCxnSpPr>
          <p:nvPr/>
        </p:nvCxnSpPr>
        <p:spPr>
          <a:xfrm>
            <a:off x="2346071" y="1203596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163CE11-D96A-B719-EDAF-8395F8C9E007}"/>
              </a:ext>
            </a:extLst>
          </p:cNvPr>
          <p:cNvSpPr txBox="1"/>
          <p:nvPr/>
        </p:nvSpPr>
        <p:spPr>
          <a:xfrm>
            <a:off x="2928454" y="95737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mock-server:8080/delay/10000</a:t>
            </a:r>
            <a:endParaRPr kumimoji="1" lang="ko-KR" altLang="en-US" sz="1000" i="1"/>
          </a:p>
        </p:txBody>
      </p:sp>
      <p:cxnSp>
        <p:nvCxnSpPr>
          <p:cNvPr id="23" name="Straight Arrow Connector 81">
            <a:extLst>
              <a:ext uri="{FF2B5EF4-FFF2-40B4-BE49-F238E27FC236}">
                <a16:creationId xmlns:a16="http://schemas.microsoft.com/office/drawing/2014/main" id="{3219319F-9135-83F3-F4F8-15C128726505}"/>
              </a:ext>
            </a:extLst>
          </p:cNvPr>
          <p:cNvCxnSpPr>
            <a:cxnSpLocks/>
          </p:cNvCxnSpPr>
          <p:nvPr/>
        </p:nvCxnSpPr>
        <p:spPr>
          <a:xfrm>
            <a:off x="2346071" y="1626621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B319C13-7B9D-3C05-92F4-9A6BE4F1F413}"/>
              </a:ext>
            </a:extLst>
          </p:cNvPr>
          <p:cNvSpPr txBox="1"/>
          <p:nvPr/>
        </p:nvSpPr>
        <p:spPr>
          <a:xfrm>
            <a:off x="2928454" y="1380400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  <p:cxnSp>
        <p:nvCxnSpPr>
          <p:cNvPr id="3" name="Straight Arrow Connector 81">
            <a:extLst>
              <a:ext uri="{FF2B5EF4-FFF2-40B4-BE49-F238E27FC236}">
                <a16:creationId xmlns:a16="http://schemas.microsoft.com/office/drawing/2014/main" id="{87A44243-E44E-5801-484D-9B8DB8DBAAD4}"/>
              </a:ext>
            </a:extLst>
          </p:cNvPr>
          <p:cNvCxnSpPr>
            <a:cxnSpLocks/>
          </p:cNvCxnSpPr>
          <p:nvPr/>
        </p:nvCxnSpPr>
        <p:spPr>
          <a:xfrm>
            <a:off x="2346071" y="1707654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43B22D4-C705-035A-ED97-B5FE0C281860}"/>
              </a:ext>
            </a:extLst>
          </p:cNvPr>
          <p:cNvSpPr txBox="1"/>
          <p:nvPr/>
        </p:nvSpPr>
        <p:spPr>
          <a:xfrm>
            <a:off x="2928454" y="1707653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9202027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1010A-A1EF-2B1B-F120-E35D3BB08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29">
            <a:extLst>
              <a:ext uri="{FF2B5EF4-FFF2-40B4-BE49-F238E27FC236}">
                <a16:creationId xmlns:a16="http://schemas.microsoft.com/office/drawing/2014/main" id="{420FBD69-F2A8-B166-5018-CAAAFA067EF0}"/>
              </a:ext>
            </a:extLst>
          </p:cNvPr>
          <p:cNvSpPr/>
          <p:nvPr/>
        </p:nvSpPr>
        <p:spPr>
          <a:xfrm>
            <a:off x="1763688" y="411510"/>
            <a:ext cx="1164765" cy="657290"/>
          </a:xfrm>
          <a:prstGeom prst="roundRect">
            <a:avLst>
              <a:gd name="adj" fmla="val 173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shell</a:t>
            </a:r>
          </a:p>
          <a:p>
            <a:pPr algn="ctr"/>
            <a:r>
              <a:rPr lang="en-US" altLang="ko-KR" sz="1000"/>
              <a:t>Pod</a:t>
            </a:r>
            <a:endParaRPr lang="ko-KR" altLang="en-US" sz="1000"/>
          </a:p>
        </p:txBody>
      </p:sp>
      <p:sp>
        <p:nvSpPr>
          <p:cNvPr id="5" name="사각형: 둥근 모서리 29">
            <a:extLst>
              <a:ext uri="{FF2B5EF4-FFF2-40B4-BE49-F238E27FC236}">
                <a16:creationId xmlns:a16="http://schemas.microsoft.com/office/drawing/2014/main" id="{B03BC163-5975-9200-B868-5F3417050237}"/>
              </a:ext>
            </a:extLst>
          </p:cNvPr>
          <p:cNvSpPr/>
          <p:nvPr/>
        </p:nvSpPr>
        <p:spPr>
          <a:xfrm>
            <a:off x="5724128" y="411510"/>
            <a:ext cx="1164765" cy="657290"/>
          </a:xfrm>
          <a:prstGeom prst="roundRect">
            <a:avLst>
              <a:gd name="adj" fmla="val 173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mock-server</a:t>
            </a:r>
          </a:p>
          <a:p>
            <a:pPr algn="ctr"/>
            <a:r>
              <a:rPr lang="en-US" altLang="ko-KR" sz="1000"/>
              <a:t>Pod</a:t>
            </a:r>
            <a:endParaRPr lang="ko-KR" altLang="en-US" sz="1000"/>
          </a:p>
        </p:txBody>
      </p:sp>
      <p:cxnSp>
        <p:nvCxnSpPr>
          <p:cNvPr id="8" name="Straight Arrow Connector 81">
            <a:extLst>
              <a:ext uri="{FF2B5EF4-FFF2-40B4-BE49-F238E27FC236}">
                <a16:creationId xmlns:a16="http://schemas.microsoft.com/office/drawing/2014/main" id="{94359EBC-A245-048F-782D-5D58A081B510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306511" y="1068800"/>
            <a:ext cx="0" cy="337515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81">
            <a:extLst>
              <a:ext uri="{FF2B5EF4-FFF2-40B4-BE49-F238E27FC236}">
                <a16:creationId xmlns:a16="http://schemas.microsoft.com/office/drawing/2014/main" id="{ED7FD069-C200-2BF6-4EAA-53C326ED95AB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346071" y="1068800"/>
            <a:ext cx="0" cy="337515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DAD27EB-1403-DA88-312B-D642AFA325C3}"/>
              </a:ext>
            </a:extLst>
          </p:cNvPr>
          <p:cNvSpPr txBox="1"/>
          <p:nvPr/>
        </p:nvSpPr>
        <p:spPr>
          <a:xfrm>
            <a:off x="2928454" y="957375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GET </a:t>
            </a:r>
            <a:r>
              <a:rPr lang="en" altLang="ko-KR" sz="1000" i="1"/>
              <a:t>mock-server:8080/disconnect/1000</a:t>
            </a:r>
            <a:endParaRPr kumimoji="1" lang="ko-KR" altLang="en-US" sz="1000" i="1"/>
          </a:p>
        </p:txBody>
      </p:sp>
      <p:cxnSp>
        <p:nvCxnSpPr>
          <p:cNvPr id="17" name="Straight Arrow Connector 81">
            <a:extLst>
              <a:ext uri="{FF2B5EF4-FFF2-40B4-BE49-F238E27FC236}">
                <a16:creationId xmlns:a16="http://schemas.microsoft.com/office/drawing/2014/main" id="{436B011A-667C-46AE-C8E9-B18CDC602A04}"/>
              </a:ext>
            </a:extLst>
          </p:cNvPr>
          <p:cNvCxnSpPr>
            <a:cxnSpLocks/>
          </p:cNvCxnSpPr>
          <p:nvPr/>
        </p:nvCxnSpPr>
        <p:spPr>
          <a:xfrm>
            <a:off x="2346071" y="1203596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81">
            <a:extLst>
              <a:ext uri="{FF2B5EF4-FFF2-40B4-BE49-F238E27FC236}">
                <a16:creationId xmlns:a16="http://schemas.microsoft.com/office/drawing/2014/main" id="{684F40FA-3A5E-FEB2-616D-BA19202EB181}"/>
              </a:ext>
            </a:extLst>
          </p:cNvPr>
          <p:cNvCxnSpPr>
            <a:cxnSpLocks/>
          </p:cNvCxnSpPr>
          <p:nvPr/>
        </p:nvCxnSpPr>
        <p:spPr>
          <a:xfrm>
            <a:off x="2346071" y="1626621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E0BA1D4-B024-B064-7724-67AE51A28462}"/>
              </a:ext>
            </a:extLst>
          </p:cNvPr>
          <p:cNvSpPr txBox="1"/>
          <p:nvPr/>
        </p:nvSpPr>
        <p:spPr>
          <a:xfrm>
            <a:off x="2928454" y="1380400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  <p:cxnSp>
        <p:nvCxnSpPr>
          <p:cNvPr id="3" name="Straight Arrow Connector 81">
            <a:extLst>
              <a:ext uri="{FF2B5EF4-FFF2-40B4-BE49-F238E27FC236}">
                <a16:creationId xmlns:a16="http://schemas.microsoft.com/office/drawing/2014/main" id="{7F1FACCB-BF9D-CEFF-3216-166A4F284CBA}"/>
              </a:ext>
            </a:extLst>
          </p:cNvPr>
          <p:cNvCxnSpPr>
            <a:cxnSpLocks/>
          </p:cNvCxnSpPr>
          <p:nvPr/>
        </p:nvCxnSpPr>
        <p:spPr>
          <a:xfrm>
            <a:off x="2346071" y="1707654"/>
            <a:ext cx="396044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3E18ABD-7A7A-1CF9-530F-DBA604B703DA}"/>
              </a:ext>
            </a:extLst>
          </p:cNvPr>
          <p:cNvSpPr txBox="1"/>
          <p:nvPr/>
        </p:nvSpPr>
        <p:spPr>
          <a:xfrm>
            <a:off x="2928454" y="1707653"/>
            <a:ext cx="2795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TCP RST</a:t>
            </a:r>
            <a:endParaRPr kumimoji="1" lang="ko-KR" altLang="en-US" sz="1000" i="1"/>
          </a:p>
        </p:txBody>
      </p:sp>
      <p:sp>
        <p:nvSpPr>
          <p:cNvPr id="9" name="호 8">
            <a:extLst>
              <a:ext uri="{FF2B5EF4-FFF2-40B4-BE49-F238E27FC236}">
                <a16:creationId xmlns:a16="http://schemas.microsoft.com/office/drawing/2014/main" id="{98D0E240-0273-A2AC-C50C-ED9A814C4DFB}"/>
              </a:ext>
            </a:extLst>
          </p:cNvPr>
          <p:cNvSpPr/>
          <p:nvPr/>
        </p:nvSpPr>
        <p:spPr>
          <a:xfrm>
            <a:off x="6168328" y="1199085"/>
            <a:ext cx="276365" cy="423019"/>
          </a:xfrm>
          <a:prstGeom prst="arc">
            <a:avLst>
              <a:gd name="adj1" fmla="val 16200000"/>
              <a:gd name="adj2" fmla="val 5389298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F432B1-B870-B44F-43D4-63BC2E1FC2E5}"/>
              </a:ext>
            </a:extLst>
          </p:cNvPr>
          <p:cNvSpPr txBox="1"/>
          <p:nvPr/>
        </p:nvSpPr>
        <p:spPr>
          <a:xfrm>
            <a:off x="6337278" y="1287483"/>
            <a:ext cx="6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i="1"/>
              <a:t>1000ms</a:t>
            </a:r>
            <a:endParaRPr kumimoji="1"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2069309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65376</TotalTime>
  <Words>1874</Words>
  <Application>Microsoft Macintosh PowerPoint</Application>
  <PresentationFormat>화면 슬라이드 쇼(16:9)</PresentationFormat>
  <Paragraphs>785</Paragraphs>
  <Slides>52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5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5663</cp:revision>
  <dcterms:created xsi:type="dcterms:W3CDTF">2006-10-05T04:04:58Z</dcterms:created>
  <dcterms:modified xsi:type="dcterms:W3CDTF">2026-08-31T16:25:13Z</dcterms:modified>
</cp:coreProperties>
</file>
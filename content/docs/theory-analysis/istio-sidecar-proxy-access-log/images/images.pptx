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98" r:id="rId2"/>
    <p:sldId id="403" r:id="rId3"/>
    <p:sldId id="399" r:id="rId4"/>
    <p:sldId id="400" r:id="rId5"/>
    <p:sldId id="401" r:id="rId6"/>
    <p:sldId id="402" r:id="rId7"/>
    <p:sldId id="404" r:id="rId8"/>
    <p:sldId id="405" r:id="rId9"/>
    <p:sldId id="408" r:id="rId10"/>
    <p:sldId id="407" r:id="rId11"/>
    <p:sldId id="409" r:id="rId12"/>
    <p:sldId id="410" r:id="rId13"/>
    <p:sldId id="387" r:id="rId14"/>
    <p:sldId id="411" r:id="rId15"/>
    <p:sldId id="412" r:id="rId16"/>
    <p:sldId id="392" r:id="rId17"/>
    <p:sldId id="393" r:id="rId18"/>
    <p:sldId id="394" r:id="rId19"/>
    <p:sldId id="395" r:id="rId20"/>
    <p:sldId id="396" r:id="rId21"/>
    <p:sldId id="397" r:id="rId22"/>
    <p:sldId id="391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1403648" y="1347614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164122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1518227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199322" y="133660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560319" y="2216434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560318" y="150985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560318" y="81067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BBEB9EAA-A657-70C3-8A9B-3F1FE4578D30}"/>
              </a:ext>
            </a:extLst>
          </p:cNvPr>
          <p:cNvCxnSpPr>
            <a:cxnSpLocks/>
            <a:stCxn id="4" idx="0"/>
            <a:endCxn id="9" idx="1"/>
          </p:cNvCxnSpPr>
          <p:nvPr/>
        </p:nvCxnSpPr>
        <p:spPr>
          <a:xfrm rot="5400000" flipH="1" flipV="1">
            <a:off x="2669673" y="627582"/>
            <a:ext cx="444585" cy="133670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199322" y="203578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A0EE3E5F-4068-AB1E-B7CC-8A379D49124F}"/>
              </a:ext>
            </a:extLst>
          </p:cNvPr>
          <p:cNvCxnSpPr>
            <a:cxnSpLocks/>
            <a:stCxn id="2" idx="3"/>
            <a:endCxn id="5" idx="2"/>
          </p:cNvCxnSpPr>
          <p:nvPr/>
        </p:nvCxnSpPr>
        <p:spPr>
          <a:xfrm flipV="1">
            <a:off x="4838326" y="2031502"/>
            <a:ext cx="1345726" cy="44789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434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0612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59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561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728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E257327-B64B-9A46-A341-CBD1AFEA4E15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F637E9A8-D8B4-2B4A-B456-A83F5872381A}"/>
              </a:ext>
            </a:extLst>
          </p:cNvPr>
          <p:cNvSpPr/>
          <p:nvPr/>
        </p:nvSpPr>
        <p:spPr>
          <a:xfrm>
            <a:off x="4977893" y="2588526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20</a:t>
            </a:r>
            <a:endParaRPr lang="ko-KR" altLang="en-US" sz="900" b="1"/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4C9A5755-7EE7-5F49-9BBC-125AF736DFB8}"/>
              </a:ext>
            </a:extLst>
          </p:cNvPr>
          <p:cNvSpPr/>
          <p:nvPr/>
        </p:nvSpPr>
        <p:spPr>
          <a:xfrm>
            <a:off x="6798080" y="2582202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80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619341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108468" y="1995686"/>
            <a:ext cx="2189067" cy="1625039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198627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5A3B18EA-035A-9A4B-B9EA-839ED9F83C51}"/>
              </a:ext>
            </a:extLst>
          </p:cNvPr>
          <p:cNvSpPr/>
          <p:nvPr/>
        </p:nvSpPr>
        <p:spPr>
          <a:xfrm>
            <a:off x="92936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39" name="사각형: 둥근 모서리 29">
            <a:extLst>
              <a:ext uri="{FF2B5EF4-FFF2-40B4-BE49-F238E27FC236}">
                <a16:creationId xmlns:a16="http://schemas.microsoft.com/office/drawing/2014/main" id="{152B2FD7-269F-4545-B5FC-B7A81DD16EA8}"/>
              </a:ext>
            </a:extLst>
          </p:cNvPr>
          <p:cNvSpPr/>
          <p:nvPr/>
        </p:nvSpPr>
        <p:spPr>
          <a:xfrm>
            <a:off x="2903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0" name="사각형: 둥근 모서리 29">
            <a:extLst>
              <a:ext uri="{FF2B5EF4-FFF2-40B4-BE49-F238E27FC236}">
                <a16:creationId xmlns:a16="http://schemas.microsoft.com/office/drawing/2014/main" id="{3D95BA5C-BF69-1840-9C86-39A47818FA08}"/>
              </a:ext>
            </a:extLst>
          </p:cNvPr>
          <p:cNvSpPr/>
          <p:nvPr/>
        </p:nvSpPr>
        <p:spPr>
          <a:xfrm>
            <a:off x="1566794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6" name="사각형: 둥근 모서리 29">
            <a:extLst>
              <a:ext uri="{FF2B5EF4-FFF2-40B4-BE49-F238E27FC236}">
                <a16:creationId xmlns:a16="http://schemas.microsoft.com/office/drawing/2014/main" id="{4A221CAB-409F-AC41-AD7D-5A021A256F3D}"/>
              </a:ext>
            </a:extLst>
          </p:cNvPr>
          <p:cNvSpPr/>
          <p:nvPr/>
        </p:nvSpPr>
        <p:spPr>
          <a:xfrm>
            <a:off x="2378791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57" name="사각형: 둥근 모서리 29">
            <a:extLst>
              <a:ext uri="{FF2B5EF4-FFF2-40B4-BE49-F238E27FC236}">
                <a16:creationId xmlns:a16="http://schemas.microsoft.com/office/drawing/2014/main" id="{1FA6D55E-65C0-414C-AA46-FB4B0B157E0A}"/>
              </a:ext>
            </a:extLst>
          </p:cNvPr>
          <p:cNvSpPr/>
          <p:nvPr/>
        </p:nvSpPr>
        <p:spPr>
          <a:xfrm>
            <a:off x="2468950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58" name="사각형: 둥근 모서리 29">
            <a:extLst>
              <a:ext uri="{FF2B5EF4-FFF2-40B4-BE49-F238E27FC236}">
                <a16:creationId xmlns:a16="http://schemas.microsoft.com/office/drawing/2014/main" id="{AA86D1B0-D5D4-3A4C-A2AC-37553576AFDB}"/>
              </a:ext>
            </a:extLst>
          </p:cNvPr>
          <p:cNvSpPr/>
          <p:nvPr/>
        </p:nvSpPr>
        <p:spPr>
          <a:xfrm>
            <a:off x="319968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9" name="사각형: 둥근 모서리 29">
            <a:extLst>
              <a:ext uri="{FF2B5EF4-FFF2-40B4-BE49-F238E27FC236}">
                <a16:creationId xmlns:a16="http://schemas.microsoft.com/office/drawing/2014/main" id="{4BF036EC-6320-8346-86CD-B9410C8A6E19}"/>
              </a:ext>
            </a:extLst>
          </p:cNvPr>
          <p:cNvSpPr/>
          <p:nvPr/>
        </p:nvSpPr>
        <p:spPr>
          <a:xfrm>
            <a:off x="256068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0" name="사각형: 둥근 모서리 29">
            <a:extLst>
              <a:ext uri="{FF2B5EF4-FFF2-40B4-BE49-F238E27FC236}">
                <a16:creationId xmlns:a16="http://schemas.microsoft.com/office/drawing/2014/main" id="{A3C3EA20-D46F-6B4D-B484-5FBF64BA3F01}"/>
              </a:ext>
            </a:extLst>
          </p:cNvPr>
          <p:cNvSpPr/>
          <p:nvPr/>
        </p:nvSpPr>
        <p:spPr>
          <a:xfrm>
            <a:off x="3837117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1" name="사각형: 둥근 모서리 29">
            <a:extLst>
              <a:ext uri="{FF2B5EF4-FFF2-40B4-BE49-F238E27FC236}">
                <a16:creationId xmlns:a16="http://schemas.microsoft.com/office/drawing/2014/main" id="{0A2ECE38-BD93-B74F-A5F7-ECDF15F62E46}"/>
              </a:ext>
            </a:extLst>
          </p:cNvPr>
          <p:cNvSpPr/>
          <p:nvPr/>
        </p:nvSpPr>
        <p:spPr>
          <a:xfrm>
            <a:off x="4649114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2" name="사각형: 둥근 모서리 29">
            <a:extLst>
              <a:ext uri="{FF2B5EF4-FFF2-40B4-BE49-F238E27FC236}">
                <a16:creationId xmlns:a16="http://schemas.microsoft.com/office/drawing/2014/main" id="{3BC9D4CE-5D12-DC48-9043-F7373229B4D4}"/>
              </a:ext>
            </a:extLst>
          </p:cNvPr>
          <p:cNvSpPr/>
          <p:nvPr/>
        </p:nvSpPr>
        <p:spPr>
          <a:xfrm>
            <a:off x="4739273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3" name="사각형: 둥근 모서리 29">
            <a:extLst>
              <a:ext uri="{FF2B5EF4-FFF2-40B4-BE49-F238E27FC236}">
                <a16:creationId xmlns:a16="http://schemas.microsoft.com/office/drawing/2014/main" id="{D015331B-685D-C34B-BE32-8BF1BB842BE1}"/>
              </a:ext>
            </a:extLst>
          </p:cNvPr>
          <p:cNvSpPr/>
          <p:nvPr/>
        </p:nvSpPr>
        <p:spPr>
          <a:xfrm>
            <a:off x="547001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4" name="사각형: 둥근 모서리 29">
            <a:extLst>
              <a:ext uri="{FF2B5EF4-FFF2-40B4-BE49-F238E27FC236}">
                <a16:creationId xmlns:a16="http://schemas.microsoft.com/office/drawing/2014/main" id="{0F967C67-4C30-314D-ACBD-6E0B53EB7889}"/>
              </a:ext>
            </a:extLst>
          </p:cNvPr>
          <p:cNvSpPr/>
          <p:nvPr/>
        </p:nvSpPr>
        <p:spPr>
          <a:xfrm>
            <a:off x="483100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5" name="사각형: 둥근 모서리 29">
            <a:extLst>
              <a:ext uri="{FF2B5EF4-FFF2-40B4-BE49-F238E27FC236}">
                <a16:creationId xmlns:a16="http://schemas.microsoft.com/office/drawing/2014/main" id="{1036DB88-3B2A-C343-93FD-E37E4C5F8F29}"/>
              </a:ext>
            </a:extLst>
          </p:cNvPr>
          <p:cNvSpPr/>
          <p:nvPr/>
        </p:nvSpPr>
        <p:spPr>
          <a:xfrm>
            <a:off x="6107440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6" name="사각형: 둥근 모서리 29">
            <a:extLst>
              <a:ext uri="{FF2B5EF4-FFF2-40B4-BE49-F238E27FC236}">
                <a16:creationId xmlns:a16="http://schemas.microsoft.com/office/drawing/2014/main" id="{733F9388-9EFA-6344-ADE7-16848AA42823}"/>
              </a:ext>
            </a:extLst>
          </p:cNvPr>
          <p:cNvSpPr/>
          <p:nvPr/>
        </p:nvSpPr>
        <p:spPr>
          <a:xfrm>
            <a:off x="6919437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7" name="사각형: 둥근 모서리 29">
            <a:extLst>
              <a:ext uri="{FF2B5EF4-FFF2-40B4-BE49-F238E27FC236}">
                <a16:creationId xmlns:a16="http://schemas.microsoft.com/office/drawing/2014/main" id="{D9B2C655-0801-9E4C-8E2C-50B1606A001F}"/>
              </a:ext>
            </a:extLst>
          </p:cNvPr>
          <p:cNvSpPr/>
          <p:nvPr/>
        </p:nvSpPr>
        <p:spPr>
          <a:xfrm>
            <a:off x="7009596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8" name="사각형: 둥근 모서리 29">
            <a:extLst>
              <a:ext uri="{FF2B5EF4-FFF2-40B4-BE49-F238E27FC236}">
                <a16:creationId xmlns:a16="http://schemas.microsoft.com/office/drawing/2014/main" id="{63597B7B-6E3C-EF40-9B63-1F6C7165B9BD}"/>
              </a:ext>
            </a:extLst>
          </p:cNvPr>
          <p:cNvSpPr/>
          <p:nvPr/>
        </p:nvSpPr>
        <p:spPr>
          <a:xfrm>
            <a:off x="7740335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9" name="사각형: 둥근 모서리 29">
            <a:extLst>
              <a:ext uri="{FF2B5EF4-FFF2-40B4-BE49-F238E27FC236}">
                <a16:creationId xmlns:a16="http://schemas.microsoft.com/office/drawing/2014/main" id="{6E6B131C-A6C8-1149-BE88-4711EB29DE82}"/>
              </a:ext>
            </a:extLst>
          </p:cNvPr>
          <p:cNvSpPr/>
          <p:nvPr/>
        </p:nvSpPr>
        <p:spPr>
          <a:xfrm>
            <a:off x="710133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0" name="사각형: 둥근 모서리 29">
            <a:extLst>
              <a:ext uri="{FF2B5EF4-FFF2-40B4-BE49-F238E27FC236}">
                <a16:creationId xmlns:a16="http://schemas.microsoft.com/office/drawing/2014/main" id="{CA4CD21A-F636-DD42-B0E4-5244FD332C8C}"/>
              </a:ext>
            </a:extLst>
          </p:cNvPr>
          <p:cNvSpPr/>
          <p:nvPr/>
        </p:nvSpPr>
        <p:spPr>
          <a:xfrm>
            <a:off x="83777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198627" y="1910613"/>
            <a:ext cx="1224136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myshell-kr-a 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969482" y="1732721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Service</a:t>
            </a:r>
            <a:endParaRPr lang="ko-KR" altLang="en-US" sz="90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19D2ACE-B887-AD4D-950D-92E6C10FD86B}"/>
              </a:ext>
            </a:extLst>
          </p:cNvPr>
          <p:cNvCxnSpPr>
            <a:cxnSpLocks/>
          </p:cNvCxnSpPr>
          <p:nvPr/>
        </p:nvCxnSpPr>
        <p:spPr>
          <a:xfrm flipH="1">
            <a:off x="1307334" y="1297688"/>
            <a:ext cx="3431939" cy="515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0549765-AC56-BB4E-85C8-69D67A6BDA5B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30764" y="730888"/>
            <a:ext cx="349961" cy="34054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63D0452D-63F0-B447-BAF1-415A1116037D}"/>
              </a:ext>
            </a:extLst>
          </p:cNvPr>
          <p:cNvCxnSpPr>
            <a:cxnSpLocks/>
            <a:stCxn id="72" idx="2"/>
            <a:endCxn id="57" idx="0"/>
          </p:cNvCxnSpPr>
          <p:nvPr/>
        </p:nvCxnSpPr>
        <p:spPr>
          <a:xfrm rot="5400000">
            <a:off x="3865925" y="1866049"/>
            <a:ext cx="349961" cy="11351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38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43455</TotalTime>
  <Words>859</Words>
  <Application>Microsoft Macintosh PowerPoint</Application>
  <PresentationFormat>화면 슬라이드 쇼(16:9)</PresentationFormat>
  <Paragraphs>328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5465</cp:revision>
  <dcterms:created xsi:type="dcterms:W3CDTF">2006-10-05T04:04:58Z</dcterms:created>
  <dcterms:modified xsi:type="dcterms:W3CDTF">2025-12-28T12:58:29Z</dcterms:modified>
</cp:coreProperties>
</file>
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398" r:id="rId2"/>
    <p:sldId id="425" r:id="rId3"/>
    <p:sldId id="421" r:id="rId4"/>
    <p:sldId id="422" r:id="rId5"/>
    <p:sldId id="423" r:id="rId6"/>
    <p:sldId id="419" r:id="rId7"/>
    <p:sldId id="420" r:id="rId8"/>
    <p:sldId id="426" r:id="rId9"/>
    <p:sldId id="427" r:id="rId10"/>
    <p:sldId id="424" r:id="rId11"/>
    <p:sldId id="413" r:id="rId12"/>
    <p:sldId id="414" r:id="rId13"/>
    <p:sldId id="415" r:id="rId14"/>
    <p:sldId id="403" r:id="rId15"/>
    <p:sldId id="399" r:id="rId16"/>
    <p:sldId id="400" r:id="rId17"/>
    <p:sldId id="401" r:id="rId18"/>
    <p:sldId id="402" r:id="rId19"/>
    <p:sldId id="404" r:id="rId20"/>
    <p:sldId id="405" r:id="rId21"/>
    <p:sldId id="408" r:id="rId22"/>
    <p:sldId id="407" r:id="rId23"/>
    <p:sldId id="409" r:id="rId24"/>
    <p:sldId id="410" r:id="rId25"/>
    <p:sldId id="387" r:id="rId26"/>
    <p:sldId id="411" r:id="rId27"/>
    <p:sldId id="412" r:id="rId28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신 정섭" initials="신정" lastIdx="1" clrIdx="0">
    <p:extLst>
      <p:ext uri="{19B8F6BF-5375-455C-9EA6-DF929625EA0E}">
        <p15:presenceInfo xmlns:p15="http://schemas.microsoft.com/office/powerpoint/2012/main" userId="2e700d248d2395d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787" autoAdjust="0"/>
    <p:restoredTop sz="93091" autoAdjust="0"/>
  </p:normalViewPr>
  <p:slideViewPr>
    <p:cSldViewPr>
      <p:cViewPr>
        <p:scale>
          <a:sx n="200" d="100"/>
          <a:sy n="200" d="100"/>
        </p:scale>
        <p:origin x="360" y="176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commentAuthors" Target="commentAuthor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B719D-B266-16CC-C562-6996970E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E5905F3A-7036-4CDE-4198-9FB6D36A9AAF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4450617" y="206253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85641599-95DD-45BF-D4F4-3A50F04D2562}"/>
              </a:ext>
            </a:extLst>
          </p:cNvPr>
          <p:cNvSpPr/>
          <p:nvPr/>
        </p:nvSpPr>
        <p:spPr>
          <a:xfrm>
            <a:off x="3811614" y="2942365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26E044F-1A65-8804-CFC2-46BCCA04155E}"/>
              </a:ext>
            </a:extLst>
          </p:cNvPr>
          <p:cNvSpPr/>
          <p:nvPr/>
        </p:nvSpPr>
        <p:spPr>
          <a:xfrm>
            <a:off x="3811613" y="2235787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6A93278C-E31C-E585-CF63-674AB91E87C7}"/>
              </a:ext>
            </a:extLst>
          </p:cNvPr>
          <p:cNvSpPr/>
          <p:nvPr/>
        </p:nvSpPr>
        <p:spPr>
          <a:xfrm>
            <a:off x="3811613" y="1536608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7222323-B67F-18C2-875C-D82748BDCA4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4450617" y="276171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0BF34E4E-D819-D227-3EB9-B02A8298008D}"/>
              </a:ext>
            </a:extLst>
          </p:cNvPr>
          <p:cNvSpPr/>
          <p:nvPr/>
        </p:nvSpPr>
        <p:spPr>
          <a:xfrm>
            <a:off x="89959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E097F662-9C91-B3D9-B15F-F660A0526DEF}"/>
              </a:ext>
            </a:extLst>
          </p:cNvPr>
          <p:cNvSpPr/>
          <p:nvPr/>
        </p:nvSpPr>
        <p:spPr>
          <a:xfrm>
            <a:off x="99010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C6C9454E-4573-AF98-DEF0-375D7AED75F1}"/>
              </a:ext>
            </a:extLst>
          </p:cNvPr>
          <p:cNvSpPr/>
          <p:nvPr/>
        </p:nvSpPr>
        <p:spPr>
          <a:xfrm>
            <a:off x="2377097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7BCD3A1A-69FC-D273-70A9-D694743F2497}"/>
              </a:ext>
            </a:extLst>
          </p:cNvPr>
          <p:cNvSpPr/>
          <p:nvPr/>
        </p:nvSpPr>
        <p:spPr>
          <a:xfrm>
            <a:off x="1087860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0" name="Straight Arrow Connector 81">
            <a:extLst>
              <a:ext uri="{FF2B5EF4-FFF2-40B4-BE49-F238E27FC236}">
                <a16:creationId xmlns:a16="http://schemas.microsoft.com/office/drawing/2014/main" id="{AFA355D9-47D5-662F-1A7B-8C2D92C053B5}"/>
              </a:ext>
            </a:extLst>
          </p:cNvPr>
          <p:cNvCxnSpPr>
            <a:cxnSpLocks/>
            <a:stCxn id="29" idx="3"/>
            <a:endCxn id="28" idx="1"/>
          </p:cNvCxnSpPr>
          <p:nvPr/>
        </p:nvCxnSpPr>
        <p:spPr>
          <a:xfrm>
            <a:off x="2077317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A87D3520-DD14-E30C-4291-1C37B4DCDB91}"/>
              </a:ext>
            </a:extLst>
          </p:cNvPr>
          <p:cNvSpPr/>
          <p:nvPr/>
        </p:nvSpPr>
        <p:spPr>
          <a:xfrm>
            <a:off x="545057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32" name="사각형: 둥근 모서리 29">
            <a:extLst>
              <a:ext uri="{FF2B5EF4-FFF2-40B4-BE49-F238E27FC236}">
                <a16:creationId xmlns:a16="http://schemas.microsoft.com/office/drawing/2014/main" id="{213B2CC5-D52F-D2A4-CADD-7C6EA9B23701}"/>
              </a:ext>
            </a:extLst>
          </p:cNvPr>
          <p:cNvSpPr/>
          <p:nvPr/>
        </p:nvSpPr>
        <p:spPr>
          <a:xfrm>
            <a:off x="554108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3" name="사각형: 둥근 모서리 29">
            <a:extLst>
              <a:ext uri="{FF2B5EF4-FFF2-40B4-BE49-F238E27FC236}">
                <a16:creationId xmlns:a16="http://schemas.microsoft.com/office/drawing/2014/main" id="{EC26083D-6DBA-A754-DB94-36D4550FB3A2}"/>
              </a:ext>
            </a:extLst>
          </p:cNvPr>
          <p:cNvSpPr/>
          <p:nvPr/>
        </p:nvSpPr>
        <p:spPr>
          <a:xfrm>
            <a:off x="6829902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4" name="사각형: 둥근 모서리 29">
            <a:extLst>
              <a:ext uri="{FF2B5EF4-FFF2-40B4-BE49-F238E27FC236}">
                <a16:creationId xmlns:a16="http://schemas.microsoft.com/office/drawing/2014/main" id="{7D67EF93-D3CB-BDE4-08F7-694E0D9B1738}"/>
              </a:ext>
            </a:extLst>
          </p:cNvPr>
          <p:cNvSpPr/>
          <p:nvPr/>
        </p:nvSpPr>
        <p:spPr>
          <a:xfrm>
            <a:off x="5638840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348CB496-C848-EE63-622E-4EBF46BB10D7}"/>
              </a:ext>
            </a:extLst>
          </p:cNvPr>
          <p:cNvCxnSpPr>
            <a:cxnSpLocks/>
            <a:stCxn id="34" idx="3"/>
            <a:endCxn id="33" idx="1"/>
          </p:cNvCxnSpPr>
          <p:nvPr/>
        </p:nvCxnSpPr>
        <p:spPr>
          <a:xfrm>
            <a:off x="6530122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80">
            <a:extLst>
              <a:ext uri="{FF2B5EF4-FFF2-40B4-BE49-F238E27FC236}">
                <a16:creationId xmlns:a16="http://schemas.microsoft.com/office/drawing/2014/main" id="{60D77C7A-7EB3-5D25-0373-DA9D1152FF5A}"/>
              </a:ext>
            </a:extLst>
          </p:cNvPr>
          <p:cNvCxnSpPr>
            <a:cxnSpLocks/>
            <a:stCxn id="28" idx="0"/>
            <a:endCxn id="9" idx="0"/>
          </p:cNvCxnSpPr>
          <p:nvPr/>
        </p:nvCxnSpPr>
        <p:spPr>
          <a:xfrm rot="5400000" flipH="1" flipV="1">
            <a:off x="3382016" y="977330"/>
            <a:ext cx="509322" cy="1627879"/>
          </a:xfrm>
          <a:prstGeom prst="bentConnector3">
            <a:avLst>
              <a:gd name="adj1" fmla="val 144883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80">
            <a:extLst>
              <a:ext uri="{FF2B5EF4-FFF2-40B4-BE49-F238E27FC236}">
                <a16:creationId xmlns:a16="http://schemas.microsoft.com/office/drawing/2014/main" id="{08F1DEB0-4265-25DB-7A8D-0D7B60041B5C}"/>
              </a:ext>
            </a:extLst>
          </p:cNvPr>
          <p:cNvCxnSpPr>
            <a:cxnSpLocks/>
            <a:stCxn id="2" idx="2"/>
            <a:endCxn id="34" idx="2"/>
          </p:cNvCxnSpPr>
          <p:nvPr/>
        </p:nvCxnSpPr>
        <p:spPr>
          <a:xfrm rot="5400000" flipH="1" flipV="1">
            <a:off x="4776065" y="2159878"/>
            <a:ext cx="982968" cy="1633863"/>
          </a:xfrm>
          <a:prstGeom prst="bentConnector3">
            <a:avLst>
              <a:gd name="adj1" fmla="val -2325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82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B1732-004B-1080-5A4B-6E97898EB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ED1C6B-1951-402E-604B-8DFAE4A37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7636D9-0DCF-66B0-651C-09D5F0A1DE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9974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68313-8269-6F2B-8540-BF86D0121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1FDABE30-4690-5763-EB2D-8A0FEFF512F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EA79A3D-2C6A-F306-067D-CE060C2723B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673BDB24-6F73-C2D5-856F-080E7396920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17D29EC-AAF5-3EA1-8E9F-716121138F5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05A0D838-F92F-1A5D-CD55-A905DBA2404C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F8A0270-AF4B-03C8-4225-D2236B476495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7F11F06-8FDA-55C1-E7F7-11DFBBC8B67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A77CF21F-59FD-C092-644A-F3539F407A0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C3FBF66-6155-DD58-06DD-3A1763448E9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D3278817-B173-AAFA-13F4-CC95E5CBAD1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65E83B8-7E8E-7BC6-4D84-9021251E07AB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73B78DC4-0156-BC0F-8EA5-4651A5621310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69B2F2EF-5AFF-7F7C-B16A-9F12F7E92AE4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BE3BC87B-C28E-FFEE-42E3-F17B06372E37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DDC6FD5-83BD-9185-E9B6-E52D128EB96C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BFBC4CA1-46E1-5C35-FD8A-1A12F1145438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FAD9948B-32A6-7D7F-3687-C491BAB3D65C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2D541513-5865-B95B-E42D-6921F4405E57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CF62AE78-EBC6-4549-3F8D-FC35E1DB6D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389FA8F-968A-1748-07D1-066D67AE25F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19CC473-0B2A-68C4-BE8A-A11D3249EDBF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5445D30-8261-22D2-2F17-9A2919D1EB13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250851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36641-3808-7FA2-63FF-FE1B71111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4B28D3EE-AC41-F287-C602-F91E3286E4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BDEBE5B0-2B61-FA7C-17C6-04A2A54DE464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4CC0516A-DE84-4456-96BB-093352C279B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7A2DD65A-8DBD-686A-668C-256AE252E1D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AB17CBEF-EB45-E298-947D-CF78760686B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72B2E46-19F1-0B2D-8BE4-EB13A8E6EA2D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C3ABCEC-ACC6-4DE9-0BC4-5C96CD08BF8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0321CF3-29F4-8EDF-5E24-28F963B8208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BB4BACD5-6239-1472-D81F-30537F4443E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4CDA1DCD-9552-1B2F-D3E8-357218DCA09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AD25256-2BDB-9B70-9B8A-CAA6D8241BD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BEE4913-03B1-EFB0-6CF7-B969234DB89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4A5FBD09-F440-8117-FC3E-D61C3016DF78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70623BB3-9B70-9219-490D-557B22AF28F0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BA06F6EA-B408-CFB6-25C7-BC33698635B7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4A9AB0D-28A8-33D5-08BB-33DB3A318A19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53F8E726-C186-6686-F195-10B3EF72955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FA43705E-F944-C487-57D5-67E44B532C04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0BC113F7-B6AD-F382-E6AB-0CB1193B3B2D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B184DC-1E6E-80EB-C72C-CC21BF79F89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5B6418BE-7828-8329-29EF-9DFF29318C6A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E74979D-3591-1207-DEDB-A02CDBE2B6DD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037743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B469A-990A-21D2-ADEE-7EFB4D4F4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E1421944-E955-0755-1748-5FB76F198AAD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B4CD3DB-7FCB-A4AE-8FEE-F4A0F688171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7561BF94-A1F5-E83C-13D6-74738CE837F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9927F52-7A87-8DCA-5153-6BA9F74C7E4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30E9B784-70E9-A1B1-C519-5196AE0AC85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FBD11923-9BD8-B896-05E3-3F596B4F4492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C86ED5DC-4053-B611-0E7B-9BC1D84D8EE0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2D1552C-6218-EE8E-31E8-6EEFB5D7B3AB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F038430-9C38-47B3-4E67-3D5453DA97D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6E90069F-FBFF-B08A-7649-60A2B1ECB504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36C99D28-3159-2273-9AA3-FE9E1FB919B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00E884D-5157-2B3A-3AB5-7B69F1D380F6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mock-server:8080/delay/5000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AEE8836-3AD8-8CF3-89CB-C84AE356063F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C560726-5BB4-D246-67B6-C242B5063337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0536F2-1CCC-99F0-8EAB-1DAB48C2E9A6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62B0559-6095-1175-84AF-0108EA34C51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3B993C-DFEB-CF48-7C99-B103252E6117}"/>
              </a:ext>
            </a:extLst>
          </p:cNvPr>
          <p:cNvSpPr txBox="1"/>
          <p:nvPr/>
        </p:nvSpPr>
        <p:spPr>
          <a:xfrm>
            <a:off x="763987" y="153978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 (Ctrl + C)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E290B414-2077-03F0-12CA-8E701FA5ECDC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AB65D176-B0AE-7ED7-0CA3-3CBF43CCC7C1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871F3401-4DB6-E1A3-4058-EAA7205BDF31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FA29EF37-AAC7-89FE-B8F8-AD8AF9E014B1}"/>
              </a:ext>
            </a:extLst>
          </p:cNvPr>
          <p:cNvCxnSpPr>
            <a:cxnSpLocks/>
          </p:cNvCxnSpPr>
          <p:nvPr/>
        </p:nvCxnSpPr>
        <p:spPr>
          <a:xfrm>
            <a:off x="3681969" y="220382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ED037383-3E51-EC01-0D7A-629AB96B321C}"/>
              </a:ext>
            </a:extLst>
          </p:cNvPr>
          <p:cNvCxnSpPr>
            <a:cxnSpLocks/>
          </p:cNvCxnSpPr>
          <p:nvPr/>
        </p:nvCxnSpPr>
        <p:spPr>
          <a:xfrm>
            <a:off x="5462033" y="228371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5E4A917-B6DF-88E1-E549-591A47BED4B4}"/>
              </a:ext>
            </a:extLst>
          </p:cNvPr>
          <p:cNvSpPr txBox="1"/>
          <p:nvPr/>
        </p:nvSpPr>
        <p:spPr>
          <a:xfrm>
            <a:off x="3681968" y="195354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085625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0BB47-55FC-A44F-B2A5-056CEEB2D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D4B0BE91-4E51-84EF-2F49-1FF70DE3814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2FEBECD-014E-1FCE-1A5E-6C7FCD0B88F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B68702A-6E61-1793-C1A4-520A761EE7D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98BE2486-F289-3189-578C-6B4BC9F1A5C2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CB09E3F-7905-5FF0-8844-E1BEC7E99CF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62DB82A-CC98-4FD9-9775-9DF27B4268A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D29BE1A-09D4-6DAB-39EE-8B1DAA0318B1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E625DD2-1891-1EEE-BC6D-7A2D4626FA6D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8FBBB0D-7D45-9E2C-2DA9-C0921490E302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D67D35F-C96A-52CB-8E4C-1FB9DA43E43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07307EB-5C9E-3866-E5CC-521BE0128BE4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73F56D7-C550-BC50-349D-9636296D26E5}"/>
              </a:ext>
            </a:extLst>
          </p:cNvPr>
          <p:cNvSpPr txBox="1"/>
          <p:nvPr/>
        </p:nvSpPr>
        <p:spPr>
          <a:xfrm>
            <a:off x="763986" y="1185663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77EBA17-EF7D-8CE4-8A6D-CDA443310B12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2111CA3-34AE-057C-2CDF-F40DAA539354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03C5C8D-6BA5-274A-850A-22C6CC6B7BA2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D8BA536-A74A-AB7D-5673-49353D2A389D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9FA8D0C5-E452-DF3C-CB38-937FB4A28B50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0764FA75-A45A-50C2-EFB8-171A2ECE4B01}"/>
              </a:ext>
            </a:extLst>
          </p:cNvPr>
          <p:cNvCxnSpPr>
            <a:cxnSpLocks/>
          </p:cNvCxnSpPr>
          <p:nvPr/>
        </p:nvCxnSpPr>
        <p:spPr>
          <a:xfrm>
            <a:off x="763987" y="215029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8575321F-DA7E-D278-DE23-E5570022C61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ED7F0-227D-B119-D125-4DCF435EED7A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DBC783-7EC4-22AA-6E83-FB3B60F5B6B4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AFD9B98-D008-F61C-AA42-57C9239BD7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DA25AE-2056-0077-7D91-EF1B4E4066C1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6D593B-D3F0-75EC-67FA-145BE00972A7}"/>
              </a:ext>
            </a:extLst>
          </p:cNvPr>
          <p:cNvSpPr txBox="1"/>
          <p:nvPr/>
        </p:nvSpPr>
        <p:spPr>
          <a:xfrm>
            <a:off x="763987" y="225241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F930E445-E6F7-8D17-121B-603C085D548F}"/>
              </a:ext>
            </a:extLst>
          </p:cNvPr>
          <p:cNvCxnSpPr>
            <a:cxnSpLocks/>
          </p:cNvCxnSpPr>
          <p:nvPr/>
        </p:nvCxnSpPr>
        <p:spPr>
          <a:xfrm>
            <a:off x="763988" y="249864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2402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AE7AB-87CD-BC59-E9C8-46F7963E9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F886A1B-5171-B477-B1E2-80213B99325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44C7BB2-287B-7CA9-3611-CDAC28833FFB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29C40AC-62A6-EA0E-C9C7-919008228F4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3381388C-31CE-3BA1-933F-F6814F5E7061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D6CEC63-4A89-B3E2-8924-467501D335A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BB9DBB4E-0D4C-5748-9BA6-A80035343A2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2E1B4A6-6834-2243-F4E3-525026B4389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FD70B6F-7830-1F73-E0CF-FE152D91FA7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985165D9-6BFA-A058-CE2C-DC229BAF1B3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D2040C-E047-FAA5-E8AD-F04999BF5E25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AFEF405-988E-FF87-9158-29D249B91536}"/>
              </a:ext>
            </a:extLst>
          </p:cNvPr>
          <p:cNvCxnSpPr>
            <a:cxnSpLocks/>
          </p:cNvCxnSpPr>
          <p:nvPr/>
        </p:nvCxnSpPr>
        <p:spPr>
          <a:xfrm>
            <a:off x="763988" y="143126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E451B5E-3D14-003E-6CCE-E7B281038160}"/>
              </a:ext>
            </a:extLst>
          </p:cNvPr>
          <p:cNvSpPr txBox="1"/>
          <p:nvPr/>
        </p:nvSpPr>
        <p:spPr>
          <a:xfrm>
            <a:off x="763986" y="1185042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mock-server:8080/reset-after-response/1000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DC247C2-C413-D8A7-8631-AC28179AC884}"/>
              </a:ext>
            </a:extLst>
          </p:cNvPr>
          <p:cNvCxnSpPr>
            <a:cxnSpLocks/>
          </p:cNvCxnSpPr>
          <p:nvPr/>
        </p:nvCxnSpPr>
        <p:spPr>
          <a:xfrm>
            <a:off x="3681969" y="1505058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06CC072-6B0F-300F-33A0-D14071DADA2E}"/>
              </a:ext>
            </a:extLst>
          </p:cNvPr>
          <p:cNvCxnSpPr>
            <a:cxnSpLocks/>
          </p:cNvCxnSpPr>
          <p:nvPr/>
        </p:nvCxnSpPr>
        <p:spPr>
          <a:xfrm>
            <a:off x="5462033" y="1584949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A01F1A2-DBDF-339E-09AA-5E1AA2967FED}"/>
              </a:ext>
            </a:extLst>
          </p:cNvPr>
          <p:cNvCxnSpPr>
            <a:cxnSpLocks/>
          </p:cNvCxnSpPr>
          <p:nvPr/>
        </p:nvCxnSpPr>
        <p:spPr>
          <a:xfrm>
            <a:off x="3681977" y="242481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A1F85A67-17B7-A383-AB73-D5261130B6F6}"/>
              </a:ext>
            </a:extLst>
          </p:cNvPr>
          <p:cNvCxnSpPr>
            <a:cxnSpLocks/>
          </p:cNvCxnSpPr>
          <p:nvPr/>
        </p:nvCxnSpPr>
        <p:spPr>
          <a:xfrm>
            <a:off x="763987" y="249682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4975DC0-819C-B24F-D060-7140F710F8C3}"/>
              </a:ext>
            </a:extLst>
          </p:cNvPr>
          <p:cNvSpPr txBox="1"/>
          <p:nvPr/>
        </p:nvSpPr>
        <p:spPr>
          <a:xfrm>
            <a:off x="2666355" y="241928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630E53CB-5D9C-94D8-3BA6-96931311DC29}"/>
              </a:ext>
            </a:extLst>
          </p:cNvPr>
          <p:cNvCxnSpPr>
            <a:cxnSpLocks/>
          </p:cNvCxnSpPr>
          <p:nvPr/>
        </p:nvCxnSpPr>
        <p:spPr>
          <a:xfrm>
            <a:off x="5462033" y="2009168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81">
            <a:extLst>
              <a:ext uri="{FF2B5EF4-FFF2-40B4-BE49-F238E27FC236}">
                <a16:creationId xmlns:a16="http://schemas.microsoft.com/office/drawing/2014/main" id="{A43474A5-FA46-19BB-40F7-F2A4285E6DD6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0385E62-9F05-5EBF-DBB8-163F6D2FC644}"/>
              </a:ext>
            </a:extLst>
          </p:cNvPr>
          <p:cNvSpPr txBox="1"/>
          <p:nvPr/>
        </p:nvSpPr>
        <p:spPr>
          <a:xfrm>
            <a:off x="5584333" y="200685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 + Partial Response</a:t>
            </a:r>
            <a:endParaRPr kumimoji="1" lang="ko-KR" altLang="en-US" sz="1000" i="1"/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C4B9F288-0902-F04E-62C0-6788D86564A4}"/>
              </a:ext>
            </a:extLst>
          </p:cNvPr>
          <p:cNvCxnSpPr>
            <a:cxnSpLocks/>
          </p:cNvCxnSpPr>
          <p:nvPr/>
        </p:nvCxnSpPr>
        <p:spPr>
          <a:xfrm>
            <a:off x="5462028" y="232545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33925310-591A-85F5-13DB-D13C9373B0AD}"/>
              </a:ext>
            </a:extLst>
          </p:cNvPr>
          <p:cNvCxnSpPr>
            <a:cxnSpLocks/>
          </p:cNvCxnSpPr>
          <p:nvPr/>
        </p:nvCxnSpPr>
        <p:spPr>
          <a:xfrm>
            <a:off x="3681972" y="2762185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3BC9DED-8EE9-68C8-3AE6-0FABDF2E807E}"/>
              </a:ext>
            </a:extLst>
          </p:cNvPr>
          <p:cNvSpPr txBox="1"/>
          <p:nvPr/>
        </p:nvSpPr>
        <p:spPr>
          <a:xfrm>
            <a:off x="5584328" y="23231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3265C1-93A7-32EA-CE5C-77945D0046BB}"/>
              </a:ext>
            </a:extLst>
          </p:cNvPr>
          <p:cNvSpPr txBox="1"/>
          <p:nvPr/>
        </p:nvSpPr>
        <p:spPr>
          <a:xfrm>
            <a:off x="2666355" y="27621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3AE37C0C-060D-4235-4D6C-821BE262B007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57B0BC4-5506-429A-7D61-0604C87A31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30" name="호 29">
            <a:extLst>
              <a:ext uri="{FF2B5EF4-FFF2-40B4-BE49-F238E27FC236}">
                <a16:creationId xmlns:a16="http://schemas.microsoft.com/office/drawing/2014/main" id="{530F991D-0535-28F6-CEFD-F38F2D838BC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8E49FB2-9594-B138-A6A9-388215BBFD74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B8CE26C4-C415-E104-E376-442637C3A67B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97070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E107C-8AD4-AB22-C6C4-2D86B3870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84BDBC81-C6A3-4676-DFEF-E940FFE4AE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1332B54-59A2-19AD-AA55-10B6280A4FC8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C1414866-1E85-E51B-2182-6A979716CDB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416C6F59-DAF9-7B9B-535F-264F2FEBBD2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D148650-E683-2E94-F98A-850E19317B3D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75EB613-4F35-DF70-63F2-7215C1EF5606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76AC4197-3F19-3334-9C6E-37DCFA1B4D5D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AACC0CB-ADDF-C84A-9E51-F265AA715383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16F8125-092B-0270-9968-FAF3D83477D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9280C47-811E-40F4-922A-2265D7C4E6E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1B3CAFE-D6ED-CFA5-3B3A-A269977DFD1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19001FE-F9F3-9223-D4B3-0EE263E05535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DB0685A9-0DCF-4AC5-F67B-A31A6896D5EA}"/>
              </a:ext>
            </a:extLst>
          </p:cNvPr>
          <p:cNvCxnSpPr>
            <a:cxnSpLocks/>
          </p:cNvCxnSpPr>
          <p:nvPr/>
        </p:nvCxnSpPr>
        <p:spPr>
          <a:xfrm>
            <a:off x="5462033" y="200396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9E86E0F5-C09C-4255-B49A-C22B45C1C18D}"/>
              </a:ext>
            </a:extLst>
          </p:cNvPr>
          <p:cNvSpPr txBox="1"/>
          <p:nvPr/>
        </p:nvSpPr>
        <p:spPr>
          <a:xfrm>
            <a:off x="5584334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55DD878-D367-BFC2-CD71-3EDF8D64C43A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876FC0DB-1405-2661-E632-A1E00BAA4F0B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1FBD4573-2D43-190F-89EB-301A74A81514}"/>
              </a:ext>
            </a:extLst>
          </p:cNvPr>
          <p:cNvCxnSpPr>
            <a:cxnSpLocks/>
          </p:cNvCxnSpPr>
          <p:nvPr/>
        </p:nvCxnSpPr>
        <p:spPr>
          <a:xfrm>
            <a:off x="3681977" y="207597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72283F-0769-58E3-775B-B698A3DDA1C8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39E1102-1057-B38E-37BA-1A899BB645B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6EDF20EA-C18F-B971-E8A6-1A56ABBD4328}"/>
              </a:ext>
            </a:extLst>
          </p:cNvPr>
          <p:cNvCxnSpPr>
            <a:cxnSpLocks/>
          </p:cNvCxnSpPr>
          <p:nvPr/>
        </p:nvCxnSpPr>
        <p:spPr>
          <a:xfrm>
            <a:off x="763988" y="2496407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A27B3FE-53DC-31D7-E957-593F2B7EDF18}"/>
              </a:ext>
            </a:extLst>
          </p:cNvPr>
          <p:cNvSpPr txBox="1"/>
          <p:nvPr/>
        </p:nvSpPr>
        <p:spPr>
          <a:xfrm>
            <a:off x="763987" y="22501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4" name="호 13">
            <a:extLst>
              <a:ext uri="{FF2B5EF4-FFF2-40B4-BE49-F238E27FC236}">
                <a16:creationId xmlns:a16="http://schemas.microsoft.com/office/drawing/2014/main" id="{E23B797A-5C6C-F475-426E-BADF86721200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70C404-5D9A-811C-8C40-B4C1031BB223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06286B3-6BA5-9574-AE17-BB3612A7B65E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30CFE4C-F99D-95E3-6DAD-CA92D70DC233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00811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64DB9-DB25-7B55-A780-C05EC3013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D5F6151-EA1B-6FCB-F683-785904D3F838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657442A-2628-7974-3DD0-119FC1B591E6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9386F7E-D6FB-C3EC-E256-50C8721362A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64F2FB99-B11F-549F-9C42-DC8341BC626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4F2F2D2-4DF1-78F0-E348-4D5EB4A07E4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BE34F73-F514-67DD-CD10-085CD59108B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558CB1AB-EB19-C759-D1C5-CA2D2FDACC5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7B965DE7-DA9D-3866-01E5-4DCBAE8284D4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4AC660F9-BDD5-09E5-84C9-542A10E23B9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2B90644-B44A-AC82-0FED-B7EE02398AD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67560C04-C541-CE27-AC5E-614229E6BA8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E53E02B-7AB9-8AA1-1296-59622DF8B76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F348400-BB70-9272-C579-35D9416D8631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2B8564E6-0000-0478-D674-BDA24640AE9E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33EB41-AAF1-9C4B-CE16-D5C71F5AFDE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659F506-1716-069A-3C68-8ED117B416E6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DBEDA96A-D4CC-D409-32EB-C9F6346D1012}"/>
              </a:ext>
            </a:extLst>
          </p:cNvPr>
          <p:cNvCxnSpPr>
            <a:cxnSpLocks/>
          </p:cNvCxnSpPr>
          <p:nvPr/>
        </p:nvCxnSpPr>
        <p:spPr>
          <a:xfrm>
            <a:off x="5462033" y="3364885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D00BB99-7C36-3F82-5F70-AC042E48E9FC}"/>
              </a:ext>
            </a:extLst>
          </p:cNvPr>
          <p:cNvSpPr txBox="1"/>
          <p:nvPr/>
        </p:nvSpPr>
        <p:spPr>
          <a:xfrm>
            <a:off x="5584334" y="33648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B7414477-9799-664D-08D0-5A0EE2B80E7E}"/>
              </a:ext>
            </a:extLst>
          </p:cNvPr>
          <p:cNvCxnSpPr>
            <a:cxnSpLocks/>
          </p:cNvCxnSpPr>
          <p:nvPr/>
        </p:nvCxnSpPr>
        <p:spPr>
          <a:xfrm>
            <a:off x="3681977" y="3436893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27D3EB54-D29E-F7B2-9858-DE50745E0761}"/>
              </a:ext>
            </a:extLst>
          </p:cNvPr>
          <p:cNvCxnSpPr>
            <a:cxnSpLocks/>
          </p:cNvCxnSpPr>
          <p:nvPr/>
        </p:nvCxnSpPr>
        <p:spPr>
          <a:xfrm>
            <a:off x="763987" y="3508901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597A302C-45C5-35D4-ABE3-ED13E846A8AA}"/>
              </a:ext>
            </a:extLst>
          </p:cNvPr>
          <p:cNvCxnSpPr>
            <a:cxnSpLocks/>
          </p:cNvCxnSpPr>
          <p:nvPr/>
        </p:nvCxnSpPr>
        <p:spPr>
          <a:xfrm>
            <a:off x="763988" y="3857327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BFF01A9-6BBE-4C4B-37CA-B5EE7F4E4C15}"/>
              </a:ext>
            </a:extLst>
          </p:cNvPr>
          <p:cNvSpPr txBox="1"/>
          <p:nvPr/>
        </p:nvSpPr>
        <p:spPr>
          <a:xfrm>
            <a:off x="763987" y="36111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932DC0C8-06D6-DDA8-0522-F6DDEE3B6776}"/>
              </a:ext>
            </a:extLst>
          </p:cNvPr>
          <p:cNvSpPr/>
          <p:nvPr/>
        </p:nvSpPr>
        <p:spPr>
          <a:xfrm>
            <a:off x="8244505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FEC4D1-4233-E55F-23FB-ADAB11445E64}"/>
              </a:ext>
            </a:extLst>
          </p:cNvPr>
          <p:cNvSpPr txBox="1"/>
          <p:nvPr/>
        </p:nvSpPr>
        <p:spPr>
          <a:xfrm>
            <a:off x="8425602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C735AABD-95C0-85D2-2456-FCF9F3E98B69}"/>
              </a:ext>
            </a:extLst>
          </p:cNvPr>
          <p:cNvCxnSpPr>
            <a:cxnSpLocks/>
          </p:cNvCxnSpPr>
          <p:nvPr/>
        </p:nvCxnSpPr>
        <p:spPr>
          <a:xfrm>
            <a:off x="763988" y="210547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4D7A09D-FB0E-9CA9-A8BE-E81460ECAAAF}"/>
              </a:ext>
            </a:extLst>
          </p:cNvPr>
          <p:cNvSpPr txBox="1"/>
          <p:nvPr/>
        </p:nvSpPr>
        <p:spPr>
          <a:xfrm>
            <a:off x="763987" y="18592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F757D50F-8790-045F-7724-F6AB14D35F34}"/>
              </a:ext>
            </a:extLst>
          </p:cNvPr>
          <p:cNvCxnSpPr>
            <a:cxnSpLocks/>
          </p:cNvCxnSpPr>
          <p:nvPr/>
        </p:nvCxnSpPr>
        <p:spPr>
          <a:xfrm>
            <a:off x="763988" y="17513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A64F032-9460-F416-FEA7-A7AB3188FAF5}"/>
              </a:ext>
            </a:extLst>
          </p:cNvPr>
          <p:cNvSpPr txBox="1"/>
          <p:nvPr/>
        </p:nvSpPr>
        <p:spPr>
          <a:xfrm>
            <a:off x="763987" y="15051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C913A212-6A73-6792-5342-45C9BCC69197}"/>
              </a:ext>
            </a:extLst>
          </p:cNvPr>
          <p:cNvCxnSpPr>
            <a:cxnSpLocks/>
          </p:cNvCxnSpPr>
          <p:nvPr/>
        </p:nvCxnSpPr>
        <p:spPr>
          <a:xfrm>
            <a:off x="763988" y="281206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843F6B6-47BD-7B8B-A425-85FDE3806958}"/>
              </a:ext>
            </a:extLst>
          </p:cNvPr>
          <p:cNvSpPr txBox="1"/>
          <p:nvPr/>
        </p:nvSpPr>
        <p:spPr>
          <a:xfrm>
            <a:off x="763987" y="25658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28F8472D-DDA1-FD52-5F17-7AB6984FD3ED}"/>
              </a:ext>
            </a:extLst>
          </p:cNvPr>
          <p:cNvCxnSpPr>
            <a:cxnSpLocks/>
          </p:cNvCxnSpPr>
          <p:nvPr/>
        </p:nvCxnSpPr>
        <p:spPr>
          <a:xfrm>
            <a:off x="763988" y="245794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CB6495-F10E-1B54-A790-91DF7745F18B}"/>
              </a:ext>
            </a:extLst>
          </p:cNvPr>
          <p:cNvSpPr txBox="1"/>
          <p:nvPr/>
        </p:nvSpPr>
        <p:spPr>
          <a:xfrm>
            <a:off x="763987" y="22117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A5CB2EBC-41C8-9DB5-5B9D-80EC86B584D1}"/>
              </a:ext>
            </a:extLst>
          </p:cNvPr>
          <p:cNvCxnSpPr>
            <a:cxnSpLocks/>
          </p:cNvCxnSpPr>
          <p:nvPr/>
        </p:nvCxnSpPr>
        <p:spPr>
          <a:xfrm>
            <a:off x="763988" y="2931790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91B0BDC-891A-50DF-0B5B-D7DE42419023}"/>
              </a:ext>
            </a:extLst>
          </p:cNvPr>
          <p:cNvSpPr txBox="1"/>
          <p:nvPr/>
        </p:nvSpPr>
        <p:spPr>
          <a:xfrm>
            <a:off x="879694" y="293517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424210CE-4049-1FCA-E3FD-CED4B2414AB4}"/>
              </a:ext>
            </a:extLst>
          </p:cNvPr>
          <p:cNvCxnSpPr>
            <a:cxnSpLocks/>
          </p:cNvCxnSpPr>
          <p:nvPr/>
        </p:nvCxnSpPr>
        <p:spPr>
          <a:xfrm>
            <a:off x="763988" y="3250019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2A33FFE-46A0-9E5D-0EE9-1FCA8EF8B402}"/>
              </a:ext>
            </a:extLst>
          </p:cNvPr>
          <p:cNvSpPr txBox="1"/>
          <p:nvPr/>
        </p:nvSpPr>
        <p:spPr>
          <a:xfrm>
            <a:off x="763987" y="300379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7B43A791-5B57-427E-E95C-DCE0BA1F2848}"/>
              </a:ext>
            </a:extLst>
          </p:cNvPr>
          <p:cNvCxnSpPr>
            <a:cxnSpLocks/>
          </p:cNvCxnSpPr>
          <p:nvPr/>
        </p:nvCxnSpPr>
        <p:spPr>
          <a:xfrm>
            <a:off x="3681969" y="3932019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2D83375D-001C-B017-F735-8A6978DC0884}"/>
              </a:ext>
            </a:extLst>
          </p:cNvPr>
          <p:cNvCxnSpPr>
            <a:cxnSpLocks/>
          </p:cNvCxnSpPr>
          <p:nvPr/>
        </p:nvCxnSpPr>
        <p:spPr>
          <a:xfrm>
            <a:off x="5462033" y="4011910"/>
            <a:ext cx="2917978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F7A52364-9792-D282-746D-CF69C514B1D0}"/>
              </a:ext>
            </a:extLst>
          </p:cNvPr>
          <p:cNvCxnSpPr>
            <a:cxnSpLocks/>
          </p:cNvCxnSpPr>
          <p:nvPr/>
        </p:nvCxnSpPr>
        <p:spPr>
          <a:xfrm>
            <a:off x="5462033" y="4257188"/>
            <a:ext cx="2917977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B3472CB4-05C2-8744-207C-3A5A56921BE8}"/>
              </a:ext>
            </a:extLst>
          </p:cNvPr>
          <p:cNvSpPr txBox="1"/>
          <p:nvPr/>
        </p:nvSpPr>
        <p:spPr>
          <a:xfrm>
            <a:off x="5584334" y="425718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8" name="Straight Arrow Connector 81">
            <a:extLst>
              <a:ext uri="{FF2B5EF4-FFF2-40B4-BE49-F238E27FC236}">
                <a16:creationId xmlns:a16="http://schemas.microsoft.com/office/drawing/2014/main" id="{3D279A1F-5660-BD42-C4F4-97AE8BB28305}"/>
              </a:ext>
            </a:extLst>
          </p:cNvPr>
          <p:cNvCxnSpPr>
            <a:cxnSpLocks/>
          </p:cNvCxnSpPr>
          <p:nvPr/>
        </p:nvCxnSpPr>
        <p:spPr>
          <a:xfrm>
            <a:off x="3681977" y="4329196"/>
            <a:ext cx="1780056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81">
            <a:extLst>
              <a:ext uri="{FF2B5EF4-FFF2-40B4-BE49-F238E27FC236}">
                <a16:creationId xmlns:a16="http://schemas.microsoft.com/office/drawing/2014/main" id="{B3035838-443B-67C9-3F2D-0276CEF3D52E}"/>
              </a:ext>
            </a:extLst>
          </p:cNvPr>
          <p:cNvCxnSpPr>
            <a:cxnSpLocks/>
          </p:cNvCxnSpPr>
          <p:nvPr/>
        </p:nvCxnSpPr>
        <p:spPr>
          <a:xfrm>
            <a:off x="763987" y="4401204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A008961D-C30E-6602-1C6F-81F5A46CD01E}"/>
              </a:ext>
            </a:extLst>
          </p:cNvPr>
          <p:cNvSpPr txBox="1"/>
          <p:nvPr/>
        </p:nvSpPr>
        <p:spPr>
          <a:xfrm>
            <a:off x="3681962" y="368433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51" name="호 50">
            <a:extLst>
              <a:ext uri="{FF2B5EF4-FFF2-40B4-BE49-F238E27FC236}">
                <a16:creationId xmlns:a16="http://schemas.microsoft.com/office/drawing/2014/main" id="{B9201AB4-5ACB-B458-86A1-20DF79D9A498}"/>
              </a:ext>
            </a:extLst>
          </p:cNvPr>
          <p:cNvSpPr/>
          <p:nvPr/>
        </p:nvSpPr>
        <p:spPr>
          <a:xfrm>
            <a:off x="8244505" y="4008125"/>
            <a:ext cx="257804" cy="24622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2343672-C369-9BDC-C876-458C2C8CF809}"/>
              </a:ext>
            </a:extLst>
          </p:cNvPr>
          <p:cNvSpPr txBox="1"/>
          <p:nvPr/>
        </p:nvSpPr>
        <p:spPr>
          <a:xfrm>
            <a:off x="8425602" y="4005284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5" name="Straight Arrow Connector 81">
            <a:extLst>
              <a:ext uri="{FF2B5EF4-FFF2-40B4-BE49-F238E27FC236}">
                <a16:creationId xmlns:a16="http://schemas.microsoft.com/office/drawing/2014/main" id="{ECE238E5-7FA0-A480-79A7-0ED1B541F1DE}"/>
              </a:ext>
            </a:extLst>
          </p:cNvPr>
          <p:cNvCxnSpPr>
            <a:cxnSpLocks/>
          </p:cNvCxnSpPr>
          <p:nvPr/>
        </p:nvCxnSpPr>
        <p:spPr>
          <a:xfrm>
            <a:off x="763988" y="4725470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BE6E78AA-9CBB-D745-4206-9E70B25ABBCF}"/>
              </a:ext>
            </a:extLst>
          </p:cNvPr>
          <p:cNvSpPr txBox="1"/>
          <p:nvPr/>
        </p:nvSpPr>
        <p:spPr>
          <a:xfrm>
            <a:off x="763987" y="447924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52520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DB2AF-FAF3-E1D1-9075-433C777E2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F70D05-8619-5924-D135-698121D5F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7710F4-4CD4-64F0-EB4D-F4B2214DD8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22530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98441-60C3-2B04-68DD-3F292947D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3DC9F-C06B-D143-E65A-00913DD1F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A18F04-0D2F-9A0C-EC30-4AD0FBAAC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7988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1D244-26D7-6140-60E1-E03A5F2D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E7C860AB-99C2-5548-B211-1C5713672C6C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C3DFF99-F482-A5A6-19D9-6DEAAF1C93D6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394A9B85-E0CB-C3E2-FE6B-313FDB0F8276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E83EA57A-E1C7-74DD-D938-77886DEE88B0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158FBE7-8CF1-D522-A286-8D7DED3F931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2FB41AAC-29ED-C86A-F5FE-80C636EE48C3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3AD24A9F-6640-EF23-87A5-D85494C3E613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789A67B3-1412-BD36-5A55-3995D51EB0D6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2D72CE6-D484-F2BE-F23D-8F2D5269CFD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3C137BD7-6783-3AEA-2E54-E0DEB4115F36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7CE4F32E-8DA1-2B58-FB4C-EF04F5E067EE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761FE38E-FE45-B2D9-FEB2-5C058A412947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9030E72C-75D0-5101-BCBB-F20E65CBF7C2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1DD5E458-4627-ECDC-EB61-C9360DD9EE62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27CB51E6-5DD2-9D69-16A8-3C99F2C8B39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8503C275-CF2C-2B51-2E41-E6DB18EDD050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B9EC7C6E-C256-CC67-5D93-504342EDC0A7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A4B68954-A646-B3E9-B9BC-4478931DAEB5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E9CCED40-2C00-B387-B7BC-AD47EE9854A5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CDD1A6AA-32EA-20E0-8EC1-9357B0CB5D87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BE712579-55D1-0371-8312-3A9CDBBFD97D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C982D15B-33E2-2313-C616-9751C4C9E450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9705ABF-F96A-CA9D-A70F-2B396DEB0002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FF6CFCB8-EACD-517B-C20F-FF639AA59450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47947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A9799-1BD4-2511-727E-886F29085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83CEC76-212D-1763-6A95-0DE2858A1BB3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E1D13E9-C6CB-C0C9-EE3C-D3E61B7DF42B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F8E56E2-71B3-FE13-9089-3B8885069C12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7C90F752-57B8-4B66-0366-E4A19F054399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D1C98E8-6733-F5EB-371F-CE8E7751BDC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7E07A315-AEF4-6B27-5C04-08FD8946E078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ED7AA9CF-F5CC-D569-8DCF-FFF979F628D1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65255914-9ADC-59FF-BBC2-742A57E33CAC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F555840B-8DB0-18F2-7767-45E7F6C2DB4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53B1D163-A163-3956-6C4F-4573E6817193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CBB26C07-679A-BBD4-AEE6-2408DD0FEF38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9658EA15-C115-D046-BC01-CE361FF2FF39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856D5F42-B52F-BC51-10EE-B7553B484597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F6ED1B92-CF70-F61F-D1A0-24AD995DB76F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5AF144A9-D6DF-7770-D4F5-17B2DF531D4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22638D79-CACB-922D-56CA-AA594E5EB7A5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0A24C366-F812-7FE1-6A10-9569FD8DA77D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426153DF-4581-7616-0CF0-1E6ED427FAA8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287FDFA1-A474-A85C-35DD-77CAB13453C3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71E748AA-F0EE-5F37-E5F2-5BE0F8261349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A5315546-D51A-A61E-2276-827A9CF41C09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8986F231-6AB7-4458-6849-38C3D221D0BC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05FCA48-E7F9-1498-4E07-8B26DBFFA486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85934D11-0BEB-44EC-5F95-50D994482308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28815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BCAE2-C219-280C-B18B-5792963E4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9826F6-CAD4-96B9-4D3A-235FC7CEE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B2D437-E790-3E9B-BE82-EDE6EB743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0865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4170B-3EF0-4005-1219-0D589B3AA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78518AD-E17E-2D88-74B6-D5ADC210ED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C24A9C2-DA18-68F0-71AF-D8F445B40B6D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F7689B-9749-EF22-886E-8645EDE43E0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E87322-5E7C-7993-E794-B06A78EBB691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919A54BE-CA91-3232-6BA1-94273CA3B6F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4E2AE9B-5D64-B540-1FC5-D69BDEBD940F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9228B211-E67B-8273-78A8-F7B761517D31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868CEEB-76D6-54E6-C9AC-4744800246A6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267282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56635-3832-C276-1838-0F309C04D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D2FE382-FA3A-0C22-EC4F-395267900D9D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4F1F9D3-6910-F956-C082-3B87EBB2724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E2D78F-46DB-3A48-03ED-036F0069B12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CF797F6-085F-8F60-FFA3-A11476654AC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2FDD720A-1F7A-156B-F090-295D2CF7EF5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25E2887-5B32-A3B0-3661-D8A4104A7356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787C5812-7DEA-262E-AA79-587FDB7FD65D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39243B-9FBA-3DED-F3B8-F36B5E150D12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594039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7744C-4F31-ACC6-9034-FCA148427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6E3B579-43FF-1F83-3E25-1994E3C9121E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E1420F5-D1EE-7A1E-FE42-8300A4EE99E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D21DD75-893B-AB12-BA9A-3ABCB0221741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1B0D2045-4044-F20A-E3C5-F9CB5F9F64F9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6D1088F-D4AA-08F1-FF07-C976E1C7968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001786A-BD84-00BB-94A4-89CAA6911164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A75BD21-359D-F1D7-304B-3840858399B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E110930-74F5-58E0-61FE-B3AD31E887A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6994185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7F7EE-E639-E25D-03B6-D772379C1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F0C6EBDC-B32E-42ED-4484-4F64F05D57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41B2862-1B60-3BCB-B7E3-AC2A483E6FE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393B28D-8E12-0C07-69F8-453B200F62B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B8238CF7-BBA0-EA2A-CE0E-02F839D757B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68294EE-2A94-43D7-F833-8B3D07CD109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4E2AE0A-F712-5075-3011-1E6DF2431D68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80D2FA88-23C6-D981-A05C-4A3F1FABB34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0D8AB0E-3E42-6AA4-94B6-0F540C9AF46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69813E42-F0B7-01E1-A58B-4BF78003269D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9E8342-A7B8-0DD1-A5C5-6BBC3E4597D1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2847337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FEFB3-B0E3-A751-2A11-E37C0EF49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318A68AB-3960-B94A-A510-D9D287498672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8F00B08-DDBF-F48A-EAD9-EBF25501504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EE93234-570E-A794-E7D1-81851B21F5F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612EB67-A39A-3E80-65B5-18978307EE4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1ED0E87-BDC3-2034-6188-C2DAF60E108A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2878DA3-D173-547D-5BB4-F8A2FDC1081A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F71F6D-0BF6-B26C-D762-2F9BC6037A8C}"/>
              </a:ext>
            </a:extLst>
          </p:cNvPr>
          <p:cNvSpPr txBox="1"/>
          <p:nvPr/>
        </p:nvSpPr>
        <p:spPr>
          <a:xfrm>
            <a:off x="2928454" y="120432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0E3F641F-D1FD-E10B-6D2B-D9D37736286C}"/>
              </a:ext>
            </a:extLst>
          </p:cNvPr>
          <p:cNvCxnSpPr>
            <a:cxnSpLocks/>
          </p:cNvCxnSpPr>
          <p:nvPr/>
        </p:nvCxnSpPr>
        <p:spPr>
          <a:xfrm>
            <a:off x="2346071" y="1347614"/>
            <a:ext cx="497737" cy="0"/>
          </a:xfrm>
          <a:prstGeom prst="straightConnector1">
            <a:avLst/>
          </a:prstGeom>
          <a:ln>
            <a:solidFill>
              <a:schemeClr val="accent3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397760-A08C-147D-82A3-3C7F44F74E65}"/>
              </a:ext>
            </a:extLst>
          </p:cNvPr>
          <p:cNvSpPr txBox="1"/>
          <p:nvPr/>
        </p:nvSpPr>
        <p:spPr>
          <a:xfrm>
            <a:off x="2928454" y="144352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 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1A8036-57D2-4019-F8B5-53842AFD7D1B}"/>
              </a:ext>
            </a:extLst>
          </p:cNvPr>
          <p:cNvSpPr txBox="1"/>
          <p:nvPr/>
        </p:nvSpPr>
        <p:spPr>
          <a:xfrm>
            <a:off x="2928453" y="222644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0" name="Straight Arrow Connector 81">
            <a:extLst>
              <a:ext uri="{FF2B5EF4-FFF2-40B4-BE49-F238E27FC236}">
                <a16:creationId xmlns:a16="http://schemas.microsoft.com/office/drawing/2014/main" id="{296273D4-FD23-898F-5C3B-C33579433863}"/>
              </a:ext>
            </a:extLst>
          </p:cNvPr>
          <p:cNvCxnSpPr>
            <a:cxnSpLocks/>
          </p:cNvCxnSpPr>
          <p:nvPr/>
        </p:nvCxnSpPr>
        <p:spPr>
          <a:xfrm>
            <a:off x="2346070" y="2472668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호 11">
            <a:extLst>
              <a:ext uri="{FF2B5EF4-FFF2-40B4-BE49-F238E27FC236}">
                <a16:creationId xmlns:a16="http://schemas.microsoft.com/office/drawing/2014/main" id="{66880876-CC88-B7D1-6105-0ABAA81BC87E}"/>
              </a:ext>
            </a:extLst>
          </p:cNvPr>
          <p:cNvSpPr/>
          <p:nvPr/>
        </p:nvSpPr>
        <p:spPr>
          <a:xfrm>
            <a:off x="6156180" y="1199085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B7A617-EFC0-4307-EB52-B7605F7F765C}"/>
              </a:ext>
            </a:extLst>
          </p:cNvPr>
          <p:cNvSpPr txBox="1"/>
          <p:nvPr/>
        </p:nvSpPr>
        <p:spPr>
          <a:xfrm>
            <a:off x="6337278" y="171275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097D09-59D9-0C95-9814-60CDD0A4C79B}"/>
              </a:ext>
            </a:extLst>
          </p:cNvPr>
          <p:cNvSpPr txBox="1"/>
          <p:nvPr/>
        </p:nvSpPr>
        <p:spPr>
          <a:xfrm>
            <a:off x="2928453" y="35695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7F88202-0C33-F5A4-0F18-29F5E8338517}"/>
              </a:ext>
            </a:extLst>
          </p:cNvPr>
          <p:cNvCxnSpPr>
            <a:cxnSpLocks/>
          </p:cNvCxnSpPr>
          <p:nvPr/>
        </p:nvCxnSpPr>
        <p:spPr>
          <a:xfrm>
            <a:off x="2346070" y="3815752"/>
            <a:ext cx="3960440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80">
            <a:extLst>
              <a:ext uri="{FF2B5EF4-FFF2-40B4-BE49-F238E27FC236}">
                <a16:creationId xmlns:a16="http://schemas.microsoft.com/office/drawing/2014/main" id="{ED116C40-095F-9CE3-6D37-24A282BC7869}"/>
              </a:ext>
            </a:extLst>
          </p:cNvPr>
          <p:cNvCxnSpPr>
            <a:cxnSpLocks/>
          </p:cNvCxnSpPr>
          <p:nvPr/>
        </p:nvCxnSpPr>
        <p:spPr>
          <a:xfrm>
            <a:off x="2346070" y="1273066"/>
            <a:ext cx="3960440" cy="1269074"/>
          </a:xfrm>
          <a:prstGeom prst="bentConnector3">
            <a:avLst>
              <a:gd name="adj1" fmla="val 14405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호 37">
            <a:extLst>
              <a:ext uri="{FF2B5EF4-FFF2-40B4-BE49-F238E27FC236}">
                <a16:creationId xmlns:a16="http://schemas.microsoft.com/office/drawing/2014/main" id="{5495A184-241B-9957-9618-1CCED2EE74BD}"/>
              </a:ext>
            </a:extLst>
          </p:cNvPr>
          <p:cNvSpPr/>
          <p:nvPr/>
        </p:nvSpPr>
        <p:spPr>
          <a:xfrm>
            <a:off x="6172154" y="2542139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4D81F9-D305-F95D-D852-A73D67B692EE}"/>
              </a:ext>
            </a:extLst>
          </p:cNvPr>
          <p:cNvSpPr txBox="1"/>
          <p:nvPr/>
        </p:nvSpPr>
        <p:spPr>
          <a:xfrm>
            <a:off x="6353252" y="3055805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C212E-DF96-D652-773A-ADF3E8FD3A7D}"/>
              </a:ext>
            </a:extLst>
          </p:cNvPr>
          <p:cNvSpPr txBox="1"/>
          <p:nvPr/>
        </p:nvSpPr>
        <p:spPr>
          <a:xfrm>
            <a:off x="1589094" y="178901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7" name="호 46">
            <a:extLst>
              <a:ext uri="{FF2B5EF4-FFF2-40B4-BE49-F238E27FC236}">
                <a16:creationId xmlns:a16="http://schemas.microsoft.com/office/drawing/2014/main" id="{AD793D3E-8B76-8D92-A59B-F4F937AFE47F}"/>
              </a:ext>
            </a:extLst>
          </p:cNvPr>
          <p:cNvSpPr/>
          <p:nvPr/>
        </p:nvSpPr>
        <p:spPr>
          <a:xfrm flipH="1">
            <a:off x="2199134" y="1273066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912188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64EE1-C6A4-D1CD-01C5-D8F1579D7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EDB1EE3-920E-070E-9E90-720792CD81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AF2D8061-47E3-ED11-3E59-8620CE422284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3A3F3EA-04D5-106D-4E61-98B4C15CCDCB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5C000A-EE27-D876-2249-2378AE5E7147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9698C5E-00E5-6CAA-BC6C-BD8B8DDF73D0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75EF94A-47CB-AFD6-A77B-C7D7EC066A59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236AA8F0-5F6A-22EF-0602-EBCF98A0D220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FEB8B80-941E-DBC9-968E-589F748809D3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A505907C-7434-B45A-4681-C1D870FBA351}"/>
              </a:ext>
            </a:extLst>
          </p:cNvPr>
          <p:cNvCxnSpPr>
            <a:cxnSpLocks/>
          </p:cNvCxnSpPr>
          <p:nvPr/>
        </p:nvCxnSpPr>
        <p:spPr>
          <a:xfrm>
            <a:off x="2346071" y="243353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26734C0-14D7-73C4-530D-F13A8E3E35CF}"/>
              </a:ext>
            </a:extLst>
          </p:cNvPr>
          <p:cNvSpPr txBox="1"/>
          <p:nvPr/>
        </p:nvSpPr>
        <p:spPr>
          <a:xfrm>
            <a:off x="2928454" y="21873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1F961F7F-60B1-4C9B-C4DC-FAA5547BD92C}"/>
              </a:ext>
            </a:extLst>
          </p:cNvPr>
          <p:cNvCxnSpPr>
            <a:cxnSpLocks/>
          </p:cNvCxnSpPr>
          <p:nvPr/>
        </p:nvCxnSpPr>
        <p:spPr>
          <a:xfrm>
            <a:off x="2346071" y="250554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976B70-5713-6C58-8812-F1952B228034}"/>
              </a:ext>
            </a:extLst>
          </p:cNvPr>
          <p:cNvSpPr txBox="1"/>
          <p:nvPr/>
        </p:nvSpPr>
        <p:spPr>
          <a:xfrm>
            <a:off x="2928454" y="250554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9618050-C7AF-062B-E7C4-89173C887446}"/>
              </a:ext>
            </a:extLst>
          </p:cNvPr>
          <p:cNvSpPr/>
          <p:nvPr/>
        </p:nvSpPr>
        <p:spPr>
          <a:xfrm>
            <a:off x="4285124" y="164610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939AB10-34A7-D605-0FEC-CC5273246E1F}"/>
              </a:ext>
            </a:extLst>
          </p:cNvPr>
          <p:cNvSpPr/>
          <p:nvPr/>
        </p:nvSpPr>
        <p:spPr>
          <a:xfrm>
            <a:off x="4285124" y="179882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98A2DE9-970F-CB1C-36AA-4032FBBA18BF}"/>
              </a:ext>
            </a:extLst>
          </p:cNvPr>
          <p:cNvSpPr/>
          <p:nvPr/>
        </p:nvSpPr>
        <p:spPr>
          <a:xfrm>
            <a:off x="4285124" y="1951517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BC0E9FE-6901-32BE-471E-55F76663F12A}"/>
              </a:ext>
            </a:extLst>
          </p:cNvPr>
          <p:cNvSpPr/>
          <p:nvPr/>
        </p:nvSpPr>
        <p:spPr>
          <a:xfrm>
            <a:off x="6168328" y="1199085"/>
            <a:ext cx="276365" cy="1300653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26E9C5-8F09-6DFD-C895-9B8871050F8C}"/>
              </a:ext>
            </a:extLst>
          </p:cNvPr>
          <p:cNvSpPr txBox="1"/>
          <p:nvPr/>
        </p:nvSpPr>
        <p:spPr>
          <a:xfrm>
            <a:off x="6337278" y="172630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5times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1C678776-51B3-3A89-1CC4-82F261FE8D75}"/>
              </a:ext>
            </a:extLst>
          </p:cNvPr>
          <p:cNvCxnSpPr>
            <a:cxnSpLocks/>
          </p:cNvCxnSpPr>
          <p:nvPr/>
        </p:nvCxnSpPr>
        <p:spPr>
          <a:xfrm>
            <a:off x="2346071" y="309236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633C0E1-B114-BC40-EF52-15FDBA42437B}"/>
              </a:ext>
            </a:extLst>
          </p:cNvPr>
          <p:cNvSpPr txBox="1"/>
          <p:nvPr/>
        </p:nvSpPr>
        <p:spPr>
          <a:xfrm>
            <a:off x="2928454" y="285280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9B69D0BE-25C4-BD20-46A4-FB96B34F6C89}"/>
              </a:ext>
            </a:extLst>
          </p:cNvPr>
          <p:cNvCxnSpPr>
            <a:cxnSpLocks/>
          </p:cNvCxnSpPr>
          <p:nvPr/>
        </p:nvCxnSpPr>
        <p:spPr>
          <a:xfrm>
            <a:off x="2346071" y="333793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F5097BB-94E4-248F-8A5D-AFFAA1FA8912}"/>
              </a:ext>
            </a:extLst>
          </p:cNvPr>
          <p:cNvSpPr txBox="1"/>
          <p:nvPr/>
        </p:nvSpPr>
        <p:spPr>
          <a:xfrm>
            <a:off x="2928454" y="309837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5F2933BF-399D-4108-F0FE-14E3BED400C6}"/>
              </a:ext>
            </a:extLst>
          </p:cNvPr>
          <p:cNvCxnSpPr>
            <a:cxnSpLocks/>
          </p:cNvCxnSpPr>
          <p:nvPr/>
        </p:nvCxnSpPr>
        <p:spPr>
          <a:xfrm>
            <a:off x="2346071" y="3584151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83006CE-677B-10C0-907B-4F6E952BE26F}"/>
              </a:ext>
            </a:extLst>
          </p:cNvPr>
          <p:cNvSpPr txBox="1"/>
          <p:nvPr/>
        </p:nvSpPr>
        <p:spPr>
          <a:xfrm>
            <a:off x="2928454" y="3344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481241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9846E-93DE-7B46-CFF0-5CA363A99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A739A79-7398-1DF1-5A09-936867C3134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2247D83D-A8B9-EC9B-EC5F-AE41A8B5306F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DROP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B313E4A-8FFF-8023-C696-4D1EEC0D426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5AE5EEB-DFBC-F311-ACBB-763CD696E41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413435C-F32A-D0B2-F471-0F12D45BDCC6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44A8B4-D0EA-62BD-8390-7EF49FB7F12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67ED4FCC-B0F9-767F-5EA3-0B7DD1177904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2F6635-58D3-77E5-4B70-3E715B105A46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023970D5-C78D-D6C2-09E2-178350CAF966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10B15DD-2052-BEF9-9252-A656EDFC1037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2BD90C4-6FA3-85AA-6601-6D881F4D8899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C0F0CAC-4E10-0730-9D35-86FE499431A2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56767916-D7C5-C652-446F-40D2F32F2173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FD49711-4B8B-754F-959E-8D170846BBE5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6AF04DA-4B5F-69E3-8EDC-EA3396635B0A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3D2600B-C90C-C4F9-6229-1D80606E0558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2DAB456F-528B-79E3-59DD-87BA591D035C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FF6EBBD6-CC4F-5F7E-AC3A-431DAC1C10A0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" name="호 2">
            <a:extLst>
              <a:ext uri="{FF2B5EF4-FFF2-40B4-BE49-F238E27FC236}">
                <a16:creationId xmlns:a16="http://schemas.microsoft.com/office/drawing/2014/main" id="{5CE7404B-5D57-89A6-B43C-D38A5C9F73CC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DB4F46-CD50-EC84-04A5-649A77E56CB5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sp>
        <p:nvSpPr>
          <p:cNvPr id="10" name="호 9">
            <a:extLst>
              <a:ext uri="{FF2B5EF4-FFF2-40B4-BE49-F238E27FC236}">
                <a16:creationId xmlns:a16="http://schemas.microsoft.com/office/drawing/2014/main" id="{952A7466-22B2-43F9-51EB-8FBCC88C7604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733D18-4D2E-E70E-BE16-188B0B70AE91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4738889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9A73E-73FE-5BA7-3FF7-FB348C838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5BE7D0D8-4636-0B05-5D3F-37FF85D6F93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886A6A67-D264-3F23-31A6-414392DEA9D8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RESET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4808149-04D8-DEA2-EC3B-04D892E65946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156D552-D0C4-BA17-904A-195A13C6AD6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26C3407-149D-D888-E421-898096A9EE2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76B0C52-4066-3813-5D87-91C9F0EEC83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F0A0BAC2-5777-8091-4424-8FC88B9D9EC0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37D8D1-997F-09F8-6A16-636971CBF7F2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5DE40EA3-DF6B-0191-80E9-BE2747FB2D12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F9FF146-0694-CEA1-A64E-E92C3A5F7C60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2992506D-7897-F2C8-7519-B5567396B20B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72C3AB6-5BB0-1727-7AA1-52F0C49C8F2A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72A8501-D0FE-E83B-8C44-9AD5A79E335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DA67E6F-9C93-E1D5-25E2-B4EE6E14F39E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F86BCD9C-91D1-30BB-1857-D55A38C17393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E0B1EA9-0B30-A43C-CBEF-3571B52D8B9E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4BDD6E-2FA4-3DBC-0BAD-4283BAADD2D9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4B017BC-991C-AD65-1904-5C6F0CDF9545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F5FEACF-3ACA-03D5-70C7-19EA84058C6D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535CE9-4DE8-633D-6DAD-11553F4247D8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67892C83-169A-B2BE-3A5B-48806F9346F0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0B56C59-29F0-AC52-F99C-0BB709255BFE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B047370-A1D1-79FB-507A-A4DFDBDB48D9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B2D9504-C38D-1FFF-0E5E-268413E94871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E1C0C04-F759-A99B-8B4E-04DBBFDAB212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E1298CA-2A75-1EBE-8141-3F011DEEE8F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6DDF2384-9065-5A99-C22E-0E78EDC8ABAB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DBBF713-7DDE-DA4F-2CE3-4BC4CC5698CD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3AF615AF-39A5-3D3B-3ECA-E3E9D0CBD68B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3512A37-9C14-018B-32BE-5AB8F6B8874A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5152A37B-C53B-F7AB-EFE0-16A2797D1541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E009FED-1A2B-FE7E-FD11-453FA1BB225B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4946905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47C03-8604-8855-A140-9F4EEE3F6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3921287-DE4A-277B-2F43-EEF650BB928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EA3AE83-9389-EE9B-C85F-EE90AE117C10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044EB1E-B38E-A148-6C44-5DD54E6FD97A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AA025F6-DCDA-96CC-E482-D8998BF4996D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3910DC2-8FB1-966B-02B2-FCAA2292CAE5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BB569B8-566E-8A4B-3850-9862BCB57E1B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3CB48C8-9AFC-1197-17E3-80EB9491D68F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7FDF94-EFE3-D6EF-5614-B2D20E9768AC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3EF49D4C-55EC-0F5B-04B2-C7C00CF860D1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4CC50B-7398-456C-F972-22C19214AD1B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509D3887-C167-5845-FF27-B2740E1F6B78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59AA48B-D489-02AC-57AD-B755F92A27B2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C7381311-C275-4B48-77E3-F57CD88FCDB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436EAC3-8CA8-873D-E962-DF07C695D9EA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55387091-048A-DC75-4CD7-D18B293B1A1D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165F276-8FD8-05D3-B5B3-8F18F4FB62CC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6EAF61D1-4BCB-5DF0-A218-7971B4B9C96B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FD5FDBF-2876-BC51-C4A5-E9CC294C8847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3DE2B306-823A-E86B-7D03-DF7A85622EE5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243A749-ADD6-EE6C-EE40-2AA14F676275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79EF7BB9-C6BD-D40F-9EC5-8BD92591603A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240B6D-D301-6BF5-D225-127FC2B2F58A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EB081EA-5EEC-6457-9E4C-C29E0264FC72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D34BF60F-6E76-00A6-4AC9-37698736C4D3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EE5D3499-F3E7-9278-3769-7FB0F408E3D4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458627A-3EA7-52A8-19CB-70908589A2E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C11F974-8DE8-AD43-DBB2-2994B74E8904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B9F73D7-4644-420E-6E92-A0B36281B7BF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7BCC680-FCD5-624B-BBFA-46EEA3EFAE3E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25DE74D5-B66B-CE63-827F-D5AF34C7AFC1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95C23966-0E48-06F3-7FF8-F11F00E53A5D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A113F1B-85EE-B66E-8ADF-D8C430461B08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7176090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8BC0-362D-14EE-5098-F76C2B5A4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D01B1821-9F0D-BB8B-F841-12BC00A45ED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90EECB49-034C-1BA9-0FCF-CCB4DE231C5B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9155572-EE10-0E76-CC22-41D55270BDE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FC29E80-131D-CDD1-18FD-1B6BA39E899C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7A358CCC-C45E-5AB4-705E-1F8018AF1EC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5823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E4B68DE-38BC-3067-4244-964156DBFBED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5126525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DAF6F-36A8-4218-B6A6-DDEC7E90E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DAEA3F-4B24-4A62-8C09-1B4372D30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3343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09E44-1A46-B2CD-E2CC-332E4151E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BB8DF1DD-9531-EA2E-D38F-58866FCB84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EFA98641-E4C7-C964-894E-4667869452D9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C4CAD2A-6379-3AE5-B5B8-902E4AC0101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D961DCA0-D61E-6625-AB46-B154CE3861F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5E08A13B-8278-3746-8100-C6817BAB4EC2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163CE11-D96A-B719-EDAF-8395F8C9E00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219319F-9135-83F3-F4F8-15C128726505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B319C13-7B9D-3C05-92F4-9A6BE4F1F413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87A44243-E44E-5801-484D-9B8DB8DBAAD4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43B22D4-C705-035A-ED97-B5FE0C281860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9202027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1010A-A1EF-2B1B-F120-E35D3BB08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420FBD69-F2A8-B166-5018-CAAAFA067EF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B03BC163-5975-9200-B868-5F3417050237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4359EBC-A245-048F-782D-5D58A081B510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D7FD069-C200-2BF6-4EAA-53C326ED95AB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DAD27EB-1403-DA88-312B-D642AFA325C3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36B011A-667C-46AE-C8E9-B18CDC602A0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84F40FA-3A5E-FEB2-616D-BA19202EB181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0BA1D4-B024-B064-7724-67AE51A28462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7F1FACCB-BF9D-CEFF-3216-166A4F284CBA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3E18ABD-7A7A-1CF9-530F-DBA604B703DA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98D0E240-0273-A2AC-C50C-ED9A814C4DFB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F432B1-B870-B44F-43D4-63BC2E1FC2E5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069309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51799</TotalTime>
  <Words>728</Words>
  <Application>Microsoft Macintosh PowerPoint</Application>
  <PresentationFormat>화면 슬라이드 쇼(16:9)</PresentationFormat>
  <Paragraphs>306</Paragraphs>
  <Slides>27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5538</cp:revision>
  <dcterms:created xsi:type="dcterms:W3CDTF">2006-10-05T04:04:58Z</dcterms:created>
  <dcterms:modified xsi:type="dcterms:W3CDTF">2026-01-03T08:03:02Z</dcterms:modified>
</cp:coreProperties>
</file>
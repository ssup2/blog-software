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398" r:id="rId2"/>
    <p:sldId id="425" r:id="rId3"/>
    <p:sldId id="421" r:id="rId4"/>
    <p:sldId id="422" r:id="rId5"/>
    <p:sldId id="423" r:id="rId6"/>
    <p:sldId id="419" r:id="rId7"/>
    <p:sldId id="420" r:id="rId8"/>
    <p:sldId id="426" r:id="rId9"/>
    <p:sldId id="427" r:id="rId10"/>
    <p:sldId id="428" r:id="rId11"/>
    <p:sldId id="424" r:id="rId12"/>
    <p:sldId id="429" r:id="rId13"/>
    <p:sldId id="430" r:id="rId14"/>
    <p:sldId id="431" r:id="rId15"/>
    <p:sldId id="413" r:id="rId16"/>
    <p:sldId id="414" r:id="rId17"/>
    <p:sldId id="415" r:id="rId18"/>
    <p:sldId id="403" r:id="rId19"/>
    <p:sldId id="399" r:id="rId20"/>
    <p:sldId id="400" r:id="rId21"/>
    <p:sldId id="401" r:id="rId22"/>
    <p:sldId id="402" r:id="rId23"/>
    <p:sldId id="404" r:id="rId24"/>
    <p:sldId id="405" r:id="rId25"/>
    <p:sldId id="408" r:id="rId26"/>
    <p:sldId id="407" r:id="rId27"/>
    <p:sldId id="409" r:id="rId28"/>
    <p:sldId id="410" r:id="rId29"/>
    <p:sldId id="387" r:id="rId30"/>
    <p:sldId id="411" r:id="rId31"/>
    <p:sldId id="412" r:id="rId32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469A-990A-21D2-ADEE-7EFB4D4F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E1421944-E955-0755-1748-5FB76F198AA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B4CD3DB-7FCB-A4AE-8FEE-F4A0F688171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561BF94-A1F5-E83C-13D6-74738CE837F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9927F52-7A87-8DCA-5153-6BA9F74C7E4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0E9B784-70E9-A1B1-C519-5196AE0AC85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BD11923-9BD8-B896-05E3-3F596B4F449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86ED5DC-4053-B611-0E7B-9BC1D84D8EE0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2D1552C-6218-EE8E-31E8-6EEFB5D7B3A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F038430-9C38-47B3-4E67-3D5453DA97D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E90069F-FBFF-B08A-7649-60A2B1ECB50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6C99D28-3159-2273-9AA3-FE9E1FB919B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00E884D-5157-2B3A-3AB5-7B69F1D380F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AEE8836-3AD8-8CF3-89CB-C84AE356063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C560726-5BB4-D246-67B6-C242B506333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0536F2-1CCC-99F0-8EAB-1DAB48C2E9A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62B0559-6095-1175-84AF-0108EA34C51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3B993C-DFEB-CF48-7C99-B103252E6117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290B414-2077-03F0-12CA-8E701FA5ECDC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AB65D176-B0AE-7ED7-0CA3-3CBF43CCC7C1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71F3401-4DB6-E1A3-4058-EAA7205BDF31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FA29EF37-AAC7-89FE-B8F8-AD8AF9E014B1}"/>
              </a:ext>
            </a:extLst>
          </p:cNvPr>
          <p:cNvCxnSpPr>
            <a:cxnSpLocks/>
          </p:cNvCxnSpPr>
          <p:nvPr/>
        </p:nvCxnSpPr>
        <p:spPr>
          <a:xfrm>
            <a:off x="3681969" y="220382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ED037383-3E51-EC01-0D7A-629AB96B321C}"/>
              </a:ext>
            </a:extLst>
          </p:cNvPr>
          <p:cNvCxnSpPr>
            <a:cxnSpLocks/>
          </p:cNvCxnSpPr>
          <p:nvPr/>
        </p:nvCxnSpPr>
        <p:spPr>
          <a:xfrm>
            <a:off x="5462033" y="228371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5E4A917-B6DF-88E1-E549-591A47BED4B4}"/>
              </a:ext>
            </a:extLst>
          </p:cNvPr>
          <p:cNvSpPr txBox="1"/>
          <p:nvPr/>
        </p:nvSpPr>
        <p:spPr>
          <a:xfrm>
            <a:off x="3681968" y="195354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85625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4DB9-DB25-7B55-A780-C05EC301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5F6151-EA1B-6FCB-F683-785904D3F83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657442A-2628-7974-3DD0-119FC1B591E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9386F7E-D6FB-C3EC-E256-50C8721362A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4F2FB99-B11F-549F-9C42-DC8341BC62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4F2F2D2-4DF1-78F0-E348-4D5EB4A07E4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BE34F73-F514-67DD-CD10-085CD59108B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58CB1AB-EB19-C759-D1C5-CA2D2FDACC5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7B965DE7-DA9D-3866-01E5-4DCBAE8284D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4AC660F9-BDD5-09E5-84C9-542A10E23B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2B90644-B44A-AC82-0FED-B7EE02398AD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67560C04-C541-CE27-AC5E-614229E6BA8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E53E02B-7AB9-8AA1-1296-59622DF8B76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F348400-BB70-9272-C579-35D9416D8631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B8564E6-0000-0478-D674-BDA24640AE9E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33EB41-AAF1-9C4B-CE16-D5C71F5AFDE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59F506-1716-069A-3C68-8ED117B416E6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BEDA96A-D4CC-D409-32EB-C9F6346D1012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00BB99-7C36-3F82-5F70-AC042E48E9FC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7414477-9799-664D-08D0-5A0EE2B80E7E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27D3EB54-D29E-F7B2-9858-DE50745E0761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597A302C-45C5-35D4-ABE3-ED13E846A8AA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BFF01A9-6BBE-4C4B-37CA-B5EE7F4E4C15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932DC0C8-06D6-DDA8-0522-F6DDEE3B6776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EC4D1-4233-E55F-23FB-ADAB11445E64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C735AABD-95C0-85D2-2456-FCF9F3E98B69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7A09D-FB0E-9CA9-A8BE-E81460ECAAAF}"/>
              </a:ext>
            </a:extLst>
          </p:cNvPr>
          <p:cNvSpPr txBox="1"/>
          <p:nvPr/>
        </p:nvSpPr>
        <p:spPr>
          <a:xfrm>
            <a:off x="763987" y="18592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F757D50F-8790-045F-7724-F6AB14D35F34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A64F032-9460-F416-FEA7-A7AB3188FAF5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913A212-6A73-6792-5342-45C9BCC69197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43F6B6-47BD-7B8B-A425-85FDE3806958}"/>
              </a:ext>
            </a:extLst>
          </p:cNvPr>
          <p:cNvSpPr txBox="1"/>
          <p:nvPr/>
        </p:nvSpPr>
        <p:spPr>
          <a:xfrm>
            <a:off x="763987" y="25658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28F8472D-DDA1-FD52-5F17-7AB6984FD3ED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B6495-F10E-1B54-A790-91DF7745F18B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A5CB2EBC-41C8-9DB5-5B9D-80EC86B584D1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91B0BDC-891A-50DF-0B5B-D7DE42419023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424210CE-4049-1FCA-E3FD-CED4B2414AB4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A33FFE-46A0-9E5D-0EE9-1FCA8EF8B40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7B43A791-5B57-427E-E95C-DCE0BA1F2848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2D83375D-001C-B017-F735-8A6978DC0884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F7A52364-9792-D282-746D-CF69C514B1D0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472CB4-05C2-8744-207C-3A5A56921BE8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3D279A1F-5660-BD42-C4F4-97AE8BB2830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B3035838-443B-67C9-3F2D-0276CEF3D52E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08961D-C30E-6602-1C6F-81F5A46CD01E}"/>
              </a:ext>
            </a:extLst>
          </p:cNvPr>
          <p:cNvSpPr txBox="1"/>
          <p:nvPr/>
        </p:nvSpPr>
        <p:spPr>
          <a:xfrm>
            <a:off x="3681962" y="368433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B9201AB4-5ACB-B458-86A1-20DF79D9A498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43672-C369-9BDC-C876-458C2C8CF80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ECE238E5-7FA0-A480-79A7-0ED1B541F1DE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E6E78AA-9CBB-D745-4206-9E70B25ABBC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252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5725-F849-7260-649B-7E0B59EDE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7271E5-83F1-D500-4747-53D53722CF16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1656D38-48A0-DF92-5C85-6247E341D7E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4F6759B-D49E-375C-8419-94083B9E186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D8F43DF-D5C2-8FAE-422D-657794C8AF6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7845B92-1318-8F4D-4726-27AEAA81319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E2DCAF3-0C0E-25E3-E3F1-54474E2237D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C853B93-80C6-7AF3-EF06-231304EABFAA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7AA4057-B4AB-F113-A09E-2034B9DA20F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4D6867D-D2E1-1EC4-7776-BDCE2A6A442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D632935-5006-5E31-2AAA-2DF44A6BC9A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7EC61483-E9B0-1F6D-337D-DDE474EB5019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357630F-3D75-720A-21D7-A8AC982AF028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660DBEF-5316-A38E-CA5D-27279DADC87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08DA1FB-CD0B-3408-9B8B-53AD698615D2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52D172E-3E06-EAA7-5B61-F104CCA9A8B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604F6A5-B7E9-8C88-E37A-0A0B627A214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FF93C08-87C3-432A-44F1-EF06C6C2B4FC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6B153BA-A3DB-0A1E-866A-17BD9D5295A2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5104D43-4491-B7C2-B901-0F4E3BE3D63F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01FA022-A14F-F9D3-F075-D583ABA498E6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3247E3F-91CB-070E-FC79-7CBED2E794C1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57BC4D-A224-55E0-3CFC-6D36FD066F70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7560F0E4-7D01-D5E1-66E9-44F4B75C1ED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AFA508-7157-7616-E78F-9594740A5F1F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532EBAD-0B2D-41C5-11F8-01CF97B49B5B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9A2DCA1-364E-3177-C751-32BC7C251407}"/>
              </a:ext>
            </a:extLst>
          </p:cNvPr>
          <p:cNvSpPr txBox="1"/>
          <p:nvPr/>
        </p:nvSpPr>
        <p:spPr>
          <a:xfrm>
            <a:off x="763987" y="3007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041D54D6-D83B-F850-9C1B-2DFDEE0B4DAD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C066F80-F19C-AC2D-4C1D-ACF14EF547B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740CB670-BD31-C29D-E1DA-32DE12506451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D8E8B-87BF-0314-CC5E-16EF52C226BF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BB2B3D91-66F4-9996-2D04-511C4882633C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BF6D811-8604-2344-102A-33A71B93A576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1CFFAF9-03B3-0AA6-69EA-5B377EE80AE1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EB6355-CF4B-A41D-03D9-C7D75AFEADD6}"/>
              </a:ext>
            </a:extLst>
          </p:cNvPr>
          <p:cNvSpPr txBox="1"/>
          <p:nvPr/>
        </p:nvSpPr>
        <p:spPr>
          <a:xfrm>
            <a:off x="763987" y="18598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C39AAD4D-C641-7535-7C36-D8CA76459ECF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E5514B-CC66-01AC-333F-A5C6C1C4AAE7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7ACDAC44-05CD-CE82-D532-5E2324F45A1A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F25201E-ED72-C850-1409-B302CE7BB6A6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B5E7F1A7-BB67-6801-5C40-60354E27B52E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F78C879-02A1-D3F8-AAFF-2CB9191174AA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294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47654E9-DB7B-872B-3204-50917686A53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8DCF9142-640E-4A97-A842-E0AEB2AC2C7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592EC5C0-72F9-DCB2-513E-E45291FBC4F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E9B1459F-132A-8399-B0AA-F4B133FD5A8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E184534-CE12-B3EF-83FE-0AA38F9A7FA8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04CEDA67-4D6C-F29F-3A0F-C402A426B2F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B025C823-3352-EE5E-142A-BA859E7F2781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02B9F08-F54E-6301-73C6-44D31E397CD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EBA011-7849-15F0-A395-E5F1A7D71D4F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F9C03A3B-5188-7C0E-9D03-54C1DB07270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FAC47-0D65-0AF6-FD6F-9D15E7D9085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C3006C-634D-978B-21E6-9ED1A0C0623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mock-server:8080/status/503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2082980C-F05D-F5E2-2982-862CEE6E9BE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6651FAF-315D-0668-4669-6C2573776BA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AA619DBE-6851-19E5-8C01-81DC272613A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D06C6FB-C732-FFD1-727C-4BF42F92AA9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96663D1-478F-4131-132C-9CEC6CFCF62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F69FAC6D-FB7B-831C-609C-7FD134D76D50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54CA514-4B8E-96D9-71F3-24276764ACF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1914082-FD34-2853-086E-74E53B7431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84AF6FB8-1AA8-3762-B3E2-D84C56AEA49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5A22971-3C30-8014-8F12-23E4EFEA3E2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72E86C-85B4-AB4C-8BAC-A54051F16750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1BDEF521-58D6-E12D-F387-18314EDB40B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mock-server:8080/status/503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004503B9-E8C3-B9E6-9676-B6CC8BB748E2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15932F-DB98-363A-2864-1CC33AEA9E02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C15D8FF5-DE0C-07BF-408D-983F23F1591A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A4D5C2-BA5C-01AE-C17E-40C9999E8E32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E0C72572-4B48-A298-DF9A-CEC2A755377B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5809BC1-6085-3754-8AA3-55005D774519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83DB0916-6A96-138B-B750-47268360125D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E0F61B-5218-B172-C7FE-E14BFA66FB43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B79E16E1-0814-5C14-BCF9-BAA4A7FA27D3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CF1A84E-2B0E-03EC-0E21-0F83A30B490B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994A2-4217-4FFD-0578-EFE2DDD8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87F39A4-6D51-CD73-274C-4F90E1B0500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049B329-23C8-804D-8D34-BDCB403905E7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8670BC41-B536-0CC5-9FCB-AE526B50AC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ABBBFDF-E567-F6CA-538D-860A53BF3EE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94F59F1-D774-8C62-9CC8-096563A6ED0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DB09466-A09E-AE51-64DD-2CCAEBF5F27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EB08A6E-7059-A127-DC42-5BC03836A3C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65DC1C-EF72-3521-60A1-27458D9A385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C523E6A-F5E0-7AC3-4690-92B6ECBA27E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E827BF7-52D0-85F8-2FFE-F73490BAE44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C9141E7-47D9-E61D-D47E-C9B534EFD8A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50365CC-EA72-C355-66ED-F311CA441D9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4382939-8024-B7AF-EA19-E853C792A70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9DB4E06D-DF59-A654-6A5A-A7B9C154DEC7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2322EB5-35B2-3FB1-8C76-1DF294F3C73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32EC9E1-C63D-89ED-DFFD-570849075D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E24C90AB-4E85-8506-2D39-55808A1ED1AB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6356CA-0ED5-E0B3-A632-06796E888A2F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63AF0A4-DD08-CD88-6E55-F6EEBAAEEEF2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15E49615-FBA2-D1DF-9869-9E92B9DDB6C5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5874968-25C8-7ED3-51BF-CF8078308B16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7278472A-6CBE-52B2-5CB7-08B6026C4D7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456FA75-666F-2D98-3D4B-1A9B0F722926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704787BC-D950-6F14-8C9F-72E7EDEED26D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FBB860B7-BC03-F515-D0A8-E925786BB2C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974A52D-B6A4-CAF9-483D-F62F7FD2D7DA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A95EB49-B81F-636A-928A-34D63A987EF9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BB9B097B-9C9E-D0F9-6D2E-4AF3145E83A7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72B883-151A-38D5-162F-B94D63C2739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BB2F0995-5CE0-5046-8906-8801B8E9B0A0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6A54B07-7F5D-D0E5-A827-882EC40EF4AF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B1FB7C82-DDCF-A258-7DC2-DFA88266CA62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07374AA-5624-326F-BA54-9B0873ACF38A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0E1D41D-EB09-C841-0BE2-B9004F6825FA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E850A0E-4E01-3229-729F-F681B0CBAB4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06CCEFDF-6B66-5681-8A8D-5F2A08A42BCC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FDDD330-3DEA-F8BF-5C56-242DB5AF21F6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98C8587-6CE3-622A-EBF4-F439EA09CB72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CE4EEA0-2F48-6149-FDB8-12E0CDDE3F66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85CA5C-364D-7643-EE5B-16EFB1858CBE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FC08FC9-C606-BD39-8B8A-52C3FF43061A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571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B082-2659-68BD-E156-BEB8FFA3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0E9E11FF-640D-D68E-1305-2ACEC3CE9C3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285DF78-96F6-C916-7A9C-19B2D7E74B3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A8E6D-0965-2A72-2998-AD2A3FB3A00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ED3B801-CDA1-5012-0F0E-23CA41E011BE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A62DE67-59E1-2508-F3F3-582C4255EF5E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FF909F2-7E39-92AD-8821-7015BC35F24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1BFBEF8-45E6-8695-2F95-5229BB67192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DC3781-E09C-65C2-613C-26E385B9D6D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418F6AB-88BB-4B70-A283-BE1B702CCF5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1F3F13B-7E43-9CCF-D4C8-C4B4E08CCA4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8988957-1837-2478-5589-558DAE33A4A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D4FBBC2-527C-260A-97B5-A7FC4E2CAF2A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6AD47C2-BCA5-9ED9-094A-7726DA4B9C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7FDFD21-7DC3-824E-DB58-ABFC58183028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B09C75-7C8C-460E-EB38-1BF23F770A0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1398D40-353D-6B28-DC3A-8FED5F9E1B6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F9E4664-98B8-A652-7112-71EA53E11119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E7AD8A7-F2C8-F3C7-BBA9-E044D3B437AE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EE586B0-D6CB-BD8B-3571-CCD0E9FD8027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AF5C3711-1E57-97AA-0914-D7787FA5A6DB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0AB54B-DE95-0745-1F63-C80E3396D397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6CDA6293-E3A2-70F8-BD9F-FF624569866C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29B750F-4961-39B7-E40A-E35BBD6F1C4B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1B3CE91-89D6-382D-90F2-1938AC3CE72A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3D2BF147-803C-EA33-8B76-CB8350666716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7185D3-00FB-5D2F-8239-F0D065745CE2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3586560-384C-739B-AB20-5D10E846C6F4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F34905A-5AC5-D46A-1704-32AD81C98A35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118DC68-DFC0-F5DA-3509-BE91F72460A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028469F3-B3DB-F5FD-F495-CFBAA5E96E26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6AA4636-00D2-28E9-7F68-1D672EC9C95E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9A357A8-41DF-BD0B-19B5-3E67FF11C9C9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B1F8055-19B5-1414-5B81-DADCAC9AB0C1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DEDA3B3-01EE-93EC-4996-E93F33135E85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756BC60-4EF3-5967-9E68-6621D435A6C2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F0E25159-F3D0-089F-D7A5-1A40B459E378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5C8B179-12AD-6F61-9F2A-D24AC5BF45AF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CEF61903-D1D1-9DD3-9A8B-9F629FB6B0F3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8DFE40C0-C018-8E69-2797-845A2219F5C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F488C4B8-5546-0A5E-0F7C-170A159846FC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98B6C6-E644-A05D-D21C-7A3B192E87A7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7D3EEC3A-8C8D-B29A-8D8D-0EFB3F5BCEE4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19BE8C-26DF-9344-1E24-5B314112F8AD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546247-0089-9F75-197C-06E1F11E50EC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B0ADAD6-DA5A-065B-55F8-4510E9273579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B0FD86AD-4315-1F62-D13F-82B5E3D1D169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95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DD1A-6D40-A147-DE5E-A05E30DB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B8E78F8-1591-AE69-1E37-927FA70D6CE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04EF53A-69F0-E3D9-C9EF-5E8E7B0D102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D334FD3-EA35-AE07-D70C-317C29D45A4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D48C193-16FE-29A7-12C4-246B6E4FA8D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50CCA5C-F2BD-D667-F79E-4D0CC7B0641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15B6E78-C89B-F1C6-B8DE-CC2E4FDD06A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B78CFD0-AD7A-8A80-FD3A-62F580AC8E73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FFF3D4B-8D1C-B75C-9B1A-2590563A01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3115B06-1AAB-C7CD-210B-DC4C4D36D19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F638221-0B5F-9600-B76E-D808776D6EC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33B417D-0BFA-AC90-714A-17B6BC56FE12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C084E6D-3A76-B5E9-92C0-D2F7BCB8893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7130DF38-EFBB-824E-9F76-7D6873BE002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CE6A5DF-FDBA-3EFA-F4A8-4008FE6D624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83249717-30B4-FE98-BF9A-9C7DC3DA229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70118EF-AC51-4B5D-DF3C-00CD3C65638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BE5FBC-E28D-7B2A-C874-13A3EE27F949}"/>
              </a:ext>
            </a:extLst>
          </p:cNvPr>
          <p:cNvSpPr txBox="1"/>
          <p:nvPr/>
        </p:nvSpPr>
        <p:spPr>
          <a:xfrm>
            <a:off x="763987" y="309978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05D578E-61FC-96B3-FC53-A437C9F4C288}"/>
              </a:ext>
            </a:extLst>
          </p:cNvPr>
          <p:cNvCxnSpPr>
            <a:cxnSpLocks/>
          </p:cNvCxnSpPr>
          <p:nvPr/>
        </p:nvCxnSpPr>
        <p:spPr>
          <a:xfrm>
            <a:off x="763988" y="334600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81A9B71-B032-C319-ED5E-DE1B69EE18E4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4197DE88-3E77-4E32-AD1D-748C02A95A83}"/>
              </a:ext>
            </a:extLst>
          </p:cNvPr>
          <p:cNvCxnSpPr>
            <a:cxnSpLocks/>
          </p:cNvCxnSpPr>
          <p:nvPr/>
        </p:nvCxnSpPr>
        <p:spPr>
          <a:xfrm>
            <a:off x="3681969" y="281751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7A256749-A614-4E81-CAFF-506DA657D135}"/>
              </a:ext>
            </a:extLst>
          </p:cNvPr>
          <p:cNvCxnSpPr>
            <a:cxnSpLocks/>
          </p:cNvCxnSpPr>
          <p:nvPr/>
        </p:nvCxnSpPr>
        <p:spPr>
          <a:xfrm>
            <a:off x="5462033" y="289740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8609130-B181-8CF9-503D-FD2A230DD263}"/>
              </a:ext>
            </a:extLst>
          </p:cNvPr>
          <p:cNvSpPr txBox="1"/>
          <p:nvPr/>
        </p:nvSpPr>
        <p:spPr>
          <a:xfrm>
            <a:off x="3681968" y="25672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D6A37697-7830-01A9-FE7E-75C7165E399A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91C1F-EDAA-1CC7-4CDE-4BBFB5A699DC}"/>
              </a:ext>
            </a:extLst>
          </p:cNvPr>
          <p:cNvSpPr txBox="1"/>
          <p:nvPr/>
        </p:nvSpPr>
        <p:spPr>
          <a:xfrm>
            <a:off x="2894637" y="185084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FD4A88B-7A28-75F5-01D1-ED6D243AA2A5}"/>
              </a:ext>
            </a:extLst>
          </p:cNvPr>
          <p:cNvCxnSpPr>
            <a:cxnSpLocks/>
          </p:cNvCxnSpPr>
          <p:nvPr/>
        </p:nvCxnSpPr>
        <p:spPr>
          <a:xfrm flipH="1">
            <a:off x="763987" y="299654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D916ACF-8E9B-E362-4E6E-63BE0779EE3D}"/>
              </a:ext>
            </a:extLst>
          </p:cNvPr>
          <p:cNvSpPr txBox="1"/>
          <p:nvPr/>
        </p:nvSpPr>
        <p:spPr>
          <a:xfrm>
            <a:off x="872620" y="29965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504 Gateway Timeout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8DC04F49-9F66-3BC8-83DE-841489CAA638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0DDA2D5-A9C9-F135-5EC4-1D79A17EB744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16140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53631</TotalTime>
  <Words>989</Words>
  <Application>Microsoft Macintosh PowerPoint</Application>
  <PresentationFormat>화면 슬라이드 쇼(16:9)</PresentationFormat>
  <Paragraphs>414</Paragraphs>
  <Slides>31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4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5571</cp:revision>
  <dcterms:created xsi:type="dcterms:W3CDTF">2006-10-05T04:04:58Z</dcterms:created>
  <dcterms:modified xsi:type="dcterms:W3CDTF">2026-01-04T14:34:32Z</dcterms:modified>
</cp:coreProperties>
</file>
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365" r:id="rId2"/>
    <p:sldId id="366" r:id="rId3"/>
    <p:sldId id="363" r:id="rId4"/>
    <p:sldId id="368" r:id="rId5"/>
    <p:sldId id="367" r:id="rId6"/>
    <p:sldId id="362" r:id="rId7"/>
    <p:sldId id="364" r:id="rId8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848" autoAdjust="0"/>
    <p:restoredTop sz="81275" autoAdjust="0"/>
  </p:normalViewPr>
  <p:slideViewPr>
    <p:cSldViewPr>
      <p:cViewPr>
        <p:scale>
          <a:sx n="237" d="100"/>
          <a:sy n="237" d="100"/>
        </p:scale>
        <p:origin x="328" y="1168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2026. 6. 13.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2026. 6. 13.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2026. 6. 13.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2026. 6. 13.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2026. 6. 13.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2026. 6. 13.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2026. 6. 13.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2026. 6. 13.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2026. 6. 13.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2026. 6. 13.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2026. 6. 13.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2026. 6. 13.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2026. 6. 13.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896E7-019D-18F9-04D1-B8FA09C56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5F42C7CA-198B-41E0-E309-59917943DBE6}"/>
              </a:ext>
            </a:extLst>
          </p:cNvPr>
          <p:cNvSpPr/>
          <p:nvPr/>
        </p:nvSpPr>
        <p:spPr>
          <a:xfrm>
            <a:off x="1949317" y="275381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7A7D4C4E-C592-0923-31BE-E88A9778C979}"/>
              </a:ext>
            </a:extLst>
          </p:cNvPr>
          <p:cNvSpPr/>
          <p:nvPr/>
        </p:nvSpPr>
        <p:spPr>
          <a:xfrm>
            <a:off x="1882643" y="2834240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46F0DC6E-3ED0-7CE9-2E08-D7360690DB82}"/>
              </a:ext>
            </a:extLst>
          </p:cNvPr>
          <p:cNvSpPr/>
          <p:nvPr/>
        </p:nvSpPr>
        <p:spPr>
          <a:xfrm>
            <a:off x="1812618" y="292293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9376300-2EBD-41A6-A75F-DE150E0A0716}"/>
              </a:ext>
            </a:extLst>
          </p:cNvPr>
          <p:cNvSpPr/>
          <p:nvPr/>
        </p:nvSpPr>
        <p:spPr>
          <a:xfrm>
            <a:off x="1619672" y="555526"/>
            <a:ext cx="5598418" cy="4532075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385A752E-3E99-30E3-3D3E-C9C182C67369}"/>
              </a:ext>
            </a:extLst>
          </p:cNvPr>
          <p:cNvSpPr/>
          <p:nvPr/>
        </p:nvSpPr>
        <p:spPr>
          <a:xfrm>
            <a:off x="1746423" y="659560"/>
            <a:ext cx="3545657" cy="18002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EFC279B4-5796-98AA-BC62-E4BE907AF6F2}"/>
              </a:ext>
            </a:extLst>
          </p:cNvPr>
          <p:cNvSpPr/>
          <p:nvPr/>
        </p:nvSpPr>
        <p:spPr>
          <a:xfrm>
            <a:off x="1746425" y="3005841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3C52D3E-EB0C-2CFB-3BE1-670450073446}"/>
              </a:ext>
            </a:extLst>
          </p:cNvPr>
          <p:cNvSpPr/>
          <p:nvPr/>
        </p:nvSpPr>
        <p:spPr>
          <a:xfrm>
            <a:off x="5404449" y="1114409"/>
            <a:ext cx="1700846" cy="1341157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DBDCB004-34B5-3669-F20A-AE54391EDE7F}"/>
              </a:ext>
            </a:extLst>
          </p:cNvPr>
          <p:cNvSpPr/>
          <p:nvPr/>
        </p:nvSpPr>
        <p:spPr>
          <a:xfrm>
            <a:off x="1843572" y="99426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168E1FF3-CDE8-93C4-E6BF-139541BA052C}"/>
              </a:ext>
            </a:extLst>
          </p:cNvPr>
          <p:cNvSpPr/>
          <p:nvPr/>
        </p:nvSpPr>
        <p:spPr>
          <a:xfrm>
            <a:off x="4133776" y="1460338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D7C96453-8518-49E7-AAE8-45B5860EF036}"/>
              </a:ext>
            </a:extLst>
          </p:cNvPr>
          <p:cNvSpPr/>
          <p:nvPr/>
        </p:nvSpPr>
        <p:spPr>
          <a:xfrm>
            <a:off x="4136040" y="9922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C523A043-621F-3521-97C3-F3459A0580E5}"/>
              </a:ext>
            </a:extLst>
          </p:cNvPr>
          <p:cNvSpPr/>
          <p:nvPr/>
        </p:nvSpPr>
        <p:spPr>
          <a:xfrm>
            <a:off x="2992264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1D6227A6-9285-036B-80AF-3BB89B284560}"/>
              </a:ext>
            </a:extLst>
          </p:cNvPr>
          <p:cNvSpPr/>
          <p:nvPr/>
        </p:nvSpPr>
        <p:spPr>
          <a:xfrm>
            <a:off x="5515763" y="1408308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EE8F274B-D889-3D84-2075-31B91CDEE8AA}"/>
              </a:ext>
            </a:extLst>
          </p:cNvPr>
          <p:cNvSpPr/>
          <p:nvPr/>
        </p:nvSpPr>
        <p:spPr>
          <a:xfrm>
            <a:off x="5603327" y="1931850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49BD97B-0B6D-35FC-0DE3-D6205BCB7FFC}"/>
              </a:ext>
            </a:extLst>
          </p:cNvPr>
          <p:cNvSpPr/>
          <p:nvPr/>
        </p:nvSpPr>
        <p:spPr>
          <a:xfrm>
            <a:off x="1846734" y="2002494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89A2263-E9C7-352D-DA0C-52CAE4E06FF9}"/>
              </a:ext>
            </a:extLst>
          </p:cNvPr>
          <p:cNvSpPr/>
          <p:nvPr/>
        </p:nvSpPr>
        <p:spPr>
          <a:xfrm>
            <a:off x="1846734" y="3113853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5E541288-2E1F-784F-8ED2-CA573EBE277F}"/>
              </a:ext>
            </a:extLst>
          </p:cNvPr>
          <p:cNvSpPr/>
          <p:nvPr/>
        </p:nvSpPr>
        <p:spPr>
          <a:xfrm>
            <a:off x="1945947" y="3779994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CCB55711-ACF7-8FB1-5417-3D2A5635DF6A}"/>
              </a:ext>
            </a:extLst>
          </p:cNvPr>
          <p:cNvSpPr/>
          <p:nvPr/>
        </p:nvSpPr>
        <p:spPr>
          <a:xfrm>
            <a:off x="3670924" y="3113853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DE241F59-0565-FC51-4A08-F027EC8E62FE}"/>
              </a:ext>
            </a:extLst>
          </p:cNvPr>
          <p:cNvSpPr/>
          <p:nvPr/>
        </p:nvSpPr>
        <p:spPr>
          <a:xfrm>
            <a:off x="3670924" y="2002494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6367C03B-C2DD-A7F5-29B5-FA6ABCE22AAD}"/>
              </a:ext>
            </a:extLst>
          </p:cNvPr>
          <p:cNvSpPr/>
          <p:nvPr/>
        </p:nvSpPr>
        <p:spPr>
          <a:xfrm>
            <a:off x="1843573" y="3653913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A87BFEFF-16DA-B50C-C2C7-432ECE65DE61}"/>
              </a:ext>
            </a:extLst>
          </p:cNvPr>
          <p:cNvSpPr/>
          <p:nvPr/>
        </p:nvSpPr>
        <p:spPr>
          <a:xfrm>
            <a:off x="217372" y="416170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4A05D443-1E47-176F-A4A0-2DC8A2770826}"/>
              </a:ext>
            </a:extLst>
          </p:cNvPr>
          <p:cNvSpPr/>
          <p:nvPr/>
        </p:nvSpPr>
        <p:spPr>
          <a:xfrm>
            <a:off x="7411036" y="3827111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1F6D46CB-90A5-B568-809D-3E567BD99762}"/>
              </a:ext>
            </a:extLst>
          </p:cNvPr>
          <p:cNvSpPr/>
          <p:nvPr/>
        </p:nvSpPr>
        <p:spPr>
          <a:xfrm>
            <a:off x="217372" y="350338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575C4D60-50F2-6647-03E0-4E636ED8BB43}"/>
              </a:ext>
            </a:extLst>
          </p:cNvPr>
          <p:cNvSpPr/>
          <p:nvPr/>
        </p:nvSpPr>
        <p:spPr>
          <a:xfrm>
            <a:off x="3058778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0E20BA9A-6DEE-C4A1-8862-2CAF8BB0C95A}"/>
              </a:ext>
            </a:extLst>
          </p:cNvPr>
          <p:cNvSpPr/>
          <p:nvPr/>
        </p:nvSpPr>
        <p:spPr>
          <a:xfrm>
            <a:off x="4373797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1CA85BF4-20C5-DE06-CA49-1FB4F7ED44F8}"/>
              </a:ext>
            </a:extLst>
          </p:cNvPr>
          <p:cNvSpPr/>
          <p:nvPr/>
        </p:nvSpPr>
        <p:spPr>
          <a:xfrm>
            <a:off x="5685532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3BFC6919-A7FE-570C-3B04-AA80FAF0D888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60014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59507849-7EBC-0CAA-AAD6-A0DBEEC9121D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76E76356-B517-820E-D9AA-F8753917F70E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92F2DF8-D440-1A5A-14FA-3B374AF6EA79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60014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C19B3C64-178B-2507-D122-35F3664F1FEB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60014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92583BB6-F29F-114F-8270-449F1769107A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683408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2DCD07C9-DD3D-6D36-CC54-F4ACCD3E4A61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05941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15A81829-1088-77A6-D399-24D003D82900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23033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3436AB36-B749-82CE-441D-E9F8B044E2C3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34340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2F670A15-37B5-6A6A-A462-B456F3563E55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CF74ABED-2F27-D513-5736-4B77AEC4603D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0E792277-B87C-F9AB-5220-A2967BEE08C1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F1C3D189-1A57-26BB-D2B8-9A77E3E22333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3D2CF8A2-15EC-EF51-0E14-82F1E753F4BB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182514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518EACAB-5559-78D3-2FCE-AD2E76CCD5AD}"/>
              </a:ext>
            </a:extLst>
          </p:cNvPr>
          <p:cNvSpPr txBox="1"/>
          <p:nvPr/>
        </p:nvSpPr>
        <p:spPr>
          <a:xfrm>
            <a:off x="2117532" y="2492810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D30CEFF2-D218-68BE-231E-204979DBDAA5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293873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2E35DF38-A81D-DCFB-636A-F29B16520E4F}"/>
              </a:ext>
            </a:extLst>
          </p:cNvPr>
          <p:cNvSpPr txBox="1"/>
          <p:nvPr/>
        </p:nvSpPr>
        <p:spPr>
          <a:xfrm>
            <a:off x="172154" y="1941024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9B35001-A827-FBEF-D538-BBD25FFFBE31}"/>
              </a:ext>
            </a:extLst>
          </p:cNvPr>
          <p:cNvSpPr txBox="1"/>
          <p:nvPr/>
        </p:nvSpPr>
        <p:spPr>
          <a:xfrm>
            <a:off x="172154" y="3058990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3624549F-294A-F09A-DFAC-023AB0C663CD}"/>
              </a:ext>
            </a:extLst>
          </p:cNvPr>
          <p:cNvSpPr/>
          <p:nvPr/>
        </p:nvSpPr>
        <p:spPr>
          <a:xfrm>
            <a:off x="217372" y="994261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9108E865-3D12-F3D6-BE8F-6AFF61CB2B16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17428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D67F6F3A-96A1-5CBC-4078-EB85B7538281}"/>
              </a:ext>
            </a:extLst>
          </p:cNvPr>
          <p:cNvSpPr/>
          <p:nvPr/>
        </p:nvSpPr>
        <p:spPr>
          <a:xfrm>
            <a:off x="1843572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FED1BC2B-83A9-9DDE-B45A-1ED80207EFC0}"/>
              </a:ext>
            </a:extLst>
          </p:cNvPr>
          <p:cNvSpPr/>
          <p:nvPr/>
        </p:nvSpPr>
        <p:spPr>
          <a:xfrm>
            <a:off x="217372" y="1462314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4DB0BC96-81B9-9473-E4E2-47AE517E17AB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64233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1A30DF3B-07BE-9ABF-0A77-F398E783129B}"/>
              </a:ext>
            </a:extLst>
          </p:cNvPr>
          <p:cNvSpPr/>
          <p:nvPr/>
        </p:nvSpPr>
        <p:spPr>
          <a:xfrm>
            <a:off x="2992263" y="999141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26808688-670F-F1B3-9A0B-55E21244C58D}"/>
              </a:ext>
            </a:extLst>
          </p:cNvPr>
          <p:cNvSpPr/>
          <p:nvPr/>
        </p:nvSpPr>
        <p:spPr>
          <a:xfrm>
            <a:off x="2992263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60D74C34-C41D-1A34-06AC-D73BBBAC71F8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354302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465406A5-225B-A90B-A579-419CE0184DA1}"/>
              </a:ext>
            </a:extLst>
          </p:cNvPr>
          <p:cNvSpPr/>
          <p:nvPr/>
        </p:nvSpPr>
        <p:spPr>
          <a:xfrm>
            <a:off x="5497187" y="1865552"/>
            <a:ext cx="1519189" cy="498405"/>
          </a:xfrm>
          <a:prstGeom prst="roundRect">
            <a:avLst>
              <a:gd name="adj" fmla="val 1098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4" name="직선 화살표 연결선 163">
            <a:extLst>
              <a:ext uri="{FF2B5EF4-FFF2-40B4-BE49-F238E27FC236}">
                <a16:creationId xmlns:a16="http://schemas.microsoft.com/office/drawing/2014/main" id="{A1B69FEF-AE3C-974F-AFE0-7BECE4A251B3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6095776" y="2289918"/>
            <a:ext cx="0" cy="7159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직선 화살표 연결선 166">
            <a:extLst>
              <a:ext uri="{FF2B5EF4-FFF2-40B4-BE49-F238E27FC236}">
                <a16:creationId xmlns:a16="http://schemas.microsoft.com/office/drawing/2014/main" id="{9A70B7B2-839B-0F28-DB3E-7B19DBF970E1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60400" cy="6330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화살표 연결선 170">
            <a:extLst>
              <a:ext uri="{FF2B5EF4-FFF2-40B4-BE49-F238E27FC236}">
                <a16:creationId xmlns:a16="http://schemas.microsoft.com/office/drawing/2014/main" id="{C3C935C2-B8D5-322A-A655-E8B4511984FE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14935" cy="540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65225863-4F0D-0E6D-98DE-EA9CCDB8D7DA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70293" cy="4631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FF632E00-01FB-296F-DC41-E8ED451B5C51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flipH="1">
            <a:off x="6095776" y="1766376"/>
            <a:ext cx="170294" cy="1654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F0AAF1AE-E8CC-85B9-0861-299DFF861B69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441493"/>
            <a:ext cx="1" cy="5576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88739DCC-A381-B5DB-3E03-17029F853ADA}"/>
              </a:ext>
            </a:extLst>
          </p:cNvPr>
          <p:cNvSpPr/>
          <p:nvPr/>
        </p:nvSpPr>
        <p:spPr>
          <a:xfrm>
            <a:off x="4133777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C19DD661-6E38-CAAE-3C7A-50A1285023FC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41493"/>
            <a:ext cx="2264" cy="550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모서리가 둥근 직사각형 196">
            <a:extLst>
              <a:ext uri="{FF2B5EF4-FFF2-40B4-BE49-F238E27FC236}">
                <a16:creationId xmlns:a16="http://schemas.microsoft.com/office/drawing/2014/main" id="{96237A9C-178E-AE64-B96E-377EAEB39FFC}"/>
              </a:ext>
            </a:extLst>
          </p:cNvPr>
          <p:cNvSpPr/>
          <p:nvPr/>
        </p:nvSpPr>
        <p:spPr>
          <a:xfrm>
            <a:off x="7411036" y="1410715"/>
            <a:ext cx="1209354" cy="353254"/>
          </a:xfrm>
          <a:prstGeom prst="roundRect">
            <a:avLst>
              <a:gd name="adj" fmla="val 188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7A0EB389-B586-C849-EA66-AAF912B5A301}"/>
              </a:ext>
            </a:extLst>
          </p:cNvPr>
          <p:cNvCxnSpPr>
            <a:cxnSpLocks/>
            <a:stCxn id="14" idx="3"/>
            <a:endCxn id="197" idx="1"/>
          </p:cNvCxnSpPr>
          <p:nvPr/>
        </p:nvCxnSpPr>
        <p:spPr>
          <a:xfrm>
            <a:off x="7016376" y="1587342"/>
            <a:ext cx="39466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08C25885-68DA-83C4-975E-1FC657A8E4B9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420535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22511479-88A5-F33D-34F6-4EE7576EA4FF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78011" cy="6501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A7BA9675-0129-9645-2BB6-2621BCF21135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43811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23DE6EAB-8658-700E-6DEE-E3F4F9E7A98A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92946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5556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6CB30261-3B93-4244-8677-F4C91C21CEAB}"/>
              </a:ext>
            </a:extLst>
          </p:cNvPr>
          <p:cNvSpPr/>
          <p:nvPr/>
        </p:nvSpPr>
        <p:spPr>
          <a:xfrm>
            <a:off x="1044962" y="123478"/>
            <a:ext cx="6946776" cy="1152128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736B8331-4069-DB72-9261-97B24BB858F4}"/>
              </a:ext>
            </a:extLst>
          </p:cNvPr>
          <p:cNvSpPr/>
          <p:nvPr/>
        </p:nvSpPr>
        <p:spPr>
          <a:xfrm>
            <a:off x="1151630" y="411510"/>
            <a:ext cx="6732729" cy="792088"/>
          </a:xfrm>
          <a:prstGeom prst="roundRect">
            <a:avLst>
              <a:gd name="adj" fmla="val 722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09BAF99-EA5E-D16A-1A5C-C26814FB39A2}"/>
              </a:ext>
            </a:extLst>
          </p:cNvPr>
          <p:cNvSpPr/>
          <p:nvPr/>
        </p:nvSpPr>
        <p:spPr>
          <a:xfrm>
            <a:off x="1259641" y="699542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9D0C57-F6DA-D5DA-83DE-D6BD12814C0B}"/>
              </a:ext>
            </a:extLst>
          </p:cNvPr>
          <p:cNvSpPr/>
          <p:nvPr/>
        </p:nvSpPr>
        <p:spPr>
          <a:xfrm>
            <a:off x="2267752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85B0C94-AF95-C682-A49F-5E2FD4A8C534}"/>
              </a:ext>
            </a:extLst>
          </p:cNvPr>
          <p:cNvSpPr/>
          <p:nvPr/>
        </p:nvSpPr>
        <p:spPr>
          <a:xfrm>
            <a:off x="3275870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56E225E-F0DB-DCEB-21CA-5C9B06495ED8}"/>
              </a:ext>
            </a:extLst>
          </p:cNvPr>
          <p:cNvSpPr/>
          <p:nvPr/>
        </p:nvSpPr>
        <p:spPr>
          <a:xfrm>
            <a:off x="4283975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096AE8D-EAF7-D7E9-E846-B3411CAFE4D8}"/>
              </a:ext>
            </a:extLst>
          </p:cNvPr>
          <p:cNvSpPr/>
          <p:nvPr/>
        </p:nvSpPr>
        <p:spPr>
          <a:xfrm>
            <a:off x="5292090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C84D422-778D-8B60-80BA-2D92C1AC875B}"/>
              </a:ext>
            </a:extLst>
          </p:cNvPr>
          <p:cNvSpPr/>
          <p:nvPr/>
        </p:nvSpPr>
        <p:spPr>
          <a:xfrm>
            <a:off x="6300192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[5]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DNS Cache</a:t>
            </a: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C6A056AC-D53D-264F-A41C-93A781161998}"/>
              </a:ext>
            </a:extLst>
          </p:cNvPr>
          <p:cNvSpPr/>
          <p:nvPr/>
        </p:nvSpPr>
        <p:spPr>
          <a:xfrm>
            <a:off x="7415234" y="843558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1B3C0ACC-5CF9-08A8-BD52-CF101106F81E}"/>
              </a:ext>
            </a:extLst>
          </p:cNvPr>
          <p:cNvSpPr/>
          <p:nvPr/>
        </p:nvSpPr>
        <p:spPr>
          <a:xfrm>
            <a:off x="7567883" y="843557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7C237F99-9ED8-0641-75B2-315EAF365ABB}"/>
              </a:ext>
            </a:extLst>
          </p:cNvPr>
          <p:cNvSpPr/>
          <p:nvPr/>
        </p:nvSpPr>
        <p:spPr>
          <a:xfrm>
            <a:off x="7714556" y="843557"/>
            <a:ext cx="48707" cy="4870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A09B9434-93F1-9E92-F7E1-B6337374D07D}"/>
              </a:ext>
            </a:extLst>
          </p:cNvPr>
          <p:cNvSpPr/>
          <p:nvPr/>
        </p:nvSpPr>
        <p:spPr>
          <a:xfrm>
            <a:off x="1044962" y="1635646"/>
            <a:ext cx="6946776" cy="1152128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9D4BD7C3-7784-938B-FC98-C0BEE3CAAED0}"/>
              </a:ext>
            </a:extLst>
          </p:cNvPr>
          <p:cNvSpPr/>
          <p:nvPr/>
        </p:nvSpPr>
        <p:spPr>
          <a:xfrm>
            <a:off x="1151630" y="1923678"/>
            <a:ext cx="6732729" cy="792088"/>
          </a:xfrm>
          <a:prstGeom prst="roundRect">
            <a:avLst>
              <a:gd name="adj" fmla="val 722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3FCC1D6F-022B-0FB3-C58D-E21E8829101F}"/>
              </a:ext>
            </a:extLst>
          </p:cNvPr>
          <p:cNvSpPr/>
          <p:nvPr/>
        </p:nvSpPr>
        <p:spPr>
          <a:xfrm>
            <a:off x="1259641" y="2211710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903C5DA-A01E-F0DE-5138-A1DE77DC9D56}"/>
              </a:ext>
            </a:extLst>
          </p:cNvPr>
          <p:cNvSpPr/>
          <p:nvPr/>
        </p:nvSpPr>
        <p:spPr>
          <a:xfrm>
            <a:off x="2267752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08E4AD8B-B787-92FB-58E5-1E508E735246}"/>
              </a:ext>
            </a:extLst>
          </p:cNvPr>
          <p:cNvSpPr/>
          <p:nvPr/>
        </p:nvSpPr>
        <p:spPr>
          <a:xfrm>
            <a:off x="3275870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E0BE84F1-89F4-6567-C348-6E14D5E2A40D}"/>
              </a:ext>
            </a:extLst>
          </p:cNvPr>
          <p:cNvSpPr/>
          <p:nvPr/>
        </p:nvSpPr>
        <p:spPr>
          <a:xfrm>
            <a:off x="4283975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3F8BDD3-2EE0-43EB-4C7A-917A04433524}"/>
              </a:ext>
            </a:extLst>
          </p:cNvPr>
          <p:cNvSpPr/>
          <p:nvPr/>
        </p:nvSpPr>
        <p:spPr>
          <a:xfrm>
            <a:off x="5292090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87655948-E457-4580-59A5-29A1F5E790AE}"/>
              </a:ext>
            </a:extLst>
          </p:cNvPr>
          <p:cNvSpPr/>
          <p:nvPr/>
        </p:nvSpPr>
        <p:spPr>
          <a:xfrm>
            <a:off x="6300192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[5]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DNS Cache</a:t>
            </a:r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146BCDF7-7462-95A2-91FD-31F0354C83CF}"/>
              </a:ext>
            </a:extLst>
          </p:cNvPr>
          <p:cNvSpPr/>
          <p:nvPr/>
        </p:nvSpPr>
        <p:spPr>
          <a:xfrm>
            <a:off x="7415234" y="2355726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008D1577-9FAD-7A51-A55F-F5618FB33A72}"/>
              </a:ext>
            </a:extLst>
          </p:cNvPr>
          <p:cNvSpPr/>
          <p:nvPr/>
        </p:nvSpPr>
        <p:spPr>
          <a:xfrm>
            <a:off x="7567883" y="2355725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F15572C8-C05F-51CB-3451-1186DA68B159}"/>
              </a:ext>
            </a:extLst>
          </p:cNvPr>
          <p:cNvSpPr/>
          <p:nvPr/>
        </p:nvSpPr>
        <p:spPr>
          <a:xfrm>
            <a:off x="7714556" y="2355725"/>
            <a:ext cx="48707" cy="4870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BF74E17D-6EE7-A2EE-A5B9-C42AC93486DD}"/>
              </a:ext>
            </a:extLst>
          </p:cNvPr>
          <p:cNvSpPr/>
          <p:nvPr/>
        </p:nvSpPr>
        <p:spPr>
          <a:xfrm>
            <a:off x="1044962" y="2931790"/>
            <a:ext cx="6946776" cy="1152128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8" name="모서리가 둥근 직사각형 57">
            <a:extLst>
              <a:ext uri="{FF2B5EF4-FFF2-40B4-BE49-F238E27FC236}">
                <a16:creationId xmlns:a16="http://schemas.microsoft.com/office/drawing/2014/main" id="{1CE2C55F-26F5-74F4-1529-F60F80EB213F}"/>
              </a:ext>
            </a:extLst>
          </p:cNvPr>
          <p:cNvSpPr/>
          <p:nvPr/>
        </p:nvSpPr>
        <p:spPr>
          <a:xfrm>
            <a:off x="1151630" y="3219822"/>
            <a:ext cx="6732729" cy="792088"/>
          </a:xfrm>
          <a:prstGeom prst="roundRect">
            <a:avLst>
              <a:gd name="adj" fmla="val 722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4DD48B6F-AFA2-B839-9BB9-6DA220D20D76}"/>
              </a:ext>
            </a:extLst>
          </p:cNvPr>
          <p:cNvSpPr/>
          <p:nvPr/>
        </p:nvSpPr>
        <p:spPr>
          <a:xfrm>
            <a:off x="1259641" y="3507854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35B39D5C-2771-EC7A-247A-699AB9485C78}"/>
              </a:ext>
            </a:extLst>
          </p:cNvPr>
          <p:cNvSpPr/>
          <p:nvPr/>
        </p:nvSpPr>
        <p:spPr>
          <a:xfrm>
            <a:off x="2267752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9C8A92E7-04C2-D086-4694-91B6D54A231E}"/>
              </a:ext>
            </a:extLst>
          </p:cNvPr>
          <p:cNvSpPr/>
          <p:nvPr/>
        </p:nvSpPr>
        <p:spPr>
          <a:xfrm>
            <a:off x="3275870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92CA32EC-525E-B643-5C4C-F659745944C5}"/>
              </a:ext>
            </a:extLst>
          </p:cNvPr>
          <p:cNvSpPr/>
          <p:nvPr/>
        </p:nvSpPr>
        <p:spPr>
          <a:xfrm>
            <a:off x="4283975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D9BE1D8D-ED0E-419D-DAD4-367A9ADBC403}"/>
              </a:ext>
            </a:extLst>
          </p:cNvPr>
          <p:cNvSpPr/>
          <p:nvPr/>
        </p:nvSpPr>
        <p:spPr>
          <a:xfrm>
            <a:off x="5292090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AC83F2EB-797A-CCCE-30F3-574CB603F5E6}"/>
              </a:ext>
            </a:extLst>
          </p:cNvPr>
          <p:cNvSpPr/>
          <p:nvPr/>
        </p:nvSpPr>
        <p:spPr>
          <a:xfrm>
            <a:off x="6300192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[5]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DNS Cache</a:t>
            </a:r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B9AA4AFD-048A-CBFD-C977-FBEDA0F90816}"/>
              </a:ext>
            </a:extLst>
          </p:cNvPr>
          <p:cNvSpPr/>
          <p:nvPr/>
        </p:nvSpPr>
        <p:spPr>
          <a:xfrm>
            <a:off x="7415234" y="3651870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36AA5FBB-259A-55E8-6B49-79E095A0FC1D}"/>
              </a:ext>
            </a:extLst>
          </p:cNvPr>
          <p:cNvSpPr/>
          <p:nvPr/>
        </p:nvSpPr>
        <p:spPr>
          <a:xfrm>
            <a:off x="7567883" y="3651869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7" name="타원 66">
            <a:extLst>
              <a:ext uri="{FF2B5EF4-FFF2-40B4-BE49-F238E27FC236}">
                <a16:creationId xmlns:a16="http://schemas.microsoft.com/office/drawing/2014/main" id="{FF8C2635-365C-9375-8D87-1B99782F0866}"/>
              </a:ext>
            </a:extLst>
          </p:cNvPr>
          <p:cNvSpPr/>
          <p:nvPr/>
        </p:nvSpPr>
        <p:spPr>
          <a:xfrm>
            <a:off x="7714556" y="3651869"/>
            <a:ext cx="48707" cy="4870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9" name="타원 68">
            <a:extLst>
              <a:ext uri="{FF2B5EF4-FFF2-40B4-BE49-F238E27FC236}">
                <a16:creationId xmlns:a16="http://schemas.microsoft.com/office/drawing/2014/main" id="{466BD852-AA78-BD7B-977C-C1D91BB0DE9F}"/>
              </a:ext>
            </a:extLst>
          </p:cNvPr>
          <p:cNvSpPr/>
          <p:nvPr/>
        </p:nvSpPr>
        <p:spPr>
          <a:xfrm>
            <a:off x="4261115" y="4176865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0" name="타원 69">
            <a:extLst>
              <a:ext uri="{FF2B5EF4-FFF2-40B4-BE49-F238E27FC236}">
                <a16:creationId xmlns:a16="http://schemas.microsoft.com/office/drawing/2014/main" id="{154A869C-1C40-3F38-3F52-90DA7B52DD3F}"/>
              </a:ext>
            </a:extLst>
          </p:cNvPr>
          <p:cNvSpPr/>
          <p:nvPr/>
        </p:nvSpPr>
        <p:spPr>
          <a:xfrm>
            <a:off x="4261114" y="4323526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1" name="타원 70">
            <a:extLst>
              <a:ext uri="{FF2B5EF4-FFF2-40B4-BE49-F238E27FC236}">
                <a16:creationId xmlns:a16="http://schemas.microsoft.com/office/drawing/2014/main" id="{11A0A3E5-27BC-AC47-FCAE-94889E5EB4B6}"/>
              </a:ext>
            </a:extLst>
          </p:cNvPr>
          <p:cNvSpPr/>
          <p:nvPr/>
        </p:nvSpPr>
        <p:spPr>
          <a:xfrm>
            <a:off x="4261113" y="4471113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299670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9EA33-35EE-6DBC-E567-974FD8D59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828829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5B4FD-AFDC-C630-EA5B-801CDA5FD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02428D72-6B7F-5970-E877-48900AC3AF08}"/>
              </a:ext>
            </a:extLst>
          </p:cNvPr>
          <p:cNvSpPr/>
          <p:nvPr/>
        </p:nvSpPr>
        <p:spPr>
          <a:xfrm>
            <a:off x="1949317" y="268623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424B4CD8-AE44-0BFE-7477-9B555A958474}"/>
              </a:ext>
            </a:extLst>
          </p:cNvPr>
          <p:cNvSpPr/>
          <p:nvPr/>
        </p:nvSpPr>
        <p:spPr>
          <a:xfrm>
            <a:off x="1882643" y="2766660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2C46ED18-7B44-157D-16A2-ACE86EC5C639}"/>
              </a:ext>
            </a:extLst>
          </p:cNvPr>
          <p:cNvSpPr/>
          <p:nvPr/>
        </p:nvSpPr>
        <p:spPr>
          <a:xfrm>
            <a:off x="1812618" y="285535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C977DCBE-6501-DAC5-86DE-03C0779FCE7C}"/>
              </a:ext>
            </a:extLst>
          </p:cNvPr>
          <p:cNvSpPr/>
          <p:nvPr/>
        </p:nvSpPr>
        <p:spPr>
          <a:xfrm>
            <a:off x="1619672" y="123486"/>
            <a:ext cx="5598418" cy="4896536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AAE6B2E7-1D00-04C6-576D-73E04438F15E}"/>
              </a:ext>
            </a:extLst>
          </p:cNvPr>
          <p:cNvSpPr/>
          <p:nvPr/>
        </p:nvSpPr>
        <p:spPr>
          <a:xfrm>
            <a:off x="1746423" y="213554"/>
            <a:ext cx="3545657" cy="2178626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3EFEA524-89B0-ABF4-F93E-B1342CA56242}"/>
              </a:ext>
            </a:extLst>
          </p:cNvPr>
          <p:cNvSpPr/>
          <p:nvPr/>
        </p:nvSpPr>
        <p:spPr>
          <a:xfrm>
            <a:off x="1746425" y="2938261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601E234-17DD-8AF5-FDF4-F8D1C66E9F05}"/>
              </a:ext>
            </a:extLst>
          </p:cNvPr>
          <p:cNvSpPr/>
          <p:nvPr/>
        </p:nvSpPr>
        <p:spPr>
          <a:xfrm>
            <a:off x="5404449" y="220135"/>
            <a:ext cx="1700846" cy="2167852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44E9DDA7-A4FA-2025-D70C-517E58B8D3D9}"/>
              </a:ext>
            </a:extLst>
          </p:cNvPr>
          <p:cNvSpPr/>
          <p:nvPr/>
        </p:nvSpPr>
        <p:spPr>
          <a:xfrm>
            <a:off x="1843572" y="9266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5D28B045-2F83-78B9-7175-0199E9A38D90}"/>
              </a:ext>
            </a:extLst>
          </p:cNvPr>
          <p:cNvSpPr/>
          <p:nvPr/>
        </p:nvSpPr>
        <p:spPr>
          <a:xfrm>
            <a:off x="2992264" y="9266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52EF7933-245D-967A-CF6A-18A7C3C15730}"/>
              </a:ext>
            </a:extLst>
          </p:cNvPr>
          <p:cNvSpPr/>
          <p:nvPr/>
        </p:nvSpPr>
        <p:spPr>
          <a:xfrm>
            <a:off x="3001089" y="458630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2B7A8473-A8FE-FFBD-A341-A6CC756991FF}"/>
              </a:ext>
            </a:extLst>
          </p:cNvPr>
          <p:cNvSpPr/>
          <p:nvPr/>
        </p:nvSpPr>
        <p:spPr>
          <a:xfrm>
            <a:off x="2992264" y="139473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65FE2CAF-623D-5059-77B8-132355247D68}"/>
              </a:ext>
            </a:extLst>
          </p:cNvPr>
          <p:cNvSpPr/>
          <p:nvPr/>
        </p:nvSpPr>
        <p:spPr>
          <a:xfrm>
            <a:off x="7147401" y="-884634"/>
            <a:ext cx="1305440" cy="360040"/>
          </a:xfrm>
          <a:prstGeom prst="roundRect">
            <a:avLst>
              <a:gd name="adj" fmla="val 1964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6B0564C9-37B9-ACEA-C7AD-B7916EFB6EA2}"/>
              </a:ext>
            </a:extLst>
          </p:cNvPr>
          <p:cNvSpPr/>
          <p:nvPr/>
        </p:nvSpPr>
        <p:spPr>
          <a:xfrm>
            <a:off x="5515763" y="1340728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2FFD02B4-175F-246F-87D4-389A205B68E8}"/>
              </a:ext>
            </a:extLst>
          </p:cNvPr>
          <p:cNvSpPr/>
          <p:nvPr/>
        </p:nvSpPr>
        <p:spPr>
          <a:xfrm>
            <a:off x="5603327" y="1864270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F95D29E1-A8E4-7BC8-8D88-91FFE0CD83B0}"/>
              </a:ext>
            </a:extLst>
          </p:cNvPr>
          <p:cNvSpPr/>
          <p:nvPr/>
        </p:nvSpPr>
        <p:spPr>
          <a:xfrm>
            <a:off x="5515763" y="883484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About to Write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40CF03D6-8AC2-4BD8-C967-5ED15E2EDA52}"/>
              </a:ext>
            </a:extLst>
          </p:cNvPr>
          <p:cNvSpPr/>
          <p:nvPr/>
        </p:nvSpPr>
        <p:spPr>
          <a:xfrm>
            <a:off x="3275856" y="-812626"/>
            <a:ext cx="3074344" cy="360040"/>
          </a:xfrm>
          <a:prstGeom prst="roundRect">
            <a:avLst>
              <a:gd name="adj" fmla="val 1615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Event Loop (TCP Listener, UDP Listener) 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DCF45895-E02A-690A-CF0D-1FDEB1DD84AB}"/>
              </a:ext>
            </a:extLst>
          </p:cNvPr>
          <p:cNvSpPr/>
          <p:nvPr/>
        </p:nvSpPr>
        <p:spPr>
          <a:xfrm>
            <a:off x="1846734" y="1934914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EDF09E17-CB16-E03D-D8F9-8D9AAB4F468A}"/>
              </a:ext>
            </a:extLst>
          </p:cNvPr>
          <p:cNvSpPr/>
          <p:nvPr/>
        </p:nvSpPr>
        <p:spPr>
          <a:xfrm>
            <a:off x="1846734" y="3046273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9BACE2DD-C1CE-C292-93BE-96EC5776F874}"/>
              </a:ext>
            </a:extLst>
          </p:cNvPr>
          <p:cNvSpPr/>
          <p:nvPr/>
        </p:nvSpPr>
        <p:spPr>
          <a:xfrm>
            <a:off x="1945947" y="3712414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3CFCEAEA-F297-EC13-C25D-31232370B210}"/>
              </a:ext>
            </a:extLst>
          </p:cNvPr>
          <p:cNvSpPr/>
          <p:nvPr/>
        </p:nvSpPr>
        <p:spPr>
          <a:xfrm>
            <a:off x="3358272" y="3046273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3793F1F1-03C7-4925-9821-844F9301E48E}"/>
              </a:ext>
            </a:extLst>
          </p:cNvPr>
          <p:cNvSpPr/>
          <p:nvPr/>
        </p:nvSpPr>
        <p:spPr>
          <a:xfrm>
            <a:off x="3358272" y="1934914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A56882C-61D7-8642-F966-6D9CA5791365}"/>
              </a:ext>
            </a:extLst>
          </p:cNvPr>
          <p:cNvSpPr/>
          <p:nvPr/>
        </p:nvSpPr>
        <p:spPr>
          <a:xfrm>
            <a:off x="1843573" y="3586333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D6C0CD03-8FD3-C6D4-17F0-F42AA060EB6E}"/>
              </a:ext>
            </a:extLst>
          </p:cNvPr>
          <p:cNvSpPr/>
          <p:nvPr/>
        </p:nvSpPr>
        <p:spPr>
          <a:xfrm>
            <a:off x="217372" y="409412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BC1B0AB1-5C62-E196-69AF-88EB53FBCCE6}"/>
              </a:ext>
            </a:extLst>
          </p:cNvPr>
          <p:cNvSpPr/>
          <p:nvPr/>
        </p:nvSpPr>
        <p:spPr>
          <a:xfrm>
            <a:off x="7411036" y="3759531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1F309C42-512E-306D-BB6A-B73F6CFF376D}"/>
              </a:ext>
            </a:extLst>
          </p:cNvPr>
          <p:cNvSpPr/>
          <p:nvPr/>
        </p:nvSpPr>
        <p:spPr>
          <a:xfrm>
            <a:off x="217372" y="343580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7A5E2843-0034-AE20-891B-35EC42201089}"/>
              </a:ext>
            </a:extLst>
          </p:cNvPr>
          <p:cNvSpPr/>
          <p:nvPr/>
        </p:nvSpPr>
        <p:spPr>
          <a:xfrm>
            <a:off x="3058778" y="371241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D07EC68C-9627-6CB4-9933-D0B01B2FBEE9}"/>
              </a:ext>
            </a:extLst>
          </p:cNvPr>
          <p:cNvSpPr/>
          <p:nvPr/>
        </p:nvSpPr>
        <p:spPr>
          <a:xfrm>
            <a:off x="4373797" y="371241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69E4B347-1F20-323F-4B9A-2BFE75A4D58A}"/>
              </a:ext>
            </a:extLst>
          </p:cNvPr>
          <p:cNvSpPr/>
          <p:nvPr/>
        </p:nvSpPr>
        <p:spPr>
          <a:xfrm>
            <a:off x="5685532" y="371241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090A3036-3599-F66E-EA1B-296E79B342A2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892434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B1ACBD1A-E95B-6365-FA43-D866D1ADF796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89243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372243B6-47D4-AA99-BEA7-D799CB1AC44C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89243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4465957D-FEA7-6E4F-87AE-A922765130D8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892434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5A0927A6-B332-684C-628B-DBCDA0E752F0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892434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C23A43D1-A63B-366B-2DE9-54122FD30085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615828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6F731C2B-8ED6-3984-F999-BE7684F06D8C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838361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091B2371-18C8-E878-1F7A-EC2FB29B1DF1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755453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D6CC89D6-6B08-4C51-8E66-7C1DFFA3B418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666760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D11A5F9B-9B38-1ED0-9631-DB9C0D26B9A2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29495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5C1AC1A1-A7B7-C3AA-2678-EEDCBF8B9069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294954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A36FAABB-A640-98BB-ED21-CACE9ACC6BFD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294954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4FC5F6D3-6D44-8E2F-8E12-29C91C059CE8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294954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7DFC1AB0-62B9-5385-70E7-EA499A5D7EA9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114934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C29B319A-E7D1-5F4D-7E05-5341F5378BAC}"/>
              </a:ext>
            </a:extLst>
          </p:cNvPr>
          <p:cNvSpPr txBox="1"/>
          <p:nvPr/>
        </p:nvSpPr>
        <p:spPr>
          <a:xfrm>
            <a:off x="2117532" y="2425230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7090DCB9-9562-D17C-9D43-B21C90669E9B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226293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C458D952-A6DC-EB4B-4214-DAE679062E8D}"/>
              </a:ext>
            </a:extLst>
          </p:cNvPr>
          <p:cNvSpPr txBox="1"/>
          <p:nvPr/>
        </p:nvSpPr>
        <p:spPr>
          <a:xfrm>
            <a:off x="172154" y="1873444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78468FF5-23B2-AB5E-1B94-0E2C5FFB1FAB}"/>
              </a:ext>
            </a:extLst>
          </p:cNvPr>
          <p:cNvSpPr txBox="1"/>
          <p:nvPr/>
        </p:nvSpPr>
        <p:spPr>
          <a:xfrm>
            <a:off x="172154" y="2991410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CB2ECA80-2BBE-B453-44A2-2749D7C87B92}"/>
              </a:ext>
            </a:extLst>
          </p:cNvPr>
          <p:cNvSpPr/>
          <p:nvPr/>
        </p:nvSpPr>
        <p:spPr>
          <a:xfrm>
            <a:off x="217372" y="926681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FF66ECA3-A260-70E0-3FB6-AF1045EA1453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10670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75D73F1F-30EC-1A2C-7365-8640507ED1FA}"/>
              </a:ext>
            </a:extLst>
          </p:cNvPr>
          <p:cNvSpPr/>
          <p:nvPr/>
        </p:nvSpPr>
        <p:spPr>
          <a:xfrm>
            <a:off x="1843572" y="139473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ECAC3AE6-C3F5-3CBB-C901-7304F362C46D}"/>
              </a:ext>
            </a:extLst>
          </p:cNvPr>
          <p:cNvSpPr/>
          <p:nvPr/>
        </p:nvSpPr>
        <p:spPr>
          <a:xfrm>
            <a:off x="217372" y="1394734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89C7BAAA-BD2E-4DFA-8A42-4AC40841D49C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57475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0F96A675-DBE4-D519-A8D7-B1A489351CF3}"/>
              </a:ext>
            </a:extLst>
          </p:cNvPr>
          <p:cNvSpPr/>
          <p:nvPr/>
        </p:nvSpPr>
        <p:spPr>
          <a:xfrm>
            <a:off x="1843572" y="46320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57ABA298-0F78-C4A6-43B1-73F0E3F367CD}"/>
              </a:ext>
            </a:extLst>
          </p:cNvPr>
          <p:cNvSpPr/>
          <p:nvPr/>
        </p:nvSpPr>
        <p:spPr>
          <a:xfrm>
            <a:off x="217372" y="463203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3" name="직선 화살표 연결선 152">
            <a:extLst>
              <a:ext uri="{FF2B5EF4-FFF2-40B4-BE49-F238E27FC236}">
                <a16:creationId xmlns:a16="http://schemas.microsoft.com/office/drawing/2014/main" id="{F6B9F8A0-D8AC-7A8B-3C41-72EEAD30F6A2}"/>
              </a:ext>
            </a:extLst>
          </p:cNvPr>
          <p:cNvCxnSpPr>
            <a:cxnSpLocks/>
            <a:stCxn id="151" idx="1"/>
            <a:endCxn id="152" idx="3"/>
          </p:cNvCxnSpPr>
          <p:nvPr/>
        </p:nvCxnSpPr>
        <p:spPr>
          <a:xfrm flipH="1">
            <a:off x="1426726" y="64322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8964C7D9-D974-8D09-3F7A-4B523FE6710D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286722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3FAEE9C3-74B1-2CA8-3792-D22C8215DCCD}"/>
              </a:ext>
            </a:extLst>
          </p:cNvPr>
          <p:cNvSpPr/>
          <p:nvPr/>
        </p:nvSpPr>
        <p:spPr>
          <a:xfrm>
            <a:off x="5497187" y="1797972"/>
            <a:ext cx="1519189" cy="498405"/>
          </a:xfrm>
          <a:prstGeom prst="roundRect">
            <a:avLst>
              <a:gd name="adj" fmla="val 1098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4" name="직선 화살표 연결선 163">
            <a:extLst>
              <a:ext uri="{FF2B5EF4-FFF2-40B4-BE49-F238E27FC236}">
                <a16:creationId xmlns:a16="http://schemas.microsoft.com/office/drawing/2014/main" id="{0AC85451-A372-D391-0650-B042C0FC6BAF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6095776" y="2222338"/>
            <a:ext cx="0" cy="7159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직선 화살표 연결선 166">
            <a:extLst>
              <a:ext uri="{FF2B5EF4-FFF2-40B4-BE49-F238E27FC236}">
                <a16:creationId xmlns:a16="http://schemas.microsoft.com/office/drawing/2014/main" id="{EC286076-D0D7-BFAA-BD95-E20A4BA987E8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22338"/>
            <a:ext cx="60400" cy="6330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화살표 연결선 170">
            <a:extLst>
              <a:ext uri="{FF2B5EF4-FFF2-40B4-BE49-F238E27FC236}">
                <a16:creationId xmlns:a16="http://schemas.microsoft.com/office/drawing/2014/main" id="{E892DD54-D04B-F016-F066-29A31AD47A81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22338"/>
            <a:ext cx="114935" cy="540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F28E5335-96EE-9562-79D1-DE06488B13C9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22338"/>
            <a:ext cx="170293" cy="4631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4CB96CFE-E661-CCEB-B86C-F1A67ED9E156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flipH="1">
            <a:off x="6095776" y="1698796"/>
            <a:ext cx="170294" cy="1654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3868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57881-B778-EA95-D0D2-D9A9C29E7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8E5F1CF1-678E-7237-EEE1-E2A0B84A63E0}"/>
              </a:ext>
            </a:extLst>
          </p:cNvPr>
          <p:cNvSpPr/>
          <p:nvPr/>
        </p:nvSpPr>
        <p:spPr>
          <a:xfrm>
            <a:off x="467544" y="267494"/>
            <a:ext cx="7776864" cy="4608512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B7C198DF-1634-97A9-A198-D1CE1FA44BC1}"/>
              </a:ext>
            </a:extLst>
          </p:cNvPr>
          <p:cNvSpPr/>
          <p:nvPr/>
        </p:nvSpPr>
        <p:spPr>
          <a:xfrm>
            <a:off x="612190" y="375506"/>
            <a:ext cx="3959810" cy="27003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830022A3-60F0-99C7-7297-0E241EEDE212}"/>
              </a:ext>
            </a:extLst>
          </p:cNvPr>
          <p:cNvSpPr/>
          <p:nvPr/>
        </p:nvSpPr>
        <p:spPr>
          <a:xfrm>
            <a:off x="612191" y="3192374"/>
            <a:ext cx="5923800" cy="1575620"/>
          </a:xfrm>
          <a:prstGeom prst="roundRect">
            <a:avLst>
              <a:gd name="adj" fmla="val 903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64F21EAE-592B-0DF8-C7DD-5C2A5FEE32C7}"/>
              </a:ext>
            </a:extLst>
          </p:cNvPr>
          <p:cNvSpPr/>
          <p:nvPr/>
        </p:nvSpPr>
        <p:spPr>
          <a:xfrm>
            <a:off x="5119236" y="375506"/>
            <a:ext cx="2969548" cy="1224136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838E0645-B0D1-0F01-0CC1-C93AAED7BDB5}"/>
              </a:ext>
            </a:extLst>
          </p:cNvPr>
          <p:cNvSpPr/>
          <p:nvPr/>
        </p:nvSpPr>
        <p:spPr>
          <a:xfrm>
            <a:off x="1050341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xDS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05B7E67B-BE3A-9E98-EFFE-D2D70E74417F}"/>
              </a:ext>
            </a:extLst>
          </p:cNvPr>
          <p:cNvSpPr/>
          <p:nvPr/>
        </p:nvSpPr>
        <p:spPr>
          <a:xfrm>
            <a:off x="1987878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Runtime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73A4F474-33D3-CE34-8FAF-588F6B0B0D35}"/>
              </a:ext>
            </a:extLst>
          </p:cNvPr>
          <p:cNvSpPr/>
          <p:nvPr/>
        </p:nvSpPr>
        <p:spPr>
          <a:xfrm>
            <a:off x="2925416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Stat Flush</a:t>
            </a:r>
          </a:p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(Timer)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910227A4-90F7-0613-42E5-395D663C3743}"/>
              </a:ext>
            </a:extLst>
          </p:cNvPr>
          <p:cNvSpPr/>
          <p:nvPr/>
        </p:nvSpPr>
        <p:spPr>
          <a:xfrm>
            <a:off x="1987879" y="1131590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Admin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3510E6FE-15D0-CBB0-1687-1A3BFAC31D3F}"/>
              </a:ext>
            </a:extLst>
          </p:cNvPr>
          <p:cNvSpPr/>
          <p:nvPr/>
        </p:nvSpPr>
        <p:spPr>
          <a:xfrm>
            <a:off x="2925416" y="1131590"/>
            <a:ext cx="1211974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Process Management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19A472BA-B91A-5DF4-68CE-E53452A902FB}"/>
              </a:ext>
            </a:extLst>
          </p:cNvPr>
          <p:cNvSpPr/>
          <p:nvPr/>
        </p:nvSpPr>
        <p:spPr>
          <a:xfrm>
            <a:off x="7147401" y="-884634"/>
            <a:ext cx="1305440" cy="360040"/>
          </a:xfrm>
          <a:prstGeom prst="roundRect">
            <a:avLst>
              <a:gd name="adj" fmla="val 1964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7A088B51-9761-68D0-BA13-948B145EC97A}"/>
              </a:ext>
            </a:extLst>
          </p:cNvPr>
          <p:cNvSpPr/>
          <p:nvPr/>
        </p:nvSpPr>
        <p:spPr>
          <a:xfrm>
            <a:off x="5230550" y="665510"/>
            <a:ext cx="2718865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Logger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6F336515-1208-8069-B766-BFDFCC433BFE}"/>
              </a:ext>
            </a:extLst>
          </p:cNvPr>
          <p:cNvSpPr/>
          <p:nvPr/>
        </p:nvSpPr>
        <p:spPr>
          <a:xfrm>
            <a:off x="5230551" y="1133562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Flush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61C5B17F-8893-A37E-DDFB-7ABBB0BF0B69}"/>
              </a:ext>
            </a:extLst>
          </p:cNvPr>
          <p:cNvSpPr/>
          <p:nvPr/>
        </p:nvSpPr>
        <p:spPr>
          <a:xfrm>
            <a:off x="6643976" y="1133562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About to Write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7D7E6B6E-D8BB-621C-3F57-7A82BD4B8C13}"/>
              </a:ext>
            </a:extLst>
          </p:cNvPr>
          <p:cNvSpPr/>
          <p:nvPr/>
        </p:nvSpPr>
        <p:spPr>
          <a:xfrm>
            <a:off x="742340" y="1667451"/>
            <a:ext cx="3685644" cy="1286803"/>
          </a:xfrm>
          <a:prstGeom prst="roundRect">
            <a:avLst>
              <a:gd name="adj" fmla="val 807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>
                <a:solidFill>
                  <a:schemeClr val="tx1"/>
                </a:solidFill>
              </a:rPr>
              <a:t>Event Loop (libevent)</a:t>
            </a:r>
          </a:p>
          <a:p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SignalEvent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: SIGTERM,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SIGINT</a:t>
            </a:r>
            <a:r>
              <a:rPr kumimoji="1" lang="en-US" altLang="ko-KR" sz="1000">
                <a:solidFill>
                  <a:schemeClr val="tx1"/>
                </a:solidFill>
              </a:rPr>
              <a:t>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SIGUSR1</a:t>
            </a:r>
            <a:r>
              <a:rPr kumimoji="1" lang="en-US" altLang="ko-KR" sz="1000">
                <a:solidFill>
                  <a:schemeClr val="tx1"/>
                </a:solidFill>
              </a:rPr>
              <a:t>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SIGHUP</a:t>
            </a:r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FileEvent (Socket) :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xDS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gRPC, Admin Server, Hot Restart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Timer : Stats Flush, WatchDog Touch, Drain, Cluster Init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Post Callback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Schedulable Callback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Deferred Delete</a:t>
            </a:r>
            <a:endParaRPr kumimoji="1" lang="en-US" altLang="ko-KR" sz="10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7836AA29-4AF8-1F5A-101B-6706FBE884B0}"/>
              </a:ext>
            </a:extLst>
          </p:cNvPr>
          <p:cNvSpPr/>
          <p:nvPr/>
        </p:nvSpPr>
        <p:spPr>
          <a:xfrm>
            <a:off x="4778860" y="-364240"/>
            <a:ext cx="3074344" cy="360040"/>
          </a:xfrm>
          <a:prstGeom prst="roundRect">
            <a:avLst>
              <a:gd name="adj" fmla="val 1615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Event Loop (TCP Listener, UDP Listener) 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05FA0F77-0D7C-F254-EE9E-BE0267D9D9F6}"/>
              </a:ext>
            </a:extLst>
          </p:cNvPr>
          <p:cNvSpPr/>
          <p:nvPr/>
        </p:nvSpPr>
        <p:spPr>
          <a:xfrm>
            <a:off x="742340" y="3722561"/>
            <a:ext cx="3685644" cy="757401"/>
          </a:xfrm>
          <a:prstGeom prst="roundRect">
            <a:avLst>
              <a:gd name="adj" fmla="val 1025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>
                <a:solidFill>
                  <a:schemeClr val="tx1"/>
                </a:solidFill>
              </a:rPr>
              <a:t>Event Loop (libevent)</a:t>
            </a:r>
          </a:p>
          <a:p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FileEvent (Socket) :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Downstream, Upstream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Timer : Connection Timeout</a:t>
            </a:r>
          </a:p>
        </p:txBody>
      </p:sp>
    </p:spTree>
    <p:extLst>
      <p:ext uri="{BB962C8B-B14F-4D97-AF65-F5344CB8AC3E}">
        <p14:creationId xmlns:p14="http://schemas.microsoft.com/office/powerpoint/2010/main" val="38233372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2EDED408-7D37-528A-E17F-D422EAE79814}"/>
              </a:ext>
            </a:extLst>
          </p:cNvPr>
          <p:cNvSpPr/>
          <p:nvPr/>
        </p:nvSpPr>
        <p:spPr>
          <a:xfrm>
            <a:off x="656877" y="771550"/>
            <a:ext cx="7776864" cy="3888432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9C5AD7FC-1712-3BF5-D247-7A272BDE6247}"/>
              </a:ext>
            </a:extLst>
          </p:cNvPr>
          <p:cNvSpPr/>
          <p:nvPr/>
        </p:nvSpPr>
        <p:spPr>
          <a:xfrm>
            <a:off x="801523" y="879562"/>
            <a:ext cx="3959810" cy="27003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43C7BDDE-38B5-72DA-2954-931550280FC8}"/>
              </a:ext>
            </a:extLst>
          </p:cNvPr>
          <p:cNvSpPr/>
          <p:nvPr/>
        </p:nvSpPr>
        <p:spPr>
          <a:xfrm>
            <a:off x="2843808" y="2472618"/>
            <a:ext cx="3881516" cy="1575620"/>
          </a:xfrm>
          <a:prstGeom prst="roundRect">
            <a:avLst>
              <a:gd name="adj" fmla="val 903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5A4F7D91-19AF-77AC-C89A-F11E6ADAED58}"/>
              </a:ext>
            </a:extLst>
          </p:cNvPr>
          <p:cNvSpPr/>
          <p:nvPr/>
        </p:nvSpPr>
        <p:spPr>
          <a:xfrm>
            <a:off x="5308569" y="879562"/>
            <a:ext cx="2969548" cy="1224136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C56E1F73-D97F-CDDF-8D35-C47FE999091A}"/>
              </a:ext>
            </a:extLst>
          </p:cNvPr>
          <p:cNvSpPr/>
          <p:nvPr/>
        </p:nvSpPr>
        <p:spPr>
          <a:xfrm>
            <a:off x="1239674" y="1167594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FileEvent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5908A03-E5E9-4A38-3371-E01839FFB360}"/>
              </a:ext>
            </a:extLst>
          </p:cNvPr>
          <p:cNvSpPr/>
          <p:nvPr/>
        </p:nvSpPr>
        <p:spPr>
          <a:xfrm>
            <a:off x="2177211" y="1167594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Runtime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6AB77BBD-2B8A-4802-8696-5D994DCE0E36}"/>
              </a:ext>
            </a:extLst>
          </p:cNvPr>
          <p:cNvSpPr/>
          <p:nvPr/>
        </p:nvSpPr>
        <p:spPr>
          <a:xfrm>
            <a:off x="3114749" y="1167594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Timer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278952E2-E44E-7672-C572-C2B70BC014CB}"/>
              </a:ext>
            </a:extLst>
          </p:cNvPr>
          <p:cNvSpPr/>
          <p:nvPr/>
        </p:nvSpPr>
        <p:spPr>
          <a:xfrm>
            <a:off x="1239674" y="1635646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FileEvent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ECD0A68E-C8F6-322B-9087-1C0BBC53045B}"/>
              </a:ext>
            </a:extLst>
          </p:cNvPr>
          <p:cNvSpPr/>
          <p:nvPr/>
        </p:nvSpPr>
        <p:spPr>
          <a:xfrm>
            <a:off x="2177211" y="1635646"/>
            <a:ext cx="175987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Process Management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SignalEvent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7EBC0293-AFF4-0E3A-A960-44A661F47DBA}"/>
              </a:ext>
            </a:extLst>
          </p:cNvPr>
          <p:cNvSpPr/>
          <p:nvPr/>
        </p:nvSpPr>
        <p:spPr>
          <a:xfrm>
            <a:off x="7147401" y="-884634"/>
            <a:ext cx="1305440" cy="360040"/>
          </a:xfrm>
          <a:prstGeom prst="roundRect">
            <a:avLst>
              <a:gd name="adj" fmla="val 1964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AEEBA475-32C8-9556-E965-8FF9CB96CDCD}"/>
              </a:ext>
            </a:extLst>
          </p:cNvPr>
          <p:cNvSpPr/>
          <p:nvPr/>
        </p:nvSpPr>
        <p:spPr>
          <a:xfrm>
            <a:off x="5419883" y="1169566"/>
            <a:ext cx="2718865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Logger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549249FB-0D15-29D3-CE5D-B112524B502E}"/>
              </a:ext>
            </a:extLst>
          </p:cNvPr>
          <p:cNvSpPr/>
          <p:nvPr/>
        </p:nvSpPr>
        <p:spPr>
          <a:xfrm>
            <a:off x="5419884" y="1637618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Flush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AF8828C3-761F-7E0A-48B8-6407EB70F08D}"/>
              </a:ext>
            </a:extLst>
          </p:cNvPr>
          <p:cNvSpPr/>
          <p:nvPr/>
        </p:nvSpPr>
        <p:spPr>
          <a:xfrm>
            <a:off x="6833309" y="1637618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About to Write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D45293EE-B0E6-27E3-2A5C-919D50A64338}"/>
              </a:ext>
            </a:extLst>
          </p:cNvPr>
          <p:cNvSpPr/>
          <p:nvPr/>
        </p:nvSpPr>
        <p:spPr>
          <a:xfrm>
            <a:off x="4778860" y="-364240"/>
            <a:ext cx="3074344" cy="360040"/>
          </a:xfrm>
          <a:prstGeom prst="roundRect">
            <a:avLst>
              <a:gd name="adj" fmla="val 1615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Event Loop (TCP Listener, UDP Listener) 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6456BC39-D653-5C21-B409-2FD6AC728732}"/>
              </a:ext>
            </a:extLst>
          </p:cNvPr>
          <p:cNvSpPr/>
          <p:nvPr/>
        </p:nvSpPr>
        <p:spPr>
          <a:xfrm>
            <a:off x="656877" y="-20538"/>
            <a:ext cx="1504981" cy="360040"/>
          </a:xfrm>
          <a:prstGeom prst="roundRect">
            <a:avLst>
              <a:gd name="adj" fmla="val 2240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EKS Control Plane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6777BA6-3F07-0EE1-DFD9-746921916B59}"/>
              </a:ext>
            </a:extLst>
          </p:cNvPr>
          <p:cNvSpPr/>
          <p:nvPr/>
        </p:nvSpPr>
        <p:spPr>
          <a:xfrm>
            <a:off x="2999551" y="-20538"/>
            <a:ext cx="1504981" cy="360040"/>
          </a:xfrm>
          <a:prstGeom prst="roundRect">
            <a:avLst>
              <a:gd name="adj" fmla="val 2240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Export Metric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95E1BB7F-929E-5255-CD27-DC0C0B808D3D}"/>
              </a:ext>
            </a:extLst>
          </p:cNvPr>
          <p:cNvSpPr/>
          <p:nvPr/>
        </p:nvSpPr>
        <p:spPr>
          <a:xfrm>
            <a:off x="2987099" y="-600880"/>
            <a:ext cx="1504981" cy="360040"/>
          </a:xfrm>
          <a:prstGeom prst="roundRect">
            <a:avLst>
              <a:gd name="adj" fmla="val 2240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Statsd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44733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49B01-4E10-F64A-A8D8-C6FB89BA0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C23562E3-96BF-DA77-E37B-D1653258277A}"/>
              </a:ext>
            </a:extLst>
          </p:cNvPr>
          <p:cNvSpPr/>
          <p:nvPr/>
        </p:nvSpPr>
        <p:spPr>
          <a:xfrm>
            <a:off x="467544" y="267494"/>
            <a:ext cx="7776864" cy="4608512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577EF5E9-356C-61AC-03A2-CF845E957B50}"/>
              </a:ext>
            </a:extLst>
          </p:cNvPr>
          <p:cNvSpPr/>
          <p:nvPr/>
        </p:nvSpPr>
        <p:spPr>
          <a:xfrm>
            <a:off x="612190" y="375506"/>
            <a:ext cx="3959810" cy="27003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9D57B2BC-E3B7-7818-CFE8-298F0C7EF9DE}"/>
              </a:ext>
            </a:extLst>
          </p:cNvPr>
          <p:cNvSpPr/>
          <p:nvPr/>
        </p:nvSpPr>
        <p:spPr>
          <a:xfrm>
            <a:off x="612191" y="3192374"/>
            <a:ext cx="5923800" cy="1575620"/>
          </a:xfrm>
          <a:prstGeom prst="roundRect">
            <a:avLst>
              <a:gd name="adj" fmla="val 903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9FF610D2-D9AB-01C0-1BFF-4C88C17D6E42}"/>
              </a:ext>
            </a:extLst>
          </p:cNvPr>
          <p:cNvSpPr/>
          <p:nvPr/>
        </p:nvSpPr>
        <p:spPr>
          <a:xfrm>
            <a:off x="5119236" y="375506"/>
            <a:ext cx="2969548" cy="1224136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A451233F-8D9B-07F3-D364-096A8853F4C0}"/>
              </a:ext>
            </a:extLst>
          </p:cNvPr>
          <p:cNvSpPr/>
          <p:nvPr/>
        </p:nvSpPr>
        <p:spPr>
          <a:xfrm>
            <a:off x="1050341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xDS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58C1BED5-C3F3-209A-8EA2-2840CC19E776}"/>
              </a:ext>
            </a:extLst>
          </p:cNvPr>
          <p:cNvSpPr/>
          <p:nvPr/>
        </p:nvSpPr>
        <p:spPr>
          <a:xfrm>
            <a:off x="1987878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Runtime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2A08B53-D7F7-7C9D-A06E-9592D4E31DF5}"/>
              </a:ext>
            </a:extLst>
          </p:cNvPr>
          <p:cNvSpPr/>
          <p:nvPr/>
        </p:nvSpPr>
        <p:spPr>
          <a:xfrm>
            <a:off x="2925416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Stat Flush</a:t>
            </a:r>
          </a:p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(Timer)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06320A79-3033-E2B0-83C8-D0E4EAA66D80}"/>
              </a:ext>
            </a:extLst>
          </p:cNvPr>
          <p:cNvSpPr/>
          <p:nvPr/>
        </p:nvSpPr>
        <p:spPr>
          <a:xfrm>
            <a:off x="1987879" y="1131590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Admin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903416EB-2862-F640-1404-DA2BBF30E3AC}"/>
              </a:ext>
            </a:extLst>
          </p:cNvPr>
          <p:cNvSpPr/>
          <p:nvPr/>
        </p:nvSpPr>
        <p:spPr>
          <a:xfrm>
            <a:off x="2925416" y="1131590"/>
            <a:ext cx="1211974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Process Management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B1A0906A-F14E-A9AE-E9FB-3ABA1E2D1126}"/>
              </a:ext>
            </a:extLst>
          </p:cNvPr>
          <p:cNvSpPr/>
          <p:nvPr/>
        </p:nvSpPr>
        <p:spPr>
          <a:xfrm>
            <a:off x="7147401" y="-884634"/>
            <a:ext cx="1305440" cy="360040"/>
          </a:xfrm>
          <a:prstGeom prst="roundRect">
            <a:avLst>
              <a:gd name="adj" fmla="val 1964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BBF24540-3A41-B90A-CC88-B43C2277D7C3}"/>
              </a:ext>
            </a:extLst>
          </p:cNvPr>
          <p:cNvSpPr/>
          <p:nvPr/>
        </p:nvSpPr>
        <p:spPr>
          <a:xfrm>
            <a:off x="5230550" y="665510"/>
            <a:ext cx="2718865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Logger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AD443908-6A3D-39AF-DB99-B0BFD4F68B63}"/>
              </a:ext>
            </a:extLst>
          </p:cNvPr>
          <p:cNvSpPr/>
          <p:nvPr/>
        </p:nvSpPr>
        <p:spPr>
          <a:xfrm>
            <a:off x="5230551" y="1133562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Flush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9B6D05E3-CBBA-53AA-2D51-047A6B4506AD}"/>
              </a:ext>
            </a:extLst>
          </p:cNvPr>
          <p:cNvSpPr/>
          <p:nvPr/>
        </p:nvSpPr>
        <p:spPr>
          <a:xfrm>
            <a:off x="6643976" y="1133562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About to Write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1A1F535E-3E8B-5694-B368-B4385CA56F3D}"/>
              </a:ext>
            </a:extLst>
          </p:cNvPr>
          <p:cNvSpPr/>
          <p:nvPr/>
        </p:nvSpPr>
        <p:spPr>
          <a:xfrm>
            <a:off x="742340" y="1667451"/>
            <a:ext cx="3685644" cy="1286803"/>
          </a:xfrm>
          <a:prstGeom prst="roundRect">
            <a:avLst>
              <a:gd name="adj" fmla="val 807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>
                <a:solidFill>
                  <a:schemeClr val="tx1"/>
                </a:solidFill>
              </a:rPr>
              <a:t>Event Loop (libevent)</a:t>
            </a:r>
          </a:p>
          <a:p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SignalEvent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: SIGTERM,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SIGINT</a:t>
            </a:r>
            <a:r>
              <a:rPr kumimoji="1" lang="en-US" altLang="ko-KR" sz="1000">
                <a:solidFill>
                  <a:schemeClr val="tx1"/>
                </a:solidFill>
              </a:rPr>
              <a:t>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SIGUSR1</a:t>
            </a:r>
            <a:r>
              <a:rPr kumimoji="1" lang="en-US" altLang="ko-KR" sz="1000">
                <a:solidFill>
                  <a:schemeClr val="tx1"/>
                </a:solidFill>
              </a:rPr>
              <a:t>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SIGHUP</a:t>
            </a:r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FileEvent (Socket) :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xDS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gRPC, Admin Server, Hot Restart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Timer : Stats Flush, WatchDog Touch, Drain, Cluster Init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Post Callback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Schedulable Callback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Deferred Delete</a:t>
            </a:r>
            <a:endParaRPr kumimoji="1" lang="en-US" altLang="ko-KR" sz="10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6AACDAB8-1354-A46F-26E8-56EA58CE13D5}"/>
              </a:ext>
            </a:extLst>
          </p:cNvPr>
          <p:cNvSpPr/>
          <p:nvPr/>
        </p:nvSpPr>
        <p:spPr>
          <a:xfrm>
            <a:off x="4778860" y="-364240"/>
            <a:ext cx="3074344" cy="360040"/>
          </a:xfrm>
          <a:prstGeom prst="roundRect">
            <a:avLst>
              <a:gd name="adj" fmla="val 1615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Event Loop (TCP Listener, UDP Listener) 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D2759953-94D8-931A-CC4B-84E7A2F457E5}"/>
              </a:ext>
            </a:extLst>
          </p:cNvPr>
          <p:cNvSpPr/>
          <p:nvPr/>
        </p:nvSpPr>
        <p:spPr>
          <a:xfrm>
            <a:off x="742340" y="3722561"/>
            <a:ext cx="3685644" cy="757401"/>
          </a:xfrm>
          <a:prstGeom prst="roundRect">
            <a:avLst>
              <a:gd name="adj" fmla="val 1025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>
                <a:solidFill>
                  <a:schemeClr val="tx1"/>
                </a:solidFill>
              </a:rPr>
              <a:t>Event Loop (libevent)</a:t>
            </a:r>
          </a:p>
          <a:p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FileEvent (Socket) :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Downstream, Upstream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Timer : Connection Timeout</a:t>
            </a:r>
          </a:p>
        </p:txBody>
      </p:sp>
    </p:spTree>
    <p:extLst>
      <p:ext uri="{BB962C8B-B14F-4D97-AF65-F5344CB8AC3E}">
        <p14:creationId xmlns:p14="http://schemas.microsoft.com/office/powerpoint/2010/main" val="27523259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42530</TotalTime>
  <Words>636</Words>
  <Application>Microsoft Macintosh PowerPoint</Application>
  <PresentationFormat>화면 슬라이드 쇼(16:9)</PresentationFormat>
  <Paragraphs>224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0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4771</cp:revision>
  <dcterms:created xsi:type="dcterms:W3CDTF">2006-10-05T04:04:58Z</dcterms:created>
  <dcterms:modified xsi:type="dcterms:W3CDTF">2026-06-20T16:34:36Z</dcterms:modified>
</cp:coreProperties>
</file>
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365" r:id="rId2"/>
    <p:sldId id="366" r:id="rId3"/>
    <p:sldId id="363" r:id="rId4"/>
    <p:sldId id="369" r:id="rId5"/>
    <p:sldId id="383" r:id="rId6"/>
    <p:sldId id="382" r:id="rId7"/>
    <p:sldId id="380" r:id="rId8"/>
    <p:sldId id="378" r:id="rId9"/>
    <p:sldId id="381" r:id="rId10"/>
    <p:sldId id="379" r:id="rId11"/>
    <p:sldId id="377" r:id="rId12"/>
    <p:sldId id="376" r:id="rId13"/>
    <p:sldId id="375" r:id="rId14"/>
    <p:sldId id="374" r:id="rId15"/>
    <p:sldId id="373" r:id="rId16"/>
    <p:sldId id="372" r:id="rId17"/>
    <p:sldId id="371" r:id="rId18"/>
    <p:sldId id="370" r:id="rId19"/>
    <p:sldId id="368" r:id="rId20"/>
    <p:sldId id="367" r:id="rId21"/>
    <p:sldId id="362" r:id="rId22"/>
    <p:sldId id="364" r:id="rId2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8" autoAdjust="0"/>
    <p:restoredTop sz="81275" autoAdjust="0"/>
  </p:normalViewPr>
  <p:slideViewPr>
    <p:cSldViewPr>
      <p:cViewPr>
        <p:scale>
          <a:sx n="200" d="100"/>
          <a:sy n="200" d="100"/>
        </p:scale>
        <p:origin x="2424" y="1752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320749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98418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4042982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959D746-9E75-AF0A-E0D0-1367A5DA8C8E}"/>
              </a:ext>
            </a:extLst>
          </p:cNvPr>
          <p:cNvSpPr/>
          <p:nvPr/>
        </p:nvSpPr>
        <p:spPr>
          <a:xfrm>
            <a:off x="5465208" y="116429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01026CD-8BD2-B181-4948-88FB0621F18F}"/>
              </a:ext>
            </a:extLst>
          </p:cNvPr>
          <p:cNvSpPr/>
          <p:nvPr/>
        </p:nvSpPr>
        <p:spPr>
          <a:xfrm>
            <a:off x="5394673" y="120860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624249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91218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509319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91218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509319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3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61BDBF5F-ADDC-3EB3-0769-547C61BCFA6B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5556C120-649A-CA9C-596B-56DA033B881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88801-3F72-3CB4-7DC0-9ED83EA8A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629316C-9D0E-9E0C-0009-0409D2AFDAD2}"/>
              </a:ext>
            </a:extLst>
          </p:cNvPr>
          <p:cNvSpPr/>
          <p:nvPr/>
        </p:nvSpPr>
        <p:spPr>
          <a:xfrm>
            <a:off x="1949317" y="320749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57C37A3-FE6E-1A2C-1557-6B0116BE0CAE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F6E2428-6145-5D61-B625-D54D6C1F0363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FD84343-0BC4-1C84-76E0-20BEA3AE3F7B}"/>
              </a:ext>
            </a:extLst>
          </p:cNvPr>
          <p:cNvSpPr/>
          <p:nvPr/>
        </p:nvSpPr>
        <p:spPr>
          <a:xfrm>
            <a:off x="1619672" y="411510"/>
            <a:ext cx="5598418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C0116A-B06D-1DB9-88E7-92D5E0A94C7D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3AE0CF3-C27D-FAAC-9401-9F02B8B2C7DA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05E1EE-86F7-7C5D-C7A7-B1B36A9EFF87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017F02-EA45-1722-C81B-E3136D7C9E91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656235F-ADDC-94C3-CEF8-004C4934998A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1E23DE-5B49-01C2-6314-725484772000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7646870-6DCA-57A6-91B3-4FB0350986F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8C9EB96-E426-A429-7D32-019701467B46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0631A57-1D73-D313-FAB0-7D7303EAC837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F433AC36-D4A3-1EC9-6954-A6662FEC8A1E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A6D636DF-BEAD-5B35-FA9F-4F050352CC08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825B69F-A01E-294A-A171-8698A747737F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69AA40-ED0C-A21E-484D-FE5FCE41EB13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D7C77F1-9545-DDA2-C57D-93ECDFA7DD29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6573B24-435E-7AE8-50C0-9FC4F2F6EA36}"/>
              </a:ext>
            </a:extLst>
          </p:cNvPr>
          <p:cNvSpPr/>
          <p:nvPr/>
        </p:nvSpPr>
        <p:spPr>
          <a:xfrm>
            <a:off x="7411036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527A9B7-2171-BEE0-1025-B4F09272658E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B0C702C-6D77-3772-D644-AF1BF53C4BBC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2BFB385-0F7F-9776-525D-7B5057BD2094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D037925A-2AAC-5EC3-D4A5-A65DA977D2CA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19B3A2B-CCA1-7B58-A165-09A9D437C651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C6518ECA-F329-8615-6CB5-DB8E7E86994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A57EA8F-2CB6-2DEC-6DDD-D077DD698340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A49BBFB-74FC-002F-3638-F4BECAE7E04E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61825B79-661E-2238-ACF2-4606290F4026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9B5E0D2-ED3E-58CE-8D3C-79DDCE1B24DE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4E74C24F-9193-5C2B-F0C5-32B7C20F1F44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44A7958-EE79-A1FE-5C73-AB050EA72AD2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67648E8B-CD96-DC2F-C8FB-6B3B69E00F14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4042982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E24E0BE-B156-37B8-FF8D-E4141A1C0C89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32FBD65-35B5-96BE-943D-8391A4D7634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9C31963-C9D1-162A-737A-F930CD0668D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EFC9BE9-6AF8-878E-D89B-0388ABC5ED6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632350A-FC3A-C3DE-ECC6-59AF18872ED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184F75BB-0ABC-4EBD-46F1-F5ECBB504D3C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C508B889-FE1D-7111-5E44-66B3EF865A1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F734FFCA-7DD9-73AB-C52E-6D33A049E0CD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5D0BF41-A02E-9A74-4BB7-A461DDC1ACCF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2B38A7D9-F0E3-0E8F-56EA-22AF7DE76517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4D32E548-4089-6ECF-A12A-5DB9F5073D7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3A316364-A71A-083C-ACEB-A0712ACFFC02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606DFE5C-E620-1794-629E-CF1AA434939F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E1A5DC3A-AA9D-3547-888E-BA78C37C60D9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9A969C39-FDC6-EF8D-CA2F-0262584F0B2C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6B899A0-D474-F948-F860-22511D57B8B5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05ED40D0-6C65-1A93-732B-DAA2F68A15DA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8E17FB74-CAE5-A8AE-D890-20796A3371B4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25BE8D35-1C8C-24FC-6911-036704EB71FA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E9A55B5B-21CE-1670-D0B5-8EC16F14261E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1CE5A59-FE71-6BD6-5632-498E3FA0FB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22E7D18A-FC6F-804D-5675-8C7D8930475F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101AEFDD-C198-7C15-4885-1E1565BD192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C78DE1B-DE4B-51D3-E224-E1AE278C06B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38C90901-20A8-E792-370C-87798BBE0B7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EE0B45AE-905A-D856-DA81-AA6A271A7B3B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CC6FBA1C-788A-B107-7171-A3DFA0C01689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437BCEE-8075-EF56-B744-02541FF4C34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8F28624-6B46-1C17-5F6A-EC9D480B89B8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516F870-E2D7-D1AC-1297-EF69E1AD02C0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9B65C7D0-4CB5-6137-B442-1617754EB819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9FE92F56-8440-7B93-1114-E53F99AC7F2A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92D2B2C3-F100-1830-4DCC-BD33204B6691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25E8281E-CF1D-43DD-11CA-6F5CC8848A77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E883B27A-AFDC-8802-E812-D2D7425D523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FBC455E-CEF9-11A6-957C-FD63AB4FE4FC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7272B14-12DC-948B-AD7D-7B76D6D34799}"/>
              </a:ext>
            </a:extLst>
          </p:cNvPr>
          <p:cNvSpPr/>
          <p:nvPr/>
        </p:nvSpPr>
        <p:spPr>
          <a:xfrm>
            <a:off x="5465208" y="116429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C75C6BE8-BFAE-B21C-FAFA-BD715A84420D}"/>
              </a:ext>
            </a:extLst>
          </p:cNvPr>
          <p:cNvSpPr/>
          <p:nvPr/>
        </p:nvSpPr>
        <p:spPr>
          <a:xfrm>
            <a:off x="5394673" y="120860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D969104-5314-A8E2-98C7-9543AB0F49B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8873410E-CB3C-D5E1-E70A-90BCCC651DE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A73F4AA6-48F0-CB9D-170B-40448EA3A223}"/>
              </a:ext>
            </a:extLst>
          </p:cNvPr>
          <p:cNvCxnSpPr>
            <a:cxnSpLocks/>
          </p:cNvCxnSpPr>
          <p:nvPr/>
        </p:nvCxnSpPr>
        <p:spPr>
          <a:xfrm flipV="1">
            <a:off x="6175012" y="1624249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7E5A8731-6B46-3CBB-2491-0B6A7C3C2721}"/>
              </a:ext>
            </a:extLst>
          </p:cNvPr>
          <p:cNvSpPr/>
          <p:nvPr/>
        </p:nvSpPr>
        <p:spPr>
          <a:xfrm>
            <a:off x="7391218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D4317FA-CEBB-7D98-0860-054A54701B59}"/>
              </a:ext>
            </a:extLst>
          </p:cNvPr>
          <p:cNvSpPr/>
          <p:nvPr/>
        </p:nvSpPr>
        <p:spPr>
          <a:xfrm>
            <a:off x="7509319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FC11EFFC-B27F-D4A2-6331-378B76CED17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678C6345-9F0D-E7BD-656E-B5B7BA521EA7}"/>
              </a:ext>
            </a:extLst>
          </p:cNvPr>
          <p:cNvSpPr/>
          <p:nvPr/>
        </p:nvSpPr>
        <p:spPr>
          <a:xfrm>
            <a:off x="7391218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74ED423-5A5D-8776-142A-8A525D15B907}"/>
              </a:ext>
            </a:extLst>
          </p:cNvPr>
          <p:cNvSpPr/>
          <p:nvPr/>
        </p:nvSpPr>
        <p:spPr>
          <a:xfrm>
            <a:off x="7509319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70A64C1A-EBF9-A4CF-BB41-B24DD418322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3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83F2AC98-F397-0287-C194-8E1062EA065B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459A3B1F-C350-0A69-4A51-9E6585EFC05B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A1804CF6-5B42-8069-85D0-42FE6D42D9C2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566F6AE-22AB-2C39-765B-36660676BC27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6B4A99CA-0FC8-AB02-7D20-29B515B350E1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8D826EF6-2A33-3680-F1B7-0D9846D046B8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C5798295-D094-F7BD-4077-AFB9D6F0D6BE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8FB2B880-4DA1-5B9C-C146-0EA141EB2A4A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8AEB21E2-FB4F-E203-784F-3117D8D2C13C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857A8CE-8599-5EE9-07C1-FE5CDACB0484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8C3B7399-AA40-AC84-2D1C-B946F5D3617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1F96B8E-1691-5F04-0D69-0CE2539D25F7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4D7E5F1-D75F-E24F-EACF-E55F00FC8305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31EA46B1-D76E-8801-DC04-CE10DCF71EAE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4418CAFB-F81A-6745-E5D6-7602F1493178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9C427E7-B734-5F46-D53A-7AAB3DAF62C3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2CAAB4A-4063-7059-495F-8F49D81DC9BB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4957C38A-D020-4A00-C396-2FC963649B40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6009FFBE-C67E-CD3C-CF95-E9DC26304129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3246802-3FCC-EC0D-150A-EA62C09DDA1E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9FC5806F-80C3-298D-CF7A-6FB090AEBA57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49563B1E-FC72-154F-4D4B-F7F51CF12822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B13E9A63-A2CA-85AB-048C-D1B83B4171BC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8C29A326-D659-837F-2B1E-3B30EA8A941E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45DC37E8-B389-27BF-69D0-A97E59D19474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EBADC2ED-0747-356E-37F7-FC91D42D535D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BE526430-A21A-FF65-7EF5-E3134A979960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4DCCA00F-679B-78E5-8B4A-9073738314CA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06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41F98-060F-A52D-6492-FE64C253C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8AB8F7A-9203-BA96-3B8D-BF944D278401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3CB157-8077-C1DD-CC60-BDD0B5C2CD9D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5F898F1-821F-401D-2095-2B5BB6B5C1A1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33CA43C-AF4A-463D-E0EB-8E40F3199877}"/>
              </a:ext>
            </a:extLst>
          </p:cNvPr>
          <p:cNvSpPr/>
          <p:nvPr/>
        </p:nvSpPr>
        <p:spPr>
          <a:xfrm>
            <a:off x="1835036" y="812800"/>
            <a:ext cx="2443164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C46F318-0634-68C5-6FF4-5B266DF07744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21D1563-8590-AB5E-1FA3-F3EF334DAA3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BD45AA1-95F8-C7C8-C8AA-8599781C598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8DE8C8F-6443-1172-6166-5B03BEF2FCF2}"/>
              </a:ext>
            </a:extLst>
          </p:cNvPr>
          <p:cNvSpPr/>
          <p:nvPr/>
        </p:nvSpPr>
        <p:spPr>
          <a:xfrm>
            <a:off x="4577871" y="812800"/>
            <a:ext cx="3046988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C39422F-907B-6A46-4ECA-8D0202E703D7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A7C25AE-3CC8-22C7-B27C-ED6F9D88044D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4933451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00A3F1E9-4B0F-150F-4C79-A9069E10DC94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EA07E79-727D-E79F-FD31-B913CFE2ECB5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1B13D52-2830-496E-1D99-E6A8AB53CC30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035D44D-1AFA-B41C-92A3-D77D94BE4C2F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A78B72B-8801-89AA-5F38-69305CEAF11B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3A0B37FB-1A8B-76B0-A82B-D4F020DC36BD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12F982A-09A1-52F7-AABE-745DADABF645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938C0EE-EF7C-3695-1524-F2F2DCE68CF6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1364967-E657-6007-BC83-B85EDA6C0503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5EB5675-914D-F34D-FAF7-8640DF1EC1D9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380463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C73FD38-BDEF-0C03-C366-0DA1B245DEE2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334944"/>
            <a:ext cx="174915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7EE9613C-1901-3A01-6492-E0CEA3D0CBBE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5CDE4AC9-4B5C-AC85-77E3-996768A99DD3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F287B4BC-AC05-1473-F58B-2449BA930CEB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52912E81-47AD-0504-3698-91B466030FCD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8BBAEF20-8DCC-E65D-6FA4-305A527218B7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D7B1C336-DA41-E753-BCA3-3EBBC179BB4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DC6C0B16-4E8D-22D4-7EC0-FF2287FDC664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158ADFF7-6AD7-871D-7565-424340D6A497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36FC0B72-886B-B669-360B-1FE64A386471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8DFB39B0-7CD0-215B-1209-AA2C445FE8CD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9B9496E0-2655-A655-F296-6602AE266EE1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A921FF25-6DA8-ECAA-5DBC-059A082890B4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D67AA4E6-D3DA-183F-5A26-6AFB3D48492D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2D01EE3D-8348-0427-AB6E-438531E96872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840F99FD-9378-3C91-C5F2-FF4ED0003220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E37E52EE-A18E-2405-CEDE-DE3CAE8D6610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2B46529E-54ED-A333-FB3D-1FFBD0A8397F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2CA3B0BD-ED44-2CC8-D314-048D1A0AE60C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33D97C32-97B4-E8B3-0F4B-4FB7F8275D1D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4CDECB1D-B28D-1EFA-4C91-B00433D5AF7A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2C3E4EF0-C46C-4DE4-AB34-327D0A70941D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235C341D-BA04-A5CA-DFA3-4BECA45E463C}"/>
              </a:ext>
            </a:extLst>
          </p:cNvPr>
          <p:cNvSpPr/>
          <p:nvPr/>
        </p:nvSpPr>
        <p:spPr>
          <a:xfrm>
            <a:off x="999477" y="115137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040E153-781B-AE35-D061-5D49ED2CCE33}"/>
              </a:ext>
            </a:extLst>
          </p:cNvPr>
          <p:cNvSpPr/>
          <p:nvPr/>
        </p:nvSpPr>
        <p:spPr>
          <a:xfrm>
            <a:off x="1421658" y="96391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FFF359C-A227-3A03-DBCF-B806D6DC4116}"/>
              </a:ext>
            </a:extLst>
          </p:cNvPr>
          <p:cNvSpPr/>
          <p:nvPr/>
        </p:nvSpPr>
        <p:spPr>
          <a:xfrm>
            <a:off x="4164001" y="967803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4724053-0BBE-4F33-50C9-7E2C16EF9D74}"/>
              </a:ext>
            </a:extLst>
          </p:cNvPr>
          <p:cNvSpPr/>
          <p:nvPr/>
        </p:nvSpPr>
        <p:spPr>
          <a:xfrm>
            <a:off x="5993353" y="120359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E76F684-8E91-24F3-6895-A287705B6D40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4008342-2BC2-C857-A981-BE0264BF1248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CDF808B5-07E8-A041-7EDA-CC2597B71E62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F1477A53-C271-F7E6-8162-7A6C5E12150C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9E830C7-5E59-7384-B74B-59A9100ADC76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59108547-12D6-05E0-6EEE-032CD1CDD86C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A344994-7766-1F35-242C-9B5F28DCDF38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E3A719C4-BF63-78A6-B877-9E55E3B1F738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39993E1-1870-9444-0922-DCD035C11037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432D9BB0-3E3A-2991-7C03-4A2581438367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48ACAF8-2C6C-2C97-6E6D-628BDFFE6A80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75F86B70-0565-5BB3-FB49-39A22D990524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9416FE-0159-781E-3159-A4F35079F3CC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379161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B696-421B-9BA4-C104-F7A19FADE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9146F51-3F9A-B2B4-77F8-AD0085748664}"/>
              </a:ext>
            </a:extLst>
          </p:cNvPr>
          <p:cNvSpPr/>
          <p:nvPr/>
        </p:nvSpPr>
        <p:spPr>
          <a:xfrm>
            <a:off x="1949317" y="303093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D3AC566-D54E-8955-22A4-954C4ACFB1FE}"/>
              </a:ext>
            </a:extLst>
          </p:cNvPr>
          <p:cNvSpPr/>
          <p:nvPr/>
        </p:nvSpPr>
        <p:spPr>
          <a:xfrm>
            <a:off x="1882643" y="309946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07D1175-8857-1D70-9E79-CA4EFB2DEFB4}"/>
              </a:ext>
            </a:extLst>
          </p:cNvPr>
          <p:cNvSpPr/>
          <p:nvPr/>
        </p:nvSpPr>
        <p:spPr>
          <a:xfrm>
            <a:off x="1812618" y="3175035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8F534BF-4DA3-6516-1689-2A861F1B6D9D}"/>
              </a:ext>
            </a:extLst>
          </p:cNvPr>
          <p:cNvSpPr/>
          <p:nvPr/>
        </p:nvSpPr>
        <p:spPr>
          <a:xfrm>
            <a:off x="1619672" y="363903"/>
            <a:ext cx="5598418" cy="448687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139C50B-5568-2A47-4989-1D44A3269DEB}"/>
              </a:ext>
            </a:extLst>
          </p:cNvPr>
          <p:cNvSpPr/>
          <p:nvPr/>
        </p:nvSpPr>
        <p:spPr>
          <a:xfrm>
            <a:off x="1746423" y="434546"/>
            <a:ext cx="3545657" cy="2345829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571DC6E-CD11-5A2D-AF61-706A59DF6B5C}"/>
              </a:ext>
            </a:extLst>
          </p:cNvPr>
          <p:cNvSpPr/>
          <p:nvPr/>
        </p:nvSpPr>
        <p:spPr>
          <a:xfrm>
            <a:off x="1746425" y="3245680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2074449-879D-5E3D-957C-4306D8F0D683}"/>
              </a:ext>
            </a:extLst>
          </p:cNvPr>
          <p:cNvSpPr/>
          <p:nvPr/>
        </p:nvSpPr>
        <p:spPr>
          <a:xfrm>
            <a:off x="184357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995F3CC-A9E0-3902-0A20-7057B2740EB9}"/>
              </a:ext>
            </a:extLst>
          </p:cNvPr>
          <p:cNvSpPr/>
          <p:nvPr/>
        </p:nvSpPr>
        <p:spPr>
          <a:xfrm>
            <a:off x="4133776" y="192878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(SIGTERM, Timer)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AC6267-50C0-4E9E-CC53-C4245C284A29}"/>
              </a:ext>
            </a:extLst>
          </p:cNvPr>
          <p:cNvSpPr/>
          <p:nvPr/>
        </p:nvSpPr>
        <p:spPr>
          <a:xfrm>
            <a:off x="1843570" y="739043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3DD8D61-E109-416E-397C-1875A47628F4}"/>
              </a:ext>
            </a:extLst>
          </p:cNvPr>
          <p:cNvSpPr/>
          <p:nvPr/>
        </p:nvSpPr>
        <p:spPr>
          <a:xfrm>
            <a:off x="2992264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FA15B3B-1C50-D52B-5AFA-71522D35A4BF}"/>
              </a:ext>
            </a:extLst>
          </p:cNvPr>
          <p:cNvSpPr/>
          <p:nvPr/>
        </p:nvSpPr>
        <p:spPr>
          <a:xfrm>
            <a:off x="5308191" y="3337715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73D0DAFD-E39E-A9C3-4BAE-F83CDAAE4DE8}"/>
              </a:ext>
            </a:extLst>
          </p:cNvPr>
          <p:cNvSpPr/>
          <p:nvPr/>
        </p:nvSpPr>
        <p:spPr>
          <a:xfrm>
            <a:off x="1846734" y="239074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A13805C-6D37-2C04-FD50-1E0E3DB54F69}"/>
              </a:ext>
            </a:extLst>
          </p:cNvPr>
          <p:cNvSpPr/>
          <p:nvPr/>
        </p:nvSpPr>
        <p:spPr>
          <a:xfrm>
            <a:off x="1846734" y="3337715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6C305159-29BC-E879-F4BF-BC575836F7D2}"/>
              </a:ext>
            </a:extLst>
          </p:cNvPr>
          <p:cNvSpPr/>
          <p:nvPr/>
        </p:nvSpPr>
        <p:spPr>
          <a:xfrm>
            <a:off x="1840997" y="4046959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BCC0758E-EB43-7C01-2091-E0DBC09616A1}"/>
              </a:ext>
            </a:extLst>
          </p:cNvPr>
          <p:cNvSpPr/>
          <p:nvPr/>
        </p:nvSpPr>
        <p:spPr>
          <a:xfrm>
            <a:off x="3527039" y="3337715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A12E7B6-4F23-BED6-CCEE-429FB81EA8F4}"/>
              </a:ext>
            </a:extLst>
          </p:cNvPr>
          <p:cNvSpPr/>
          <p:nvPr/>
        </p:nvSpPr>
        <p:spPr>
          <a:xfrm>
            <a:off x="3527039" y="239074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3C2275-37DB-3A5F-37EE-86475A8089DF}"/>
              </a:ext>
            </a:extLst>
          </p:cNvPr>
          <p:cNvSpPr/>
          <p:nvPr/>
        </p:nvSpPr>
        <p:spPr>
          <a:xfrm>
            <a:off x="2851135" y="3797890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A2C00BF-5978-15F8-6143-5B13FB316E13}"/>
              </a:ext>
            </a:extLst>
          </p:cNvPr>
          <p:cNvSpPr/>
          <p:nvPr/>
        </p:nvSpPr>
        <p:spPr>
          <a:xfrm>
            <a:off x="217372" y="4230573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E4CF003-252D-110E-5F26-AB0EB5EBBC73}"/>
              </a:ext>
            </a:extLst>
          </p:cNvPr>
          <p:cNvSpPr/>
          <p:nvPr/>
        </p:nvSpPr>
        <p:spPr>
          <a:xfrm>
            <a:off x="7411036" y="3945470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9E44945-B40F-C38E-08E6-F84AC7214B97}"/>
              </a:ext>
            </a:extLst>
          </p:cNvPr>
          <p:cNvSpPr/>
          <p:nvPr/>
        </p:nvSpPr>
        <p:spPr>
          <a:xfrm>
            <a:off x="217372" y="3669631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A4A0D6D3-EB98-C015-0D17-E62089BF6E8F}"/>
              </a:ext>
            </a:extLst>
          </p:cNvPr>
          <p:cNvSpPr/>
          <p:nvPr/>
        </p:nvSpPr>
        <p:spPr>
          <a:xfrm>
            <a:off x="2968068" y="3905321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04D29D1-7008-C455-77AF-8CC3445BF509}"/>
              </a:ext>
            </a:extLst>
          </p:cNvPr>
          <p:cNvSpPr/>
          <p:nvPr/>
        </p:nvSpPr>
        <p:spPr>
          <a:xfrm>
            <a:off x="4191357" y="4046959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9C42E63-98FB-CE6A-EBFE-2A3AEC1D64B1}"/>
              </a:ext>
            </a:extLst>
          </p:cNvPr>
          <p:cNvSpPr/>
          <p:nvPr/>
        </p:nvSpPr>
        <p:spPr>
          <a:xfrm>
            <a:off x="5419351" y="3905321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36FAE5A-AF46-F567-C95F-A7D9C8A632B6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200351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E80683B-26C9-1188-81D6-534FEF6B3B3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200351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C1CDC5-E69C-D99C-5956-EF9003F1FCD4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200351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1F70E3D-2E8A-C5A1-4879-774F817F125E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200351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C21638D-F24C-9E7B-C062-CCFF5361487C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095971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AC998A28-9E4F-3CE1-F612-FA0364EFFA6F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823023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7F6692FF-F09B-E18E-8843-A16F22B28A2A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012639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EB144623-A00C-0A41-5A77-77ABA6ED547E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941994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4D68065-CF68-CB19-3941-6E708A70BA12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866421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C47EF1A5-1B8D-C46D-EBBE-5F0173C19CA0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5205DF5-5BC8-DC38-AAF4-500B8AC0F0AE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5B907456-EB6B-6608-5D86-B72463199B7B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7FCD711-CFF8-617D-7D71-02E18362316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3F5B08C-1EB7-EA44-C7EA-994F85D1D72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5441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1B30130D-52F2-7D97-DBFE-51110218D191}"/>
              </a:ext>
            </a:extLst>
          </p:cNvPr>
          <p:cNvSpPr txBox="1"/>
          <p:nvPr/>
        </p:nvSpPr>
        <p:spPr>
          <a:xfrm>
            <a:off x="2136157" y="2790511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A82F8FB7-D188-A06D-EEDE-6AFD8AD2E67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49110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6F61B0E-53EA-1264-05C2-044A17A5EC2A}"/>
              </a:ext>
            </a:extLst>
          </p:cNvPr>
          <p:cNvSpPr txBox="1"/>
          <p:nvPr/>
        </p:nvSpPr>
        <p:spPr>
          <a:xfrm>
            <a:off x="210126" y="2338368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0D5546E-918C-8D45-FE49-ED9741361152}"/>
              </a:ext>
            </a:extLst>
          </p:cNvPr>
          <p:cNvSpPr txBox="1"/>
          <p:nvPr/>
        </p:nvSpPr>
        <p:spPr>
          <a:xfrm>
            <a:off x="210126" y="3290967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B1F09CF5-A9C8-3C44-90BD-264C5AF7A041}"/>
              </a:ext>
            </a:extLst>
          </p:cNvPr>
          <p:cNvSpPr/>
          <p:nvPr/>
        </p:nvSpPr>
        <p:spPr>
          <a:xfrm>
            <a:off x="217372" y="1531649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6929258-AF73-8C61-9EB0-8DD43BBFBB1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68504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6FE6F4B3-3300-752D-B49A-51CB5A13191C}"/>
              </a:ext>
            </a:extLst>
          </p:cNvPr>
          <p:cNvSpPr/>
          <p:nvPr/>
        </p:nvSpPr>
        <p:spPr>
          <a:xfrm>
            <a:off x="1843572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427426A0-AD43-4F3F-06AA-713CB0A8AD06}"/>
              </a:ext>
            </a:extLst>
          </p:cNvPr>
          <p:cNvSpPr/>
          <p:nvPr/>
        </p:nvSpPr>
        <p:spPr>
          <a:xfrm>
            <a:off x="217372" y="1930469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AC253D8-FE41-FCCF-0934-FEB12CEBF02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2083860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EDDE97A3-0E58-0E91-165A-3907F40AC812}"/>
              </a:ext>
            </a:extLst>
          </p:cNvPr>
          <p:cNvSpPr/>
          <p:nvPr/>
        </p:nvSpPr>
        <p:spPr>
          <a:xfrm>
            <a:off x="1843571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6D4F656-B1FD-0F10-93AE-E48881087460}"/>
              </a:ext>
            </a:extLst>
          </p:cNvPr>
          <p:cNvSpPr/>
          <p:nvPr/>
        </p:nvSpPr>
        <p:spPr>
          <a:xfrm>
            <a:off x="217372" y="113560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24DF2B7F-DB2C-D980-B429-DB20BC8B95C9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838433"/>
            <a:ext cx="0" cy="920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A6D0FD40-0BBB-DB69-6E33-E0BB084C2C39}"/>
              </a:ext>
            </a:extLst>
          </p:cNvPr>
          <p:cNvSpPr/>
          <p:nvPr/>
        </p:nvSpPr>
        <p:spPr>
          <a:xfrm>
            <a:off x="5465208" y="2294355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2443DCE0-E22F-447C-08DE-3B082CF91B23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287656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57D9DAA9-05EC-8C58-144D-30A7298906E4}"/>
              </a:ext>
            </a:extLst>
          </p:cNvPr>
          <p:cNvSpPr/>
          <p:nvPr/>
        </p:nvSpPr>
        <p:spPr>
          <a:xfrm>
            <a:off x="217371" y="73678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CDCD5D4-FB29-BC16-736B-D9ECCAA79D75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890175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7F6E027E-01AA-509C-90FA-7D0FA18B45A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E60E8B18-B1DB-FFC2-0C1B-B5880B44FA5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D3CFEC6-3196-7964-ABF8-82FA4299738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67690F1-9E79-BD58-5103-3FE5F1E9C714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EF0D7FBC-70DB-2F21-7251-7A0F4532D905}"/>
              </a:ext>
            </a:extLst>
          </p:cNvPr>
          <p:cNvSpPr/>
          <p:nvPr/>
        </p:nvSpPr>
        <p:spPr>
          <a:xfrm>
            <a:off x="5252978" y="3392178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C9F0C8F-995A-3653-3B86-0675F16F9587}"/>
              </a:ext>
            </a:extLst>
          </p:cNvPr>
          <p:cNvSpPr/>
          <p:nvPr/>
        </p:nvSpPr>
        <p:spPr>
          <a:xfrm>
            <a:off x="5571348" y="2350846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B385F4E-30BD-908D-933B-62F3A483D5B6}"/>
              </a:ext>
            </a:extLst>
          </p:cNvPr>
          <p:cNvSpPr/>
          <p:nvPr/>
        </p:nvSpPr>
        <p:spPr>
          <a:xfrm>
            <a:off x="5394673" y="2338660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92CC073-8CE9-CB05-B84C-0F021732677B}"/>
              </a:ext>
            </a:extLst>
          </p:cNvPr>
          <p:cNvSpPr/>
          <p:nvPr/>
        </p:nvSpPr>
        <p:spPr>
          <a:xfrm>
            <a:off x="5512774" y="239515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42E3C4E-0897-7E43-129A-B5D477FE9631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700254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AAF646E5-21E4-4D92-E459-538F48B9C4D9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763342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E0BFBDDC-4FE6-0C8F-7785-82197ADDF7F2}"/>
              </a:ext>
            </a:extLst>
          </p:cNvPr>
          <p:cNvSpPr/>
          <p:nvPr/>
        </p:nvSpPr>
        <p:spPr>
          <a:xfrm>
            <a:off x="5475431" y="1520991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F5FDFEA4-EFB1-1697-2FD4-2384DD57E397}"/>
              </a:ext>
            </a:extLst>
          </p:cNvPr>
          <p:cNvSpPr/>
          <p:nvPr/>
        </p:nvSpPr>
        <p:spPr>
          <a:xfrm>
            <a:off x="5393437" y="1562918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BB7CD99C-975B-7D90-A80E-6E716CFC586F}"/>
              </a:ext>
            </a:extLst>
          </p:cNvPr>
          <p:cNvSpPr/>
          <p:nvPr/>
        </p:nvSpPr>
        <p:spPr>
          <a:xfrm>
            <a:off x="5462399" y="1841997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067067B-4415-7262-A902-9E5593DE1B08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148799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E8AA463-A95F-4626-4A24-5452F0056804}"/>
              </a:ext>
            </a:extLst>
          </p:cNvPr>
          <p:cNvCxnSpPr>
            <a:cxnSpLocks/>
          </p:cNvCxnSpPr>
          <p:nvPr/>
        </p:nvCxnSpPr>
        <p:spPr>
          <a:xfrm flipV="1">
            <a:off x="6175012" y="2227196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94BC4269-AEC7-E641-7CB1-0A048933E82D}"/>
              </a:ext>
            </a:extLst>
          </p:cNvPr>
          <p:cNvSpPr/>
          <p:nvPr/>
        </p:nvSpPr>
        <p:spPr>
          <a:xfrm>
            <a:off x="5465208" y="98773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A9715D01-A341-9790-FF48-070F58DBEFF2}"/>
              </a:ext>
            </a:extLst>
          </p:cNvPr>
          <p:cNvSpPr/>
          <p:nvPr/>
        </p:nvSpPr>
        <p:spPr>
          <a:xfrm>
            <a:off x="5394673" y="103204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9366C9EA-7BC1-A512-9B91-74AED826AFD2}"/>
              </a:ext>
            </a:extLst>
          </p:cNvPr>
          <p:cNvSpPr/>
          <p:nvPr/>
        </p:nvSpPr>
        <p:spPr>
          <a:xfrm>
            <a:off x="5512774" y="108853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56370E04-736E-A21D-35CC-47BBC488FBD3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393636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700D5B4-FC16-4FDD-926C-6660AB989EA6}"/>
              </a:ext>
            </a:extLst>
          </p:cNvPr>
          <p:cNvCxnSpPr>
            <a:cxnSpLocks/>
          </p:cNvCxnSpPr>
          <p:nvPr/>
        </p:nvCxnSpPr>
        <p:spPr>
          <a:xfrm flipV="1">
            <a:off x="6175012" y="1447688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0E1817A6-867F-F6BE-E973-F934A32DA44E}"/>
              </a:ext>
            </a:extLst>
          </p:cNvPr>
          <p:cNvSpPr/>
          <p:nvPr/>
        </p:nvSpPr>
        <p:spPr>
          <a:xfrm>
            <a:off x="7391218" y="178220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9B83FE3-C2DB-A394-EBF7-7CA21DF5FE71}"/>
              </a:ext>
            </a:extLst>
          </p:cNvPr>
          <p:cNvSpPr/>
          <p:nvPr/>
        </p:nvSpPr>
        <p:spPr>
          <a:xfrm>
            <a:off x="7509319" y="184199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F4231493-BB5A-98C5-DA68-5687F2331D55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994549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D0D748E-3EF8-2B97-93BC-B2886F6ED23E}"/>
              </a:ext>
            </a:extLst>
          </p:cNvPr>
          <p:cNvSpPr/>
          <p:nvPr/>
        </p:nvSpPr>
        <p:spPr>
          <a:xfrm>
            <a:off x="7391218" y="123705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EB63218-D596-1497-BE79-ED766A82859F}"/>
              </a:ext>
            </a:extLst>
          </p:cNvPr>
          <p:cNvSpPr/>
          <p:nvPr/>
        </p:nvSpPr>
        <p:spPr>
          <a:xfrm>
            <a:off x="7509319" y="129684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E781DC0-BDF8-9F91-811B-90FDAECE0953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449392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7BB8779B-14F9-D39E-B21D-F88221EE358D}"/>
              </a:ext>
            </a:extLst>
          </p:cNvPr>
          <p:cNvSpPr/>
          <p:nvPr/>
        </p:nvSpPr>
        <p:spPr>
          <a:xfrm>
            <a:off x="299226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B642FCB-A900-B345-5887-48FF7ED7C473}"/>
              </a:ext>
            </a:extLst>
          </p:cNvPr>
          <p:cNvSpPr/>
          <p:nvPr/>
        </p:nvSpPr>
        <p:spPr>
          <a:xfrm>
            <a:off x="4133776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82C3CC64-5B15-377C-3E16-CCD60BCB40D4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5170099" y="1538514"/>
            <a:ext cx="223338" cy="35654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E772A343-86D9-94FC-F975-A35E78F8B015}"/>
              </a:ext>
            </a:extLst>
          </p:cNvPr>
          <p:cNvCxnSpPr>
            <a:cxnSpLocks/>
          </p:cNvCxnSpPr>
          <p:nvPr/>
        </p:nvCxnSpPr>
        <p:spPr>
          <a:xfrm flipH="1" flipV="1">
            <a:off x="5170099" y="1538514"/>
            <a:ext cx="219130" cy="22705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7095D6F9-B497-4E8C-C3D7-60196FF46A7E}"/>
              </a:ext>
            </a:extLst>
          </p:cNvPr>
          <p:cNvSpPr txBox="1"/>
          <p:nvPr/>
        </p:nvSpPr>
        <p:spPr>
          <a:xfrm>
            <a:off x="5040248" y="1861267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6F8AD7F-9610-B607-10E9-C5F7C6CE84B5}"/>
              </a:ext>
            </a:extLst>
          </p:cNvPr>
          <p:cNvSpPr txBox="1"/>
          <p:nvPr/>
        </p:nvSpPr>
        <p:spPr>
          <a:xfrm>
            <a:off x="5028548" y="2780375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DB9106C9-B02E-4C4D-F67B-CF7341E80360}"/>
              </a:ext>
            </a:extLst>
          </p:cNvPr>
          <p:cNvCxnSpPr>
            <a:cxnSpLocks/>
          </p:cNvCxnSpPr>
          <p:nvPr/>
        </p:nvCxnSpPr>
        <p:spPr>
          <a:xfrm flipV="1">
            <a:off x="5458722" y="2229500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7D4FFEE3-7029-92EC-AB86-07D005B242A1}"/>
              </a:ext>
            </a:extLst>
          </p:cNvPr>
          <p:cNvCxnSpPr>
            <a:cxnSpLocks/>
          </p:cNvCxnSpPr>
          <p:nvPr/>
        </p:nvCxnSpPr>
        <p:spPr>
          <a:xfrm flipV="1">
            <a:off x="5596199" y="2225825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15F16E43-A319-51FD-02FA-5CFF7FBA7B1C}"/>
              </a:ext>
            </a:extLst>
          </p:cNvPr>
          <p:cNvSpPr txBox="1"/>
          <p:nvPr/>
        </p:nvSpPr>
        <p:spPr>
          <a:xfrm>
            <a:off x="210126" y="2535901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477652E-89A6-C6DE-A62A-A47268C6A578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685042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1FD24C3-4BC1-0BAE-22FC-D13D8D9EDA8E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287656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34CBC3F1-76B2-0E91-1248-C4C01DD23332}"/>
              </a:ext>
            </a:extLst>
          </p:cNvPr>
          <p:cNvSpPr/>
          <p:nvPr/>
        </p:nvSpPr>
        <p:spPr>
          <a:xfrm>
            <a:off x="2992264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4CA43394-07F8-F68B-14F5-0583B2F221C6}"/>
              </a:ext>
            </a:extLst>
          </p:cNvPr>
          <p:cNvSpPr/>
          <p:nvPr/>
        </p:nvSpPr>
        <p:spPr>
          <a:xfrm>
            <a:off x="2992264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68D4581-E8A4-C0C0-B382-58FD71BFCACE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287656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14ECE2C-3ECD-1398-4F1F-8DD5EF3A76D9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897453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5D119DE2-89FA-1C67-A22A-B0AA4E5E0126}"/>
              </a:ext>
            </a:extLst>
          </p:cNvPr>
          <p:cNvSpPr/>
          <p:nvPr/>
        </p:nvSpPr>
        <p:spPr>
          <a:xfrm>
            <a:off x="4133775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B2AE391F-F69E-10F0-40F5-E134A1FB1FBF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287656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DDD441B4-2880-D4DD-B550-2268A9E971D1}"/>
              </a:ext>
            </a:extLst>
          </p:cNvPr>
          <p:cNvSpPr/>
          <p:nvPr/>
        </p:nvSpPr>
        <p:spPr>
          <a:xfrm>
            <a:off x="4133776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8C3F89CE-E4A4-A741-6707-2AE9AF7E8BCF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897453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1B0728B3-EB0A-2707-2DBD-BC77AB110196}"/>
              </a:ext>
            </a:extLst>
          </p:cNvPr>
          <p:cNvSpPr/>
          <p:nvPr/>
        </p:nvSpPr>
        <p:spPr>
          <a:xfrm>
            <a:off x="303129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89731C77-8618-FDD3-9EBA-FE06313F50E0}"/>
              </a:ext>
            </a:extLst>
          </p:cNvPr>
          <p:cNvSpPr/>
          <p:nvPr/>
        </p:nvSpPr>
        <p:spPr>
          <a:xfrm>
            <a:off x="562290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3510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31C53-3E47-1674-0669-932190F5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F213B35A-CA34-423A-3A3D-C515AFEC1A01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720045E-BD25-A7FD-69FB-79349A086BAD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3207B28-F05B-D0F1-1679-552F4F1A3661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96B9A1E-3F24-D1B6-366A-1E0760698FBA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8EB47BC-C348-BD3B-11BF-CECBA51C7F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B99F47-A001-DEC5-2C5D-E183AC6B3803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A304A95-A6BD-4BA6-745B-2EEFB3377D50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D04D734-7EF5-BDB0-BF7A-FAE1D84175BC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A888017-514F-2F8D-14F0-67BD48523A2D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80F942E-AD8A-7DF1-AC0F-5CC7D6858A69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159F8BB-070C-E514-59B5-A5625D199557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96D9F3F8-272D-AB12-A807-A17438A47B87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EF5AE9F-FFB4-2942-134C-274E08E7FB26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572B1EE-0D45-BCF3-6827-5A91FC647002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A84B7064-4836-0483-EB2F-B523059DC938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8048FC8-C967-ADA3-AF4E-5C3BA65C417B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238A5C2-9F37-B008-2A2A-BB451D47E87D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F3AFFD31-47A4-2B08-AE5E-2E26790947BA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1070D40-BAA9-7ED7-6778-B76D8AD8FCC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5461799-AB2E-B181-81CB-0525B3D722AA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1D1869A-9382-7168-E748-13D3176DA03F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46686B-F97C-F326-439B-19022319D100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12F49C2-604B-C11E-4285-2207E7CC6410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D55B8A-FC54-9F53-CF86-1687A8D15A53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25D0E89A-51F3-F304-0FCF-BA468E9260B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0A3D1FC-7715-0A94-DA06-FA052B0EE3F0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88F90AD-77B7-711C-1D45-DF0721EEC1E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6514D992-DA41-8E91-0C6B-0E7F2BEED15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7AD8EF7-0F87-AE72-4298-0CCB5F79750D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E3D39A5-33CF-4079-3DAB-218FAAF5AF5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006E0AB-2FE2-745D-BBF3-9B2264B88136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969E4A2-834A-38E1-989B-374D19674B2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9C45EE11-935C-88E7-F0B7-0F3F71129F89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DDEB789-9D20-FF12-DDAE-1F975E16D92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2F8FB4CF-8C79-92D5-C41E-E723765387FC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D8A0DE8-9615-8071-853D-B2AF0164CA3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B81267C-46D3-CBCC-5AA1-5ACB114A6BF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CF35FAC-5650-BE4E-A5F3-01CC4D828B47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7927210-3B75-7303-13AA-1480E37130D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E50DDE30-D526-E077-A3EF-769EB84393B0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5F4A8BE-93F5-BB25-99A1-096FB7031B1E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F1E00EC-8AAA-12C7-6071-BA95EF485B84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EA863550-99B1-EE73-D555-29C7BD2EA479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501242EB-D69C-8EAF-12CF-82C2B1AC1E71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DF73BA70-AC6F-9B46-8614-AEB4870C995D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B38B6E-4D60-DF1F-D2ED-4945054DE5E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20AAB3A-B4E2-5D20-CA00-AA229409031D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A3F339F9-8D33-B8BD-9C86-ABF804C44491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93CA6B9E-6FF7-4B13-4CD1-E20CD173CD3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3F12346-668D-92DC-82CD-68C2209C3E1C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BBE83B73-E5D9-E0DA-CC30-0FBD572CAB07}"/>
              </a:ext>
            </a:extLst>
          </p:cNvPr>
          <p:cNvCxnSpPr>
            <a:cxnSpLocks/>
            <a:stCxn id="152" idx="2"/>
            <a:endCxn id="151" idx="0"/>
          </p:cNvCxnSpPr>
          <p:nvPr/>
        </p:nvCxnSpPr>
        <p:spPr>
          <a:xfrm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00C2EE9-7769-337B-2635-72FC266FFCA3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BE136DC-BB97-0EC8-5A83-090BD9777811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26989780-A40F-545D-759F-3D89FC2C4116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18BF435-0AE0-1D2D-2545-A4EBC21BCA9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CDC4320-9FBF-1368-D31A-9DB4F9D38BC4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64BC5079-3E9B-04F1-C2B1-A866034DB8F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50AB383-BB1A-26CB-74C3-4EEFA3B93155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6C7F5AB3-3E7C-6F07-4D65-3CFF826AF46C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95ABEE6-A5F1-79EF-39AA-D70619F860A5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09E8773-CBC0-ED8A-3EE5-E136BD090D8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D11071B-CCC9-538B-DE00-1E3C31CB7AA7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263DA2F-B8F7-966D-16BB-6A150AF74446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639B37D4-AF4A-2A3F-8010-7974E0C5EAC0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EAE255CD-8BFA-216C-3246-35EBF25DEBC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5F7A30A7-9461-EC18-419E-693E209265CF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4D55FA0-4200-DF24-4B1B-5637BD078408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49C9C69B-518A-F433-71CD-62C6D87C6DCB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C88B45DF-59BF-83E2-9F3D-8A77C8EB6961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5C96A3E-19FD-0658-A85B-5A21718A066B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AB153658-5A11-E988-6777-894CC95B285A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F47669DC-C9D5-35EB-6D2E-ABB3C0B7DCBE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F7CA8B14-7807-2775-1D21-683FB9AE1B31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B30AE97-E4A1-0DD5-B147-AA709E7D0456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AC4FCDB-5045-220C-353B-6E2A1F6F02EC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3F659FDF-4316-1AC8-A6B5-C3F9102471CB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523B144B-D9BA-2FA9-3CB0-B81E5962789A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E73D7BCC-CCC6-BD93-A315-752E87BF9346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1ACEABB4-01C2-D041-916C-B8A615B8542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80C59DE6-D2D9-7530-8B38-0DBF74676E5A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2FB5487C-0871-A7C7-C404-D534FF10EFD0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3E8CED00-DE3A-47F6-B796-398FBE38341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8B9A0751-3E60-C2CD-63D1-6D87267594A4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EABD4120-9C52-71D8-3044-45B3068182A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8AA3170A-52C3-5DEC-7EFA-1D2FA170BCDD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06DD276F-3870-E7CD-F5EF-04A6B810825E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413FA8B7-E241-3E96-141E-69C782196352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E81312D7-F748-B939-DAB2-3E1A1B0684E0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93D880C-D6C9-B0C6-3FF5-5323F85640D1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298979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2E4CBB1-E258-A679-CD71-BA5B1A4161D6}"/>
              </a:ext>
            </a:extLst>
          </p:cNvPr>
          <p:cNvCxnSpPr>
            <a:cxnSpLocks/>
            <a:stCxn id="151" idx="2"/>
            <a:endCxn id="199" idx="0"/>
          </p:cNvCxnSpPr>
          <p:nvPr/>
        </p:nvCxnSpPr>
        <p:spPr>
          <a:xfrm flipH="1">
            <a:off x="3510424" y="1031647"/>
            <a:ext cx="1" cy="944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263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B741-6E19-AFB4-B13B-DA6E75661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14DF321-2541-61CD-152B-35CCBA2CC306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CD4B100-45ED-5284-E786-BB1A15BFF37E}"/>
              </a:ext>
            </a:extLst>
          </p:cNvPr>
          <p:cNvSpPr/>
          <p:nvPr/>
        </p:nvSpPr>
        <p:spPr>
          <a:xfrm>
            <a:off x="605113" y="538312"/>
            <a:ext cx="7089819" cy="822265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6E0FEE85-372F-5033-B214-B4594E9D3965}"/>
              </a:ext>
            </a:extLst>
          </p:cNvPr>
          <p:cNvSpPr/>
          <p:nvPr/>
        </p:nvSpPr>
        <p:spPr>
          <a:xfrm>
            <a:off x="677123" y="852344"/>
            <a:ext cx="858242" cy="443056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85BFBCD-81CE-5D72-A92A-77DD931ECB5C}"/>
              </a:ext>
            </a:extLst>
          </p:cNvPr>
          <p:cNvSpPr/>
          <p:nvPr/>
        </p:nvSpPr>
        <p:spPr>
          <a:xfrm>
            <a:off x="1835036" y="852344"/>
            <a:ext cx="2443164" cy="443056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7B35752-C405-5B4B-D389-9869F9B79E5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4541F7B-3063-CB58-624B-2DC9EB41DAFA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95400"/>
            <a:ext cx="0" cy="18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5FC0198-9C1C-9B97-8344-D96128150B6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1EF1954-9314-A04C-5010-FAC5EB16B9DC}"/>
              </a:ext>
            </a:extLst>
          </p:cNvPr>
          <p:cNvSpPr/>
          <p:nvPr/>
        </p:nvSpPr>
        <p:spPr>
          <a:xfrm>
            <a:off x="4577871" y="852344"/>
            <a:ext cx="3046988" cy="443056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EAD13DC-E9F5-AE1B-CB3B-D37B99A9550A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93A1384-CDD5-CD5D-C0F3-D57FAAEF2831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95400"/>
            <a:ext cx="4933451" cy="946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3F922809-E8E1-FFE8-AF82-357B5348E921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27D86D-3280-3E7F-FA5F-4C9D8B7D2A4A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AE19F18-776F-A341-0F82-7B9B5DB5AC45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A1DA3D7-51DE-B70E-0027-F9390E43CFFC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3622A79-3D35-5759-159F-2989F132A8D5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303E00C3-163F-2B7D-9537-161696FA59F5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0A725-81DD-E7A6-1B95-CB8500454228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71758D8-A69F-4498-6814-114B91A0B346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8E49E5AB-2E5F-B8D2-8030-A7DF18E21581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9292E08-E9C4-EB10-3821-2F9762343586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95400"/>
            <a:ext cx="2380463" cy="946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824FEF8C-319A-7D21-9C08-C63D9271EAEF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95400"/>
            <a:ext cx="174915" cy="946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D4C109EF-C823-FFE5-5961-7355D5993A32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1AB37D45-7C01-7682-2CDD-722CB98F48D7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F6AA517-6CD2-1838-F948-046F025C2566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1E11E9FF-3017-8029-DFA8-2E8A8ECADC5F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38ADBDD0-E20D-E5CC-78A5-02EFF8E77FC7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C1A14200-82B7-D331-A45A-5B2A17A97CD7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369B6117-1F64-4E92-2626-0721675ABAF7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72AF3718-2629-75ED-96B4-AFDE64319224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81190E9C-B517-D25D-641F-3765EA5FDEA6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D50532D2-A0B8-1689-789E-29FD42C48445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B5113C02-01A3-FC2C-2937-00174C7CEF8A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51A64397-A991-9CBE-8609-82ACD6D417E6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07DC4F0A-62A2-1211-C0D5-E2DE80A8CE7A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7FC74AED-44F1-47A1-8F7A-E071D8F69B11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4AC3A7C1-8E43-AF73-8327-0755A6CD9B99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5F6CD61D-4F77-33A1-96D2-2C7FA0FFF675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50A7C40A-027D-BA3C-E597-4E2B72AD1A7A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ACB392E6-E6DF-38D3-FA20-0AE5A455F3CB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387B24EC-A397-6FBB-89D7-BA57F50816A3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B14B6FFD-C82D-AC64-6767-EE82F1A28F31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5D0F86B-BD8D-F496-0143-DD0576EBA738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1220061C-AA6E-26E0-309E-185A6A0CCC2D}"/>
              </a:ext>
            </a:extLst>
          </p:cNvPr>
          <p:cNvSpPr/>
          <p:nvPr/>
        </p:nvSpPr>
        <p:spPr>
          <a:xfrm>
            <a:off x="999477" y="1143283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65BFCFD1-B068-D84A-F6A3-36D17B9AFFF9}"/>
              </a:ext>
            </a:extLst>
          </p:cNvPr>
          <p:cNvSpPr/>
          <p:nvPr/>
        </p:nvSpPr>
        <p:spPr>
          <a:xfrm>
            <a:off x="1795056" y="81052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6C874D8-FD35-F311-1984-9773CF7EFA5F}"/>
              </a:ext>
            </a:extLst>
          </p:cNvPr>
          <p:cNvSpPr/>
          <p:nvPr/>
        </p:nvSpPr>
        <p:spPr>
          <a:xfrm>
            <a:off x="4544361" y="815952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270CC56-2998-7B69-849B-0E2C6E4D7556}"/>
              </a:ext>
            </a:extLst>
          </p:cNvPr>
          <p:cNvSpPr/>
          <p:nvPr/>
        </p:nvSpPr>
        <p:spPr>
          <a:xfrm>
            <a:off x="5993353" y="120359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104D461-7C5D-0AD1-BCCC-9DB17C6672B0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593863F3-8314-675F-85D9-B26A4EDBF2D1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2831A426-05CB-4718-7947-56F8A85F5724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8774CEFB-8506-1D20-D821-A8CBF70C4488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C64CDD4-78A6-68A4-C2AC-A0EAA90A2642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2ABB4CC-AF0D-84CB-1A49-BB53F96CF210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A5C6727D-330C-E1DE-6FE7-0215505A08ED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C9825CA-2519-4F76-D968-A12404376F85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662687B9-9C35-CFA1-CEDA-F080A8D2E19F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513E877-F61D-5AC9-ADCE-4B183BF697AD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8772BE24-D3AF-372C-6329-E939570C2D01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680E9D00-0CBE-FF1C-7E93-D8C7F30251B9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2A74A7-1B9B-D118-1BE4-F1C1F08CD62D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2327016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D8AC-E055-2320-AA48-4CF2232A9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710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92EF1-93BB-0646-7EF3-A26F9D263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D410D2F-CF36-0E90-3526-75C0D52D82FF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9BD213A-9243-CD24-B68A-D9ED8A152846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2ABB1AB-AF0A-196F-8CB1-833AFADD82DE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D7FAF0-4D38-7D87-E27B-99C1124748A8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E085A8E-02A1-1C00-A4F5-E560E6C4D8B1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CE710F-8BA4-8B98-406F-29FAF20776E1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034910-6EDD-B656-8403-FE1B93CB4FD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0BB0BD-19B3-D598-5992-90E2F8268E3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892AA2A-E905-39BA-4B95-3B105380229A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A6D5F0E-3213-552C-2CB5-A33009890C47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768A9C5-8307-8AF7-AA58-448A8EF09026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4B082AC-FA1E-5FD4-8FC0-16A5653613AF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9C8B1C2-0095-0F6E-E7F3-045F2617C0F5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269ADAC-3D1B-596F-CC75-54E1B1601D50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59BC5F4-92DE-DBAB-E6CA-A1A21A963FDB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C693A3C-82F8-DA50-3071-E51D11792EA3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CF018DB3-DD5A-251B-49BF-E80C8501D2C7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EAD17F1-C70A-195A-321A-6542BD568A69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24F8D55-0E48-9590-7B92-2289945226B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27C57AD2-060D-995D-4E51-82AE5EE82C0C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306B00F-AF9C-5917-3674-DCE331B6DF4E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E31D3D7-66A4-D7C6-7FA1-0FC13CB06764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13E0A64-F862-43F8-897F-A85CFA1FD6FA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0059055-DF98-1799-7ADE-146108E8F13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D97F4200-24ED-1806-382F-4D1F4E83DD1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72551D6-B068-AD6F-118B-85A2D201B23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18FDAC8B-2971-786E-2ED6-877C9661BDC4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594768B-9770-D365-D5E1-759EA802DCEA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9E2DF9F-D800-2458-ED62-F198D13C9B82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D7C4EDF-8EF3-CF14-1568-B622AF3CDB6A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5E4A449-BEA0-83F0-CD19-398710CA070E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A0FD8F34-0375-3DCB-2093-AF766DB96B05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FF79F8-6A0D-D416-E6CD-7C7B16383C0F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6E528E7-B7A9-EF1D-A248-9BE5BC76A94B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BB34CF7-0DAC-A8FD-0B14-1B3A731F6FD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DFD0559B-339A-132A-A9D5-BCB50DE1BD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B7B96B4E-153F-3219-0958-7FEF8845CF0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0537105E-6986-421A-3429-84C715E7F79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3F144D4-DEC9-F041-0F56-BE4B154DCC0D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0760E233-1DC7-C105-E325-38B97E295C56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4080795-5D98-876F-8354-76B464A6B6D6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1067E7C5-ACF8-8AF6-91AB-65E92A070150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FEB2249-8AA3-D7C0-92A8-5618418B5D0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73D695B-1B90-6C6B-11FF-5D0AD35598A4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105F460-865B-A32A-F04E-4CC5929EF65F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B20613B6-0D3F-1C7E-B321-157C8FBC4A2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98D7962F-53B6-63B9-0314-ABA50791C67F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833EDD48-E52E-3313-6F8B-569E0E41DB2D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2334578D-4BA8-7716-637A-F73E9BF96B33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CE012C36-A95E-007F-B4E3-3936AAAF6370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3B56D45-1E70-CF3D-6820-6E939D18D08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98D90C60-6105-F850-0889-35D5B192E15C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82E43EB8-5002-1FCF-EBB5-335E7F61A870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C8F9C011-C957-AE49-884C-9C87FAD1B0DB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F7EF0A73-C3C3-ED2B-E4D5-1360F5DEB31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29439B9A-649F-9F6E-78B0-C0AB133167E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00E4425-CB95-E1CB-50FF-A5AA75A0D8E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A9C2AEF-3620-7A23-39B9-C642554776FF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AFE69428-0F39-92B0-1A35-2187FCF9796A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35C67E9-EFC7-7CAC-7C6F-53076A17419C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1131652E-64B2-CCFB-A85E-2E42907D7843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10ABA32-EAB8-652F-AB2C-366BE9F8C9C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5E866B3-31A0-0B5B-2EBF-3266FFF41361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19B7257-319C-28AE-8D04-85DF4690FC28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A1A6BCD7-12FD-258C-F4AC-FD795B69DF3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F451288-7B7D-CB80-5BCC-3236613C355A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C8BC6A1E-EAAE-253B-36D4-06527CC697EE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A030DFF-287F-BC2B-DED0-045E0EA0AE56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DE00B3E-86A0-C152-01DB-96159F89711A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A380E1A-2951-38BA-9A2A-9F7A34CDDBFD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2EF364B1-B81C-B46E-B07B-8DCC8E455D9C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4AF9FD03-74B8-78C9-24FC-E0412FD3C7D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FBDBA07-0D10-3B2F-B91B-1F0858A82EDE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7816E3A-0DC8-152A-BC79-C60B6A35981E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03D2B041-3BEA-DC29-2ABC-86A3A6B48256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789158C-0ADE-89C1-ECB9-DBC263E7EA30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7D4111FD-40BF-E4FC-A3D1-1D3DD378BE30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4CCA82FB-8AC7-F560-1D55-C817C8E2CA68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80D5586B-1720-F771-D0F8-263A3D02400F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40ABB66-6158-0B15-946D-5B3810DA1CA6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CC2D44C8-528E-9E5F-49B6-D1BCFF36D25E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7993D1B2-E055-C143-5D72-AB2E848FD2F4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4958AE3A-5738-1223-D688-F7F83EA0A200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913E3F16-17EC-B3E4-1E67-DEE9A2D3AA8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197BBF5B-D3E3-39EC-3FAD-F23FE5270702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7CEA32E-B9B1-5379-760D-3B4131DA3CBD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8271958-39CD-74D1-4EF3-F29E752A2D8E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46F786E2-E69B-7D3D-090B-FAC64849A991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</p:spTree>
    <p:extLst>
      <p:ext uri="{BB962C8B-B14F-4D97-AF65-F5344CB8AC3E}">
        <p14:creationId xmlns:p14="http://schemas.microsoft.com/office/powerpoint/2010/main" val="577277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2497-30B9-BE4C-8A79-FB49BD2A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663096F-3537-10BE-9298-B7E3BC889980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1E3DF14-7AAD-2D13-729C-F316147E16B8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827319-2BCE-A941-9028-C0DBAC86C0F3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8318547-D2CD-C86A-698D-9785EC274FFF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C6F97-4930-D1BE-60BB-D824819F19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4893A8-DD82-A3EB-63F2-51EFDAD7093F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F7DE1C15-47A7-4BF1-9CB5-36F4E814A7C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B40287C-ABAD-BAA1-039E-A7AB2F6D80F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DF1F81B-420F-6362-024B-C05CD8274688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7F971C1-E6AF-A48D-3AAA-85B0A8A4D7F3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243D6E5-07C8-DBE3-7896-7DE137302C83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B9A1738-37B4-66A7-BE7B-AF143DB87DEE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664BB8B4-8165-D0D9-5D46-2161B74743B8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3CC3D7A-C4CB-A1B1-1B85-81E491DD2A2C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0A84E12-F046-E9C5-C04A-28CFE96B128C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4C82491-5406-E899-CCA2-0823FE8713FD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7DB4403-15CE-5DF4-8551-75F4C38757D5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3C134D1-5C14-FDD0-0DFC-A1C7236C81C3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4ED22C0-091E-6F36-70D3-5968F843722F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D32E26D-5C9A-C43A-0D7B-CDD48DF9B291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9308639-8C86-8FD1-3DC2-01AFD019020B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7396C69-ACD2-6E49-10B5-5EB89579406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40E3655-1C60-D67D-D230-8C26DB84E635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3CF55D-933A-6310-6264-89502175324B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A764D45-22EF-9F85-B885-A65975FF96B7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AF5BCCA-F52A-5EB2-80D2-6612ABF81F6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841D4F-49C2-A291-81A0-3BC03F748181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1C43BB8-A404-859D-6501-9A336BF7AA0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D5CA60B-46CE-52B0-3B41-AC85EE35586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D5E27E9-601D-1C7E-2C87-747DC605E675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82F1A71-A7DF-3F07-1036-B1FFC504EEF8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69B7164-9AA3-5422-8882-F78A8CAB91EB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481CE28-9046-5FD7-7826-52EF57E5A90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04EF767-D250-0C7A-8D28-F40FBCED739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F695DE2-6062-09D2-11D1-974CA136255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3F1C00E-BF99-E86A-2DD1-CD0A7D3DF3F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8AD6DE8-E34C-B53D-1B0F-5AF228B6E0C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67038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D6C8B0D-7AB4-E3E4-3FF2-FE00ADA6F82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C0F9F2A-8351-4809-76B8-7484511D57F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11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24F5BF7-38A8-09A9-41DD-D64937ACFAFB}"/>
              </a:ext>
            </a:extLst>
          </p:cNvPr>
          <p:cNvSpPr txBox="1"/>
          <p:nvPr/>
        </p:nvSpPr>
        <p:spPr>
          <a:xfrm>
            <a:off x="172154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ED3E2AF-1A8B-D88E-646D-2EC291BB0F33}"/>
              </a:ext>
            </a:extLst>
          </p:cNvPr>
          <p:cNvSpPr txBox="1"/>
          <p:nvPr/>
        </p:nvSpPr>
        <p:spPr>
          <a:xfrm>
            <a:off x="172154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650505A8-88E6-6008-EB6F-AAF017F806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64D0AEE-627F-63F7-E73E-5F50D59FED9C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B33A9CC2-18CD-3D2E-66B0-500A276EEC13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3C0DCFC-1191-A629-FA38-5BE681084224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1F614D-336B-602F-8F8B-E315D46E83D6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AF7B7AE9-9E02-7753-5B65-CE35F379F094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E4E750F9-4858-103D-24FB-CE000BA11579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CCFAD211-2980-EC07-5FF6-801F82645C7A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9D1FE1F-7C33-7E31-6D53-F4ADA612F7C3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FE49DDE-D226-4F9C-1492-23961924922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3ABF7F7-FBB4-120B-92F8-F5FC69F59479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5741B5A-33DF-1FC1-7579-D57549B11FFF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CC3A21A-AFFC-B369-5789-FD42806AB78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B0E635B6-7C11-9F29-2D30-960962A585B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63AD7E37-A996-8F41-5157-96EC9AFE866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E1FBD37E-F9A7-D0D4-1F90-06E5DF02397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FE4CD31-5D31-69C4-BF61-02523AD56956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8CED1B9-7FDC-03FA-1706-55B3E17CF257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CC4D4D7-77C4-C901-EBB7-343844F584E8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A035140-AE1C-011A-5597-FE7E82B57C2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BC96DB9-72CF-4B13-A2F9-D6D54F52375E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E1C3E482-9357-B904-3EA9-1C94E17C1917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47115" cy="453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B56E071-4331-6602-6180-55B19D4BB80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79285" cy="3678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6B38ED8-D1C6-A00F-74FF-86FD23872D4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95857" cy="2840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E8D8963-0AC6-C114-47A8-AA698D33CB92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FBC6B80-C816-7AE2-191F-E127D5EA4672}"/>
              </a:ext>
            </a:extLst>
          </p:cNvPr>
          <p:cNvCxnSpPr>
            <a:cxnSpLocks/>
          </p:cNvCxnSpPr>
          <p:nvPr/>
        </p:nvCxnSpPr>
        <p:spPr>
          <a:xfrm flipH="1" flipV="1">
            <a:off x="6175012" y="2680222"/>
            <a:ext cx="39480" cy="3771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AC3D4E5-32E5-F201-97F8-2A6852F9622E}"/>
              </a:ext>
            </a:extLst>
          </p:cNvPr>
          <p:cNvCxnSpPr>
            <a:cxnSpLocks/>
          </p:cNvCxnSpPr>
          <p:nvPr/>
        </p:nvCxnSpPr>
        <p:spPr>
          <a:xfrm flipH="1" flipV="1">
            <a:off x="6198824" y="2680222"/>
            <a:ext cx="63370" cy="2987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14CCA09D-E7EC-9832-6030-8BDB78C03470}"/>
              </a:ext>
            </a:extLst>
          </p:cNvPr>
          <p:cNvCxnSpPr>
            <a:cxnSpLocks/>
          </p:cNvCxnSpPr>
          <p:nvPr/>
        </p:nvCxnSpPr>
        <p:spPr>
          <a:xfrm flipH="1" flipV="1">
            <a:off x="6222637" y="2680222"/>
            <a:ext cx="59026" cy="2069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31B8F25-DF70-1632-078E-4DE8599720E2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5F053F3C-ED9E-AE32-36FE-002B03D9F497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31242441-206E-373A-9130-7753C025C0CB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38ACDB1-B009-84E3-49CF-CE4656DD4EC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3255351-93C2-36DE-682C-30E05DDE8DB2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AE7BCA3-CF73-2E49-17A7-B328AA017FC5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7BAF52A-51C9-1D1D-CA8F-7ABEE80CB6DE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7FB943A-5AB6-0E73-3013-6976A7E1F2E4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360E2D4C-D04F-6EE0-D64F-7D32E351761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B6047E1-74E8-B377-7708-A166A135D714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9BE1254B-678B-5E99-22DF-3729FBEB446B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40EA5BB-2C87-25A1-5030-F07260DF1B23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8F3EDFBB-DCA1-FF03-4D53-53244BAF8AD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493D60E7-80DE-98C4-EAFC-BBE66C21CBE8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16609E3-73FE-FDE7-6055-9ECA765F33D1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0B959ED-175D-F9EF-6A2E-4E76E086FECB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5A9E0905-6129-EAB4-DDDB-3378EAD0E094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C0DCAC3-2CB8-FFD6-5B4E-B4CC061F1392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C2181F1E-D11C-DFC3-1653-496032710AFB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D286D82A-9242-8A0E-8EFB-6D2D1906E488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8BEFE3A0-CC77-9689-48C7-7910BA4E1F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42B44CB-A1F5-F3B9-2474-CDFB04131BE1}"/>
              </a:ext>
            </a:extLst>
          </p:cNvPr>
          <p:cNvSpPr txBox="1"/>
          <p:nvPr/>
        </p:nvSpPr>
        <p:spPr>
          <a:xfrm>
            <a:off x="4730464" y="255286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55DEC58-E178-6736-0D6B-65C723CD9C70}"/>
              </a:ext>
            </a:extLst>
          </p:cNvPr>
          <p:cNvCxnSpPr>
            <a:cxnSpLocks/>
          </p:cNvCxnSpPr>
          <p:nvPr/>
        </p:nvCxnSpPr>
        <p:spPr>
          <a:xfrm flipV="1">
            <a:off x="5452686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79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FFC1F-AB09-80F0-942D-6409E448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C725DC8-4958-E6BC-F2BF-42F9202AE716}"/>
              </a:ext>
            </a:extLst>
          </p:cNvPr>
          <p:cNvSpPr/>
          <p:nvPr/>
        </p:nvSpPr>
        <p:spPr>
          <a:xfrm>
            <a:off x="1949317" y="279459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3E3200E-11C0-F4A4-D992-16CC290F434C}"/>
              </a:ext>
            </a:extLst>
          </p:cNvPr>
          <p:cNvSpPr/>
          <p:nvPr/>
        </p:nvSpPr>
        <p:spPr>
          <a:xfrm>
            <a:off x="1882643" y="287502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387529-9837-95E3-B991-4266402C10E6}"/>
              </a:ext>
            </a:extLst>
          </p:cNvPr>
          <p:cNvSpPr/>
          <p:nvPr/>
        </p:nvSpPr>
        <p:spPr>
          <a:xfrm>
            <a:off x="1812618" y="296371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34B62FE-A0B7-3EE4-1ABA-853364C6800B}"/>
              </a:ext>
            </a:extLst>
          </p:cNvPr>
          <p:cNvSpPr/>
          <p:nvPr/>
        </p:nvSpPr>
        <p:spPr>
          <a:xfrm>
            <a:off x="1619672" y="482277"/>
            <a:ext cx="5598418" cy="464610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ADF935D-AC04-5222-8B2E-48CE2BC9D06C}"/>
              </a:ext>
            </a:extLst>
          </p:cNvPr>
          <p:cNvSpPr/>
          <p:nvPr/>
        </p:nvSpPr>
        <p:spPr>
          <a:xfrm>
            <a:off x="1746423" y="568449"/>
            <a:ext cx="3545657" cy="1932094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32111A3-0203-6869-5927-F353B2BD9E40}"/>
              </a:ext>
            </a:extLst>
          </p:cNvPr>
          <p:cNvSpPr/>
          <p:nvPr/>
        </p:nvSpPr>
        <p:spPr>
          <a:xfrm>
            <a:off x="1746425" y="3046624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9A448D6-2031-5C6F-F40D-FBEB98785DD5}"/>
              </a:ext>
            </a:extLst>
          </p:cNvPr>
          <p:cNvSpPr/>
          <p:nvPr/>
        </p:nvSpPr>
        <p:spPr>
          <a:xfrm>
            <a:off x="1843572" y="103504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C13699C-69A7-8728-CEC2-30B6391489C4}"/>
              </a:ext>
            </a:extLst>
          </p:cNvPr>
          <p:cNvSpPr/>
          <p:nvPr/>
        </p:nvSpPr>
        <p:spPr>
          <a:xfrm>
            <a:off x="4133776" y="150112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1E0327F-ABFD-46CD-1578-9642190708EC}"/>
              </a:ext>
            </a:extLst>
          </p:cNvPr>
          <p:cNvSpPr/>
          <p:nvPr/>
        </p:nvSpPr>
        <p:spPr>
          <a:xfrm>
            <a:off x="4136040" y="103306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B3FBEE8-9372-D16B-EBFE-48385E0125B5}"/>
              </a:ext>
            </a:extLst>
          </p:cNvPr>
          <p:cNvSpPr/>
          <p:nvPr/>
        </p:nvSpPr>
        <p:spPr>
          <a:xfrm>
            <a:off x="2992264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51E7F09-87D5-5FF5-1D4C-8E761E307B4C}"/>
              </a:ext>
            </a:extLst>
          </p:cNvPr>
          <p:cNvSpPr/>
          <p:nvPr/>
        </p:nvSpPr>
        <p:spPr>
          <a:xfrm>
            <a:off x="5308191" y="3154636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EE91090-0C0C-AC8A-9A8C-793AB05FE7C3}"/>
              </a:ext>
            </a:extLst>
          </p:cNvPr>
          <p:cNvSpPr/>
          <p:nvPr/>
        </p:nvSpPr>
        <p:spPr>
          <a:xfrm>
            <a:off x="1846734" y="2043277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825264-E0CF-0A14-5D3E-9D913A401B53}"/>
              </a:ext>
            </a:extLst>
          </p:cNvPr>
          <p:cNvSpPr/>
          <p:nvPr/>
        </p:nvSpPr>
        <p:spPr>
          <a:xfrm>
            <a:off x="1846734" y="3154636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7CB683-3AF3-662A-8C9B-AF91306D3089}"/>
              </a:ext>
            </a:extLst>
          </p:cNvPr>
          <p:cNvSpPr/>
          <p:nvPr/>
        </p:nvSpPr>
        <p:spPr>
          <a:xfrm>
            <a:off x="1945947" y="3820777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BD60F23-2DFB-E0BA-A6E2-B05C1CE34C2B}"/>
              </a:ext>
            </a:extLst>
          </p:cNvPr>
          <p:cNvSpPr/>
          <p:nvPr/>
        </p:nvSpPr>
        <p:spPr>
          <a:xfrm>
            <a:off x="3527039" y="3154636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9986D20-FDC9-CB78-B14F-3E34B77B22D2}"/>
              </a:ext>
            </a:extLst>
          </p:cNvPr>
          <p:cNvSpPr/>
          <p:nvPr/>
        </p:nvSpPr>
        <p:spPr>
          <a:xfrm>
            <a:off x="3527039" y="2043277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F36AD5D-CD03-77FC-E958-6CA220463536}"/>
              </a:ext>
            </a:extLst>
          </p:cNvPr>
          <p:cNvSpPr/>
          <p:nvPr/>
        </p:nvSpPr>
        <p:spPr>
          <a:xfrm>
            <a:off x="1843573" y="3694696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535913D-0010-FD77-0EA1-CA4EB6FB2F74}"/>
              </a:ext>
            </a:extLst>
          </p:cNvPr>
          <p:cNvSpPr/>
          <p:nvPr/>
        </p:nvSpPr>
        <p:spPr>
          <a:xfrm>
            <a:off x="217372" y="420249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DDE45E9-5E84-E686-00F5-5492FEF1DBA5}"/>
              </a:ext>
            </a:extLst>
          </p:cNvPr>
          <p:cNvSpPr/>
          <p:nvPr/>
        </p:nvSpPr>
        <p:spPr>
          <a:xfrm>
            <a:off x="7411036" y="3867894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620806-B268-A89A-BAD3-BA311F93B1C1}"/>
              </a:ext>
            </a:extLst>
          </p:cNvPr>
          <p:cNvSpPr/>
          <p:nvPr/>
        </p:nvSpPr>
        <p:spPr>
          <a:xfrm>
            <a:off x="217372" y="354417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D2AF6FFA-7D1A-B459-64F9-1200F7851FCC}"/>
              </a:ext>
            </a:extLst>
          </p:cNvPr>
          <p:cNvSpPr/>
          <p:nvPr/>
        </p:nvSpPr>
        <p:spPr>
          <a:xfrm>
            <a:off x="3058778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BCB89BC-AEA8-1B18-4C9F-E80BFF8C0ED7}"/>
              </a:ext>
            </a:extLst>
          </p:cNvPr>
          <p:cNvSpPr/>
          <p:nvPr/>
        </p:nvSpPr>
        <p:spPr>
          <a:xfrm>
            <a:off x="4373797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3CF6E0D-8B02-1D8F-CCDF-3906BCA53829}"/>
              </a:ext>
            </a:extLst>
          </p:cNvPr>
          <p:cNvSpPr/>
          <p:nvPr/>
        </p:nvSpPr>
        <p:spPr>
          <a:xfrm>
            <a:off x="5685532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A8D626ED-B773-0368-669A-690564A5036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000797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823B42-8798-9E2D-92C3-15DFA5E963F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166FE78-6E63-0A26-712A-75C316B6B2F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FCB7900-177A-0AAB-47F5-EB4FE7DEEA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4000797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A8C5763-B695-5F2C-1BEF-3B7B2B4434EE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4000797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3B1B296-54E5-D783-A640-0D63188889B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24191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5BDE131-BFC7-50FA-A01A-C4C299E2BACD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46724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C5D77B6-9BE2-1761-E3FF-F7E0DDF89CB4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63816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3A38881-E155-FEAC-385C-B8A64959FFC1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75123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7CBE619-1637-2232-D191-95A2D5689A3D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DB6800-59D9-1B61-899F-C0D77E139D5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7ACDBD7-405A-0088-4CBC-C38CDCF469B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51E6EB-22C2-8056-8E43-9A6BA68DA44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6CBF0ED-F927-D75B-28CF-4A57DDC77F1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2329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386D1AB-41A5-CEB0-8A35-7D7B0601CB29}"/>
              </a:ext>
            </a:extLst>
          </p:cNvPr>
          <p:cNvSpPr txBox="1"/>
          <p:nvPr/>
        </p:nvSpPr>
        <p:spPr>
          <a:xfrm>
            <a:off x="2117532" y="2533593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260A9F8-5488-43B1-791A-365172DDE40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656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4ADDB7A-67E0-0171-EF5C-4F60D2659C80}"/>
              </a:ext>
            </a:extLst>
          </p:cNvPr>
          <p:cNvSpPr txBox="1"/>
          <p:nvPr/>
        </p:nvSpPr>
        <p:spPr>
          <a:xfrm>
            <a:off x="172154" y="1981807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9E5A4F-67FE-E3AC-B96B-B8079FD72E87}"/>
              </a:ext>
            </a:extLst>
          </p:cNvPr>
          <p:cNvSpPr txBox="1"/>
          <p:nvPr/>
        </p:nvSpPr>
        <p:spPr>
          <a:xfrm>
            <a:off x="172154" y="3099773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4B96CF39-080A-52BD-697D-0D8BF13C487E}"/>
              </a:ext>
            </a:extLst>
          </p:cNvPr>
          <p:cNvSpPr/>
          <p:nvPr/>
        </p:nvSpPr>
        <p:spPr>
          <a:xfrm>
            <a:off x="217372" y="1035044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ED8E24B-F95A-894C-0309-C8E731A433F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15065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E387A678-6851-33E4-9D37-18FFB5FEB569}"/>
              </a:ext>
            </a:extLst>
          </p:cNvPr>
          <p:cNvSpPr/>
          <p:nvPr/>
        </p:nvSpPr>
        <p:spPr>
          <a:xfrm>
            <a:off x="1843572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AC2AD166-00E2-756D-3023-695AFAFEAA13}"/>
              </a:ext>
            </a:extLst>
          </p:cNvPr>
          <p:cNvSpPr/>
          <p:nvPr/>
        </p:nvSpPr>
        <p:spPr>
          <a:xfrm>
            <a:off x="217372" y="1503097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B1938EF-C36A-56EF-396C-5E41C91920B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83117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C75E383F-A652-7736-6A77-254351FBBB89}"/>
              </a:ext>
            </a:extLst>
          </p:cNvPr>
          <p:cNvSpPr/>
          <p:nvPr/>
        </p:nvSpPr>
        <p:spPr>
          <a:xfrm>
            <a:off x="2992263" y="103992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0CC48947-D41B-F9EF-2BBF-08CDD9E8AB35}"/>
              </a:ext>
            </a:extLst>
          </p:cNvPr>
          <p:cNvSpPr/>
          <p:nvPr/>
        </p:nvSpPr>
        <p:spPr>
          <a:xfrm>
            <a:off x="2992263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5F2D5C6-2520-5513-DB80-C5142B51746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95085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068942C-A6E2-F259-07F3-6E7F7F99D3F5}"/>
              </a:ext>
            </a:extLst>
          </p:cNvPr>
          <p:cNvSpPr/>
          <p:nvPr/>
        </p:nvSpPr>
        <p:spPr>
          <a:xfrm>
            <a:off x="5465208" y="2102117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9A3935E-B8A7-735F-E700-D494C92CB73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396520"/>
            <a:ext cx="1" cy="6434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385EC11-C5CE-99EA-573C-A4D8DDA2FFD6}"/>
              </a:ext>
            </a:extLst>
          </p:cNvPr>
          <p:cNvSpPr/>
          <p:nvPr/>
        </p:nvSpPr>
        <p:spPr>
          <a:xfrm>
            <a:off x="4133777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79CE907-5793-D85E-D527-BA226E297D23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396520"/>
            <a:ext cx="2264" cy="63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9276A18D-B618-00DC-E5B4-A5EA8B0EC7A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3AF6C94-CFAF-B867-C54A-5ECE4CA0DD4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12B46B4E-51F2-41AD-8D1F-4C468CDC957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FB29D34-00E9-E276-71F8-6FC98ADDBF2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4384780-5220-9E89-6166-AFCD6C94E639}"/>
              </a:ext>
            </a:extLst>
          </p:cNvPr>
          <p:cNvSpPr/>
          <p:nvPr/>
        </p:nvSpPr>
        <p:spPr>
          <a:xfrm>
            <a:off x="5252978" y="3218553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9BDFAF-B246-0CF8-9DF4-5B1E2795E0C2}"/>
              </a:ext>
            </a:extLst>
          </p:cNvPr>
          <p:cNvSpPr/>
          <p:nvPr/>
        </p:nvSpPr>
        <p:spPr>
          <a:xfrm>
            <a:off x="5571348" y="2168415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E6ED46-B299-D508-7042-C94418943D57}"/>
              </a:ext>
            </a:extLst>
          </p:cNvPr>
          <p:cNvSpPr/>
          <p:nvPr/>
        </p:nvSpPr>
        <p:spPr>
          <a:xfrm>
            <a:off x="5394673" y="215411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B47C1F2-4882-A9C7-2ED5-5DAD2C3BBBE8}"/>
              </a:ext>
            </a:extLst>
          </p:cNvPr>
          <p:cNvSpPr/>
          <p:nvPr/>
        </p:nvSpPr>
        <p:spPr>
          <a:xfrm>
            <a:off x="5512774" y="222041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50BE309-F4D1-D390-B921-C834FED358D4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578480"/>
            <a:ext cx="1938" cy="6400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388ECCF2-C2EA-677F-2149-DCA0B5E0B31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47115" cy="4726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81FBEE8-37DE-C61B-D6AB-6B52A5AF29F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79285" cy="383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7F8062D-8790-AAFE-1283-5BF9586D391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95857" cy="2958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C95FDA4-FE38-6C4C-D6A0-C463A6CE0211}"/>
              </a:ext>
            </a:extLst>
          </p:cNvPr>
          <p:cNvCxnSpPr>
            <a:cxnSpLocks/>
          </p:cNvCxnSpPr>
          <p:nvPr/>
        </p:nvCxnSpPr>
        <p:spPr>
          <a:xfrm flipV="1">
            <a:off x="6224802" y="2653626"/>
            <a:ext cx="0" cy="5010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D1950E2-C19B-84FD-3E17-48C47DCBF50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53626"/>
            <a:ext cx="39480" cy="3928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018BBF2-07ED-0656-1F7F-20C9630CD179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53626"/>
            <a:ext cx="63370" cy="3111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F9C6B05-C0B9-A402-7046-1183C9163D0B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53626"/>
            <a:ext cx="59026" cy="215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E869DC1-0F29-C7F3-0D1A-5AC771C80A54}"/>
              </a:ext>
            </a:extLst>
          </p:cNvPr>
          <p:cNvSpPr/>
          <p:nvPr/>
        </p:nvSpPr>
        <p:spPr>
          <a:xfrm>
            <a:off x="5475431" y="1194501"/>
            <a:ext cx="1508966" cy="779594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762CDA1-3A34-E646-5132-D72ED197647E}"/>
              </a:ext>
            </a:extLst>
          </p:cNvPr>
          <p:cNvSpPr/>
          <p:nvPr/>
        </p:nvSpPr>
        <p:spPr>
          <a:xfrm>
            <a:off x="5393437" y="1243706"/>
            <a:ext cx="1508966" cy="779594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1FC0B415-0C52-3973-A7BC-F5FD56201F85}"/>
              </a:ext>
            </a:extLst>
          </p:cNvPr>
          <p:cNvSpPr/>
          <p:nvPr/>
        </p:nvSpPr>
        <p:spPr>
          <a:xfrm>
            <a:off x="5462399" y="1571232"/>
            <a:ext cx="1376551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C26F6F4-961E-D2AB-50FF-258AACC6D57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31293"/>
            <a:ext cx="1939" cy="289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3CCBEE4-9948-6B4B-5740-9EFD4A3AEC08}"/>
              </a:ext>
            </a:extLst>
          </p:cNvPr>
          <p:cNvCxnSpPr>
            <a:cxnSpLocks/>
          </p:cNvCxnSpPr>
          <p:nvPr/>
        </p:nvCxnSpPr>
        <p:spPr>
          <a:xfrm flipV="1">
            <a:off x="6243638" y="2023300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693DA59-D638-BDD9-3BFE-9F4FCAB8ACC7}"/>
              </a:ext>
            </a:extLst>
          </p:cNvPr>
          <p:cNvSpPr/>
          <p:nvPr/>
        </p:nvSpPr>
        <p:spPr>
          <a:xfrm>
            <a:off x="5465208" y="56867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95207DE-F1E5-0566-8420-2C37D955E357}"/>
              </a:ext>
            </a:extLst>
          </p:cNvPr>
          <p:cNvSpPr/>
          <p:nvPr/>
        </p:nvSpPr>
        <p:spPr>
          <a:xfrm>
            <a:off x="5394673" y="620671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6D135F-D092-FB61-5279-12A027C38353}"/>
              </a:ext>
            </a:extLst>
          </p:cNvPr>
          <p:cNvSpPr/>
          <p:nvPr/>
        </p:nvSpPr>
        <p:spPr>
          <a:xfrm>
            <a:off x="5512774" y="68696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B69B2B7C-6D3A-B03C-97BF-C61A903E65B0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045037"/>
            <a:ext cx="0" cy="52349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4AAB1394-9ABD-8D6C-F024-63A355974711}"/>
              </a:ext>
            </a:extLst>
          </p:cNvPr>
          <p:cNvCxnSpPr>
            <a:cxnSpLocks/>
          </p:cNvCxnSpPr>
          <p:nvPr/>
        </p:nvCxnSpPr>
        <p:spPr>
          <a:xfrm flipV="1">
            <a:off x="6243638" y="1108473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DE16239E-8552-259B-79F6-C00014D60FBB}"/>
              </a:ext>
            </a:extLst>
          </p:cNvPr>
          <p:cNvSpPr/>
          <p:nvPr/>
        </p:nvSpPr>
        <p:spPr>
          <a:xfrm>
            <a:off x="7391218" y="1501063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98276622-E47A-06E6-8E5D-9E1AEE002FDA}"/>
              </a:ext>
            </a:extLst>
          </p:cNvPr>
          <p:cNvSpPr/>
          <p:nvPr/>
        </p:nvSpPr>
        <p:spPr>
          <a:xfrm>
            <a:off x="7509319" y="157123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9D6EF0E-7413-DA06-4CCC-4F9AD6F730A9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750266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DE88A623-4DDD-218B-EA87-006D8D027F62}"/>
              </a:ext>
            </a:extLst>
          </p:cNvPr>
          <p:cNvSpPr/>
          <p:nvPr/>
        </p:nvSpPr>
        <p:spPr>
          <a:xfrm>
            <a:off x="7391218" y="861270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B80CAEF3-A6F3-3645-D5D1-6BD808353E2E}"/>
              </a:ext>
            </a:extLst>
          </p:cNvPr>
          <p:cNvSpPr/>
          <p:nvPr/>
        </p:nvSpPr>
        <p:spPr>
          <a:xfrm>
            <a:off x="7509319" y="93143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BCDE7C18-7E38-A633-AE2A-F09ACDA3591D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10473"/>
            <a:ext cx="606916" cy="5230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8791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B6DB-1FA9-C16B-6FE5-342302025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B02F153-1AAF-068C-4521-3D36062A2491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7C51662-3494-0EC2-3AA3-4660AF20D68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7F31104-DE45-AA9D-FAB6-A087AEEB438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55CC7D-6F47-F7D1-34DA-57CE0BAA9FDF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3DE41D-1859-733B-6F6D-4C27F70F6C13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15FCED7-71CB-D208-1E6D-B524E55F1C7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5AD132E-49A8-98AF-E91A-3E889A514CF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67AC9C2-4A59-B206-2F31-C521DD50CC9D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2EE5DA1-35CA-FA76-78AB-ACD15C75B53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4EB132-FD0A-BB5E-75D5-CDC6C03001B9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62017A-B3FD-5393-9F6B-5D300995F252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4DFB7E0-05C9-1315-950E-0EA4E13886EF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F89FA3E-D4E6-C30E-C7A0-4FD134F799EE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07CF506-9589-6046-5120-46666BF76C6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C4090B8-049A-9622-AD65-F4A4A5FE107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DA7F0E3-9766-878D-2E3B-9B2A1F5D94FA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8E3C7A3-E8F0-A898-0448-4AF861759D54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48550E4-0D4B-520F-DEAB-F5DBAE36677A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2DFCD4F-ED9C-2E3E-C442-F86836F80F30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3F0EF40-FA76-939E-4DF7-E2ED3ABBBFA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237398E-C0E4-0E3D-555C-C721F1255FBF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9A8C8FC-18BC-4084-FB60-DF5BEEC96F2A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3E3EAD-CCCB-4B6A-1C6A-EB5C8E658B71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EF7402-AB11-2015-B85C-E93EEB3CF134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311A867-C04D-46FC-40FA-BA268D5E47B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AD82D7-ED38-BBA7-D1AE-467FC07679FE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2BBE60-3586-3D6A-BE26-33E21FA377B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BEB9D02-4C83-6567-A5CD-75B4B4E6FBAD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929AADD-1218-1B5B-111E-391F307EEC85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969FD3D-66C7-539A-1C5B-C53535C46A92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CAF6E57-167C-28ED-A8F9-D044E28E62D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4C145CF-B3CB-79DD-822D-728BCFF4BF58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77F52A5-9DD9-E661-2A5C-095FB63ACF67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3FEA1D7-5928-F7CA-32C4-2AF6F670DB40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143599F-7AA0-C186-6869-3A05AB436F1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980FD7-B70C-BFA3-079A-AE2B15F987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3D113A-B155-1CA9-1954-F0C82EE5CD2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85FE602-E2F1-42FD-8D57-BB04638B245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E66241-CE89-EC97-B37C-E911D6FEB15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2E78516-190E-F391-45E6-8D4DFA68139A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31FB32D-472E-AC89-EF25-B9FD61CECBF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F33EF11-038E-355C-5078-E800ED24D97E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EB8B926-00D4-5776-7DF5-CCDB4D9DFC7B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7999B36-58E7-E470-93BD-68D3C5F7F6B8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9FDE75D-DB04-64CB-9833-77C55E64B42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CA036D3-636D-30A9-7591-B2D563C1E41C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2D11080F-773B-5212-C722-391036E4CA22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43D517-BE46-67FB-08B6-CC4786F4B21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939BCA6-902C-5F26-ECF2-D35602C61196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0C46900-7BD3-A8FD-3488-79EB8B85FDDB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6077E30-694F-D1CC-62BF-57233D5C3907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FDF09698-7D97-0DDB-053F-C587C99A852E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B97F1050-3332-2536-D037-CC0AE7ECCF68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EA3F8F5-C7DD-FE7E-1F58-99792929860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0D23C2AC-CB6F-94FA-A9B8-C23140F44FB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1EEB8870-86BF-77C2-A040-8FB3618A047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C0C486EE-156C-831C-6B7E-001C7C9B159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09D21B35-DE2E-44B1-82AB-5F67BF6E3F27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0C0E2254-3EA5-CC74-74AB-3C65E7B60337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E974619-6ADC-957D-4133-3323B1F42F75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AEED5BE7-A25B-F729-8FA3-FE4B24561609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F3634929-880C-4CAD-8E4A-D71E0E5C510F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A26D0543-A272-8AD1-B072-9C213AE00AFE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66F0EADB-0757-55E0-5B4A-3791654510E7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D277FA6D-4301-46C6-7776-86E9E4BBC27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E609D6B-B6B6-9BD5-E6C3-B0C451EB41C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334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B88FC-3D82-B281-6FAD-24EA8AC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CFB7E99-AD9E-DFB4-59F7-850BD726BBF3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BA82B25-D8E1-5483-75DC-31679F68F316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D07FC50-3560-B764-95C2-B81FE322D13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7557E6F-1FD3-24ED-109F-663A47139834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F60DC0-3AC0-7C1F-95A5-1332D22BC7EB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F3EA44-3593-59C6-8440-85860180ACFF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14FBE75-378E-DE50-8943-88093091801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9BC2658-64D2-E1B6-EFB8-A67CB7B5FE5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7517840-8B67-F48F-F943-C50BB84AE021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E2DD57D-57AB-C227-6D7B-B59867F78124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08C3F47-156D-6607-0CA7-A56111B223BB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8D4D331-15C1-51BF-B004-3CA29FBEC4DB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1025589-0C04-32AA-EB09-5CFD8ECA1102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E4C00E8-0D28-361B-57C0-5BD1F10DE19F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85F6742-8F29-D3F4-DF26-648B8EB972D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5501759-D545-9478-5A00-2B9897A96921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80B4AB6-E353-FDB8-12DA-253BE4402CA7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022FDB4-9353-9959-344D-A1B86C6F639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4BC9A45-889C-EF62-B1B3-AD558BDEC513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731AB26-D666-5BEC-0ABE-885CE2A5EE0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9FA68C3-E6B8-7048-3D59-9BF43A0D7503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B989C8B-BDC7-363E-440E-50F490ECC571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524061-85D5-3247-6536-D36697CDF050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EDAC9E1-1594-78D9-0E7E-3134E741C3A3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532D9B0-85D3-1D97-4B35-BB769632E503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FA75A0E-69CE-A039-03B5-CD33050F5BA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D3746B1-FFA9-D8CB-996E-F1FD4C43F0C2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2CEDE0-99DE-B88A-2FEB-A7CCEAD0117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D4140C4-23F9-316B-492A-1C6D06FEA04B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6B060B7-DA93-C8C4-C263-5217F5DD7F8F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62512B0-625E-A906-E539-DCA3ED0BB3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7FECBA1-4F2D-A2E6-C063-1DE15AA2400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E8961B6-2592-D35D-136A-75554B8A02D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6D26BBA-5B32-7842-D0BB-7178C9CAC4CC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9A1FC2-CD3D-3873-F3D5-88A0519B3AF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9492567-63BD-C942-8EB1-23C9060996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5F78FB5-8A11-5BC0-8784-8FD384C06476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32869EF-123A-34A2-1726-B20A3DEB069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459D8D6-4045-BD2F-2746-16F1FB7F237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4060280-FD37-2E68-6768-6AA63FCB2A26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1639D1E-C378-7D89-4387-AF8CD41674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E7F6D16-13D6-1865-EBBF-965932F08DC0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DD7759D-BAA1-237F-D20A-AFCCD60D7EC9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A725722-B5F9-8FEB-C042-691858AB7A91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9FF1757-3CCD-602E-733B-D630ACD9AFF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0E7D5CF-34B8-F630-D5F0-B2F0A9AC84F0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B3E75248-BC89-ECBF-AB32-6CE958955F1A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4762B9D-4A0D-DC86-F8F9-5F1A05262C34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09FB39C-F15A-BB24-12AE-9DF95A3369F0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3DBDB69-5D47-B55F-1906-733FC4666FF8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436D51A3-0B0A-152A-FA1C-EAC4F2A564B2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B116040-822B-8E43-D529-03F3086085CC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E66027BB-929A-00F4-AC90-7DEA0092B34A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3DE7C2F9-0C03-15D2-5A9B-FA41D97D8B57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25FC21A9-BF55-3372-0236-76B93DE28A0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8AC2F435-77B5-D822-F9D9-8E8A554348C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3CCC1849-3213-4C50-8AA9-679F45272E3C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BE8F22E-6B02-8A33-2CC9-CF176EFC6B4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33583E63-3A7E-972B-8F78-2B5EB5F91148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8C169E7-BA01-4CD2-6D60-F684D8837F74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780F42CF-BF13-19A9-0E0B-569585FBA10B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EFFBB875-0166-29BA-08CA-9E2E1BEBBC17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E4F920DC-B5AD-D8B0-7060-8C44D188B16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FAE9AA4-2D02-B24D-9CF2-96B73987C3A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6DB3324-6903-16E3-9652-BC2CB8FCFEF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0F5EB69-C460-5C45-ECF3-37B2399F658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571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F058-0A4D-BFAB-6CA2-98B877F5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5656CE8-396A-86FA-67B5-A764A8499B8A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CC0BC0E-0C5E-F6F3-FA88-294A5C35D2C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D80ACBD-81F1-00B3-150D-0504FDC26891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569FBD2-A899-3200-F224-7A8DB7F97478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0D7524-8B03-69EF-0E09-0FA04F095BB5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B5AAC16-B959-12B1-5CA8-2D4E7E3D4F4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46FD2E-E680-3313-214E-7BC06BB0BD80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028518B-D264-E55D-F57C-29EDC642C91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A53F18-347A-A353-2BDC-D6594DEC8AC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572003B-53E7-BA97-5138-5A81D2B24B23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18F2119-85E2-F945-EC17-34678F5800C3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EFD27FE-C28E-8E93-DFDD-5A0139A71981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F421B656-935D-1633-8948-A380499B8EE4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12DADBA-250C-BC74-761C-4026DA46DE2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2E3FA5-259C-6425-91E5-17DB28036953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89522AD-2561-3C25-BF21-2B14E7A0628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DD3BF8D-C944-EACC-46E8-6C49788FE980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FD538C3-0B36-6DAF-FFFF-E627193D2F2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ABA78-29CB-8863-8958-697148CE783F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EB093753-44DE-C01F-773B-4F6EB1FEDD3B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44A78F9-6E28-375D-932A-137635B4411C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F5B2E6F-961D-DAFD-DB30-AF3D41DB43FD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F26F3FF-46E7-BADC-3CFA-35244D0E1E3C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FB1FF71-AD62-89E8-FA0B-579C6504FF3E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B8EEBD9-145F-1AD8-C1FF-73409C46B71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1B355360-2AB6-78BB-BD53-18C449F9328A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28AD282-954B-7E92-BF6D-148F8DC6D34E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259B465-9CB3-2574-4DC2-5887E2F32B77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F17A0B3-CCD3-6AFB-AA29-CAE5B9D0612C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75CD6A0-194E-7D8A-9A3B-2CA9435B6848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5C24CE1-D547-2574-234A-15167A07ECBF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3B1DDC0-4CF5-351E-3659-89F750D5F7E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418C6D0-E131-7A31-012B-85579D495B9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9437999-4213-73D7-77E8-E529C3BC5CEA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BF29BD-7EB2-971B-6F3B-006B83E83157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5D9C7E6-8E0A-B726-2858-D60534F7BA7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DEF5D184-F86D-1B02-211E-22D007255EE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9530527-81A7-0755-0A0F-6122498238A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8CC959-C8A8-EED2-008C-AC1B6E10369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4A37F3-F5C0-FED5-9BD4-F93BF08057A4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18F7805-0D89-D4AD-8A5C-362BCC26FB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75A8BDB-8AEB-430B-D6CF-2913CCC7D96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393FF2E-6D4E-786A-2DFD-42C805B12DAD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DF18C23E-73A9-CD90-ED21-A362BF4E9283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351CDBF-0CE2-9494-AA80-D08653F141D7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087C3BF-6FB7-7938-4AD8-F8C14E29C8FB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0EC5E2CE-79BE-2C3A-03DB-34835E39055D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AC16BC13-9394-1A14-7976-96081E60F321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39847D1E-8F9B-F2F1-54F7-8EF1473DCBE7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B85CAEC-7FA1-D02E-85AD-20A9FCDD356F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8A43B0A-DF6B-DC98-2CBC-91764976DED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EFC1EE36-75C5-0518-C21D-912201E56976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DF94CA3E-0A55-A5B7-2CFF-75418E304176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2CF3F2D-47F3-BAEC-91BD-7F8B340DF9C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61ED048E-E982-272A-14F4-6DACBDCBD6B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5DF44A56-E9B1-D4BC-CBAE-92B8DCD0B33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539F1FD6-7E32-B8BD-0AAC-EFEE18FC9E1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A92BE2E-9869-DEAE-7025-D97B3F811F5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F0C4657-001E-B9FC-00C2-4E0F8F59B520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8766284-BAA1-031E-B0CF-29282A8E9478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E9F411AC-AA53-40D8-F64D-0C8BE835CEF6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2E175981-9816-2B78-90B6-BA5254940AA6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FDEC24D-26BF-7249-619B-34CE17B4CFF8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3B780C1-F767-6873-AACA-027496F8507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7638D540-7331-0FBB-CCAB-337F842BB8C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16CEA15-C60A-20EB-1F8B-3E24605F44D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9114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46358</TotalTime>
  <Words>3142</Words>
  <Application>Microsoft Macintosh PowerPoint</Application>
  <PresentationFormat>화면 슬라이드 쇼(16:9)</PresentationFormat>
  <Paragraphs>1094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4984</cp:revision>
  <dcterms:created xsi:type="dcterms:W3CDTF">2006-10-05T04:04:58Z</dcterms:created>
  <dcterms:modified xsi:type="dcterms:W3CDTF">2026-06-23T14:13:44Z</dcterms:modified>
</cp:coreProperties>
</file>
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65" r:id="rId2"/>
    <p:sldId id="386" r:id="rId3"/>
    <p:sldId id="363" r:id="rId4"/>
    <p:sldId id="369" r:id="rId5"/>
    <p:sldId id="387" r:id="rId6"/>
    <p:sldId id="366" r:id="rId7"/>
    <p:sldId id="385" r:id="rId8"/>
    <p:sldId id="384" r:id="rId9"/>
    <p:sldId id="383" r:id="rId10"/>
    <p:sldId id="382" r:id="rId11"/>
    <p:sldId id="380" r:id="rId12"/>
    <p:sldId id="378" r:id="rId13"/>
    <p:sldId id="381" r:id="rId14"/>
    <p:sldId id="379" r:id="rId15"/>
    <p:sldId id="377" r:id="rId16"/>
    <p:sldId id="376" r:id="rId17"/>
    <p:sldId id="375" r:id="rId18"/>
    <p:sldId id="374" r:id="rId19"/>
    <p:sldId id="373" r:id="rId20"/>
    <p:sldId id="372" r:id="rId21"/>
    <p:sldId id="371" r:id="rId22"/>
    <p:sldId id="370" r:id="rId23"/>
    <p:sldId id="368" r:id="rId24"/>
    <p:sldId id="367" r:id="rId25"/>
    <p:sldId id="362" r:id="rId26"/>
    <p:sldId id="364" r:id="rId2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48" autoAdjust="0"/>
    <p:restoredTop sz="81275" autoAdjust="0"/>
  </p:normalViewPr>
  <p:slideViewPr>
    <p:cSldViewPr>
      <p:cViewPr>
        <p:scale>
          <a:sx n="200" d="100"/>
          <a:sy n="200" d="100"/>
        </p:scale>
        <p:origin x="2424" y="175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96E7-019D-18F9-04D1-B8FA09C5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7A7D4C4E-C592-0923-31BE-E88A9778C979}"/>
              </a:ext>
            </a:extLst>
          </p:cNvPr>
          <p:cNvSpPr/>
          <p:nvPr/>
        </p:nvSpPr>
        <p:spPr>
          <a:xfrm>
            <a:off x="1882643" y="3276023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46F0DC6E-3ED0-7CE9-2E08-D7360690DB82}"/>
              </a:ext>
            </a:extLst>
          </p:cNvPr>
          <p:cNvSpPr/>
          <p:nvPr/>
        </p:nvSpPr>
        <p:spPr>
          <a:xfrm>
            <a:off x="1812618" y="3351596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9376300-2EBD-41A6-A75F-DE150E0A0716}"/>
              </a:ext>
            </a:extLst>
          </p:cNvPr>
          <p:cNvSpPr/>
          <p:nvPr/>
        </p:nvSpPr>
        <p:spPr>
          <a:xfrm>
            <a:off x="1619672" y="411510"/>
            <a:ext cx="5545711" cy="4615831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Envoy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85A752E-3E99-30E3-3D3E-C9C182C67369}"/>
              </a:ext>
            </a:extLst>
          </p:cNvPr>
          <p:cNvSpPr/>
          <p:nvPr/>
        </p:nvSpPr>
        <p:spPr>
          <a:xfrm>
            <a:off x="1746423" y="469281"/>
            <a:ext cx="3545657" cy="2487656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FC279B4-5796-98AA-BC62-E4BE907AF6F2}"/>
              </a:ext>
            </a:extLst>
          </p:cNvPr>
          <p:cNvSpPr/>
          <p:nvPr/>
        </p:nvSpPr>
        <p:spPr>
          <a:xfrm>
            <a:off x="1746425" y="3422241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BDCB004-34B5-3669-F20A-AE54391EDE7F}"/>
              </a:ext>
            </a:extLst>
          </p:cNvPr>
          <p:cNvSpPr/>
          <p:nvPr/>
        </p:nvSpPr>
        <p:spPr>
          <a:xfrm>
            <a:off x="184357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(UDS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68E1FF3-CDE8-93C4-E6BF-139541BA052C}"/>
              </a:ext>
            </a:extLst>
          </p:cNvPr>
          <p:cNvSpPr/>
          <p:nvPr/>
        </p:nvSpPr>
        <p:spPr>
          <a:xfrm>
            <a:off x="2992891" y="2105346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7C96453-8518-49E7-AAE8-45B5860EF036}"/>
              </a:ext>
            </a:extLst>
          </p:cNvPr>
          <p:cNvSpPr/>
          <p:nvPr/>
        </p:nvSpPr>
        <p:spPr>
          <a:xfrm>
            <a:off x="1843570" y="915604"/>
            <a:ext cx="1036323" cy="306784"/>
          </a:xfrm>
          <a:prstGeom prst="roundRect">
            <a:avLst>
              <a:gd name="adj" fmla="val 1344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523A043-621F-3521-97C3-F3459A0580E5}"/>
              </a:ext>
            </a:extLst>
          </p:cNvPr>
          <p:cNvSpPr/>
          <p:nvPr/>
        </p:nvSpPr>
        <p:spPr>
          <a:xfrm>
            <a:off x="1843570" y="210774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D6227A6-9285-036B-80AF-3BB89B284560}"/>
              </a:ext>
            </a:extLst>
          </p:cNvPr>
          <p:cNvSpPr/>
          <p:nvPr/>
        </p:nvSpPr>
        <p:spPr>
          <a:xfrm>
            <a:off x="5308191" y="3514276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Writer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49BD97B-0B6D-35FC-0DE3-D6205BCB7FFC}"/>
              </a:ext>
            </a:extLst>
          </p:cNvPr>
          <p:cNvSpPr/>
          <p:nvPr/>
        </p:nvSpPr>
        <p:spPr>
          <a:xfrm>
            <a:off x="1846734" y="2567307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89A2263-E9C7-352D-DA0C-52CAE4E06FF9}"/>
              </a:ext>
            </a:extLst>
          </p:cNvPr>
          <p:cNvSpPr/>
          <p:nvPr/>
        </p:nvSpPr>
        <p:spPr>
          <a:xfrm>
            <a:off x="1846734" y="3514276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E541288-2E1F-784F-8ED2-CA573EBE277F}"/>
              </a:ext>
            </a:extLst>
          </p:cNvPr>
          <p:cNvSpPr/>
          <p:nvPr/>
        </p:nvSpPr>
        <p:spPr>
          <a:xfrm>
            <a:off x="1840997" y="4223520"/>
            <a:ext cx="83516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(Socket, 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CB55711-ACF7-8FB1-5417-3D2A5635DF6A}"/>
              </a:ext>
            </a:extLst>
          </p:cNvPr>
          <p:cNvSpPr/>
          <p:nvPr/>
        </p:nvSpPr>
        <p:spPr>
          <a:xfrm>
            <a:off x="3527039" y="3514276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E241F59-0565-FC51-4A08-F027EC8E62FE}"/>
              </a:ext>
            </a:extLst>
          </p:cNvPr>
          <p:cNvSpPr/>
          <p:nvPr/>
        </p:nvSpPr>
        <p:spPr>
          <a:xfrm>
            <a:off x="3527039" y="2567307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6367C03B-C2DD-A7F5-29B5-FA6ABCE22AAD}"/>
              </a:ext>
            </a:extLst>
          </p:cNvPr>
          <p:cNvSpPr/>
          <p:nvPr/>
        </p:nvSpPr>
        <p:spPr>
          <a:xfrm>
            <a:off x="2851135" y="3974451"/>
            <a:ext cx="3956925" cy="906135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connection/stream state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A87BFEFF-16DA-B50C-C2C7-432ECE65DE61}"/>
              </a:ext>
            </a:extLst>
          </p:cNvPr>
          <p:cNvSpPr/>
          <p:nvPr/>
        </p:nvSpPr>
        <p:spPr>
          <a:xfrm>
            <a:off x="217372" y="4407134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A05D443-1E47-176F-A4A0-2DC8A2770826}"/>
              </a:ext>
            </a:extLst>
          </p:cNvPr>
          <p:cNvSpPr/>
          <p:nvPr/>
        </p:nvSpPr>
        <p:spPr>
          <a:xfrm>
            <a:off x="7370333" y="4122031"/>
            <a:ext cx="1209354" cy="301001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F6D46CB-90A5-B568-809D-3E567BD99762}"/>
              </a:ext>
            </a:extLst>
          </p:cNvPr>
          <p:cNvSpPr/>
          <p:nvPr/>
        </p:nvSpPr>
        <p:spPr>
          <a:xfrm>
            <a:off x="217372" y="3846192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75C4D60-50F2-6647-03E0-4E636ED8BB43}"/>
              </a:ext>
            </a:extLst>
          </p:cNvPr>
          <p:cNvSpPr/>
          <p:nvPr/>
        </p:nvSpPr>
        <p:spPr>
          <a:xfrm>
            <a:off x="2968068" y="4081882"/>
            <a:ext cx="1037351" cy="595696"/>
          </a:xfrm>
          <a:prstGeom prst="roundRect">
            <a:avLst>
              <a:gd name="adj" fmla="val 1122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Chain 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0E20BA9A-6DEE-C4A1-8862-2CAF8BB0C95A}"/>
              </a:ext>
            </a:extLst>
          </p:cNvPr>
          <p:cNvSpPr/>
          <p:nvPr/>
        </p:nvSpPr>
        <p:spPr>
          <a:xfrm>
            <a:off x="4191357" y="4223520"/>
            <a:ext cx="1037351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Socket 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1CA85BF4-20C5-DE06-CA49-1FB4F7ED44F8}"/>
              </a:ext>
            </a:extLst>
          </p:cNvPr>
          <p:cNvSpPr/>
          <p:nvPr/>
        </p:nvSpPr>
        <p:spPr>
          <a:xfrm>
            <a:off x="5419351" y="4081882"/>
            <a:ext cx="1309924" cy="595696"/>
          </a:xfrm>
          <a:prstGeom prst="roundRect">
            <a:avLst>
              <a:gd name="adj" fmla="val 8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Network Filter Chain (Timer, LDS, 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BFC6919-A7FE-570C-3B04-AA80FAF0D888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4376912"/>
            <a:ext cx="414271" cy="18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9507849-7EBC-0CAA-AAD6-A0DBEEC9121D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676160" y="4376912"/>
            <a:ext cx="29190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6E76356-B517-820E-D9AA-F8753917F70E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005419" y="4376912"/>
            <a:ext cx="18593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92F2DF8-D440-1A5A-14FA-3B374AF6EA7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228708" y="4376912"/>
            <a:ext cx="190643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19B3C64-178B-2507-D122-35F3664F1FEB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 flipV="1">
            <a:off x="6729275" y="4272532"/>
            <a:ext cx="641058" cy="107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2583BB6-F29F-114F-8270-449F1769107A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>
            <a:off x="1426726" y="3999584"/>
            <a:ext cx="319699" cy="1896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DCD07C9-DD3D-6D36-CC54-F4ACCD3E4A61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4189200"/>
            <a:ext cx="467930" cy="833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5A81829-1088-77A6-D399-24D003D82900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4118555"/>
            <a:ext cx="401737" cy="153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F670A15-37B5-6A6A-A462-B456F3563E55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F74ABED-2F27-D513-5736-4B77AEC4603D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78012" cy="552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0E792277-B87C-F9AB-5220-A2967BEE08C1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153277" cy="4796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D2CF8A2-15EC-EF51-0E14-82F1E753F4B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5900" y="2720699"/>
            <a:ext cx="16308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18EACAB-5559-78D3-2FCE-AD2E76CCD5AD}"/>
              </a:ext>
            </a:extLst>
          </p:cNvPr>
          <p:cNvSpPr txBox="1"/>
          <p:nvPr/>
        </p:nvSpPr>
        <p:spPr>
          <a:xfrm>
            <a:off x="2136157" y="2967072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Post</a:t>
            </a:r>
            <a:endParaRPr kumimoji="1" lang="ko-KR" altLang="en-US" sz="8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D30CEFF2-D218-68BE-231E-204979DBDAA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250" y="3667668"/>
            <a:ext cx="1624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E35DF38-A81D-DCFB-636A-F29B16520E4F}"/>
              </a:ext>
            </a:extLst>
          </p:cNvPr>
          <p:cNvSpPr txBox="1"/>
          <p:nvPr/>
        </p:nvSpPr>
        <p:spPr>
          <a:xfrm>
            <a:off x="210126" y="2514929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OS Signal, Timer, Socket </a:t>
            </a:r>
            <a:endParaRPr kumimoji="1" lang="ko-KR" altLang="en-US" sz="8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9B35001-A827-FBEF-D538-BBD25FFFBE31}"/>
              </a:ext>
            </a:extLst>
          </p:cNvPr>
          <p:cNvSpPr txBox="1"/>
          <p:nvPr/>
        </p:nvSpPr>
        <p:spPr>
          <a:xfrm>
            <a:off x="210126" y="3467528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Timer, Socket </a:t>
            </a:r>
            <a:endParaRPr kumimoji="1" lang="ko-KR" altLang="en-US" sz="8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3624549F-294A-F09A-DFAC-023AB0C663CD}"/>
              </a:ext>
            </a:extLst>
          </p:cNvPr>
          <p:cNvSpPr/>
          <p:nvPr/>
        </p:nvSpPr>
        <p:spPr>
          <a:xfrm>
            <a:off x="217372" y="1708210"/>
            <a:ext cx="1209354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systemd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9108E865-3D12-F3D6-BE8F-6AFF61CB2B16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86160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D67F6F3A-96A1-5CBC-4078-EB85B7538281}"/>
              </a:ext>
            </a:extLst>
          </p:cNvPr>
          <p:cNvSpPr/>
          <p:nvPr/>
        </p:nvSpPr>
        <p:spPr>
          <a:xfrm>
            <a:off x="1843572" y="513144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FED1BC2B-83A9-9DDE-B45A-1ED80207EFC0}"/>
              </a:ext>
            </a:extLst>
          </p:cNvPr>
          <p:cNvSpPr/>
          <p:nvPr/>
        </p:nvSpPr>
        <p:spPr>
          <a:xfrm>
            <a:off x="217372" y="512704"/>
            <a:ext cx="1209354" cy="30678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StatsD Server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4DB0BC96-81B9-9473-E4E2-47AE517E17AB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 flipV="1">
            <a:off x="1426726" y="666096"/>
            <a:ext cx="416846" cy="4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1A30DF3B-07BE-9ABF-0A77-F398E783129B}"/>
              </a:ext>
            </a:extLst>
          </p:cNvPr>
          <p:cNvSpPr/>
          <p:nvPr/>
        </p:nvSpPr>
        <p:spPr>
          <a:xfrm>
            <a:off x="1843571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26808688-670F-F1B3-9A0B-55E21244C58D}"/>
              </a:ext>
            </a:extLst>
          </p:cNvPr>
          <p:cNvSpPr/>
          <p:nvPr/>
        </p:nvSpPr>
        <p:spPr>
          <a:xfrm>
            <a:off x="217372" y="131216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Control Plane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60D74C34-C41D-1A34-06AC-D73BBBAC71F8}"/>
              </a:ext>
            </a:extLst>
          </p:cNvPr>
          <p:cNvCxnSpPr>
            <a:cxnSpLocks/>
            <a:stCxn id="8" idx="0"/>
            <a:endCxn id="120" idx="2"/>
          </p:cNvCxnSpPr>
          <p:nvPr/>
        </p:nvCxnSpPr>
        <p:spPr>
          <a:xfrm flipV="1">
            <a:off x="2361732" y="819928"/>
            <a:ext cx="2" cy="95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465406A5-225B-A90B-A579-419CE0184DA1}"/>
              </a:ext>
            </a:extLst>
          </p:cNvPr>
          <p:cNvSpPr/>
          <p:nvPr/>
        </p:nvSpPr>
        <p:spPr>
          <a:xfrm>
            <a:off x="5465208" y="2470916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F0AAF1AE-E8CC-85B9-0861-299DFF861B69}"/>
              </a:ext>
            </a:extLst>
          </p:cNvPr>
          <p:cNvCxnSpPr>
            <a:cxnSpLocks/>
            <a:stCxn id="152" idx="3"/>
            <a:endCxn id="151" idx="1"/>
          </p:cNvCxnSpPr>
          <p:nvPr/>
        </p:nvCxnSpPr>
        <p:spPr>
          <a:xfrm flipV="1">
            <a:off x="1426725" y="1464217"/>
            <a:ext cx="416846" cy="13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88739DCC-A381-B5DB-3E03-17029F853ADA}"/>
              </a:ext>
            </a:extLst>
          </p:cNvPr>
          <p:cNvSpPr/>
          <p:nvPr/>
        </p:nvSpPr>
        <p:spPr>
          <a:xfrm>
            <a:off x="217371" y="91334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C19DD661-6E38-CAAE-3C7A-50A1285023FC}"/>
              </a:ext>
            </a:extLst>
          </p:cNvPr>
          <p:cNvCxnSpPr>
            <a:cxnSpLocks/>
            <a:stCxn id="188" idx="3"/>
            <a:endCxn id="8" idx="1"/>
          </p:cNvCxnSpPr>
          <p:nvPr/>
        </p:nvCxnSpPr>
        <p:spPr>
          <a:xfrm>
            <a:off x="1426724" y="1066736"/>
            <a:ext cx="416846" cy="22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08C25885-68DA-83C4-975E-1FC657A8E4B9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22511479-88A5-F33D-34F6-4EE7576EA4FF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78011" cy="554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A7BA9675-0129-9645-2BB6-2621BCF21135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143811" cy="479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AEE863FB-51D2-5F7C-1C66-843E5075AB24}"/>
              </a:ext>
            </a:extLst>
          </p:cNvPr>
          <p:cNvSpPr/>
          <p:nvPr/>
        </p:nvSpPr>
        <p:spPr>
          <a:xfrm>
            <a:off x="5252978" y="3568739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Shared Writer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F174DF9-4E0C-8E49-87C6-A1F889F0B390}"/>
              </a:ext>
            </a:extLst>
          </p:cNvPr>
          <p:cNvSpPr/>
          <p:nvPr/>
        </p:nvSpPr>
        <p:spPr>
          <a:xfrm>
            <a:off x="5571348" y="2527407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86A0A90-DC27-50ED-4514-00CD199EC0AC}"/>
              </a:ext>
            </a:extLst>
          </p:cNvPr>
          <p:cNvSpPr/>
          <p:nvPr/>
        </p:nvSpPr>
        <p:spPr>
          <a:xfrm>
            <a:off x="5394673" y="2515221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A8A5117-96C3-6B59-8862-1E908790A18D}"/>
              </a:ext>
            </a:extLst>
          </p:cNvPr>
          <p:cNvSpPr/>
          <p:nvPr/>
        </p:nvSpPr>
        <p:spPr>
          <a:xfrm>
            <a:off x="5512774" y="257171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5415084-C763-42E2-B087-6655341D7A86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876815"/>
            <a:ext cx="1938" cy="691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2662EA4-BD9B-7262-0053-E57E20EF7FC5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6154268" y="2939903"/>
            <a:ext cx="1908" cy="5743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2E26776E-3FDD-7069-C27F-EE6559B0FEF7}"/>
              </a:ext>
            </a:extLst>
          </p:cNvPr>
          <p:cNvSpPr/>
          <p:nvPr/>
        </p:nvSpPr>
        <p:spPr>
          <a:xfrm>
            <a:off x="5475431" y="1697552"/>
            <a:ext cx="1508966" cy="664278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0C1816B7-2CA0-D4AE-8BCA-13B2C0A45CCE}"/>
              </a:ext>
            </a:extLst>
          </p:cNvPr>
          <p:cNvSpPr/>
          <p:nvPr/>
        </p:nvSpPr>
        <p:spPr>
          <a:xfrm>
            <a:off x="5393437" y="1739479"/>
            <a:ext cx="1508966" cy="664278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4FBEC044-C6CC-31E3-E221-E7ADA43421C9}"/>
              </a:ext>
            </a:extLst>
          </p:cNvPr>
          <p:cNvSpPr/>
          <p:nvPr/>
        </p:nvSpPr>
        <p:spPr>
          <a:xfrm>
            <a:off x="5462399" y="2018558"/>
            <a:ext cx="1376551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Flusher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F0EE0FB-04A8-CF68-BE69-3BA120570827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2325360"/>
            <a:ext cx="1939" cy="24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F6CCD621-8105-D083-C045-0AD9862ED06B}"/>
              </a:ext>
            </a:extLst>
          </p:cNvPr>
          <p:cNvCxnSpPr>
            <a:cxnSpLocks/>
          </p:cNvCxnSpPr>
          <p:nvPr/>
        </p:nvCxnSpPr>
        <p:spPr>
          <a:xfrm flipV="1">
            <a:off x="6175012" y="2403757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61CE50A8-175E-BAB6-CF85-CE5CEE12B636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570197"/>
            <a:ext cx="0" cy="44605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0605B500-6D23-E22F-ED9D-ABB48F8F62E9}"/>
              </a:ext>
            </a:extLst>
          </p:cNvPr>
          <p:cNvCxnSpPr>
            <a:cxnSpLocks/>
          </p:cNvCxnSpPr>
          <p:nvPr/>
        </p:nvCxnSpPr>
        <p:spPr>
          <a:xfrm flipV="1">
            <a:off x="6175012" y="1570197"/>
            <a:ext cx="0" cy="16928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5E1EFBE8-4C80-8218-7BB9-7A6CADB43CCF}"/>
              </a:ext>
            </a:extLst>
          </p:cNvPr>
          <p:cNvSpPr/>
          <p:nvPr/>
        </p:nvSpPr>
        <p:spPr>
          <a:xfrm>
            <a:off x="7350515" y="1958768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5818E326-E8B5-F9F1-0C06-39B082079106}"/>
              </a:ext>
            </a:extLst>
          </p:cNvPr>
          <p:cNvSpPr/>
          <p:nvPr/>
        </p:nvSpPr>
        <p:spPr>
          <a:xfrm>
            <a:off x="7468616" y="2018558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stdout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2A5EF703-344E-4928-0D0C-D97F8172BB87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2171110"/>
            <a:ext cx="6296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9C7B0036-4A46-AD9E-24B0-7F3B4A6D8FE0}"/>
              </a:ext>
            </a:extLst>
          </p:cNvPr>
          <p:cNvSpPr/>
          <p:nvPr/>
        </p:nvSpPr>
        <p:spPr>
          <a:xfrm>
            <a:off x="7350515" y="1413613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FBA6D4DD-CF31-68AC-9227-946030360C72}"/>
              </a:ext>
            </a:extLst>
          </p:cNvPr>
          <p:cNvSpPr/>
          <p:nvPr/>
        </p:nvSpPr>
        <p:spPr>
          <a:xfrm>
            <a:off x="7468616" y="147340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6830CC0-8FDF-3039-1403-9581D03318B1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625954"/>
            <a:ext cx="566213" cy="4456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093C30CB-9B29-BBE4-CC2B-FF938D7E034D}"/>
              </a:ext>
            </a:extLst>
          </p:cNvPr>
          <p:cNvSpPr/>
          <p:nvPr/>
        </p:nvSpPr>
        <p:spPr>
          <a:xfrm>
            <a:off x="299226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84C4224F-1176-7E31-AAA1-63615514C24E}"/>
              </a:ext>
            </a:extLst>
          </p:cNvPr>
          <p:cNvSpPr/>
          <p:nvPr/>
        </p:nvSpPr>
        <p:spPr>
          <a:xfrm>
            <a:off x="4133776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 Noti (Timer) 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D38812DA-4942-2F4C-52C6-EB418863EF50}"/>
              </a:ext>
            </a:extLst>
          </p:cNvPr>
          <p:cNvCxnSpPr>
            <a:cxnSpLocks/>
            <a:stCxn id="200" idx="3"/>
            <a:endCxn id="87" idx="1"/>
          </p:cNvCxnSpPr>
          <p:nvPr/>
        </p:nvCxnSpPr>
        <p:spPr>
          <a:xfrm>
            <a:off x="5170099" y="1861603"/>
            <a:ext cx="223338" cy="21001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B92740A5-438C-364E-B19B-162A44AD298B}"/>
              </a:ext>
            </a:extLst>
          </p:cNvPr>
          <p:cNvCxnSpPr>
            <a:cxnSpLocks/>
            <a:endCxn id="200" idx="3"/>
          </p:cNvCxnSpPr>
          <p:nvPr/>
        </p:nvCxnSpPr>
        <p:spPr>
          <a:xfrm flipH="1" flipV="1">
            <a:off x="5170099" y="1861603"/>
            <a:ext cx="219130" cy="8052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CDE476E7-87A6-52DB-40BA-CE5ACEA9BA25}"/>
              </a:ext>
            </a:extLst>
          </p:cNvPr>
          <p:cNvSpPr txBox="1"/>
          <p:nvPr/>
        </p:nvSpPr>
        <p:spPr>
          <a:xfrm>
            <a:off x="5040248" y="2037828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AA1155BF-D094-64BC-E313-4CD3AE09B8D1}"/>
              </a:ext>
            </a:extLst>
          </p:cNvPr>
          <p:cNvSpPr txBox="1"/>
          <p:nvPr/>
        </p:nvSpPr>
        <p:spPr>
          <a:xfrm>
            <a:off x="5028548" y="2956936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8C8A280B-45DD-1DFA-4E25-5A84057A67EC}"/>
              </a:ext>
            </a:extLst>
          </p:cNvPr>
          <p:cNvCxnSpPr>
            <a:cxnSpLocks/>
          </p:cNvCxnSpPr>
          <p:nvPr/>
        </p:nvCxnSpPr>
        <p:spPr>
          <a:xfrm flipV="1">
            <a:off x="5458722" y="2406061"/>
            <a:ext cx="21513" cy="116639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04D45F8A-0419-3293-14B4-491FBA7E8625}"/>
              </a:ext>
            </a:extLst>
          </p:cNvPr>
          <p:cNvCxnSpPr>
            <a:cxnSpLocks/>
          </p:cNvCxnSpPr>
          <p:nvPr/>
        </p:nvCxnSpPr>
        <p:spPr>
          <a:xfrm flipV="1">
            <a:off x="5596199" y="2402386"/>
            <a:ext cx="20394" cy="11057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A557AA28-9C77-1940-9221-E826C1C81B2E}"/>
              </a:ext>
            </a:extLst>
          </p:cNvPr>
          <p:cNvSpPr txBox="1"/>
          <p:nvPr/>
        </p:nvSpPr>
        <p:spPr>
          <a:xfrm>
            <a:off x="210126" y="2712462"/>
            <a:ext cx="4748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inotify</a:t>
            </a:r>
            <a:endParaRPr kumimoji="1" lang="ko-KR" altLang="en-US" sz="800" i="1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C8F1287-1ADF-91EA-873F-B2E6452CD87C}"/>
              </a:ext>
            </a:extLst>
          </p:cNvPr>
          <p:cNvCxnSpPr>
            <a:cxnSpLocks/>
            <a:stCxn id="6" idx="3"/>
            <a:endCxn id="199" idx="1"/>
          </p:cNvCxnSpPr>
          <p:nvPr/>
        </p:nvCxnSpPr>
        <p:spPr>
          <a:xfrm>
            <a:off x="2879895" y="1861603"/>
            <a:ext cx="1123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97B7DE6-7054-F674-91A2-118C4E0BB846}"/>
              </a:ext>
            </a:extLst>
          </p:cNvPr>
          <p:cNvCxnSpPr>
            <a:cxnSpLocks/>
            <a:stCxn id="151" idx="3"/>
            <a:endCxn id="199" idx="1"/>
          </p:cNvCxnSpPr>
          <p:nvPr/>
        </p:nvCxnSpPr>
        <p:spPr>
          <a:xfrm>
            <a:off x="2879894" y="1464217"/>
            <a:ext cx="112368" cy="3973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728CAF8B-3773-1E04-3DD1-73A56A8D5FF5}"/>
              </a:ext>
            </a:extLst>
          </p:cNvPr>
          <p:cNvSpPr/>
          <p:nvPr/>
        </p:nvSpPr>
        <p:spPr>
          <a:xfrm>
            <a:off x="2992264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C8AE5090-100A-8583-67EF-02B61FCA8761}"/>
              </a:ext>
            </a:extLst>
          </p:cNvPr>
          <p:cNvSpPr/>
          <p:nvPr/>
        </p:nvSpPr>
        <p:spPr>
          <a:xfrm>
            <a:off x="2992264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(inotify, RTDS)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97BC16A-CCA6-430E-1AC5-9ADEA9DBD730}"/>
              </a:ext>
            </a:extLst>
          </p:cNvPr>
          <p:cNvCxnSpPr>
            <a:cxnSpLocks/>
            <a:stCxn id="151" idx="3"/>
            <a:endCxn id="59" idx="1"/>
          </p:cNvCxnSpPr>
          <p:nvPr/>
        </p:nvCxnSpPr>
        <p:spPr>
          <a:xfrm>
            <a:off x="2879894" y="1464217"/>
            <a:ext cx="112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EB10C28-E5E1-3720-F720-08BDB4590404}"/>
              </a:ext>
            </a:extLst>
          </p:cNvPr>
          <p:cNvCxnSpPr>
            <a:cxnSpLocks/>
            <a:stCxn id="151" idx="3"/>
            <a:endCxn id="61" idx="1"/>
          </p:cNvCxnSpPr>
          <p:nvPr/>
        </p:nvCxnSpPr>
        <p:spPr>
          <a:xfrm flipV="1">
            <a:off x="2879894" y="1074014"/>
            <a:ext cx="112370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C0E9F0F8-79B7-F98E-3FC0-3DE89892F34F}"/>
              </a:ext>
            </a:extLst>
          </p:cNvPr>
          <p:cNvSpPr/>
          <p:nvPr/>
        </p:nvSpPr>
        <p:spPr>
          <a:xfrm>
            <a:off x="4133775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Route Config Manager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98B0CB2E-0C6F-B09C-8277-7393BCC73D52}"/>
              </a:ext>
            </a:extLst>
          </p:cNvPr>
          <p:cNvCxnSpPr>
            <a:cxnSpLocks/>
            <a:stCxn id="151" idx="3"/>
            <a:endCxn id="108" idx="1"/>
          </p:cNvCxnSpPr>
          <p:nvPr/>
        </p:nvCxnSpPr>
        <p:spPr>
          <a:xfrm>
            <a:off x="2879894" y="1464217"/>
            <a:ext cx="12538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7345AB8A-EB5D-BF9D-0699-B1ECFA471523}"/>
              </a:ext>
            </a:extLst>
          </p:cNvPr>
          <p:cNvSpPr/>
          <p:nvPr/>
        </p:nvSpPr>
        <p:spPr>
          <a:xfrm>
            <a:off x="4133776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Secret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D43A6416-B87F-6379-4E7C-6DA41E4E119B}"/>
              </a:ext>
            </a:extLst>
          </p:cNvPr>
          <p:cNvCxnSpPr>
            <a:cxnSpLocks/>
            <a:stCxn id="151" idx="3"/>
            <a:endCxn id="135" idx="1"/>
          </p:cNvCxnSpPr>
          <p:nvPr/>
        </p:nvCxnSpPr>
        <p:spPr>
          <a:xfrm flipV="1">
            <a:off x="2879894" y="1074014"/>
            <a:ext cx="1253882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모서리가 둥근 직사각형 157">
            <a:extLst>
              <a:ext uri="{FF2B5EF4-FFF2-40B4-BE49-F238E27FC236}">
                <a16:creationId xmlns:a16="http://schemas.microsoft.com/office/drawing/2014/main" id="{8DD135C1-8B78-306A-4D22-24765AB82D7D}"/>
              </a:ext>
            </a:extLst>
          </p:cNvPr>
          <p:cNvSpPr/>
          <p:nvPr/>
        </p:nvSpPr>
        <p:spPr>
          <a:xfrm>
            <a:off x="303129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4" name="모서리가 둥근 직사각형 183">
            <a:extLst>
              <a:ext uri="{FF2B5EF4-FFF2-40B4-BE49-F238E27FC236}">
                <a16:creationId xmlns:a16="http://schemas.microsoft.com/office/drawing/2014/main" id="{1E4F3720-E57B-00E4-B57E-7E74AD7FCCBF}"/>
              </a:ext>
            </a:extLst>
          </p:cNvPr>
          <p:cNvSpPr/>
          <p:nvPr/>
        </p:nvSpPr>
        <p:spPr>
          <a:xfrm>
            <a:off x="562290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HCM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1C56C8B2-160F-F739-4BE3-AABE812C9CE4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2361732" y="2014995"/>
            <a:ext cx="2" cy="927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E388BE49-478E-A8DB-1711-2ABFF55401D0}"/>
              </a:ext>
            </a:extLst>
          </p:cNvPr>
          <p:cNvSpPr/>
          <p:nvPr/>
        </p:nvSpPr>
        <p:spPr>
          <a:xfrm>
            <a:off x="3009695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Static Bootstrap 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5E9AD95F-558D-6C6F-0805-6FB1AA2075D6}"/>
              </a:ext>
            </a:extLst>
          </p:cNvPr>
          <p:cNvSpPr/>
          <p:nvPr/>
        </p:nvSpPr>
        <p:spPr>
          <a:xfrm>
            <a:off x="4098388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 System Layout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FB2C6EC4-97AD-D415-90A0-2F12C4B6E3A7}"/>
              </a:ext>
            </a:extLst>
          </p:cNvPr>
          <p:cNvCxnSpPr>
            <a:cxnSpLocks/>
            <a:stCxn id="249" idx="2"/>
            <a:endCxn id="61" idx="0"/>
          </p:cNvCxnSpPr>
          <p:nvPr/>
        </p:nvCxnSpPr>
        <p:spPr>
          <a:xfrm>
            <a:off x="3502144" y="357794"/>
            <a:ext cx="8282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66A7F7EB-A49E-390D-BC8B-B5004C7D2555}"/>
              </a:ext>
            </a:extLst>
          </p:cNvPr>
          <p:cNvCxnSpPr>
            <a:cxnSpLocks/>
            <a:stCxn id="250" idx="2"/>
            <a:endCxn id="61" idx="0"/>
          </p:cNvCxnSpPr>
          <p:nvPr/>
        </p:nvCxnSpPr>
        <p:spPr>
          <a:xfrm flipH="1">
            <a:off x="3510426" y="357794"/>
            <a:ext cx="1080411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61BDBF5F-ADDC-3EB3-0769-547C61BCFA6B}"/>
              </a:ext>
            </a:extLst>
          </p:cNvPr>
          <p:cNvCxnSpPr>
            <a:cxnSpLocks/>
            <a:stCxn id="31" idx="0"/>
            <a:endCxn id="18" idx="2"/>
          </p:cNvCxnSpPr>
          <p:nvPr/>
        </p:nvCxnSpPr>
        <p:spPr>
          <a:xfrm flipH="1" flipV="1">
            <a:off x="6003285" y="3873842"/>
            <a:ext cx="71028" cy="208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5556C120-649A-CA9C-596B-56DA033B881C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6074313" y="3878407"/>
            <a:ext cx="79954" cy="2034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모서리가 둥근 직사각형 264">
            <a:extLst>
              <a:ext uri="{FF2B5EF4-FFF2-40B4-BE49-F238E27FC236}">
                <a16:creationId xmlns:a16="http://schemas.microsoft.com/office/drawing/2014/main" id="{06E045DA-815E-4D80-CBC8-8A247184DE8C}"/>
              </a:ext>
            </a:extLst>
          </p:cNvPr>
          <p:cNvSpPr/>
          <p:nvPr/>
        </p:nvSpPr>
        <p:spPr>
          <a:xfrm>
            <a:off x="5571348" y="1212845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About to write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132761BA-5D6E-A647-8E8D-631E5E06F62B}"/>
              </a:ext>
            </a:extLst>
          </p:cNvPr>
          <p:cNvSpPr/>
          <p:nvPr/>
        </p:nvSpPr>
        <p:spPr>
          <a:xfrm>
            <a:off x="5512774" y="1265093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About to write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5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B321-BD35-009D-36B0-320A88A9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A76E102-72B3-9A85-754F-ED40F3B47EBB}"/>
              </a:ext>
            </a:extLst>
          </p:cNvPr>
          <p:cNvSpPr/>
          <p:nvPr/>
        </p:nvSpPr>
        <p:spPr>
          <a:xfrm>
            <a:off x="1044962" y="267494"/>
            <a:ext cx="5874790" cy="1152128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B76B267-CB72-F70A-E350-4F4D2C9A8383}"/>
              </a:ext>
            </a:extLst>
          </p:cNvPr>
          <p:cNvSpPr/>
          <p:nvPr/>
        </p:nvSpPr>
        <p:spPr>
          <a:xfrm>
            <a:off x="1151630" y="555526"/>
            <a:ext cx="5693773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9A98F0-F49F-172B-A0BF-2666FEA6EA44}"/>
              </a:ext>
            </a:extLst>
          </p:cNvPr>
          <p:cNvSpPr/>
          <p:nvPr/>
        </p:nvSpPr>
        <p:spPr>
          <a:xfrm>
            <a:off x="1259641" y="843558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284BF0-78D4-35FB-2CDF-707322BF43EE}"/>
              </a:ext>
            </a:extLst>
          </p:cNvPr>
          <p:cNvSpPr/>
          <p:nvPr/>
        </p:nvSpPr>
        <p:spPr>
          <a:xfrm>
            <a:off x="2267752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C2A9B6-B885-E683-217D-57E5D9AE0FF7}"/>
              </a:ext>
            </a:extLst>
          </p:cNvPr>
          <p:cNvSpPr/>
          <p:nvPr/>
        </p:nvSpPr>
        <p:spPr>
          <a:xfrm>
            <a:off x="3275870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FB8577-59B4-F7A8-D4DF-14A5037C64C6}"/>
              </a:ext>
            </a:extLst>
          </p:cNvPr>
          <p:cNvSpPr/>
          <p:nvPr/>
        </p:nvSpPr>
        <p:spPr>
          <a:xfrm>
            <a:off x="4283975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78543A-F10E-E14C-EACF-222E20C41E11}"/>
              </a:ext>
            </a:extLst>
          </p:cNvPr>
          <p:cNvSpPr/>
          <p:nvPr/>
        </p:nvSpPr>
        <p:spPr>
          <a:xfrm>
            <a:off x="5292090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E1FFAB6-A34C-2B86-F11B-BA78A2CE13DA}"/>
              </a:ext>
            </a:extLst>
          </p:cNvPr>
          <p:cNvSpPr/>
          <p:nvPr/>
        </p:nvSpPr>
        <p:spPr>
          <a:xfrm>
            <a:off x="6384651" y="987574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13BCBB0-66AA-F83B-DAB0-A5ADB0972D27}"/>
              </a:ext>
            </a:extLst>
          </p:cNvPr>
          <p:cNvSpPr/>
          <p:nvPr/>
        </p:nvSpPr>
        <p:spPr>
          <a:xfrm>
            <a:off x="6537300" y="98757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FC3A0A8-48D0-3839-A9D8-F39A291F289F}"/>
              </a:ext>
            </a:extLst>
          </p:cNvPr>
          <p:cNvSpPr/>
          <p:nvPr/>
        </p:nvSpPr>
        <p:spPr>
          <a:xfrm>
            <a:off x="6683973" y="987573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277A8C0-7DE8-9B58-09D8-65CF1E9440CC}"/>
              </a:ext>
            </a:extLst>
          </p:cNvPr>
          <p:cNvSpPr/>
          <p:nvPr/>
        </p:nvSpPr>
        <p:spPr>
          <a:xfrm>
            <a:off x="1344359" y="4059199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9901243-B08D-0BC2-1EE3-DF1DE76485A3}"/>
              </a:ext>
            </a:extLst>
          </p:cNvPr>
          <p:cNvSpPr/>
          <p:nvPr/>
        </p:nvSpPr>
        <p:spPr>
          <a:xfrm>
            <a:off x="2352470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D0852B5-5790-CA3B-BDC6-F3705EAF706C}"/>
              </a:ext>
            </a:extLst>
          </p:cNvPr>
          <p:cNvSpPr/>
          <p:nvPr/>
        </p:nvSpPr>
        <p:spPr>
          <a:xfrm>
            <a:off x="3360588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746AB5B-31E6-9945-A244-411233CA4EFD}"/>
              </a:ext>
            </a:extLst>
          </p:cNvPr>
          <p:cNvSpPr/>
          <p:nvPr/>
        </p:nvSpPr>
        <p:spPr>
          <a:xfrm>
            <a:off x="4368693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6F9CC1E-F7DF-83F2-44D0-07A69D1F622D}"/>
              </a:ext>
            </a:extLst>
          </p:cNvPr>
          <p:cNvSpPr/>
          <p:nvPr/>
        </p:nvSpPr>
        <p:spPr>
          <a:xfrm>
            <a:off x="5376808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20B0B1E-9409-43DE-E262-57665AC6A097}"/>
              </a:ext>
            </a:extLst>
          </p:cNvPr>
          <p:cNvSpPr/>
          <p:nvPr/>
        </p:nvSpPr>
        <p:spPr>
          <a:xfrm>
            <a:off x="1022301" y="3555143"/>
            <a:ext cx="5819512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7CF569-E251-7435-6C24-10A4D7062B5C}"/>
              </a:ext>
            </a:extLst>
          </p:cNvPr>
          <p:cNvSpPr/>
          <p:nvPr/>
        </p:nvSpPr>
        <p:spPr>
          <a:xfrm>
            <a:off x="1236980" y="4131207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ABBF70-5260-A06E-477F-848425742A0E}"/>
              </a:ext>
            </a:extLst>
          </p:cNvPr>
          <p:cNvSpPr/>
          <p:nvPr/>
        </p:nvSpPr>
        <p:spPr>
          <a:xfrm>
            <a:off x="2245091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D0B271-0055-3F1E-64BC-B9BF75B78116}"/>
              </a:ext>
            </a:extLst>
          </p:cNvPr>
          <p:cNvSpPr/>
          <p:nvPr/>
        </p:nvSpPr>
        <p:spPr>
          <a:xfrm>
            <a:off x="3253209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8A57331-27F2-CDDA-BFBD-51EA9280BFF5}"/>
              </a:ext>
            </a:extLst>
          </p:cNvPr>
          <p:cNvSpPr/>
          <p:nvPr/>
        </p:nvSpPr>
        <p:spPr>
          <a:xfrm>
            <a:off x="4261314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4F811E-73D9-7CD4-7CD3-2DC67424BA54}"/>
              </a:ext>
            </a:extLst>
          </p:cNvPr>
          <p:cNvSpPr/>
          <p:nvPr/>
        </p:nvSpPr>
        <p:spPr>
          <a:xfrm>
            <a:off x="5269429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2E4CB106-BEC3-4ADB-D51B-2BDF9390BBEA}"/>
              </a:ext>
            </a:extLst>
          </p:cNvPr>
          <p:cNvSpPr/>
          <p:nvPr/>
        </p:nvSpPr>
        <p:spPr>
          <a:xfrm>
            <a:off x="923866" y="3627150"/>
            <a:ext cx="5843045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7C8ABFF-8A0F-DFA3-612E-3BC92115B7DC}"/>
              </a:ext>
            </a:extLst>
          </p:cNvPr>
          <p:cNvSpPr/>
          <p:nvPr/>
        </p:nvSpPr>
        <p:spPr>
          <a:xfrm>
            <a:off x="1138545" y="4203214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A090CD4-BA2A-383F-91D4-D70D628449E1}"/>
              </a:ext>
            </a:extLst>
          </p:cNvPr>
          <p:cNvSpPr/>
          <p:nvPr/>
        </p:nvSpPr>
        <p:spPr>
          <a:xfrm>
            <a:off x="2146656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7B105A3-5A11-67CE-EE43-E9FB49B6CFA6}"/>
              </a:ext>
            </a:extLst>
          </p:cNvPr>
          <p:cNvSpPr/>
          <p:nvPr/>
        </p:nvSpPr>
        <p:spPr>
          <a:xfrm>
            <a:off x="3154774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F36D1A9-A0B0-1366-6AF3-E101A94709C8}"/>
              </a:ext>
            </a:extLst>
          </p:cNvPr>
          <p:cNvSpPr/>
          <p:nvPr/>
        </p:nvSpPr>
        <p:spPr>
          <a:xfrm>
            <a:off x="4162879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79E4E9-714A-AB8A-7932-4CC75468297D}"/>
              </a:ext>
            </a:extLst>
          </p:cNvPr>
          <p:cNvSpPr/>
          <p:nvPr/>
        </p:nvSpPr>
        <p:spPr>
          <a:xfrm>
            <a:off x="5170994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A05E79F9-D3F9-5B38-36B2-E2741D228435}"/>
              </a:ext>
            </a:extLst>
          </p:cNvPr>
          <p:cNvSpPr/>
          <p:nvPr/>
        </p:nvSpPr>
        <p:spPr>
          <a:xfrm>
            <a:off x="816487" y="3699158"/>
            <a:ext cx="5874790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09437242-D2D2-3AE6-BB4D-B925FA72CF20}"/>
              </a:ext>
            </a:extLst>
          </p:cNvPr>
          <p:cNvSpPr/>
          <p:nvPr/>
        </p:nvSpPr>
        <p:spPr>
          <a:xfrm>
            <a:off x="923155" y="3987190"/>
            <a:ext cx="5693773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6AB0E46-5DBA-E75F-9419-4C40AB813F50}"/>
              </a:ext>
            </a:extLst>
          </p:cNvPr>
          <p:cNvSpPr/>
          <p:nvPr/>
        </p:nvSpPr>
        <p:spPr>
          <a:xfrm>
            <a:off x="1031166" y="4275222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E20105-5D5A-540A-963A-C45F8710DE65}"/>
              </a:ext>
            </a:extLst>
          </p:cNvPr>
          <p:cNvSpPr/>
          <p:nvPr/>
        </p:nvSpPr>
        <p:spPr>
          <a:xfrm>
            <a:off x="2039277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CE8D5BB-2E2B-2B9F-66EE-3016F2BC0E57}"/>
              </a:ext>
            </a:extLst>
          </p:cNvPr>
          <p:cNvSpPr/>
          <p:nvPr/>
        </p:nvSpPr>
        <p:spPr>
          <a:xfrm>
            <a:off x="3047395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955A1F3-5D4B-74AF-D866-7BB7F2040F05}"/>
              </a:ext>
            </a:extLst>
          </p:cNvPr>
          <p:cNvSpPr/>
          <p:nvPr/>
        </p:nvSpPr>
        <p:spPr>
          <a:xfrm>
            <a:off x="4055500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DC23202-8C72-09EF-B41B-16FB52655626}"/>
              </a:ext>
            </a:extLst>
          </p:cNvPr>
          <p:cNvSpPr/>
          <p:nvPr/>
        </p:nvSpPr>
        <p:spPr>
          <a:xfrm>
            <a:off x="5063615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BAD022B-F591-F9CD-3BFC-496C2A16713B}"/>
              </a:ext>
            </a:extLst>
          </p:cNvPr>
          <p:cNvSpPr/>
          <p:nvPr/>
        </p:nvSpPr>
        <p:spPr>
          <a:xfrm>
            <a:off x="6156176" y="441923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3CA72A3-8E90-E6C1-B207-CBECD0FE6451}"/>
              </a:ext>
            </a:extLst>
          </p:cNvPr>
          <p:cNvSpPr/>
          <p:nvPr/>
        </p:nvSpPr>
        <p:spPr>
          <a:xfrm>
            <a:off x="6308825" y="44192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E4DAC584-9148-D724-4F20-DE38125DBBCB}"/>
              </a:ext>
            </a:extLst>
          </p:cNvPr>
          <p:cNvSpPr/>
          <p:nvPr/>
        </p:nvSpPr>
        <p:spPr>
          <a:xfrm>
            <a:off x="6455498" y="4419237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7F2C756-E73C-437F-CDF2-103C8535830E}"/>
              </a:ext>
            </a:extLst>
          </p:cNvPr>
          <p:cNvCxnSpPr>
            <a:cxnSpLocks/>
            <a:stCxn id="4" idx="2"/>
            <a:endCxn id="82" idx="0"/>
          </p:cNvCxnSpPr>
          <p:nvPr/>
        </p:nvCxnSpPr>
        <p:spPr>
          <a:xfrm flipH="1">
            <a:off x="1758945" y="1203598"/>
            <a:ext cx="4752" cy="10680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CE53A11-3831-9A38-EA6F-F0B0F885CAE9}"/>
              </a:ext>
            </a:extLst>
          </p:cNvPr>
          <p:cNvCxnSpPr>
            <a:cxnSpLocks/>
            <a:stCxn id="73" idx="0"/>
            <a:endCxn id="82" idx="2"/>
          </p:cNvCxnSpPr>
          <p:nvPr/>
        </p:nvCxnSpPr>
        <p:spPr>
          <a:xfrm flipV="1">
            <a:off x="1535222" y="2703128"/>
            <a:ext cx="223723" cy="15720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4EE5E37-D69A-6CEA-CE29-37C7A9D404ED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1684964" y="2703128"/>
            <a:ext cx="73981" cy="9960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EB20E989-EDB5-ABF4-768B-FAF2A5B3A59A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1758945" y="2703128"/>
            <a:ext cx="0" cy="9302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13F8B917-D45E-EBA2-416B-04A7EEF7CEDB}"/>
              </a:ext>
            </a:extLst>
          </p:cNvPr>
          <p:cNvCxnSpPr>
            <a:cxnSpLocks/>
            <a:stCxn id="74" idx="0"/>
            <a:endCxn id="128" idx="2"/>
          </p:cNvCxnSpPr>
          <p:nvPr/>
        </p:nvCxnSpPr>
        <p:spPr>
          <a:xfrm flipV="1">
            <a:off x="2543333" y="3424415"/>
            <a:ext cx="0" cy="8508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9ED7ED2A-6B6B-71F5-F5B0-678A7CE72FD3}"/>
              </a:ext>
            </a:extLst>
          </p:cNvPr>
          <p:cNvCxnSpPr>
            <a:cxnSpLocks/>
            <a:stCxn id="5" idx="2"/>
            <a:endCxn id="116" idx="0"/>
          </p:cNvCxnSpPr>
          <p:nvPr/>
        </p:nvCxnSpPr>
        <p:spPr>
          <a:xfrm>
            <a:off x="2771808" y="1203598"/>
            <a:ext cx="0" cy="426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DFE61594-577B-F627-BDBA-1F1A244C9369}"/>
              </a:ext>
            </a:extLst>
          </p:cNvPr>
          <p:cNvSpPr/>
          <p:nvPr/>
        </p:nvSpPr>
        <p:spPr>
          <a:xfrm>
            <a:off x="1309188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Snapshot </a:t>
            </a:r>
            <a:r>
              <a:rPr kumimoji="1" lang="en-US" altLang="ko-KR" sz="800" b="1">
                <a:solidFill>
                  <a:schemeClr val="tx1"/>
                </a:solidFill>
              </a:rPr>
              <a:t>(V1)</a:t>
            </a:r>
          </a:p>
        </p:txBody>
      </p:sp>
      <p:sp>
        <p:nvSpPr>
          <p:cNvPr id="113" name="모서리가 둥근 직사각형 112">
            <a:extLst>
              <a:ext uri="{FF2B5EF4-FFF2-40B4-BE49-F238E27FC236}">
                <a16:creationId xmlns:a16="http://schemas.microsoft.com/office/drawing/2014/main" id="{C98ABB56-7187-F494-9DB9-5888D6DCE922}"/>
              </a:ext>
            </a:extLst>
          </p:cNvPr>
          <p:cNvSpPr/>
          <p:nvPr/>
        </p:nvSpPr>
        <p:spPr>
          <a:xfrm>
            <a:off x="2322051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ClusterInfo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(Immutable)</a:t>
            </a:r>
          </a:p>
        </p:txBody>
      </p:sp>
      <p:sp>
        <p:nvSpPr>
          <p:cNvPr id="116" name="모서리가 둥근 직사각형 115">
            <a:extLst>
              <a:ext uri="{FF2B5EF4-FFF2-40B4-BE49-F238E27FC236}">
                <a16:creationId xmlns:a16="http://schemas.microsoft.com/office/drawing/2014/main" id="{A432217A-69A3-3942-8D60-154FE3BA74E2}"/>
              </a:ext>
            </a:extLst>
          </p:cNvPr>
          <p:cNvSpPr/>
          <p:nvPr/>
        </p:nvSpPr>
        <p:spPr>
          <a:xfrm>
            <a:off x="2322051" y="162988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17" name="모서리가 둥근 직사각형 116">
            <a:extLst>
              <a:ext uri="{FF2B5EF4-FFF2-40B4-BE49-F238E27FC236}">
                <a16:creationId xmlns:a16="http://schemas.microsoft.com/office/drawing/2014/main" id="{256061A4-449E-B9A3-95B7-5CD3C9502EE4}"/>
              </a:ext>
            </a:extLst>
          </p:cNvPr>
          <p:cNvSpPr/>
          <p:nvPr/>
        </p:nvSpPr>
        <p:spPr>
          <a:xfrm>
            <a:off x="2255255" y="287950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ED3CD78E-D5E0-48FB-26CA-84A5301C7DBA}"/>
              </a:ext>
            </a:extLst>
          </p:cNvPr>
          <p:cNvSpPr/>
          <p:nvPr/>
        </p:nvSpPr>
        <p:spPr>
          <a:xfrm>
            <a:off x="2174838" y="2936212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CE765E8A-9745-07A1-30F3-939E9AAF5C71}"/>
              </a:ext>
            </a:extLst>
          </p:cNvPr>
          <p:cNvSpPr/>
          <p:nvPr/>
        </p:nvSpPr>
        <p:spPr>
          <a:xfrm>
            <a:off x="2093576" y="299292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3F94B586-2536-61F2-75F6-FC28F1B95484}"/>
              </a:ext>
            </a:extLst>
          </p:cNvPr>
          <p:cNvCxnSpPr>
            <a:cxnSpLocks/>
            <a:stCxn id="128" idx="0"/>
            <a:endCxn id="113" idx="2"/>
          </p:cNvCxnSpPr>
          <p:nvPr/>
        </p:nvCxnSpPr>
        <p:spPr>
          <a:xfrm flipV="1">
            <a:off x="2543333" y="2703128"/>
            <a:ext cx="228475" cy="289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616D6AE6-70A2-2AC3-04A1-3B44AFA56212}"/>
              </a:ext>
            </a:extLst>
          </p:cNvPr>
          <p:cNvCxnSpPr>
            <a:cxnSpLocks/>
            <a:stCxn id="116" idx="2"/>
            <a:endCxn id="113" idx="0"/>
          </p:cNvCxnSpPr>
          <p:nvPr/>
        </p:nvCxnSpPr>
        <p:spPr>
          <a:xfrm>
            <a:off x="2771808" y="2061375"/>
            <a:ext cx="0" cy="2102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6EC02821-0F6A-72E1-5926-4D37D2115C34}"/>
              </a:ext>
            </a:extLst>
          </p:cNvPr>
          <p:cNvCxnSpPr>
            <a:cxnSpLocks/>
            <a:stCxn id="118" idx="0"/>
            <a:endCxn id="113" idx="2"/>
          </p:cNvCxnSpPr>
          <p:nvPr/>
        </p:nvCxnSpPr>
        <p:spPr>
          <a:xfrm flipV="1">
            <a:off x="2624595" y="2703128"/>
            <a:ext cx="147213" cy="233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51423383-62BF-5614-A15C-0BA8F01B08A4}"/>
              </a:ext>
            </a:extLst>
          </p:cNvPr>
          <p:cNvCxnSpPr>
            <a:cxnSpLocks/>
            <a:stCxn id="117" idx="0"/>
            <a:endCxn id="113" idx="2"/>
          </p:cNvCxnSpPr>
          <p:nvPr/>
        </p:nvCxnSpPr>
        <p:spPr>
          <a:xfrm flipV="1">
            <a:off x="2705012" y="2703128"/>
            <a:ext cx="66796" cy="176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모서리가 둥근 직사각형 176">
            <a:extLst>
              <a:ext uri="{FF2B5EF4-FFF2-40B4-BE49-F238E27FC236}">
                <a16:creationId xmlns:a16="http://schemas.microsoft.com/office/drawing/2014/main" id="{C34A0EF2-AFE0-0E5E-1004-FB1C7615BEDD}"/>
              </a:ext>
            </a:extLst>
          </p:cNvPr>
          <p:cNvSpPr/>
          <p:nvPr/>
        </p:nvSpPr>
        <p:spPr>
          <a:xfrm>
            <a:off x="4338274" y="256143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(V1)</a:t>
            </a:r>
          </a:p>
        </p:txBody>
      </p:sp>
      <p:sp>
        <p:nvSpPr>
          <p:cNvPr id="178" name="모서리가 둥근 직사각형 177">
            <a:extLst>
              <a:ext uri="{FF2B5EF4-FFF2-40B4-BE49-F238E27FC236}">
                <a16:creationId xmlns:a16="http://schemas.microsoft.com/office/drawing/2014/main" id="{3EEA114B-4E49-B5EA-872D-AA62171A7D42}"/>
              </a:ext>
            </a:extLst>
          </p:cNvPr>
          <p:cNvSpPr/>
          <p:nvPr/>
        </p:nvSpPr>
        <p:spPr>
          <a:xfrm>
            <a:off x="4338274" y="1898289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(V2)</a:t>
            </a: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B4F52D5E-48DF-53E4-92EF-F33AE7DF5AC7}"/>
              </a:ext>
            </a:extLst>
          </p:cNvPr>
          <p:cNvCxnSpPr>
            <a:cxnSpLocks/>
            <a:stCxn id="7" idx="2"/>
            <a:endCxn id="178" idx="0"/>
          </p:cNvCxnSpPr>
          <p:nvPr/>
        </p:nvCxnSpPr>
        <p:spPr>
          <a:xfrm>
            <a:off x="4788031" y="1203598"/>
            <a:ext cx="0" cy="694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C972CF69-862A-86E9-5516-E001FA9DBF46}"/>
              </a:ext>
            </a:extLst>
          </p:cNvPr>
          <p:cNvCxnSpPr>
            <a:cxnSpLocks/>
            <a:stCxn id="76" idx="0"/>
            <a:endCxn id="178" idx="2"/>
          </p:cNvCxnSpPr>
          <p:nvPr/>
        </p:nvCxnSpPr>
        <p:spPr>
          <a:xfrm flipV="1">
            <a:off x="4559556" y="2329781"/>
            <a:ext cx="228475" cy="1945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24D61BA4-F66A-3791-442C-5FD438AA6CC4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4695970" y="2992923"/>
            <a:ext cx="92061" cy="7158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F8617168-9598-4D71-C824-053EB5B44D65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4788030" y="2992923"/>
            <a:ext cx="1" cy="641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모서리가 둥근 직사각형 208">
            <a:extLst>
              <a:ext uri="{FF2B5EF4-FFF2-40B4-BE49-F238E27FC236}">
                <a16:creationId xmlns:a16="http://schemas.microsoft.com/office/drawing/2014/main" id="{8F036C4F-86ED-B121-8AB1-DEA7C175FCF1}"/>
              </a:ext>
            </a:extLst>
          </p:cNvPr>
          <p:cNvSpPr/>
          <p:nvPr/>
        </p:nvSpPr>
        <p:spPr>
          <a:xfrm>
            <a:off x="5355607" y="256143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HostMap (</a:t>
            </a:r>
            <a:r>
              <a:rPr kumimoji="1" lang="en-US" altLang="ko-KR" sz="800" b="1">
                <a:solidFill>
                  <a:schemeClr val="tx1"/>
                </a:solidFill>
              </a:rPr>
              <a:t>V1)</a:t>
            </a:r>
          </a:p>
        </p:txBody>
      </p:sp>
      <p:sp>
        <p:nvSpPr>
          <p:cNvPr id="210" name="모서리가 둥근 직사각형 209">
            <a:extLst>
              <a:ext uri="{FF2B5EF4-FFF2-40B4-BE49-F238E27FC236}">
                <a16:creationId xmlns:a16="http://schemas.microsoft.com/office/drawing/2014/main" id="{A6BE0FAD-B549-0D2C-16B4-4AA63E513571}"/>
              </a:ext>
            </a:extLst>
          </p:cNvPr>
          <p:cNvSpPr/>
          <p:nvPr/>
        </p:nvSpPr>
        <p:spPr>
          <a:xfrm>
            <a:off x="5355607" y="1898289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HostMap (</a:t>
            </a:r>
            <a:r>
              <a:rPr kumimoji="1" lang="en-US" altLang="ko-KR" sz="800" b="1">
                <a:solidFill>
                  <a:schemeClr val="tx1"/>
                </a:solidFill>
              </a:rPr>
              <a:t>V2)</a:t>
            </a:r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8008FA70-D600-AD23-A259-6B873CEDE322}"/>
              </a:ext>
            </a:extLst>
          </p:cNvPr>
          <p:cNvCxnSpPr>
            <a:cxnSpLocks/>
            <a:endCxn id="210" idx="0"/>
          </p:cNvCxnSpPr>
          <p:nvPr/>
        </p:nvCxnSpPr>
        <p:spPr>
          <a:xfrm>
            <a:off x="5805364" y="1203598"/>
            <a:ext cx="0" cy="694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8A4B8086-AADD-4966-08CF-D3F1ADCB9078}"/>
              </a:ext>
            </a:extLst>
          </p:cNvPr>
          <p:cNvCxnSpPr>
            <a:cxnSpLocks/>
            <a:endCxn id="210" idx="2"/>
          </p:cNvCxnSpPr>
          <p:nvPr/>
        </p:nvCxnSpPr>
        <p:spPr>
          <a:xfrm flipV="1">
            <a:off x="5576889" y="2329781"/>
            <a:ext cx="228475" cy="1945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A4E73BE-7125-302E-B4D0-E819BC0D0F29}"/>
              </a:ext>
            </a:extLst>
          </p:cNvPr>
          <p:cNvCxnSpPr>
            <a:cxnSpLocks/>
            <a:endCxn id="210" idx="2"/>
          </p:cNvCxnSpPr>
          <p:nvPr/>
        </p:nvCxnSpPr>
        <p:spPr>
          <a:xfrm flipV="1">
            <a:off x="5733535" y="2329781"/>
            <a:ext cx="71829" cy="13710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64894EC4-41E0-19D3-4CB9-DCB5F4ABE8B7}"/>
              </a:ext>
            </a:extLst>
          </p:cNvPr>
          <p:cNvCxnSpPr>
            <a:cxnSpLocks/>
            <a:endCxn id="209" idx="2"/>
          </p:cNvCxnSpPr>
          <p:nvPr/>
        </p:nvCxnSpPr>
        <p:spPr>
          <a:xfrm flipV="1">
            <a:off x="5805364" y="2992923"/>
            <a:ext cx="0" cy="6342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35374D1F-969E-1F0F-51A3-E5FF6742963C}"/>
              </a:ext>
            </a:extLst>
          </p:cNvPr>
          <p:cNvSpPr/>
          <p:nvPr/>
        </p:nvSpPr>
        <p:spPr>
          <a:xfrm>
            <a:off x="3334408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(Atomic)</a:t>
            </a:r>
          </a:p>
        </p:txBody>
      </p:sp>
      <p:sp>
        <p:nvSpPr>
          <p:cNvPr id="233" name="모서리가 둥근 직사각형 232">
            <a:extLst>
              <a:ext uri="{FF2B5EF4-FFF2-40B4-BE49-F238E27FC236}">
                <a16:creationId xmlns:a16="http://schemas.microsoft.com/office/drawing/2014/main" id="{DCB13A05-A855-5DB5-92C0-312810A2517A}"/>
              </a:ext>
            </a:extLst>
          </p:cNvPr>
          <p:cNvSpPr/>
          <p:nvPr/>
        </p:nvSpPr>
        <p:spPr>
          <a:xfrm>
            <a:off x="3334408" y="162988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ScopeCache</a:t>
            </a:r>
          </a:p>
        </p:txBody>
      </p:sp>
      <p:cxnSp>
        <p:nvCxnSpPr>
          <p:cNvPr id="237" name="직선 화살표 연결선 236">
            <a:extLst>
              <a:ext uri="{FF2B5EF4-FFF2-40B4-BE49-F238E27FC236}">
                <a16:creationId xmlns:a16="http://schemas.microsoft.com/office/drawing/2014/main" id="{75EF35AC-18AA-3846-63DF-8670DC074E5D}"/>
              </a:ext>
            </a:extLst>
          </p:cNvPr>
          <p:cNvCxnSpPr>
            <a:cxnSpLocks/>
            <a:stCxn id="233" idx="2"/>
            <a:endCxn id="232" idx="0"/>
          </p:cNvCxnSpPr>
          <p:nvPr/>
        </p:nvCxnSpPr>
        <p:spPr>
          <a:xfrm>
            <a:off x="3784165" y="2061375"/>
            <a:ext cx="0" cy="2102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332E0103-0884-A068-7D4D-444D1A69BF83}"/>
              </a:ext>
            </a:extLst>
          </p:cNvPr>
          <p:cNvCxnSpPr>
            <a:cxnSpLocks/>
            <a:endCxn id="232" idx="2"/>
          </p:cNvCxnSpPr>
          <p:nvPr/>
        </p:nvCxnSpPr>
        <p:spPr>
          <a:xfrm flipV="1">
            <a:off x="3717369" y="2703128"/>
            <a:ext cx="66796" cy="176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8363B7CD-5DDE-C019-0B1B-BDB33C4A12CF}"/>
              </a:ext>
            </a:extLst>
          </p:cNvPr>
          <p:cNvCxnSpPr>
            <a:cxnSpLocks/>
            <a:stCxn id="6" idx="2"/>
            <a:endCxn id="233" idx="0"/>
          </p:cNvCxnSpPr>
          <p:nvPr/>
        </p:nvCxnSpPr>
        <p:spPr>
          <a:xfrm>
            <a:off x="3779926" y="1203598"/>
            <a:ext cx="4239" cy="426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화살표 연결선 242">
            <a:extLst>
              <a:ext uri="{FF2B5EF4-FFF2-40B4-BE49-F238E27FC236}">
                <a16:creationId xmlns:a16="http://schemas.microsoft.com/office/drawing/2014/main" id="{E03F75D0-53CC-578F-F467-74C5F62C2636}"/>
              </a:ext>
            </a:extLst>
          </p:cNvPr>
          <p:cNvCxnSpPr>
            <a:cxnSpLocks/>
          </p:cNvCxnSpPr>
          <p:nvPr/>
        </p:nvCxnSpPr>
        <p:spPr>
          <a:xfrm flipV="1">
            <a:off x="2617201" y="3420759"/>
            <a:ext cx="0" cy="2783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3EDC9BB0-4708-B534-22C3-7F69C986E729}"/>
              </a:ext>
            </a:extLst>
          </p:cNvPr>
          <p:cNvCxnSpPr>
            <a:cxnSpLocks/>
          </p:cNvCxnSpPr>
          <p:nvPr/>
        </p:nvCxnSpPr>
        <p:spPr>
          <a:xfrm flipV="1">
            <a:off x="2679748" y="3420759"/>
            <a:ext cx="0" cy="2063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E4646DDB-F71A-9C38-59E8-1497A8A6CB4B}"/>
              </a:ext>
            </a:extLst>
          </p:cNvPr>
          <p:cNvCxnSpPr>
            <a:cxnSpLocks/>
            <a:stCxn id="75" idx="0"/>
            <a:endCxn id="260" idx="2"/>
          </p:cNvCxnSpPr>
          <p:nvPr/>
        </p:nvCxnSpPr>
        <p:spPr>
          <a:xfrm flipV="1">
            <a:off x="3551451" y="3424415"/>
            <a:ext cx="3590" cy="8508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EC94D1C3-6A7A-8033-9E50-2643EED0169B}"/>
              </a:ext>
            </a:extLst>
          </p:cNvPr>
          <p:cNvSpPr/>
          <p:nvPr/>
        </p:nvSpPr>
        <p:spPr>
          <a:xfrm>
            <a:off x="3266963" y="287950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59" name="모서리가 둥근 직사각형 258">
            <a:extLst>
              <a:ext uri="{FF2B5EF4-FFF2-40B4-BE49-F238E27FC236}">
                <a16:creationId xmlns:a16="http://schemas.microsoft.com/office/drawing/2014/main" id="{DCDEB718-4892-1671-C264-305833DE2EFA}"/>
              </a:ext>
            </a:extLst>
          </p:cNvPr>
          <p:cNvSpPr/>
          <p:nvPr/>
        </p:nvSpPr>
        <p:spPr>
          <a:xfrm>
            <a:off x="3186546" y="2936212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A0F87518-98EF-18F6-85E2-B4C5C8D84F9D}"/>
              </a:ext>
            </a:extLst>
          </p:cNvPr>
          <p:cNvSpPr/>
          <p:nvPr/>
        </p:nvSpPr>
        <p:spPr>
          <a:xfrm>
            <a:off x="3105284" y="299292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ScopeCache</a:t>
            </a:r>
          </a:p>
        </p:txBody>
      </p: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332D1549-45F5-9AE6-DB94-C216E9114B5A}"/>
              </a:ext>
            </a:extLst>
          </p:cNvPr>
          <p:cNvCxnSpPr>
            <a:cxnSpLocks/>
          </p:cNvCxnSpPr>
          <p:nvPr/>
        </p:nvCxnSpPr>
        <p:spPr>
          <a:xfrm flipV="1">
            <a:off x="3633201" y="3420759"/>
            <a:ext cx="0" cy="2783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32A5C2CF-BF47-63CD-A40F-D50C87346CAE}"/>
              </a:ext>
            </a:extLst>
          </p:cNvPr>
          <p:cNvCxnSpPr>
            <a:cxnSpLocks/>
          </p:cNvCxnSpPr>
          <p:nvPr/>
        </p:nvCxnSpPr>
        <p:spPr>
          <a:xfrm flipV="1">
            <a:off x="3695748" y="3420759"/>
            <a:ext cx="0" cy="2135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6175CE6D-58B1-C6B1-E907-14640D67B3A0}"/>
              </a:ext>
            </a:extLst>
          </p:cNvPr>
          <p:cNvCxnSpPr>
            <a:cxnSpLocks/>
            <a:stCxn id="260" idx="0"/>
            <a:endCxn id="232" idx="2"/>
          </p:cNvCxnSpPr>
          <p:nvPr/>
        </p:nvCxnSpPr>
        <p:spPr>
          <a:xfrm flipV="1">
            <a:off x="3555041" y="2703128"/>
            <a:ext cx="229124" cy="289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09B3D0B5-29E4-6487-1504-D2C6AE5C456B}"/>
              </a:ext>
            </a:extLst>
          </p:cNvPr>
          <p:cNvCxnSpPr>
            <a:cxnSpLocks/>
            <a:stCxn id="259" idx="0"/>
            <a:endCxn id="232" idx="2"/>
          </p:cNvCxnSpPr>
          <p:nvPr/>
        </p:nvCxnSpPr>
        <p:spPr>
          <a:xfrm flipV="1">
            <a:off x="3636303" y="2703128"/>
            <a:ext cx="147862" cy="233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52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EA33-35EE-6DBC-E567-974FD8D5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FE54802-DC7E-954E-A715-B22F16F880F9}"/>
              </a:ext>
            </a:extLst>
          </p:cNvPr>
          <p:cNvSpPr/>
          <p:nvPr/>
        </p:nvSpPr>
        <p:spPr>
          <a:xfrm>
            <a:off x="503288" y="203181"/>
            <a:ext cx="7885136" cy="175681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5A88298-A9D4-66DB-15F3-1C9881848DB7}"/>
              </a:ext>
            </a:extLst>
          </p:cNvPr>
          <p:cNvSpPr/>
          <p:nvPr/>
        </p:nvSpPr>
        <p:spPr>
          <a:xfrm>
            <a:off x="605113" y="538312"/>
            <a:ext cx="7089819" cy="852338"/>
          </a:xfrm>
          <a:prstGeom prst="roundRect">
            <a:avLst>
              <a:gd name="adj" fmla="val 72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runOnAllThreads(cb, all_threads_complete_cb)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17FCBC0-1FE5-2DA8-627F-966EF97562D4}"/>
              </a:ext>
            </a:extLst>
          </p:cNvPr>
          <p:cNvSpPr/>
          <p:nvPr/>
        </p:nvSpPr>
        <p:spPr>
          <a:xfrm>
            <a:off x="677123" y="812800"/>
            <a:ext cx="858242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63E8DEA-9129-6C8A-82C7-00178C17D453}"/>
              </a:ext>
            </a:extLst>
          </p:cNvPr>
          <p:cNvSpPr/>
          <p:nvPr/>
        </p:nvSpPr>
        <p:spPr>
          <a:xfrm>
            <a:off x="1835036" y="812800"/>
            <a:ext cx="2747316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Save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to </a:t>
            </a:r>
            <a:r>
              <a:rPr kumimoji="1" lang="en-US" altLang="ko-KR" sz="900" b="1">
                <a:solidFill>
                  <a:schemeClr val="tx1"/>
                </a:solidFill>
              </a:rPr>
              <a:t>cb_guard (shared_ptr)</a:t>
            </a:r>
            <a:r>
              <a:rPr kumimoji="1" lang="en-US" altLang="ko-KR" sz="900">
                <a:solidFill>
                  <a:schemeClr val="tx1"/>
                </a:solidFill>
              </a:rPr>
              <a:t> with lambda </a:t>
            </a:r>
            <a:r>
              <a:rPr kumimoji="1" lang="en-US" altLang="ko-KR" sz="900" b="1">
                <a:solidFill>
                  <a:schemeClr val="tx1"/>
                </a:solidFill>
              </a:rPr>
              <a:t>deleter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</a:t>
            </a:r>
            <a:r>
              <a:rPr kumimoji="1" lang="en-US" altLang="ko-KR" sz="900">
                <a:solidFill>
                  <a:schemeClr val="tx1"/>
                </a:solidFill>
              </a:rPr>
              <a:t>,</a:t>
            </a:r>
            <a:br>
              <a:rPr kumimoji="1" lang="en-US" altLang="ko-KR" sz="900" b="1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which posts it to the main thread.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9272936-15B9-0EF2-D495-5149DDCF88DA}"/>
              </a:ext>
            </a:extLst>
          </p:cNvPr>
          <p:cNvSpPr/>
          <p:nvPr/>
        </p:nvSpPr>
        <p:spPr>
          <a:xfrm>
            <a:off x="677123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B62BFFB-3D16-2695-E764-3AC665163FC3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106244" y="1334944"/>
            <a:ext cx="0" cy="1470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9DDB89B-A2FA-F3DA-0372-5E1FCA8A524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35365" y="1073872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94133CF-46B4-E323-B271-70BDDC37B22B}"/>
              </a:ext>
            </a:extLst>
          </p:cNvPr>
          <p:cNvSpPr/>
          <p:nvPr/>
        </p:nvSpPr>
        <p:spPr>
          <a:xfrm>
            <a:off x="4877541" y="812800"/>
            <a:ext cx="2747317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r>
              <a:rPr kumimoji="1" lang="en-US" altLang="ko-KR" sz="900">
                <a:solidFill>
                  <a:schemeClr val="tx1"/>
                </a:solidFill>
              </a:rPr>
              <a:t> to all workers 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increased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4)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35A5C81-14A9-2887-EBFA-EB75A78C29EF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4582352" y="1073872"/>
            <a:ext cx="2951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C292382-EECB-BF94-2A9F-A2967B1BDE6C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 flipH="1">
            <a:off x="1167914" y="1334944"/>
            <a:ext cx="5083286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B0C50D4A-A45E-9023-DF17-9A205727093D}"/>
              </a:ext>
            </a:extLst>
          </p:cNvPr>
          <p:cNvSpPr/>
          <p:nvPr/>
        </p:nvSpPr>
        <p:spPr>
          <a:xfrm>
            <a:off x="7425409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132762B-3D06-C46A-E79D-5F636C4A0899}"/>
              </a:ext>
            </a:extLst>
          </p:cNvPr>
          <p:cNvSpPr/>
          <p:nvPr/>
        </p:nvSpPr>
        <p:spPr>
          <a:xfrm>
            <a:off x="738793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6FD7AFC-33C6-90BB-5FB7-30804DE57868}"/>
              </a:ext>
            </a:extLst>
          </p:cNvPr>
          <p:cNvSpPr/>
          <p:nvPr/>
        </p:nvSpPr>
        <p:spPr>
          <a:xfrm>
            <a:off x="642088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A39DE4AE-FAB5-8146-9F98-B953E9E37D4D}"/>
              </a:ext>
            </a:extLst>
          </p:cNvPr>
          <p:cNvSpPr/>
          <p:nvPr/>
        </p:nvSpPr>
        <p:spPr>
          <a:xfrm>
            <a:off x="742706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DCEC704B-9FC6-88B3-B7D7-7E8C866A93A9}"/>
              </a:ext>
            </a:extLst>
          </p:cNvPr>
          <p:cNvSpPr/>
          <p:nvPr/>
        </p:nvSpPr>
        <p:spPr>
          <a:xfrm>
            <a:off x="742704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decreased 3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2)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427365AF-7590-E357-ED20-234B94F92EEE}"/>
              </a:ext>
            </a:extLst>
          </p:cNvPr>
          <p:cNvSpPr/>
          <p:nvPr/>
        </p:nvSpPr>
        <p:spPr>
          <a:xfrm>
            <a:off x="2181495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A443ABC-82E5-E609-8F39-948C719F1F16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>
            <a:off x="1167914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0B0A82E-A536-B577-E006-77AE511EE618}"/>
              </a:ext>
            </a:extLst>
          </p:cNvPr>
          <p:cNvCxnSpPr>
            <a:cxnSpLocks/>
            <a:stCxn id="32" idx="0"/>
            <a:endCxn id="40" idx="2"/>
          </p:cNvCxnSpPr>
          <p:nvPr/>
        </p:nvCxnSpPr>
        <p:spPr>
          <a:xfrm flipV="1">
            <a:off x="1891427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FE686DF-EFD0-4A8A-BF11-C7EB38380EF6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1891426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4298F3D-2EB6-70D2-A789-C31E5DE1473E}"/>
              </a:ext>
            </a:extLst>
          </p:cNvPr>
          <p:cNvCxnSpPr>
            <a:cxnSpLocks/>
            <a:stCxn id="22" idx="2"/>
            <a:endCxn id="305" idx="0"/>
          </p:cNvCxnSpPr>
          <p:nvPr/>
        </p:nvCxnSpPr>
        <p:spPr>
          <a:xfrm flipH="1">
            <a:off x="3720902" y="1334944"/>
            <a:ext cx="2530298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669AD6F-06C1-A600-421B-96817B447B8B}"/>
              </a:ext>
            </a:extLst>
          </p:cNvPr>
          <p:cNvCxnSpPr>
            <a:cxnSpLocks/>
            <a:stCxn id="22" idx="2"/>
            <a:endCxn id="297" idx="0"/>
          </p:cNvCxnSpPr>
          <p:nvPr/>
        </p:nvCxnSpPr>
        <p:spPr>
          <a:xfrm>
            <a:off x="6251200" y="1334944"/>
            <a:ext cx="25080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모서리가 둥근 직사각형 193">
            <a:extLst>
              <a:ext uri="{FF2B5EF4-FFF2-40B4-BE49-F238E27FC236}">
                <a16:creationId xmlns:a16="http://schemas.microsoft.com/office/drawing/2014/main" id="{335CC4C3-2AA4-4419-A0AC-F8D07A3EBA41}"/>
              </a:ext>
            </a:extLst>
          </p:cNvPr>
          <p:cNvSpPr/>
          <p:nvPr/>
        </p:nvSpPr>
        <p:spPr>
          <a:xfrm>
            <a:off x="5850661" y="4029594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</a:t>
            </a:r>
            <a:r>
              <a:rPr kumimoji="1" lang="en-US" altLang="ko-KR" sz="900">
                <a:solidFill>
                  <a:schemeClr val="tx1"/>
                </a:solidFill>
              </a:rPr>
              <a:t> to 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0556A281-431A-CC31-4799-96DCC67A6E1B}"/>
              </a:ext>
            </a:extLst>
          </p:cNvPr>
          <p:cNvSpPr/>
          <p:nvPr/>
        </p:nvSpPr>
        <p:spPr>
          <a:xfrm>
            <a:off x="5569178" y="1478584"/>
            <a:ext cx="162752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all_threads_complete_cb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50" name="직선 화살표 연결선 249">
            <a:extLst>
              <a:ext uri="{FF2B5EF4-FFF2-40B4-BE49-F238E27FC236}">
                <a16:creationId xmlns:a16="http://schemas.microsoft.com/office/drawing/2014/main" id="{0DAACC3F-0C68-B4BC-4B38-80CC852155C1}"/>
              </a:ext>
            </a:extLst>
          </p:cNvPr>
          <p:cNvCxnSpPr>
            <a:cxnSpLocks/>
            <a:stCxn id="67" idx="1"/>
            <a:endCxn id="249" idx="3"/>
          </p:cNvCxnSpPr>
          <p:nvPr/>
        </p:nvCxnSpPr>
        <p:spPr>
          <a:xfrm flipH="1">
            <a:off x="7196703" y="1661965"/>
            <a:ext cx="2287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모서리가 둥근 직사각형 296">
            <a:extLst>
              <a:ext uri="{FF2B5EF4-FFF2-40B4-BE49-F238E27FC236}">
                <a16:creationId xmlns:a16="http://schemas.microsoft.com/office/drawing/2014/main" id="{DA8DD328-BD22-14A8-5213-86C3F3B3E297}"/>
              </a:ext>
            </a:extLst>
          </p:cNvPr>
          <p:cNvSpPr/>
          <p:nvPr/>
        </p:nvSpPr>
        <p:spPr>
          <a:xfrm>
            <a:off x="5847159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98" name="모서리가 둥근 직사각형 297">
            <a:extLst>
              <a:ext uri="{FF2B5EF4-FFF2-40B4-BE49-F238E27FC236}">
                <a16:creationId xmlns:a16="http://schemas.microsoft.com/office/drawing/2014/main" id="{E625ED1F-4F26-2F49-0351-6CCB88691CB0}"/>
              </a:ext>
            </a:extLst>
          </p:cNvPr>
          <p:cNvSpPr/>
          <p:nvPr/>
        </p:nvSpPr>
        <p:spPr>
          <a:xfrm>
            <a:off x="5750454" y="2125370"/>
            <a:ext cx="2493804" cy="2606620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99" name="모서리가 둥근 직사각형 298">
            <a:extLst>
              <a:ext uri="{FF2B5EF4-FFF2-40B4-BE49-F238E27FC236}">
                <a16:creationId xmlns:a16="http://schemas.microsoft.com/office/drawing/2014/main" id="{34D16D30-761A-ADE6-31A2-1D121A16EAD1}"/>
              </a:ext>
            </a:extLst>
          </p:cNvPr>
          <p:cNvSpPr/>
          <p:nvPr/>
        </p:nvSpPr>
        <p:spPr>
          <a:xfrm>
            <a:off x="5851072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0FBB64D4-0403-CECA-A644-8C41FD68E73A}"/>
              </a:ext>
            </a:extLst>
          </p:cNvPr>
          <p:cNvSpPr/>
          <p:nvPr/>
        </p:nvSpPr>
        <p:spPr>
          <a:xfrm>
            <a:off x="5851070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0)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EA85142F-EBF5-1E30-5DF5-8E14B43A0541}"/>
              </a:ext>
            </a:extLst>
          </p:cNvPr>
          <p:cNvSpPr/>
          <p:nvPr/>
        </p:nvSpPr>
        <p:spPr>
          <a:xfrm>
            <a:off x="7289861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9114B463-FA9D-45B4-6499-E5820FBE007C}"/>
              </a:ext>
            </a:extLst>
          </p:cNvPr>
          <p:cNvCxnSpPr>
            <a:cxnSpLocks/>
            <a:stCxn id="297" idx="2"/>
            <a:endCxn id="299" idx="0"/>
          </p:cNvCxnSpPr>
          <p:nvPr/>
        </p:nvCxnSpPr>
        <p:spPr>
          <a:xfrm>
            <a:off x="6276280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C939FDC0-EA0F-504C-257F-0B7B55946017}"/>
              </a:ext>
            </a:extLst>
          </p:cNvPr>
          <p:cNvCxnSpPr>
            <a:cxnSpLocks/>
            <a:stCxn id="299" idx="0"/>
            <a:endCxn id="301" idx="2"/>
          </p:cNvCxnSpPr>
          <p:nvPr/>
        </p:nvCxnSpPr>
        <p:spPr>
          <a:xfrm flipV="1">
            <a:off x="6999793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화살표 연결선 303">
            <a:extLst>
              <a:ext uri="{FF2B5EF4-FFF2-40B4-BE49-F238E27FC236}">
                <a16:creationId xmlns:a16="http://schemas.microsoft.com/office/drawing/2014/main" id="{FC9FCB79-3521-65C0-32DF-8AB3383583D3}"/>
              </a:ext>
            </a:extLst>
          </p:cNvPr>
          <p:cNvCxnSpPr>
            <a:cxnSpLocks/>
            <a:stCxn id="299" idx="2"/>
            <a:endCxn id="300" idx="0"/>
          </p:cNvCxnSpPr>
          <p:nvPr/>
        </p:nvCxnSpPr>
        <p:spPr>
          <a:xfrm flipH="1">
            <a:off x="6999792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모서리가 둥근 직사각형 304">
            <a:extLst>
              <a:ext uri="{FF2B5EF4-FFF2-40B4-BE49-F238E27FC236}">
                <a16:creationId xmlns:a16="http://schemas.microsoft.com/office/drawing/2014/main" id="{B48F8186-8E2C-8C57-6C0A-8306775C2AA7}"/>
              </a:ext>
            </a:extLst>
          </p:cNvPr>
          <p:cNvSpPr/>
          <p:nvPr/>
        </p:nvSpPr>
        <p:spPr>
          <a:xfrm>
            <a:off x="3291781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306" name="모서리가 둥근 직사각형 305">
            <a:extLst>
              <a:ext uri="{FF2B5EF4-FFF2-40B4-BE49-F238E27FC236}">
                <a16:creationId xmlns:a16="http://schemas.microsoft.com/office/drawing/2014/main" id="{9BD6A644-8CE8-F2C2-5643-F6ED2A9CFDCE}"/>
              </a:ext>
            </a:extLst>
          </p:cNvPr>
          <p:cNvSpPr/>
          <p:nvPr/>
        </p:nvSpPr>
        <p:spPr>
          <a:xfrm>
            <a:off x="3195076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B3271C96-F426-69E9-B65D-CAA8334EB18D}"/>
              </a:ext>
            </a:extLst>
          </p:cNvPr>
          <p:cNvSpPr/>
          <p:nvPr/>
        </p:nvSpPr>
        <p:spPr>
          <a:xfrm>
            <a:off x="3295694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8" name="모서리가 둥근 직사각형 307">
            <a:extLst>
              <a:ext uri="{FF2B5EF4-FFF2-40B4-BE49-F238E27FC236}">
                <a16:creationId xmlns:a16="http://schemas.microsoft.com/office/drawing/2014/main" id="{AD46D0A6-EDFA-0EC6-5984-9943C17F9447}"/>
              </a:ext>
            </a:extLst>
          </p:cNvPr>
          <p:cNvSpPr/>
          <p:nvPr/>
        </p:nvSpPr>
        <p:spPr>
          <a:xfrm>
            <a:off x="3295692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2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1)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9" name="모서리가 둥근 직사각형 308">
            <a:extLst>
              <a:ext uri="{FF2B5EF4-FFF2-40B4-BE49-F238E27FC236}">
                <a16:creationId xmlns:a16="http://schemas.microsoft.com/office/drawing/2014/main" id="{1A1220E1-8AC1-FB8C-AB6C-86FDE18755DA}"/>
              </a:ext>
            </a:extLst>
          </p:cNvPr>
          <p:cNvSpPr/>
          <p:nvPr/>
        </p:nvSpPr>
        <p:spPr>
          <a:xfrm>
            <a:off x="4734483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62BEC16A-6D72-73CE-034E-3651E06909DB}"/>
              </a:ext>
            </a:extLst>
          </p:cNvPr>
          <p:cNvCxnSpPr>
            <a:cxnSpLocks/>
            <a:stCxn id="305" idx="2"/>
            <a:endCxn id="307" idx="0"/>
          </p:cNvCxnSpPr>
          <p:nvPr/>
        </p:nvCxnSpPr>
        <p:spPr>
          <a:xfrm>
            <a:off x="3720902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>
            <a:extLst>
              <a:ext uri="{FF2B5EF4-FFF2-40B4-BE49-F238E27FC236}">
                <a16:creationId xmlns:a16="http://schemas.microsoft.com/office/drawing/2014/main" id="{15FF4152-207C-7F57-1AD9-154CB0128FF7}"/>
              </a:ext>
            </a:extLst>
          </p:cNvPr>
          <p:cNvCxnSpPr>
            <a:cxnSpLocks/>
            <a:stCxn id="307" idx="0"/>
            <a:endCxn id="309" idx="2"/>
          </p:cNvCxnSpPr>
          <p:nvPr/>
        </p:nvCxnSpPr>
        <p:spPr>
          <a:xfrm flipV="1">
            <a:off x="4444415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78D695DC-C150-FED8-0935-696C2935CA44}"/>
              </a:ext>
            </a:extLst>
          </p:cNvPr>
          <p:cNvCxnSpPr>
            <a:cxnSpLocks/>
            <a:stCxn id="307" idx="2"/>
            <a:endCxn id="308" idx="0"/>
          </p:cNvCxnSpPr>
          <p:nvPr/>
        </p:nvCxnSpPr>
        <p:spPr>
          <a:xfrm flipH="1">
            <a:off x="4444414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9BD1A734-EE20-B053-D527-12BDD81E4DEB}"/>
              </a:ext>
            </a:extLst>
          </p:cNvPr>
          <p:cNvCxnSpPr>
            <a:cxnSpLocks/>
            <a:stCxn id="300" idx="2"/>
            <a:endCxn id="194" idx="0"/>
          </p:cNvCxnSpPr>
          <p:nvPr/>
        </p:nvCxnSpPr>
        <p:spPr>
          <a:xfrm flipH="1">
            <a:off x="6999382" y="3798944"/>
            <a:ext cx="410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E93B9656-4A7A-AAC5-CECE-62091285E0DE}"/>
              </a:ext>
            </a:extLst>
          </p:cNvPr>
          <p:cNvCxnSpPr>
            <a:cxnSpLocks/>
          </p:cNvCxnSpPr>
          <p:nvPr/>
        </p:nvCxnSpPr>
        <p:spPr>
          <a:xfrm flipV="1">
            <a:off x="7915768" y="1841985"/>
            <a:ext cx="0" cy="21876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847243F8-9DDB-48BD-6F1A-D05D410516F6}"/>
              </a:ext>
            </a:extLst>
          </p:cNvPr>
          <p:cNvSpPr/>
          <p:nvPr/>
        </p:nvSpPr>
        <p:spPr>
          <a:xfrm>
            <a:off x="569111" y="78382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1293FAE-B365-B5E8-81AD-6917859DB773}"/>
              </a:ext>
            </a:extLst>
          </p:cNvPr>
          <p:cNvSpPr/>
          <p:nvPr/>
        </p:nvSpPr>
        <p:spPr>
          <a:xfrm>
            <a:off x="1733211" y="78001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760BFAE-BA39-C3AB-5DE8-7EDCA58263AB}"/>
              </a:ext>
            </a:extLst>
          </p:cNvPr>
          <p:cNvSpPr/>
          <p:nvPr/>
        </p:nvSpPr>
        <p:spPr>
          <a:xfrm>
            <a:off x="4784028" y="78917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6C90AAA-9725-062C-F3BB-7A1C6245233A}"/>
              </a:ext>
            </a:extLst>
          </p:cNvPr>
          <p:cNvSpPr/>
          <p:nvPr/>
        </p:nvSpPr>
        <p:spPr>
          <a:xfrm>
            <a:off x="677123" y="276751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023F5EB-BDB6-1DD4-1458-FE864CE8538F}"/>
              </a:ext>
            </a:extLst>
          </p:cNvPr>
          <p:cNvSpPr/>
          <p:nvPr/>
        </p:nvSpPr>
        <p:spPr>
          <a:xfrm>
            <a:off x="3245513" y="275843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62B0119-3EE1-7F8E-404A-5896429FA302}"/>
              </a:ext>
            </a:extLst>
          </p:cNvPr>
          <p:cNvSpPr/>
          <p:nvPr/>
        </p:nvSpPr>
        <p:spPr>
          <a:xfrm>
            <a:off x="7078135" y="140743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065741E8-AB75-3EB5-217E-C6DC2F836B20}"/>
              </a:ext>
            </a:extLst>
          </p:cNvPr>
          <p:cNvSpPr/>
          <p:nvPr/>
        </p:nvSpPr>
        <p:spPr>
          <a:xfrm>
            <a:off x="5786166" y="275843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E0EA7C58-3C34-2B95-7584-FA25C78BC1C6}"/>
              </a:ext>
            </a:extLst>
          </p:cNvPr>
          <p:cNvSpPr/>
          <p:nvPr/>
        </p:nvSpPr>
        <p:spPr>
          <a:xfrm>
            <a:off x="677123" y="336876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32129373-4A5C-E6A3-790A-EA992EF9A346}"/>
              </a:ext>
            </a:extLst>
          </p:cNvPr>
          <p:cNvSpPr/>
          <p:nvPr/>
        </p:nvSpPr>
        <p:spPr>
          <a:xfrm>
            <a:off x="3245513" y="3359687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ECAEC9A-D050-B137-50BA-4674B0353A51}"/>
              </a:ext>
            </a:extLst>
          </p:cNvPr>
          <p:cNvSpPr/>
          <p:nvPr/>
        </p:nvSpPr>
        <p:spPr>
          <a:xfrm>
            <a:off x="5786166" y="3359687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77264C5-1CCD-AEE5-3C62-88461917B3E9}"/>
              </a:ext>
            </a:extLst>
          </p:cNvPr>
          <p:cNvSpPr/>
          <p:nvPr/>
        </p:nvSpPr>
        <p:spPr>
          <a:xfrm>
            <a:off x="5786166" y="3967436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8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601D5-3126-6C9C-D915-7616C099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33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4A37-B351-5650-1ECE-080585E8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B39948E-2712-F98F-D246-C3FB5115DBDC}"/>
              </a:ext>
            </a:extLst>
          </p:cNvPr>
          <p:cNvSpPr/>
          <p:nvPr/>
        </p:nvSpPr>
        <p:spPr>
          <a:xfrm>
            <a:off x="1044962" y="267494"/>
            <a:ext cx="6946776" cy="1152128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BC5EC4CA-CD21-AF50-0E26-5D97D6AE30B3}"/>
              </a:ext>
            </a:extLst>
          </p:cNvPr>
          <p:cNvSpPr/>
          <p:nvPr/>
        </p:nvSpPr>
        <p:spPr>
          <a:xfrm>
            <a:off x="1151630" y="555526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C53F36-D921-9E6F-BA90-0B182856ABC6}"/>
              </a:ext>
            </a:extLst>
          </p:cNvPr>
          <p:cNvSpPr/>
          <p:nvPr/>
        </p:nvSpPr>
        <p:spPr>
          <a:xfrm>
            <a:off x="1259641" y="843558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36C5D9-5B61-4FAA-6354-85FE7ED8C2D7}"/>
              </a:ext>
            </a:extLst>
          </p:cNvPr>
          <p:cNvSpPr/>
          <p:nvPr/>
        </p:nvSpPr>
        <p:spPr>
          <a:xfrm>
            <a:off x="2267752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05B070-780B-1DED-A661-959D14CDA004}"/>
              </a:ext>
            </a:extLst>
          </p:cNvPr>
          <p:cNvSpPr/>
          <p:nvPr/>
        </p:nvSpPr>
        <p:spPr>
          <a:xfrm>
            <a:off x="3275870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BB2E16-945D-0ABE-B259-F79C11ED2FF0}"/>
              </a:ext>
            </a:extLst>
          </p:cNvPr>
          <p:cNvSpPr/>
          <p:nvPr/>
        </p:nvSpPr>
        <p:spPr>
          <a:xfrm>
            <a:off x="4283975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C80C8E-A5F6-B36E-8A82-BC7DFF99E9B5}"/>
              </a:ext>
            </a:extLst>
          </p:cNvPr>
          <p:cNvSpPr/>
          <p:nvPr/>
        </p:nvSpPr>
        <p:spPr>
          <a:xfrm>
            <a:off x="5292090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7650A3-AB6B-DF88-4DBB-13465A9FF136}"/>
              </a:ext>
            </a:extLst>
          </p:cNvPr>
          <p:cNvSpPr/>
          <p:nvPr/>
        </p:nvSpPr>
        <p:spPr>
          <a:xfrm>
            <a:off x="6300192" y="843558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4882B14-3305-F0B8-F031-1C60FE91DBF0}"/>
              </a:ext>
            </a:extLst>
          </p:cNvPr>
          <p:cNvSpPr/>
          <p:nvPr/>
        </p:nvSpPr>
        <p:spPr>
          <a:xfrm>
            <a:off x="7415234" y="987574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73AF76-6D82-5367-2797-DC5CE27B84BD}"/>
              </a:ext>
            </a:extLst>
          </p:cNvPr>
          <p:cNvSpPr/>
          <p:nvPr/>
        </p:nvSpPr>
        <p:spPr>
          <a:xfrm>
            <a:off x="7567883" y="98757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3F36753-05CA-3F7F-244A-495F7A35EF28}"/>
              </a:ext>
            </a:extLst>
          </p:cNvPr>
          <p:cNvSpPr/>
          <p:nvPr/>
        </p:nvSpPr>
        <p:spPr>
          <a:xfrm>
            <a:off x="7714556" y="987573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DCED597D-9803-888D-2EBB-C74FC7F8EFA1}"/>
              </a:ext>
            </a:extLst>
          </p:cNvPr>
          <p:cNvSpPr/>
          <p:nvPr/>
        </p:nvSpPr>
        <p:spPr>
          <a:xfrm>
            <a:off x="1236348" y="3771167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F4ED547-396A-29BC-14C4-D3E4D9434DC0}"/>
              </a:ext>
            </a:extLst>
          </p:cNvPr>
          <p:cNvSpPr/>
          <p:nvPr/>
        </p:nvSpPr>
        <p:spPr>
          <a:xfrm>
            <a:off x="1344359" y="4059199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EE97F95-03E5-05E6-FEFD-F72A76BF5C56}"/>
              </a:ext>
            </a:extLst>
          </p:cNvPr>
          <p:cNvSpPr/>
          <p:nvPr/>
        </p:nvSpPr>
        <p:spPr>
          <a:xfrm>
            <a:off x="2352470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7FB4F2C-308B-0BD7-FD79-DED1B351644C}"/>
              </a:ext>
            </a:extLst>
          </p:cNvPr>
          <p:cNvSpPr/>
          <p:nvPr/>
        </p:nvSpPr>
        <p:spPr>
          <a:xfrm>
            <a:off x="3360588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F700C3D-1BC3-41DB-1D68-8F31511C5A8A}"/>
              </a:ext>
            </a:extLst>
          </p:cNvPr>
          <p:cNvSpPr/>
          <p:nvPr/>
        </p:nvSpPr>
        <p:spPr>
          <a:xfrm>
            <a:off x="4368693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E9D41A8-D17D-31B6-1A6F-A391C80D3863}"/>
              </a:ext>
            </a:extLst>
          </p:cNvPr>
          <p:cNvSpPr/>
          <p:nvPr/>
        </p:nvSpPr>
        <p:spPr>
          <a:xfrm>
            <a:off x="5376808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A6F8C24-67A5-D22C-B258-177C1D428EAB}"/>
              </a:ext>
            </a:extLst>
          </p:cNvPr>
          <p:cNvSpPr/>
          <p:nvPr/>
        </p:nvSpPr>
        <p:spPr>
          <a:xfrm>
            <a:off x="6384910" y="4059199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078E7A1B-3CF4-9FE2-71D1-ACF422CAFB9D}"/>
              </a:ext>
            </a:extLst>
          </p:cNvPr>
          <p:cNvSpPr/>
          <p:nvPr/>
        </p:nvSpPr>
        <p:spPr>
          <a:xfrm>
            <a:off x="7499952" y="4203215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F5ED99A-32E7-B279-FEFE-D8EC3723DFA9}"/>
              </a:ext>
            </a:extLst>
          </p:cNvPr>
          <p:cNvSpPr/>
          <p:nvPr/>
        </p:nvSpPr>
        <p:spPr>
          <a:xfrm>
            <a:off x="7652601" y="4203214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B0C861A4-95BF-B749-D223-24D4DF2401A3}"/>
              </a:ext>
            </a:extLst>
          </p:cNvPr>
          <p:cNvSpPr/>
          <p:nvPr/>
        </p:nvSpPr>
        <p:spPr>
          <a:xfrm>
            <a:off x="7799274" y="4203214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BBDFE8A5-FA9B-8FC3-C1B6-1630ED26F094}"/>
              </a:ext>
            </a:extLst>
          </p:cNvPr>
          <p:cNvSpPr/>
          <p:nvPr/>
        </p:nvSpPr>
        <p:spPr>
          <a:xfrm>
            <a:off x="1022301" y="3555143"/>
            <a:ext cx="6946776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16A2AEA-2B7E-A942-C7AA-96192167BBE1}"/>
              </a:ext>
            </a:extLst>
          </p:cNvPr>
          <p:cNvSpPr/>
          <p:nvPr/>
        </p:nvSpPr>
        <p:spPr>
          <a:xfrm>
            <a:off x="1128969" y="3843175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E52889C-06AE-51E0-990E-827554577B46}"/>
              </a:ext>
            </a:extLst>
          </p:cNvPr>
          <p:cNvSpPr/>
          <p:nvPr/>
        </p:nvSpPr>
        <p:spPr>
          <a:xfrm>
            <a:off x="1236980" y="4131207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0D69EA6-577E-5D1B-F252-0FC620149DAA}"/>
              </a:ext>
            </a:extLst>
          </p:cNvPr>
          <p:cNvSpPr/>
          <p:nvPr/>
        </p:nvSpPr>
        <p:spPr>
          <a:xfrm>
            <a:off x="2245091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11818F-4CFF-5614-EF46-565CD5A22CF9}"/>
              </a:ext>
            </a:extLst>
          </p:cNvPr>
          <p:cNvSpPr/>
          <p:nvPr/>
        </p:nvSpPr>
        <p:spPr>
          <a:xfrm>
            <a:off x="3253209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83F9908-7A37-3B25-31DC-861ABE052F5B}"/>
              </a:ext>
            </a:extLst>
          </p:cNvPr>
          <p:cNvSpPr/>
          <p:nvPr/>
        </p:nvSpPr>
        <p:spPr>
          <a:xfrm>
            <a:off x="4261314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6F5EAD4-30F9-AF86-6385-2903772EB28B}"/>
              </a:ext>
            </a:extLst>
          </p:cNvPr>
          <p:cNvSpPr/>
          <p:nvPr/>
        </p:nvSpPr>
        <p:spPr>
          <a:xfrm>
            <a:off x="5269429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C1DAC4-8EAF-FDB4-6EF6-9A057C81FD9D}"/>
              </a:ext>
            </a:extLst>
          </p:cNvPr>
          <p:cNvSpPr/>
          <p:nvPr/>
        </p:nvSpPr>
        <p:spPr>
          <a:xfrm>
            <a:off x="6277531" y="4131207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5071CC5-506E-41B0-A65F-141698CA54A1}"/>
              </a:ext>
            </a:extLst>
          </p:cNvPr>
          <p:cNvSpPr/>
          <p:nvPr/>
        </p:nvSpPr>
        <p:spPr>
          <a:xfrm>
            <a:off x="7392573" y="427522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858E5409-20AA-A80B-77C8-C7B463A80E57}"/>
              </a:ext>
            </a:extLst>
          </p:cNvPr>
          <p:cNvSpPr/>
          <p:nvPr/>
        </p:nvSpPr>
        <p:spPr>
          <a:xfrm>
            <a:off x="7545222" y="4275222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8B6D61F-E999-5EB1-6C5D-1E27408966B5}"/>
              </a:ext>
            </a:extLst>
          </p:cNvPr>
          <p:cNvSpPr/>
          <p:nvPr/>
        </p:nvSpPr>
        <p:spPr>
          <a:xfrm>
            <a:off x="7691895" y="4275222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CB5A0A3C-996A-E06C-E5A2-61840F3466E5}"/>
              </a:ext>
            </a:extLst>
          </p:cNvPr>
          <p:cNvSpPr/>
          <p:nvPr/>
        </p:nvSpPr>
        <p:spPr>
          <a:xfrm>
            <a:off x="923866" y="3627150"/>
            <a:ext cx="6946776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667B74E-CCAB-FCDD-F80B-92E119DF8159}"/>
              </a:ext>
            </a:extLst>
          </p:cNvPr>
          <p:cNvSpPr/>
          <p:nvPr/>
        </p:nvSpPr>
        <p:spPr>
          <a:xfrm>
            <a:off x="1030534" y="3915182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1C230CD-37B6-1B7F-D263-3E3BCAE2F781}"/>
              </a:ext>
            </a:extLst>
          </p:cNvPr>
          <p:cNvSpPr/>
          <p:nvPr/>
        </p:nvSpPr>
        <p:spPr>
          <a:xfrm>
            <a:off x="1138545" y="4203214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1A5F169-8E88-2F1C-F8CF-48508BC4B6A5}"/>
              </a:ext>
            </a:extLst>
          </p:cNvPr>
          <p:cNvSpPr/>
          <p:nvPr/>
        </p:nvSpPr>
        <p:spPr>
          <a:xfrm>
            <a:off x="2146656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2F6ABD2-EC0F-5E53-FD7E-7F97EBF2CAAA}"/>
              </a:ext>
            </a:extLst>
          </p:cNvPr>
          <p:cNvSpPr/>
          <p:nvPr/>
        </p:nvSpPr>
        <p:spPr>
          <a:xfrm>
            <a:off x="3154774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AFBD451-44B0-B193-61C9-04309102C581}"/>
              </a:ext>
            </a:extLst>
          </p:cNvPr>
          <p:cNvSpPr/>
          <p:nvPr/>
        </p:nvSpPr>
        <p:spPr>
          <a:xfrm>
            <a:off x="4162879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6B7B1C-8E18-8FDF-B822-36AAABD3B829}"/>
              </a:ext>
            </a:extLst>
          </p:cNvPr>
          <p:cNvSpPr/>
          <p:nvPr/>
        </p:nvSpPr>
        <p:spPr>
          <a:xfrm>
            <a:off x="5170994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4B39DB-C631-D9B7-E3D6-77EFF99B1A6E}"/>
              </a:ext>
            </a:extLst>
          </p:cNvPr>
          <p:cNvSpPr/>
          <p:nvPr/>
        </p:nvSpPr>
        <p:spPr>
          <a:xfrm>
            <a:off x="6179096" y="420321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A5FDE7F-3B29-6C31-1EBC-477A6D06A670}"/>
              </a:ext>
            </a:extLst>
          </p:cNvPr>
          <p:cNvSpPr/>
          <p:nvPr/>
        </p:nvSpPr>
        <p:spPr>
          <a:xfrm>
            <a:off x="7294138" y="4347230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D6A39DC6-7872-EC3F-FD03-92E6FE6B7665}"/>
              </a:ext>
            </a:extLst>
          </p:cNvPr>
          <p:cNvSpPr/>
          <p:nvPr/>
        </p:nvSpPr>
        <p:spPr>
          <a:xfrm>
            <a:off x="7446787" y="434722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26A662D-5E37-F971-867B-B133D91F3633}"/>
              </a:ext>
            </a:extLst>
          </p:cNvPr>
          <p:cNvSpPr/>
          <p:nvPr/>
        </p:nvSpPr>
        <p:spPr>
          <a:xfrm>
            <a:off x="7593460" y="4347229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EAB8F31B-9075-DE8D-D7A7-C995EF47114F}"/>
              </a:ext>
            </a:extLst>
          </p:cNvPr>
          <p:cNvSpPr/>
          <p:nvPr/>
        </p:nvSpPr>
        <p:spPr>
          <a:xfrm>
            <a:off x="816487" y="3699158"/>
            <a:ext cx="6946776" cy="1152128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6B91EDD3-6FBF-8CC2-3366-CCF63E1222A6}"/>
              </a:ext>
            </a:extLst>
          </p:cNvPr>
          <p:cNvSpPr/>
          <p:nvPr/>
        </p:nvSpPr>
        <p:spPr>
          <a:xfrm>
            <a:off x="923155" y="3987190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45C8156-6640-7B65-CAD9-CBBEE4BD5CCF}"/>
              </a:ext>
            </a:extLst>
          </p:cNvPr>
          <p:cNvSpPr/>
          <p:nvPr/>
        </p:nvSpPr>
        <p:spPr>
          <a:xfrm>
            <a:off x="1031166" y="4275222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4510120-15EA-0A3F-0384-455126DF69B4}"/>
              </a:ext>
            </a:extLst>
          </p:cNvPr>
          <p:cNvSpPr/>
          <p:nvPr/>
        </p:nvSpPr>
        <p:spPr>
          <a:xfrm>
            <a:off x="2039277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6932778-C481-30EA-3AF9-760405E34973}"/>
              </a:ext>
            </a:extLst>
          </p:cNvPr>
          <p:cNvSpPr/>
          <p:nvPr/>
        </p:nvSpPr>
        <p:spPr>
          <a:xfrm>
            <a:off x="3047395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1B7F972-40DD-3A49-2244-786D76B42AC4}"/>
              </a:ext>
            </a:extLst>
          </p:cNvPr>
          <p:cNvSpPr/>
          <p:nvPr/>
        </p:nvSpPr>
        <p:spPr>
          <a:xfrm>
            <a:off x="4055500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BFD18EA-24DE-B0E3-3164-DED7BE1568CD}"/>
              </a:ext>
            </a:extLst>
          </p:cNvPr>
          <p:cNvSpPr/>
          <p:nvPr/>
        </p:nvSpPr>
        <p:spPr>
          <a:xfrm>
            <a:off x="5063615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2A9839D-94B0-45C9-CA34-049BC152B09F}"/>
              </a:ext>
            </a:extLst>
          </p:cNvPr>
          <p:cNvSpPr/>
          <p:nvPr/>
        </p:nvSpPr>
        <p:spPr>
          <a:xfrm>
            <a:off x="6071717" y="427522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0C76B1A-9EC3-F6BC-1DCB-6245DDF935C3}"/>
              </a:ext>
            </a:extLst>
          </p:cNvPr>
          <p:cNvSpPr/>
          <p:nvPr/>
        </p:nvSpPr>
        <p:spPr>
          <a:xfrm>
            <a:off x="7186759" y="441923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94C88521-B693-56D7-A6E8-5EA3F5219F5D}"/>
              </a:ext>
            </a:extLst>
          </p:cNvPr>
          <p:cNvSpPr/>
          <p:nvPr/>
        </p:nvSpPr>
        <p:spPr>
          <a:xfrm>
            <a:off x="7339408" y="441923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4306E023-802E-83A1-C657-E7431B322E4E}"/>
              </a:ext>
            </a:extLst>
          </p:cNvPr>
          <p:cNvSpPr/>
          <p:nvPr/>
        </p:nvSpPr>
        <p:spPr>
          <a:xfrm>
            <a:off x="7486081" y="4419237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D66D88C-5073-7C3B-580C-D79AADA53ABE}"/>
              </a:ext>
            </a:extLst>
          </p:cNvPr>
          <p:cNvCxnSpPr>
            <a:cxnSpLocks/>
            <a:stCxn id="4" idx="2"/>
            <a:endCxn id="82" idx="0"/>
          </p:cNvCxnSpPr>
          <p:nvPr/>
        </p:nvCxnSpPr>
        <p:spPr>
          <a:xfrm flipH="1">
            <a:off x="1758945" y="1203598"/>
            <a:ext cx="4752" cy="10680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18451EB-2220-1FE7-9DFC-6B74679650F4}"/>
              </a:ext>
            </a:extLst>
          </p:cNvPr>
          <p:cNvCxnSpPr>
            <a:cxnSpLocks/>
            <a:stCxn id="73" idx="0"/>
            <a:endCxn id="82" idx="2"/>
          </p:cNvCxnSpPr>
          <p:nvPr/>
        </p:nvCxnSpPr>
        <p:spPr>
          <a:xfrm flipV="1">
            <a:off x="1535222" y="2703128"/>
            <a:ext cx="223723" cy="15720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5548470F-0E49-F36A-6A14-95EED6A2F4F6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1684964" y="2703128"/>
            <a:ext cx="73981" cy="9960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C9D97398-D172-8926-1123-80749FEBA9D7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1758945" y="2703128"/>
            <a:ext cx="0" cy="9302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CF5C9AAA-D00D-F264-419C-C30C4F722A45}"/>
              </a:ext>
            </a:extLst>
          </p:cNvPr>
          <p:cNvCxnSpPr>
            <a:cxnSpLocks/>
            <a:stCxn id="74" idx="0"/>
            <a:endCxn id="128" idx="2"/>
          </p:cNvCxnSpPr>
          <p:nvPr/>
        </p:nvCxnSpPr>
        <p:spPr>
          <a:xfrm flipV="1">
            <a:off x="2543333" y="3424415"/>
            <a:ext cx="0" cy="8508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4649A7BC-4124-7D88-90F1-4A7138982CAF}"/>
              </a:ext>
            </a:extLst>
          </p:cNvPr>
          <p:cNvCxnSpPr>
            <a:cxnSpLocks/>
            <a:stCxn id="5" idx="2"/>
            <a:endCxn id="116" idx="0"/>
          </p:cNvCxnSpPr>
          <p:nvPr/>
        </p:nvCxnSpPr>
        <p:spPr>
          <a:xfrm>
            <a:off x="2771808" y="1203598"/>
            <a:ext cx="0" cy="426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07AA66A6-0E15-4118-9F0E-1728EFA39118}"/>
              </a:ext>
            </a:extLst>
          </p:cNvPr>
          <p:cNvSpPr/>
          <p:nvPr/>
        </p:nvSpPr>
        <p:spPr>
          <a:xfrm>
            <a:off x="1309188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Snapshot </a:t>
            </a:r>
            <a:r>
              <a:rPr kumimoji="1" lang="en-US" altLang="ko-KR" sz="800" b="1">
                <a:solidFill>
                  <a:schemeClr val="tx1"/>
                </a:solidFill>
              </a:rPr>
              <a:t>(V1)</a:t>
            </a:r>
          </a:p>
        </p:txBody>
      </p:sp>
      <p:sp>
        <p:nvSpPr>
          <p:cNvPr id="113" name="모서리가 둥근 직사각형 112">
            <a:extLst>
              <a:ext uri="{FF2B5EF4-FFF2-40B4-BE49-F238E27FC236}">
                <a16:creationId xmlns:a16="http://schemas.microsoft.com/office/drawing/2014/main" id="{8D60E41F-2C41-DB05-5065-F549A6E21F21}"/>
              </a:ext>
            </a:extLst>
          </p:cNvPr>
          <p:cNvSpPr/>
          <p:nvPr/>
        </p:nvSpPr>
        <p:spPr>
          <a:xfrm>
            <a:off x="2322051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ClusterInfo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(Immutable)</a:t>
            </a:r>
          </a:p>
        </p:txBody>
      </p:sp>
      <p:sp>
        <p:nvSpPr>
          <p:cNvPr id="116" name="모서리가 둥근 직사각형 115">
            <a:extLst>
              <a:ext uri="{FF2B5EF4-FFF2-40B4-BE49-F238E27FC236}">
                <a16:creationId xmlns:a16="http://schemas.microsoft.com/office/drawing/2014/main" id="{4168A5B4-D365-EAC8-B7C3-28128C47A7F7}"/>
              </a:ext>
            </a:extLst>
          </p:cNvPr>
          <p:cNvSpPr/>
          <p:nvPr/>
        </p:nvSpPr>
        <p:spPr>
          <a:xfrm>
            <a:off x="2322051" y="162988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17" name="모서리가 둥근 직사각형 116">
            <a:extLst>
              <a:ext uri="{FF2B5EF4-FFF2-40B4-BE49-F238E27FC236}">
                <a16:creationId xmlns:a16="http://schemas.microsoft.com/office/drawing/2014/main" id="{C2F83C01-69EB-2F0A-9A2C-66AEC36021A8}"/>
              </a:ext>
            </a:extLst>
          </p:cNvPr>
          <p:cNvSpPr/>
          <p:nvPr/>
        </p:nvSpPr>
        <p:spPr>
          <a:xfrm>
            <a:off x="2255255" y="287950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ECAD86BD-7585-7590-7F1E-38736DE984D3}"/>
              </a:ext>
            </a:extLst>
          </p:cNvPr>
          <p:cNvSpPr/>
          <p:nvPr/>
        </p:nvSpPr>
        <p:spPr>
          <a:xfrm>
            <a:off x="2174838" y="2936212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74095836-6B3C-7619-548E-F406D5521EC8}"/>
              </a:ext>
            </a:extLst>
          </p:cNvPr>
          <p:cNvSpPr/>
          <p:nvPr/>
        </p:nvSpPr>
        <p:spPr>
          <a:xfrm>
            <a:off x="2093576" y="299292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0866D922-B519-281D-97D6-D2DDCF8EFEDF}"/>
              </a:ext>
            </a:extLst>
          </p:cNvPr>
          <p:cNvCxnSpPr>
            <a:cxnSpLocks/>
            <a:stCxn id="128" idx="0"/>
            <a:endCxn id="113" idx="2"/>
          </p:cNvCxnSpPr>
          <p:nvPr/>
        </p:nvCxnSpPr>
        <p:spPr>
          <a:xfrm flipV="1">
            <a:off x="2543333" y="2703128"/>
            <a:ext cx="228475" cy="289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7F96B5AA-BB73-0A20-ED7B-34B2DB4F5DD7}"/>
              </a:ext>
            </a:extLst>
          </p:cNvPr>
          <p:cNvCxnSpPr>
            <a:cxnSpLocks/>
            <a:stCxn id="116" idx="2"/>
            <a:endCxn id="113" idx="0"/>
          </p:cNvCxnSpPr>
          <p:nvPr/>
        </p:nvCxnSpPr>
        <p:spPr>
          <a:xfrm>
            <a:off x="2771808" y="2061375"/>
            <a:ext cx="0" cy="2102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5B47143D-69EF-D234-DF58-F3B0A6A6811C}"/>
              </a:ext>
            </a:extLst>
          </p:cNvPr>
          <p:cNvCxnSpPr>
            <a:cxnSpLocks/>
            <a:stCxn id="118" idx="0"/>
            <a:endCxn id="113" idx="2"/>
          </p:cNvCxnSpPr>
          <p:nvPr/>
        </p:nvCxnSpPr>
        <p:spPr>
          <a:xfrm flipV="1">
            <a:off x="2624595" y="2703128"/>
            <a:ext cx="147213" cy="233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29F22B5C-830D-2C4F-22BA-DA34CA2AD8AC}"/>
              </a:ext>
            </a:extLst>
          </p:cNvPr>
          <p:cNvCxnSpPr>
            <a:cxnSpLocks/>
            <a:stCxn id="117" idx="0"/>
            <a:endCxn id="113" idx="2"/>
          </p:cNvCxnSpPr>
          <p:nvPr/>
        </p:nvCxnSpPr>
        <p:spPr>
          <a:xfrm flipV="1">
            <a:off x="2705012" y="2703128"/>
            <a:ext cx="66796" cy="176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모서리가 둥근 직사각형 176">
            <a:extLst>
              <a:ext uri="{FF2B5EF4-FFF2-40B4-BE49-F238E27FC236}">
                <a16:creationId xmlns:a16="http://schemas.microsoft.com/office/drawing/2014/main" id="{52719281-EDC6-90AC-C86C-802ACC43C275}"/>
              </a:ext>
            </a:extLst>
          </p:cNvPr>
          <p:cNvSpPr/>
          <p:nvPr/>
        </p:nvSpPr>
        <p:spPr>
          <a:xfrm>
            <a:off x="4338274" y="256143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(V1)</a:t>
            </a:r>
          </a:p>
        </p:txBody>
      </p:sp>
      <p:sp>
        <p:nvSpPr>
          <p:cNvPr id="178" name="모서리가 둥근 직사각형 177">
            <a:extLst>
              <a:ext uri="{FF2B5EF4-FFF2-40B4-BE49-F238E27FC236}">
                <a16:creationId xmlns:a16="http://schemas.microsoft.com/office/drawing/2014/main" id="{8A10E360-839B-97F7-38D0-F0B1834212D1}"/>
              </a:ext>
            </a:extLst>
          </p:cNvPr>
          <p:cNvSpPr/>
          <p:nvPr/>
        </p:nvSpPr>
        <p:spPr>
          <a:xfrm>
            <a:off x="4338274" y="1898289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(V2)</a:t>
            </a: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864C2B0C-FCB6-811C-6636-1B66069D6B63}"/>
              </a:ext>
            </a:extLst>
          </p:cNvPr>
          <p:cNvCxnSpPr>
            <a:cxnSpLocks/>
            <a:stCxn id="7" idx="2"/>
            <a:endCxn id="178" idx="0"/>
          </p:cNvCxnSpPr>
          <p:nvPr/>
        </p:nvCxnSpPr>
        <p:spPr>
          <a:xfrm>
            <a:off x="4788031" y="1203598"/>
            <a:ext cx="0" cy="694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2B22A58B-2249-C4F0-DFD5-1C967965B960}"/>
              </a:ext>
            </a:extLst>
          </p:cNvPr>
          <p:cNvCxnSpPr>
            <a:cxnSpLocks/>
            <a:stCxn id="76" idx="0"/>
            <a:endCxn id="178" idx="2"/>
          </p:cNvCxnSpPr>
          <p:nvPr/>
        </p:nvCxnSpPr>
        <p:spPr>
          <a:xfrm flipV="1">
            <a:off x="4559556" y="2329781"/>
            <a:ext cx="228475" cy="1945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0AAA9AAA-B6FD-C4BC-19E5-91017D96F3E6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4695970" y="2992923"/>
            <a:ext cx="92061" cy="7158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E068A5F8-CB1C-06D2-03FA-D755239995B3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4788030" y="2992923"/>
            <a:ext cx="1" cy="641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모서리가 둥근 직사각형 208">
            <a:extLst>
              <a:ext uri="{FF2B5EF4-FFF2-40B4-BE49-F238E27FC236}">
                <a16:creationId xmlns:a16="http://schemas.microsoft.com/office/drawing/2014/main" id="{6DEE2DA8-558D-B8C0-226E-D20FE6A9B3DA}"/>
              </a:ext>
            </a:extLst>
          </p:cNvPr>
          <p:cNvSpPr/>
          <p:nvPr/>
        </p:nvSpPr>
        <p:spPr>
          <a:xfrm>
            <a:off x="5355607" y="256143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V1</a:t>
            </a:r>
          </a:p>
        </p:txBody>
      </p:sp>
      <p:sp>
        <p:nvSpPr>
          <p:cNvPr id="210" name="모서리가 둥근 직사각형 209">
            <a:extLst>
              <a:ext uri="{FF2B5EF4-FFF2-40B4-BE49-F238E27FC236}">
                <a16:creationId xmlns:a16="http://schemas.microsoft.com/office/drawing/2014/main" id="{7031BAC0-4674-34D4-571F-CA1EA16F25A5}"/>
              </a:ext>
            </a:extLst>
          </p:cNvPr>
          <p:cNvSpPr/>
          <p:nvPr/>
        </p:nvSpPr>
        <p:spPr>
          <a:xfrm>
            <a:off x="5355607" y="1898289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Config </a:t>
            </a:r>
            <a:r>
              <a:rPr kumimoji="1" lang="en-US" altLang="ko-KR" sz="800" b="1">
                <a:solidFill>
                  <a:schemeClr val="tx1"/>
                </a:solidFill>
              </a:rPr>
              <a:t>V2</a:t>
            </a:r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22D9AA29-E792-FA00-7B75-062B96E52025}"/>
              </a:ext>
            </a:extLst>
          </p:cNvPr>
          <p:cNvCxnSpPr>
            <a:cxnSpLocks/>
            <a:endCxn id="210" idx="0"/>
          </p:cNvCxnSpPr>
          <p:nvPr/>
        </p:nvCxnSpPr>
        <p:spPr>
          <a:xfrm>
            <a:off x="5805364" y="1203598"/>
            <a:ext cx="0" cy="694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9BFA9769-B289-422E-CFD3-A1865699F006}"/>
              </a:ext>
            </a:extLst>
          </p:cNvPr>
          <p:cNvCxnSpPr>
            <a:cxnSpLocks/>
            <a:endCxn id="210" idx="2"/>
          </p:cNvCxnSpPr>
          <p:nvPr/>
        </p:nvCxnSpPr>
        <p:spPr>
          <a:xfrm flipV="1">
            <a:off x="5576889" y="2329781"/>
            <a:ext cx="228475" cy="1945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EFB9931E-FDAA-979A-362F-B43C541BF0B5}"/>
              </a:ext>
            </a:extLst>
          </p:cNvPr>
          <p:cNvCxnSpPr>
            <a:cxnSpLocks/>
            <a:endCxn id="210" idx="2"/>
          </p:cNvCxnSpPr>
          <p:nvPr/>
        </p:nvCxnSpPr>
        <p:spPr>
          <a:xfrm flipV="1">
            <a:off x="5733535" y="2329781"/>
            <a:ext cx="71829" cy="13710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B33BB719-3DD7-171D-8D45-0074E9D2C32F}"/>
              </a:ext>
            </a:extLst>
          </p:cNvPr>
          <p:cNvCxnSpPr>
            <a:cxnSpLocks/>
            <a:endCxn id="209" idx="2"/>
          </p:cNvCxnSpPr>
          <p:nvPr/>
        </p:nvCxnSpPr>
        <p:spPr>
          <a:xfrm flipV="1">
            <a:off x="5805364" y="2992923"/>
            <a:ext cx="0" cy="6342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A4AAAB4E-F43C-1B3F-8B2F-9A13F5D8C412}"/>
              </a:ext>
            </a:extLst>
          </p:cNvPr>
          <p:cNvSpPr/>
          <p:nvPr/>
        </p:nvSpPr>
        <p:spPr>
          <a:xfrm>
            <a:off x="3334408" y="2271636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(Atomic)</a:t>
            </a:r>
          </a:p>
        </p:txBody>
      </p:sp>
      <p:sp>
        <p:nvSpPr>
          <p:cNvPr id="233" name="모서리가 둥근 직사각형 232">
            <a:extLst>
              <a:ext uri="{FF2B5EF4-FFF2-40B4-BE49-F238E27FC236}">
                <a16:creationId xmlns:a16="http://schemas.microsoft.com/office/drawing/2014/main" id="{E8167EF0-FB9F-D2A8-D34D-0EA506D27EF0}"/>
              </a:ext>
            </a:extLst>
          </p:cNvPr>
          <p:cNvSpPr/>
          <p:nvPr/>
        </p:nvSpPr>
        <p:spPr>
          <a:xfrm>
            <a:off x="3334408" y="162988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TlsCache</a:t>
            </a:r>
          </a:p>
        </p:txBody>
      </p:sp>
      <p:cxnSp>
        <p:nvCxnSpPr>
          <p:cNvPr id="237" name="직선 화살표 연결선 236">
            <a:extLst>
              <a:ext uri="{FF2B5EF4-FFF2-40B4-BE49-F238E27FC236}">
                <a16:creationId xmlns:a16="http://schemas.microsoft.com/office/drawing/2014/main" id="{943E702F-1859-DCF5-66FD-7797D7D301CD}"/>
              </a:ext>
            </a:extLst>
          </p:cNvPr>
          <p:cNvCxnSpPr>
            <a:cxnSpLocks/>
            <a:stCxn id="233" idx="2"/>
            <a:endCxn id="232" idx="0"/>
          </p:cNvCxnSpPr>
          <p:nvPr/>
        </p:nvCxnSpPr>
        <p:spPr>
          <a:xfrm>
            <a:off x="3784165" y="2061375"/>
            <a:ext cx="0" cy="2102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16EE1892-09B4-4AB9-B57B-2543136F60F8}"/>
              </a:ext>
            </a:extLst>
          </p:cNvPr>
          <p:cNvCxnSpPr>
            <a:cxnSpLocks/>
            <a:endCxn id="232" idx="2"/>
          </p:cNvCxnSpPr>
          <p:nvPr/>
        </p:nvCxnSpPr>
        <p:spPr>
          <a:xfrm flipV="1">
            <a:off x="3717369" y="2703128"/>
            <a:ext cx="66796" cy="176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877BE46B-131B-F88A-D7D7-9D3AA29376A3}"/>
              </a:ext>
            </a:extLst>
          </p:cNvPr>
          <p:cNvCxnSpPr>
            <a:cxnSpLocks/>
            <a:stCxn id="6" idx="2"/>
            <a:endCxn id="233" idx="0"/>
          </p:cNvCxnSpPr>
          <p:nvPr/>
        </p:nvCxnSpPr>
        <p:spPr>
          <a:xfrm>
            <a:off x="3779926" y="1203598"/>
            <a:ext cx="4239" cy="426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화살표 연결선 242">
            <a:extLst>
              <a:ext uri="{FF2B5EF4-FFF2-40B4-BE49-F238E27FC236}">
                <a16:creationId xmlns:a16="http://schemas.microsoft.com/office/drawing/2014/main" id="{2483D3EC-720F-0D00-03E4-968BFB0D888E}"/>
              </a:ext>
            </a:extLst>
          </p:cNvPr>
          <p:cNvCxnSpPr>
            <a:cxnSpLocks/>
          </p:cNvCxnSpPr>
          <p:nvPr/>
        </p:nvCxnSpPr>
        <p:spPr>
          <a:xfrm flipV="1">
            <a:off x="2617201" y="3420759"/>
            <a:ext cx="0" cy="2783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EEE82B40-2E09-7E46-F157-1FCE9282B0EE}"/>
              </a:ext>
            </a:extLst>
          </p:cNvPr>
          <p:cNvCxnSpPr>
            <a:cxnSpLocks/>
          </p:cNvCxnSpPr>
          <p:nvPr/>
        </p:nvCxnSpPr>
        <p:spPr>
          <a:xfrm flipV="1">
            <a:off x="2679748" y="3420759"/>
            <a:ext cx="0" cy="2063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B82DE242-108B-A2C3-6318-B920F4B7995C}"/>
              </a:ext>
            </a:extLst>
          </p:cNvPr>
          <p:cNvCxnSpPr>
            <a:cxnSpLocks/>
            <a:stCxn id="75" idx="0"/>
            <a:endCxn id="260" idx="2"/>
          </p:cNvCxnSpPr>
          <p:nvPr/>
        </p:nvCxnSpPr>
        <p:spPr>
          <a:xfrm flipV="1">
            <a:off x="3551451" y="3424415"/>
            <a:ext cx="3590" cy="8508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5D13F572-1CF0-0478-D347-AB1E41B89AFF}"/>
              </a:ext>
            </a:extLst>
          </p:cNvPr>
          <p:cNvSpPr/>
          <p:nvPr/>
        </p:nvSpPr>
        <p:spPr>
          <a:xfrm>
            <a:off x="3266963" y="2879501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59" name="모서리가 둥근 직사각형 258">
            <a:extLst>
              <a:ext uri="{FF2B5EF4-FFF2-40B4-BE49-F238E27FC236}">
                <a16:creationId xmlns:a16="http://schemas.microsoft.com/office/drawing/2014/main" id="{6B04F042-E887-BD54-598F-E571735D9921}"/>
              </a:ext>
            </a:extLst>
          </p:cNvPr>
          <p:cNvSpPr/>
          <p:nvPr/>
        </p:nvSpPr>
        <p:spPr>
          <a:xfrm>
            <a:off x="3186546" y="2936212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ClusterEntry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E4C75B86-8612-FEEF-856C-15E675F2AE34}"/>
              </a:ext>
            </a:extLst>
          </p:cNvPr>
          <p:cNvSpPr/>
          <p:nvPr/>
        </p:nvSpPr>
        <p:spPr>
          <a:xfrm>
            <a:off x="3105284" y="2992923"/>
            <a:ext cx="899513" cy="431492"/>
          </a:xfrm>
          <a:prstGeom prst="roundRect">
            <a:avLst>
              <a:gd name="adj" fmla="val 1219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TlsCache</a:t>
            </a:r>
          </a:p>
        </p:txBody>
      </p: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CC051898-9BB2-A1B4-9B8B-9FB55307A815}"/>
              </a:ext>
            </a:extLst>
          </p:cNvPr>
          <p:cNvCxnSpPr>
            <a:cxnSpLocks/>
          </p:cNvCxnSpPr>
          <p:nvPr/>
        </p:nvCxnSpPr>
        <p:spPr>
          <a:xfrm flipV="1">
            <a:off x="3633201" y="3420759"/>
            <a:ext cx="0" cy="2783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3A46154E-79A7-9BA2-8FAE-BF75D9E04C0F}"/>
              </a:ext>
            </a:extLst>
          </p:cNvPr>
          <p:cNvCxnSpPr>
            <a:cxnSpLocks/>
          </p:cNvCxnSpPr>
          <p:nvPr/>
        </p:nvCxnSpPr>
        <p:spPr>
          <a:xfrm flipV="1">
            <a:off x="3695748" y="3420759"/>
            <a:ext cx="0" cy="2135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6C22B6CB-6938-B51F-7C42-3354414CABFB}"/>
              </a:ext>
            </a:extLst>
          </p:cNvPr>
          <p:cNvCxnSpPr>
            <a:cxnSpLocks/>
            <a:stCxn id="260" idx="0"/>
            <a:endCxn id="232" idx="2"/>
          </p:cNvCxnSpPr>
          <p:nvPr/>
        </p:nvCxnSpPr>
        <p:spPr>
          <a:xfrm flipV="1">
            <a:off x="3555041" y="2703128"/>
            <a:ext cx="229124" cy="289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2357984D-0D53-2605-5BA4-13241AC444FF}"/>
              </a:ext>
            </a:extLst>
          </p:cNvPr>
          <p:cNvCxnSpPr>
            <a:cxnSpLocks/>
            <a:stCxn id="259" idx="0"/>
            <a:endCxn id="232" idx="2"/>
          </p:cNvCxnSpPr>
          <p:nvPr/>
        </p:nvCxnSpPr>
        <p:spPr>
          <a:xfrm flipV="1">
            <a:off x="3636303" y="2703128"/>
            <a:ext cx="147862" cy="233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433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CB30261-3B93-4244-8677-F4C91C21CEAB}"/>
              </a:ext>
            </a:extLst>
          </p:cNvPr>
          <p:cNvSpPr/>
          <p:nvPr/>
        </p:nvSpPr>
        <p:spPr>
          <a:xfrm>
            <a:off x="1044962" y="123478"/>
            <a:ext cx="5683726" cy="94265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36B8331-4069-DB72-9261-97B24BB858F4}"/>
              </a:ext>
            </a:extLst>
          </p:cNvPr>
          <p:cNvSpPr/>
          <p:nvPr/>
        </p:nvSpPr>
        <p:spPr>
          <a:xfrm>
            <a:off x="1132236" y="359141"/>
            <a:ext cx="5508597" cy="648072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DCD7A80-C80D-27E8-CC5B-74F2D8E24D7F}"/>
              </a:ext>
            </a:extLst>
          </p:cNvPr>
          <p:cNvGrpSpPr/>
          <p:nvPr/>
        </p:nvGrpSpPr>
        <p:grpSpPr>
          <a:xfrm>
            <a:off x="1220608" y="594803"/>
            <a:ext cx="4948907" cy="294578"/>
            <a:chOff x="1220608" y="594803"/>
            <a:chExt cx="4948907" cy="29457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09BAF99-EA5E-D16A-1A5C-C26814FB39A2}"/>
                </a:ext>
              </a:extLst>
            </p:cNvPr>
            <p:cNvSpPr/>
            <p:nvPr/>
          </p:nvSpPr>
          <p:spPr>
            <a:xfrm>
              <a:off x="1220608" y="594803"/>
              <a:ext cx="824818" cy="294578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[0]</a:t>
              </a:r>
              <a:endParaRPr kumimoji="1" lang="ko-KR" altLang="en-US" sz="80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Runtime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A9D0C57-F6DA-D5DA-83DE-D6BD12814C0B}"/>
                </a:ext>
              </a:extLst>
            </p:cNvPr>
            <p:cNvSpPr/>
            <p:nvPr/>
          </p:nvSpPr>
          <p:spPr>
            <a:xfrm>
              <a:off x="2045427" y="594803"/>
              <a:ext cx="824819" cy="294578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[1]</a:t>
              </a:r>
              <a:endParaRPr kumimoji="1" lang="ko-KR" altLang="en-US" sz="80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ClusterManager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85B0C94-AF95-C682-A49F-5E2FD4A8C534}"/>
                </a:ext>
              </a:extLst>
            </p:cNvPr>
            <p:cNvSpPr/>
            <p:nvPr/>
          </p:nvSpPr>
          <p:spPr>
            <a:xfrm>
              <a:off x="2870250" y="594803"/>
              <a:ext cx="824819" cy="294578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[2]</a:t>
              </a:r>
              <a:endParaRPr kumimoji="1" lang="ko-KR" altLang="en-US" sz="80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Stats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56E225E-F0DB-DCEB-21CA-5C9B06495ED8}"/>
                </a:ext>
              </a:extLst>
            </p:cNvPr>
            <p:cNvSpPr/>
            <p:nvPr/>
          </p:nvSpPr>
          <p:spPr>
            <a:xfrm>
              <a:off x="3695064" y="594803"/>
              <a:ext cx="824819" cy="294578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[3]</a:t>
              </a:r>
              <a:endParaRPr kumimoji="1" lang="ko-KR" altLang="en-US" sz="80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RouteConfig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96AE8D-EAF7-D7E9-E846-B3411CAFE4D8}"/>
                </a:ext>
              </a:extLst>
            </p:cNvPr>
            <p:cNvSpPr/>
            <p:nvPr/>
          </p:nvSpPr>
          <p:spPr>
            <a:xfrm>
              <a:off x="4519885" y="594803"/>
              <a:ext cx="824819" cy="294578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[4]</a:t>
              </a:r>
              <a:endParaRPr kumimoji="1" lang="ko-KR" altLang="en-US" sz="80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RateLimit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C84D422-778D-8B60-80BA-2D92C1AC875B}"/>
                </a:ext>
              </a:extLst>
            </p:cNvPr>
            <p:cNvSpPr/>
            <p:nvPr/>
          </p:nvSpPr>
          <p:spPr>
            <a:xfrm>
              <a:off x="5344696" y="594803"/>
              <a:ext cx="824819" cy="294578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[5]</a:t>
              </a:r>
              <a:endParaRPr kumimoji="1" lang="ko-KR" altLang="en-US" sz="80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>
                  <a:solidFill>
                    <a:sysClr val="windowText" lastClr="000000"/>
                  </a:solidFill>
                </a:rPr>
                <a:t>DNS Cache</a:t>
              </a: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C6A056AC-D53D-264F-A41C-93A781161998}"/>
              </a:ext>
            </a:extLst>
          </p:cNvPr>
          <p:cNvSpPr/>
          <p:nvPr/>
        </p:nvSpPr>
        <p:spPr>
          <a:xfrm>
            <a:off x="6257003" y="1307763"/>
            <a:ext cx="37406" cy="3740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B3C0ACC-5CF9-08A8-BD52-CF101106F81E}"/>
              </a:ext>
            </a:extLst>
          </p:cNvPr>
          <p:cNvSpPr/>
          <p:nvPr/>
        </p:nvSpPr>
        <p:spPr>
          <a:xfrm>
            <a:off x="6381898" y="1307763"/>
            <a:ext cx="37406" cy="3740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C237F99-9ED8-0641-75B2-315EAF365ABB}"/>
              </a:ext>
            </a:extLst>
          </p:cNvPr>
          <p:cNvSpPr/>
          <p:nvPr/>
        </p:nvSpPr>
        <p:spPr>
          <a:xfrm>
            <a:off x="6501903" y="1307763"/>
            <a:ext cx="39851" cy="398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A09B9434-93F1-9E92-F7E1-B6337374D07D}"/>
              </a:ext>
            </a:extLst>
          </p:cNvPr>
          <p:cNvSpPr/>
          <p:nvPr/>
        </p:nvSpPr>
        <p:spPr>
          <a:xfrm>
            <a:off x="323528" y="3606047"/>
            <a:ext cx="5683726" cy="94265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Worker Thread A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9D4BD7C3-7784-938B-FC98-C0BEE3CAAED0}"/>
              </a:ext>
            </a:extLst>
          </p:cNvPr>
          <p:cNvSpPr/>
          <p:nvPr/>
        </p:nvSpPr>
        <p:spPr>
          <a:xfrm>
            <a:off x="410802" y="3841710"/>
            <a:ext cx="5508597" cy="648072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 b="1">
                <a:solidFill>
                  <a:schemeClr val="tx1"/>
                </a:solidFill>
              </a:rPr>
              <a:t>TLS</a:t>
            </a:r>
            <a:r>
              <a:rPr kumimoji="1" lang="ko-KR" altLang="en-US" sz="700" b="1">
                <a:solidFill>
                  <a:schemeClr val="tx1"/>
                </a:solidFill>
              </a:rPr>
              <a:t> </a:t>
            </a:r>
            <a:r>
              <a:rPr kumimoji="1" lang="en-US" altLang="ko-KR" sz="700" b="1">
                <a:solidFill>
                  <a:schemeClr val="tx1"/>
                </a:solidFill>
              </a:rPr>
              <a:t>(Thread Local Storage)</a:t>
            </a:r>
            <a:endParaRPr kumimoji="1" lang="ko-KR" altLang="en-US" sz="700" b="1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FCC1D6F-022B-0FB3-C58D-E21E8829101F}"/>
              </a:ext>
            </a:extLst>
          </p:cNvPr>
          <p:cNvSpPr/>
          <p:nvPr/>
        </p:nvSpPr>
        <p:spPr>
          <a:xfrm>
            <a:off x="499174" y="4077372"/>
            <a:ext cx="824818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[0]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903C5DA-A01E-F0DE-5138-A1DE77DC9D56}"/>
              </a:ext>
            </a:extLst>
          </p:cNvPr>
          <p:cNvSpPr/>
          <p:nvPr/>
        </p:nvSpPr>
        <p:spPr>
          <a:xfrm>
            <a:off x="1323993" y="4077372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[1]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8E4AD8B-B787-92FB-58E5-1E508E735246}"/>
              </a:ext>
            </a:extLst>
          </p:cNvPr>
          <p:cNvSpPr/>
          <p:nvPr/>
        </p:nvSpPr>
        <p:spPr>
          <a:xfrm>
            <a:off x="2148816" y="4077372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[2]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0BE84F1-89F4-6567-C348-6E14D5E2A40D}"/>
              </a:ext>
            </a:extLst>
          </p:cNvPr>
          <p:cNvSpPr/>
          <p:nvPr/>
        </p:nvSpPr>
        <p:spPr>
          <a:xfrm>
            <a:off x="2973630" y="4077372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[3]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3F8BDD3-2EE0-43EB-4C7A-917A04433524}"/>
              </a:ext>
            </a:extLst>
          </p:cNvPr>
          <p:cNvSpPr/>
          <p:nvPr/>
        </p:nvSpPr>
        <p:spPr>
          <a:xfrm>
            <a:off x="3798451" y="4077372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[4]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7655948-E457-4580-59A5-29A1F5E790AE}"/>
              </a:ext>
            </a:extLst>
          </p:cNvPr>
          <p:cNvSpPr/>
          <p:nvPr/>
        </p:nvSpPr>
        <p:spPr>
          <a:xfrm>
            <a:off x="4623262" y="4077372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[5]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146BCDF7-7462-95A2-91FD-31F0354C83CF}"/>
              </a:ext>
            </a:extLst>
          </p:cNvPr>
          <p:cNvSpPr/>
          <p:nvPr/>
        </p:nvSpPr>
        <p:spPr>
          <a:xfrm>
            <a:off x="5535569" y="4195204"/>
            <a:ext cx="37406" cy="3740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08D1577-9FAD-7A51-A55F-F5618FB33A72}"/>
              </a:ext>
            </a:extLst>
          </p:cNvPr>
          <p:cNvSpPr/>
          <p:nvPr/>
        </p:nvSpPr>
        <p:spPr>
          <a:xfrm>
            <a:off x="5660464" y="4195203"/>
            <a:ext cx="37406" cy="3740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15572C8-C05F-51CB-3451-1186DA68B159}"/>
              </a:ext>
            </a:extLst>
          </p:cNvPr>
          <p:cNvSpPr/>
          <p:nvPr/>
        </p:nvSpPr>
        <p:spPr>
          <a:xfrm>
            <a:off x="5780469" y="4195203"/>
            <a:ext cx="39851" cy="398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/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BF74E17D-6EE7-A2EE-A5B9-C42AC93486DD}"/>
              </a:ext>
            </a:extLst>
          </p:cNvPr>
          <p:cNvSpPr/>
          <p:nvPr/>
        </p:nvSpPr>
        <p:spPr>
          <a:xfrm>
            <a:off x="2627784" y="2421188"/>
            <a:ext cx="5683726" cy="94265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Worker Thread B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1CE2C55F-26F5-74F4-1529-F60F80EB213F}"/>
              </a:ext>
            </a:extLst>
          </p:cNvPr>
          <p:cNvSpPr/>
          <p:nvPr/>
        </p:nvSpPr>
        <p:spPr>
          <a:xfrm>
            <a:off x="2715058" y="2656850"/>
            <a:ext cx="5508597" cy="648072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700" b="1">
                <a:solidFill>
                  <a:schemeClr val="tx1"/>
                </a:solidFill>
              </a:rPr>
              <a:t>TLS</a:t>
            </a:r>
            <a:r>
              <a:rPr kumimoji="1" lang="ko-KR" altLang="en-US" sz="700" b="1">
                <a:solidFill>
                  <a:schemeClr val="tx1"/>
                </a:solidFill>
              </a:rPr>
              <a:t> </a:t>
            </a:r>
            <a:r>
              <a:rPr kumimoji="1" lang="en-US" altLang="ko-KR" sz="700" b="1">
                <a:solidFill>
                  <a:schemeClr val="tx1"/>
                </a:solidFill>
              </a:rPr>
              <a:t>(Thread Local Storage)</a:t>
            </a:r>
            <a:endParaRPr kumimoji="1" lang="ko-KR" altLang="en-US" sz="700" b="1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DD48B6F-AFA2-B839-9BB9-6DA220D20D76}"/>
              </a:ext>
            </a:extLst>
          </p:cNvPr>
          <p:cNvSpPr/>
          <p:nvPr/>
        </p:nvSpPr>
        <p:spPr>
          <a:xfrm>
            <a:off x="2803430" y="2892513"/>
            <a:ext cx="824818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[0]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5B39D5C-2771-EC7A-247A-699AB9485C78}"/>
              </a:ext>
            </a:extLst>
          </p:cNvPr>
          <p:cNvSpPr/>
          <p:nvPr/>
        </p:nvSpPr>
        <p:spPr>
          <a:xfrm>
            <a:off x="3628249" y="2892513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[1]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C8A92E7-04C2-D086-4694-91B6D54A231E}"/>
              </a:ext>
            </a:extLst>
          </p:cNvPr>
          <p:cNvSpPr/>
          <p:nvPr/>
        </p:nvSpPr>
        <p:spPr>
          <a:xfrm>
            <a:off x="4453072" y="2892513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[2]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2CA32EC-525E-B643-5C4C-F659745944C5}"/>
              </a:ext>
            </a:extLst>
          </p:cNvPr>
          <p:cNvSpPr/>
          <p:nvPr/>
        </p:nvSpPr>
        <p:spPr>
          <a:xfrm>
            <a:off x="5277886" y="2892513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[3]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9BE1D8D-ED0E-419D-DAD4-367A9ADBC403}"/>
              </a:ext>
            </a:extLst>
          </p:cNvPr>
          <p:cNvSpPr/>
          <p:nvPr/>
        </p:nvSpPr>
        <p:spPr>
          <a:xfrm>
            <a:off x="6102707" y="2892513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[4]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C83F2EB-797A-CCCE-30F3-574CB603F5E6}"/>
              </a:ext>
            </a:extLst>
          </p:cNvPr>
          <p:cNvSpPr/>
          <p:nvPr/>
        </p:nvSpPr>
        <p:spPr>
          <a:xfrm>
            <a:off x="6927518" y="2892513"/>
            <a:ext cx="824819" cy="2945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[5]</a:t>
            </a:r>
            <a:endParaRPr kumimoji="1" lang="ko-KR" altLang="en-US" sz="7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7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9AA4AFD-048A-CBFD-C977-FBEDA0F90816}"/>
              </a:ext>
            </a:extLst>
          </p:cNvPr>
          <p:cNvSpPr/>
          <p:nvPr/>
        </p:nvSpPr>
        <p:spPr>
          <a:xfrm>
            <a:off x="7839825" y="3010344"/>
            <a:ext cx="37406" cy="3740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6AA5FBB-259A-55E8-6B49-79E095A0FC1D}"/>
              </a:ext>
            </a:extLst>
          </p:cNvPr>
          <p:cNvSpPr/>
          <p:nvPr/>
        </p:nvSpPr>
        <p:spPr>
          <a:xfrm>
            <a:off x="7964720" y="3010343"/>
            <a:ext cx="37406" cy="3740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FF8C2635-365C-9375-8D87-1B99782F0866}"/>
              </a:ext>
            </a:extLst>
          </p:cNvPr>
          <p:cNvSpPr/>
          <p:nvPr/>
        </p:nvSpPr>
        <p:spPr>
          <a:xfrm>
            <a:off x="8084725" y="3010343"/>
            <a:ext cx="39851" cy="398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29967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15F0-AE7F-47E1-71C2-2E74F8B2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4A6DDFE-D705-D06D-33AA-53F92494F8AE}"/>
              </a:ext>
            </a:extLst>
          </p:cNvPr>
          <p:cNvSpPr/>
          <p:nvPr/>
        </p:nvSpPr>
        <p:spPr>
          <a:xfrm>
            <a:off x="1044962" y="123478"/>
            <a:ext cx="6946776" cy="1152128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EC38F6C-7C9B-DED9-BE48-6E0701F2E96A}"/>
              </a:ext>
            </a:extLst>
          </p:cNvPr>
          <p:cNvSpPr/>
          <p:nvPr/>
        </p:nvSpPr>
        <p:spPr>
          <a:xfrm>
            <a:off x="1151630" y="411510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6FE15D-3013-A1ED-9CC0-D82C1F1C80BC}"/>
              </a:ext>
            </a:extLst>
          </p:cNvPr>
          <p:cNvSpPr/>
          <p:nvPr/>
        </p:nvSpPr>
        <p:spPr>
          <a:xfrm>
            <a:off x="1259641" y="699542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976B09-8544-8023-AEEA-A65A934BEAF2}"/>
              </a:ext>
            </a:extLst>
          </p:cNvPr>
          <p:cNvSpPr/>
          <p:nvPr/>
        </p:nvSpPr>
        <p:spPr>
          <a:xfrm>
            <a:off x="2267752" y="69954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E9D46E-4E43-683E-F9B2-789179838FAC}"/>
              </a:ext>
            </a:extLst>
          </p:cNvPr>
          <p:cNvSpPr/>
          <p:nvPr/>
        </p:nvSpPr>
        <p:spPr>
          <a:xfrm>
            <a:off x="3275870" y="69954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B64C17-4936-E997-2CC9-F5552FA2FAF6}"/>
              </a:ext>
            </a:extLst>
          </p:cNvPr>
          <p:cNvSpPr/>
          <p:nvPr/>
        </p:nvSpPr>
        <p:spPr>
          <a:xfrm>
            <a:off x="4283975" y="69954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9E6E67-068E-4CD1-1509-406C8F837039}"/>
              </a:ext>
            </a:extLst>
          </p:cNvPr>
          <p:cNvSpPr/>
          <p:nvPr/>
        </p:nvSpPr>
        <p:spPr>
          <a:xfrm>
            <a:off x="5292090" y="69954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endParaRPr kumimoji="1" lang="en-US" altLang="ko-KR" sz="90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CEAFE7-C50F-80FE-B12E-5DCA42F38B9F}"/>
              </a:ext>
            </a:extLst>
          </p:cNvPr>
          <p:cNvSpPr/>
          <p:nvPr/>
        </p:nvSpPr>
        <p:spPr>
          <a:xfrm>
            <a:off x="6300192" y="699542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FAA7B35-B218-78FC-B8D1-D5A620316A74}"/>
              </a:ext>
            </a:extLst>
          </p:cNvPr>
          <p:cNvSpPr/>
          <p:nvPr/>
        </p:nvSpPr>
        <p:spPr>
          <a:xfrm>
            <a:off x="7415234" y="843558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278ED69-2EEF-65DA-77A6-330102DB0790}"/>
              </a:ext>
            </a:extLst>
          </p:cNvPr>
          <p:cNvSpPr/>
          <p:nvPr/>
        </p:nvSpPr>
        <p:spPr>
          <a:xfrm>
            <a:off x="7567883" y="843557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B53DC9F-F4A9-FEBE-EB14-BD97AB726D5F}"/>
              </a:ext>
            </a:extLst>
          </p:cNvPr>
          <p:cNvSpPr/>
          <p:nvPr/>
        </p:nvSpPr>
        <p:spPr>
          <a:xfrm>
            <a:off x="7714556" y="843557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2B2DDE1D-46C9-8FD9-38BC-03666364B437}"/>
              </a:ext>
            </a:extLst>
          </p:cNvPr>
          <p:cNvSpPr/>
          <p:nvPr/>
        </p:nvSpPr>
        <p:spPr>
          <a:xfrm>
            <a:off x="1044962" y="1635646"/>
            <a:ext cx="6946776" cy="1152128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A15857CB-E829-0F48-9707-09B100A6C446}"/>
              </a:ext>
            </a:extLst>
          </p:cNvPr>
          <p:cNvSpPr/>
          <p:nvPr/>
        </p:nvSpPr>
        <p:spPr>
          <a:xfrm>
            <a:off x="1151630" y="1923678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0624A93-9908-72CB-5961-7A1CC9413847}"/>
              </a:ext>
            </a:extLst>
          </p:cNvPr>
          <p:cNvSpPr/>
          <p:nvPr/>
        </p:nvSpPr>
        <p:spPr>
          <a:xfrm>
            <a:off x="1259641" y="2211710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FC54654-C825-556F-032A-82434423A135}"/>
              </a:ext>
            </a:extLst>
          </p:cNvPr>
          <p:cNvSpPr/>
          <p:nvPr/>
        </p:nvSpPr>
        <p:spPr>
          <a:xfrm>
            <a:off x="2267752" y="2211710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925F5AF-24B5-4681-DB9D-92B7DD509D4B}"/>
              </a:ext>
            </a:extLst>
          </p:cNvPr>
          <p:cNvSpPr/>
          <p:nvPr/>
        </p:nvSpPr>
        <p:spPr>
          <a:xfrm>
            <a:off x="3275870" y="2211710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0F35BA2-40A0-9893-2912-6D44F345769E}"/>
              </a:ext>
            </a:extLst>
          </p:cNvPr>
          <p:cNvSpPr/>
          <p:nvPr/>
        </p:nvSpPr>
        <p:spPr>
          <a:xfrm>
            <a:off x="4283975" y="2211710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BD93007-512E-34CC-2893-A5D81C876B53}"/>
              </a:ext>
            </a:extLst>
          </p:cNvPr>
          <p:cNvSpPr/>
          <p:nvPr/>
        </p:nvSpPr>
        <p:spPr>
          <a:xfrm>
            <a:off x="5292090" y="2211710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7B70168-A8ED-E5B4-5B4C-44BECE1D5D80}"/>
              </a:ext>
            </a:extLst>
          </p:cNvPr>
          <p:cNvSpPr/>
          <p:nvPr/>
        </p:nvSpPr>
        <p:spPr>
          <a:xfrm>
            <a:off x="6300192" y="2211710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2FC63760-5270-448A-709E-9300177D4A32}"/>
              </a:ext>
            </a:extLst>
          </p:cNvPr>
          <p:cNvSpPr/>
          <p:nvPr/>
        </p:nvSpPr>
        <p:spPr>
          <a:xfrm>
            <a:off x="7415234" y="235572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B8869355-2C9E-C4B7-7A6A-930D82537906}"/>
              </a:ext>
            </a:extLst>
          </p:cNvPr>
          <p:cNvSpPr/>
          <p:nvPr/>
        </p:nvSpPr>
        <p:spPr>
          <a:xfrm>
            <a:off x="7567883" y="2355725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2D8B832C-7EDC-9F28-0EFC-505DFA6D6F26}"/>
              </a:ext>
            </a:extLst>
          </p:cNvPr>
          <p:cNvSpPr/>
          <p:nvPr/>
        </p:nvSpPr>
        <p:spPr>
          <a:xfrm>
            <a:off x="7714556" y="2355725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9165CAAD-A64B-F4A3-F8EA-8D8C872E59F9}"/>
              </a:ext>
            </a:extLst>
          </p:cNvPr>
          <p:cNvSpPr/>
          <p:nvPr/>
        </p:nvSpPr>
        <p:spPr>
          <a:xfrm>
            <a:off x="1044962" y="2931790"/>
            <a:ext cx="6946776" cy="1152128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A7F08FDC-5570-8544-CD92-FC8A22A563E1}"/>
              </a:ext>
            </a:extLst>
          </p:cNvPr>
          <p:cNvSpPr/>
          <p:nvPr/>
        </p:nvSpPr>
        <p:spPr>
          <a:xfrm>
            <a:off x="1151630" y="3219822"/>
            <a:ext cx="6732729" cy="792088"/>
          </a:xfrm>
          <a:prstGeom prst="roundRect">
            <a:avLst>
              <a:gd name="adj" fmla="val 7226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8572BE8-281F-D0EE-66A8-535E2726C4EE}"/>
              </a:ext>
            </a:extLst>
          </p:cNvPr>
          <p:cNvSpPr/>
          <p:nvPr/>
        </p:nvSpPr>
        <p:spPr>
          <a:xfrm>
            <a:off x="1259641" y="3507854"/>
            <a:ext cx="1008111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[0]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Runtime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09AD1E8-F426-6008-5603-EA45592B1EA2}"/>
              </a:ext>
            </a:extLst>
          </p:cNvPr>
          <p:cNvSpPr/>
          <p:nvPr/>
        </p:nvSpPr>
        <p:spPr>
          <a:xfrm>
            <a:off x="2267752" y="350785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[1]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ClusterManager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E0DC595-86F2-38B0-FD67-7B514D88D168}"/>
              </a:ext>
            </a:extLst>
          </p:cNvPr>
          <p:cNvSpPr/>
          <p:nvPr/>
        </p:nvSpPr>
        <p:spPr>
          <a:xfrm>
            <a:off x="3275870" y="350785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[2]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Stats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EB6F5C7-9E2E-0194-D567-4A052AD79CFA}"/>
              </a:ext>
            </a:extLst>
          </p:cNvPr>
          <p:cNvSpPr/>
          <p:nvPr/>
        </p:nvSpPr>
        <p:spPr>
          <a:xfrm>
            <a:off x="4283975" y="350785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[3]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RouteConfig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95F0E73-9D10-40A1-1FE7-117A75C6CD4F}"/>
              </a:ext>
            </a:extLst>
          </p:cNvPr>
          <p:cNvSpPr/>
          <p:nvPr/>
        </p:nvSpPr>
        <p:spPr>
          <a:xfrm>
            <a:off x="5292090" y="350785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[4]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RateLimit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AF295A7-E540-3EF3-D117-FABB5F11F3B5}"/>
              </a:ext>
            </a:extLst>
          </p:cNvPr>
          <p:cNvSpPr/>
          <p:nvPr/>
        </p:nvSpPr>
        <p:spPr>
          <a:xfrm>
            <a:off x="6300192" y="3507854"/>
            <a:ext cx="1008112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[5]</a:t>
            </a:r>
            <a:endParaRPr kumimoji="1" lang="ko-KR" altLang="en-US" sz="90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ko-KR" sz="900">
                <a:solidFill>
                  <a:sysClr val="windowText" lastClr="000000"/>
                </a:solidFill>
              </a:rPr>
              <a:t>DNS Cache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A9145B26-2836-6D7A-4436-F442F3400D09}"/>
              </a:ext>
            </a:extLst>
          </p:cNvPr>
          <p:cNvSpPr/>
          <p:nvPr/>
        </p:nvSpPr>
        <p:spPr>
          <a:xfrm>
            <a:off x="7415234" y="3651870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BA9FCAC1-2D8D-CED1-E935-C4E8D7F5F815}"/>
              </a:ext>
            </a:extLst>
          </p:cNvPr>
          <p:cNvSpPr/>
          <p:nvPr/>
        </p:nvSpPr>
        <p:spPr>
          <a:xfrm>
            <a:off x="7567883" y="3651869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CA5BBBF6-26E7-23E6-23AA-7A06ACB82823}"/>
              </a:ext>
            </a:extLst>
          </p:cNvPr>
          <p:cNvSpPr/>
          <p:nvPr/>
        </p:nvSpPr>
        <p:spPr>
          <a:xfrm>
            <a:off x="7714556" y="3651869"/>
            <a:ext cx="48707" cy="487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9EB717-E308-E766-B85F-88013A85A9EA}"/>
              </a:ext>
            </a:extLst>
          </p:cNvPr>
          <p:cNvSpPr/>
          <p:nvPr/>
        </p:nvSpPr>
        <p:spPr>
          <a:xfrm>
            <a:off x="4261115" y="4176865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1DD70024-B70B-C9FA-2547-69DED55DDA6B}"/>
              </a:ext>
            </a:extLst>
          </p:cNvPr>
          <p:cNvSpPr/>
          <p:nvPr/>
        </p:nvSpPr>
        <p:spPr>
          <a:xfrm>
            <a:off x="4261114" y="4323526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2119FA1C-6E68-73A5-4B41-BB90CA9C5692}"/>
              </a:ext>
            </a:extLst>
          </p:cNvPr>
          <p:cNvSpPr/>
          <p:nvPr/>
        </p:nvSpPr>
        <p:spPr>
          <a:xfrm>
            <a:off x="4261113" y="4471113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800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B6B8-1100-9DCD-936D-068E63BF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4AF36200-7405-2E3E-8A73-303EB629911E}"/>
              </a:ext>
            </a:extLst>
          </p:cNvPr>
          <p:cNvSpPr/>
          <p:nvPr/>
        </p:nvSpPr>
        <p:spPr>
          <a:xfrm>
            <a:off x="1949317" y="3207493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2B827CEE-D03A-B71C-88AA-B09B9FD954AB}"/>
              </a:ext>
            </a:extLst>
          </p:cNvPr>
          <p:cNvSpPr/>
          <p:nvPr/>
        </p:nvSpPr>
        <p:spPr>
          <a:xfrm>
            <a:off x="1882643" y="3276023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6DF2995F-B4B2-AE3C-97C7-4A3656672046}"/>
              </a:ext>
            </a:extLst>
          </p:cNvPr>
          <p:cNvSpPr/>
          <p:nvPr/>
        </p:nvSpPr>
        <p:spPr>
          <a:xfrm>
            <a:off x="1812618" y="3351596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1397C267-B464-8DF7-CCC2-0BE22E42E165}"/>
              </a:ext>
            </a:extLst>
          </p:cNvPr>
          <p:cNvSpPr/>
          <p:nvPr/>
        </p:nvSpPr>
        <p:spPr>
          <a:xfrm>
            <a:off x="1619672" y="411510"/>
            <a:ext cx="5598418" cy="4615831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Envoy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99076F6-C545-3C98-60A5-D834094FE228}"/>
              </a:ext>
            </a:extLst>
          </p:cNvPr>
          <p:cNvSpPr/>
          <p:nvPr/>
        </p:nvSpPr>
        <p:spPr>
          <a:xfrm>
            <a:off x="1746423" y="469281"/>
            <a:ext cx="3545657" cy="2487656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B1D8287-A844-6C87-9A0A-30629B1E0AED}"/>
              </a:ext>
            </a:extLst>
          </p:cNvPr>
          <p:cNvSpPr/>
          <p:nvPr/>
        </p:nvSpPr>
        <p:spPr>
          <a:xfrm>
            <a:off x="1746425" y="3422241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500C339-79C5-5932-49E7-84AD2CB65654}"/>
              </a:ext>
            </a:extLst>
          </p:cNvPr>
          <p:cNvSpPr/>
          <p:nvPr/>
        </p:nvSpPr>
        <p:spPr>
          <a:xfrm>
            <a:off x="184357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(UDS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8A2E717-49DD-958B-E79F-31E76167CDDA}"/>
              </a:ext>
            </a:extLst>
          </p:cNvPr>
          <p:cNvSpPr/>
          <p:nvPr/>
        </p:nvSpPr>
        <p:spPr>
          <a:xfrm>
            <a:off x="2992891" y="2105346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57484A8-8F2A-CD5B-FFF3-B6DE96616640}"/>
              </a:ext>
            </a:extLst>
          </p:cNvPr>
          <p:cNvSpPr/>
          <p:nvPr/>
        </p:nvSpPr>
        <p:spPr>
          <a:xfrm>
            <a:off x="1843570" y="915604"/>
            <a:ext cx="1036323" cy="306784"/>
          </a:xfrm>
          <a:prstGeom prst="roundRect">
            <a:avLst>
              <a:gd name="adj" fmla="val 1344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76F3AB6-0ED6-6C1F-C35B-1B7E3641D922}"/>
              </a:ext>
            </a:extLst>
          </p:cNvPr>
          <p:cNvSpPr/>
          <p:nvPr/>
        </p:nvSpPr>
        <p:spPr>
          <a:xfrm>
            <a:off x="1843570" y="210774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654F16C-9421-54F6-6407-2C8C3E70992E}"/>
              </a:ext>
            </a:extLst>
          </p:cNvPr>
          <p:cNvSpPr/>
          <p:nvPr/>
        </p:nvSpPr>
        <p:spPr>
          <a:xfrm>
            <a:off x="5308191" y="3514276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Writer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259A20C-7CC4-C773-DB06-065C0A815847}"/>
              </a:ext>
            </a:extLst>
          </p:cNvPr>
          <p:cNvSpPr/>
          <p:nvPr/>
        </p:nvSpPr>
        <p:spPr>
          <a:xfrm>
            <a:off x="1846734" y="2567307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5B25095-21B0-72ED-AD1F-3D3F7DC03095}"/>
              </a:ext>
            </a:extLst>
          </p:cNvPr>
          <p:cNvSpPr/>
          <p:nvPr/>
        </p:nvSpPr>
        <p:spPr>
          <a:xfrm>
            <a:off x="1846734" y="3514276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745C8BC-BA80-8488-14D3-D9078CD8C49C}"/>
              </a:ext>
            </a:extLst>
          </p:cNvPr>
          <p:cNvSpPr/>
          <p:nvPr/>
        </p:nvSpPr>
        <p:spPr>
          <a:xfrm>
            <a:off x="1840997" y="4223520"/>
            <a:ext cx="83516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(Socket, 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5C75141-4DF7-7B4F-2D9D-658491186751}"/>
              </a:ext>
            </a:extLst>
          </p:cNvPr>
          <p:cNvSpPr/>
          <p:nvPr/>
        </p:nvSpPr>
        <p:spPr>
          <a:xfrm>
            <a:off x="3527039" y="3514276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E3F5FE7A-CD8B-0D09-2879-BEDBCFB383D1}"/>
              </a:ext>
            </a:extLst>
          </p:cNvPr>
          <p:cNvSpPr/>
          <p:nvPr/>
        </p:nvSpPr>
        <p:spPr>
          <a:xfrm>
            <a:off x="3527039" y="2567307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77520CF6-F88F-C216-2E59-E8C35F16A409}"/>
              </a:ext>
            </a:extLst>
          </p:cNvPr>
          <p:cNvSpPr/>
          <p:nvPr/>
        </p:nvSpPr>
        <p:spPr>
          <a:xfrm>
            <a:off x="2851135" y="3974451"/>
            <a:ext cx="3956925" cy="906135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connection/stream state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93F17C86-7957-31E6-303E-B81E183A268F}"/>
              </a:ext>
            </a:extLst>
          </p:cNvPr>
          <p:cNvSpPr/>
          <p:nvPr/>
        </p:nvSpPr>
        <p:spPr>
          <a:xfrm>
            <a:off x="217372" y="4407134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06665D1-79C9-D297-753C-FD48B5B8339B}"/>
              </a:ext>
            </a:extLst>
          </p:cNvPr>
          <p:cNvSpPr/>
          <p:nvPr/>
        </p:nvSpPr>
        <p:spPr>
          <a:xfrm>
            <a:off x="7411036" y="4122031"/>
            <a:ext cx="1209354" cy="301001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F019D3DE-CA4A-5323-43C0-5350424F3240}"/>
              </a:ext>
            </a:extLst>
          </p:cNvPr>
          <p:cNvSpPr/>
          <p:nvPr/>
        </p:nvSpPr>
        <p:spPr>
          <a:xfrm>
            <a:off x="217372" y="3846192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15C6FEC-C8BB-2F55-FCC0-E323D9CFE7B5}"/>
              </a:ext>
            </a:extLst>
          </p:cNvPr>
          <p:cNvSpPr/>
          <p:nvPr/>
        </p:nvSpPr>
        <p:spPr>
          <a:xfrm>
            <a:off x="2968068" y="4081882"/>
            <a:ext cx="1037351" cy="595696"/>
          </a:xfrm>
          <a:prstGeom prst="roundRect">
            <a:avLst>
              <a:gd name="adj" fmla="val 1122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Chain 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9E828422-4066-C00B-0BF0-24C82C9AB0AE}"/>
              </a:ext>
            </a:extLst>
          </p:cNvPr>
          <p:cNvSpPr/>
          <p:nvPr/>
        </p:nvSpPr>
        <p:spPr>
          <a:xfrm>
            <a:off x="4191357" y="4223520"/>
            <a:ext cx="1037351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Socket 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E5FC47A5-366A-5C75-3BB8-4B1428A2FEBD}"/>
              </a:ext>
            </a:extLst>
          </p:cNvPr>
          <p:cNvSpPr/>
          <p:nvPr/>
        </p:nvSpPr>
        <p:spPr>
          <a:xfrm>
            <a:off x="5419351" y="4081882"/>
            <a:ext cx="1309924" cy="595696"/>
          </a:xfrm>
          <a:prstGeom prst="roundRect">
            <a:avLst>
              <a:gd name="adj" fmla="val 8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Network Filter Chain (Timer, LDS, 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F76B9D0-34E5-9A2E-3416-086B0670CC14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4376912"/>
            <a:ext cx="414271" cy="18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B066063-690E-00CD-1301-F9ED8B88002D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676160" y="4376912"/>
            <a:ext cx="29190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1A6F3CC-8439-96C0-21B9-CF19F263E556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005419" y="4376912"/>
            <a:ext cx="18593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9216AD5-5D92-E506-F789-44598E9A41D6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228708" y="4376912"/>
            <a:ext cx="190643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02C99E9-7FD1-1822-1503-86A512D650C5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 flipV="1">
            <a:off x="6729275" y="4272532"/>
            <a:ext cx="681761" cy="107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FF19546-51E8-38CC-7774-6B42FDDF4CB2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>
            <a:off x="1426726" y="3999584"/>
            <a:ext cx="319699" cy="1896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E5F9068-2925-ADA0-57A6-1DCD9081ABDF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4189200"/>
            <a:ext cx="508633" cy="833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E7A2C6C-0FCF-025D-DE70-E5B3BCFE368D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4118555"/>
            <a:ext cx="442440" cy="153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054548F-EB5B-EA7D-5625-52F5B9D5A485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4042982"/>
            <a:ext cx="372415" cy="2295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A3104EEC-DF2D-C83E-A4BC-FAC41C57A0B0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D7FFFDD9-6A6D-5B5B-BF96-239521A7B6AF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78012" cy="552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5426E26-7224-71BD-3AD2-351F742DB570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153277" cy="4796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CB5E1303-227E-6197-8456-55913107453A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192947" cy="4019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FC09E307-D392-35F5-5A9E-9D9A3048224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5900" y="2720699"/>
            <a:ext cx="16308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49B16FE2-F25F-980D-D272-BF218278099F}"/>
              </a:ext>
            </a:extLst>
          </p:cNvPr>
          <p:cNvSpPr txBox="1"/>
          <p:nvPr/>
        </p:nvSpPr>
        <p:spPr>
          <a:xfrm>
            <a:off x="2136157" y="2967072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Post</a:t>
            </a:r>
            <a:endParaRPr kumimoji="1" lang="ko-KR" altLang="en-US" sz="8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0A14FF95-EB49-73BD-6EF3-0508A385105E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250" y="3667668"/>
            <a:ext cx="1624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E638F212-BD8B-7B9E-82A9-E60D4739D3D8}"/>
              </a:ext>
            </a:extLst>
          </p:cNvPr>
          <p:cNvSpPr txBox="1"/>
          <p:nvPr/>
        </p:nvSpPr>
        <p:spPr>
          <a:xfrm>
            <a:off x="210126" y="2514929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OS Signal, Timer, Socket </a:t>
            </a:r>
            <a:endParaRPr kumimoji="1" lang="ko-KR" altLang="en-US" sz="8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5C49F52-1007-747B-BC58-12C240766C8B}"/>
              </a:ext>
            </a:extLst>
          </p:cNvPr>
          <p:cNvSpPr txBox="1"/>
          <p:nvPr/>
        </p:nvSpPr>
        <p:spPr>
          <a:xfrm>
            <a:off x="210126" y="3467528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Timer, Socket </a:t>
            </a:r>
            <a:endParaRPr kumimoji="1" lang="ko-KR" altLang="en-US" sz="8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2E134B58-A189-9B3B-A0AD-810ACF754FD7}"/>
              </a:ext>
            </a:extLst>
          </p:cNvPr>
          <p:cNvSpPr/>
          <p:nvPr/>
        </p:nvSpPr>
        <p:spPr>
          <a:xfrm>
            <a:off x="217372" y="1708210"/>
            <a:ext cx="1209354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systemd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7D6D360C-5F1F-47BC-A617-2CACAE3F887F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86160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F1259E5F-35A9-1875-1B79-3530FDB346C6}"/>
              </a:ext>
            </a:extLst>
          </p:cNvPr>
          <p:cNvSpPr/>
          <p:nvPr/>
        </p:nvSpPr>
        <p:spPr>
          <a:xfrm>
            <a:off x="1843572" y="513144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F925D2B4-813A-FA4A-E79C-25BF9842800B}"/>
              </a:ext>
            </a:extLst>
          </p:cNvPr>
          <p:cNvSpPr/>
          <p:nvPr/>
        </p:nvSpPr>
        <p:spPr>
          <a:xfrm>
            <a:off x="217372" y="512704"/>
            <a:ext cx="1209354" cy="30678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StatsD Server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C71A337-7014-C117-B575-D240928D8A3E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 flipV="1">
            <a:off x="1426726" y="666096"/>
            <a:ext cx="416846" cy="4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44531093-5EC7-8A70-9BD1-B1E0DD3728F7}"/>
              </a:ext>
            </a:extLst>
          </p:cNvPr>
          <p:cNvSpPr/>
          <p:nvPr/>
        </p:nvSpPr>
        <p:spPr>
          <a:xfrm>
            <a:off x="1843571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3EF75B3E-D567-F9F8-73FD-0B943ED3582B}"/>
              </a:ext>
            </a:extLst>
          </p:cNvPr>
          <p:cNvSpPr/>
          <p:nvPr/>
        </p:nvSpPr>
        <p:spPr>
          <a:xfrm>
            <a:off x="217372" y="131216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Control Plane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DDD82992-C2A4-5A44-5C5D-3C1C9E46BB8E}"/>
              </a:ext>
            </a:extLst>
          </p:cNvPr>
          <p:cNvCxnSpPr>
            <a:cxnSpLocks/>
            <a:stCxn id="8" idx="0"/>
            <a:endCxn id="120" idx="2"/>
          </p:cNvCxnSpPr>
          <p:nvPr/>
        </p:nvCxnSpPr>
        <p:spPr>
          <a:xfrm flipV="1">
            <a:off x="2361732" y="819928"/>
            <a:ext cx="2" cy="95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4CA6D2E8-7A36-17EE-6DC6-8DF2AD8BBA87}"/>
              </a:ext>
            </a:extLst>
          </p:cNvPr>
          <p:cNvSpPr/>
          <p:nvPr/>
        </p:nvSpPr>
        <p:spPr>
          <a:xfrm>
            <a:off x="5465208" y="2470916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2501A63F-1ECE-5471-C138-96D40D252B81}"/>
              </a:ext>
            </a:extLst>
          </p:cNvPr>
          <p:cNvCxnSpPr>
            <a:cxnSpLocks/>
            <a:stCxn id="152" idx="3"/>
            <a:endCxn id="151" idx="1"/>
          </p:cNvCxnSpPr>
          <p:nvPr/>
        </p:nvCxnSpPr>
        <p:spPr>
          <a:xfrm flipV="1">
            <a:off x="1426725" y="1464217"/>
            <a:ext cx="416846" cy="13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B52CB766-0099-B0AF-7014-A3EABA4C92E1}"/>
              </a:ext>
            </a:extLst>
          </p:cNvPr>
          <p:cNvSpPr/>
          <p:nvPr/>
        </p:nvSpPr>
        <p:spPr>
          <a:xfrm>
            <a:off x="217371" y="91334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AA2721B4-3F03-7098-1097-1911C7728FC9}"/>
              </a:ext>
            </a:extLst>
          </p:cNvPr>
          <p:cNvCxnSpPr>
            <a:cxnSpLocks/>
            <a:stCxn id="188" idx="3"/>
            <a:endCxn id="8" idx="1"/>
          </p:cNvCxnSpPr>
          <p:nvPr/>
        </p:nvCxnSpPr>
        <p:spPr>
          <a:xfrm>
            <a:off x="1426724" y="1066736"/>
            <a:ext cx="416846" cy="22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47B98BEA-6363-1C63-7310-F44279A3E612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5F651E9D-BFBA-B5F7-92DE-3A3303B45C88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78011" cy="554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0795AD78-4708-08A4-B8C2-2DCE26B6E8B0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143811" cy="479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3F448B6B-F621-D3A8-E658-BD12D8C89BDB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192946" cy="4019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D583DDD-097E-BF2E-2309-6906F33EDB71}"/>
              </a:ext>
            </a:extLst>
          </p:cNvPr>
          <p:cNvSpPr/>
          <p:nvPr/>
        </p:nvSpPr>
        <p:spPr>
          <a:xfrm>
            <a:off x="5252978" y="3568739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Shared Writer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1928833-4CDE-70FD-8280-741D8E5D0FE9}"/>
              </a:ext>
            </a:extLst>
          </p:cNvPr>
          <p:cNvSpPr/>
          <p:nvPr/>
        </p:nvSpPr>
        <p:spPr>
          <a:xfrm>
            <a:off x="5571348" y="2527407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47EEBA3F-9C92-C9C2-1757-859EBAA5946D}"/>
              </a:ext>
            </a:extLst>
          </p:cNvPr>
          <p:cNvSpPr/>
          <p:nvPr/>
        </p:nvSpPr>
        <p:spPr>
          <a:xfrm>
            <a:off x="5394673" y="2515221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BE415D9-35FF-A64C-0294-DF80E12A5665}"/>
              </a:ext>
            </a:extLst>
          </p:cNvPr>
          <p:cNvSpPr/>
          <p:nvPr/>
        </p:nvSpPr>
        <p:spPr>
          <a:xfrm>
            <a:off x="5512774" y="257171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995C7B9-11F6-7636-666E-88C5699F62BB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876815"/>
            <a:ext cx="1938" cy="691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84685C1-1C9E-CA64-2DCE-77FD0A1F2ADB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6154268" y="2939903"/>
            <a:ext cx="1908" cy="5743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24749FC0-2410-9BD7-1264-B47CC1CBFEBF}"/>
              </a:ext>
            </a:extLst>
          </p:cNvPr>
          <p:cNvSpPr/>
          <p:nvPr/>
        </p:nvSpPr>
        <p:spPr>
          <a:xfrm>
            <a:off x="5475431" y="1697552"/>
            <a:ext cx="1508966" cy="664278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D8D1EB34-1CEA-D05E-6D16-F3127FFEA815}"/>
              </a:ext>
            </a:extLst>
          </p:cNvPr>
          <p:cNvSpPr/>
          <p:nvPr/>
        </p:nvSpPr>
        <p:spPr>
          <a:xfrm>
            <a:off x="5393437" y="1739479"/>
            <a:ext cx="1508966" cy="664278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471BFA66-61BE-8D7A-A8F6-ABA046146367}"/>
              </a:ext>
            </a:extLst>
          </p:cNvPr>
          <p:cNvSpPr/>
          <p:nvPr/>
        </p:nvSpPr>
        <p:spPr>
          <a:xfrm>
            <a:off x="5462399" y="2018558"/>
            <a:ext cx="1376551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Flusher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D0B6465-DEB8-B96E-5EB6-CDBCBD0DEDEB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2325360"/>
            <a:ext cx="1939" cy="24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BAA4EF1E-3152-0BC6-91F5-05C543D93ECF}"/>
              </a:ext>
            </a:extLst>
          </p:cNvPr>
          <p:cNvCxnSpPr>
            <a:cxnSpLocks/>
          </p:cNvCxnSpPr>
          <p:nvPr/>
        </p:nvCxnSpPr>
        <p:spPr>
          <a:xfrm flipV="1">
            <a:off x="6175012" y="2403757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0A6B13F8-F0B3-A5A8-F5DA-3CE12AFA2152}"/>
              </a:ext>
            </a:extLst>
          </p:cNvPr>
          <p:cNvSpPr/>
          <p:nvPr/>
        </p:nvSpPr>
        <p:spPr>
          <a:xfrm>
            <a:off x="5465208" y="1164297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118">
            <a:extLst>
              <a:ext uri="{FF2B5EF4-FFF2-40B4-BE49-F238E27FC236}">
                <a16:creationId xmlns:a16="http://schemas.microsoft.com/office/drawing/2014/main" id="{8CE4CFF9-6977-EA3F-9171-C045D277C4E4}"/>
              </a:ext>
            </a:extLst>
          </p:cNvPr>
          <p:cNvSpPr/>
          <p:nvPr/>
        </p:nvSpPr>
        <p:spPr>
          <a:xfrm>
            <a:off x="5394673" y="1208602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720C82D6-FE5E-1A2F-55EC-DD5CD6284070}"/>
              </a:ext>
            </a:extLst>
          </p:cNvPr>
          <p:cNvSpPr/>
          <p:nvPr/>
        </p:nvSpPr>
        <p:spPr>
          <a:xfrm>
            <a:off x="5512774" y="1265093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About to write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C1C0A8ED-19E8-2A07-BAF5-7E1591DD8EEA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570197"/>
            <a:ext cx="0" cy="44605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52C2FDB6-B7B5-EAC8-8F25-FBCB86FABD06}"/>
              </a:ext>
            </a:extLst>
          </p:cNvPr>
          <p:cNvCxnSpPr>
            <a:cxnSpLocks/>
          </p:cNvCxnSpPr>
          <p:nvPr/>
        </p:nvCxnSpPr>
        <p:spPr>
          <a:xfrm flipV="1">
            <a:off x="6175012" y="1624249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3A5B7787-AA2B-50B4-AA57-379837FDC107}"/>
              </a:ext>
            </a:extLst>
          </p:cNvPr>
          <p:cNvSpPr/>
          <p:nvPr/>
        </p:nvSpPr>
        <p:spPr>
          <a:xfrm>
            <a:off x="7391218" y="1958768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F0F3126D-119F-7F41-FDAB-4354CE8EC91D}"/>
              </a:ext>
            </a:extLst>
          </p:cNvPr>
          <p:cNvSpPr/>
          <p:nvPr/>
        </p:nvSpPr>
        <p:spPr>
          <a:xfrm>
            <a:off x="7509319" y="2018558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stdout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C0DD41F0-E063-8139-F2E9-51639E2D2EB8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2171110"/>
            <a:ext cx="6703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16A4D839-1AE2-A522-3693-F5D389FF4304}"/>
              </a:ext>
            </a:extLst>
          </p:cNvPr>
          <p:cNvSpPr/>
          <p:nvPr/>
        </p:nvSpPr>
        <p:spPr>
          <a:xfrm>
            <a:off x="7391218" y="1413613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72ED6C9D-EFE3-FA04-AE1C-4A3E855395BC}"/>
              </a:ext>
            </a:extLst>
          </p:cNvPr>
          <p:cNvSpPr/>
          <p:nvPr/>
        </p:nvSpPr>
        <p:spPr>
          <a:xfrm>
            <a:off x="7509319" y="147340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3841E47E-BFB6-33CD-78F1-1CA6BA735A78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625953"/>
            <a:ext cx="606916" cy="4456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80C3A2D3-4A65-7304-4822-6B76BA1ACAE6}"/>
              </a:ext>
            </a:extLst>
          </p:cNvPr>
          <p:cNvSpPr/>
          <p:nvPr/>
        </p:nvSpPr>
        <p:spPr>
          <a:xfrm>
            <a:off x="299226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E95311C3-F0A3-022C-81B1-9345301BE116}"/>
              </a:ext>
            </a:extLst>
          </p:cNvPr>
          <p:cNvSpPr/>
          <p:nvPr/>
        </p:nvSpPr>
        <p:spPr>
          <a:xfrm>
            <a:off x="4133776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 Noti (Timer) 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8EFAFAD8-C64F-8607-C9F4-1CF77088472D}"/>
              </a:ext>
            </a:extLst>
          </p:cNvPr>
          <p:cNvCxnSpPr>
            <a:cxnSpLocks/>
            <a:stCxn id="200" idx="3"/>
            <a:endCxn id="87" idx="1"/>
          </p:cNvCxnSpPr>
          <p:nvPr/>
        </p:nvCxnSpPr>
        <p:spPr>
          <a:xfrm>
            <a:off x="5170099" y="1861603"/>
            <a:ext cx="223338" cy="21001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BC0A29DA-903E-8430-04BB-F0554101766A}"/>
              </a:ext>
            </a:extLst>
          </p:cNvPr>
          <p:cNvCxnSpPr>
            <a:cxnSpLocks/>
            <a:endCxn id="200" idx="3"/>
          </p:cNvCxnSpPr>
          <p:nvPr/>
        </p:nvCxnSpPr>
        <p:spPr>
          <a:xfrm flipH="1" flipV="1">
            <a:off x="5170099" y="1861603"/>
            <a:ext cx="219130" cy="8052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C8476C2-5204-DC56-39A0-BBCB6C503A0B}"/>
              </a:ext>
            </a:extLst>
          </p:cNvPr>
          <p:cNvSpPr txBox="1"/>
          <p:nvPr/>
        </p:nvSpPr>
        <p:spPr>
          <a:xfrm>
            <a:off x="5040248" y="2037828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9A9CEA9-590A-424A-AA9B-F30002818DC4}"/>
              </a:ext>
            </a:extLst>
          </p:cNvPr>
          <p:cNvSpPr txBox="1"/>
          <p:nvPr/>
        </p:nvSpPr>
        <p:spPr>
          <a:xfrm>
            <a:off x="5028548" y="2956936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9AA2D80A-69E6-37CD-F080-81C45BBEA54E}"/>
              </a:ext>
            </a:extLst>
          </p:cNvPr>
          <p:cNvCxnSpPr>
            <a:cxnSpLocks/>
          </p:cNvCxnSpPr>
          <p:nvPr/>
        </p:nvCxnSpPr>
        <p:spPr>
          <a:xfrm flipV="1">
            <a:off x="5458722" y="2406061"/>
            <a:ext cx="21513" cy="116639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89500D61-88AD-3EE4-5031-9CCBC7EA2136}"/>
              </a:ext>
            </a:extLst>
          </p:cNvPr>
          <p:cNvCxnSpPr>
            <a:cxnSpLocks/>
          </p:cNvCxnSpPr>
          <p:nvPr/>
        </p:nvCxnSpPr>
        <p:spPr>
          <a:xfrm flipV="1">
            <a:off x="5596199" y="2402386"/>
            <a:ext cx="20394" cy="11057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2DAC8119-B1C9-FEEA-6090-6C6E0D417670}"/>
              </a:ext>
            </a:extLst>
          </p:cNvPr>
          <p:cNvSpPr txBox="1"/>
          <p:nvPr/>
        </p:nvSpPr>
        <p:spPr>
          <a:xfrm>
            <a:off x="210126" y="2712462"/>
            <a:ext cx="4748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inotify</a:t>
            </a:r>
            <a:endParaRPr kumimoji="1" lang="ko-KR" altLang="en-US" sz="800" i="1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21239FD-36A9-4D1B-708F-3BB96AB8CE9D}"/>
              </a:ext>
            </a:extLst>
          </p:cNvPr>
          <p:cNvCxnSpPr>
            <a:cxnSpLocks/>
            <a:stCxn id="6" idx="3"/>
            <a:endCxn id="199" idx="1"/>
          </p:cNvCxnSpPr>
          <p:nvPr/>
        </p:nvCxnSpPr>
        <p:spPr>
          <a:xfrm>
            <a:off x="2879895" y="1861603"/>
            <a:ext cx="1123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7218A75-6B0E-43DE-9367-539BCF73C916}"/>
              </a:ext>
            </a:extLst>
          </p:cNvPr>
          <p:cNvCxnSpPr>
            <a:cxnSpLocks/>
            <a:stCxn id="151" idx="3"/>
            <a:endCxn id="199" idx="1"/>
          </p:cNvCxnSpPr>
          <p:nvPr/>
        </p:nvCxnSpPr>
        <p:spPr>
          <a:xfrm>
            <a:off x="2879894" y="1464217"/>
            <a:ext cx="112368" cy="3973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09E4DD2F-6E35-F177-FE52-3543C41E84EB}"/>
              </a:ext>
            </a:extLst>
          </p:cNvPr>
          <p:cNvSpPr/>
          <p:nvPr/>
        </p:nvSpPr>
        <p:spPr>
          <a:xfrm>
            <a:off x="2992264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18CC8CCF-833C-E314-EF26-9092337D320F}"/>
              </a:ext>
            </a:extLst>
          </p:cNvPr>
          <p:cNvSpPr/>
          <p:nvPr/>
        </p:nvSpPr>
        <p:spPr>
          <a:xfrm>
            <a:off x="2992264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(inotify, RTDS)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245FC79-8BB3-ACA0-C531-6EBBE0065A8F}"/>
              </a:ext>
            </a:extLst>
          </p:cNvPr>
          <p:cNvCxnSpPr>
            <a:cxnSpLocks/>
            <a:stCxn id="151" idx="3"/>
            <a:endCxn id="59" idx="1"/>
          </p:cNvCxnSpPr>
          <p:nvPr/>
        </p:nvCxnSpPr>
        <p:spPr>
          <a:xfrm>
            <a:off x="2879894" y="1464217"/>
            <a:ext cx="112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053C7E4-2690-AA30-7143-824BF85E5137}"/>
              </a:ext>
            </a:extLst>
          </p:cNvPr>
          <p:cNvCxnSpPr>
            <a:cxnSpLocks/>
            <a:stCxn id="151" idx="3"/>
            <a:endCxn id="61" idx="1"/>
          </p:cNvCxnSpPr>
          <p:nvPr/>
        </p:nvCxnSpPr>
        <p:spPr>
          <a:xfrm flipV="1">
            <a:off x="2879894" y="1074014"/>
            <a:ext cx="112370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F195C69E-E3AB-510A-074C-89CE9607D41C}"/>
              </a:ext>
            </a:extLst>
          </p:cNvPr>
          <p:cNvSpPr/>
          <p:nvPr/>
        </p:nvSpPr>
        <p:spPr>
          <a:xfrm>
            <a:off x="4133775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Route Config Manager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80C9DD1E-DE7C-3D40-29C6-4F0520CB5D4E}"/>
              </a:ext>
            </a:extLst>
          </p:cNvPr>
          <p:cNvCxnSpPr>
            <a:cxnSpLocks/>
            <a:stCxn id="151" idx="3"/>
            <a:endCxn id="108" idx="1"/>
          </p:cNvCxnSpPr>
          <p:nvPr/>
        </p:nvCxnSpPr>
        <p:spPr>
          <a:xfrm>
            <a:off x="2879894" y="1464217"/>
            <a:ext cx="12538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4E3498F1-B191-3E77-82DF-929B38B0111D}"/>
              </a:ext>
            </a:extLst>
          </p:cNvPr>
          <p:cNvSpPr/>
          <p:nvPr/>
        </p:nvSpPr>
        <p:spPr>
          <a:xfrm>
            <a:off x="4133776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Secret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C6DB5656-F757-3600-4CCE-E6FD05872326}"/>
              </a:ext>
            </a:extLst>
          </p:cNvPr>
          <p:cNvCxnSpPr>
            <a:cxnSpLocks/>
            <a:stCxn id="151" idx="3"/>
            <a:endCxn id="135" idx="1"/>
          </p:cNvCxnSpPr>
          <p:nvPr/>
        </p:nvCxnSpPr>
        <p:spPr>
          <a:xfrm flipV="1">
            <a:off x="2879894" y="1074014"/>
            <a:ext cx="1253882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모서리가 둥근 직사각형 157">
            <a:extLst>
              <a:ext uri="{FF2B5EF4-FFF2-40B4-BE49-F238E27FC236}">
                <a16:creationId xmlns:a16="http://schemas.microsoft.com/office/drawing/2014/main" id="{E54D1194-F885-BFE4-F0F0-211C53FD2DFE}"/>
              </a:ext>
            </a:extLst>
          </p:cNvPr>
          <p:cNvSpPr/>
          <p:nvPr/>
        </p:nvSpPr>
        <p:spPr>
          <a:xfrm>
            <a:off x="303129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4" name="모서리가 둥근 직사각형 183">
            <a:extLst>
              <a:ext uri="{FF2B5EF4-FFF2-40B4-BE49-F238E27FC236}">
                <a16:creationId xmlns:a16="http://schemas.microsoft.com/office/drawing/2014/main" id="{A1B7986A-50E1-78C1-F6A1-7DD568C4EC9D}"/>
              </a:ext>
            </a:extLst>
          </p:cNvPr>
          <p:cNvSpPr/>
          <p:nvPr/>
        </p:nvSpPr>
        <p:spPr>
          <a:xfrm>
            <a:off x="562290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HCM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3F930E78-70B6-68D2-EA15-39CBD26CA35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2361732" y="2014995"/>
            <a:ext cx="2" cy="927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2177CA7A-EE00-EB26-C2DD-4AAEF013C777}"/>
              </a:ext>
            </a:extLst>
          </p:cNvPr>
          <p:cNvSpPr/>
          <p:nvPr/>
        </p:nvSpPr>
        <p:spPr>
          <a:xfrm>
            <a:off x="3009695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Static Bootstrap 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66237B67-6E16-982A-FF9C-AEC7C9EFFB1C}"/>
              </a:ext>
            </a:extLst>
          </p:cNvPr>
          <p:cNvSpPr/>
          <p:nvPr/>
        </p:nvSpPr>
        <p:spPr>
          <a:xfrm>
            <a:off x="4098388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 System Layout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D97ED018-7AF7-EB2C-40D1-AD2E45F74FEC}"/>
              </a:ext>
            </a:extLst>
          </p:cNvPr>
          <p:cNvCxnSpPr>
            <a:cxnSpLocks/>
            <a:stCxn id="249" idx="2"/>
            <a:endCxn id="61" idx="0"/>
          </p:cNvCxnSpPr>
          <p:nvPr/>
        </p:nvCxnSpPr>
        <p:spPr>
          <a:xfrm>
            <a:off x="3502144" y="357794"/>
            <a:ext cx="8282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D766E403-ED67-E0EF-F262-FD74220DE446}"/>
              </a:ext>
            </a:extLst>
          </p:cNvPr>
          <p:cNvCxnSpPr>
            <a:cxnSpLocks/>
            <a:stCxn id="250" idx="2"/>
            <a:endCxn id="61" idx="0"/>
          </p:cNvCxnSpPr>
          <p:nvPr/>
        </p:nvCxnSpPr>
        <p:spPr>
          <a:xfrm flipH="1">
            <a:off x="3510426" y="357794"/>
            <a:ext cx="1080411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7A8FDD47-02A7-88E3-FB79-EB8963FFA1E8}"/>
              </a:ext>
            </a:extLst>
          </p:cNvPr>
          <p:cNvCxnSpPr>
            <a:cxnSpLocks/>
            <a:stCxn id="31" idx="0"/>
            <a:endCxn id="18" idx="2"/>
          </p:cNvCxnSpPr>
          <p:nvPr/>
        </p:nvCxnSpPr>
        <p:spPr>
          <a:xfrm flipH="1" flipV="1">
            <a:off x="6003285" y="3873842"/>
            <a:ext cx="71028" cy="208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8F3C2915-5C7A-7A2A-B04B-E1659CB78B91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6074313" y="3878407"/>
            <a:ext cx="79954" cy="2034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74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88801-3F72-3CB4-7DC0-9ED83EA8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C629316C-9D0E-9E0C-0009-0409D2AFDAD2}"/>
              </a:ext>
            </a:extLst>
          </p:cNvPr>
          <p:cNvSpPr/>
          <p:nvPr/>
        </p:nvSpPr>
        <p:spPr>
          <a:xfrm>
            <a:off x="1949317" y="3207493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C57C37A3-FE6E-1A2C-1557-6B0116BE0CAE}"/>
              </a:ext>
            </a:extLst>
          </p:cNvPr>
          <p:cNvSpPr/>
          <p:nvPr/>
        </p:nvSpPr>
        <p:spPr>
          <a:xfrm>
            <a:off x="1882643" y="3276023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1F6E2428-6145-5D61-B625-D54D6C1F0363}"/>
              </a:ext>
            </a:extLst>
          </p:cNvPr>
          <p:cNvSpPr/>
          <p:nvPr/>
        </p:nvSpPr>
        <p:spPr>
          <a:xfrm>
            <a:off x="1812618" y="3351596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5FD84343-0BC4-1C84-76E0-20BEA3AE3F7B}"/>
              </a:ext>
            </a:extLst>
          </p:cNvPr>
          <p:cNvSpPr/>
          <p:nvPr/>
        </p:nvSpPr>
        <p:spPr>
          <a:xfrm>
            <a:off x="1619672" y="411510"/>
            <a:ext cx="5598418" cy="4615831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Envoy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3C0116A-B06D-1DB9-88E7-92D5E0A94C7D}"/>
              </a:ext>
            </a:extLst>
          </p:cNvPr>
          <p:cNvSpPr/>
          <p:nvPr/>
        </p:nvSpPr>
        <p:spPr>
          <a:xfrm>
            <a:off x="1746423" y="469281"/>
            <a:ext cx="3545657" cy="2487656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3AE0CF3-C27D-FAAC-9401-9F02B8B2C7DA}"/>
              </a:ext>
            </a:extLst>
          </p:cNvPr>
          <p:cNvSpPr/>
          <p:nvPr/>
        </p:nvSpPr>
        <p:spPr>
          <a:xfrm>
            <a:off x="1746425" y="3422241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E05E1EE-86F7-7C5D-C7A7-B1B36A9EFF87}"/>
              </a:ext>
            </a:extLst>
          </p:cNvPr>
          <p:cNvSpPr/>
          <p:nvPr/>
        </p:nvSpPr>
        <p:spPr>
          <a:xfrm>
            <a:off x="184357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(UDS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5017F02-EA45-1722-C81B-E3136D7C9E91}"/>
              </a:ext>
            </a:extLst>
          </p:cNvPr>
          <p:cNvSpPr/>
          <p:nvPr/>
        </p:nvSpPr>
        <p:spPr>
          <a:xfrm>
            <a:off x="2992891" y="2105346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656235F-ADDC-94C3-CEF8-004C4934998A}"/>
              </a:ext>
            </a:extLst>
          </p:cNvPr>
          <p:cNvSpPr/>
          <p:nvPr/>
        </p:nvSpPr>
        <p:spPr>
          <a:xfrm>
            <a:off x="1843570" y="915604"/>
            <a:ext cx="1036323" cy="306784"/>
          </a:xfrm>
          <a:prstGeom prst="roundRect">
            <a:avLst>
              <a:gd name="adj" fmla="val 1344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5E1E23DE-5B49-01C2-6314-725484772000}"/>
              </a:ext>
            </a:extLst>
          </p:cNvPr>
          <p:cNvSpPr/>
          <p:nvPr/>
        </p:nvSpPr>
        <p:spPr>
          <a:xfrm>
            <a:off x="1843570" y="210774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97646870-6DCA-57A6-91B3-4FB0350986F0}"/>
              </a:ext>
            </a:extLst>
          </p:cNvPr>
          <p:cNvSpPr/>
          <p:nvPr/>
        </p:nvSpPr>
        <p:spPr>
          <a:xfrm>
            <a:off x="5308191" y="3514276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Writer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8C9EB96-E426-A429-7D32-019701467B46}"/>
              </a:ext>
            </a:extLst>
          </p:cNvPr>
          <p:cNvSpPr/>
          <p:nvPr/>
        </p:nvSpPr>
        <p:spPr>
          <a:xfrm>
            <a:off x="1846734" y="2567307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0631A57-1D73-D313-FAB0-7D7303EAC837}"/>
              </a:ext>
            </a:extLst>
          </p:cNvPr>
          <p:cNvSpPr/>
          <p:nvPr/>
        </p:nvSpPr>
        <p:spPr>
          <a:xfrm>
            <a:off x="1846734" y="3514276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433AC36-D4A3-1EC9-6954-A6662FEC8A1E}"/>
              </a:ext>
            </a:extLst>
          </p:cNvPr>
          <p:cNvSpPr/>
          <p:nvPr/>
        </p:nvSpPr>
        <p:spPr>
          <a:xfrm>
            <a:off x="1840997" y="4223520"/>
            <a:ext cx="83516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(Socket, 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A6D636DF-BEAD-5B35-FA9F-4F050352CC08}"/>
              </a:ext>
            </a:extLst>
          </p:cNvPr>
          <p:cNvSpPr/>
          <p:nvPr/>
        </p:nvSpPr>
        <p:spPr>
          <a:xfrm>
            <a:off x="3527039" y="3514276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825B69F-A01E-294A-A171-8698A747737F}"/>
              </a:ext>
            </a:extLst>
          </p:cNvPr>
          <p:cNvSpPr/>
          <p:nvPr/>
        </p:nvSpPr>
        <p:spPr>
          <a:xfrm>
            <a:off x="3527039" y="2567307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A69AA40-ED0C-A21E-484D-FE5FCE41EB13}"/>
              </a:ext>
            </a:extLst>
          </p:cNvPr>
          <p:cNvSpPr/>
          <p:nvPr/>
        </p:nvSpPr>
        <p:spPr>
          <a:xfrm>
            <a:off x="2851135" y="3974451"/>
            <a:ext cx="3956925" cy="906135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connection/stream state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BD7C77F1-9545-DDA2-C57D-93ECDFA7DD29}"/>
              </a:ext>
            </a:extLst>
          </p:cNvPr>
          <p:cNvSpPr/>
          <p:nvPr/>
        </p:nvSpPr>
        <p:spPr>
          <a:xfrm>
            <a:off x="217372" y="4407134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6573B24-435E-7AE8-50C0-9FC4F2F6EA36}"/>
              </a:ext>
            </a:extLst>
          </p:cNvPr>
          <p:cNvSpPr/>
          <p:nvPr/>
        </p:nvSpPr>
        <p:spPr>
          <a:xfrm>
            <a:off x="7411036" y="4122031"/>
            <a:ext cx="1209354" cy="301001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F527A9B7-2171-BEE0-1025-B4F09272658E}"/>
              </a:ext>
            </a:extLst>
          </p:cNvPr>
          <p:cNvSpPr/>
          <p:nvPr/>
        </p:nvSpPr>
        <p:spPr>
          <a:xfrm>
            <a:off x="217372" y="3846192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B0C702C-6D77-3772-D644-AF1BF53C4BBC}"/>
              </a:ext>
            </a:extLst>
          </p:cNvPr>
          <p:cNvSpPr/>
          <p:nvPr/>
        </p:nvSpPr>
        <p:spPr>
          <a:xfrm>
            <a:off x="2968068" y="4081882"/>
            <a:ext cx="1037351" cy="595696"/>
          </a:xfrm>
          <a:prstGeom prst="roundRect">
            <a:avLst>
              <a:gd name="adj" fmla="val 1122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Chain 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F2BFB385-0F7F-9776-525D-7B5057BD2094}"/>
              </a:ext>
            </a:extLst>
          </p:cNvPr>
          <p:cNvSpPr/>
          <p:nvPr/>
        </p:nvSpPr>
        <p:spPr>
          <a:xfrm>
            <a:off x="4191357" y="4223520"/>
            <a:ext cx="1037351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Socket 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D037925A-2AAC-5EC3-D4A5-A65DA977D2CA}"/>
              </a:ext>
            </a:extLst>
          </p:cNvPr>
          <p:cNvSpPr/>
          <p:nvPr/>
        </p:nvSpPr>
        <p:spPr>
          <a:xfrm>
            <a:off x="5419351" y="4081882"/>
            <a:ext cx="1309924" cy="595696"/>
          </a:xfrm>
          <a:prstGeom prst="roundRect">
            <a:avLst>
              <a:gd name="adj" fmla="val 8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Network Filter Chain (Timer, LDS, 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19B3A2B-CCA1-7B58-A165-09A9D437C651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4376912"/>
            <a:ext cx="414271" cy="18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6518ECA-F329-8615-6CB5-DB8E7E86994D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676160" y="4376912"/>
            <a:ext cx="29190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A57EA8F-2CB6-2DEC-6DDD-D077DD698340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005419" y="4376912"/>
            <a:ext cx="18593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A49BBFB-74FC-002F-3638-F4BECAE7E04E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228708" y="4376912"/>
            <a:ext cx="190643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1825B79-661E-2238-ACF2-4606290F4026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 flipV="1">
            <a:off x="6729275" y="4272532"/>
            <a:ext cx="681761" cy="107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9B5E0D2-ED3E-58CE-8D3C-79DDCE1B24DE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>
            <a:off x="1426726" y="3999584"/>
            <a:ext cx="319699" cy="1896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4E74C24F-9193-5C2B-F0C5-32B7C20F1F44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4189200"/>
            <a:ext cx="508633" cy="833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744A7958-EE79-A1FE-5C73-AB050EA72AD2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4118555"/>
            <a:ext cx="442440" cy="153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67648E8B-CD96-DC2F-C8FB-6B3B69E00F14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4042982"/>
            <a:ext cx="372415" cy="2295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7E24E0BE-B156-37B8-FF8D-E4141A1C0C89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32FBD65-35B5-96BE-943D-8391A4D76348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78012" cy="552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09C31963-C9D1-162A-737A-F930CD0668D7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153277" cy="4796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EFC9BE9-6AF8-878E-D89B-0388ABC5ED60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874091"/>
            <a:ext cx="192947" cy="4019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632350A-FC3A-C3DE-ECC6-59AF18872ED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5900" y="2720699"/>
            <a:ext cx="16308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184F75BB-0ABC-4EBD-46F1-F5ECBB504D3C}"/>
              </a:ext>
            </a:extLst>
          </p:cNvPr>
          <p:cNvSpPr txBox="1"/>
          <p:nvPr/>
        </p:nvSpPr>
        <p:spPr>
          <a:xfrm>
            <a:off x="2136157" y="2967072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Post</a:t>
            </a:r>
            <a:endParaRPr kumimoji="1" lang="ko-KR" altLang="en-US" sz="8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C508B889-FE1D-7111-5E44-66B3EF865A1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250" y="3667668"/>
            <a:ext cx="1624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734FFCA-7DD9-73AB-C52E-6D33A049E0CD}"/>
              </a:ext>
            </a:extLst>
          </p:cNvPr>
          <p:cNvSpPr txBox="1"/>
          <p:nvPr/>
        </p:nvSpPr>
        <p:spPr>
          <a:xfrm>
            <a:off x="210126" y="2514929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OS Signal, Timer, Socket </a:t>
            </a:r>
            <a:endParaRPr kumimoji="1" lang="ko-KR" altLang="en-US" sz="8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5D0BF41-A02E-9A74-4BB7-A461DDC1ACCF}"/>
              </a:ext>
            </a:extLst>
          </p:cNvPr>
          <p:cNvSpPr txBox="1"/>
          <p:nvPr/>
        </p:nvSpPr>
        <p:spPr>
          <a:xfrm>
            <a:off x="210126" y="3467528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Timer, Socket </a:t>
            </a:r>
            <a:endParaRPr kumimoji="1" lang="ko-KR" altLang="en-US" sz="8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2B38A7D9-F0E3-0E8F-56EA-22AF7DE76517}"/>
              </a:ext>
            </a:extLst>
          </p:cNvPr>
          <p:cNvSpPr/>
          <p:nvPr/>
        </p:nvSpPr>
        <p:spPr>
          <a:xfrm>
            <a:off x="217372" y="1708210"/>
            <a:ext cx="1209354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systemd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D32E548-4089-6ECF-A12A-5DB9F5073D7B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86160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3A316364-A71A-083C-ACEB-A0712ACFFC02}"/>
              </a:ext>
            </a:extLst>
          </p:cNvPr>
          <p:cNvSpPr/>
          <p:nvPr/>
        </p:nvSpPr>
        <p:spPr>
          <a:xfrm>
            <a:off x="1843572" y="513144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606DFE5C-E620-1794-629E-CF1AA434939F}"/>
              </a:ext>
            </a:extLst>
          </p:cNvPr>
          <p:cNvSpPr/>
          <p:nvPr/>
        </p:nvSpPr>
        <p:spPr>
          <a:xfrm>
            <a:off x="217372" y="512704"/>
            <a:ext cx="1209354" cy="30678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StatsD Server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E1A5DC3A-AA9D-3547-888E-BA78C37C60D9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 flipV="1">
            <a:off x="1426726" y="666096"/>
            <a:ext cx="416846" cy="4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9A969C39-FDC6-EF8D-CA2F-0262584F0B2C}"/>
              </a:ext>
            </a:extLst>
          </p:cNvPr>
          <p:cNvSpPr/>
          <p:nvPr/>
        </p:nvSpPr>
        <p:spPr>
          <a:xfrm>
            <a:off x="1843571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66B899A0-D474-F948-F860-22511D57B8B5}"/>
              </a:ext>
            </a:extLst>
          </p:cNvPr>
          <p:cNvSpPr/>
          <p:nvPr/>
        </p:nvSpPr>
        <p:spPr>
          <a:xfrm>
            <a:off x="217372" y="131216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Control Plane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05ED40D0-6C65-1A93-732B-DAA2F68A15DA}"/>
              </a:ext>
            </a:extLst>
          </p:cNvPr>
          <p:cNvCxnSpPr>
            <a:cxnSpLocks/>
            <a:stCxn id="8" idx="0"/>
            <a:endCxn id="120" idx="2"/>
          </p:cNvCxnSpPr>
          <p:nvPr/>
        </p:nvCxnSpPr>
        <p:spPr>
          <a:xfrm flipV="1">
            <a:off x="2361732" y="819928"/>
            <a:ext cx="2" cy="95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8E17FB74-CAE5-A8AE-D890-20796A3371B4}"/>
              </a:ext>
            </a:extLst>
          </p:cNvPr>
          <p:cNvSpPr/>
          <p:nvPr/>
        </p:nvSpPr>
        <p:spPr>
          <a:xfrm>
            <a:off x="5465208" y="2470916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25BE8D35-1C8C-24FC-6911-036704EB71FA}"/>
              </a:ext>
            </a:extLst>
          </p:cNvPr>
          <p:cNvCxnSpPr>
            <a:cxnSpLocks/>
            <a:stCxn id="152" idx="3"/>
            <a:endCxn id="151" idx="1"/>
          </p:cNvCxnSpPr>
          <p:nvPr/>
        </p:nvCxnSpPr>
        <p:spPr>
          <a:xfrm flipV="1">
            <a:off x="1426725" y="1464217"/>
            <a:ext cx="416846" cy="13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E9A55B5B-21CE-1670-D0B5-8EC16F14261E}"/>
              </a:ext>
            </a:extLst>
          </p:cNvPr>
          <p:cNvSpPr/>
          <p:nvPr/>
        </p:nvSpPr>
        <p:spPr>
          <a:xfrm>
            <a:off x="217371" y="913343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21CE5A59-FE71-6BD6-5632-498E3FA0FBFC}"/>
              </a:ext>
            </a:extLst>
          </p:cNvPr>
          <p:cNvCxnSpPr>
            <a:cxnSpLocks/>
            <a:stCxn id="188" idx="3"/>
            <a:endCxn id="8" idx="1"/>
          </p:cNvCxnSpPr>
          <p:nvPr/>
        </p:nvCxnSpPr>
        <p:spPr>
          <a:xfrm>
            <a:off x="1426724" y="1066736"/>
            <a:ext cx="416846" cy="22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22E7D18A-FC6F-804D-5675-8C7D8930475F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874091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101AEFDD-C198-7C15-4885-1E1565BD192E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78011" cy="554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8C78DE1B-DE4B-51D3-E224-E1AE278C06BB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143811" cy="479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38C90901-20A8-E792-370C-87798BBE0B7C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874091"/>
            <a:ext cx="192946" cy="4019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EE0B45AE-905A-D856-DA81-AA6A271A7B3B}"/>
              </a:ext>
            </a:extLst>
          </p:cNvPr>
          <p:cNvSpPr/>
          <p:nvPr/>
        </p:nvSpPr>
        <p:spPr>
          <a:xfrm>
            <a:off x="5252978" y="3568739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Shared Writer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C6FBA1C-788A-B107-7171-A3DFA0C01689}"/>
              </a:ext>
            </a:extLst>
          </p:cNvPr>
          <p:cNvSpPr/>
          <p:nvPr/>
        </p:nvSpPr>
        <p:spPr>
          <a:xfrm>
            <a:off x="5571348" y="2527407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437BCEE-8075-EF56-B744-02541FF4C34C}"/>
              </a:ext>
            </a:extLst>
          </p:cNvPr>
          <p:cNvSpPr/>
          <p:nvPr/>
        </p:nvSpPr>
        <p:spPr>
          <a:xfrm>
            <a:off x="5394673" y="2515221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F8F28624-6B46-1C17-5F6A-EC9D480B89B8}"/>
              </a:ext>
            </a:extLst>
          </p:cNvPr>
          <p:cNvSpPr/>
          <p:nvPr/>
        </p:nvSpPr>
        <p:spPr>
          <a:xfrm>
            <a:off x="5512774" y="257171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516F870-E2D7-D1AC-1297-EF69E1AD02C0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876815"/>
            <a:ext cx="1938" cy="691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B65C7D0-4CB5-6137-B442-1617754EB819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6154268" y="2939903"/>
            <a:ext cx="1908" cy="5743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9FE92F56-8440-7B93-1114-E53F99AC7F2A}"/>
              </a:ext>
            </a:extLst>
          </p:cNvPr>
          <p:cNvSpPr/>
          <p:nvPr/>
        </p:nvSpPr>
        <p:spPr>
          <a:xfrm>
            <a:off x="5475431" y="1697552"/>
            <a:ext cx="1508966" cy="664278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92D2B2C3-F100-1830-4DCC-BD33204B6691}"/>
              </a:ext>
            </a:extLst>
          </p:cNvPr>
          <p:cNvSpPr/>
          <p:nvPr/>
        </p:nvSpPr>
        <p:spPr>
          <a:xfrm>
            <a:off x="5393437" y="1739479"/>
            <a:ext cx="1508966" cy="664278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25E8281E-CF1D-43DD-11CA-6F5CC8848A77}"/>
              </a:ext>
            </a:extLst>
          </p:cNvPr>
          <p:cNvSpPr/>
          <p:nvPr/>
        </p:nvSpPr>
        <p:spPr>
          <a:xfrm>
            <a:off x="5462399" y="2018558"/>
            <a:ext cx="1376551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Flusher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883B27A-AFDC-8802-E812-D2D7425D5235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2325360"/>
            <a:ext cx="1939" cy="24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6FBC455E-CEF9-11A6-957C-FD63AB4FE4FC}"/>
              </a:ext>
            </a:extLst>
          </p:cNvPr>
          <p:cNvCxnSpPr>
            <a:cxnSpLocks/>
          </p:cNvCxnSpPr>
          <p:nvPr/>
        </p:nvCxnSpPr>
        <p:spPr>
          <a:xfrm flipV="1">
            <a:off x="6175012" y="2403757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87272B14-12DC-948B-AD7D-7B76D6D34799}"/>
              </a:ext>
            </a:extLst>
          </p:cNvPr>
          <p:cNvSpPr/>
          <p:nvPr/>
        </p:nvSpPr>
        <p:spPr>
          <a:xfrm>
            <a:off x="5465208" y="1164297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118">
            <a:extLst>
              <a:ext uri="{FF2B5EF4-FFF2-40B4-BE49-F238E27FC236}">
                <a16:creationId xmlns:a16="http://schemas.microsoft.com/office/drawing/2014/main" id="{C75C6BE8-BFAE-B21C-FAFA-BD715A84420D}"/>
              </a:ext>
            </a:extLst>
          </p:cNvPr>
          <p:cNvSpPr/>
          <p:nvPr/>
        </p:nvSpPr>
        <p:spPr>
          <a:xfrm>
            <a:off x="5394673" y="1208602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1D969104-5314-A8E2-98C7-9543AB0F49BB}"/>
              </a:ext>
            </a:extLst>
          </p:cNvPr>
          <p:cNvSpPr/>
          <p:nvPr/>
        </p:nvSpPr>
        <p:spPr>
          <a:xfrm>
            <a:off x="5512774" y="1265093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About to write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8873410E-CB3C-D5E1-E70A-90BCCC651DEA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570197"/>
            <a:ext cx="0" cy="44605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A73F4AA6-48F0-CB9D-170B-40448EA3A223}"/>
              </a:ext>
            </a:extLst>
          </p:cNvPr>
          <p:cNvCxnSpPr>
            <a:cxnSpLocks/>
          </p:cNvCxnSpPr>
          <p:nvPr/>
        </p:nvCxnSpPr>
        <p:spPr>
          <a:xfrm flipV="1">
            <a:off x="6175012" y="1624249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7E5A8731-6B46-3CBB-2491-0B6A7C3C2721}"/>
              </a:ext>
            </a:extLst>
          </p:cNvPr>
          <p:cNvSpPr/>
          <p:nvPr/>
        </p:nvSpPr>
        <p:spPr>
          <a:xfrm>
            <a:off x="7391218" y="1958768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5D4317FA-CEBB-7D98-0860-054A54701B59}"/>
              </a:ext>
            </a:extLst>
          </p:cNvPr>
          <p:cNvSpPr/>
          <p:nvPr/>
        </p:nvSpPr>
        <p:spPr>
          <a:xfrm>
            <a:off x="7509319" y="2018558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stdout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FC11EFFC-B27F-D4A2-6331-378B76CED174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2171110"/>
            <a:ext cx="6703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678C6345-9F0D-E7BD-656E-B5B7BA521EA7}"/>
              </a:ext>
            </a:extLst>
          </p:cNvPr>
          <p:cNvSpPr/>
          <p:nvPr/>
        </p:nvSpPr>
        <p:spPr>
          <a:xfrm>
            <a:off x="7391218" y="1413613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274ED423-5A5D-8776-142A-8A525D15B907}"/>
              </a:ext>
            </a:extLst>
          </p:cNvPr>
          <p:cNvSpPr/>
          <p:nvPr/>
        </p:nvSpPr>
        <p:spPr>
          <a:xfrm>
            <a:off x="7509319" y="147340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70A64C1A-EBF9-A4CF-BB41-B24DD4183221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625953"/>
            <a:ext cx="606916" cy="4456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83F2AC98-F397-0287-C194-8E1062EA065B}"/>
              </a:ext>
            </a:extLst>
          </p:cNvPr>
          <p:cNvSpPr/>
          <p:nvPr/>
        </p:nvSpPr>
        <p:spPr>
          <a:xfrm>
            <a:off x="2992262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459A3B1F-C350-0A69-4A51-9E6585EFC05B}"/>
              </a:ext>
            </a:extLst>
          </p:cNvPr>
          <p:cNvSpPr/>
          <p:nvPr/>
        </p:nvSpPr>
        <p:spPr>
          <a:xfrm>
            <a:off x="4133776" y="170821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 Noti (Timer) 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A1804CF6-5B42-8069-85D0-42FE6D42D9C2}"/>
              </a:ext>
            </a:extLst>
          </p:cNvPr>
          <p:cNvCxnSpPr>
            <a:cxnSpLocks/>
            <a:stCxn id="200" idx="3"/>
            <a:endCxn id="87" idx="1"/>
          </p:cNvCxnSpPr>
          <p:nvPr/>
        </p:nvCxnSpPr>
        <p:spPr>
          <a:xfrm>
            <a:off x="5170099" y="1861603"/>
            <a:ext cx="223338" cy="21001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B566F6AE-22AB-2C39-765B-36660676BC27}"/>
              </a:ext>
            </a:extLst>
          </p:cNvPr>
          <p:cNvCxnSpPr>
            <a:cxnSpLocks/>
            <a:endCxn id="200" idx="3"/>
          </p:cNvCxnSpPr>
          <p:nvPr/>
        </p:nvCxnSpPr>
        <p:spPr>
          <a:xfrm flipH="1" flipV="1">
            <a:off x="5170099" y="1861603"/>
            <a:ext cx="219130" cy="8052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B4A99CA-0FC8-AB02-7D20-29B515B350E1}"/>
              </a:ext>
            </a:extLst>
          </p:cNvPr>
          <p:cNvSpPr txBox="1"/>
          <p:nvPr/>
        </p:nvSpPr>
        <p:spPr>
          <a:xfrm>
            <a:off x="5040248" y="2037828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D826EF6-2A33-3680-F1B7-0D9846D046B8}"/>
              </a:ext>
            </a:extLst>
          </p:cNvPr>
          <p:cNvSpPr txBox="1"/>
          <p:nvPr/>
        </p:nvSpPr>
        <p:spPr>
          <a:xfrm>
            <a:off x="5028548" y="2956936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C5798295-D094-F7BD-4077-AFB9D6F0D6BE}"/>
              </a:ext>
            </a:extLst>
          </p:cNvPr>
          <p:cNvCxnSpPr>
            <a:cxnSpLocks/>
          </p:cNvCxnSpPr>
          <p:nvPr/>
        </p:nvCxnSpPr>
        <p:spPr>
          <a:xfrm flipV="1">
            <a:off x="5458722" y="2406061"/>
            <a:ext cx="21513" cy="116639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8FB2B880-4DA1-5B9C-C146-0EA141EB2A4A}"/>
              </a:ext>
            </a:extLst>
          </p:cNvPr>
          <p:cNvCxnSpPr>
            <a:cxnSpLocks/>
          </p:cNvCxnSpPr>
          <p:nvPr/>
        </p:nvCxnSpPr>
        <p:spPr>
          <a:xfrm flipV="1">
            <a:off x="5596199" y="2402386"/>
            <a:ext cx="20394" cy="11057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8AEB21E2-FB4F-E203-784F-3117D8D2C13C}"/>
              </a:ext>
            </a:extLst>
          </p:cNvPr>
          <p:cNvSpPr txBox="1"/>
          <p:nvPr/>
        </p:nvSpPr>
        <p:spPr>
          <a:xfrm>
            <a:off x="210126" y="2712462"/>
            <a:ext cx="4748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inotify</a:t>
            </a:r>
            <a:endParaRPr kumimoji="1" lang="ko-KR" altLang="en-US" sz="800" i="1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857A8CE-8599-5EE9-07C1-FE5CDACB0484}"/>
              </a:ext>
            </a:extLst>
          </p:cNvPr>
          <p:cNvCxnSpPr>
            <a:cxnSpLocks/>
            <a:stCxn id="6" idx="3"/>
            <a:endCxn id="199" idx="1"/>
          </p:cNvCxnSpPr>
          <p:nvPr/>
        </p:nvCxnSpPr>
        <p:spPr>
          <a:xfrm>
            <a:off x="2879895" y="1861603"/>
            <a:ext cx="1123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C3B7399-AA40-AC84-2D1C-B946F5D36176}"/>
              </a:ext>
            </a:extLst>
          </p:cNvPr>
          <p:cNvCxnSpPr>
            <a:cxnSpLocks/>
            <a:stCxn id="151" idx="3"/>
            <a:endCxn id="199" idx="1"/>
          </p:cNvCxnSpPr>
          <p:nvPr/>
        </p:nvCxnSpPr>
        <p:spPr>
          <a:xfrm>
            <a:off x="2879894" y="1464217"/>
            <a:ext cx="112368" cy="3973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51F96B8E-1691-5F04-0D69-0CE2539D25F7}"/>
              </a:ext>
            </a:extLst>
          </p:cNvPr>
          <p:cNvSpPr/>
          <p:nvPr/>
        </p:nvSpPr>
        <p:spPr>
          <a:xfrm>
            <a:off x="2992264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04D7E5F1-D75F-E24F-EACF-E55F00FC8305}"/>
              </a:ext>
            </a:extLst>
          </p:cNvPr>
          <p:cNvSpPr/>
          <p:nvPr/>
        </p:nvSpPr>
        <p:spPr>
          <a:xfrm>
            <a:off x="2992264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(inotify, RTDS)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31EA46B1-D76E-8801-DC04-CE10DCF71EAE}"/>
              </a:ext>
            </a:extLst>
          </p:cNvPr>
          <p:cNvCxnSpPr>
            <a:cxnSpLocks/>
            <a:stCxn id="151" idx="3"/>
            <a:endCxn id="59" idx="1"/>
          </p:cNvCxnSpPr>
          <p:nvPr/>
        </p:nvCxnSpPr>
        <p:spPr>
          <a:xfrm>
            <a:off x="2879894" y="1464217"/>
            <a:ext cx="112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418CAFB-F81A-6745-E5D6-7602F1493178}"/>
              </a:ext>
            </a:extLst>
          </p:cNvPr>
          <p:cNvCxnSpPr>
            <a:cxnSpLocks/>
            <a:stCxn id="151" idx="3"/>
            <a:endCxn id="61" idx="1"/>
          </p:cNvCxnSpPr>
          <p:nvPr/>
        </p:nvCxnSpPr>
        <p:spPr>
          <a:xfrm flipV="1">
            <a:off x="2879894" y="1074014"/>
            <a:ext cx="112370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89C427E7-B734-5F46-D53A-7AAB3DAF62C3}"/>
              </a:ext>
            </a:extLst>
          </p:cNvPr>
          <p:cNvSpPr/>
          <p:nvPr/>
        </p:nvSpPr>
        <p:spPr>
          <a:xfrm>
            <a:off x="4133775" y="131082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Route Config Manager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92CAAB4A-4063-7059-495F-8F49D81DC9BB}"/>
              </a:ext>
            </a:extLst>
          </p:cNvPr>
          <p:cNvCxnSpPr>
            <a:cxnSpLocks/>
            <a:stCxn id="151" idx="3"/>
            <a:endCxn id="108" idx="1"/>
          </p:cNvCxnSpPr>
          <p:nvPr/>
        </p:nvCxnSpPr>
        <p:spPr>
          <a:xfrm>
            <a:off x="2879894" y="1464217"/>
            <a:ext cx="12538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4957C38A-D020-4A00-C396-2FC963649B40}"/>
              </a:ext>
            </a:extLst>
          </p:cNvPr>
          <p:cNvSpPr/>
          <p:nvPr/>
        </p:nvSpPr>
        <p:spPr>
          <a:xfrm>
            <a:off x="4133776" y="920622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Secret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6009FFBE-C67E-CD3C-CF95-E9DC26304129}"/>
              </a:ext>
            </a:extLst>
          </p:cNvPr>
          <p:cNvCxnSpPr>
            <a:cxnSpLocks/>
            <a:stCxn id="151" idx="3"/>
            <a:endCxn id="135" idx="1"/>
          </p:cNvCxnSpPr>
          <p:nvPr/>
        </p:nvCxnSpPr>
        <p:spPr>
          <a:xfrm flipV="1">
            <a:off x="2879894" y="1074014"/>
            <a:ext cx="1253882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모서리가 둥근 직사각형 157">
            <a:extLst>
              <a:ext uri="{FF2B5EF4-FFF2-40B4-BE49-F238E27FC236}">
                <a16:creationId xmlns:a16="http://schemas.microsoft.com/office/drawing/2014/main" id="{83246802-3FCC-EC0D-150A-EA62C09DDA1E}"/>
              </a:ext>
            </a:extLst>
          </p:cNvPr>
          <p:cNvSpPr/>
          <p:nvPr/>
        </p:nvSpPr>
        <p:spPr>
          <a:xfrm>
            <a:off x="303129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4" name="모서리가 둥근 직사각형 183">
            <a:extLst>
              <a:ext uri="{FF2B5EF4-FFF2-40B4-BE49-F238E27FC236}">
                <a16:creationId xmlns:a16="http://schemas.microsoft.com/office/drawing/2014/main" id="{9FC5806F-80C3-298D-CF7A-6FB090AEBA57}"/>
              </a:ext>
            </a:extLst>
          </p:cNvPr>
          <p:cNvSpPr/>
          <p:nvPr/>
        </p:nvSpPr>
        <p:spPr>
          <a:xfrm>
            <a:off x="5622908" y="4430746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HCM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49563B1E-FC72-154F-4D4B-F7F51CF12822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2361732" y="2014995"/>
            <a:ext cx="2" cy="927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B13E9A63-A2CA-85AB-048C-D1B83B4171BC}"/>
              </a:ext>
            </a:extLst>
          </p:cNvPr>
          <p:cNvSpPr/>
          <p:nvPr/>
        </p:nvSpPr>
        <p:spPr>
          <a:xfrm>
            <a:off x="3009695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Static Bootstrap 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8C29A326-D659-837F-2B1E-3B30EA8A941E}"/>
              </a:ext>
            </a:extLst>
          </p:cNvPr>
          <p:cNvSpPr/>
          <p:nvPr/>
        </p:nvSpPr>
        <p:spPr>
          <a:xfrm>
            <a:off x="4098388" y="5269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 System Layout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45DC37E8-B389-27BF-69D0-A97E59D19474}"/>
              </a:ext>
            </a:extLst>
          </p:cNvPr>
          <p:cNvCxnSpPr>
            <a:cxnSpLocks/>
            <a:stCxn id="249" idx="2"/>
            <a:endCxn id="61" idx="0"/>
          </p:cNvCxnSpPr>
          <p:nvPr/>
        </p:nvCxnSpPr>
        <p:spPr>
          <a:xfrm>
            <a:off x="3502144" y="357794"/>
            <a:ext cx="8282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EBADC2ED-0747-356E-37F7-FC91D42D535D}"/>
              </a:ext>
            </a:extLst>
          </p:cNvPr>
          <p:cNvCxnSpPr>
            <a:cxnSpLocks/>
            <a:stCxn id="250" idx="2"/>
            <a:endCxn id="61" idx="0"/>
          </p:cNvCxnSpPr>
          <p:nvPr/>
        </p:nvCxnSpPr>
        <p:spPr>
          <a:xfrm flipH="1">
            <a:off x="3510426" y="357794"/>
            <a:ext cx="1080411" cy="562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BE526430-A21A-FF65-7EF5-E3134A979960}"/>
              </a:ext>
            </a:extLst>
          </p:cNvPr>
          <p:cNvCxnSpPr>
            <a:cxnSpLocks/>
            <a:stCxn id="31" idx="0"/>
            <a:endCxn id="18" idx="2"/>
          </p:cNvCxnSpPr>
          <p:nvPr/>
        </p:nvCxnSpPr>
        <p:spPr>
          <a:xfrm flipH="1" flipV="1">
            <a:off x="6003285" y="3873842"/>
            <a:ext cx="71028" cy="208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4DCCA00F-679B-78E5-8B4A-9073738314CA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6074313" y="3878407"/>
            <a:ext cx="79954" cy="2034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06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1F98-060F-A52D-6492-FE64C253C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8AB8F7A-9203-BA96-3B8D-BF944D278401}"/>
              </a:ext>
            </a:extLst>
          </p:cNvPr>
          <p:cNvSpPr/>
          <p:nvPr/>
        </p:nvSpPr>
        <p:spPr>
          <a:xfrm>
            <a:off x="503288" y="203181"/>
            <a:ext cx="7885136" cy="175681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73CB157-8077-C1DD-CC60-BDD0B5C2CD9D}"/>
              </a:ext>
            </a:extLst>
          </p:cNvPr>
          <p:cNvSpPr/>
          <p:nvPr/>
        </p:nvSpPr>
        <p:spPr>
          <a:xfrm>
            <a:off x="605113" y="538312"/>
            <a:ext cx="7089819" cy="852338"/>
          </a:xfrm>
          <a:prstGeom prst="roundRect">
            <a:avLst>
              <a:gd name="adj" fmla="val 72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runOnAllThreads(cb, all_threads_complete_cb)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5F898F1-821F-401D-2095-2B5BB6B5C1A1}"/>
              </a:ext>
            </a:extLst>
          </p:cNvPr>
          <p:cNvSpPr/>
          <p:nvPr/>
        </p:nvSpPr>
        <p:spPr>
          <a:xfrm>
            <a:off x="677123" y="812800"/>
            <a:ext cx="858242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33CA43C-AF4A-463D-E0EB-8E40F3199877}"/>
              </a:ext>
            </a:extLst>
          </p:cNvPr>
          <p:cNvSpPr/>
          <p:nvPr/>
        </p:nvSpPr>
        <p:spPr>
          <a:xfrm>
            <a:off x="1835036" y="812800"/>
            <a:ext cx="2443164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Save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to </a:t>
            </a:r>
            <a:r>
              <a:rPr kumimoji="1" lang="en-US" altLang="ko-KR" sz="900" b="1">
                <a:solidFill>
                  <a:schemeClr val="tx1"/>
                </a:solidFill>
              </a:rPr>
              <a:t>cb_guard (shared_ptr)</a:t>
            </a:r>
            <a:r>
              <a:rPr kumimoji="1" lang="en-US" altLang="ko-KR" sz="900">
                <a:solidFill>
                  <a:schemeClr val="tx1"/>
                </a:solidFill>
              </a:rPr>
              <a:t> with lambda </a:t>
            </a:r>
            <a:r>
              <a:rPr kumimoji="1" lang="en-US" altLang="ko-KR" sz="900" b="1">
                <a:solidFill>
                  <a:schemeClr val="tx1"/>
                </a:solidFill>
              </a:rPr>
              <a:t>deleter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</a:t>
            </a:r>
            <a:r>
              <a:rPr kumimoji="1" lang="en-US" altLang="ko-KR" sz="900">
                <a:solidFill>
                  <a:schemeClr val="tx1"/>
                </a:solidFill>
              </a:rPr>
              <a:t>,</a:t>
            </a:r>
            <a:br>
              <a:rPr kumimoji="1" lang="en-US" altLang="ko-KR" sz="900" b="1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which posts it to the main thread.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C46F318-0634-68C5-6FF4-5B266DF07744}"/>
              </a:ext>
            </a:extLst>
          </p:cNvPr>
          <p:cNvSpPr/>
          <p:nvPr/>
        </p:nvSpPr>
        <p:spPr>
          <a:xfrm>
            <a:off x="677123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21D1563-8590-AB5E-1FA3-F3EF334DAA38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106244" y="1334944"/>
            <a:ext cx="0" cy="1470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BD45AA1-95F8-C7C8-C8AA-8599781C598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35365" y="1073872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D8DE8C8F-6443-1172-6166-5B03BEF2FCF2}"/>
              </a:ext>
            </a:extLst>
          </p:cNvPr>
          <p:cNvSpPr/>
          <p:nvPr/>
        </p:nvSpPr>
        <p:spPr>
          <a:xfrm>
            <a:off x="4577871" y="812800"/>
            <a:ext cx="3046988" cy="522144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r>
              <a:rPr kumimoji="1" lang="en-US" altLang="ko-KR" sz="900">
                <a:solidFill>
                  <a:schemeClr val="tx1"/>
                </a:solidFill>
              </a:rPr>
              <a:t>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to all workers 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increased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4)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C39422F-907B-6A46-4ECA-8D0202E703D7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4278200" y="1073872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A7C25AE-3CC8-22C7-B27C-ED6F9D88044D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 flipH="1">
            <a:off x="1167914" y="1334944"/>
            <a:ext cx="4933451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00A3F1E9-4B0F-150F-4C79-A9069E10DC94}"/>
              </a:ext>
            </a:extLst>
          </p:cNvPr>
          <p:cNvSpPr/>
          <p:nvPr/>
        </p:nvSpPr>
        <p:spPr>
          <a:xfrm>
            <a:off x="7425409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EA07E79-727D-E79F-FD31-B913CFE2ECB5}"/>
              </a:ext>
            </a:extLst>
          </p:cNvPr>
          <p:cNvSpPr/>
          <p:nvPr/>
        </p:nvSpPr>
        <p:spPr>
          <a:xfrm>
            <a:off x="738793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91B13D52-2830-496E-1D99-E6A8AB53CC30}"/>
              </a:ext>
            </a:extLst>
          </p:cNvPr>
          <p:cNvSpPr/>
          <p:nvPr/>
        </p:nvSpPr>
        <p:spPr>
          <a:xfrm>
            <a:off x="642088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8035D44D-1AFA-B41C-92A3-D77D94BE4C2F}"/>
              </a:ext>
            </a:extLst>
          </p:cNvPr>
          <p:cNvSpPr/>
          <p:nvPr/>
        </p:nvSpPr>
        <p:spPr>
          <a:xfrm>
            <a:off x="742706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DA78B72B-8801-89AA-5F38-69305CEAF11B}"/>
              </a:ext>
            </a:extLst>
          </p:cNvPr>
          <p:cNvSpPr/>
          <p:nvPr/>
        </p:nvSpPr>
        <p:spPr>
          <a:xfrm>
            <a:off x="742704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decreased 3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2)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3A0B37FB-1A8B-76B0-A82B-D4F020DC36BD}"/>
              </a:ext>
            </a:extLst>
          </p:cNvPr>
          <p:cNvSpPr/>
          <p:nvPr/>
        </p:nvSpPr>
        <p:spPr>
          <a:xfrm>
            <a:off x="2181495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12F982A-09A1-52F7-AABE-745DADABF645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>
            <a:off x="1167914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938C0EE-EF7C-3695-1524-F2F2DCE68CF6}"/>
              </a:ext>
            </a:extLst>
          </p:cNvPr>
          <p:cNvCxnSpPr>
            <a:cxnSpLocks/>
            <a:stCxn id="32" idx="0"/>
            <a:endCxn id="40" idx="2"/>
          </p:cNvCxnSpPr>
          <p:nvPr/>
        </p:nvCxnSpPr>
        <p:spPr>
          <a:xfrm flipV="1">
            <a:off x="1891427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1364967-E657-6007-BC83-B85EDA6C0503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1891426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C5EB5675-914D-F34D-FAF7-8640DF1EC1D9}"/>
              </a:ext>
            </a:extLst>
          </p:cNvPr>
          <p:cNvCxnSpPr>
            <a:cxnSpLocks/>
            <a:stCxn id="22" idx="2"/>
            <a:endCxn id="305" idx="0"/>
          </p:cNvCxnSpPr>
          <p:nvPr/>
        </p:nvCxnSpPr>
        <p:spPr>
          <a:xfrm flipH="1">
            <a:off x="3720902" y="1334944"/>
            <a:ext cx="2380463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AC73FD38-BDEF-0C03-C366-0DA1B245DEE2}"/>
              </a:ext>
            </a:extLst>
          </p:cNvPr>
          <p:cNvCxnSpPr>
            <a:cxnSpLocks/>
            <a:stCxn id="22" idx="2"/>
            <a:endCxn id="297" idx="0"/>
          </p:cNvCxnSpPr>
          <p:nvPr/>
        </p:nvCxnSpPr>
        <p:spPr>
          <a:xfrm>
            <a:off x="6101365" y="1334944"/>
            <a:ext cx="174915" cy="907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모서리가 둥근 직사각형 193">
            <a:extLst>
              <a:ext uri="{FF2B5EF4-FFF2-40B4-BE49-F238E27FC236}">
                <a16:creationId xmlns:a16="http://schemas.microsoft.com/office/drawing/2014/main" id="{7EE9613C-1901-3A01-6492-E0CEA3D0CBBE}"/>
              </a:ext>
            </a:extLst>
          </p:cNvPr>
          <p:cNvSpPr/>
          <p:nvPr/>
        </p:nvSpPr>
        <p:spPr>
          <a:xfrm>
            <a:off x="5850661" y="4029594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</a:t>
            </a:r>
            <a:r>
              <a:rPr kumimoji="1" lang="en-US" altLang="ko-KR" sz="900">
                <a:solidFill>
                  <a:schemeClr val="tx1"/>
                </a:solidFill>
              </a:rPr>
              <a:t> to 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5CDE4AC9-4B5C-AC85-77E3-996768A99DD3}"/>
              </a:ext>
            </a:extLst>
          </p:cNvPr>
          <p:cNvSpPr/>
          <p:nvPr/>
        </p:nvSpPr>
        <p:spPr>
          <a:xfrm>
            <a:off x="5569178" y="1478584"/>
            <a:ext cx="162752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all_threads_complete_cb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50" name="직선 화살표 연결선 249">
            <a:extLst>
              <a:ext uri="{FF2B5EF4-FFF2-40B4-BE49-F238E27FC236}">
                <a16:creationId xmlns:a16="http://schemas.microsoft.com/office/drawing/2014/main" id="{F287B4BC-AC05-1473-F58B-2449BA930CEB}"/>
              </a:ext>
            </a:extLst>
          </p:cNvPr>
          <p:cNvCxnSpPr>
            <a:cxnSpLocks/>
            <a:stCxn id="67" idx="1"/>
            <a:endCxn id="249" idx="3"/>
          </p:cNvCxnSpPr>
          <p:nvPr/>
        </p:nvCxnSpPr>
        <p:spPr>
          <a:xfrm flipH="1">
            <a:off x="7196703" y="1661965"/>
            <a:ext cx="2287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모서리가 둥근 직사각형 296">
            <a:extLst>
              <a:ext uri="{FF2B5EF4-FFF2-40B4-BE49-F238E27FC236}">
                <a16:creationId xmlns:a16="http://schemas.microsoft.com/office/drawing/2014/main" id="{52912E81-47AD-0504-3698-91B466030FCD}"/>
              </a:ext>
            </a:extLst>
          </p:cNvPr>
          <p:cNvSpPr/>
          <p:nvPr/>
        </p:nvSpPr>
        <p:spPr>
          <a:xfrm>
            <a:off x="5847159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98" name="모서리가 둥근 직사각형 297">
            <a:extLst>
              <a:ext uri="{FF2B5EF4-FFF2-40B4-BE49-F238E27FC236}">
                <a16:creationId xmlns:a16="http://schemas.microsoft.com/office/drawing/2014/main" id="{8BBAEF20-8DCC-E65D-6FA4-305A527218B7}"/>
              </a:ext>
            </a:extLst>
          </p:cNvPr>
          <p:cNvSpPr/>
          <p:nvPr/>
        </p:nvSpPr>
        <p:spPr>
          <a:xfrm>
            <a:off x="5750454" y="2125370"/>
            <a:ext cx="2493804" cy="2606620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99" name="모서리가 둥근 직사각형 298">
            <a:extLst>
              <a:ext uri="{FF2B5EF4-FFF2-40B4-BE49-F238E27FC236}">
                <a16:creationId xmlns:a16="http://schemas.microsoft.com/office/drawing/2014/main" id="{D7B1C336-DA41-E753-BCA3-3EBBC179BB41}"/>
              </a:ext>
            </a:extLst>
          </p:cNvPr>
          <p:cNvSpPr/>
          <p:nvPr/>
        </p:nvSpPr>
        <p:spPr>
          <a:xfrm>
            <a:off x="5851072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DC6C0B16-4E8D-22D4-7EC0-FF2287FDC664}"/>
              </a:ext>
            </a:extLst>
          </p:cNvPr>
          <p:cNvSpPr/>
          <p:nvPr/>
        </p:nvSpPr>
        <p:spPr>
          <a:xfrm>
            <a:off x="5851070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0)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158ADFF7-6AD7-871D-7565-424340D6A497}"/>
              </a:ext>
            </a:extLst>
          </p:cNvPr>
          <p:cNvSpPr/>
          <p:nvPr/>
        </p:nvSpPr>
        <p:spPr>
          <a:xfrm>
            <a:off x="7289861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36FC0B72-886B-B669-360B-1FE64A386471}"/>
              </a:ext>
            </a:extLst>
          </p:cNvPr>
          <p:cNvCxnSpPr>
            <a:cxnSpLocks/>
            <a:stCxn id="297" idx="2"/>
            <a:endCxn id="299" idx="0"/>
          </p:cNvCxnSpPr>
          <p:nvPr/>
        </p:nvCxnSpPr>
        <p:spPr>
          <a:xfrm>
            <a:off x="6276280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8DFB39B0-7CD0-215B-1209-AA2C445FE8CD}"/>
              </a:ext>
            </a:extLst>
          </p:cNvPr>
          <p:cNvCxnSpPr>
            <a:cxnSpLocks/>
            <a:stCxn id="299" idx="0"/>
            <a:endCxn id="301" idx="2"/>
          </p:cNvCxnSpPr>
          <p:nvPr/>
        </p:nvCxnSpPr>
        <p:spPr>
          <a:xfrm flipV="1">
            <a:off x="6999793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화살표 연결선 303">
            <a:extLst>
              <a:ext uri="{FF2B5EF4-FFF2-40B4-BE49-F238E27FC236}">
                <a16:creationId xmlns:a16="http://schemas.microsoft.com/office/drawing/2014/main" id="{9B9496E0-2655-A655-F296-6602AE266EE1}"/>
              </a:ext>
            </a:extLst>
          </p:cNvPr>
          <p:cNvCxnSpPr>
            <a:cxnSpLocks/>
            <a:stCxn id="299" idx="2"/>
            <a:endCxn id="300" idx="0"/>
          </p:cNvCxnSpPr>
          <p:nvPr/>
        </p:nvCxnSpPr>
        <p:spPr>
          <a:xfrm flipH="1">
            <a:off x="6999792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모서리가 둥근 직사각형 304">
            <a:extLst>
              <a:ext uri="{FF2B5EF4-FFF2-40B4-BE49-F238E27FC236}">
                <a16:creationId xmlns:a16="http://schemas.microsoft.com/office/drawing/2014/main" id="{A921FF25-6DA8-ECAA-5DBC-059A082890B4}"/>
              </a:ext>
            </a:extLst>
          </p:cNvPr>
          <p:cNvSpPr/>
          <p:nvPr/>
        </p:nvSpPr>
        <p:spPr>
          <a:xfrm>
            <a:off x="3291781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306" name="모서리가 둥근 직사각형 305">
            <a:extLst>
              <a:ext uri="{FF2B5EF4-FFF2-40B4-BE49-F238E27FC236}">
                <a16:creationId xmlns:a16="http://schemas.microsoft.com/office/drawing/2014/main" id="{D67AA4E6-D3DA-183F-5A26-6AFB3D48492D}"/>
              </a:ext>
            </a:extLst>
          </p:cNvPr>
          <p:cNvSpPr/>
          <p:nvPr/>
        </p:nvSpPr>
        <p:spPr>
          <a:xfrm>
            <a:off x="3195076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2D01EE3D-8348-0427-AB6E-438531E96872}"/>
              </a:ext>
            </a:extLst>
          </p:cNvPr>
          <p:cNvSpPr/>
          <p:nvPr/>
        </p:nvSpPr>
        <p:spPr>
          <a:xfrm>
            <a:off x="3295694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8" name="모서리가 둥근 직사각형 307">
            <a:extLst>
              <a:ext uri="{FF2B5EF4-FFF2-40B4-BE49-F238E27FC236}">
                <a16:creationId xmlns:a16="http://schemas.microsoft.com/office/drawing/2014/main" id="{840F99FD-9378-3C91-C5F2-FF4ED0003220}"/>
              </a:ext>
            </a:extLst>
          </p:cNvPr>
          <p:cNvSpPr/>
          <p:nvPr/>
        </p:nvSpPr>
        <p:spPr>
          <a:xfrm>
            <a:off x="3295692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2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1)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9" name="모서리가 둥근 직사각형 308">
            <a:extLst>
              <a:ext uri="{FF2B5EF4-FFF2-40B4-BE49-F238E27FC236}">
                <a16:creationId xmlns:a16="http://schemas.microsoft.com/office/drawing/2014/main" id="{E37E52EE-A18E-2405-CEDE-DE3CAE8D6610}"/>
              </a:ext>
            </a:extLst>
          </p:cNvPr>
          <p:cNvSpPr/>
          <p:nvPr/>
        </p:nvSpPr>
        <p:spPr>
          <a:xfrm>
            <a:off x="4734483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2B46529E-54ED-A333-FB3D-1FFBD0A8397F}"/>
              </a:ext>
            </a:extLst>
          </p:cNvPr>
          <p:cNvCxnSpPr>
            <a:cxnSpLocks/>
            <a:stCxn id="305" idx="2"/>
            <a:endCxn id="307" idx="0"/>
          </p:cNvCxnSpPr>
          <p:nvPr/>
        </p:nvCxnSpPr>
        <p:spPr>
          <a:xfrm>
            <a:off x="3720902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>
            <a:extLst>
              <a:ext uri="{FF2B5EF4-FFF2-40B4-BE49-F238E27FC236}">
                <a16:creationId xmlns:a16="http://schemas.microsoft.com/office/drawing/2014/main" id="{2CA3B0BD-ED44-2CC8-D314-048D1A0AE60C}"/>
              </a:ext>
            </a:extLst>
          </p:cNvPr>
          <p:cNvCxnSpPr>
            <a:cxnSpLocks/>
            <a:stCxn id="307" idx="0"/>
            <a:endCxn id="309" idx="2"/>
          </p:cNvCxnSpPr>
          <p:nvPr/>
        </p:nvCxnSpPr>
        <p:spPr>
          <a:xfrm flipV="1">
            <a:off x="4444415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33D97C32-97B4-E8B3-0F4B-4FB7F8275D1D}"/>
              </a:ext>
            </a:extLst>
          </p:cNvPr>
          <p:cNvCxnSpPr>
            <a:cxnSpLocks/>
            <a:stCxn id="307" idx="2"/>
            <a:endCxn id="308" idx="0"/>
          </p:cNvCxnSpPr>
          <p:nvPr/>
        </p:nvCxnSpPr>
        <p:spPr>
          <a:xfrm flipH="1">
            <a:off x="4444414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4CDECB1D-B28D-1EFA-4C91-B00433D5AF7A}"/>
              </a:ext>
            </a:extLst>
          </p:cNvPr>
          <p:cNvCxnSpPr>
            <a:cxnSpLocks/>
            <a:stCxn id="300" idx="2"/>
            <a:endCxn id="194" idx="0"/>
          </p:cNvCxnSpPr>
          <p:nvPr/>
        </p:nvCxnSpPr>
        <p:spPr>
          <a:xfrm flipH="1">
            <a:off x="6999382" y="3798944"/>
            <a:ext cx="410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2C3E4EF0-C46C-4DE4-AB34-327D0A70941D}"/>
              </a:ext>
            </a:extLst>
          </p:cNvPr>
          <p:cNvCxnSpPr>
            <a:cxnSpLocks/>
          </p:cNvCxnSpPr>
          <p:nvPr/>
        </p:nvCxnSpPr>
        <p:spPr>
          <a:xfrm flipV="1">
            <a:off x="7915768" y="1841985"/>
            <a:ext cx="0" cy="21876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235C341D-BA04-A5CA-DFA3-4BECA45E463C}"/>
              </a:ext>
            </a:extLst>
          </p:cNvPr>
          <p:cNvSpPr/>
          <p:nvPr/>
        </p:nvSpPr>
        <p:spPr>
          <a:xfrm>
            <a:off x="999477" y="1151374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040E153-781B-AE35-D061-5D49ED2CCE33}"/>
              </a:ext>
            </a:extLst>
          </p:cNvPr>
          <p:cNvSpPr/>
          <p:nvPr/>
        </p:nvSpPr>
        <p:spPr>
          <a:xfrm>
            <a:off x="1421658" y="963917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FFF359C-A227-3A03-DBCF-B806D6DC4116}"/>
              </a:ext>
            </a:extLst>
          </p:cNvPr>
          <p:cNvSpPr/>
          <p:nvPr/>
        </p:nvSpPr>
        <p:spPr>
          <a:xfrm>
            <a:off x="4164001" y="967803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4724053-0BBE-4F33-50C9-7E2C16EF9D74}"/>
              </a:ext>
            </a:extLst>
          </p:cNvPr>
          <p:cNvSpPr/>
          <p:nvPr/>
        </p:nvSpPr>
        <p:spPr>
          <a:xfrm>
            <a:off x="5993353" y="120359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E76F684-8E91-24F3-6895-A287705B6D40}"/>
              </a:ext>
            </a:extLst>
          </p:cNvPr>
          <p:cNvSpPr/>
          <p:nvPr/>
        </p:nvSpPr>
        <p:spPr>
          <a:xfrm>
            <a:off x="1059902" y="249412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4008342-2BC2-C857-A981-BE0264BF1248}"/>
              </a:ext>
            </a:extLst>
          </p:cNvPr>
          <p:cNvSpPr/>
          <p:nvPr/>
        </p:nvSpPr>
        <p:spPr>
          <a:xfrm>
            <a:off x="3613159" y="249412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DF808B5-07E8-A041-7EDA-CC2597B71E62}"/>
              </a:ext>
            </a:extLst>
          </p:cNvPr>
          <p:cNvSpPr/>
          <p:nvPr/>
        </p:nvSpPr>
        <p:spPr>
          <a:xfrm>
            <a:off x="6178994" y="249412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1477A53-C271-F7E6-8162-7A6C5E12150C}"/>
              </a:ext>
            </a:extLst>
          </p:cNvPr>
          <p:cNvSpPr/>
          <p:nvPr/>
        </p:nvSpPr>
        <p:spPr>
          <a:xfrm>
            <a:off x="7056026" y="262261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9E830C7-5E59-7384-B74B-59A9100ADC76}"/>
              </a:ext>
            </a:extLst>
          </p:cNvPr>
          <p:cNvSpPr/>
          <p:nvPr/>
        </p:nvSpPr>
        <p:spPr>
          <a:xfrm>
            <a:off x="4509797" y="262261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9108547-12D6-05E0-6EEE-032CD1CDD86C}"/>
              </a:ext>
            </a:extLst>
          </p:cNvPr>
          <p:cNvSpPr/>
          <p:nvPr/>
        </p:nvSpPr>
        <p:spPr>
          <a:xfrm>
            <a:off x="1944114" y="262261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344994-7766-1F35-242C-9B5F28DCDF38}"/>
              </a:ext>
            </a:extLst>
          </p:cNvPr>
          <p:cNvSpPr/>
          <p:nvPr/>
        </p:nvSpPr>
        <p:spPr>
          <a:xfrm>
            <a:off x="1779783" y="314078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E3A719C4-BF63-78A6-B877-9E55E3B1F738}"/>
              </a:ext>
            </a:extLst>
          </p:cNvPr>
          <p:cNvSpPr/>
          <p:nvPr/>
        </p:nvSpPr>
        <p:spPr>
          <a:xfrm>
            <a:off x="4333966" y="314078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39993E1-1870-9444-0922-DCD035C11037}"/>
              </a:ext>
            </a:extLst>
          </p:cNvPr>
          <p:cNvSpPr/>
          <p:nvPr/>
        </p:nvSpPr>
        <p:spPr>
          <a:xfrm>
            <a:off x="6889344" y="314078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432D9BB0-3E3A-2991-7C03-4A2581438367}"/>
              </a:ext>
            </a:extLst>
          </p:cNvPr>
          <p:cNvSpPr/>
          <p:nvPr/>
        </p:nvSpPr>
        <p:spPr>
          <a:xfrm>
            <a:off x="6889344" y="3730824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8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48ACAF8-2C6C-2C97-6E6D-628BDFFE6A80}"/>
              </a:ext>
            </a:extLst>
          </p:cNvPr>
          <p:cNvSpPr/>
          <p:nvPr/>
        </p:nvSpPr>
        <p:spPr>
          <a:xfrm>
            <a:off x="7807756" y="3876984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9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5F86B70-0565-5BB3-FB49-39A22D990524}"/>
              </a:ext>
            </a:extLst>
          </p:cNvPr>
          <p:cNvSpPr/>
          <p:nvPr/>
        </p:nvSpPr>
        <p:spPr>
          <a:xfrm>
            <a:off x="7289861" y="155953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9416FE-0159-781E-3159-A4F35079F3CC}"/>
              </a:ext>
            </a:extLst>
          </p:cNvPr>
          <p:cNvSpPr txBox="1"/>
          <p:nvPr/>
        </p:nvSpPr>
        <p:spPr>
          <a:xfrm>
            <a:off x="7220415" y="1552134"/>
            <a:ext cx="3571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900"/>
              <a:t>10</a:t>
            </a:r>
            <a:endParaRPr kumimoji="1"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79161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B696-421B-9BA4-C104-F7A19FAD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D9146F51-3F9A-B2B4-77F8-AD0085748664}"/>
              </a:ext>
            </a:extLst>
          </p:cNvPr>
          <p:cNvSpPr/>
          <p:nvPr/>
        </p:nvSpPr>
        <p:spPr>
          <a:xfrm>
            <a:off x="1949317" y="3030932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7D3AC566-D54E-8955-22A4-954C4ACFB1FE}"/>
              </a:ext>
            </a:extLst>
          </p:cNvPr>
          <p:cNvSpPr/>
          <p:nvPr/>
        </p:nvSpPr>
        <p:spPr>
          <a:xfrm>
            <a:off x="1882643" y="3099462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C07D1175-8857-1D70-9E79-CA4EFB2DEFB4}"/>
              </a:ext>
            </a:extLst>
          </p:cNvPr>
          <p:cNvSpPr/>
          <p:nvPr/>
        </p:nvSpPr>
        <p:spPr>
          <a:xfrm>
            <a:off x="1812618" y="3175035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D8F534BF-4DA3-6516-1689-2A861F1B6D9D}"/>
              </a:ext>
            </a:extLst>
          </p:cNvPr>
          <p:cNvSpPr/>
          <p:nvPr/>
        </p:nvSpPr>
        <p:spPr>
          <a:xfrm>
            <a:off x="1619672" y="363903"/>
            <a:ext cx="5598418" cy="4486878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Envoy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B139C50B-5568-2A47-4989-1D44A3269DEB}"/>
              </a:ext>
            </a:extLst>
          </p:cNvPr>
          <p:cNvSpPr/>
          <p:nvPr/>
        </p:nvSpPr>
        <p:spPr>
          <a:xfrm>
            <a:off x="1746423" y="434546"/>
            <a:ext cx="3545657" cy="2345829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900" b="1">
                <a:solidFill>
                  <a:schemeClr val="tx1"/>
                </a:solidFill>
              </a:rPr>
              <a:t>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3571DC6E-CD11-5A2D-AF61-706A59DF6B5C}"/>
              </a:ext>
            </a:extLst>
          </p:cNvPr>
          <p:cNvSpPr/>
          <p:nvPr/>
        </p:nvSpPr>
        <p:spPr>
          <a:xfrm>
            <a:off x="1746425" y="3245680"/>
            <a:ext cx="5155978" cy="1533918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Worker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2074449-879D-5E3D-957C-4306D8F0D683}"/>
              </a:ext>
            </a:extLst>
          </p:cNvPr>
          <p:cNvSpPr/>
          <p:nvPr/>
        </p:nvSpPr>
        <p:spPr>
          <a:xfrm>
            <a:off x="1843572" y="1531650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995F3CC-A9E0-3902-0A20-7057B2740EB9}"/>
              </a:ext>
            </a:extLst>
          </p:cNvPr>
          <p:cNvSpPr/>
          <p:nvPr/>
        </p:nvSpPr>
        <p:spPr>
          <a:xfrm>
            <a:off x="4133776" y="1928785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700">
                <a:solidFill>
                  <a:schemeClr val="tx1"/>
                </a:solidFill>
              </a:rPr>
              <a:t>(SIGTERM, Timer)</a:t>
            </a:r>
            <a:endParaRPr kumimoji="1" lang="ko-KR" altLang="en-US" sz="7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7AC6267-50C0-4E9E-CC53-C4245C284A29}"/>
              </a:ext>
            </a:extLst>
          </p:cNvPr>
          <p:cNvSpPr/>
          <p:nvPr/>
        </p:nvSpPr>
        <p:spPr>
          <a:xfrm>
            <a:off x="1843570" y="739043"/>
            <a:ext cx="1036323" cy="306784"/>
          </a:xfrm>
          <a:prstGeom prst="roundRect">
            <a:avLst>
              <a:gd name="adj" fmla="val 1344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(UDS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3DD8D61-E109-416E-397C-1875A47628F4}"/>
              </a:ext>
            </a:extLst>
          </p:cNvPr>
          <p:cNvSpPr/>
          <p:nvPr/>
        </p:nvSpPr>
        <p:spPr>
          <a:xfrm>
            <a:off x="2992264" y="1930469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FA15B3B-1C50-D52B-5AFA-71522D35A4BF}"/>
              </a:ext>
            </a:extLst>
          </p:cNvPr>
          <p:cNvSpPr/>
          <p:nvPr/>
        </p:nvSpPr>
        <p:spPr>
          <a:xfrm>
            <a:off x="5308191" y="3337715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</a:t>
            </a:r>
            <a:r>
              <a:rPr kumimoji="1" lang="ko-KR" altLang="en-US" sz="800">
                <a:solidFill>
                  <a:schemeClr val="tx1"/>
                </a:solidFill>
              </a:rPr>
              <a:t> </a:t>
            </a:r>
            <a:r>
              <a:rPr kumimoji="1" lang="en-US" altLang="ko-KR" sz="800">
                <a:solidFill>
                  <a:schemeClr val="tx1"/>
                </a:solidFill>
              </a:rPr>
              <a:t>Writer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3D0DAFD-E39E-A9C3-4BAE-F83CDAAE4DE8}"/>
              </a:ext>
            </a:extLst>
          </p:cNvPr>
          <p:cNvSpPr/>
          <p:nvPr/>
        </p:nvSpPr>
        <p:spPr>
          <a:xfrm>
            <a:off x="1846734" y="2390746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A13805C-6D37-2C04-FD50-1E0E3DB54F69}"/>
              </a:ext>
            </a:extLst>
          </p:cNvPr>
          <p:cNvSpPr/>
          <p:nvPr/>
        </p:nvSpPr>
        <p:spPr>
          <a:xfrm>
            <a:off x="1846734" y="3337715"/>
            <a:ext cx="1411228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(libevent, io_uring)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C305159-29BC-E879-F4BF-BC575836F7D2}"/>
              </a:ext>
            </a:extLst>
          </p:cNvPr>
          <p:cNvSpPr/>
          <p:nvPr/>
        </p:nvSpPr>
        <p:spPr>
          <a:xfrm>
            <a:off x="1840997" y="4046959"/>
            <a:ext cx="83516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(Socket, 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CC0758E-EB43-7C01-2091-E0DBC09616A1}"/>
              </a:ext>
            </a:extLst>
          </p:cNvPr>
          <p:cNvSpPr/>
          <p:nvPr/>
        </p:nvSpPr>
        <p:spPr>
          <a:xfrm>
            <a:off x="3527039" y="3337715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CA12E7B6-4F23-BED6-CCEE-429FB81EA8F4}"/>
              </a:ext>
            </a:extLst>
          </p:cNvPr>
          <p:cNvSpPr/>
          <p:nvPr/>
        </p:nvSpPr>
        <p:spPr>
          <a:xfrm>
            <a:off x="3527039" y="2390746"/>
            <a:ext cx="1499222" cy="306784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(Thread Local Storage)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A3C2275-37DB-3A5F-37EE-86475A8089DF}"/>
              </a:ext>
            </a:extLst>
          </p:cNvPr>
          <p:cNvSpPr/>
          <p:nvPr/>
        </p:nvSpPr>
        <p:spPr>
          <a:xfrm>
            <a:off x="2851135" y="3797890"/>
            <a:ext cx="3956925" cy="906135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Per connection/stream state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BA2C00BF-5978-15F8-6143-5B13FB316E13}"/>
              </a:ext>
            </a:extLst>
          </p:cNvPr>
          <p:cNvSpPr/>
          <p:nvPr/>
        </p:nvSpPr>
        <p:spPr>
          <a:xfrm>
            <a:off x="217372" y="4230573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9E4CF003-252D-110E-5F26-AB0EB5EBBC73}"/>
              </a:ext>
            </a:extLst>
          </p:cNvPr>
          <p:cNvSpPr/>
          <p:nvPr/>
        </p:nvSpPr>
        <p:spPr>
          <a:xfrm>
            <a:off x="7411036" y="3945470"/>
            <a:ext cx="1209354" cy="301001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(Server)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9E44945-B40F-C38E-08E6-F84AC7214B97}"/>
              </a:ext>
            </a:extLst>
          </p:cNvPr>
          <p:cNvSpPr/>
          <p:nvPr/>
        </p:nvSpPr>
        <p:spPr>
          <a:xfrm>
            <a:off x="217372" y="3669631"/>
            <a:ext cx="1209354" cy="306783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A4A0D6D3-EB98-C015-0D17-E62089BF6E8F}"/>
              </a:ext>
            </a:extLst>
          </p:cNvPr>
          <p:cNvSpPr/>
          <p:nvPr/>
        </p:nvSpPr>
        <p:spPr>
          <a:xfrm>
            <a:off x="2968068" y="3905321"/>
            <a:ext cx="1037351" cy="595696"/>
          </a:xfrm>
          <a:prstGeom prst="roundRect">
            <a:avLst>
              <a:gd name="adj" fmla="val 1122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Chain 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004D29D1-7008-C455-77AF-8CC3445BF509}"/>
              </a:ext>
            </a:extLst>
          </p:cNvPr>
          <p:cNvSpPr/>
          <p:nvPr/>
        </p:nvSpPr>
        <p:spPr>
          <a:xfrm>
            <a:off x="4191357" y="4046959"/>
            <a:ext cx="1037351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Socket 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09C42E63-98FB-CE6A-EBFE-2A3AEC1D64B1}"/>
              </a:ext>
            </a:extLst>
          </p:cNvPr>
          <p:cNvSpPr/>
          <p:nvPr/>
        </p:nvSpPr>
        <p:spPr>
          <a:xfrm>
            <a:off x="5419351" y="3905321"/>
            <a:ext cx="1309924" cy="595696"/>
          </a:xfrm>
          <a:prstGeom prst="roundRect">
            <a:avLst>
              <a:gd name="adj" fmla="val 8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Network Filter Chain (Timer, LDS, 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36FAE5A-AF46-F567-C95F-A7D9C8A632B6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4200351"/>
            <a:ext cx="414271" cy="18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E80683B-26C9-1188-81D6-534FEF6B3B3A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676160" y="4200351"/>
            <a:ext cx="29190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1C1CDC5-E69C-D99C-5956-EF9003F1FCD4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005419" y="4200351"/>
            <a:ext cx="185938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1F70E3D-2E8A-C5A1-4879-774F817F125E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228708" y="4200351"/>
            <a:ext cx="190643" cy="2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C21638D-F24C-9E7B-C062-CCFF5361487C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 flipV="1">
            <a:off x="6729275" y="4095971"/>
            <a:ext cx="681761" cy="107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C998A28-9E4F-3CE1-F612-FA0364EFFA6F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>
            <a:off x="1426726" y="3823023"/>
            <a:ext cx="319699" cy="1896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F6692FF-F09B-E18E-8843-A16F22B28A2A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4012639"/>
            <a:ext cx="508633" cy="833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EB144623-A00C-0A41-5A77-77ABA6ED547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941994"/>
            <a:ext cx="442440" cy="153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4D68065-CF68-CB19-3941-6E708A70BA12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866421"/>
            <a:ext cx="372415" cy="2295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C47EF1A5-1B8D-C46D-EBBE-5F0173C19CA0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697530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5205DF5-5BC8-DC38-AAF4-500B8AC0F0AE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697530"/>
            <a:ext cx="78012" cy="552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B907456-EB6B-6608-5D86-B72463199B7B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697530"/>
            <a:ext cx="153277" cy="4796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7FCD711-CFF8-617D-7D71-02E183623165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697530"/>
            <a:ext cx="192947" cy="4019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23F5B08C-1EB7-EA44-C7EA-994F85D1D72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5900" y="2544138"/>
            <a:ext cx="16308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1B30130D-52F2-7D97-DBFE-51110218D191}"/>
              </a:ext>
            </a:extLst>
          </p:cNvPr>
          <p:cNvSpPr txBox="1"/>
          <p:nvPr/>
        </p:nvSpPr>
        <p:spPr>
          <a:xfrm>
            <a:off x="2136157" y="2790511"/>
            <a:ext cx="3850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Post</a:t>
            </a:r>
            <a:endParaRPr kumimoji="1" lang="ko-KR" altLang="en-US" sz="8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A82F8FB7-D188-A06D-EEDE-6AFD8AD2E67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250" y="3491107"/>
            <a:ext cx="1624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6F61B0E-53EA-1264-05C2-044A17A5EC2A}"/>
              </a:ext>
            </a:extLst>
          </p:cNvPr>
          <p:cNvSpPr txBox="1"/>
          <p:nvPr/>
        </p:nvSpPr>
        <p:spPr>
          <a:xfrm>
            <a:off x="210126" y="2338368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OS Signal, Timer, Socket </a:t>
            </a:r>
            <a:endParaRPr kumimoji="1" lang="ko-KR" altLang="en-US" sz="8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0D5546E-918C-8D45-FE49-ED9741361152}"/>
              </a:ext>
            </a:extLst>
          </p:cNvPr>
          <p:cNvSpPr txBox="1"/>
          <p:nvPr/>
        </p:nvSpPr>
        <p:spPr>
          <a:xfrm>
            <a:off x="210126" y="3290967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Timer, Socket </a:t>
            </a:r>
            <a:endParaRPr kumimoji="1" lang="ko-KR" altLang="en-US" sz="8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B1F09CF5-A9C8-3C44-90BD-264C5AF7A041}"/>
              </a:ext>
            </a:extLst>
          </p:cNvPr>
          <p:cNvSpPr/>
          <p:nvPr/>
        </p:nvSpPr>
        <p:spPr>
          <a:xfrm>
            <a:off x="217372" y="1531649"/>
            <a:ext cx="1209354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6929258-AF73-8C61-9EB0-8DD43BBFBB1F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685041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6FE6F4B3-3300-752D-B49A-51CB5A13191C}"/>
              </a:ext>
            </a:extLst>
          </p:cNvPr>
          <p:cNvSpPr/>
          <p:nvPr/>
        </p:nvSpPr>
        <p:spPr>
          <a:xfrm>
            <a:off x="1843572" y="1930469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427426A0-AD43-4F3F-06AA-713CB0A8AD06}"/>
              </a:ext>
            </a:extLst>
          </p:cNvPr>
          <p:cNvSpPr/>
          <p:nvPr/>
        </p:nvSpPr>
        <p:spPr>
          <a:xfrm>
            <a:off x="217372" y="1930469"/>
            <a:ext cx="1209354" cy="30678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StatsD Server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7AC253D8-FE41-FCCF-0934-FEB12CEBF025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2083860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EDDE97A3-0E58-0E91-165A-3907F40AC812}"/>
              </a:ext>
            </a:extLst>
          </p:cNvPr>
          <p:cNvSpPr/>
          <p:nvPr/>
        </p:nvSpPr>
        <p:spPr>
          <a:xfrm>
            <a:off x="1843571" y="1134264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(TCP Socket)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F6D4F656-B1FD-0F10-93AE-E48881087460}"/>
              </a:ext>
            </a:extLst>
          </p:cNvPr>
          <p:cNvSpPr/>
          <p:nvPr/>
        </p:nvSpPr>
        <p:spPr>
          <a:xfrm>
            <a:off x="217372" y="1135602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Control Plane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24DF2B7F-DB2C-D980-B429-DB20BC8B95C9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838433"/>
            <a:ext cx="0" cy="920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A6D0FD40-0BBB-DB69-6E33-E0BB084C2C39}"/>
              </a:ext>
            </a:extLst>
          </p:cNvPr>
          <p:cNvSpPr/>
          <p:nvPr/>
        </p:nvSpPr>
        <p:spPr>
          <a:xfrm>
            <a:off x="5465208" y="2294355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2443DCE0-E22F-447C-08DE-3B082CF91B23}"/>
              </a:ext>
            </a:extLst>
          </p:cNvPr>
          <p:cNvCxnSpPr>
            <a:cxnSpLocks/>
            <a:stCxn id="152" idx="3"/>
            <a:endCxn id="151" idx="1"/>
          </p:cNvCxnSpPr>
          <p:nvPr/>
        </p:nvCxnSpPr>
        <p:spPr>
          <a:xfrm flipV="1">
            <a:off x="1426725" y="1287656"/>
            <a:ext cx="416846" cy="13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57D9DAA9-05EC-8C58-144D-30A7298906E4}"/>
              </a:ext>
            </a:extLst>
          </p:cNvPr>
          <p:cNvSpPr/>
          <p:nvPr/>
        </p:nvSpPr>
        <p:spPr>
          <a:xfrm>
            <a:off x="217371" y="736782"/>
            <a:ext cx="1209353" cy="30678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systemd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CDCD5D4-FB29-BC16-736B-D9ECCAA79D75}"/>
              </a:ext>
            </a:extLst>
          </p:cNvPr>
          <p:cNvCxnSpPr>
            <a:cxnSpLocks/>
            <a:stCxn id="188" idx="3"/>
            <a:endCxn id="8" idx="1"/>
          </p:cNvCxnSpPr>
          <p:nvPr/>
        </p:nvCxnSpPr>
        <p:spPr>
          <a:xfrm>
            <a:off x="1426724" y="890175"/>
            <a:ext cx="416846" cy="22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7F6E027E-01AA-509C-90FA-7D0FA18B45A7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697530"/>
            <a:ext cx="0" cy="640186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E60E8B18-B1DB-FFC2-0C1B-B5880B44FA5E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697530"/>
            <a:ext cx="78011" cy="55400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8D3CFEC6-3196-7964-ABF8-82FA42997382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697530"/>
            <a:ext cx="143811" cy="479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167690F1-9E79-BD58-5103-3FE5F1E9C714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697530"/>
            <a:ext cx="192946" cy="4019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EF0D7FBC-70DB-2F21-7251-7A0F4532D905}"/>
              </a:ext>
            </a:extLst>
          </p:cNvPr>
          <p:cNvSpPr/>
          <p:nvPr/>
        </p:nvSpPr>
        <p:spPr>
          <a:xfrm>
            <a:off x="5252978" y="3392178"/>
            <a:ext cx="1500613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Shared Writer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C9F0C8F-995A-3653-3B86-0675F16F9587}"/>
              </a:ext>
            </a:extLst>
          </p:cNvPr>
          <p:cNvSpPr/>
          <p:nvPr/>
        </p:nvSpPr>
        <p:spPr>
          <a:xfrm>
            <a:off x="5571348" y="2350846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B385F4E-30BD-908D-933B-62F3A483D5B6}"/>
              </a:ext>
            </a:extLst>
          </p:cNvPr>
          <p:cNvSpPr/>
          <p:nvPr/>
        </p:nvSpPr>
        <p:spPr>
          <a:xfrm>
            <a:off x="5394673" y="2338660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A92CC073-8CE9-CB05-B84C-0F021732677B}"/>
              </a:ext>
            </a:extLst>
          </p:cNvPr>
          <p:cNvSpPr/>
          <p:nvPr/>
        </p:nvSpPr>
        <p:spPr>
          <a:xfrm>
            <a:off x="5512774" y="239515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Flush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42E3C4E-0897-7E43-129A-B5D477FE9631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700254"/>
            <a:ext cx="1938" cy="691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AF646E5-21E4-4D92-E459-538F48B9C4D9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6154268" y="2763342"/>
            <a:ext cx="1908" cy="57437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E0BFBDDC-4FE6-0C8F-7785-82197ADDF7F2}"/>
              </a:ext>
            </a:extLst>
          </p:cNvPr>
          <p:cNvSpPr/>
          <p:nvPr/>
        </p:nvSpPr>
        <p:spPr>
          <a:xfrm>
            <a:off x="5475431" y="1520991"/>
            <a:ext cx="1508966" cy="664278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F5FDFEA4-EFB1-1697-2FD4-2384DD57E397}"/>
              </a:ext>
            </a:extLst>
          </p:cNvPr>
          <p:cNvSpPr/>
          <p:nvPr/>
        </p:nvSpPr>
        <p:spPr>
          <a:xfrm>
            <a:off x="5393437" y="1562918"/>
            <a:ext cx="1508966" cy="664278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Flush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BB7CD99C-975B-7D90-A80E-6E716CFC586F}"/>
              </a:ext>
            </a:extLst>
          </p:cNvPr>
          <p:cNvSpPr/>
          <p:nvPr/>
        </p:nvSpPr>
        <p:spPr>
          <a:xfrm>
            <a:off x="5462399" y="1841997"/>
            <a:ext cx="1376551" cy="305103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800" b="1">
                <a:solidFill>
                  <a:schemeClr val="tx1"/>
                </a:solidFill>
              </a:rPr>
              <a:t> </a:t>
            </a:r>
            <a:endParaRPr kumimoji="1" lang="en-US" altLang="ko-KR" sz="8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/ Flusher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B067067B-4415-7262-A902-9E5593DE1B08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2148799"/>
            <a:ext cx="1939" cy="24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E8AA463-A95F-4626-4A24-5452F0056804}"/>
              </a:ext>
            </a:extLst>
          </p:cNvPr>
          <p:cNvCxnSpPr>
            <a:cxnSpLocks/>
          </p:cNvCxnSpPr>
          <p:nvPr/>
        </p:nvCxnSpPr>
        <p:spPr>
          <a:xfrm flipV="1">
            <a:off x="6175012" y="2227196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94BC4269-AEC7-E641-7CB1-0A048933E82D}"/>
              </a:ext>
            </a:extLst>
          </p:cNvPr>
          <p:cNvSpPr/>
          <p:nvPr/>
        </p:nvSpPr>
        <p:spPr>
          <a:xfrm>
            <a:off x="5465208" y="987736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118">
            <a:extLst>
              <a:ext uri="{FF2B5EF4-FFF2-40B4-BE49-F238E27FC236}">
                <a16:creationId xmlns:a16="http://schemas.microsoft.com/office/drawing/2014/main" id="{A9715D01-A341-9790-FF48-070F58DBEFF2}"/>
              </a:ext>
            </a:extLst>
          </p:cNvPr>
          <p:cNvSpPr/>
          <p:nvPr/>
        </p:nvSpPr>
        <p:spPr>
          <a:xfrm>
            <a:off x="5394673" y="1032041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9366C9EA-7BC1-A512-9B91-74AED826AFD2}"/>
              </a:ext>
            </a:extLst>
          </p:cNvPr>
          <p:cNvSpPr/>
          <p:nvPr/>
        </p:nvSpPr>
        <p:spPr>
          <a:xfrm>
            <a:off x="5512774" y="1088532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About to write Buffer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56370E04-736E-A21D-35CC-47BBC488FBD3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393636"/>
            <a:ext cx="0" cy="44605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0700D5B4-FC16-4FDD-926C-6660AB989EA6}"/>
              </a:ext>
            </a:extLst>
          </p:cNvPr>
          <p:cNvCxnSpPr>
            <a:cxnSpLocks/>
          </p:cNvCxnSpPr>
          <p:nvPr/>
        </p:nvCxnSpPr>
        <p:spPr>
          <a:xfrm flipV="1">
            <a:off x="6175012" y="1447688"/>
            <a:ext cx="0" cy="1152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0E1817A6-867F-F6BE-E973-F934A32DA44E}"/>
              </a:ext>
            </a:extLst>
          </p:cNvPr>
          <p:cNvSpPr/>
          <p:nvPr/>
        </p:nvSpPr>
        <p:spPr>
          <a:xfrm>
            <a:off x="7391218" y="1782207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89B83FE3-C2DB-A394-EBF7-7CA21DF5FE71}"/>
              </a:ext>
            </a:extLst>
          </p:cNvPr>
          <p:cNvSpPr/>
          <p:nvPr/>
        </p:nvSpPr>
        <p:spPr>
          <a:xfrm>
            <a:off x="7509319" y="1841997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stdout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F4231493-BB5A-98C5-DA68-5687F2331D55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1994549"/>
            <a:ext cx="6703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9D0D748E-3EF8-2B97-93BC-B2886F6ED23E}"/>
              </a:ext>
            </a:extLst>
          </p:cNvPr>
          <p:cNvSpPr/>
          <p:nvPr/>
        </p:nvSpPr>
        <p:spPr>
          <a:xfrm>
            <a:off x="7391218" y="1237052"/>
            <a:ext cx="1519189" cy="424682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800">
                <a:solidFill>
                  <a:schemeClr val="tx1"/>
                </a:solidFill>
              </a:rPr>
              <a:t>Lock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2EB63218-D596-1497-BE79-ED766A82859F}"/>
              </a:ext>
            </a:extLst>
          </p:cNvPr>
          <p:cNvSpPr/>
          <p:nvPr/>
        </p:nvSpPr>
        <p:spPr>
          <a:xfrm>
            <a:off x="7509319" y="1296841"/>
            <a:ext cx="984897" cy="305103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File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AE781DC0-BDF8-9F91-811B-90FDAECE0953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449392"/>
            <a:ext cx="606916" cy="4456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7BB8779B-14F9-D39E-B21D-F88221EE358D}"/>
              </a:ext>
            </a:extLst>
          </p:cNvPr>
          <p:cNvSpPr/>
          <p:nvPr/>
        </p:nvSpPr>
        <p:spPr>
          <a:xfrm>
            <a:off x="2992262" y="1531650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(inotify, RTDS)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7B642FCB-A900-B345-5887-48FF7ED7C473}"/>
              </a:ext>
            </a:extLst>
          </p:cNvPr>
          <p:cNvSpPr/>
          <p:nvPr/>
        </p:nvSpPr>
        <p:spPr>
          <a:xfrm>
            <a:off x="4133776" y="1531650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Access Logger Noti (Timer) 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82C3CC64-5B15-377C-3E16-CCD60BCB40D4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5170099" y="1538514"/>
            <a:ext cx="223338" cy="35654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E772A343-86D9-94FC-F975-A35E78F8B015}"/>
              </a:ext>
            </a:extLst>
          </p:cNvPr>
          <p:cNvCxnSpPr>
            <a:cxnSpLocks/>
          </p:cNvCxnSpPr>
          <p:nvPr/>
        </p:nvCxnSpPr>
        <p:spPr>
          <a:xfrm flipH="1" flipV="1">
            <a:off x="5170099" y="1538514"/>
            <a:ext cx="219130" cy="22705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7095D6F9-B497-4E8C-C3D7-60196FF46A7E}"/>
              </a:ext>
            </a:extLst>
          </p:cNvPr>
          <p:cNvSpPr txBox="1"/>
          <p:nvPr/>
        </p:nvSpPr>
        <p:spPr>
          <a:xfrm>
            <a:off x="5040248" y="1861267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6F8AD7F-9610-B607-10E9-C5F7C6CE84B5}"/>
              </a:ext>
            </a:extLst>
          </p:cNvPr>
          <p:cNvSpPr txBox="1"/>
          <p:nvPr/>
        </p:nvSpPr>
        <p:spPr>
          <a:xfrm>
            <a:off x="5028548" y="2780375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Notify</a:t>
            </a:r>
            <a:endParaRPr kumimoji="1" lang="ko-KR" altLang="en-US" sz="8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DB9106C9-B02E-4C4D-F67B-CF7341E80360}"/>
              </a:ext>
            </a:extLst>
          </p:cNvPr>
          <p:cNvCxnSpPr>
            <a:cxnSpLocks/>
          </p:cNvCxnSpPr>
          <p:nvPr/>
        </p:nvCxnSpPr>
        <p:spPr>
          <a:xfrm flipV="1">
            <a:off x="5458722" y="2229500"/>
            <a:ext cx="21513" cy="116639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7D4FFEE3-7029-92EC-AB86-07D005B242A1}"/>
              </a:ext>
            </a:extLst>
          </p:cNvPr>
          <p:cNvCxnSpPr>
            <a:cxnSpLocks/>
          </p:cNvCxnSpPr>
          <p:nvPr/>
        </p:nvCxnSpPr>
        <p:spPr>
          <a:xfrm flipV="1">
            <a:off x="5596199" y="2225825"/>
            <a:ext cx="20394" cy="11057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15F16E43-A319-51FD-02FA-5CFF7FBA7B1C}"/>
              </a:ext>
            </a:extLst>
          </p:cNvPr>
          <p:cNvSpPr txBox="1"/>
          <p:nvPr/>
        </p:nvSpPr>
        <p:spPr>
          <a:xfrm>
            <a:off x="210126" y="2535901"/>
            <a:ext cx="4748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i="1"/>
              <a:t>inotify</a:t>
            </a:r>
            <a:endParaRPr kumimoji="1" lang="ko-KR" altLang="en-US" sz="800" i="1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477652E-89A6-C6DE-A62A-A47268C6A578}"/>
              </a:ext>
            </a:extLst>
          </p:cNvPr>
          <p:cNvCxnSpPr>
            <a:cxnSpLocks/>
            <a:stCxn id="6" idx="3"/>
            <a:endCxn id="199" idx="1"/>
          </p:cNvCxnSpPr>
          <p:nvPr/>
        </p:nvCxnSpPr>
        <p:spPr>
          <a:xfrm>
            <a:off x="2879895" y="1685042"/>
            <a:ext cx="1123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1FD24C3-4BC1-0BAE-22FC-D13D8D9EDA8E}"/>
              </a:ext>
            </a:extLst>
          </p:cNvPr>
          <p:cNvCxnSpPr>
            <a:cxnSpLocks/>
            <a:stCxn id="151" idx="3"/>
            <a:endCxn id="199" idx="1"/>
          </p:cNvCxnSpPr>
          <p:nvPr/>
        </p:nvCxnSpPr>
        <p:spPr>
          <a:xfrm>
            <a:off x="2879894" y="1287656"/>
            <a:ext cx="112368" cy="3973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34CBC3F1-76B2-0E91-1248-C4C01DD23332}"/>
              </a:ext>
            </a:extLst>
          </p:cNvPr>
          <p:cNvSpPr/>
          <p:nvPr/>
        </p:nvSpPr>
        <p:spPr>
          <a:xfrm>
            <a:off x="2992264" y="1134264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Cluster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(CDS, EDS)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4CA43394-07F8-F68B-14F5-0583B2F221C6}"/>
              </a:ext>
            </a:extLst>
          </p:cNvPr>
          <p:cNvSpPr/>
          <p:nvPr/>
        </p:nvSpPr>
        <p:spPr>
          <a:xfrm>
            <a:off x="2992264" y="74406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Listener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(LDS)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E68D4581-E8A4-C0C0-B382-58FD71BFCACE}"/>
              </a:ext>
            </a:extLst>
          </p:cNvPr>
          <p:cNvCxnSpPr>
            <a:cxnSpLocks/>
            <a:stCxn id="151" idx="3"/>
            <a:endCxn id="59" idx="1"/>
          </p:cNvCxnSpPr>
          <p:nvPr/>
        </p:nvCxnSpPr>
        <p:spPr>
          <a:xfrm>
            <a:off x="2879894" y="1287656"/>
            <a:ext cx="112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214ECE2C-3ECD-1398-4F1F-8DD5EF3A76D9}"/>
              </a:ext>
            </a:extLst>
          </p:cNvPr>
          <p:cNvCxnSpPr>
            <a:cxnSpLocks/>
            <a:stCxn id="151" idx="3"/>
            <a:endCxn id="61" idx="1"/>
          </p:cNvCxnSpPr>
          <p:nvPr/>
        </p:nvCxnSpPr>
        <p:spPr>
          <a:xfrm flipV="1">
            <a:off x="2879894" y="897453"/>
            <a:ext cx="112370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5D119DE2-89FA-1C67-A22A-B0AA4E5E0126}"/>
              </a:ext>
            </a:extLst>
          </p:cNvPr>
          <p:cNvSpPr/>
          <p:nvPr/>
        </p:nvSpPr>
        <p:spPr>
          <a:xfrm>
            <a:off x="4133775" y="1134264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Route Config Manager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B2AE391F-F69E-10F0-40F5-E134A1FB1FBF}"/>
              </a:ext>
            </a:extLst>
          </p:cNvPr>
          <p:cNvCxnSpPr>
            <a:cxnSpLocks/>
            <a:stCxn id="151" idx="3"/>
            <a:endCxn id="108" idx="1"/>
          </p:cNvCxnSpPr>
          <p:nvPr/>
        </p:nvCxnSpPr>
        <p:spPr>
          <a:xfrm>
            <a:off x="2879894" y="1287656"/>
            <a:ext cx="12538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DDD441B4-2880-D4DD-B550-2268A9E971D1}"/>
              </a:ext>
            </a:extLst>
          </p:cNvPr>
          <p:cNvSpPr/>
          <p:nvPr/>
        </p:nvSpPr>
        <p:spPr>
          <a:xfrm>
            <a:off x="4133776" y="744061"/>
            <a:ext cx="1036323" cy="306784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Secret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8C3F89CE-E4A4-A741-6707-2AE9AF7E8BCF}"/>
              </a:ext>
            </a:extLst>
          </p:cNvPr>
          <p:cNvCxnSpPr>
            <a:cxnSpLocks/>
            <a:stCxn id="151" idx="3"/>
            <a:endCxn id="135" idx="1"/>
          </p:cNvCxnSpPr>
          <p:nvPr/>
        </p:nvCxnSpPr>
        <p:spPr>
          <a:xfrm flipV="1">
            <a:off x="2879894" y="897453"/>
            <a:ext cx="1253882" cy="390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모서리가 둥근 직사각형 157">
            <a:extLst>
              <a:ext uri="{FF2B5EF4-FFF2-40B4-BE49-F238E27FC236}">
                <a16:creationId xmlns:a16="http://schemas.microsoft.com/office/drawing/2014/main" id="{1B0728B3-EB0A-2707-2DBD-BC77AB110196}"/>
              </a:ext>
            </a:extLst>
          </p:cNvPr>
          <p:cNvSpPr/>
          <p:nvPr/>
        </p:nvSpPr>
        <p:spPr>
          <a:xfrm>
            <a:off x="3031298" y="4254185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TLS Inspector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4" name="모서리가 둥근 직사각형 183">
            <a:extLst>
              <a:ext uri="{FF2B5EF4-FFF2-40B4-BE49-F238E27FC236}">
                <a16:creationId xmlns:a16="http://schemas.microsoft.com/office/drawing/2014/main" id="{89731C77-8618-FDD3-9EBA-FE06313F50E0}"/>
              </a:ext>
            </a:extLst>
          </p:cNvPr>
          <p:cNvSpPr/>
          <p:nvPr/>
        </p:nvSpPr>
        <p:spPr>
          <a:xfrm>
            <a:off x="5622908" y="4254185"/>
            <a:ext cx="902809" cy="199115"/>
          </a:xfrm>
          <a:prstGeom prst="roundRect">
            <a:avLst>
              <a:gd name="adj" fmla="val 1960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HCM (RDS)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510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1C53-3E47-1674-0669-932190F57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213B35A-CA34-423A-3A3D-C515AFEC1A01}"/>
              </a:ext>
            </a:extLst>
          </p:cNvPr>
          <p:cNvSpPr/>
          <p:nvPr/>
        </p:nvSpPr>
        <p:spPr>
          <a:xfrm>
            <a:off x="1949317" y="2815575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6720045E-BD25-A7FD-69FB-79349A086BAD}"/>
              </a:ext>
            </a:extLst>
          </p:cNvPr>
          <p:cNvSpPr/>
          <p:nvPr/>
        </p:nvSpPr>
        <p:spPr>
          <a:xfrm>
            <a:off x="1882643" y="2892797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03207B28-F05B-D0F1-1679-552F4F1A3661}"/>
              </a:ext>
            </a:extLst>
          </p:cNvPr>
          <p:cNvSpPr/>
          <p:nvPr/>
        </p:nvSpPr>
        <p:spPr>
          <a:xfrm>
            <a:off x="1812618" y="2977956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F96B9A1E-3F24-D1B6-366A-1E0760698FBA}"/>
              </a:ext>
            </a:extLst>
          </p:cNvPr>
          <p:cNvSpPr/>
          <p:nvPr/>
        </p:nvSpPr>
        <p:spPr>
          <a:xfrm>
            <a:off x="1619672" y="513047"/>
            <a:ext cx="5598418" cy="4543330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8EB47BC-C348-BD3B-11BF-CECBA51C7FDB}"/>
              </a:ext>
            </a:extLst>
          </p:cNvPr>
          <p:cNvSpPr/>
          <p:nvPr/>
        </p:nvSpPr>
        <p:spPr>
          <a:xfrm>
            <a:off x="1746423" y="598206"/>
            <a:ext cx="3545657" cy="1935032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8B99F47-A001-DEC5-2C5D-E183AC6B3803}"/>
              </a:ext>
            </a:extLst>
          </p:cNvPr>
          <p:cNvSpPr/>
          <p:nvPr/>
        </p:nvSpPr>
        <p:spPr>
          <a:xfrm>
            <a:off x="1746425" y="3057561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A304A95-A6BD-4BA6-745B-2EEFB3377D50}"/>
              </a:ext>
            </a:extLst>
          </p:cNvPr>
          <p:cNvSpPr/>
          <p:nvPr/>
        </p:nvSpPr>
        <p:spPr>
          <a:xfrm>
            <a:off x="1843572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D04D734-7EF5-BDB0-BF7A-FAE1D84175BC}"/>
              </a:ext>
            </a:extLst>
          </p:cNvPr>
          <p:cNvSpPr/>
          <p:nvPr/>
        </p:nvSpPr>
        <p:spPr>
          <a:xfrm>
            <a:off x="4133776" y="1573637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A888017-514F-2F8D-14F0-67BD48523A2D}"/>
              </a:ext>
            </a:extLst>
          </p:cNvPr>
          <p:cNvSpPr/>
          <p:nvPr/>
        </p:nvSpPr>
        <p:spPr>
          <a:xfrm>
            <a:off x="4136040" y="684812"/>
            <a:ext cx="1036323" cy="345695"/>
          </a:xfrm>
          <a:prstGeom prst="roundRect">
            <a:avLst>
              <a:gd name="adj" fmla="val 2379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80F942E-AD8A-7DF1-AC0F-5CC7D6858A69}"/>
              </a:ext>
            </a:extLst>
          </p:cNvPr>
          <p:cNvSpPr/>
          <p:nvPr/>
        </p:nvSpPr>
        <p:spPr>
          <a:xfrm>
            <a:off x="2992264" y="1575534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159F8BB-070C-E514-59B5-A5625D199557}"/>
              </a:ext>
            </a:extLst>
          </p:cNvPr>
          <p:cNvSpPr/>
          <p:nvPr/>
        </p:nvSpPr>
        <p:spPr>
          <a:xfrm>
            <a:off x="5308191" y="3161269"/>
            <a:ext cx="1500613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Writer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6D9F3F8-272D-AB12-A807-A17438A47B87}"/>
              </a:ext>
            </a:extLst>
          </p:cNvPr>
          <p:cNvSpPr/>
          <p:nvPr/>
        </p:nvSpPr>
        <p:spPr>
          <a:xfrm>
            <a:off x="1846734" y="2094191"/>
            <a:ext cx="1411228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EF5AE9F-FFB4-2942-134C-274E08E7FB26}"/>
              </a:ext>
            </a:extLst>
          </p:cNvPr>
          <p:cNvSpPr/>
          <p:nvPr/>
        </p:nvSpPr>
        <p:spPr>
          <a:xfrm>
            <a:off x="1846734" y="3161269"/>
            <a:ext cx="1411228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572B1EE-0D45-BCF3-6827-5A91FC647002}"/>
              </a:ext>
            </a:extLst>
          </p:cNvPr>
          <p:cNvSpPr/>
          <p:nvPr/>
        </p:nvSpPr>
        <p:spPr>
          <a:xfrm>
            <a:off x="1945947" y="3800869"/>
            <a:ext cx="83516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A84B7064-4836-0483-EB2F-B523059DC938}"/>
              </a:ext>
            </a:extLst>
          </p:cNvPr>
          <p:cNvSpPr/>
          <p:nvPr/>
        </p:nvSpPr>
        <p:spPr>
          <a:xfrm>
            <a:off x="3527039" y="3161269"/>
            <a:ext cx="1499222" cy="345695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8048FC8-C967-ADA3-AF4E-5C3BA65C417B}"/>
              </a:ext>
            </a:extLst>
          </p:cNvPr>
          <p:cNvSpPr/>
          <p:nvPr/>
        </p:nvSpPr>
        <p:spPr>
          <a:xfrm>
            <a:off x="3527039" y="2094191"/>
            <a:ext cx="1499222" cy="345695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238A5C2-9F37-B008-2A2A-BB451D47E87D}"/>
              </a:ext>
            </a:extLst>
          </p:cNvPr>
          <p:cNvSpPr/>
          <p:nvPr/>
        </p:nvSpPr>
        <p:spPr>
          <a:xfrm>
            <a:off x="2958584" y="3679811"/>
            <a:ext cx="3849476" cy="802430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connection/stream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F3AFFD31-47A4-2B08-AE5E-2E26790947BA}"/>
              </a:ext>
            </a:extLst>
          </p:cNvPr>
          <p:cNvSpPr/>
          <p:nvPr/>
        </p:nvSpPr>
        <p:spPr>
          <a:xfrm>
            <a:off x="217372" y="4167374"/>
            <a:ext cx="1209354" cy="34569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1070D40-BAA9-7ED7-6778-B76D8AD8FCC6}"/>
              </a:ext>
            </a:extLst>
          </p:cNvPr>
          <p:cNvSpPr/>
          <p:nvPr/>
        </p:nvSpPr>
        <p:spPr>
          <a:xfrm>
            <a:off x="7411036" y="3846109"/>
            <a:ext cx="1209354" cy="339179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5461799-AB2E-B181-81CB-0525B3D722AA}"/>
              </a:ext>
            </a:extLst>
          </p:cNvPr>
          <p:cNvSpPr/>
          <p:nvPr/>
        </p:nvSpPr>
        <p:spPr>
          <a:xfrm>
            <a:off x="217372" y="3535284"/>
            <a:ext cx="1209354" cy="34569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21D1869A-9382-7168-E748-13D3176DA03F}"/>
              </a:ext>
            </a:extLst>
          </p:cNvPr>
          <p:cNvSpPr/>
          <p:nvPr/>
        </p:nvSpPr>
        <p:spPr>
          <a:xfrm>
            <a:off x="3058778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8C46686B-F97C-F326-439B-19022319D100}"/>
              </a:ext>
            </a:extLst>
          </p:cNvPr>
          <p:cNvSpPr/>
          <p:nvPr/>
        </p:nvSpPr>
        <p:spPr>
          <a:xfrm>
            <a:off x="4373797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412F49C2-604B-C11E-4285-2207E7CC6410}"/>
              </a:ext>
            </a:extLst>
          </p:cNvPr>
          <p:cNvSpPr/>
          <p:nvPr/>
        </p:nvSpPr>
        <p:spPr>
          <a:xfrm>
            <a:off x="5685532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4D55B8A-FC54-9F53-CF86-1687A8D15A53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3973716"/>
            <a:ext cx="519221" cy="366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5D0E89A-51F3-F304-0FCF-BA468E9260BF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3973716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0A3D1FC-7715-0A94-DA06-FA052B0EE3F0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3973716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88F90AD-77B7-711C-1D45-DF0721EEC1E6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3973716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514D992-DA41-8E91-0C6B-0E7F2BEED153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3973716"/>
            <a:ext cx="688153" cy="419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7AD8EF7-0F87-AE72-4298-0CCB5F79750D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708131"/>
            <a:ext cx="322504" cy="917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E3D39A5-33CF-4079-3DAB-218FAAF5AF52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921798"/>
            <a:ext cx="508633" cy="939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006E0AB-2FE2-745D-BBF3-9B2264B88136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842193"/>
            <a:ext cx="442440" cy="173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969E4A2-834A-38E1-989B-374D19674B28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757034"/>
            <a:ext cx="372415" cy="2586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C45EE11-935C-88E7-F0B7-0F3F71129F89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439886"/>
            <a:ext cx="0" cy="721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FDDEB789-9D20-FF12-DDAE-1F975E16D929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78012" cy="6222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2F8FB4CF-8C79-92D5-C41E-E723765387FC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153277" cy="5404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2D8A0DE8-9615-8071-853D-B2AF0164CA37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192947" cy="4529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B81267C-46D3-CBCC-5AA1-5ACB114A6BF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5900" y="2267038"/>
            <a:ext cx="16308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CF35FAC-5650-BE4E-A5F3-01CC4D828B47}"/>
              </a:ext>
            </a:extLst>
          </p:cNvPr>
          <p:cNvSpPr txBox="1"/>
          <p:nvPr/>
        </p:nvSpPr>
        <p:spPr>
          <a:xfrm>
            <a:off x="2136157" y="2564971"/>
            <a:ext cx="409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17927210-3B75-7303-13AA-1480E37130D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250" y="3334117"/>
            <a:ext cx="1624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E50DDE30-D526-E077-A3EF-769EB84393B0}"/>
              </a:ext>
            </a:extLst>
          </p:cNvPr>
          <p:cNvSpPr txBox="1"/>
          <p:nvPr/>
        </p:nvSpPr>
        <p:spPr>
          <a:xfrm>
            <a:off x="210126" y="2035170"/>
            <a:ext cx="1503938" cy="22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5F4A8BE-93F5-BB25-99A1-096FB7031B1E}"/>
              </a:ext>
            </a:extLst>
          </p:cNvPr>
          <p:cNvSpPr txBox="1"/>
          <p:nvPr/>
        </p:nvSpPr>
        <p:spPr>
          <a:xfrm>
            <a:off x="210126" y="3108592"/>
            <a:ext cx="930063" cy="22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8F1E00EC-8AAA-12C7-6071-BA95EF485B84}"/>
              </a:ext>
            </a:extLst>
          </p:cNvPr>
          <p:cNvSpPr/>
          <p:nvPr/>
        </p:nvSpPr>
        <p:spPr>
          <a:xfrm>
            <a:off x="217372" y="1126130"/>
            <a:ext cx="1209354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EA863550-99B1-EE73-D555-29C7BD2EA479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298978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501242EB-D69C-8EAF-12CF-82C2B1AC1E71}"/>
              </a:ext>
            </a:extLst>
          </p:cNvPr>
          <p:cNvSpPr/>
          <p:nvPr/>
        </p:nvSpPr>
        <p:spPr>
          <a:xfrm>
            <a:off x="1843572" y="1575534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DF73BA70-AC6F-9B46-8614-AEB4870C995D}"/>
              </a:ext>
            </a:extLst>
          </p:cNvPr>
          <p:cNvSpPr/>
          <p:nvPr/>
        </p:nvSpPr>
        <p:spPr>
          <a:xfrm>
            <a:off x="217372" y="1575534"/>
            <a:ext cx="1209354" cy="34569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7B38B6E-4D60-DF1F-D2ED-4945054DE5EC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748381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120AAB3A-B4E2-5D20-CA00-AA229409031D}"/>
              </a:ext>
            </a:extLst>
          </p:cNvPr>
          <p:cNvSpPr/>
          <p:nvPr/>
        </p:nvSpPr>
        <p:spPr>
          <a:xfrm>
            <a:off x="2992263" y="685952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A3F339F9-8D33-B8BD-9C86-ABF804C44491}"/>
              </a:ext>
            </a:extLst>
          </p:cNvPr>
          <p:cNvSpPr/>
          <p:nvPr/>
        </p:nvSpPr>
        <p:spPr>
          <a:xfrm>
            <a:off x="2992263" y="65799"/>
            <a:ext cx="1036322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93CA6B9E-6FF7-4B13-4CD1-E20CD173CD38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471825"/>
            <a:ext cx="0" cy="1037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63F12346-668D-92DC-82CD-68C2209C3E1C}"/>
              </a:ext>
            </a:extLst>
          </p:cNvPr>
          <p:cNvSpPr/>
          <p:nvPr/>
        </p:nvSpPr>
        <p:spPr>
          <a:xfrm>
            <a:off x="5465208" y="2150687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BBE83B73-E5D9-E0DA-CC30-0FBD572CAB07}"/>
              </a:ext>
            </a:extLst>
          </p:cNvPr>
          <p:cNvCxnSpPr>
            <a:cxnSpLocks/>
            <a:stCxn id="152" idx="2"/>
            <a:endCxn id="151" idx="0"/>
          </p:cNvCxnSpPr>
          <p:nvPr/>
        </p:nvCxnSpPr>
        <p:spPr>
          <a:xfrm>
            <a:off x="3510424" y="411495"/>
            <a:ext cx="1" cy="2744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B00C2EE9-7769-337B-2635-72FC266FFCA3}"/>
              </a:ext>
            </a:extLst>
          </p:cNvPr>
          <p:cNvSpPr/>
          <p:nvPr/>
        </p:nvSpPr>
        <p:spPr>
          <a:xfrm>
            <a:off x="4133777" y="65799"/>
            <a:ext cx="1036322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systemd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FBE136DC-BB97-0EC8-5A83-090BD9777811}"/>
              </a:ext>
            </a:extLst>
          </p:cNvPr>
          <p:cNvCxnSpPr>
            <a:cxnSpLocks/>
            <a:stCxn id="188" idx="2"/>
            <a:endCxn id="8" idx="0"/>
          </p:cNvCxnSpPr>
          <p:nvPr/>
        </p:nvCxnSpPr>
        <p:spPr>
          <a:xfrm>
            <a:off x="4651938" y="411495"/>
            <a:ext cx="2264" cy="2733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26989780-A40F-545D-759F-3D89FC2C4116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439886"/>
            <a:ext cx="0" cy="721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218BF435-0AE0-1D2D-2545-A4EBC21BCA91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78011" cy="62426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8CDC4320-9FBF-1368-D31A-9DB4F9D38BC4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143811" cy="54045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64BC5079-3E9B-04F1-C2B1-A866034DB8F5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192946" cy="45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50AB383-BB1A-26CB-74C3-4EEFA3B93155}"/>
              </a:ext>
            </a:extLst>
          </p:cNvPr>
          <p:cNvSpPr/>
          <p:nvPr/>
        </p:nvSpPr>
        <p:spPr>
          <a:xfrm>
            <a:off x="5252978" y="3222640"/>
            <a:ext cx="1500613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Shared Writer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C7F5AB3-3E7C-6F07-4D65-3CFF826AF46C}"/>
              </a:ext>
            </a:extLst>
          </p:cNvPr>
          <p:cNvSpPr/>
          <p:nvPr/>
        </p:nvSpPr>
        <p:spPr>
          <a:xfrm>
            <a:off x="5571348" y="221434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95ABEE6-A5F1-79EF-39AA-D70619F860A5}"/>
              </a:ext>
            </a:extLst>
          </p:cNvPr>
          <p:cNvSpPr/>
          <p:nvPr/>
        </p:nvSpPr>
        <p:spPr>
          <a:xfrm>
            <a:off x="5394673" y="2200612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309E8773-CBC0-ED8A-3EE5-E136BD090D81}"/>
              </a:ext>
            </a:extLst>
          </p:cNvPr>
          <p:cNvSpPr/>
          <p:nvPr/>
        </p:nvSpPr>
        <p:spPr>
          <a:xfrm>
            <a:off x="5512774" y="2264268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D11071B-CCC9-538B-DE00-1E3C31CB7AA7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608070"/>
            <a:ext cx="1938" cy="6145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4263DA2F-B8F7-966D-16BB-6A150AF74446}"/>
              </a:ext>
            </a:extLst>
          </p:cNvPr>
          <p:cNvCxnSpPr>
            <a:cxnSpLocks/>
          </p:cNvCxnSpPr>
          <p:nvPr/>
        </p:nvCxnSpPr>
        <p:spPr>
          <a:xfrm flipV="1">
            <a:off x="6156176" y="2680222"/>
            <a:ext cx="0" cy="48104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639B37D4-AF4A-2A3F-8010-7974E0C5EAC0}"/>
              </a:ext>
            </a:extLst>
          </p:cNvPr>
          <p:cNvSpPr/>
          <p:nvPr/>
        </p:nvSpPr>
        <p:spPr>
          <a:xfrm>
            <a:off x="5475431" y="1279233"/>
            <a:ext cx="1508966" cy="748532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EAE255CD-8BFA-216C-3246-35EBF25DEBC3}"/>
              </a:ext>
            </a:extLst>
          </p:cNvPr>
          <p:cNvSpPr/>
          <p:nvPr/>
        </p:nvSpPr>
        <p:spPr>
          <a:xfrm>
            <a:off x="5393437" y="1326478"/>
            <a:ext cx="1508966" cy="748532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5F7A30A7-9461-EC18-419E-693E209265CF}"/>
              </a:ext>
            </a:extLst>
          </p:cNvPr>
          <p:cNvSpPr/>
          <p:nvPr/>
        </p:nvSpPr>
        <p:spPr>
          <a:xfrm>
            <a:off x="5462399" y="1640954"/>
            <a:ext cx="1376551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Flusher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04D55FA0-4200-DF24-4B1B-5637BD078408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1986669"/>
            <a:ext cx="1939" cy="2775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49C9C69B-518A-F433-71CD-62C6D87C6DCB}"/>
              </a:ext>
            </a:extLst>
          </p:cNvPr>
          <p:cNvCxnSpPr>
            <a:cxnSpLocks/>
          </p:cNvCxnSpPr>
          <p:nvPr/>
        </p:nvCxnSpPr>
        <p:spPr>
          <a:xfrm flipV="1">
            <a:off x="6175012" y="2075010"/>
            <a:ext cx="0" cy="1298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C88B45DF-59BF-83E2-9F3D-8A77C8EB6961}"/>
              </a:ext>
            </a:extLst>
          </p:cNvPr>
          <p:cNvSpPr/>
          <p:nvPr/>
        </p:nvSpPr>
        <p:spPr>
          <a:xfrm>
            <a:off x="5465208" y="678342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118">
            <a:extLst>
              <a:ext uri="{FF2B5EF4-FFF2-40B4-BE49-F238E27FC236}">
                <a16:creationId xmlns:a16="http://schemas.microsoft.com/office/drawing/2014/main" id="{E5C96A3E-19FD-0658-A85B-5A21718A066B}"/>
              </a:ext>
            </a:extLst>
          </p:cNvPr>
          <p:cNvSpPr/>
          <p:nvPr/>
        </p:nvSpPr>
        <p:spPr>
          <a:xfrm>
            <a:off x="5394673" y="728267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AB153658-5A11-E988-6777-894CC95B285A}"/>
              </a:ext>
            </a:extLst>
          </p:cNvPr>
          <p:cNvSpPr/>
          <p:nvPr/>
        </p:nvSpPr>
        <p:spPr>
          <a:xfrm>
            <a:off x="5512774" y="79192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About to write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F47669DC-C9D5-35EB-6D2E-ABB3C0B7DCBE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135725"/>
            <a:ext cx="0" cy="50263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F7CA8B14-7807-2775-1D21-683FB9AE1B31}"/>
              </a:ext>
            </a:extLst>
          </p:cNvPr>
          <p:cNvCxnSpPr>
            <a:cxnSpLocks/>
          </p:cNvCxnSpPr>
          <p:nvPr/>
        </p:nvCxnSpPr>
        <p:spPr>
          <a:xfrm flipV="1">
            <a:off x="6175012" y="1196633"/>
            <a:ext cx="0" cy="1298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8B30AE97-E4A1-0DD5-B147-AA709E7D0456}"/>
              </a:ext>
            </a:extLst>
          </p:cNvPr>
          <p:cNvSpPr/>
          <p:nvPr/>
        </p:nvSpPr>
        <p:spPr>
          <a:xfrm>
            <a:off x="7391218" y="1573581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8AC4FCDB-5045-220C-353B-6E2A1F6F02EC}"/>
              </a:ext>
            </a:extLst>
          </p:cNvPr>
          <p:cNvSpPr/>
          <p:nvPr/>
        </p:nvSpPr>
        <p:spPr>
          <a:xfrm>
            <a:off x="7509319" y="1640954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stdout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3F659FDF-4316-1AC8-A6B5-C3F9102471CB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1812855"/>
            <a:ext cx="6703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523B144B-D9BA-2FA9-3CB0-B81E5962789A}"/>
              </a:ext>
            </a:extLst>
          </p:cNvPr>
          <p:cNvSpPr/>
          <p:nvPr/>
        </p:nvSpPr>
        <p:spPr>
          <a:xfrm>
            <a:off x="7391218" y="959280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E73D7BCC-CCC6-BD93-A315-752E87BF9346}"/>
              </a:ext>
            </a:extLst>
          </p:cNvPr>
          <p:cNvSpPr/>
          <p:nvPr/>
        </p:nvSpPr>
        <p:spPr>
          <a:xfrm>
            <a:off x="7509319" y="102665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1ACEABB4-01C2-D041-916C-B8A615B85421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198553"/>
            <a:ext cx="606916" cy="502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80C59DE6-D2D9-7530-8B38-0DBF74676E5A}"/>
              </a:ext>
            </a:extLst>
          </p:cNvPr>
          <p:cNvSpPr/>
          <p:nvPr/>
        </p:nvSpPr>
        <p:spPr>
          <a:xfrm>
            <a:off x="2992262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(inotify)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2FB5487C-0871-A7C7-C404-D534FF10EFD0}"/>
              </a:ext>
            </a:extLst>
          </p:cNvPr>
          <p:cNvSpPr/>
          <p:nvPr/>
        </p:nvSpPr>
        <p:spPr>
          <a:xfrm>
            <a:off x="4133776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 Noti (Timer)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3E8CED00-DE3A-47F6-B796-398FBE383410}"/>
              </a:ext>
            </a:extLst>
          </p:cNvPr>
          <p:cNvCxnSpPr>
            <a:cxnSpLocks/>
            <a:stCxn id="200" idx="3"/>
            <a:endCxn id="87" idx="1"/>
          </p:cNvCxnSpPr>
          <p:nvPr/>
        </p:nvCxnSpPr>
        <p:spPr>
          <a:xfrm>
            <a:off x="5170099" y="1298979"/>
            <a:ext cx="223338" cy="40176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8B9A0751-3E60-C2CD-63D1-6D87267594A4}"/>
              </a:ext>
            </a:extLst>
          </p:cNvPr>
          <p:cNvCxnSpPr>
            <a:cxnSpLocks/>
            <a:endCxn id="200" idx="3"/>
          </p:cNvCxnSpPr>
          <p:nvPr/>
        </p:nvCxnSpPr>
        <p:spPr>
          <a:xfrm flipH="1" flipV="1">
            <a:off x="5170099" y="1298979"/>
            <a:ext cx="219130" cy="2558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EABD4120-9C52-71D8-3044-45B3068182AF}"/>
              </a:ext>
            </a:extLst>
          </p:cNvPr>
          <p:cNvSpPr txBox="1"/>
          <p:nvPr/>
        </p:nvSpPr>
        <p:spPr>
          <a:xfrm>
            <a:off x="5040248" y="1143025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Notify</a:t>
            </a:r>
            <a:endParaRPr kumimoji="1" lang="ko-KR" altLang="en-US" sz="9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AA3170A-52C3-5DEC-7EFA-1D2FA170BCDD}"/>
              </a:ext>
            </a:extLst>
          </p:cNvPr>
          <p:cNvSpPr txBox="1"/>
          <p:nvPr/>
        </p:nvSpPr>
        <p:spPr>
          <a:xfrm>
            <a:off x="5015817" y="2619844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Notify</a:t>
            </a:r>
            <a:endParaRPr kumimoji="1" lang="ko-KR" altLang="en-US" sz="9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06DD276F-3870-E7CD-F5EF-04A6B810825E}"/>
              </a:ext>
            </a:extLst>
          </p:cNvPr>
          <p:cNvCxnSpPr>
            <a:cxnSpLocks/>
          </p:cNvCxnSpPr>
          <p:nvPr/>
        </p:nvCxnSpPr>
        <p:spPr>
          <a:xfrm flipV="1">
            <a:off x="5458722" y="2077003"/>
            <a:ext cx="18820" cy="114982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413FA8B7-E241-3E96-141E-69C782196352}"/>
              </a:ext>
            </a:extLst>
          </p:cNvPr>
          <p:cNvCxnSpPr>
            <a:cxnSpLocks/>
          </p:cNvCxnSpPr>
          <p:nvPr/>
        </p:nvCxnSpPr>
        <p:spPr>
          <a:xfrm flipV="1">
            <a:off x="5596199" y="2094191"/>
            <a:ext cx="17352" cy="106015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E81312D7-F748-B939-DAB2-3E1A1B0684E0}"/>
              </a:ext>
            </a:extLst>
          </p:cNvPr>
          <p:cNvSpPr txBox="1"/>
          <p:nvPr/>
        </p:nvSpPr>
        <p:spPr>
          <a:xfrm>
            <a:off x="210126" y="2257757"/>
            <a:ext cx="5116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inotify</a:t>
            </a:r>
            <a:endParaRPr kumimoji="1" lang="ko-KR" altLang="en-US" sz="900" i="1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93D880C-D6C9-B0C6-3FF5-5323F85640D1}"/>
              </a:ext>
            </a:extLst>
          </p:cNvPr>
          <p:cNvCxnSpPr>
            <a:cxnSpLocks/>
            <a:stCxn id="6" idx="3"/>
            <a:endCxn id="199" idx="1"/>
          </p:cNvCxnSpPr>
          <p:nvPr/>
        </p:nvCxnSpPr>
        <p:spPr>
          <a:xfrm>
            <a:off x="2879895" y="1298979"/>
            <a:ext cx="1123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2E4CBB1-E258-A679-CD71-BA5B1A4161D6}"/>
              </a:ext>
            </a:extLst>
          </p:cNvPr>
          <p:cNvCxnSpPr>
            <a:cxnSpLocks/>
            <a:stCxn id="151" idx="2"/>
            <a:endCxn id="199" idx="0"/>
          </p:cNvCxnSpPr>
          <p:nvPr/>
        </p:nvCxnSpPr>
        <p:spPr>
          <a:xfrm flipH="1">
            <a:off x="3510424" y="1031647"/>
            <a:ext cx="1" cy="944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263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3B741-6E19-AFB4-B13B-DA6E7566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14DF321-2541-61CD-152B-35CCBA2CC306}"/>
              </a:ext>
            </a:extLst>
          </p:cNvPr>
          <p:cNvSpPr/>
          <p:nvPr/>
        </p:nvSpPr>
        <p:spPr>
          <a:xfrm>
            <a:off x="503288" y="203181"/>
            <a:ext cx="7885136" cy="175681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CD4B100-45ED-5284-E786-BB1A15BFF37E}"/>
              </a:ext>
            </a:extLst>
          </p:cNvPr>
          <p:cNvSpPr/>
          <p:nvPr/>
        </p:nvSpPr>
        <p:spPr>
          <a:xfrm>
            <a:off x="605113" y="538312"/>
            <a:ext cx="7089819" cy="822265"/>
          </a:xfrm>
          <a:prstGeom prst="roundRect">
            <a:avLst>
              <a:gd name="adj" fmla="val 72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runOnAllThreads(cb, all_threads_complete_cb)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E0FEE85-372F-5033-B214-B4594E9D3965}"/>
              </a:ext>
            </a:extLst>
          </p:cNvPr>
          <p:cNvSpPr/>
          <p:nvPr/>
        </p:nvSpPr>
        <p:spPr>
          <a:xfrm>
            <a:off x="677123" y="852344"/>
            <a:ext cx="858242" cy="443056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85BFBCD-81CE-5D72-A92A-77DD931ECB5C}"/>
              </a:ext>
            </a:extLst>
          </p:cNvPr>
          <p:cNvSpPr/>
          <p:nvPr/>
        </p:nvSpPr>
        <p:spPr>
          <a:xfrm>
            <a:off x="1835036" y="852344"/>
            <a:ext cx="2443164" cy="443056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Save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to </a:t>
            </a:r>
            <a:r>
              <a:rPr kumimoji="1" lang="en-US" altLang="ko-KR" sz="900" b="1">
                <a:solidFill>
                  <a:schemeClr val="tx1"/>
                </a:solidFill>
              </a:rPr>
              <a:t>cb_guard (shared_ptr)</a:t>
            </a:r>
            <a:r>
              <a:rPr kumimoji="1" lang="en-US" altLang="ko-KR" sz="900">
                <a:solidFill>
                  <a:schemeClr val="tx1"/>
                </a:solidFill>
              </a:rPr>
              <a:t> with lambda </a:t>
            </a:r>
            <a:r>
              <a:rPr kumimoji="1" lang="en-US" altLang="ko-KR" sz="900" b="1">
                <a:solidFill>
                  <a:schemeClr val="tx1"/>
                </a:solidFill>
              </a:rPr>
              <a:t>deleter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C7B35752-C405-5B4B-D389-9869F9B79E5A}"/>
              </a:ext>
            </a:extLst>
          </p:cNvPr>
          <p:cNvSpPr/>
          <p:nvPr/>
        </p:nvSpPr>
        <p:spPr>
          <a:xfrm>
            <a:off x="677123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4541F7B-3063-CB58-624B-2DC9EB41DAFA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106244" y="1295400"/>
            <a:ext cx="0" cy="1865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5FC0198-9C1C-9B97-8344-D96128150B6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35365" y="1073872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D1EF1954-9314-A04C-5010-FAC5EB16B9DC}"/>
              </a:ext>
            </a:extLst>
          </p:cNvPr>
          <p:cNvSpPr/>
          <p:nvPr/>
        </p:nvSpPr>
        <p:spPr>
          <a:xfrm>
            <a:off x="4577871" y="852344"/>
            <a:ext cx="3046988" cy="443056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capturing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r>
              <a:rPr kumimoji="1" lang="en-US" altLang="ko-KR" sz="900">
                <a:solidFill>
                  <a:schemeClr val="tx1"/>
                </a:solidFill>
              </a:rPr>
              <a:t>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to all workers 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increased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4)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EAD13DC-E9F5-AE1B-CB3B-D37B99A9550A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4278200" y="1073872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93A1384-CDD5-CD5D-C0F3-D57FAAEF2831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 flipH="1">
            <a:off x="1167914" y="1295400"/>
            <a:ext cx="4933451" cy="946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3F922809-E8E1-FFE8-AF82-357B5348E921}"/>
              </a:ext>
            </a:extLst>
          </p:cNvPr>
          <p:cNvSpPr/>
          <p:nvPr/>
        </p:nvSpPr>
        <p:spPr>
          <a:xfrm>
            <a:off x="7425409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B27D86D-3280-3E7F-FA5F-4C9D8B7D2A4A}"/>
              </a:ext>
            </a:extLst>
          </p:cNvPr>
          <p:cNvSpPr/>
          <p:nvPr/>
        </p:nvSpPr>
        <p:spPr>
          <a:xfrm>
            <a:off x="738793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3AE19F18-776F-A341-0F82-7B9B5DB5AC45}"/>
              </a:ext>
            </a:extLst>
          </p:cNvPr>
          <p:cNvSpPr/>
          <p:nvPr/>
        </p:nvSpPr>
        <p:spPr>
          <a:xfrm>
            <a:off x="642088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2A1DA3D7-51DE-B70E-0027-F9390E43CFFC}"/>
              </a:ext>
            </a:extLst>
          </p:cNvPr>
          <p:cNvSpPr/>
          <p:nvPr/>
        </p:nvSpPr>
        <p:spPr>
          <a:xfrm>
            <a:off x="742706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C3622A79-3D35-5759-159F-2989F132A8D5}"/>
              </a:ext>
            </a:extLst>
          </p:cNvPr>
          <p:cNvSpPr/>
          <p:nvPr/>
        </p:nvSpPr>
        <p:spPr>
          <a:xfrm>
            <a:off x="742704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 </a:t>
            </a:r>
            <a:r>
              <a:rPr kumimoji="1" lang="en-US" altLang="ko-KR" sz="900">
                <a:solidFill>
                  <a:schemeClr val="tx1"/>
                </a:solidFill>
              </a:rPr>
              <a:t>decreased 3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2)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303E00C3-163F-2B7D-9537-161696FA59F5}"/>
              </a:ext>
            </a:extLst>
          </p:cNvPr>
          <p:cNvSpPr/>
          <p:nvPr/>
        </p:nvSpPr>
        <p:spPr>
          <a:xfrm>
            <a:off x="2181495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C90A725-81DD-E7A6-1B95-CB8500454228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>
            <a:off x="1167914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71758D8-A69F-4498-6814-114B91A0B346}"/>
              </a:ext>
            </a:extLst>
          </p:cNvPr>
          <p:cNvCxnSpPr>
            <a:cxnSpLocks/>
            <a:stCxn id="32" idx="0"/>
            <a:endCxn id="40" idx="2"/>
          </p:cNvCxnSpPr>
          <p:nvPr/>
        </p:nvCxnSpPr>
        <p:spPr>
          <a:xfrm flipV="1">
            <a:off x="1891427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E49E5AB-2E5F-B8D2-8030-A7DF18E21581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1891426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F9292E08-E9C4-EB10-3821-2F9762343586}"/>
              </a:ext>
            </a:extLst>
          </p:cNvPr>
          <p:cNvCxnSpPr>
            <a:cxnSpLocks/>
            <a:stCxn id="22" idx="2"/>
            <a:endCxn id="305" idx="0"/>
          </p:cNvCxnSpPr>
          <p:nvPr/>
        </p:nvCxnSpPr>
        <p:spPr>
          <a:xfrm flipH="1">
            <a:off x="3720902" y="1295400"/>
            <a:ext cx="2380463" cy="946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824FEF8C-319A-7D21-9C08-C63D9271EAEF}"/>
              </a:ext>
            </a:extLst>
          </p:cNvPr>
          <p:cNvCxnSpPr>
            <a:cxnSpLocks/>
            <a:stCxn id="22" idx="2"/>
            <a:endCxn id="297" idx="0"/>
          </p:cNvCxnSpPr>
          <p:nvPr/>
        </p:nvCxnSpPr>
        <p:spPr>
          <a:xfrm>
            <a:off x="6101365" y="1295400"/>
            <a:ext cx="174915" cy="946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모서리가 둥근 직사각형 193">
            <a:extLst>
              <a:ext uri="{FF2B5EF4-FFF2-40B4-BE49-F238E27FC236}">
                <a16:creationId xmlns:a16="http://schemas.microsoft.com/office/drawing/2014/main" id="{D4C109EF-C823-FFE5-5961-7355D5993A32}"/>
              </a:ext>
            </a:extLst>
          </p:cNvPr>
          <p:cNvSpPr/>
          <p:nvPr/>
        </p:nvSpPr>
        <p:spPr>
          <a:xfrm>
            <a:off x="5850661" y="4029594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</a:t>
            </a:r>
            <a:r>
              <a:rPr kumimoji="1" lang="en-US" altLang="ko-KR" sz="900">
                <a:solidFill>
                  <a:schemeClr val="tx1"/>
                </a:solidFill>
              </a:rPr>
              <a:t> to main thread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1AB37D45-7C01-7682-2CDD-722CB98F48D7}"/>
              </a:ext>
            </a:extLst>
          </p:cNvPr>
          <p:cNvSpPr/>
          <p:nvPr/>
        </p:nvSpPr>
        <p:spPr>
          <a:xfrm>
            <a:off x="5569178" y="1478584"/>
            <a:ext cx="162752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all_threads_complete_cb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50" name="직선 화살표 연결선 249">
            <a:extLst>
              <a:ext uri="{FF2B5EF4-FFF2-40B4-BE49-F238E27FC236}">
                <a16:creationId xmlns:a16="http://schemas.microsoft.com/office/drawing/2014/main" id="{0F6AA517-6CD2-1838-F948-046F025C2566}"/>
              </a:ext>
            </a:extLst>
          </p:cNvPr>
          <p:cNvCxnSpPr>
            <a:cxnSpLocks/>
            <a:stCxn id="67" idx="1"/>
            <a:endCxn id="249" idx="3"/>
          </p:cNvCxnSpPr>
          <p:nvPr/>
        </p:nvCxnSpPr>
        <p:spPr>
          <a:xfrm flipH="1">
            <a:off x="7196703" y="1661965"/>
            <a:ext cx="2287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모서리가 둥근 직사각형 296">
            <a:extLst>
              <a:ext uri="{FF2B5EF4-FFF2-40B4-BE49-F238E27FC236}">
                <a16:creationId xmlns:a16="http://schemas.microsoft.com/office/drawing/2014/main" id="{1E11E9FF-3017-8029-DFA8-2E8A8ECADC5F}"/>
              </a:ext>
            </a:extLst>
          </p:cNvPr>
          <p:cNvSpPr/>
          <p:nvPr/>
        </p:nvSpPr>
        <p:spPr>
          <a:xfrm>
            <a:off x="5847159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98" name="모서리가 둥근 직사각형 297">
            <a:extLst>
              <a:ext uri="{FF2B5EF4-FFF2-40B4-BE49-F238E27FC236}">
                <a16:creationId xmlns:a16="http://schemas.microsoft.com/office/drawing/2014/main" id="{38ADBDD0-E20D-E5CC-78A5-02EFF8E77FC7}"/>
              </a:ext>
            </a:extLst>
          </p:cNvPr>
          <p:cNvSpPr/>
          <p:nvPr/>
        </p:nvSpPr>
        <p:spPr>
          <a:xfrm>
            <a:off x="5750454" y="2125370"/>
            <a:ext cx="2493804" cy="2606620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99" name="모서리가 둥근 직사각형 298">
            <a:extLst>
              <a:ext uri="{FF2B5EF4-FFF2-40B4-BE49-F238E27FC236}">
                <a16:creationId xmlns:a16="http://schemas.microsoft.com/office/drawing/2014/main" id="{C1A14200-82B7-D331-A45A-5B2A17A97CD7}"/>
              </a:ext>
            </a:extLst>
          </p:cNvPr>
          <p:cNvSpPr/>
          <p:nvPr/>
        </p:nvSpPr>
        <p:spPr>
          <a:xfrm>
            <a:off x="5851072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369B6117-1F64-4E92-2626-0721675ABAF7}"/>
              </a:ext>
            </a:extLst>
          </p:cNvPr>
          <p:cNvSpPr/>
          <p:nvPr/>
        </p:nvSpPr>
        <p:spPr>
          <a:xfrm>
            <a:off x="5851070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1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0)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72AF3718-2629-75ED-96B4-AFDE64319224}"/>
              </a:ext>
            </a:extLst>
          </p:cNvPr>
          <p:cNvSpPr/>
          <p:nvPr/>
        </p:nvSpPr>
        <p:spPr>
          <a:xfrm>
            <a:off x="7289861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81190E9C-B517-D25D-641F-3765EA5FDEA6}"/>
              </a:ext>
            </a:extLst>
          </p:cNvPr>
          <p:cNvCxnSpPr>
            <a:cxnSpLocks/>
            <a:stCxn id="297" idx="2"/>
            <a:endCxn id="299" idx="0"/>
          </p:cNvCxnSpPr>
          <p:nvPr/>
        </p:nvCxnSpPr>
        <p:spPr>
          <a:xfrm>
            <a:off x="6276280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D50532D2-A0B8-1689-789E-29FD42C48445}"/>
              </a:ext>
            </a:extLst>
          </p:cNvPr>
          <p:cNvCxnSpPr>
            <a:cxnSpLocks/>
            <a:stCxn id="299" idx="0"/>
            <a:endCxn id="301" idx="2"/>
          </p:cNvCxnSpPr>
          <p:nvPr/>
        </p:nvCxnSpPr>
        <p:spPr>
          <a:xfrm flipV="1">
            <a:off x="6999793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화살표 연결선 303">
            <a:extLst>
              <a:ext uri="{FF2B5EF4-FFF2-40B4-BE49-F238E27FC236}">
                <a16:creationId xmlns:a16="http://schemas.microsoft.com/office/drawing/2014/main" id="{B5113C02-01A3-FC2C-2937-00174C7CEF8A}"/>
              </a:ext>
            </a:extLst>
          </p:cNvPr>
          <p:cNvCxnSpPr>
            <a:cxnSpLocks/>
            <a:stCxn id="299" idx="2"/>
            <a:endCxn id="300" idx="0"/>
          </p:cNvCxnSpPr>
          <p:nvPr/>
        </p:nvCxnSpPr>
        <p:spPr>
          <a:xfrm flipH="1">
            <a:off x="6999792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모서리가 둥근 직사각형 304">
            <a:extLst>
              <a:ext uri="{FF2B5EF4-FFF2-40B4-BE49-F238E27FC236}">
                <a16:creationId xmlns:a16="http://schemas.microsoft.com/office/drawing/2014/main" id="{51A64397-A991-9CBE-8609-82ACD6D417E6}"/>
              </a:ext>
            </a:extLst>
          </p:cNvPr>
          <p:cNvSpPr/>
          <p:nvPr/>
        </p:nvSpPr>
        <p:spPr>
          <a:xfrm>
            <a:off x="3291781" y="224209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306" name="모서리가 둥근 직사각형 305">
            <a:extLst>
              <a:ext uri="{FF2B5EF4-FFF2-40B4-BE49-F238E27FC236}">
                <a16:creationId xmlns:a16="http://schemas.microsoft.com/office/drawing/2014/main" id="{07DC4F0A-62A2-1211-C0D5-E2DE80A8CE7A}"/>
              </a:ext>
            </a:extLst>
          </p:cNvPr>
          <p:cNvSpPr/>
          <p:nvPr/>
        </p:nvSpPr>
        <p:spPr>
          <a:xfrm>
            <a:off x="3195076" y="2125370"/>
            <a:ext cx="2493804" cy="2046407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7FC74AED-44F1-47A1-8F7A-E071D8F69B11}"/>
              </a:ext>
            </a:extLst>
          </p:cNvPr>
          <p:cNvSpPr/>
          <p:nvPr/>
        </p:nvSpPr>
        <p:spPr>
          <a:xfrm>
            <a:off x="3295694" y="2832782"/>
            <a:ext cx="22974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runs </a:t>
            </a:r>
            <a:r>
              <a:rPr kumimoji="1" lang="en-US" altLang="ko-KR" sz="900" b="1">
                <a:solidFill>
                  <a:schemeClr val="tx1"/>
                </a:solidFill>
              </a:rPr>
              <a:t>cb</a:t>
            </a:r>
            <a:r>
              <a:rPr kumimoji="1" lang="en-US" altLang="ko-KR" sz="900">
                <a:solidFill>
                  <a:schemeClr val="tx1"/>
                </a:solidFill>
              </a:rPr>
              <a:t> via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8" name="모서리가 둥근 직사각형 307">
            <a:extLst>
              <a:ext uri="{FF2B5EF4-FFF2-40B4-BE49-F238E27FC236}">
                <a16:creationId xmlns:a16="http://schemas.microsoft.com/office/drawing/2014/main" id="{4AC3A7C1-8E43-AF73-8327-0755A6CD9B99}"/>
              </a:ext>
            </a:extLst>
          </p:cNvPr>
          <p:cNvSpPr/>
          <p:nvPr/>
        </p:nvSpPr>
        <p:spPr>
          <a:xfrm>
            <a:off x="3295692" y="3432182"/>
            <a:ext cx="229744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Lambda</a:t>
            </a:r>
            <a:r>
              <a:rPr kumimoji="1" lang="en-US" altLang="ko-KR" sz="900">
                <a:solidFill>
                  <a:schemeClr val="tx1"/>
                </a:solidFill>
              </a:rPr>
              <a:t> destroyed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cb_guard’s ref count</a:t>
            </a:r>
            <a:r>
              <a:rPr kumimoji="1" lang="en-US" altLang="ko-KR" sz="900">
                <a:solidFill>
                  <a:schemeClr val="tx1"/>
                </a:solidFill>
              </a:rPr>
              <a:t> decreased 2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1)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9" name="모서리가 둥근 직사각형 308">
            <a:extLst>
              <a:ext uri="{FF2B5EF4-FFF2-40B4-BE49-F238E27FC236}">
                <a16:creationId xmlns:a16="http://schemas.microsoft.com/office/drawing/2014/main" id="{5F6CD61D-4F77-33A1-96D2-2C7FA0FFF675}"/>
              </a:ext>
            </a:extLst>
          </p:cNvPr>
          <p:cNvSpPr/>
          <p:nvPr/>
        </p:nvSpPr>
        <p:spPr>
          <a:xfrm>
            <a:off x="4734483" y="2242092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50A7C40A-027D-BA3C-E597-4E2B72AD1A7A}"/>
              </a:ext>
            </a:extLst>
          </p:cNvPr>
          <p:cNvCxnSpPr>
            <a:cxnSpLocks/>
            <a:stCxn id="305" idx="2"/>
            <a:endCxn id="307" idx="0"/>
          </p:cNvCxnSpPr>
          <p:nvPr/>
        </p:nvCxnSpPr>
        <p:spPr>
          <a:xfrm>
            <a:off x="3720902" y="2602132"/>
            <a:ext cx="723513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직선 화살표 연결선 310">
            <a:extLst>
              <a:ext uri="{FF2B5EF4-FFF2-40B4-BE49-F238E27FC236}">
                <a16:creationId xmlns:a16="http://schemas.microsoft.com/office/drawing/2014/main" id="{ACB392E6-E6DF-38D3-FA20-0AE5A455F3CB}"/>
              </a:ext>
            </a:extLst>
          </p:cNvPr>
          <p:cNvCxnSpPr>
            <a:cxnSpLocks/>
            <a:stCxn id="307" idx="0"/>
            <a:endCxn id="309" idx="2"/>
          </p:cNvCxnSpPr>
          <p:nvPr/>
        </p:nvCxnSpPr>
        <p:spPr>
          <a:xfrm flipV="1">
            <a:off x="4444415" y="2608854"/>
            <a:ext cx="719189" cy="223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387B24EC-A397-6FBB-89D7-BA57F50816A3}"/>
              </a:ext>
            </a:extLst>
          </p:cNvPr>
          <p:cNvCxnSpPr>
            <a:cxnSpLocks/>
            <a:stCxn id="307" idx="2"/>
            <a:endCxn id="308" idx="0"/>
          </p:cNvCxnSpPr>
          <p:nvPr/>
        </p:nvCxnSpPr>
        <p:spPr>
          <a:xfrm flipH="1">
            <a:off x="4444414" y="3199544"/>
            <a:ext cx="1" cy="23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B14B6FFD-C82D-AC64-6767-EE82F1A28F31}"/>
              </a:ext>
            </a:extLst>
          </p:cNvPr>
          <p:cNvCxnSpPr>
            <a:cxnSpLocks/>
            <a:stCxn id="300" idx="2"/>
            <a:endCxn id="194" idx="0"/>
          </p:cNvCxnSpPr>
          <p:nvPr/>
        </p:nvCxnSpPr>
        <p:spPr>
          <a:xfrm flipH="1">
            <a:off x="6999382" y="3798944"/>
            <a:ext cx="410" cy="23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E5D0F86B-BD8D-F496-0143-DD0576EBA738}"/>
              </a:ext>
            </a:extLst>
          </p:cNvPr>
          <p:cNvCxnSpPr>
            <a:cxnSpLocks/>
          </p:cNvCxnSpPr>
          <p:nvPr/>
        </p:nvCxnSpPr>
        <p:spPr>
          <a:xfrm flipV="1">
            <a:off x="7915768" y="1841985"/>
            <a:ext cx="0" cy="21876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1220061C-AA6E-26E0-309E-185A6A0CCC2D}"/>
              </a:ext>
            </a:extLst>
          </p:cNvPr>
          <p:cNvSpPr/>
          <p:nvPr/>
        </p:nvSpPr>
        <p:spPr>
          <a:xfrm>
            <a:off x="999477" y="1143283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5BFCFD1-B068-D84A-F6A3-36D17B9AFFF9}"/>
              </a:ext>
            </a:extLst>
          </p:cNvPr>
          <p:cNvSpPr/>
          <p:nvPr/>
        </p:nvSpPr>
        <p:spPr>
          <a:xfrm>
            <a:off x="1795056" y="810521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6C874D8-FD35-F311-1984-9773CF7EFA5F}"/>
              </a:ext>
            </a:extLst>
          </p:cNvPr>
          <p:cNvSpPr/>
          <p:nvPr/>
        </p:nvSpPr>
        <p:spPr>
          <a:xfrm>
            <a:off x="4544361" y="815952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270CC56-2998-7B69-849B-0E2C6E4D7556}"/>
              </a:ext>
            </a:extLst>
          </p:cNvPr>
          <p:cNvSpPr/>
          <p:nvPr/>
        </p:nvSpPr>
        <p:spPr>
          <a:xfrm>
            <a:off x="5993353" y="120359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104D461-7C5D-0AD1-BCCC-9DB17C6672B0}"/>
              </a:ext>
            </a:extLst>
          </p:cNvPr>
          <p:cNvSpPr/>
          <p:nvPr/>
        </p:nvSpPr>
        <p:spPr>
          <a:xfrm>
            <a:off x="1059902" y="249412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93863F3-8314-675F-85D9-B26A4EDBF2D1}"/>
              </a:ext>
            </a:extLst>
          </p:cNvPr>
          <p:cNvSpPr/>
          <p:nvPr/>
        </p:nvSpPr>
        <p:spPr>
          <a:xfrm>
            <a:off x="3613159" y="249412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831A426-05CB-4718-7947-56F8A85F5724}"/>
              </a:ext>
            </a:extLst>
          </p:cNvPr>
          <p:cNvSpPr/>
          <p:nvPr/>
        </p:nvSpPr>
        <p:spPr>
          <a:xfrm>
            <a:off x="6178994" y="2494120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774CEFB-8506-1D20-D821-A8CBF70C4488}"/>
              </a:ext>
            </a:extLst>
          </p:cNvPr>
          <p:cNvSpPr/>
          <p:nvPr/>
        </p:nvSpPr>
        <p:spPr>
          <a:xfrm>
            <a:off x="7056026" y="262261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C64CDD4-78A6-68A4-C2AC-A0EAA90A2642}"/>
              </a:ext>
            </a:extLst>
          </p:cNvPr>
          <p:cNvSpPr/>
          <p:nvPr/>
        </p:nvSpPr>
        <p:spPr>
          <a:xfrm>
            <a:off x="4509797" y="262261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2ABB4CC-AF0D-84CB-1A49-BB53F96CF210}"/>
              </a:ext>
            </a:extLst>
          </p:cNvPr>
          <p:cNvSpPr/>
          <p:nvPr/>
        </p:nvSpPr>
        <p:spPr>
          <a:xfrm>
            <a:off x="1944114" y="262261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6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5C6727D-330C-E1DE-6FE7-0215505A08ED}"/>
              </a:ext>
            </a:extLst>
          </p:cNvPr>
          <p:cNvSpPr/>
          <p:nvPr/>
        </p:nvSpPr>
        <p:spPr>
          <a:xfrm>
            <a:off x="1779783" y="314078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C9825CA-2519-4F76-D968-A12404376F85}"/>
              </a:ext>
            </a:extLst>
          </p:cNvPr>
          <p:cNvSpPr/>
          <p:nvPr/>
        </p:nvSpPr>
        <p:spPr>
          <a:xfrm>
            <a:off x="4333966" y="314078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62687B9-9C35-CFA1-CEDA-F080A8D2E19F}"/>
              </a:ext>
            </a:extLst>
          </p:cNvPr>
          <p:cNvSpPr/>
          <p:nvPr/>
        </p:nvSpPr>
        <p:spPr>
          <a:xfrm>
            <a:off x="6889344" y="3140789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7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513E877-F61D-5AC9-ADCE-4B183BF697AD}"/>
              </a:ext>
            </a:extLst>
          </p:cNvPr>
          <p:cNvSpPr/>
          <p:nvPr/>
        </p:nvSpPr>
        <p:spPr>
          <a:xfrm>
            <a:off x="6889344" y="3730824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8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8772BE24-D3AF-372C-6329-E939570C2D01}"/>
              </a:ext>
            </a:extLst>
          </p:cNvPr>
          <p:cNvSpPr/>
          <p:nvPr/>
        </p:nvSpPr>
        <p:spPr>
          <a:xfrm>
            <a:off x="7807756" y="3876984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9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80E9D00-0CBE-FF1C-7E93-D8C7F30251B9}"/>
              </a:ext>
            </a:extLst>
          </p:cNvPr>
          <p:cNvSpPr/>
          <p:nvPr/>
        </p:nvSpPr>
        <p:spPr>
          <a:xfrm>
            <a:off x="7289861" y="1559538"/>
            <a:ext cx="216024" cy="2160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2A74A7-1B9B-D118-1BE4-F1C1F08CD62D}"/>
              </a:ext>
            </a:extLst>
          </p:cNvPr>
          <p:cNvSpPr txBox="1"/>
          <p:nvPr/>
        </p:nvSpPr>
        <p:spPr>
          <a:xfrm>
            <a:off x="7220415" y="1552134"/>
            <a:ext cx="3571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900"/>
              <a:t>10</a:t>
            </a:r>
            <a:endParaRPr kumimoji="1"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2327016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D8AC-E055-2320-AA48-4CF2232A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710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92EF1-93BB-0646-7EF3-A26F9D26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BD410D2F-CF36-0E90-3526-75C0D52D82FF}"/>
              </a:ext>
            </a:extLst>
          </p:cNvPr>
          <p:cNvSpPr/>
          <p:nvPr/>
        </p:nvSpPr>
        <p:spPr>
          <a:xfrm>
            <a:off x="1949317" y="2815575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F9BD213A-9243-CD24-B68A-D9ED8A152846}"/>
              </a:ext>
            </a:extLst>
          </p:cNvPr>
          <p:cNvSpPr/>
          <p:nvPr/>
        </p:nvSpPr>
        <p:spPr>
          <a:xfrm>
            <a:off x="1882643" y="2892797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B2ABB1AB-AF0A-196F-8CB1-833AFADD82DE}"/>
              </a:ext>
            </a:extLst>
          </p:cNvPr>
          <p:cNvSpPr/>
          <p:nvPr/>
        </p:nvSpPr>
        <p:spPr>
          <a:xfrm>
            <a:off x="1812618" y="2977956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1D7FAF0-4D38-7D87-E27B-99C1124748A8}"/>
              </a:ext>
            </a:extLst>
          </p:cNvPr>
          <p:cNvSpPr/>
          <p:nvPr/>
        </p:nvSpPr>
        <p:spPr>
          <a:xfrm>
            <a:off x="1619672" y="513047"/>
            <a:ext cx="5598418" cy="4543330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E085A8E-02A1-1C00-A4F5-E560E6C4D8B1}"/>
              </a:ext>
            </a:extLst>
          </p:cNvPr>
          <p:cNvSpPr/>
          <p:nvPr/>
        </p:nvSpPr>
        <p:spPr>
          <a:xfrm>
            <a:off x="1746423" y="598206"/>
            <a:ext cx="3545657" cy="1935032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6CE710F-8BA4-8B98-406F-29FAF20776E1}"/>
              </a:ext>
            </a:extLst>
          </p:cNvPr>
          <p:cNvSpPr/>
          <p:nvPr/>
        </p:nvSpPr>
        <p:spPr>
          <a:xfrm>
            <a:off x="1746425" y="3057561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2034910-6EDD-B656-8403-FE1B93CB4FDB}"/>
              </a:ext>
            </a:extLst>
          </p:cNvPr>
          <p:cNvSpPr/>
          <p:nvPr/>
        </p:nvSpPr>
        <p:spPr>
          <a:xfrm>
            <a:off x="1843572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B0BB0BD-19B3-D598-5992-90E2F8268E32}"/>
              </a:ext>
            </a:extLst>
          </p:cNvPr>
          <p:cNvSpPr/>
          <p:nvPr/>
        </p:nvSpPr>
        <p:spPr>
          <a:xfrm>
            <a:off x="4133776" y="1573637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892AA2A-E905-39BA-4B95-3B105380229A}"/>
              </a:ext>
            </a:extLst>
          </p:cNvPr>
          <p:cNvSpPr/>
          <p:nvPr/>
        </p:nvSpPr>
        <p:spPr>
          <a:xfrm>
            <a:off x="4136040" y="684812"/>
            <a:ext cx="1036323" cy="345695"/>
          </a:xfrm>
          <a:prstGeom prst="roundRect">
            <a:avLst>
              <a:gd name="adj" fmla="val 2379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A6D5F0E-3213-552C-2CB5-A33009890C47}"/>
              </a:ext>
            </a:extLst>
          </p:cNvPr>
          <p:cNvSpPr/>
          <p:nvPr/>
        </p:nvSpPr>
        <p:spPr>
          <a:xfrm>
            <a:off x="2992264" y="1575534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768A9C5-8307-8AF7-AA58-448A8EF09026}"/>
              </a:ext>
            </a:extLst>
          </p:cNvPr>
          <p:cNvSpPr/>
          <p:nvPr/>
        </p:nvSpPr>
        <p:spPr>
          <a:xfrm>
            <a:off x="5308191" y="3161269"/>
            <a:ext cx="1500613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Writer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4B082AC-FA1E-5FD4-8FC0-16A5653613AF}"/>
              </a:ext>
            </a:extLst>
          </p:cNvPr>
          <p:cNvSpPr/>
          <p:nvPr/>
        </p:nvSpPr>
        <p:spPr>
          <a:xfrm>
            <a:off x="1846734" y="2094191"/>
            <a:ext cx="1411228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9C8B1C2-0095-0F6E-E7F3-045F2617C0F5}"/>
              </a:ext>
            </a:extLst>
          </p:cNvPr>
          <p:cNvSpPr/>
          <p:nvPr/>
        </p:nvSpPr>
        <p:spPr>
          <a:xfrm>
            <a:off x="1846734" y="3161269"/>
            <a:ext cx="1411228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269ADAC-3D1B-596F-CC75-54E1B1601D50}"/>
              </a:ext>
            </a:extLst>
          </p:cNvPr>
          <p:cNvSpPr/>
          <p:nvPr/>
        </p:nvSpPr>
        <p:spPr>
          <a:xfrm>
            <a:off x="1945947" y="3800869"/>
            <a:ext cx="83516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59BC5F4-92DE-DBAB-E6CA-A1A21A963FDB}"/>
              </a:ext>
            </a:extLst>
          </p:cNvPr>
          <p:cNvSpPr/>
          <p:nvPr/>
        </p:nvSpPr>
        <p:spPr>
          <a:xfrm>
            <a:off x="3527039" y="3161269"/>
            <a:ext cx="1499222" cy="345695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C693A3C-82F8-DA50-3071-E51D11792EA3}"/>
              </a:ext>
            </a:extLst>
          </p:cNvPr>
          <p:cNvSpPr/>
          <p:nvPr/>
        </p:nvSpPr>
        <p:spPr>
          <a:xfrm>
            <a:off x="3527039" y="2094191"/>
            <a:ext cx="1499222" cy="345695"/>
          </a:xfrm>
          <a:prstGeom prst="roundRect">
            <a:avLst>
              <a:gd name="adj" fmla="val 1497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CF018DB3-DD5A-251B-49BF-E80C8501D2C7}"/>
              </a:ext>
            </a:extLst>
          </p:cNvPr>
          <p:cNvSpPr/>
          <p:nvPr/>
        </p:nvSpPr>
        <p:spPr>
          <a:xfrm>
            <a:off x="2958584" y="3679811"/>
            <a:ext cx="3849476" cy="802430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connection/stream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5EAD17F1-C70A-195A-321A-6542BD568A69}"/>
              </a:ext>
            </a:extLst>
          </p:cNvPr>
          <p:cNvSpPr/>
          <p:nvPr/>
        </p:nvSpPr>
        <p:spPr>
          <a:xfrm>
            <a:off x="217372" y="4167374"/>
            <a:ext cx="1209354" cy="34569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24F8D55-0E48-9590-7B92-2289945226B6}"/>
              </a:ext>
            </a:extLst>
          </p:cNvPr>
          <p:cNvSpPr/>
          <p:nvPr/>
        </p:nvSpPr>
        <p:spPr>
          <a:xfrm>
            <a:off x="7411036" y="3846109"/>
            <a:ext cx="1209354" cy="339179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27C57AD2-060D-995D-4E51-82AE5EE82C0C}"/>
              </a:ext>
            </a:extLst>
          </p:cNvPr>
          <p:cNvSpPr/>
          <p:nvPr/>
        </p:nvSpPr>
        <p:spPr>
          <a:xfrm>
            <a:off x="217372" y="3535284"/>
            <a:ext cx="1209354" cy="34569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4306B00F-AF9C-5917-3674-DCE331B6DF4E}"/>
              </a:ext>
            </a:extLst>
          </p:cNvPr>
          <p:cNvSpPr/>
          <p:nvPr/>
        </p:nvSpPr>
        <p:spPr>
          <a:xfrm>
            <a:off x="3058778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4E31D3D7-66A4-D7C6-7FA1-0FC13CB06764}"/>
              </a:ext>
            </a:extLst>
          </p:cNvPr>
          <p:cNvSpPr/>
          <p:nvPr/>
        </p:nvSpPr>
        <p:spPr>
          <a:xfrm>
            <a:off x="4373797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F13E0A64-F862-43F8-897F-A85CFA1FD6FA}"/>
              </a:ext>
            </a:extLst>
          </p:cNvPr>
          <p:cNvSpPr/>
          <p:nvPr/>
        </p:nvSpPr>
        <p:spPr>
          <a:xfrm>
            <a:off x="5685532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0059055-DF98-1799-7ADE-146108E8F137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3973716"/>
            <a:ext cx="519221" cy="366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97F4200-24ED-1806-382F-4D1F4E83DD1F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3973716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72551D6-B068-AD6F-118B-85A2D201B235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3973716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8FDAC8B-2971-786E-2ED6-877C9661BDC4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3973716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594768B-9770-D365-D5E1-759EA802DCEA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3973716"/>
            <a:ext cx="688153" cy="419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9E2DF9F-D800-2458-ED62-F198D13C9B82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708131"/>
            <a:ext cx="322504" cy="917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D7C4EDF-8EF3-CF14-1568-B622AF3CDB6A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921798"/>
            <a:ext cx="508633" cy="939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5E4A449-BEA0-83F0-CD19-398710CA070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842193"/>
            <a:ext cx="442440" cy="173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0FD8F34-0375-3DCB-2093-AF766DB96B05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757034"/>
            <a:ext cx="372415" cy="2586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AFF79F8-6A0D-D416-E6CD-7C7B16383C0F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439886"/>
            <a:ext cx="0" cy="721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F6E528E7-B7A9-EF1D-A248-9BE5BC76A94B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78012" cy="6222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EBB34CF7-0DAC-A8FD-0B14-1B3A731F6FD3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153277" cy="5404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FD0559B-339A-132A-A9D5-BCB50DE1BD17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192947" cy="4529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7B96B4E-153F-3219-0958-7FEF8845CF0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5900" y="2267038"/>
            <a:ext cx="16308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0537105E-6986-421A-3429-84C715E7F79C}"/>
              </a:ext>
            </a:extLst>
          </p:cNvPr>
          <p:cNvSpPr txBox="1"/>
          <p:nvPr/>
        </p:nvSpPr>
        <p:spPr>
          <a:xfrm>
            <a:off x="2136157" y="2564971"/>
            <a:ext cx="409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3F144D4-DEC9-F041-0F56-BE4B154DCC0D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250" y="3334117"/>
            <a:ext cx="16244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0760E233-1DC7-C105-E325-38B97E295C56}"/>
              </a:ext>
            </a:extLst>
          </p:cNvPr>
          <p:cNvSpPr txBox="1"/>
          <p:nvPr/>
        </p:nvSpPr>
        <p:spPr>
          <a:xfrm>
            <a:off x="210126" y="2035170"/>
            <a:ext cx="1503938" cy="22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4080795-5D98-876F-8354-76B464A6B6D6}"/>
              </a:ext>
            </a:extLst>
          </p:cNvPr>
          <p:cNvSpPr txBox="1"/>
          <p:nvPr/>
        </p:nvSpPr>
        <p:spPr>
          <a:xfrm>
            <a:off x="210126" y="3108592"/>
            <a:ext cx="930063" cy="22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1067E7C5-ACF8-8AF6-91AB-65E92A070150}"/>
              </a:ext>
            </a:extLst>
          </p:cNvPr>
          <p:cNvSpPr/>
          <p:nvPr/>
        </p:nvSpPr>
        <p:spPr>
          <a:xfrm>
            <a:off x="217372" y="1126130"/>
            <a:ext cx="1209354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FEB2249-8AA3-D7C0-92A8-5618418B5D0F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298978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D73D695B-1B90-6C6B-11FF-5D0AD35598A4}"/>
              </a:ext>
            </a:extLst>
          </p:cNvPr>
          <p:cNvSpPr/>
          <p:nvPr/>
        </p:nvSpPr>
        <p:spPr>
          <a:xfrm>
            <a:off x="1843572" y="1575534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E105F460-865B-A32A-F04E-4CC5929EF65F}"/>
              </a:ext>
            </a:extLst>
          </p:cNvPr>
          <p:cNvSpPr/>
          <p:nvPr/>
        </p:nvSpPr>
        <p:spPr>
          <a:xfrm>
            <a:off x="217372" y="1575534"/>
            <a:ext cx="1209354" cy="34569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0613B6-0D3F-1C7E-B321-157C8FBC4A2B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748381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98D7962F-53B6-63B9-0314-ABA50791C67F}"/>
              </a:ext>
            </a:extLst>
          </p:cNvPr>
          <p:cNvSpPr/>
          <p:nvPr/>
        </p:nvSpPr>
        <p:spPr>
          <a:xfrm>
            <a:off x="2992263" y="685952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833EDD48-E52E-3313-6F8B-569E0E41DB2D}"/>
              </a:ext>
            </a:extLst>
          </p:cNvPr>
          <p:cNvSpPr/>
          <p:nvPr/>
        </p:nvSpPr>
        <p:spPr>
          <a:xfrm>
            <a:off x="2992263" y="65799"/>
            <a:ext cx="1036322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2334578D-4BA8-7716-637A-F73E9BF96B33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471825"/>
            <a:ext cx="0" cy="1037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CE012C36-A95E-007F-B4E3-3936AAAF6370}"/>
              </a:ext>
            </a:extLst>
          </p:cNvPr>
          <p:cNvSpPr/>
          <p:nvPr/>
        </p:nvSpPr>
        <p:spPr>
          <a:xfrm>
            <a:off x="5465208" y="2150687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13B56D45-1E70-CF3D-6820-6E939D18D081}"/>
              </a:ext>
            </a:extLst>
          </p:cNvPr>
          <p:cNvCxnSpPr>
            <a:cxnSpLocks/>
            <a:stCxn id="151" idx="0"/>
            <a:endCxn id="152" idx="2"/>
          </p:cNvCxnSpPr>
          <p:nvPr/>
        </p:nvCxnSpPr>
        <p:spPr>
          <a:xfrm flipH="1" flipV="1">
            <a:off x="3510424" y="411495"/>
            <a:ext cx="1" cy="2744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98D90C60-6105-F850-0889-35D5B192E15C}"/>
              </a:ext>
            </a:extLst>
          </p:cNvPr>
          <p:cNvSpPr/>
          <p:nvPr/>
        </p:nvSpPr>
        <p:spPr>
          <a:xfrm>
            <a:off x="4133777" y="65799"/>
            <a:ext cx="1036322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systemd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82E43EB8-5002-1FCF-EBB5-335E7F61A870}"/>
              </a:ext>
            </a:extLst>
          </p:cNvPr>
          <p:cNvCxnSpPr>
            <a:cxnSpLocks/>
            <a:stCxn id="188" idx="2"/>
            <a:endCxn id="8" idx="0"/>
          </p:cNvCxnSpPr>
          <p:nvPr/>
        </p:nvCxnSpPr>
        <p:spPr>
          <a:xfrm>
            <a:off x="4651938" y="411495"/>
            <a:ext cx="2264" cy="2733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C8F9C011-C957-AE49-884C-9C87FAD1B0DB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439886"/>
            <a:ext cx="0" cy="721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F7EF0A73-C3C3-ED2B-E4D5-1360F5DEB318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78011" cy="62426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29439B9A-649F-9F6E-78B0-C0AB133167E2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143811" cy="54045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B00E4425-CB95-E1CB-50FF-A5AA75A0D8E1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192946" cy="45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A9C2AEF-3620-7A23-39B9-C642554776FF}"/>
              </a:ext>
            </a:extLst>
          </p:cNvPr>
          <p:cNvSpPr/>
          <p:nvPr/>
        </p:nvSpPr>
        <p:spPr>
          <a:xfrm>
            <a:off x="5252978" y="3222640"/>
            <a:ext cx="1500613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Shared Writer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FE69428-0F39-92B0-1A35-2187FCF9796A}"/>
              </a:ext>
            </a:extLst>
          </p:cNvPr>
          <p:cNvSpPr/>
          <p:nvPr/>
        </p:nvSpPr>
        <p:spPr>
          <a:xfrm>
            <a:off x="5571348" y="221434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35C67E9-EFC7-7CAC-7C6F-53076A17419C}"/>
              </a:ext>
            </a:extLst>
          </p:cNvPr>
          <p:cNvSpPr/>
          <p:nvPr/>
        </p:nvSpPr>
        <p:spPr>
          <a:xfrm>
            <a:off x="5394673" y="2200612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1131652E-64B2-CCFB-A85E-2E42907D7843}"/>
              </a:ext>
            </a:extLst>
          </p:cNvPr>
          <p:cNvSpPr/>
          <p:nvPr/>
        </p:nvSpPr>
        <p:spPr>
          <a:xfrm>
            <a:off x="5512774" y="2264268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10ABA32-EAB8-652F-AB2C-366BE9F8C9C6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608070"/>
            <a:ext cx="1938" cy="6145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5E866B3-31A0-0B5B-2EBF-3266FFF41361}"/>
              </a:ext>
            </a:extLst>
          </p:cNvPr>
          <p:cNvCxnSpPr>
            <a:cxnSpLocks/>
          </p:cNvCxnSpPr>
          <p:nvPr/>
        </p:nvCxnSpPr>
        <p:spPr>
          <a:xfrm flipV="1">
            <a:off x="6156176" y="2680222"/>
            <a:ext cx="0" cy="48104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419B7257-319C-28AE-8D04-85DF4690FC28}"/>
              </a:ext>
            </a:extLst>
          </p:cNvPr>
          <p:cNvSpPr/>
          <p:nvPr/>
        </p:nvSpPr>
        <p:spPr>
          <a:xfrm>
            <a:off x="5475431" y="1279233"/>
            <a:ext cx="1508966" cy="748532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A1A6BCD7-12FD-258C-F4AC-FD795B69DF33}"/>
              </a:ext>
            </a:extLst>
          </p:cNvPr>
          <p:cNvSpPr/>
          <p:nvPr/>
        </p:nvSpPr>
        <p:spPr>
          <a:xfrm>
            <a:off x="5393437" y="1326478"/>
            <a:ext cx="1508966" cy="748532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FF451288-7B7D-CB80-5BCC-3236613C355A}"/>
              </a:ext>
            </a:extLst>
          </p:cNvPr>
          <p:cNvSpPr/>
          <p:nvPr/>
        </p:nvSpPr>
        <p:spPr>
          <a:xfrm>
            <a:off x="5462399" y="1640954"/>
            <a:ext cx="1376551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Flusher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C8BC6A1E-EAAE-253B-36D4-06527CC697EE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1986669"/>
            <a:ext cx="1939" cy="2775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A030DFF-287F-BC2B-DED0-045E0EA0AE56}"/>
              </a:ext>
            </a:extLst>
          </p:cNvPr>
          <p:cNvCxnSpPr>
            <a:cxnSpLocks/>
          </p:cNvCxnSpPr>
          <p:nvPr/>
        </p:nvCxnSpPr>
        <p:spPr>
          <a:xfrm flipV="1">
            <a:off x="6175012" y="2075010"/>
            <a:ext cx="0" cy="1298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BDE00B3E-86A0-C152-01DB-96159F89711A}"/>
              </a:ext>
            </a:extLst>
          </p:cNvPr>
          <p:cNvSpPr/>
          <p:nvPr/>
        </p:nvSpPr>
        <p:spPr>
          <a:xfrm>
            <a:off x="5465208" y="678342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118">
            <a:extLst>
              <a:ext uri="{FF2B5EF4-FFF2-40B4-BE49-F238E27FC236}">
                <a16:creationId xmlns:a16="http://schemas.microsoft.com/office/drawing/2014/main" id="{EA380E1A-2951-38BA-9A2A-9F7A34CDDBFD}"/>
              </a:ext>
            </a:extLst>
          </p:cNvPr>
          <p:cNvSpPr/>
          <p:nvPr/>
        </p:nvSpPr>
        <p:spPr>
          <a:xfrm>
            <a:off x="5394673" y="728267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2EF364B1-B81C-B46E-B07B-8DCC8E455D9C}"/>
              </a:ext>
            </a:extLst>
          </p:cNvPr>
          <p:cNvSpPr/>
          <p:nvPr/>
        </p:nvSpPr>
        <p:spPr>
          <a:xfrm>
            <a:off x="5512774" y="79192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About to write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4AF9FD03-74B8-78C9-24FC-E0412FD3C7DA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135725"/>
            <a:ext cx="0" cy="50263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8FBDBA07-0D10-3B2F-B91B-1F0858A82EDE}"/>
              </a:ext>
            </a:extLst>
          </p:cNvPr>
          <p:cNvCxnSpPr>
            <a:cxnSpLocks/>
          </p:cNvCxnSpPr>
          <p:nvPr/>
        </p:nvCxnSpPr>
        <p:spPr>
          <a:xfrm flipV="1">
            <a:off x="6175012" y="1196633"/>
            <a:ext cx="0" cy="1298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87816E3A-0DC8-152A-BC79-C60B6A35981E}"/>
              </a:ext>
            </a:extLst>
          </p:cNvPr>
          <p:cNvSpPr/>
          <p:nvPr/>
        </p:nvSpPr>
        <p:spPr>
          <a:xfrm>
            <a:off x="7391218" y="1573581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03D2B041-3BEA-DC29-2ABC-86A3A6B48256}"/>
              </a:ext>
            </a:extLst>
          </p:cNvPr>
          <p:cNvSpPr/>
          <p:nvPr/>
        </p:nvSpPr>
        <p:spPr>
          <a:xfrm>
            <a:off x="7509319" y="1640954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stdout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4789158C-0ADE-89C1-ECB9-DBC263E7EA30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1812855"/>
            <a:ext cx="6703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7D4111FD-40BF-E4FC-A3D1-1D3DD378BE30}"/>
              </a:ext>
            </a:extLst>
          </p:cNvPr>
          <p:cNvSpPr/>
          <p:nvPr/>
        </p:nvSpPr>
        <p:spPr>
          <a:xfrm>
            <a:off x="7391218" y="959280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4CCA82FB-8AC7-F560-1D55-C817C8E2CA68}"/>
              </a:ext>
            </a:extLst>
          </p:cNvPr>
          <p:cNvSpPr/>
          <p:nvPr/>
        </p:nvSpPr>
        <p:spPr>
          <a:xfrm>
            <a:off x="7509319" y="102665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80D5586B-1720-F771-D0F8-263A3D02400F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198553"/>
            <a:ext cx="606916" cy="502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D40ABB66-6158-0B15-946D-5B3810DA1CA6}"/>
              </a:ext>
            </a:extLst>
          </p:cNvPr>
          <p:cNvSpPr/>
          <p:nvPr/>
        </p:nvSpPr>
        <p:spPr>
          <a:xfrm>
            <a:off x="2992262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(inotify)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CC2D44C8-528E-9E5F-49B6-D1BCFF36D25E}"/>
              </a:ext>
            </a:extLst>
          </p:cNvPr>
          <p:cNvSpPr/>
          <p:nvPr/>
        </p:nvSpPr>
        <p:spPr>
          <a:xfrm>
            <a:off x="4133776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 Noti (Timer)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7993D1B2-E055-C143-5D72-AB2E848FD2F4}"/>
              </a:ext>
            </a:extLst>
          </p:cNvPr>
          <p:cNvCxnSpPr>
            <a:cxnSpLocks/>
            <a:stCxn id="200" idx="3"/>
            <a:endCxn id="87" idx="1"/>
          </p:cNvCxnSpPr>
          <p:nvPr/>
        </p:nvCxnSpPr>
        <p:spPr>
          <a:xfrm>
            <a:off x="5170099" y="1298979"/>
            <a:ext cx="223338" cy="40176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4958AE3A-5738-1223-D688-F7F83EA0A200}"/>
              </a:ext>
            </a:extLst>
          </p:cNvPr>
          <p:cNvCxnSpPr>
            <a:cxnSpLocks/>
            <a:endCxn id="200" idx="3"/>
          </p:cNvCxnSpPr>
          <p:nvPr/>
        </p:nvCxnSpPr>
        <p:spPr>
          <a:xfrm flipH="1" flipV="1">
            <a:off x="5170099" y="1298979"/>
            <a:ext cx="219130" cy="2558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13E3F16-17EC-B3E4-1E67-DEE9A2D3AA8F}"/>
              </a:ext>
            </a:extLst>
          </p:cNvPr>
          <p:cNvSpPr txBox="1"/>
          <p:nvPr/>
        </p:nvSpPr>
        <p:spPr>
          <a:xfrm>
            <a:off x="5040248" y="1143025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Notify</a:t>
            </a:r>
            <a:endParaRPr kumimoji="1" lang="ko-KR" altLang="en-US" sz="9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97BBF5B-D3E3-39EC-3FAD-F23FE5270702}"/>
              </a:ext>
            </a:extLst>
          </p:cNvPr>
          <p:cNvSpPr txBox="1"/>
          <p:nvPr/>
        </p:nvSpPr>
        <p:spPr>
          <a:xfrm>
            <a:off x="5015817" y="2619844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Notify</a:t>
            </a:r>
            <a:endParaRPr kumimoji="1" lang="ko-KR" altLang="en-US" sz="9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57CEA32E-B9B1-5379-760D-3B4131DA3CBD}"/>
              </a:ext>
            </a:extLst>
          </p:cNvPr>
          <p:cNvCxnSpPr>
            <a:cxnSpLocks/>
          </p:cNvCxnSpPr>
          <p:nvPr/>
        </p:nvCxnSpPr>
        <p:spPr>
          <a:xfrm flipV="1">
            <a:off x="5458722" y="2077003"/>
            <a:ext cx="18820" cy="114982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08271958-39CD-74D1-4EF3-F29E752A2D8E}"/>
              </a:ext>
            </a:extLst>
          </p:cNvPr>
          <p:cNvCxnSpPr>
            <a:cxnSpLocks/>
          </p:cNvCxnSpPr>
          <p:nvPr/>
        </p:nvCxnSpPr>
        <p:spPr>
          <a:xfrm flipV="1">
            <a:off x="5596199" y="2094191"/>
            <a:ext cx="17352" cy="106015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46F786E2-E69B-7D3D-090B-FAC64849A991}"/>
              </a:ext>
            </a:extLst>
          </p:cNvPr>
          <p:cNvSpPr txBox="1"/>
          <p:nvPr/>
        </p:nvSpPr>
        <p:spPr>
          <a:xfrm>
            <a:off x="210126" y="2257757"/>
            <a:ext cx="5116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inotify</a:t>
            </a:r>
            <a:endParaRPr kumimoji="1" lang="ko-KR" altLang="en-US" sz="900" i="1"/>
          </a:p>
        </p:txBody>
      </p:sp>
    </p:spTree>
    <p:extLst>
      <p:ext uri="{BB962C8B-B14F-4D97-AF65-F5344CB8AC3E}">
        <p14:creationId xmlns:p14="http://schemas.microsoft.com/office/powerpoint/2010/main" val="577277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2497-30B9-BE4C-8A79-FB49BD2A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5663096F-3537-10BE-9298-B7E3BC889980}"/>
              </a:ext>
            </a:extLst>
          </p:cNvPr>
          <p:cNvSpPr/>
          <p:nvPr/>
        </p:nvSpPr>
        <p:spPr>
          <a:xfrm>
            <a:off x="1949317" y="2815575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B1E3DF14-7AAD-2D13-729C-F316147E16B8}"/>
              </a:ext>
            </a:extLst>
          </p:cNvPr>
          <p:cNvSpPr/>
          <p:nvPr/>
        </p:nvSpPr>
        <p:spPr>
          <a:xfrm>
            <a:off x="1882643" y="2892797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8A827319-2BCE-A941-9028-C0DBAC86C0F3}"/>
              </a:ext>
            </a:extLst>
          </p:cNvPr>
          <p:cNvSpPr/>
          <p:nvPr/>
        </p:nvSpPr>
        <p:spPr>
          <a:xfrm>
            <a:off x="1812618" y="2977956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B8318547-D2CD-C86A-698D-9785EC274FFF}"/>
              </a:ext>
            </a:extLst>
          </p:cNvPr>
          <p:cNvSpPr/>
          <p:nvPr/>
        </p:nvSpPr>
        <p:spPr>
          <a:xfrm>
            <a:off x="1619672" y="513047"/>
            <a:ext cx="5598418" cy="4543330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43C6F97-4930-D1BE-60BB-D824819F19DB}"/>
              </a:ext>
            </a:extLst>
          </p:cNvPr>
          <p:cNvSpPr/>
          <p:nvPr/>
        </p:nvSpPr>
        <p:spPr>
          <a:xfrm>
            <a:off x="1746423" y="598206"/>
            <a:ext cx="3545657" cy="1935032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D4893A8-DD82-A3EB-63F2-51EFDAD7093F}"/>
              </a:ext>
            </a:extLst>
          </p:cNvPr>
          <p:cNvSpPr/>
          <p:nvPr/>
        </p:nvSpPr>
        <p:spPr>
          <a:xfrm>
            <a:off x="1746425" y="3057561"/>
            <a:ext cx="5155978" cy="172847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7DE1C15-47A7-4BF1-9CB5-36F4E814A7CB}"/>
              </a:ext>
            </a:extLst>
          </p:cNvPr>
          <p:cNvSpPr/>
          <p:nvPr/>
        </p:nvSpPr>
        <p:spPr>
          <a:xfrm>
            <a:off x="1843572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B40287C-ABAD-BAA1-039E-A7AB2F6D80F2}"/>
              </a:ext>
            </a:extLst>
          </p:cNvPr>
          <p:cNvSpPr/>
          <p:nvPr/>
        </p:nvSpPr>
        <p:spPr>
          <a:xfrm>
            <a:off x="4133776" y="1573637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DF1F81B-420F-6362-024B-C05CD8274688}"/>
              </a:ext>
            </a:extLst>
          </p:cNvPr>
          <p:cNvSpPr/>
          <p:nvPr/>
        </p:nvSpPr>
        <p:spPr>
          <a:xfrm>
            <a:off x="4136040" y="684812"/>
            <a:ext cx="1036323" cy="345695"/>
          </a:xfrm>
          <a:prstGeom prst="roundRect">
            <a:avLst>
              <a:gd name="adj" fmla="val 2379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7F971C1-E6AF-A48D-3AAA-85B0A8A4D7F3}"/>
              </a:ext>
            </a:extLst>
          </p:cNvPr>
          <p:cNvSpPr/>
          <p:nvPr/>
        </p:nvSpPr>
        <p:spPr>
          <a:xfrm>
            <a:off x="2992264" y="1575534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243D6E5-07C8-DBE3-7896-7DE137302C83}"/>
              </a:ext>
            </a:extLst>
          </p:cNvPr>
          <p:cNvSpPr/>
          <p:nvPr/>
        </p:nvSpPr>
        <p:spPr>
          <a:xfrm>
            <a:off x="5308191" y="3161269"/>
            <a:ext cx="1500613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Writer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B9A1738-37B4-66A7-BE7B-AF143DB87DEE}"/>
              </a:ext>
            </a:extLst>
          </p:cNvPr>
          <p:cNvSpPr/>
          <p:nvPr/>
        </p:nvSpPr>
        <p:spPr>
          <a:xfrm>
            <a:off x="1846734" y="2094191"/>
            <a:ext cx="1411228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64BB8B4-8165-D0D9-5D46-2161B74743B8}"/>
              </a:ext>
            </a:extLst>
          </p:cNvPr>
          <p:cNvSpPr/>
          <p:nvPr/>
        </p:nvSpPr>
        <p:spPr>
          <a:xfrm>
            <a:off x="1846734" y="3161269"/>
            <a:ext cx="1411228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3CC3D7A-C4CB-A1B1-1B85-81E491DD2A2C}"/>
              </a:ext>
            </a:extLst>
          </p:cNvPr>
          <p:cNvSpPr/>
          <p:nvPr/>
        </p:nvSpPr>
        <p:spPr>
          <a:xfrm>
            <a:off x="1945947" y="3800869"/>
            <a:ext cx="83516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0A84E12-F046-E9C5-C04A-28CFE96B128C}"/>
              </a:ext>
            </a:extLst>
          </p:cNvPr>
          <p:cNvSpPr/>
          <p:nvPr/>
        </p:nvSpPr>
        <p:spPr>
          <a:xfrm>
            <a:off x="3527039" y="3161269"/>
            <a:ext cx="1499222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4C82491-5406-E899-CCA2-0823FE8713FD}"/>
              </a:ext>
            </a:extLst>
          </p:cNvPr>
          <p:cNvSpPr/>
          <p:nvPr/>
        </p:nvSpPr>
        <p:spPr>
          <a:xfrm>
            <a:off x="3527039" y="2094191"/>
            <a:ext cx="1499222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67DB4403-15CE-5DF4-8551-75F4C38757D5}"/>
              </a:ext>
            </a:extLst>
          </p:cNvPr>
          <p:cNvSpPr/>
          <p:nvPr/>
        </p:nvSpPr>
        <p:spPr>
          <a:xfrm>
            <a:off x="1843573" y="3679811"/>
            <a:ext cx="4964487" cy="802430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73C134D1-5C14-FDD0-0DFC-A1C7236C81C3}"/>
              </a:ext>
            </a:extLst>
          </p:cNvPr>
          <p:cNvSpPr/>
          <p:nvPr/>
        </p:nvSpPr>
        <p:spPr>
          <a:xfrm>
            <a:off x="217372" y="4167374"/>
            <a:ext cx="1209354" cy="34569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4ED22C0-091E-6F36-70D3-5968F843722F}"/>
              </a:ext>
            </a:extLst>
          </p:cNvPr>
          <p:cNvSpPr/>
          <p:nvPr/>
        </p:nvSpPr>
        <p:spPr>
          <a:xfrm>
            <a:off x="7411036" y="3846109"/>
            <a:ext cx="1209354" cy="339179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6D32E26D-5C9A-C43A-0D7B-CDD48DF9B291}"/>
              </a:ext>
            </a:extLst>
          </p:cNvPr>
          <p:cNvSpPr/>
          <p:nvPr/>
        </p:nvSpPr>
        <p:spPr>
          <a:xfrm>
            <a:off x="217372" y="3535284"/>
            <a:ext cx="1209354" cy="345694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89308639-8C86-8FD1-3DC2-01AFD019020B}"/>
              </a:ext>
            </a:extLst>
          </p:cNvPr>
          <p:cNvSpPr/>
          <p:nvPr/>
        </p:nvSpPr>
        <p:spPr>
          <a:xfrm>
            <a:off x="3058778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87396C69-ACD2-6E49-10B5-5EB89579406A}"/>
              </a:ext>
            </a:extLst>
          </p:cNvPr>
          <p:cNvSpPr/>
          <p:nvPr/>
        </p:nvSpPr>
        <p:spPr>
          <a:xfrm>
            <a:off x="4373797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40E3655-1C60-D67D-D230-8C26DB84E635}"/>
              </a:ext>
            </a:extLst>
          </p:cNvPr>
          <p:cNvSpPr/>
          <p:nvPr/>
        </p:nvSpPr>
        <p:spPr>
          <a:xfrm>
            <a:off x="5685532" y="3800869"/>
            <a:ext cx="1037351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A3CF55D-933A-6310-6264-89502175324B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3973716"/>
            <a:ext cx="519221" cy="366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A764D45-22EF-9F85-B885-A65975FF96B7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3973716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AF5BCCA-F52A-5EB2-80D2-6612ABF81F6C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3973716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D841D4F-49C2-A291-81A0-3BC03F748181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3973716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1C43BB8-A404-859D-6501-9A336BF7AA03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3973716"/>
            <a:ext cx="688153" cy="419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D5CA60B-46CE-52B0-3B41-AC85EE35586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708131"/>
            <a:ext cx="322504" cy="917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D5E27E9-601D-1C7E-2C87-747DC605E675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921798"/>
            <a:ext cx="508633" cy="939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82F1A71-A7DF-3F07-1036-B1FFC504EEF8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842193"/>
            <a:ext cx="442440" cy="173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69B7164-9AA3-5422-8882-F78A8CAB91EB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757034"/>
            <a:ext cx="372415" cy="2586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6481CE28-9046-5FD7-7826-52EF57E5A908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439886"/>
            <a:ext cx="0" cy="721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04EF767-D250-0C7A-8D28-F40FBCED7391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78012" cy="6222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F695DE2-6062-09D2-11D1-974CA1362552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153277" cy="5404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73F1C00E-BF99-E86A-2DD1-CD0A7D3DF3F3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39886"/>
            <a:ext cx="192947" cy="4529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8AD6DE8-E34C-B53D-1B0F-5AF228B6E0C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72154" y="2267038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D6C8B0D-7AB4-E3E4-3FF2-FE00ADA6F82C}"/>
              </a:ext>
            </a:extLst>
          </p:cNvPr>
          <p:cNvSpPr txBox="1"/>
          <p:nvPr/>
        </p:nvSpPr>
        <p:spPr>
          <a:xfrm>
            <a:off x="2136157" y="2564971"/>
            <a:ext cx="409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C0F9F2A-8351-4809-76B8-7484511D57F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2154" y="3334117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624F5BF7-38A8-09A9-41DD-D64937ACFAFB}"/>
              </a:ext>
            </a:extLst>
          </p:cNvPr>
          <p:cNvSpPr txBox="1"/>
          <p:nvPr/>
        </p:nvSpPr>
        <p:spPr>
          <a:xfrm>
            <a:off x="172154" y="2035170"/>
            <a:ext cx="1503938" cy="22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ED3E2AF-1A8B-D88E-646D-2EC291BB0F33}"/>
              </a:ext>
            </a:extLst>
          </p:cNvPr>
          <p:cNvSpPr txBox="1"/>
          <p:nvPr/>
        </p:nvSpPr>
        <p:spPr>
          <a:xfrm>
            <a:off x="172154" y="3108592"/>
            <a:ext cx="930063" cy="22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650505A8-88E6-6008-EB6F-AAF017F806CD}"/>
              </a:ext>
            </a:extLst>
          </p:cNvPr>
          <p:cNvSpPr/>
          <p:nvPr/>
        </p:nvSpPr>
        <p:spPr>
          <a:xfrm>
            <a:off x="217372" y="1126130"/>
            <a:ext cx="1209354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64D0AEE-627F-63F7-E73E-5F50D59FED9C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298978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B33A9CC2-18CD-3D2E-66B0-500A276EEC13}"/>
              </a:ext>
            </a:extLst>
          </p:cNvPr>
          <p:cNvSpPr/>
          <p:nvPr/>
        </p:nvSpPr>
        <p:spPr>
          <a:xfrm>
            <a:off x="1843572" y="1575534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73C0DCFC-1191-A629-FA38-5BE681084224}"/>
              </a:ext>
            </a:extLst>
          </p:cNvPr>
          <p:cNvSpPr/>
          <p:nvPr/>
        </p:nvSpPr>
        <p:spPr>
          <a:xfrm>
            <a:off x="217372" y="1575534"/>
            <a:ext cx="1209354" cy="345695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91F614D-336B-602F-8F8B-E315D46E83D6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748381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AF7B7AE9-9E02-7753-5B65-CE35F379F094}"/>
              </a:ext>
            </a:extLst>
          </p:cNvPr>
          <p:cNvSpPr/>
          <p:nvPr/>
        </p:nvSpPr>
        <p:spPr>
          <a:xfrm>
            <a:off x="2992263" y="685952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E4E750F9-4858-103D-24FB-CE000BA11579}"/>
              </a:ext>
            </a:extLst>
          </p:cNvPr>
          <p:cNvSpPr/>
          <p:nvPr/>
        </p:nvSpPr>
        <p:spPr>
          <a:xfrm>
            <a:off x="2992263" y="65799"/>
            <a:ext cx="1036322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CCFAD211-2980-EC07-5FF6-801F82645C7A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471825"/>
            <a:ext cx="0" cy="1037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29D1FE1F-7C33-7E31-6D53-F4ADA612F7C3}"/>
              </a:ext>
            </a:extLst>
          </p:cNvPr>
          <p:cNvSpPr/>
          <p:nvPr/>
        </p:nvSpPr>
        <p:spPr>
          <a:xfrm>
            <a:off x="5465208" y="2150687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4FE49DDE-D226-4F9C-1492-239619249221}"/>
              </a:ext>
            </a:extLst>
          </p:cNvPr>
          <p:cNvCxnSpPr>
            <a:cxnSpLocks/>
            <a:stCxn id="151" idx="0"/>
            <a:endCxn id="152" idx="2"/>
          </p:cNvCxnSpPr>
          <p:nvPr/>
        </p:nvCxnSpPr>
        <p:spPr>
          <a:xfrm flipH="1" flipV="1">
            <a:off x="3510424" y="411495"/>
            <a:ext cx="1" cy="2744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83ABF7F7-FBB4-120B-92F8-F5FC69F59479}"/>
              </a:ext>
            </a:extLst>
          </p:cNvPr>
          <p:cNvSpPr/>
          <p:nvPr/>
        </p:nvSpPr>
        <p:spPr>
          <a:xfrm>
            <a:off x="4133777" y="65799"/>
            <a:ext cx="1036322" cy="345696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systemd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5741B5A-33DF-1FC1-7579-D57549B11FFF}"/>
              </a:ext>
            </a:extLst>
          </p:cNvPr>
          <p:cNvCxnSpPr>
            <a:cxnSpLocks/>
            <a:stCxn id="188" idx="2"/>
            <a:endCxn id="8" idx="0"/>
          </p:cNvCxnSpPr>
          <p:nvPr/>
        </p:nvCxnSpPr>
        <p:spPr>
          <a:xfrm>
            <a:off x="4651938" y="411495"/>
            <a:ext cx="2264" cy="2733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0CC3A21A-AFFC-B369-5789-FD42806AB787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439886"/>
            <a:ext cx="0" cy="721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B0E635B6-7C11-9F29-2D30-960962A585B9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78011" cy="62426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63AD7E37-A996-8F41-5157-96EC9AFE866D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143811" cy="54045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E1FBD37E-F9A7-D0D4-1F90-06E5DF02397A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39886"/>
            <a:ext cx="192946" cy="4529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FE4CD31-5D31-69C4-BF61-02523AD56956}"/>
              </a:ext>
            </a:extLst>
          </p:cNvPr>
          <p:cNvSpPr/>
          <p:nvPr/>
        </p:nvSpPr>
        <p:spPr>
          <a:xfrm>
            <a:off x="5252978" y="3222640"/>
            <a:ext cx="1500613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Writer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8CED1B9-7FDC-03FA-1706-55B3E17CF257}"/>
              </a:ext>
            </a:extLst>
          </p:cNvPr>
          <p:cNvSpPr/>
          <p:nvPr/>
        </p:nvSpPr>
        <p:spPr>
          <a:xfrm>
            <a:off x="5571348" y="221434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0CC4D4D7-77C4-C901-EBB7-343844F584E8}"/>
              </a:ext>
            </a:extLst>
          </p:cNvPr>
          <p:cNvSpPr/>
          <p:nvPr/>
        </p:nvSpPr>
        <p:spPr>
          <a:xfrm>
            <a:off x="5394673" y="2200612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A035140-AE1C-011A-5597-FE7E82B57C21}"/>
              </a:ext>
            </a:extLst>
          </p:cNvPr>
          <p:cNvSpPr/>
          <p:nvPr/>
        </p:nvSpPr>
        <p:spPr>
          <a:xfrm>
            <a:off x="5512774" y="2264268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BC96DB9-72CF-4B13-A2F9-D6D54F52375E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608070"/>
            <a:ext cx="1938" cy="6145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1C3E482-9357-B904-3EA9-1C94E17C1917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005223" y="2608070"/>
            <a:ext cx="47115" cy="4537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B56E071-4331-6602-6180-55B19D4BB801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005223" y="2608070"/>
            <a:ext cx="79285" cy="3678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6B38ED8-D1C6-A00F-74FF-86FD23872D4F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005223" y="2608070"/>
            <a:ext cx="95857" cy="2840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E8D8963-0AC6-C114-47A8-AA698D33CB92}"/>
              </a:ext>
            </a:extLst>
          </p:cNvPr>
          <p:cNvCxnSpPr>
            <a:cxnSpLocks/>
          </p:cNvCxnSpPr>
          <p:nvPr/>
        </p:nvCxnSpPr>
        <p:spPr>
          <a:xfrm flipV="1">
            <a:off x="6156176" y="2680222"/>
            <a:ext cx="0" cy="48104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FBC6B80-C816-7AE2-191F-E127D5EA4672}"/>
              </a:ext>
            </a:extLst>
          </p:cNvPr>
          <p:cNvCxnSpPr>
            <a:cxnSpLocks/>
          </p:cNvCxnSpPr>
          <p:nvPr/>
        </p:nvCxnSpPr>
        <p:spPr>
          <a:xfrm flipH="1" flipV="1">
            <a:off x="6175012" y="2680222"/>
            <a:ext cx="39480" cy="3771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AC3D4E5-32E5-F201-97F8-2A6852F9622E}"/>
              </a:ext>
            </a:extLst>
          </p:cNvPr>
          <p:cNvCxnSpPr>
            <a:cxnSpLocks/>
          </p:cNvCxnSpPr>
          <p:nvPr/>
        </p:nvCxnSpPr>
        <p:spPr>
          <a:xfrm flipH="1" flipV="1">
            <a:off x="6198824" y="2680222"/>
            <a:ext cx="63370" cy="2987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4CCA09D-E7EC-9832-6030-8BDB78C03470}"/>
              </a:ext>
            </a:extLst>
          </p:cNvPr>
          <p:cNvCxnSpPr>
            <a:cxnSpLocks/>
          </p:cNvCxnSpPr>
          <p:nvPr/>
        </p:nvCxnSpPr>
        <p:spPr>
          <a:xfrm flipH="1" flipV="1">
            <a:off x="6222637" y="2680222"/>
            <a:ext cx="59026" cy="2069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A31B8F25-DF70-1632-078E-4DE8599720E2}"/>
              </a:ext>
            </a:extLst>
          </p:cNvPr>
          <p:cNvSpPr/>
          <p:nvPr/>
        </p:nvSpPr>
        <p:spPr>
          <a:xfrm>
            <a:off x="5475431" y="1279233"/>
            <a:ext cx="1508966" cy="748532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5F053F3C-ED9E-AE32-36FE-002B03D9F497}"/>
              </a:ext>
            </a:extLst>
          </p:cNvPr>
          <p:cNvSpPr/>
          <p:nvPr/>
        </p:nvSpPr>
        <p:spPr>
          <a:xfrm>
            <a:off x="5393437" y="1326478"/>
            <a:ext cx="1508966" cy="748532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31242441-206E-373A-9130-7753C025C0CB}"/>
              </a:ext>
            </a:extLst>
          </p:cNvPr>
          <p:cNvSpPr/>
          <p:nvPr/>
        </p:nvSpPr>
        <p:spPr>
          <a:xfrm>
            <a:off x="5462399" y="1640954"/>
            <a:ext cx="1376551" cy="343801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Flusher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638ACDB1-B009-84E3-49CF-CE4656DD4EC5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1986669"/>
            <a:ext cx="1939" cy="2775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93255351-93C2-36DE-682C-30E05DDE8DB2}"/>
              </a:ext>
            </a:extLst>
          </p:cNvPr>
          <p:cNvCxnSpPr>
            <a:cxnSpLocks/>
          </p:cNvCxnSpPr>
          <p:nvPr/>
        </p:nvCxnSpPr>
        <p:spPr>
          <a:xfrm flipV="1">
            <a:off x="6175012" y="2075010"/>
            <a:ext cx="0" cy="1298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EAE7BCA3-CF73-2E49-17A7-B328AA017FC5}"/>
              </a:ext>
            </a:extLst>
          </p:cNvPr>
          <p:cNvSpPr/>
          <p:nvPr/>
        </p:nvSpPr>
        <p:spPr>
          <a:xfrm>
            <a:off x="5465208" y="678342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118">
            <a:extLst>
              <a:ext uri="{FF2B5EF4-FFF2-40B4-BE49-F238E27FC236}">
                <a16:creationId xmlns:a16="http://schemas.microsoft.com/office/drawing/2014/main" id="{77BAF52A-51C9-1D1D-CA8F-7ABEE80CB6DE}"/>
              </a:ext>
            </a:extLst>
          </p:cNvPr>
          <p:cNvSpPr/>
          <p:nvPr/>
        </p:nvSpPr>
        <p:spPr>
          <a:xfrm>
            <a:off x="5394673" y="728267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77FB943A-5AB6-0E73-3013-6976A7E1F2E4}"/>
              </a:ext>
            </a:extLst>
          </p:cNvPr>
          <p:cNvSpPr/>
          <p:nvPr/>
        </p:nvSpPr>
        <p:spPr>
          <a:xfrm>
            <a:off x="5512774" y="79192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About to write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360E2D4C-D04F-6EE0-D64F-7D32E351761A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135725"/>
            <a:ext cx="0" cy="50263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8B6047E1-74E8-B377-7708-A166A135D714}"/>
              </a:ext>
            </a:extLst>
          </p:cNvPr>
          <p:cNvCxnSpPr>
            <a:cxnSpLocks/>
          </p:cNvCxnSpPr>
          <p:nvPr/>
        </p:nvCxnSpPr>
        <p:spPr>
          <a:xfrm flipV="1">
            <a:off x="6175012" y="1196633"/>
            <a:ext cx="0" cy="1298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9BE1254B-678B-5E99-22DF-3729FBEB446B}"/>
              </a:ext>
            </a:extLst>
          </p:cNvPr>
          <p:cNvSpPr/>
          <p:nvPr/>
        </p:nvSpPr>
        <p:spPr>
          <a:xfrm>
            <a:off x="7391218" y="1573581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840EA5BB-2C87-25A1-5030-F07260DF1B23}"/>
              </a:ext>
            </a:extLst>
          </p:cNvPr>
          <p:cNvSpPr/>
          <p:nvPr/>
        </p:nvSpPr>
        <p:spPr>
          <a:xfrm>
            <a:off x="7509319" y="1640954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stdout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8F3EDFBB-DCA1-FF03-4D53-53244BAF8AD4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1812855"/>
            <a:ext cx="6703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493D60E7-80DE-98C4-EAFC-BBE66C21CBE8}"/>
              </a:ext>
            </a:extLst>
          </p:cNvPr>
          <p:cNvSpPr/>
          <p:nvPr/>
        </p:nvSpPr>
        <p:spPr>
          <a:xfrm>
            <a:off x="7391218" y="959280"/>
            <a:ext cx="1519189" cy="478547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216609E3-73FE-FDE7-6055-9ECA765F33D1}"/>
              </a:ext>
            </a:extLst>
          </p:cNvPr>
          <p:cNvSpPr/>
          <p:nvPr/>
        </p:nvSpPr>
        <p:spPr>
          <a:xfrm>
            <a:off x="7509319" y="1026653"/>
            <a:ext cx="984897" cy="343801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A0B959ED-175D-F9EF-6A2E-4E76E086FECB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198553"/>
            <a:ext cx="606916" cy="5021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5A9E0905-6129-EAB4-DDDB-3378EAD0E094}"/>
              </a:ext>
            </a:extLst>
          </p:cNvPr>
          <p:cNvSpPr/>
          <p:nvPr/>
        </p:nvSpPr>
        <p:spPr>
          <a:xfrm>
            <a:off x="2992262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199">
            <a:extLst>
              <a:ext uri="{FF2B5EF4-FFF2-40B4-BE49-F238E27FC236}">
                <a16:creationId xmlns:a16="http://schemas.microsoft.com/office/drawing/2014/main" id="{7C0DCAC3-2CB8-FFD6-5B4E-B4CC061F1392}"/>
              </a:ext>
            </a:extLst>
          </p:cNvPr>
          <p:cNvSpPr/>
          <p:nvPr/>
        </p:nvSpPr>
        <p:spPr>
          <a:xfrm>
            <a:off x="4133776" y="1126131"/>
            <a:ext cx="1036323" cy="345695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 Noti (Timer)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C2181F1E-D11C-DFC3-1653-496032710AFB}"/>
              </a:ext>
            </a:extLst>
          </p:cNvPr>
          <p:cNvCxnSpPr>
            <a:cxnSpLocks/>
            <a:stCxn id="200" idx="3"/>
            <a:endCxn id="87" idx="1"/>
          </p:cNvCxnSpPr>
          <p:nvPr/>
        </p:nvCxnSpPr>
        <p:spPr>
          <a:xfrm>
            <a:off x="5170099" y="1298979"/>
            <a:ext cx="223338" cy="40176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D286D82A-9242-8A0E-8EFB-6D2D1906E488}"/>
              </a:ext>
            </a:extLst>
          </p:cNvPr>
          <p:cNvCxnSpPr>
            <a:cxnSpLocks/>
            <a:endCxn id="200" idx="3"/>
          </p:cNvCxnSpPr>
          <p:nvPr/>
        </p:nvCxnSpPr>
        <p:spPr>
          <a:xfrm flipH="1" flipV="1">
            <a:off x="5170099" y="1298979"/>
            <a:ext cx="219130" cy="2558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8BEFE3A0-CC77-9689-48C7-7910BA4E1F25}"/>
              </a:ext>
            </a:extLst>
          </p:cNvPr>
          <p:cNvSpPr txBox="1"/>
          <p:nvPr/>
        </p:nvSpPr>
        <p:spPr>
          <a:xfrm>
            <a:off x="5040248" y="1143025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Notify</a:t>
            </a:r>
            <a:endParaRPr kumimoji="1" lang="ko-KR" altLang="en-US" sz="9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42B44CB-A1F5-F3B9-2474-CDFB04131BE1}"/>
              </a:ext>
            </a:extLst>
          </p:cNvPr>
          <p:cNvSpPr txBox="1"/>
          <p:nvPr/>
        </p:nvSpPr>
        <p:spPr>
          <a:xfrm>
            <a:off x="4730464" y="2552864"/>
            <a:ext cx="5036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Notify</a:t>
            </a:r>
            <a:endParaRPr kumimoji="1" lang="ko-KR" altLang="en-US" sz="900" i="1"/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555DEC58-E178-6736-0D6B-65C723CD9C70}"/>
              </a:ext>
            </a:extLst>
          </p:cNvPr>
          <p:cNvCxnSpPr>
            <a:cxnSpLocks/>
          </p:cNvCxnSpPr>
          <p:nvPr/>
        </p:nvCxnSpPr>
        <p:spPr>
          <a:xfrm flipV="1">
            <a:off x="5452686" y="2077003"/>
            <a:ext cx="18820" cy="114982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79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FC1F-AB09-80F0-942D-6409E448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0C725DC8-4958-E6BC-F2BF-42F9202AE716}"/>
              </a:ext>
            </a:extLst>
          </p:cNvPr>
          <p:cNvSpPr/>
          <p:nvPr/>
        </p:nvSpPr>
        <p:spPr>
          <a:xfrm>
            <a:off x="1949317" y="2794596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43E3200E-11C0-F4A4-D992-16CC290F434C}"/>
              </a:ext>
            </a:extLst>
          </p:cNvPr>
          <p:cNvSpPr/>
          <p:nvPr/>
        </p:nvSpPr>
        <p:spPr>
          <a:xfrm>
            <a:off x="1882643" y="287502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15387529-9837-95E3-B991-4266402C10E6}"/>
              </a:ext>
            </a:extLst>
          </p:cNvPr>
          <p:cNvSpPr/>
          <p:nvPr/>
        </p:nvSpPr>
        <p:spPr>
          <a:xfrm>
            <a:off x="1812618" y="2963716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A34B62FE-A0B7-3EE4-1ABA-853364C6800B}"/>
              </a:ext>
            </a:extLst>
          </p:cNvPr>
          <p:cNvSpPr/>
          <p:nvPr/>
        </p:nvSpPr>
        <p:spPr>
          <a:xfrm>
            <a:off x="1619672" y="482277"/>
            <a:ext cx="5598418" cy="4646108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ADF935D-AC04-5222-8B2E-48CE2BC9D06C}"/>
              </a:ext>
            </a:extLst>
          </p:cNvPr>
          <p:cNvSpPr/>
          <p:nvPr/>
        </p:nvSpPr>
        <p:spPr>
          <a:xfrm>
            <a:off x="1746423" y="568449"/>
            <a:ext cx="3545657" cy="1932094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32111A3-0203-6869-5927-F353B2BD9E40}"/>
              </a:ext>
            </a:extLst>
          </p:cNvPr>
          <p:cNvSpPr/>
          <p:nvPr/>
        </p:nvSpPr>
        <p:spPr>
          <a:xfrm>
            <a:off x="1746425" y="3046624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9A448D6-2031-5C6F-F40D-FBEB98785DD5}"/>
              </a:ext>
            </a:extLst>
          </p:cNvPr>
          <p:cNvSpPr/>
          <p:nvPr/>
        </p:nvSpPr>
        <p:spPr>
          <a:xfrm>
            <a:off x="1843572" y="1035045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C13699C-69A7-8728-CEC2-30B6391489C4}"/>
              </a:ext>
            </a:extLst>
          </p:cNvPr>
          <p:cNvSpPr/>
          <p:nvPr/>
        </p:nvSpPr>
        <p:spPr>
          <a:xfrm>
            <a:off x="4133776" y="1501121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1E0327F-ABFD-46CD-1578-9642190708EC}"/>
              </a:ext>
            </a:extLst>
          </p:cNvPr>
          <p:cNvSpPr/>
          <p:nvPr/>
        </p:nvSpPr>
        <p:spPr>
          <a:xfrm>
            <a:off x="4136040" y="1033065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B3FBEE8-9372-D16B-EBFE-48385E0125B5}"/>
              </a:ext>
            </a:extLst>
          </p:cNvPr>
          <p:cNvSpPr/>
          <p:nvPr/>
        </p:nvSpPr>
        <p:spPr>
          <a:xfrm>
            <a:off x="2992264" y="1503097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51E7F09-87D5-5FF5-1D4C-8E761E307B4C}"/>
              </a:ext>
            </a:extLst>
          </p:cNvPr>
          <p:cNvSpPr/>
          <p:nvPr/>
        </p:nvSpPr>
        <p:spPr>
          <a:xfrm>
            <a:off x="5308191" y="3154636"/>
            <a:ext cx="1500613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Writer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EE91090-0C0C-AC8A-9A8C-793AB05FE7C3}"/>
              </a:ext>
            </a:extLst>
          </p:cNvPr>
          <p:cNvSpPr/>
          <p:nvPr/>
        </p:nvSpPr>
        <p:spPr>
          <a:xfrm>
            <a:off x="1846734" y="2043277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9825264-E0CF-0A14-5D3E-9D913A401B53}"/>
              </a:ext>
            </a:extLst>
          </p:cNvPr>
          <p:cNvSpPr/>
          <p:nvPr/>
        </p:nvSpPr>
        <p:spPr>
          <a:xfrm>
            <a:off x="1846734" y="3154636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A7CB683-3AF3-662A-8C9B-AF91306D3089}"/>
              </a:ext>
            </a:extLst>
          </p:cNvPr>
          <p:cNvSpPr/>
          <p:nvPr/>
        </p:nvSpPr>
        <p:spPr>
          <a:xfrm>
            <a:off x="1945947" y="3820777"/>
            <a:ext cx="83516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BD60F23-2DFB-E0BA-A6E2-B05C1CE34C2B}"/>
              </a:ext>
            </a:extLst>
          </p:cNvPr>
          <p:cNvSpPr/>
          <p:nvPr/>
        </p:nvSpPr>
        <p:spPr>
          <a:xfrm>
            <a:off x="3527039" y="3154636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79986D20-FDC9-CB78-B14F-3E34B77B22D2}"/>
              </a:ext>
            </a:extLst>
          </p:cNvPr>
          <p:cNvSpPr/>
          <p:nvPr/>
        </p:nvSpPr>
        <p:spPr>
          <a:xfrm>
            <a:off x="3527039" y="2043277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9F36AD5D-CD03-77FC-E958-6CA220463536}"/>
              </a:ext>
            </a:extLst>
          </p:cNvPr>
          <p:cNvSpPr/>
          <p:nvPr/>
        </p:nvSpPr>
        <p:spPr>
          <a:xfrm>
            <a:off x="1843573" y="3694696"/>
            <a:ext cx="4964487" cy="835728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B535913D-0010-FD77-0EA1-CA4EB6FB2F74}"/>
              </a:ext>
            </a:extLst>
          </p:cNvPr>
          <p:cNvSpPr/>
          <p:nvPr/>
        </p:nvSpPr>
        <p:spPr>
          <a:xfrm>
            <a:off x="217372" y="4202491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DDE45E9-5E84-E686-00F5-5492FEF1DBA5}"/>
              </a:ext>
            </a:extLst>
          </p:cNvPr>
          <p:cNvSpPr/>
          <p:nvPr/>
        </p:nvSpPr>
        <p:spPr>
          <a:xfrm>
            <a:off x="7411036" y="3867894"/>
            <a:ext cx="1209354" cy="353254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E0620806-B268-A89A-BAD3-BA311F93B1C1}"/>
              </a:ext>
            </a:extLst>
          </p:cNvPr>
          <p:cNvSpPr/>
          <p:nvPr/>
        </p:nvSpPr>
        <p:spPr>
          <a:xfrm>
            <a:off x="217372" y="3544171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2AF6FFA-7D1A-B459-64F9-1200F7851FCC}"/>
              </a:ext>
            </a:extLst>
          </p:cNvPr>
          <p:cNvSpPr/>
          <p:nvPr/>
        </p:nvSpPr>
        <p:spPr>
          <a:xfrm>
            <a:off x="3058778" y="3820777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4BCB89BC-AEA8-1B18-4C9F-E80BFF8C0ED7}"/>
              </a:ext>
            </a:extLst>
          </p:cNvPr>
          <p:cNvSpPr/>
          <p:nvPr/>
        </p:nvSpPr>
        <p:spPr>
          <a:xfrm>
            <a:off x="4373797" y="3820777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33CF6E0D-8B02-1D8F-CCDF-3906BCA53829}"/>
              </a:ext>
            </a:extLst>
          </p:cNvPr>
          <p:cNvSpPr/>
          <p:nvPr/>
        </p:nvSpPr>
        <p:spPr>
          <a:xfrm>
            <a:off x="5685532" y="3820777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8D626ED-B773-0368-669A-690564A50367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4000797"/>
            <a:ext cx="519221" cy="3817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B823B42-8798-9E2D-92C3-15DFA5E963FA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4000797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166FE78-6E63-0A26-712A-75C316B6B2FC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4000797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FCB7900-177A-0AAB-47F5-EB4FE7DEEAD6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4000797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A8C5763-B695-5F2C-1BEF-3B7B2B4434EE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4000797"/>
            <a:ext cx="688153" cy="437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3B1B296-54E5-D783-A640-0D63188889B9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724191"/>
            <a:ext cx="322504" cy="955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F5BDE131-BFC7-50FA-A01A-C4C299E2BACD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946724"/>
            <a:ext cx="508633" cy="97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C5D77B6-9BE2-1761-E3FF-F7E0DDF89CB4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863816"/>
            <a:ext cx="442440" cy="1807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3A38881-E155-FEAC-385C-B8A64959FFC1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775123"/>
            <a:ext cx="372415" cy="2693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7CBE619-1637-2232-D191-95A2D5689A3D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403317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8EDB6800-59D9-1B61-899F-C0D77E139D5A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03317"/>
            <a:ext cx="78012" cy="6480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7ACDBD7-405A-0088-4CBC-C38CDCF469B8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03317"/>
            <a:ext cx="153277" cy="562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F51E6EB-22C2-8056-8E43-9A6BA68DA442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403317"/>
            <a:ext cx="192947" cy="471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6CBF0ED-F927-D75B-28CF-4A57DDC77F1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72154" y="2223297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386D1AB-41A5-CEB0-8A35-7D7B0601CB29}"/>
              </a:ext>
            </a:extLst>
          </p:cNvPr>
          <p:cNvSpPr txBox="1"/>
          <p:nvPr/>
        </p:nvSpPr>
        <p:spPr>
          <a:xfrm>
            <a:off x="2117532" y="2533593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post()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0260A9F8-5488-43B1-791A-365172DDE40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2154" y="3334656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44ADDB7A-67E0-0171-EF5C-4F60D2659C80}"/>
              </a:ext>
            </a:extLst>
          </p:cNvPr>
          <p:cNvSpPr txBox="1"/>
          <p:nvPr/>
        </p:nvSpPr>
        <p:spPr>
          <a:xfrm>
            <a:off x="172154" y="1981807"/>
            <a:ext cx="1503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99E5A4F-67FE-E3AC-B96B-B8079FD72E87}"/>
              </a:ext>
            </a:extLst>
          </p:cNvPr>
          <p:cNvSpPr txBox="1"/>
          <p:nvPr/>
        </p:nvSpPr>
        <p:spPr>
          <a:xfrm>
            <a:off x="172154" y="3099773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4B96CF39-080A-52BD-697D-0D8BF13C487E}"/>
              </a:ext>
            </a:extLst>
          </p:cNvPr>
          <p:cNvSpPr/>
          <p:nvPr/>
        </p:nvSpPr>
        <p:spPr>
          <a:xfrm>
            <a:off x="217372" y="1035044"/>
            <a:ext cx="1209354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ED8E24B-F95A-894C-0309-C8E731A433FF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215065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E387A678-6851-33E4-9D37-18FFB5FEB569}"/>
              </a:ext>
            </a:extLst>
          </p:cNvPr>
          <p:cNvSpPr/>
          <p:nvPr/>
        </p:nvSpPr>
        <p:spPr>
          <a:xfrm>
            <a:off x="1843572" y="1503097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AC2AD166-00E2-756D-3023-695AFAFEAA13}"/>
              </a:ext>
            </a:extLst>
          </p:cNvPr>
          <p:cNvSpPr/>
          <p:nvPr/>
        </p:nvSpPr>
        <p:spPr>
          <a:xfrm>
            <a:off x="217372" y="1503097"/>
            <a:ext cx="1209354" cy="360040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CB1938EF-C36A-56EF-396C-5E41C91920BE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683117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C75E383F-A652-7736-6A77-254351FBBB89}"/>
              </a:ext>
            </a:extLst>
          </p:cNvPr>
          <p:cNvSpPr/>
          <p:nvPr/>
        </p:nvSpPr>
        <p:spPr>
          <a:xfrm>
            <a:off x="2992263" y="103992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0CC48947-D41B-F9EF-2BBF-08CDD9E8AB35}"/>
              </a:ext>
            </a:extLst>
          </p:cNvPr>
          <p:cNvSpPr/>
          <p:nvPr/>
        </p:nvSpPr>
        <p:spPr>
          <a:xfrm>
            <a:off x="2992263" y="36479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D5F2D5C6-2520-5513-DB80-C5142B51746E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395085"/>
            <a:ext cx="0" cy="1080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6068942C-A6E2-F259-07F3-6E7F7F99D3F5}"/>
              </a:ext>
            </a:extLst>
          </p:cNvPr>
          <p:cNvSpPr/>
          <p:nvPr/>
        </p:nvSpPr>
        <p:spPr>
          <a:xfrm>
            <a:off x="5465208" y="2102117"/>
            <a:ext cx="1519189" cy="498405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F9A3935E-B8A7-735F-E700-D494C92CB738}"/>
              </a:ext>
            </a:extLst>
          </p:cNvPr>
          <p:cNvCxnSpPr>
            <a:cxnSpLocks/>
            <a:stCxn id="151" idx="0"/>
            <a:endCxn id="152" idx="2"/>
          </p:cNvCxnSpPr>
          <p:nvPr/>
        </p:nvCxnSpPr>
        <p:spPr>
          <a:xfrm flipH="1" flipV="1">
            <a:off x="3510424" y="396520"/>
            <a:ext cx="1" cy="6434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B385EC11-C5CE-99EA-573C-A4D8DDA2FFD6}"/>
              </a:ext>
            </a:extLst>
          </p:cNvPr>
          <p:cNvSpPr/>
          <p:nvPr/>
        </p:nvSpPr>
        <p:spPr>
          <a:xfrm>
            <a:off x="4133777" y="36479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SystemD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279CE907-5793-D85E-D527-BA226E297D23}"/>
              </a:ext>
            </a:extLst>
          </p:cNvPr>
          <p:cNvCxnSpPr>
            <a:cxnSpLocks/>
            <a:stCxn id="188" idx="2"/>
            <a:endCxn id="8" idx="0"/>
          </p:cNvCxnSpPr>
          <p:nvPr/>
        </p:nvCxnSpPr>
        <p:spPr>
          <a:xfrm>
            <a:off x="4651938" y="396520"/>
            <a:ext cx="2264" cy="6365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9276A18D-B618-00DC-E5B4-A5EA8B0EC7A2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276650" y="2403317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93AF6C94-CFAF-B867-C54A-5ECE4CA0DD48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03317"/>
            <a:ext cx="78011" cy="65017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12B46B4E-51F2-41AD-8D1F-4C468CDC957E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03317"/>
            <a:ext cx="143811" cy="5628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BFB29D34-00E9-E276-71F8-6FC98ADDBF2D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276650" y="2403317"/>
            <a:ext cx="192946" cy="47170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4384780-5220-9E89-6166-AFCD6C94E639}"/>
              </a:ext>
            </a:extLst>
          </p:cNvPr>
          <p:cNvSpPr/>
          <p:nvPr/>
        </p:nvSpPr>
        <p:spPr>
          <a:xfrm>
            <a:off x="5252978" y="3218553"/>
            <a:ext cx="1500613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Writer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A9BDFAF-B246-0CF8-9DF4-5B1E2795E0C2}"/>
              </a:ext>
            </a:extLst>
          </p:cNvPr>
          <p:cNvSpPr/>
          <p:nvPr/>
        </p:nvSpPr>
        <p:spPr>
          <a:xfrm>
            <a:off x="5571348" y="2168415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7E6ED46-B299-D508-7042-C94418943D57}"/>
              </a:ext>
            </a:extLst>
          </p:cNvPr>
          <p:cNvSpPr/>
          <p:nvPr/>
        </p:nvSpPr>
        <p:spPr>
          <a:xfrm>
            <a:off x="5394673" y="2154114"/>
            <a:ext cx="1519189" cy="498405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B47C1F2-4882-A9C7-2ED5-5DAD2C3BBBE8}"/>
              </a:ext>
            </a:extLst>
          </p:cNvPr>
          <p:cNvSpPr/>
          <p:nvPr/>
        </p:nvSpPr>
        <p:spPr>
          <a:xfrm>
            <a:off x="5512774" y="2220412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50BE309-F4D1-D390-B921-C834FED358D4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V="1">
            <a:off x="6003285" y="2578480"/>
            <a:ext cx="1938" cy="6400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388ECCF2-C2EA-677F-2149-DCA0B5E0B31F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005223" y="2578480"/>
            <a:ext cx="47115" cy="4726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781FBEE8-37DE-C61B-D6AB-6B52A5AF29F1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005223" y="2578480"/>
            <a:ext cx="79285" cy="3831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7F8062D-8790-AAFE-1283-5BF9586D391E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005223" y="2578480"/>
            <a:ext cx="95857" cy="2958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C95FDA4-FE38-6C4C-D6A0-C463A6CE0211}"/>
              </a:ext>
            </a:extLst>
          </p:cNvPr>
          <p:cNvCxnSpPr>
            <a:cxnSpLocks/>
          </p:cNvCxnSpPr>
          <p:nvPr/>
        </p:nvCxnSpPr>
        <p:spPr>
          <a:xfrm flipV="1">
            <a:off x="6224802" y="2653626"/>
            <a:ext cx="0" cy="5010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D1950E2-C19B-84FD-3E17-48C47DCBF509}"/>
              </a:ext>
            </a:extLst>
          </p:cNvPr>
          <p:cNvCxnSpPr>
            <a:cxnSpLocks/>
          </p:cNvCxnSpPr>
          <p:nvPr/>
        </p:nvCxnSpPr>
        <p:spPr>
          <a:xfrm flipH="1" flipV="1">
            <a:off x="6243638" y="2653626"/>
            <a:ext cx="39480" cy="3928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018BBF2-07ED-0656-1F7F-20C9630CD179}"/>
              </a:ext>
            </a:extLst>
          </p:cNvPr>
          <p:cNvCxnSpPr>
            <a:cxnSpLocks/>
          </p:cNvCxnSpPr>
          <p:nvPr/>
        </p:nvCxnSpPr>
        <p:spPr>
          <a:xfrm flipH="1" flipV="1">
            <a:off x="6267450" y="2653626"/>
            <a:ext cx="63370" cy="31111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F9C6B05-C0B9-A402-7046-1183C9163D0B}"/>
              </a:ext>
            </a:extLst>
          </p:cNvPr>
          <p:cNvCxnSpPr>
            <a:cxnSpLocks/>
          </p:cNvCxnSpPr>
          <p:nvPr/>
        </p:nvCxnSpPr>
        <p:spPr>
          <a:xfrm flipH="1" flipV="1">
            <a:off x="6291263" y="2653626"/>
            <a:ext cx="59026" cy="2155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4E869DC1-0F29-C7F3-0D1A-5AC771C80A54}"/>
              </a:ext>
            </a:extLst>
          </p:cNvPr>
          <p:cNvSpPr/>
          <p:nvPr/>
        </p:nvSpPr>
        <p:spPr>
          <a:xfrm>
            <a:off x="5475431" y="1194501"/>
            <a:ext cx="1508966" cy="779594"/>
          </a:xfrm>
          <a:prstGeom prst="roundRect">
            <a:avLst>
              <a:gd name="adj" fmla="val 981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2762CDA1-3A34-E646-5132-D72ED197647E}"/>
              </a:ext>
            </a:extLst>
          </p:cNvPr>
          <p:cNvSpPr/>
          <p:nvPr/>
        </p:nvSpPr>
        <p:spPr>
          <a:xfrm>
            <a:off x="5393437" y="1243706"/>
            <a:ext cx="1508966" cy="779594"/>
          </a:xfrm>
          <a:prstGeom prst="roundRect">
            <a:avLst>
              <a:gd name="adj" fmla="val 981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1FC0B415-0C52-3973-A7BC-F5FD56201F85}"/>
              </a:ext>
            </a:extLst>
          </p:cNvPr>
          <p:cNvSpPr/>
          <p:nvPr/>
        </p:nvSpPr>
        <p:spPr>
          <a:xfrm>
            <a:off x="5462399" y="1571232"/>
            <a:ext cx="1376551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Access Logger</a:t>
            </a:r>
            <a:r>
              <a:rPr kumimoji="1" lang="ko-KR" altLang="en-US" sz="900" b="1">
                <a:solidFill>
                  <a:schemeClr val="tx1"/>
                </a:solidFill>
              </a:rPr>
              <a:t> </a:t>
            </a:r>
            <a:endParaRPr kumimoji="1" lang="en-US" altLang="ko-KR" sz="900" b="1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/ Flusher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0C26F6F4-961E-D2AB-50FF-258AACC6D579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003284" y="1931293"/>
            <a:ext cx="1939" cy="2891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B3CCBEE4-9948-6B4B-5740-9EFD4A3AEC08}"/>
              </a:ext>
            </a:extLst>
          </p:cNvPr>
          <p:cNvCxnSpPr>
            <a:cxnSpLocks/>
          </p:cNvCxnSpPr>
          <p:nvPr/>
        </p:nvCxnSpPr>
        <p:spPr>
          <a:xfrm flipV="1">
            <a:off x="6243638" y="2023300"/>
            <a:ext cx="0" cy="1352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>
            <a:extLst>
              <a:ext uri="{FF2B5EF4-FFF2-40B4-BE49-F238E27FC236}">
                <a16:creationId xmlns:a16="http://schemas.microsoft.com/office/drawing/2014/main" id="{B693DA59-D638-BDD9-3BFE-9F4FCAB8ACC7}"/>
              </a:ext>
            </a:extLst>
          </p:cNvPr>
          <p:cNvSpPr/>
          <p:nvPr/>
        </p:nvSpPr>
        <p:spPr>
          <a:xfrm>
            <a:off x="5465208" y="568674"/>
            <a:ext cx="1519189" cy="498405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Write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118">
            <a:extLst>
              <a:ext uri="{FF2B5EF4-FFF2-40B4-BE49-F238E27FC236}">
                <a16:creationId xmlns:a16="http://schemas.microsoft.com/office/drawing/2014/main" id="{895207DE-F1E5-0566-8420-2C37D955E357}"/>
              </a:ext>
            </a:extLst>
          </p:cNvPr>
          <p:cNvSpPr/>
          <p:nvPr/>
        </p:nvSpPr>
        <p:spPr>
          <a:xfrm>
            <a:off x="5394673" y="620671"/>
            <a:ext cx="1519189" cy="498405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:a16="http://schemas.microsoft.com/office/drawing/2014/main" id="{726D135F-D092-FB61-5279-12A027C38353}"/>
              </a:ext>
            </a:extLst>
          </p:cNvPr>
          <p:cNvSpPr/>
          <p:nvPr/>
        </p:nvSpPr>
        <p:spPr>
          <a:xfrm>
            <a:off x="5512774" y="686969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About to write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B69B2B7C-6D3A-B03C-97BF-C61A903E65B0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6005223" y="1045037"/>
            <a:ext cx="0" cy="523491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4AAB1394-9ABD-8D6C-F024-63A355974711}"/>
              </a:ext>
            </a:extLst>
          </p:cNvPr>
          <p:cNvCxnSpPr>
            <a:cxnSpLocks/>
          </p:cNvCxnSpPr>
          <p:nvPr/>
        </p:nvCxnSpPr>
        <p:spPr>
          <a:xfrm flipV="1">
            <a:off x="6243638" y="1108473"/>
            <a:ext cx="0" cy="1352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DE16239E-8552-259B-79F6-C00014D60FBB}"/>
              </a:ext>
            </a:extLst>
          </p:cNvPr>
          <p:cNvSpPr/>
          <p:nvPr/>
        </p:nvSpPr>
        <p:spPr>
          <a:xfrm>
            <a:off x="7391218" y="1501063"/>
            <a:ext cx="1519189" cy="498405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98276622-E47A-06E6-8E5D-9E1AEE002FDA}"/>
              </a:ext>
            </a:extLst>
          </p:cNvPr>
          <p:cNvSpPr/>
          <p:nvPr/>
        </p:nvSpPr>
        <p:spPr>
          <a:xfrm>
            <a:off x="7509319" y="1571232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stdout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49D6EF0E-7413-DA06-4CCC-4F9AD6F730A9}"/>
              </a:ext>
            </a:extLst>
          </p:cNvPr>
          <p:cNvCxnSpPr>
            <a:cxnSpLocks/>
            <a:stCxn id="88" idx="3"/>
            <a:endCxn id="160" idx="1"/>
          </p:cNvCxnSpPr>
          <p:nvPr/>
        </p:nvCxnSpPr>
        <p:spPr>
          <a:xfrm>
            <a:off x="6838950" y="1750266"/>
            <a:ext cx="6703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모서리가 둥근 직사각형 172">
            <a:extLst>
              <a:ext uri="{FF2B5EF4-FFF2-40B4-BE49-F238E27FC236}">
                <a16:creationId xmlns:a16="http://schemas.microsoft.com/office/drawing/2014/main" id="{DE88A623-4DDD-218B-EA87-006D8D027F62}"/>
              </a:ext>
            </a:extLst>
          </p:cNvPr>
          <p:cNvSpPr/>
          <p:nvPr/>
        </p:nvSpPr>
        <p:spPr>
          <a:xfrm>
            <a:off x="7391218" y="861270"/>
            <a:ext cx="1519189" cy="498405"/>
          </a:xfrm>
          <a:prstGeom prst="roundRect">
            <a:avLst>
              <a:gd name="adj" fmla="val 10985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Flush</a:t>
            </a:r>
          </a:p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B80CAEF3-A6F3-3645-D5D1-6BD808353E2E}"/>
              </a:ext>
            </a:extLst>
          </p:cNvPr>
          <p:cNvSpPr/>
          <p:nvPr/>
        </p:nvSpPr>
        <p:spPr>
          <a:xfrm>
            <a:off x="7509319" y="931439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File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BCDE7C18-7E38-A633-AE2A-F09ACDA3591D}"/>
              </a:ext>
            </a:extLst>
          </p:cNvPr>
          <p:cNvCxnSpPr>
            <a:cxnSpLocks/>
            <a:stCxn id="87" idx="3"/>
            <a:endCxn id="174" idx="1"/>
          </p:cNvCxnSpPr>
          <p:nvPr/>
        </p:nvCxnSpPr>
        <p:spPr>
          <a:xfrm flipV="1">
            <a:off x="6902403" y="1110473"/>
            <a:ext cx="606916" cy="5230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879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B6DB-1FA9-C16B-6FE5-34230202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0B02F153-1AAF-068C-4521-3D36062A2491}"/>
              </a:ext>
            </a:extLst>
          </p:cNvPr>
          <p:cNvSpPr/>
          <p:nvPr/>
        </p:nvSpPr>
        <p:spPr>
          <a:xfrm>
            <a:off x="1949317" y="275381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07C51662-3494-0EC2-3AA3-4660AF20D685}"/>
              </a:ext>
            </a:extLst>
          </p:cNvPr>
          <p:cNvSpPr/>
          <p:nvPr/>
        </p:nvSpPr>
        <p:spPr>
          <a:xfrm>
            <a:off x="1882643" y="2834240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7F31104-DE45-AA9D-FAB6-A087AEEB4388}"/>
              </a:ext>
            </a:extLst>
          </p:cNvPr>
          <p:cNvSpPr/>
          <p:nvPr/>
        </p:nvSpPr>
        <p:spPr>
          <a:xfrm>
            <a:off x="1812618" y="292293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155CC7D-6F47-F7D1-34DA-57CE0BAA9FDF}"/>
              </a:ext>
            </a:extLst>
          </p:cNvPr>
          <p:cNvSpPr/>
          <p:nvPr/>
        </p:nvSpPr>
        <p:spPr>
          <a:xfrm>
            <a:off x="1619672" y="555526"/>
            <a:ext cx="5598418" cy="4532075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33DE41D-1859-733B-6F6D-4C27F70F6C13}"/>
              </a:ext>
            </a:extLst>
          </p:cNvPr>
          <p:cNvSpPr/>
          <p:nvPr/>
        </p:nvSpPr>
        <p:spPr>
          <a:xfrm>
            <a:off x="1746423" y="659560"/>
            <a:ext cx="3545657" cy="180020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5FCED7-71CB-D208-1E6D-B524E55F1C70}"/>
              </a:ext>
            </a:extLst>
          </p:cNvPr>
          <p:cNvSpPr/>
          <p:nvPr/>
        </p:nvSpPr>
        <p:spPr>
          <a:xfrm>
            <a:off x="1746425" y="3005841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5AD132E-49A8-98AF-E91A-3E889A514CF1}"/>
              </a:ext>
            </a:extLst>
          </p:cNvPr>
          <p:cNvSpPr/>
          <p:nvPr/>
        </p:nvSpPr>
        <p:spPr>
          <a:xfrm>
            <a:off x="5404449" y="1114409"/>
            <a:ext cx="1700846" cy="1341157"/>
          </a:xfrm>
          <a:prstGeom prst="roundRect">
            <a:avLst>
              <a:gd name="adj" fmla="val 571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File 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67AC9C2-4A59-B206-2F31-C521DD50CC9D}"/>
              </a:ext>
            </a:extLst>
          </p:cNvPr>
          <p:cNvSpPr/>
          <p:nvPr/>
        </p:nvSpPr>
        <p:spPr>
          <a:xfrm>
            <a:off x="1843572" y="99426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2EE5DA1-35CA-FA76-78AB-ACD15C75B537}"/>
              </a:ext>
            </a:extLst>
          </p:cNvPr>
          <p:cNvSpPr/>
          <p:nvPr/>
        </p:nvSpPr>
        <p:spPr>
          <a:xfrm>
            <a:off x="4133776" y="1460338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74EB132-FD0A-BB5E-75D5-CDC6C03001B9}"/>
              </a:ext>
            </a:extLst>
          </p:cNvPr>
          <p:cNvSpPr/>
          <p:nvPr/>
        </p:nvSpPr>
        <p:spPr>
          <a:xfrm>
            <a:off x="4136040" y="99228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F62017A-B3FD-5393-9F6B-5D300995F252}"/>
              </a:ext>
            </a:extLst>
          </p:cNvPr>
          <p:cNvSpPr/>
          <p:nvPr/>
        </p:nvSpPr>
        <p:spPr>
          <a:xfrm>
            <a:off x="2992264" y="146231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4DFB7E0-05C9-1315-950E-0EA4E13886EF}"/>
              </a:ext>
            </a:extLst>
          </p:cNvPr>
          <p:cNvSpPr/>
          <p:nvPr/>
        </p:nvSpPr>
        <p:spPr>
          <a:xfrm>
            <a:off x="5515763" y="1408308"/>
            <a:ext cx="1500613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F89FA3E-D4E6-C30E-C7A0-4FD134F799EE}"/>
              </a:ext>
            </a:extLst>
          </p:cNvPr>
          <p:cNvSpPr/>
          <p:nvPr/>
        </p:nvSpPr>
        <p:spPr>
          <a:xfrm>
            <a:off x="5603327" y="1931850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07CF506-9589-6046-5120-46666BF76C6E}"/>
              </a:ext>
            </a:extLst>
          </p:cNvPr>
          <p:cNvSpPr/>
          <p:nvPr/>
        </p:nvSpPr>
        <p:spPr>
          <a:xfrm>
            <a:off x="1846734" y="2002494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C4090B8-049A-9622-AD65-F4A4A5FE107F}"/>
              </a:ext>
            </a:extLst>
          </p:cNvPr>
          <p:cNvSpPr/>
          <p:nvPr/>
        </p:nvSpPr>
        <p:spPr>
          <a:xfrm>
            <a:off x="1846734" y="3113853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DA7F0E3-9766-878D-2E3B-9B2A1F5D94FA}"/>
              </a:ext>
            </a:extLst>
          </p:cNvPr>
          <p:cNvSpPr/>
          <p:nvPr/>
        </p:nvSpPr>
        <p:spPr>
          <a:xfrm>
            <a:off x="1945947" y="3779994"/>
            <a:ext cx="83516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F8E3C7A3-E8F0-A898-0448-4AF861759D54}"/>
              </a:ext>
            </a:extLst>
          </p:cNvPr>
          <p:cNvSpPr/>
          <p:nvPr/>
        </p:nvSpPr>
        <p:spPr>
          <a:xfrm>
            <a:off x="3670924" y="3113853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E48550E4-0D4B-520F-DEAB-F5DBAE36677A}"/>
              </a:ext>
            </a:extLst>
          </p:cNvPr>
          <p:cNvSpPr/>
          <p:nvPr/>
        </p:nvSpPr>
        <p:spPr>
          <a:xfrm>
            <a:off x="3670924" y="2002494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2DFCD4F-ED9C-2E3E-C442-F86836F80F30}"/>
              </a:ext>
            </a:extLst>
          </p:cNvPr>
          <p:cNvSpPr/>
          <p:nvPr/>
        </p:nvSpPr>
        <p:spPr>
          <a:xfrm>
            <a:off x="1843573" y="3653913"/>
            <a:ext cx="4964487" cy="835728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B3F0EF40-FA76-939E-4DF7-E2ED3ABBBFA0}"/>
              </a:ext>
            </a:extLst>
          </p:cNvPr>
          <p:cNvSpPr/>
          <p:nvPr/>
        </p:nvSpPr>
        <p:spPr>
          <a:xfrm>
            <a:off x="217372" y="416170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237398E-C0E4-0E3D-555C-C721F1255FBF}"/>
              </a:ext>
            </a:extLst>
          </p:cNvPr>
          <p:cNvSpPr/>
          <p:nvPr/>
        </p:nvSpPr>
        <p:spPr>
          <a:xfrm>
            <a:off x="7411036" y="3827111"/>
            <a:ext cx="1209354" cy="353254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F9A8C8FC-18BC-4084-FB60-DF5BEEC96F2A}"/>
              </a:ext>
            </a:extLst>
          </p:cNvPr>
          <p:cNvSpPr/>
          <p:nvPr/>
        </p:nvSpPr>
        <p:spPr>
          <a:xfrm>
            <a:off x="217372" y="350338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7A3E3EAD-CCCB-4B6A-1C6A-EB5C8E658B71}"/>
              </a:ext>
            </a:extLst>
          </p:cNvPr>
          <p:cNvSpPr/>
          <p:nvPr/>
        </p:nvSpPr>
        <p:spPr>
          <a:xfrm>
            <a:off x="3058778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69EF7402-AB11-2015-B85C-E93EEB3CF134}"/>
              </a:ext>
            </a:extLst>
          </p:cNvPr>
          <p:cNvSpPr/>
          <p:nvPr/>
        </p:nvSpPr>
        <p:spPr>
          <a:xfrm>
            <a:off x="4373797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E311A867-C04D-46FC-40FA-BA268D5E47B8}"/>
              </a:ext>
            </a:extLst>
          </p:cNvPr>
          <p:cNvSpPr/>
          <p:nvPr/>
        </p:nvSpPr>
        <p:spPr>
          <a:xfrm>
            <a:off x="5685532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4AD82D7-ED38-BBA7-D1AE-467FC07679FE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3960014"/>
            <a:ext cx="519221" cy="3817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72BBE60-3586-3D6A-BE26-33E21FA377BD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396001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BEB9D02-4C83-6567-A5CD-75B4B4E6FBAD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396001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929AADD-1218-1B5B-111E-391F307EEC85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3960014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969FD3D-66C7-539A-1C5B-C53535C46A92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3960014"/>
            <a:ext cx="688153" cy="437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CAF6E57-167C-28ED-A8F9-D044E28E62D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683408"/>
            <a:ext cx="322504" cy="955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4C145CF-B3CB-79DD-822D-728BCFF4BF58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905941"/>
            <a:ext cx="508633" cy="97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77F52A5-9DD9-E661-2A5C-095FB63ACF67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823033"/>
            <a:ext cx="442440" cy="1807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3FEA1D7-5928-F7CA-32C4-2AF6F670DB40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734340"/>
            <a:ext cx="372415" cy="2693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143599F-7AA0-C186-6869-3A05AB436F18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362534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B980FD7-B70C-BFA3-079A-AE2B15F98717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78012" cy="6480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BC3D113A-B155-1CA9-1954-F0C82EE5CD2D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153277" cy="562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85FE602-E2F1-42FD-8D57-BB04638B2459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192947" cy="471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2CE66241-CE89-EC97-B37C-E911D6FEB15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72154" y="2182514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2E78516-190E-F391-45E6-8D4DFA68139A}"/>
              </a:ext>
            </a:extLst>
          </p:cNvPr>
          <p:cNvSpPr txBox="1"/>
          <p:nvPr/>
        </p:nvSpPr>
        <p:spPr>
          <a:xfrm>
            <a:off x="2117532" y="2492810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post()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731FB32D-472E-AC89-EF25-B9FD61CECBF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2154" y="3293873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3F33EF11-038E-355C-5078-E800ED24D97E}"/>
              </a:ext>
            </a:extLst>
          </p:cNvPr>
          <p:cNvSpPr txBox="1"/>
          <p:nvPr/>
        </p:nvSpPr>
        <p:spPr>
          <a:xfrm>
            <a:off x="172154" y="1941024"/>
            <a:ext cx="1503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EB8B926-00D4-5776-7DF5-CCDB4D9DFC7B}"/>
              </a:ext>
            </a:extLst>
          </p:cNvPr>
          <p:cNvSpPr txBox="1"/>
          <p:nvPr/>
        </p:nvSpPr>
        <p:spPr>
          <a:xfrm>
            <a:off x="172154" y="3058990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A7999B36-58E7-E470-93BD-68D3C5F7F6B8}"/>
              </a:ext>
            </a:extLst>
          </p:cNvPr>
          <p:cNvSpPr/>
          <p:nvPr/>
        </p:nvSpPr>
        <p:spPr>
          <a:xfrm>
            <a:off x="217372" y="994261"/>
            <a:ext cx="1209354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9FDE75D-DB04-64CB-9833-77C55E64B42B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17428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FCA036D3-636D-30A9-7591-B2D563C1E41C}"/>
              </a:ext>
            </a:extLst>
          </p:cNvPr>
          <p:cNvSpPr/>
          <p:nvPr/>
        </p:nvSpPr>
        <p:spPr>
          <a:xfrm>
            <a:off x="1843572" y="146231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2D11080F-773B-5212-C722-391036E4CA22}"/>
              </a:ext>
            </a:extLst>
          </p:cNvPr>
          <p:cNvSpPr/>
          <p:nvPr/>
        </p:nvSpPr>
        <p:spPr>
          <a:xfrm>
            <a:off x="217372" y="1462314"/>
            <a:ext cx="1209354" cy="360040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743D517-BE46-67FB-08B6-CC4786F4B215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642334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4939BCA6-902C-5F26-ECF2-D35602C61196}"/>
              </a:ext>
            </a:extLst>
          </p:cNvPr>
          <p:cNvSpPr/>
          <p:nvPr/>
        </p:nvSpPr>
        <p:spPr>
          <a:xfrm>
            <a:off x="2992263" y="999141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F0C46900-7BD3-A8FD-3488-79EB8B85FDDB}"/>
              </a:ext>
            </a:extLst>
          </p:cNvPr>
          <p:cNvSpPr/>
          <p:nvPr/>
        </p:nvSpPr>
        <p:spPr>
          <a:xfrm>
            <a:off x="2992263" y="81452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D6077E30-694F-D1CC-62BF-57233D5C3907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354302"/>
            <a:ext cx="0" cy="1080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FDF09698-7D97-0DDB-053F-C587C99A852E}"/>
              </a:ext>
            </a:extLst>
          </p:cNvPr>
          <p:cNvSpPr/>
          <p:nvPr/>
        </p:nvSpPr>
        <p:spPr>
          <a:xfrm>
            <a:off x="5497187" y="1865552"/>
            <a:ext cx="1519189" cy="498405"/>
          </a:xfrm>
          <a:prstGeom prst="roundRect">
            <a:avLst>
              <a:gd name="adj" fmla="val 1098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B97F1050-3332-2536-D037-CC0AE7ECCF68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095776" y="2289918"/>
            <a:ext cx="0" cy="7159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6EA3F8F5-C7DD-FE7E-1F58-99792929860D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60400" cy="6330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0D23C2AC-CB6F-94FA-A9B8-C23140F44FBD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114935" cy="540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1EEB8870-86BF-77C2-A040-8FB3618A0475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170293" cy="4631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C0C486EE-156C-831C-6B7E-001C7C9B1591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6095776" y="1766376"/>
            <a:ext cx="170294" cy="1654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09D21B35-DE2E-44B1-82AB-5F67BF6E3F27}"/>
              </a:ext>
            </a:extLst>
          </p:cNvPr>
          <p:cNvCxnSpPr>
            <a:cxnSpLocks/>
            <a:stCxn id="151" idx="0"/>
            <a:endCxn id="152" idx="2"/>
          </p:cNvCxnSpPr>
          <p:nvPr/>
        </p:nvCxnSpPr>
        <p:spPr>
          <a:xfrm flipH="1" flipV="1">
            <a:off x="3510424" y="441493"/>
            <a:ext cx="1" cy="5576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0C0E2254-3EA5-CC74-74AB-3C65E7B60337}"/>
              </a:ext>
            </a:extLst>
          </p:cNvPr>
          <p:cNvSpPr/>
          <p:nvPr/>
        </p:nvSpPr>
        <p:spPr>
          <a:xfrm>
            <a:off x="4133777" y="81452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SystemD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AE974619-6ADC-957D-4133-3323B1F42F75}"/>
              </a:ext>
            </a:extLst>
          </p:cNvPr>
          <p:cNvCxnSpPr>
            <a:cxnSpLocks/>
            <a:stCxn id="188" idx="2"/>
            <a:endCxn id="8" idx="0"/>
          </p:cNvCxnSpPr>
          <p:nvPr/>
        </p:nvCxnSpPr>
        <p:spPr>
          <a:xfrm>
            <a:off x="4651938" y="441493"/>
            <a:ext cx="2264" cy="550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모서리가 둥근 직사각형 196">
            <a:extLst>
              <a:ext uri="{FF2B5EF4-FFF2-40B4-BE49-F238E27FC236}">
                <a16:creationId xmlns:a16="http://schemas.microsoft.com/office/drawing/2014/main" id="{AEED5BE7-A25B-F729-8FA3-FE4B24561609}"/>
              </a:ext>
            </a:extLst>
          </p:cNvPr>
          <p:cNvSpPr/>
          <p:nvPr/>
        </p:nvSpPr>
        <p:spPr>
          <a:xfrm>
            <a:off x="7411036" y="1410715"/>
            <a:ext cx="1209354" cy="353254"/>
          </a:xfrm>
          <a:prstGeom prst="roundRect">
            <a:avLst>
              <a:gd name="adj" fmla="val 188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F3634929-880C-4CAD-8E4A-D71E0E5C510F}"/>
              </a:ext>
            </a:extLst>
          </p:cNvPr>
          <p:cNvCxnSpPr>
            <a:cxnSpLocks/>
            <a:stCxn id="14" idx="3"/>
            <a:endCxn id="197" idx="1"/>
          </p:cNvCxnSpPr>
          <p:nvPr/>
        </p:nvCxnSpPr>
        <p:spPr>
          <a:xfrm>
            <a:off x="7016376" y="1587342"/>
            <a:ext cx="3946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A26D0543-A272-8AD1-B072-9C213AE00AFE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420535" y="2362534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66F0EADB-0757-55E0-5B4A-3791654510E7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78011" cy="65017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D277FA6D-4301-46C6-7776-86E9E4BBC271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143811" cy="5628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1E609D6B-B6B6-9BD5-E6C3-B0C451EB41CC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192946" cy="47170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334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88FC-3D82-B281-6FAD-24EA8AC5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ACFB7E99-AD9E-DFB4-59F7-850BD726BBF3}"/>
              </a:ext>
            </a:extLst>
          </p:cNvPr>
          <p:cNvSpPr/>
          <p:nvPr/>
        </p:nvSpPr>
        <p:spPr>
          <a:xfrm>
            <a:off x="1949317" y="275381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CBA82B25-D8E1-5483-75DC-31679F68F316}"/>
              </a:ext>
            </a:extLst>
          </p:cNvPr>
          <p:cNvSpPr/>
          <p:nvPr/>
        </p:nvSpPr>
        <p:spPr>
          <a:xfrm>
            <a:off x="1882643" y="2834240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CD07FC50-3560-B764-95C2-B81FE322D138}"/>
              </a:ext>
            </a:extLst>
          </p:cNvPr>
          <p:cNvSpPr/>
          <p:nvPr/>
        </p:nvSpPr>
        <p:spPr>
          <a:xfrm>
            <a:off x="1812618" y="292293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57557E6F-1FD3-24ED-109F-663A47139834}"/>
              </a:ext>
            </a:extLst>
          </p:cNvPr>
          <p:cNvSpPr/>
          <p:nvPr/>
        </p:nvSpPr>
        <p:spPr>
          <a:xfrm>
            <a:off x="1619672" y="555526"/>
            <a:ext cx="5598418" cy="4532075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FF60DC0-3AC0-7C1F-95A5-1332D22BC7EB}"/>
              </a:ext>
            </a:extLst>
          </p:cNvPr>
          <p:cNvSpPr/>
          <p:nvPr/>
        </p:nvSpPr>
        <p:spPr>
          <a:xfrm>
            <a:off x="1746423" y="659560"/>
            <a:ext cx="3545657" cy="180020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BF3EA44-3593-59C6-8440-85860180ACFF}"/>
              </a:ext>
            </a:extLst>
          </p:cNvPr>
          <p:cNvSpPr/>
          <p:nvPr/>
        </p:nvSpPr>
        <p:spPr>
          <a:xfrm>
            <a:off x="1746425" y="3005841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14FBE75-378E-DE50-8943-880930918011}"/>
              </a:ext>
            </a:extLst>
          </p:cNvPr>
          <p:cNvSpPr/>
          <p:nvPr/>
        </p:nvSpPr>
        <p:spPr>
          <a:xfrm>
            <a:off x="5404449" y="1114409"/>
            <a:ext cx="1700846" cy="1341157"/>
          </a:xfrm>
          <a:prstGeom prst="roundRect">
            <a:avLst>
              <a:gd name="adj" fmla="val 571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File 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9BC2658-64D2-E1B6-EFB8-A67CB7B5FE56}"/>
              </a:ext>
            </a:extLst>
          </p:cNvPr>
          <p:cNvSpPr/>
          <p:nvPr/>
        </p:nvSpPr>
        <p:spPr>
          <a:xfrm>
            <a:off x="1843572" y="99426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7517840-8B67-F48F-F943-C50BB84AE021}"/>
              </a:ext>
            </a:extLst>
          </p:cNvPr>
          <p:cNvSpPr/>
          <p:nvPr/>
        </p:nvSpPr>
        <p:spPr>
          <a:xfrm>
            <a:off x="4133776" y="1460338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E2DD57D-57AB-C227-6D7B-B59867F78124}"/>
              </a:ext>
            </a:extLst>
          </p:cNvPr>
          <p:cNvSpPr/>
          <p:nvPr/>
        </p:nvSpPr>
        <p:spPr>
          <a:xfrm>
            <a:off x="4136040" y="99228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08C3F47-156D-6607-0CA7-A56111B223BB}"/>
              </a:ext>
            </a:extLst>
          </p:cNvPr>
          <p:cNvSpPr/>
          <p:nvPr/>
        </p:nvSpPr>
        <p:spPr>
          <a:xfrm>
            <a:off x="2992264" y="146231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8D4D331-15C1-51BF-B004-3CA29FBEC4DB}"/>
              </a:ext>
            </a:extLst>
          </p:cNvPr>
          <p:cNvSpPr/>
          <p:nvPr/>
        </p:nvSpPr>
        <p:spPr>
          <a:xfrm>
            <a:off x="5515763" y="1408308"/>
            <a:ext cx="1500613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1025589-0C04-32AA-EB09-5CFD8ECA1102}"/>
              </a:ext>
            </a:extLst>
          </p:cNvPr>
          <p:cNvSpPr/>
          <p:nvPr/>
        </p:nvSpPr>
        <p:spPr>
          <a:xfrm>
            <a:off x="5603327" y="1931850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E4C00E8-0D28-361B-57C0-5BD1F10DE19F}"/>
              </a:ext>
            </a:extLst>
          </p:cNvPr>
          <p:cNvSpPr/>
          <p:nvPr/>
        </p:nvSpPr>
        <p:spPr>
          <a:xfrm>
            <a:off x="1846734" y="2002494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85F6742-8F29-D3F4-DF26-648B8EB972DF}"/>
              </a:ext>
            </a:extLst>
          </p:cNvPr>
          <p:cNvSpPr/>
          <p:nvPr/>
        </p:nvSpPr>
        <p:spPr>
          <a:xfrm>
            <a:off x="1846734" y="3113853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5501759-D545-9478-5A00-2B9897A96921}"/>
              </a:ext>
            </a:extLst>
          </p:cNvPr>
          <p:cNvSpPr/>
          <p:nvPr/>
        </p:nvSpPr>
        <p:spPr>
          <a:xfrm>
            <a:off x="1945947" y="3779994"/>
            <a:ext cx="83516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480B4AB6-E353-FDB8-12DA-253BE4402CA7}"/>
              </a:ext>
            </a:extLst>
          </p:cNvPr>
          <p:cNvSpPr/>
          <p:nvPr/>
        </p:nvSpPr>
        <p:spPr>
          <a:xfrm>
            <a:off x="3670924" y="3113853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022FDB4-9353-9959-344D-A1B86C6F6391}"/>
              </a:ext>
            </a:extLst>
          </p:cNvPr>
          <p:cNvSpPr/>
          <p:nvPr/>
        </p:nvSpPr>
        <p:spPr>
          <a:xfrm>
            <a:off x="3670924" y="2002494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A4BC9A45-889C-EF62-B1B3-AD558BDEC513}"/>
              </a:ext>
            </a:extLst>
          </p:cNvPr>
          <p:cNvSpPr/>
          <p:nvPr/>
        </p:nvSpPr>
        <p:spPr>
          <a:xfrm>
            <a:off x="1843573" y="3653913"/>
            <a:ext cx="4964487" cy="835728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3731AB26-D666-5BEC-0ABE-885CE2A5EE00}"/>
              </a:ext>
            </a:extLst>
          </p:cNvPr>
          <p:cNvSpPr/>
          <p:nvPr/>
        </p:nvSpPr>
        <p:spPr>
          <a:xfrm>
            <a:off x="217372" y="416170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99FA68C3-E6B8-7048-3D59-9BF43A0D7503}"/>
              </a:ext>
            </a:extLst>
          </p:cNvPr>
          <p:cNvSpPr/>
          <p:nvPr/>
        </p:nvSpPr>
        <p:spPr>
          <a:xfrm>
            <a:off x="7411036" y="3827111"/>
            <a:ext cx="1209354" cy="353254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B989C8B-BDC7-363E-440E-50F490ECC571}"/>
              </a:ext>
            </a:extLst>
          </p:cNvPr>
          <p:cNvSpPr/>
          <p:nvPr/>
        </p:nvSpPr>
        <p:spPr>
          <a:xfrm>
            <a:off x="217372" y="350338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09524061-85D5-3247-6536-D36697CDF050}"/>
              </a:ext>
            </a:extLst>
          </p:cNvPr>
          <p:cNvSpPr/>
          <p:nvPr/>
        </p:nvSpPr>
        <p:spPr>
          <a:xfrm>
            <a:off x="3058778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EEDAC9E1-1594-78D9-0E7E-3134E741C3A3}"/>
              </a:ext>
            </a:extLst>
          </p:cNvPr>
          <p:cNvSpPr/>
          <p:nvPr/>
        </p:nvSpPr>
        <p:spPr>
          <a:xfrm>
            <a:off x="4373797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C532D9B0-85D3-1D97-4B35-BB769632E503}"/>
              </a:ext>
            </a:extLst>
          </p:cNvPr>
          <p:cNvSpPr/>
          <p:nvPr/>
        </p:nvSpPr>
        <p:spPr>
          <a:xfrm>
            <a:off x="5685532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FA75A0E-69CE-A039-03B5-CD33050F5BA4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3960014"/>
            <a:ext cx="519221" cy="3817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D3746B1-FFA9-D8CB-996E-F1FD4C43F0C2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396001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02CEDE0-99DE-B88A-2FEB-A7CCEAD01176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396001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D4140C4-23F9-316B-492A-1C6D06FEA04B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3960014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6B060B7-DA93-C8C4-C263-5217F5DD7F8F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3960014"/>
            <a:ext cx="688153" cy="437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62512B0-625E-A906-E539-DCA3ED0BB335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683408"/>
            <a:ext cx="322504" cy="955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F7FECBA1-4F2D-A2E6-C063-1DE15AA2400F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905941"/>
            <a:ext cx="508633" cy="97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3E8961B6-2592-D35D-136A-75554B8A02DF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823033"/>
            <a:ext cx="442440" cy="1807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6D26BBA-5B32-7842-D0BB-7178C9CAC4CC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734340"/>
            <a:ext cx="372415" cy="2693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7B9A1FC2-CD3D-3873-F3D5-88A0519B3AF2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362534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9492567-63BD-C942-8EB1-23C906099670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78012" cy="6480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5F78FB5-8A11-5BC0-8784-8FD384C06476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153277" cy="562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32869EF-123A-34A2-1726-B20A3DEB0695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192947" cy="471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2459D8D6-4045-BD2F-2746-16F1FB7F237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72154" y="2182514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4060280-FD37-2E68-6768-6AA63FCB2A26}"/>
              </a:ext>
            </a:extLst>
          </p:cNvPr>
          <p:cNvSpPr txBox="1"/>
          <p:nvPr/>
        </p:nvSpPr>
        <p:spPr>
          <a:xfrm>
            <a:off x="2117532" y="2492810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post()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11639D1E-C378-7D89-4387-AF8CD41674E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2154" y="3293873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4E7F6D16-13D6-1865-EBBF-965932F08DC0}"/>
              </a:ext>
            </a:extLst>
          </p:cNvPr>
          <p:cNvSpPr txBox="1"/>
          <p:nvPr/>
        </p:nvSpPr>
        <p:spPr>
          <a:xfrm>
            <a:off x="172154" y="1941024"/>
            <a:ext cx="1503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DD7759D-BAA1-237F-D20A-AFCCD60D7EC9}"/>
              </a:ext>
            </a:extLst>
          </p:cNvPr>
          <p:cNvSpPr txBox="1"/>
          <p:nvPr/>
        </p:nvSpPr>
        <p:spPr>
          <a:xfrm>
            <a:off x="172154" y="3058990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8A725722-B5F9-8FEB-C042-691858AB7A91}"/>
              </a:ext>
            </a:extLst>
          </p:cNvPr>
          <p:cNvSpPr/>
          <p:nvPr/>
        </p:nvSpPr>
        <p:spPr>
          <a:xfrm>
            <a:off x="217372" y="994261"/>
            <a:ext cx="1209354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59FF1757-3CCD-602E-733B-D630ACD9AFFB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17428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D0E7D5CF-34B8-F630-D5F0-B2F0A9AC84F0}"/>
              </a:ext>
            </a:extLst>
          </p:cNvPr>
          <p:cNvSpPr/>
          <p:nvPr/>
        </p:nvSpPr>
        <p:spPr>
          <a:xfrm>
            <a:off x="1843572" y="146231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B3E75248-BC89-ECBF-AB32-6CE958955F1A}"/>
              </a:ext>
            </a:extLst>
          </p:cNvPr>
          <p:cNvSpPr/>
          <p:nvPr/>
        </p:nvSpPr>
        <p:spPr>
          <a:xfrm>
            <a:off x="217372" y="1462314"/>
            <a:ext cx="1209354" cy="360040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C4762B9D-4A0D-DC86-F8F9-5F1A05262C34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642334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009FB39C-F15A-BB24-12AE-9DF95A3369F0}"/>
              </a:ext>
            </a:extLst>
          </p:cNvPr>
          <p:cNvSpPr/>
          <p:nvPr/>
        </p:nvSpPr>
        <p:spPr>
          <a:xfrm>
            <a:off x="2992263" y="999141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63DBDB69-5D47-B55F-1906-733FC4666FF8}"/>
              </a:ext>
            </a:extLst>
          </p:cNvPr>
          <p:cNvSpPr/>
          <p:nvPr/>
        </p:nvSpPr>
        <p:spPr>
          <a:xfrm>
            <a:off x="2992263" y="81452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436D51A3-0B0A-152A-FA1C-EAC4F2A564B2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354302"/>
            <a:ext cx="0" cy="1080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4B116040-822B-8E43-D529-03F3086085CC}"/>
              </a:ext>
            </a:extLst>
          </p:cNvPr>
          <p:cNvSpPr/>
          <p:nvPr/>
        </p:nvSpPr>
        <p:spPr>
          <a:xfrm>
            <a:off x="5497187" y="1865552"/>
            <a:ext cx="1519189" cy="498405"/>
          </a:xfrm>
          <a:prstGeom prst="roundRect">
            <a:avLst>
              <a:gd name="adj" fmla="val 1098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E66027BB-929A-00F4-AC90-7DEA0092B34A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095776" y="2289918"/>
            <a:ext cx="0" cy="7159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3DE7C2F9-0C03-15D2-5A9B-FA41D97D8B57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60400" cy="6330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25FC21A9-BF55-3372-0236-76B93DE28A05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114935" cy="540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8AC2F435-77B5-D822-F9D9-8E8A554348C8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170293" cy="4631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3CCC1849-3213-4C50-8AA9-679F45272E3C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6095776" y="1766376"/>
            <a:ext cx="170294" cy="1654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1BE8F22E-6B02-8A33-2CC9-CF176EFC6B41}"/>
              </a:ext>
            </a:extLst>
          </p:cNvPr>
          <p:cNvCxnSpPr>
            <a:cxnSpLocks/>
            <a:stCxn id="151" idx="0"/>
            <a:endCxn id="152" idx="2"/>
          </p:cNvCxnSpPr>
          <p:nvPr/>
        </p:nvCxnSpPr>
        <p:spPr>
          <a:xfrm flipH="1" flipV="1">
            <a:off x="3510424" y="441493"/>
            <a:ext cx="1" cy="5576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33583E63-3A7E-972B-8F78-2B5EB5F91148}"/>
              </a:ext>
            </a:extLst>
          </p:cNvPr>
          <p:cNvSpPr/>
          <p:nvPr/>
        </p:nvSpPr>
        <p:spPr>
          <a:xfrm>
            <a:off x="4133777" y="81452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SystemD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C8C169E7-BA01-4CD2-6D60-F684D8837F74}"/>
              </a:ext>
            </a:extLst>
          </p:cNvPr>
          <p:cNvCxnSpPr>
            <a:cxnSpLocks/>
            <a:stCxn id="188" idx="2"/>
            <a:endCxn id="8" idx="0"/>
          </p:cNvCxnSpPr>
          <p:nvPr/>
        </p:nvCxnSpPr>
        <p:spPr>
          <a:xfrm>
            <a:off x="4651938" y="441493"/>
            <a:ext cx="2264" cy="550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모서리가 둥근 직사각형 196">
            <a:extLst>
              <a:ext uri="{FF2B5EF4-FFF2-40B4-BE49-F238E27FC236}">
                <a16:creationId xmlns:a16="http://schemas.microsoft.com/office/drawing/2014/main" id="{780F42CF-BF13-19A9-0E0B-569585FBA10B}"/>
              </a:ext>
            </a:extLst>
          </p:cNvPr>
          <p:cNvSpPr/>
          <p:nvPr/>
        </p:nvSpPr>
        <p:spPr>
          <a:xfrm>
            <a:off x="7411036" y="1410715"/>
            <a:ext cx="1209354" cy="353254"/>
          </a:xfrm>
          <a:prstGeom prst="roundRect">
            <a:avLst>
              <a:gd name="adj" fmla="val 188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EFFBB875-0166-29BA-08CA-9E2E1BEBBC17}"/>
              </a:ext>
            </a:extLst>
          </p:cNvPr>
          <p:cNvCxnSpPr>
            <a:cxnSpLocks/>
            <a:stCxn id="14" idx="3"/>
            <a:endCxn id="197" idx="1"/>
          </p:cNvCxnSpPr>
          <p:nvPr/>
        </p:nvCxnSpPr>
        <p:spPr>
          <a:xfrm>
            <a:off x="7016376" y="1587342"/>
            <a:ext cx="3946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E4F920DC-B5AD-D8B0-7060-8C44D188B162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420535" y="2362534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9FAE9AA4-2D02-B24D-9CF2-96B73987C3AF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78011" cy="65017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C6DB3324-6903-16E3-9652-BC2CB8FCFEFC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143811" cy="5628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0F5EB69-C460-5C45-ECF3-37B2399F6589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192946" cy="47170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57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2F058-0A4D-BFAB-6CA2-98B877F5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35656CE8-396A-86FA-67B5-A764A8499B8A}"/>
              </a:ext>
            </a:extLst>
          </p:cNvPr>
          <p:cNvSpPr/>
          <p:nvPr/>
        </p:nvSpPr>
        <p:spPr>
          <a:xfrm>
            <a:off x="1949317" y="275381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CCC0BC0E-0C5E-F6F3-FA88-294A5C35D2C5}"/>
              </a:ext>
            </a:extLst>
          </p:cNvPr>
          <p:cNvSpPr/>
          <p:nvPr/>
        </p:nvSpPr>
        <p:spPr>
          <a:xfrm>
            <a:off x="1882643" y="2834240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7D80ACBD-81F1-00B3-150D-0504FDC26891}"/>
              </a:ext>
            </a:extLst>
          </p:cNvPr>
          <p:cNvSpPr/>
          <p:nvPr/>
        </p:nvSpPr>
        <p:spPr>
          <a:xfrm>
            <a:off x="1812618" y="292293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5569FBD2-A899-3200-F224-7A8DB7F97478}"/>
              </a:ext>
            </a:extLst>
          </p:cNvPr>
          <p:cNvSpPr/>
          <p:nvPr/>
        </p:nvSpPr>
        <p:spPr>
          <a:xfrm>
            <a:off x="1619672" y="555526"/>
            <a:ext cx="5598418" cy="4532075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A0D7524-8B03-69EF-0E09-0FA04F095BB5}"/>
              </a:ext>
            </a:extLst>
          </p:cNvPr>
          <p:cNvSpPr/>
          <p:nvPr/>
        </p:nvSpPr>
        <p:spPr>
          <a:xfrm>
            <a:off x="1746423" y="659560"/>
            <a:ext cx="3545657" cy="180020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B5AAC16-B959-12B1-5CA8-2D4E7E3D4F40}"/>
              </a:ext>
            </a:extLst>
          </p:cNvPr>
          <p:cNvSpPr/>
          <p:nvPr/>
        </p:nvSpPr>
        <p:spPr>
          <a:xfrm>
            <a:off x="1746425" y="3005841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746FD2E-E680-3313-214E-7BC06BB0BD80}"/>
              </a:ext>
            </a:extLst>
          </p:cNvPr>
          <p:cNvSpPr/>
          <p:nvPr/>
        </p:nvSpPr>
        <p:spPr>
          <a:xfrm>
            <a:off x="5404449" y="1114409"/>
            <a:ext cx="1700846" cy="1341157"/>
          </a:xfrm>
          <a:prstGeom prst="roundRect">
            <a:avLst>
              <a:gd name="adj" fmla="val 571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File 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028518B-D264-E55D-F57C-29EDC642C916}"/>
              </a:ext>
            </a:extLst>
          </p:cNvPr>
          <p:cNvSpPr/>
          <p:nvPr/>
        </p:nvSpPr>
        <p:spPr>
          <a:xfrm>
            <a:off x="1843572" y="99426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5A53F18-347A-A353-2BDC-D6594DEC8AC7}"/>
              </a:ext>
            </a:extLst>
          </p:cNvPr>
          <p:cNvSpPr/>
          <p:nvPr/>
        </p:nvSpPr>
        <p:spPr>
          <a:xfrm>
            <a:off x="4133776" y="1460338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572003B-53E7-BA97-5138-5A81D2B24B23}"/>
              </a:ext>
            </a:extLst>
          </p:cNvPr>
          <p:cNvSpPr/>
          <p:nvPr/>
        </p:nvSpPr>
        <p:spPr>
          <a:xfrm>
            <a:off x="4136040" y="99228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18F2119-85E2-F945-EC17-34678F5800C3}"/>
              </a:ext>
            </a:extLst>
          </p:cNvPr>
          <p:cNvSpPr/>
          <p:nvPr/>
        </p:nvSpPr>
        <p:spPr>
          <a:xfrm>
            <a:off x="2992264" y="146231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EFD27FE-C28E-8E93-DFDD-5A0139A71981}"/>
              </a:ext>
            </a:extLst>
          </p:cNvPr>
          <p:cNvSpPr/>
          <p:nvPr/>
        </p:nvSpPr>
        <p:spPr>
          <a:xfrm>
            <a:off x="5515763" y="1408308"/>
            <a:ext cx="1500613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F421B656-935D-1633-8948-A380499B8EE4}"/>
              </a:ext>
            </a:extLst>
          </p:cNvPr>
          <p:cNvSpPr/>
          <p:nvPr/>
        </p:nvSpPr>
        <p:spPr>
          <a:xfrm>
            <a:off x="5603327" y="1931850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12DADBA-250C-BC74-761C-4026DA46DE2E}"/>
              </a:ext>
            </a:extLst>
          </p:cNvPr>
          <p:cNvSpPr/>
          <p:nvPr/>
        </p:nvSpPr>
        <p:spPr>
          <a:xfrm>
            <a:off x="1846734" y="2002494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92E3FA5-259C-6425-91E5-17DB28036953}"/>
              </a:ext>
            </a:extLst>
          </p:cNvPr>
          <p:cNvSpPr/>
          <p:nvPr/>
        </p:nvSpPr>
        <p:spPr>
          <a:xfrm>
            <a:off x="1846734" y="3113853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89522AD-2561-3C25-BF21-2B14E7A0628F}"/>
              </a:ext>
            </a:extLst>
          </p:cNvPr>
          <p:cNvSpPr/>
          <p:nvPr/>
        </p:nvSpPr>
        <p:spPr>
          <a:xfrm>
            <a:off x="1945947" y="3779994"/>
            <a:ext cx="83516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DD3BF8D-C944-EACC-46E8-6C49788FE980}"/>
              </a:ext>
            </a:extLst>
          </p:cNvPr>
          <p:cNvSpPr/>
          <p:nvPr/>
        </p:nvSpPr>
        <p:spPr>
          <a:xfrm>
            <a:off x="3670924" y="3113853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0FD538C3-0B36-6DAF-FFFF-E627193D2F21}"/>
              </a:ext>
            </a:extLst>
          </p:cNvPr>
          <p:cNvSpPr/>
          <p:nvPr/>
        </p:nvSpPr>
        <p:spPr>
          <a:xfrm>
            <a:off x="3670924" y="2002494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BAABA78-29CB-8863-8958-697148CE783F}"/>
              </a:ext>
            </a:extLst>
          </p:cNvPr>
          <p:cNvSpPr/>
          <p:nvPr/>
        </p:nvSpPr>
        <p:spPr>
          <a:xfrm>
            <a:off x="1843573" y="3653913"/>
            <a:ext cx="4964487" cy="835728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B093753-44DE-C01F-773B-4F6EB1FEDD3B}"/>
              </a:ext>
            </a:extLst>
          </p:cNvPr>
          <p:cNvSpPr/>
          <p:nvPr/>
        </p:nvSpPr>
        <p:spPr>
          <a:xfrm>
            <a:off x="217372" y="416170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44A78F9-6E28-375D-932A-137635B4411C}"/>
              </a:ext>
            </a:extLst>
          </p:cNvPr>
          <p:cNvSpPr/>
          <p:nvPr/>
        </p:nvSpPr>
        <p:spPr>
          <a:xfrm>
            <a:off x="7411036" y="3827111"/>
            <a:ext cx="1209354" cy="353254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DF5B2E6F-961D-DAFD-DB30-AF3D41DB43FD}"/>
              </a:ext>
            </a:extLst>
          </p:cNvPr>
          <p:cNvSpPr/>
          <p:nvPr/>
        </p:nvSpPr>
        <p:spPr>
          <a:xfrm>
            <a:off x="217372" y="350338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1F26F3FF-46E7-BADC-3CFA-35244D0E1E3C}"/>
              </a:ext>
            </a:extLst>
          </p:cNvPr>
          <p:cNvSpPr/>
          <p:nvPr/>
        </p:nvSpPr>
        <p:spPr>
          <a:xfrm>
            <a:off x="3058778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FFB1FF71-AD62-89E8-FA0B-579C6504FF3E}"/>
              </a:ext>
            </a:extLst>
          </p:cNvPr>
          <p:cNvSpPr/>
          <p:nvPr/>
        </p:nvSpPr>
        <p:spPr>
          <a:xfrm>
            <a:off x="4373797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2B8EEBD9-145F-1AD8-C1FF-73409C46B718}"/>
              </a:ext>
            </a:extLst>
          </p:cNvPr>
          <p:cNvSpPr/>
          <p:nvPr/>
        </p:nvSpPr>
        <p:spPr>
          <a:xfrm>
            <a:off x="5685532" y="377999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B355360-2AB6-78BB-BD53-18C449F9328A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3960014"/>
            <a:ext cx="519221" cy="3817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28AD282-954B-7E92-BF6D-148F8DC6D34E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396001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259B465-9CB3-2574-4DC2-5887E2F32B77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396001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F17A0B3-CCD3-6AFB-AA29-CAE5B9D0612C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3960014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75CD6A0-194E-7D8A-9A3B-2CA9435B6848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3960014"/>
            <a:ext cx="688153" cy="437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5C24CE1-D547-2574-234A-15167A07ECBF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683408"/>
            <a:ext cx="322504" cy="955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3B1DDC0-4CF5-351E-3659-89F750D5F7E2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905941"/>
            <a:ext cx="508633" cy="97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4418C6D0-E131-7A31-012B-85579D495B9F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823033"/>
            <a:ext cx="442440" cy="1807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9437999-4213-73D7-77E8-E529C3BC5CEA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734340"/>
            <a:ext cx="372415" cy="2693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57BF29BD-7EB2-971B-6F3B-006B83E83157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362534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B5D9C7E6-8E0A-B726-2858-D60534F7BA7F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78012" cy="6480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DEF5D184-F86D-1B02-211E-22D007255EE2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153277" cy="562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9530527-81A7-0755-0A0F-6122498238A2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362534"/>
            <a:ext cx="192947" cy="471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A8CC959-C8A8-EED2-008C-AC1B6E10369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72154" y="2182514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74A37F3-F5C0-FED5-9BD4-F93BF08057A4}"/>
              </a:ext>
            </a:extLst>
          </p:cNvPr>
          <p:cNvSpPr txBox="1"/>
          <p:nvPr/>
        </p:nvSpPr>
        <p:spPr>
          <a:xfrm>
            <a:off x="2117532" y="2492810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post()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18F7805-0D89-D4AD-8A5C-362BCC26FBC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2154" y="3293873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475A8BDB-8AEB-430B-D6CF-2913CCC7D96F}"/>
              </a:ext>
            </a:extLst>
          </p:cNvPr>
          <p:cNvSpPr txBox="1"/>
          <p:nvPr/>
        </p:nvSpPr>
        <p:spPr>
          <a:xfrm>
            <a:off x="172154" y="1941024"/>
            <a:ext cx="1503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393FF2E-6D4E-786A-2DFD-42C805B12DAD}"/>
              </a:ext>
            </a:extLst>
          </p:cNvPr>
          <p:cNvSpPr txBox="1"/>
          <p:nvPr/>
        </p:nvSpPr>
        <p:spPr>
          <a:xfrm>
            <a:off x="172154" y="3058990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DF18C23E-73A9-CD90-ED21-A362BF4E9283}"/>
              </a:ext>
            </a:extLst>
          </p:cNvPr>
          <p:cNvSpPr/>
          <p:nvPr/>
        </p:nvSpPr>
        <p:spPr>
          <a:xfrm>
            <a:off x="217372" y="994261"/>
            <a:ext cx="1209354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9351CDBF-0CE2-9494-AA80-D08653F141D7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17428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7087C3BF-6FB7-7938-4AD8-F8C14E29C8FB}"/>
              </a:ext>
            </a:extLst>
          </p:cNvPr>
          <p:cNvSpPr/>
          <p:nvPr/>
        </p:nvSpPr>
        <p:spPr>
          <a:xfrm>
            <a:off x="1843572" y="146231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0EC5E2CE-79BE-2C3A-03DB-34835E39055D}"/>
              </a:ext>
            </a:extLst>
          </p:cNvPr>
          <p:cNvSpPr/>
          <p:nvPr/>
        </p:nvSpPr>
        <p:spPr>
          <a:xfrm>
            <a:off x="217372" y="1462314"/>
            <a:ext cx="1209354" cy="360040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AC16BC13-9394-1A14-7976-96081E60F321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642334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39847D1E-8F9B-F2F1-54F7-8EF1473DCBE7}"/>
              </a:ext>
            </a:extLst>
          </p:cNvPr>
          <p:cNvSpPr/>
          <p:nvPr/>
        </p:nvSpPr>
        <p:spPr>
          <a:xfrm>
            <a:off x="2992263" y="999141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5B85CAEC-7FA1-D02E-85AD-20A9FCDD356F}"/>
              </a:ext>
            </a:extLst>
          </p:cNvPr>
          <p:cNvSpPr/>
          <p:nvPr/>
        </p:nvSpPr>
        <p:spPr>
          <a:xfrm>
            <a:off x="2992263" y="81452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68A43B0A-DF6B-DC98-2CBC-91764976DEDE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354302"/>
            <a:ext cx="0" cy="1080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EFC1EE36-75C5-0518-C21D-912201E56976}"/>
              </a:ext>
            </a:extLst>
          </p:cNvPr>
          <p:cNvSpPr/>
          <p:nvPr/>
        </p:nvSpPr>
        <p:spPr>
          <a:xfrm>
            <a:off x="5497187" y="1865552"/>
            <a:ext cx="1519189" cy="498405"/>
          </a:xfrm>
          <a:prstGeom prst="roundRect">
            <a:avLst>
              <a:gd name="adj" fmla="val 1098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DF94CA3E-0A55-A5B7-2CFF-75418E304176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095776" y="2289918"/>
            <a:ext cx="0" cy="7159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62CF3F2D-47F3-BAEC-91BD-7F8B340DF9CD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60400" cy="6330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61ED048E-E982-272A-14F4-6DACBDCBD6B5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114935" cy="540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5DF44A56-E9B1-D4BC-CBAE-92B8DCD0B339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89918"/>
            <a:ext cx="170293" cy="4631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539F1FD6-7E32-B8BD-0AAC-EFEE18FC9E16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6095776" y="1766376"/>
            <a:ext cx="170294" cy="1654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4A92BE2E-9869-DEAE-7025-D97B3F811F58}"/>
              </a:ext>
            </a:extLst>
          </p:cNvPr>
          <p:cNvCxnSpPr>
            <a:cxnSpLocks/>
            <a:stCxn id="151" idx="0"/>
            <a:endCxn id="152" idx="2"/>
          </p:cNvCxnSpPr>
          <p:nvPr/>
        </p:nvCxnSpPr>
        <p:spPr>
          <a:xfrm flipH="1" flipV="1">
            <a:off x="3510424" y="441493"/>
            <a:ext cx="1" cy="5576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직사각형 187">
            <a:extLst>
              <a:ext uri="{FF2B5EF4-FFF2-40B4-BE49-F238E27FC236}">
                <a16:creationId xmlns:a16="http://schemas.microsoft.com/office/drawing/2014/main" id="{BF0C4657-001E-B9FC-00C2-4E0F8F59B520}"/>
              </a:ext>
            </a:extLst>
          </p:cNvPr>
          <p:cNvSpPr/>
          <p:nvPr/>
        </p:nvSpPr>
        <p:spPr>
          <a:xfrm>
            <a:off x="4133777" y="81452"/>
            <a:ext cx="1036322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SystemD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F8766284-BAA1-031E-B0CF-29282A8E9478}"/>
              </a:ext>
            </a:extLst>
          </p:cNvPr>
          <p:cNvCxnSpPr>
            <a:cxnSpLocks/>
            <a:stCxn id="188" idx="2"/>
            <a:endCxn id="8" idx="0"/>
          </p:cNvCxnSpPr>
          <p:nvPr/>
        </p:nvCxnSpPr>
        <p:spPr>
          <a:xfrm>
            <a:off x="4651938" y="441493"/>
            <a:ext cx="2264" cy="550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모서리가 둥근 직사각형 196">
            <a:extLst>
              <a:ext uri="{FF2B5EF4-FFF2-40B4-BE49-F238E27FC236}">
                <a16:creationId xmlns:a16="http://schemas.microsoft.com/office/drawing/2014/main" id="{E9F411AC-AA53-40D8-F64D-0C8BE835CEF6}"/>
              </a:ext>
            </a:extLst>
          </p:cNvPr>
          <p:cNvSpPr/>
          <p:nvPr/>
        </p:nvSpPr>
        <p:spPr>
          <a:xfrm>
            <a:off x="7411036" y="1410715"/>
            <a:ext cx="1209354" cy="353254"/>
          </a:xfrm>
          <a:prstGeom prst="roundRect">
            <a:avLst>
              <a:gd name="adj" fmla="val 188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2E175981-9816-2B78-90B6-BA5254940AA6}"/>
              </a:ext>
            </a:extLst>
          </p:cNvPr>
          <p:cNvCxnSpPr>
            <a:cxnSpLocks/>
            <a:stCxn id="14" idx="3"/>
            <a:endCxn id="197" idx="1"/>
          </p:cNvCxnSpPr>
          <p:nvPr/>
        </p:nvCxnSpPr>
        <p:spPr>
          <a:xfrm>
            <a:off x="7016376" y="1587342"/>
            <a:ext cx="3946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0FDEC24D-26BF-7249-619B-34CE17B4CFF8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flipV="1">
            <a:off x="4420535" y="2362534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73B780C1-F767-6873-AACA-027496F8507B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78011" cy="6501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7638D540-7331-0FBB-CCAB-337F842BB8C3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143811" cy="562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B16CEA15-C60A-20EB-1F8B-3E24605F44D2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4420535" y="2362534"/>
            <a:ext cx="192946" cy="471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911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08B4E-A38D-3B5F-5A5F-D9E270B2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F339590-3911-7B7B-A94E-CB4E5DA5611A}"/>
              </a:ext>
            </a:extLst>
          </p:cNvPr>
          <p:cNvSpPr/>
          <p:nvPr/>
        </p:nvSpPr>
        <p:spPr>
          <a:xfrm>
            <a:off x="642088" y="51470"/>
            <a:ext cx="7607535" cy="1908522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DA06F9C-ACC6-1334-286D-AF2FBE325F4D}"/>
              </a:ext>
            </a:extLst>
          </p:cNvPr>
          <p:cNvSpPr/>
          <p:nvPr/>
        </p:nvSpPr>
        <p:spPr>
          <a:xfrm>
            <a:off x="739358" y="339502"/>
            <a:ext cx="5268846" cy="756890"/>
          </a:xfrm>
          <a:prstGeom prst="roundRect">
            <a:avLst>
              <a:gd name="adj" fmla="val 72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runOnAllThreads(cb, all_threads_complete_cb)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B2AE913C-6475-7D42-5368-7D7C847EC0F4}"/>
              </a:ext>
            </a:extLst>
          </p:cNvPr>
          <p:cNvSpPr/>
          <p:nvPr/>
        </p:nvSpPr>
        <p:spPr>
          <a:xfrm>
            <a:off x="811367" y="653533"/>
            <a:ext cx="8582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BAC76EB-6F73-7299-A50D-D31E24872CD2}"/>
              </a:ext>
            </a:extLst>
          </p:cNvPr>
          <p:cNvSpPr/>
          <p:nvPr/>
        </p:nvSpPr>
        <p:spPr>
          <a:xfrm>
            <a:off x="1969280" y="653533"/>
            <a:ext cx="244316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Save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to </a:t>
            </a:r>
            <a:r>
              <a:rPr kumimoji="1" lang="en-US" altLang="ko-KR" sz="900" b="1">
                <a:solidFill>
                  <a:schemeClr val="tx1"/>
                </a:solidFill>
              </a:rPr>
              <a:t>cb_guard (shared_ptr)</a:t>
            </a:r>
            <a:r>
              <a:rPr kumimoji="1" lang="en-US" altLang="ko-KR" sz="900">
                <a:solidFill>
                  <a:schemeClr val="tx1"/>
                </a:solidFill>
              </a:rPr>
              <a:t> with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 Deleter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F68E133-3CA7-B70A-0850-CFE991B6E835}"/>
              </a:ext>
            </a:extLst>
          </p:cNvPr>
          <p:cNvSpPr/>
          <p:nvPr/>
        </p:nvSpPr>
        <p:spPr>
          <a:xfrm>
            <a:off x="811367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7B7EF02-D522-01BE-C293-68780D027E36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240488" y="1020295"/>
            <a:ext cx="0" cy="461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953A727-D0C6-32A9-3811-6D47041D179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69609" y="836914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1DB7A89-BAF1-24E2-1A0C-148468BDD357}"/>
              </a:ext>
            </a:extLst>
          </p:cNvPr>
          <p:cNvSpPr/>
          <p:nvPr/>
        </p:nvSpPr>
        <p:spPr>
          <a:xfrm>
            <a:off x="4712115" y="653533"/>
            <a:ext cx="12241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r>
              <a:rPr kumimoji="1" lang="en-US" altLang="ko-KR" sz="900">
                <a:solidFill>
                  <a:schemeClr val="tx1"/>
                </a:solidFill>
              </a:rPr>
              <a:t> to all workers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022F6AE-226E-0D8F-79DF-57AFF44E1584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4412444" y="836914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EF75665-C122-603D-B05C-CE1631D8C81C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 flipH="1">
            <a:off x="1724026" y="1020295"/>
            <a:ext cx="3600157" cy="11907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BC6291F3-F397-6AF8-9653-C047AE30A3D3}"/>
              </a:ext>
            </a:extLst>
          </p:cNvPr>
          <p:cNvSpPr/>
          <p:nvPr/>
        </p:nvSpPr>
        <p:spPr>
          <a:xfrm>
            <a:off x="7216752" y="1481945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5E21990A-D01A-EC88-7851-491199773B30}"/>
              </a:ext>
            </a:extLst>
          </p:cNvPr>
          <p:cNvSpPr/>
          <p:nvPr/>
        </p:nvSpPr>
        <p:spPr>
          <a:xfrm>
            <a:off x="1294905" y="2211046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0AF0C90-6192-CC15-DD94-54820CC88FF2}"/>
              </a:ext>
            </a:extLst>
          </p:cNvPr>
          <p:cNvSpPr/>
          <p:nvPr/>
        </p:nvSpPr>
        <p:spPr>
          <a:xfrm>
            <a:off x="1197635" y="2094324"/>
            <a:ext cx="2047602" cy="2374625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C1851E67-2778-BA70-EA14-DC82EBD66594}"/>
              </a:ext>
            </a:extLst>
          </p:cNvPr>
          <p:cNvSpPr/>
          <p:nvPr/>
        </p:nvSpPr>
        <p:spPr>
          <a:xfrm>
            <a:off x="1294905" y="2725542"/>
            <a:ext cx="18579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Copy </a:t>
            </a:r>
            <a:r>
              <a:rPr kumimoji="1" lang="en-US" altLang="ko-KR" sz="900" b="1">
                <a:solidFill>
                  <a:schemeClr val="tx1"/>
                </a:solidFill>
              </a:rPr>
              <a:t>cb_guard </a:t>
            </a:r>
            <a:br>
              <a:rPr kumimoji="1" lang="en-US" altLang="ko-KR" sz="900" b="1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(counter increased 0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1)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24F091A9-6684-3C73-2A4E-F77649DDA40D}"/>
              </a:ext>
            </a:extLst>
          </p:cNvPr>
          <p:cNvSpPr/>
          <p:nvPr/>
        </p:nvSpPr>
        <p:spPr>
          <a:xfrm>
            <a:off x="1294904" y="3240609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Get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from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run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FB4EE6CD-61E8-0471-8E65-2C5DE623C1FE}"/>
              </a:ext>
            </a:extLst>
          </p:cNvPr>
          <p:cNvSpPr/>
          <p:nvPr/>
        </p:nvSpPr>
        <p:spPr>
          <a:xfrm>
            <a:off x="2294599" y="2211046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C05D40D-0DCB-D7B8-441F-59F2A572528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724026" y="2571086"/>
            <a:ext cx="0" cy="154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701866F-250C-2D73-AA01-07A041693AB1}"/>
              </a:ext>
            </a:extLst>
          </p:cNvPr>
          <p:cNvCxnSpPr>
            <a:cxnSpLocks/>
          </p:cNvCxnSpPr>
          <p:nvPr/>
        </p:nvCxnSpPr>
        <p:spPr>
          <a:xfrm flipV="1">
            <a:off x="2931472" y="2577808"/>
            <a:ext cx="0" cy="6628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8C9C007-4538-A958-73D5-9E26710BC29E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2223872" y="3092304"/>
            <a:ext cx="1" cy="1483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4524014A-EC48-8B24-9FC9-7D58BAAC5E8D}"/>
              </a:ext>
            </a:extLst>
          </p:cNvPr>
          <p:cNvSpPr/>
          <p:nvPr/>
        </p:nvSpPr>
        <p:spPr>
          <a:xfrm>
            <a:off x="3519325" y="2211046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9" name="모서리가 둥근 직사각형 98">
            <a:extLst>
              <a:ext uri="{FF2B5EF4-FFF2-40B4-BE49-F238E27FC236}">
                <a16:creationId xmlns:a16="http://schemas.microsoft.com/office/drawing/2014/main" id="{DA768F50-30CB-209E-09CF-27A7E0F6407C}"/>
              </a:ext>
            </a:extLst>
          </p:cNvPr>
          <p:cNvSpPr/>
          <p:nvPr/>
        </p:nvSpPr>
        <p:spPr>
          <a:xfrm>
            <a:off x="3422055" y="2094324"/>
            <a:ext cx="2047602" cy="2374625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EE3CFC4D-1862-292B-2F72-494AFB3ABF08}"/>
              </a:ext>
            </a:extLst>
          </p:cNvPr>
          <p:cNvSpPr/>
          <p:nvPr/>
        </p:nvSpPr>
        <p:spPr>
          <a:xfrm>
            <a:off x="3519325" y="2725542"/>
            <a:ext cx="18579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Copy </a:t>
            </a:r>
            <a:r>
              <a:rPr kumimoji="1" lang="en-US" altLang="ko-KR" sz="900" b="1">
                <a:solidFill>
                  <a:schemeClr val="tx1"/>
                </a:solidFill>
              </a:rPr>
              <a:t>cb_guard </a:t>
            </a:r>
            <a:br>
              <a:rPr kumimoji="1" lang="en-US" altLang="ko-KR" sz="900" b="1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(counter increased 1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2)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FB2CCCD4-D39C-D7F6-6FD7-6DF77E39D16F}"/>
              </a:ext>
            </a:extLst>
          </p:cNvPr>
          <p:cNvSpPr/>
          <p:nvPr/>
        </p:nvSpPr>
        <p:spPr>
          <a:xfrm>
            <a:off x="3519324" y="3240609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Get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from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run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02" name="모서리가 둥근 직사각형 101">
            <a:extLst>
              <a:ext uri="{FF2B5EF4-FFF2-40B4-BE49-F238E27FC236}">
                <a16:creationId xmlns:a16="http://schemas.microsoft.com/office/drawing/2014/main" id="{09795FF6-B7F6-4DEC-FE55-2E97362B9A48}"/>
              </a:ext>
            </a:extLst>
          </p:cNvPr>
          <p:cNvSpPr/>
          <p:nvPr/>
        </p:nvSpPr>
        <p:spPr>
          <a:xfrm>
            <a:off x="4519019" y="2211046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3E34399-69BA-4AF9-FAE9-82B3CF519621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3948446" y="2571086"/>
            <a:ext cx="0" cy="154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F303971-A7D1-B067-969B-C37F477D59AF}"/>
              </a:ext>
            </a:extLst>
          </p:cNvPr>
          <p:cNvCxnSpPr>
            <a:cxnSpLocks/>
          </p:cNvCxnSpPr>
          <p:nvPr/>
        </p:nvCxnSpPr>
        <p:spPr>
          <a:xfrm flipV="1">
            <a:off x="5155892" y="2577808"/>
            <a:ext cx="0" cy="6628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723498EA-A7BC-0FDC-F325-28DEDA1E0E6A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 flipH="1">
            <a:off x="4448292" y="3092304"/>
            <a:ext cx="1" cy="1483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모서리가 둥근 직사각형 105">
            <a:extLst>
              <a:ext uri="{FF2B5EF4-FFF2-40B4-BE49-F238E27FC236}">
                <a16:creationId xmlns:a16="http://schemas.microsoft.com/office/drawing/2014/main" id="{8170A1B5-C2F1-020D-E50B-EBB83EA45BF0}"/>
              </a:ext>
            </a:extLst>
          </p:cNvPr>
          <p:cNvSpPr/>
          <p:nvPr/>
        </p:nvSpPr>
        <p:spPr>
          <a:xfrm>
            <a:off x="5743745" y="2211046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107" name="모서리가 둥근 직사각형 106">
            <a:extLst>
              <a:ext uri="{FF2B5EF4-FFF2-40B4-BE49-F238E27FC236}">
                <a16:creationId xmlns:a16="http://schemas.microsoft.com/office/drawing/2014/main" id="{621021CD-DEC1-947C-FF7C-942CA64AC2D8}"/>
              </a:ext>
            </a:extLst>
          </p:cNvPr>
          <p:cNvSpPr/>
          <p:nvPr/>
        </p:nvSpPr>
        <p:spPr>
          <a:xfrm>
            <a:off x="5646475" y="2094322"/>
            <a:ext cx="2047602" cy="2972865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D8F68AEF-B6C5-C9D1-86FF-AE8EBE999FC6}"/>
              </a:ext>
            </a:extLst>
          </p:cNvPr>
          <p:cNvSpPr/>
          <p:nvPr/>
        </p:nvSpPr>
        <p:spPr>
          <a:xfrm>
            <a:off x="5743745" y="2725542"/>
            <a:ext cx="18579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Copy </a:t>
            </a:r>
            <a:r>
              <a:rPr kumimoji="1" lang="en-US" altLang="ko-KR" sz="900" b="1">
                <a:solidFill>
                  <a:schemeClr val="tx1"/>
                </a:solidFill>
              </a:rPr>
              <a:t>cb_guard </a:t>
            </a:r>
            <a:br>
              <a:rPr kumimoji="1" lang="en-US" altLang="ko-KR" sz="900" b="1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(counter increased 2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3)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9" name="모서리가 둥근 직사각형 108">
            <a:extLst>
              <a:ext uri="{FF2B5EF4-FFF2-40B4-BE49-F238E27FC236}">
                <a16:creationId xmlns:a16="http://schemas.microsoft.com/office/drawing/2014/main" id="{2E9871B4-34F6-9EB0-2E39-E70E259CD459}"/>
              </a:ext>
            </a:extLst>
          </p:cNvPr>
          <p:cNvSpPr/>
          <p:nvPr/>
        </p:nvSpPr>
        <p:spPr>
          <a:xfrm>
            <a:off x="5743744" y="3240609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Get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from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run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10" name="모서리가 둥근 직사각형 109">
            <a:extLst>
              <a:ext uri="{FF2B5EF4-FFF2-40B4-BE49-F238E27FC236}">
                <a16:creationId xmlns:a16="http://schemas.microsoft.com/office/drawing/2014/main" id="{E48A8D3B-992E-1C97-58C0-71B1C0AD69C0}"/>
              </a:ext>
            </a:extLst>
          </p:cNvPr>
          <p:cNvSpPr/>
          <p:nvPr/>
        </p:nvSpPr>
        <p:spPr>
          <a:xfrm>
            <a:off x="6743439" y="2211046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3942417-F6A7-170D-EE4F-E6AB67ED86D2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6172866" y="2571086"/>
            <a:ext cx="0" cy="154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9AFE9183-5E4D-EB19-845B-AF7AC89B5A3F}"/>
              </a:ext>
            </a:extLst>
          </p:cNvPr>
          <p:cNvCxnSpPr>
            <a:cxnSpLocks/>
          </p:cNvCxnSpPr>
          <p:nvPr/>
        </p:nvCxnSpPr>
        <p:spPr>
          <a:xfrm flipV="1">
            <a:off x="7380312" y="2577808"/>
            <a:ext cx="0" cy="6628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EA8C6B1-89B0-EA66-A315-3BE1F611BD41}"/>
              </a:ext>
            </a:extLst>
          </p:cNvPr>
          <p:cNvCxnSpPr>
            <a:cxnSpLocks/>
            <a:stCxn id="108" idx="2"/>
            <a:endCxn id="109" idx="0"/>
          </p:cNvCxnSpPr>
          <p:nvPr/>
        </p:nvCxnSpPr>
        <p:spPr>
          <a:xfrm flipH="1">
            <a:off x="6672712" y="3092304"/>
            <a:ext cx="1" cy="1483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1F51D2AD-3A56-7C36-09CF-5C38CC602ECB}"/>
              </a:ext>
            </a:extLst>
          </p:cNvPr>
          <p:cNvCxnSpPr>
            <a:cxnSpLocks/>
            <a:stCxn id="22" idx="2"/>
            <a:endCxn id="98" idx="0"/>
          </p:cNvCxnSpPr>
          <p:nvPr/>
        </p:nvCxnSpPr>
        <p:spPr>
          <a:xfrm flipH="1">
            <a:off x="3948446" y="1020295"/>
            <a:ext cx="1375737" cy="11907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6B21D09C-EBE5-9257-E705-093D6D572643}"/>
              </a:ext>
            </a:extLst>
          </p:cNvPr>
          <p:cNvCxnSpPr>
            <a:cxnSpLocks/>
            <a:stCxn id="22" idx="2"/>
            <a:endCxn id="106" idx="0"/>
          </p:cNvCxnSpPr>
          <p:nvPr/>
        </p:nvCxnSpPr>
        <p:spPr>
          <a:xfrm>
            <a:off x="5324183" y="1020295"/>
            <a:ext cx="848683" cy="11907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모서리가 둥근 직사각형 142">
            <a:extLst>
              <a:ext uri="{FF2B5EF4-FFF2-40B4-BE49-F238E27FC236}">
                <a16:creationId xmlns:a16="http://schemas.microsoft.com/office/drawing/2014/main" id="{C4CF36B0-423B-6B63-D545-A8F9D86794D7}"/>
              </a:ext>
            </a:extLst>
          </p:cNvPr>
          <p:cNvSpPr/>
          <p:nvPr/>
        </p:nvSpPr>
        <p:spPr>
          <a:xfrm>
            <a:off x="5743744" y="3761827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Decrease count (1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0)</a:t>
            </a:r>
            <a:r>
              <a:rPr kumimoji="1" lang="en-US" altLang="ko-KR" sz="900">
                <a:solidFill>
                  <a:schemeClr val="tx1"/>
                </a:solidFill>
              </a:rPr>
              <a:t> in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Check `count == 0`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FCD9A556-78CF-95E6-B51E-80BC701A8BBC}"/>
              </a:ext>
            </a:extLst>
          </p:cNvPr>
          <p:cNvCxnSpPr>
            <a:cxnSpLocks/>
            <a:stCxn id="109" idx="2"/>
            <a:endCxn id="143" idx="0"/>
          </p:cNvCxnSpPr>
          <p:nvPr/>
        </p:nvCxnSpPr>
        <p:spPr>
          <a:xfrm>
            <a:off x="6672712" y="3607371"/>
            <a:ext cx="0" cy="154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0CF98FEF-7ECF-5BCD-8B89-4CA4AE6DB261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7492783" y="1841985"/>
            <a:ext cx="153090" cy="24435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모서리가 둥근 직사각형 190">
            <a:extLst>
              <a:ext uri="{FF2B5EF4-FFF2-40B4-BE49-F238E27FC236}">
                <a16:creationId xmlns:a16="http://schemas.microsoft.com/office/drawing/2014/main" id="{2C78A4B1-885A-9A36-8FCC-DE5028D86895}"/>
              </a:ext>
            </a:extLst>
          </p:cNvPr>
          <p:cNvSpPr/>
          <p:nvPr/>
        </p:nvSpPr>
        <p:spPr>
          <a:xfrm>
            <a:off x="1294904" y="3761827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Decrease count (3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2</a:t>
            </a:r>
            <a:r>
              <a:rPr kumimoji="1" lang="en-US" altLang="ko-KR" sz="900">
                <a:solidFill>
                  <a:schemeClr val="tx1"/>
                </a:solidFill>
              </a:rPr>
              <a:t>) in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Check `count == 0`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2" name="모서리가 둥근 직사각형 191">
            <a:extLst>
              <a:ext uri="{FF2B5EF4-FFF2-40B4-BE49-F238E27FC236}">
                <a16:creationId xmlns:a16="http://schemas.microsoft.com/office/drawing/2014/main" id="{00E9654B-0676-E205-B44F-080A4C4000B5}"/>
              </a:ext>
            </a:extLst>
          </p:cNvPr>
          <p:cNvSpPr/>
          <p:nvPr/>
        </p:nvSpPr>
        <p:spPr>
          <a:xfrm>
            <a:off x="3519324" y="3761827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Decrease count (2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1)</a:t>
            </a:r>
            <a:r>
              <a:rPr kumimoji="1" lang="en-US" altLang="ko-KR" sz="900">
                <a:solidFill>
                  <a:schemeClr val="tx1"/>
                </a:solidFill>
              </a:rPr>
              <a:t> in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Check `count == 0`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4" name="모서리가 둥근 직사각형 193">
            <a:extLst>
              <a:ext uri="{FF2B5EF4-FFF2-40B4-BE49-F238E27FC236}">
                <a16:creationId xmlns:a16="http://schemas.microsoft.com/office/drawing/2014/main" id="{9E4B15B1-F4D0-D180-2C49-AC4ECE04FCFD}"/>
              </a:ext>
            </a:extLst>
          </p:cNvPr>
          <p:cNvSpPr/>
          <p:nvPr/>
        </p:nvSpPr>
        <p:spPr>
          <a:xfrm>
            <a:off x="5743744" y="4285568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9409ECC-609D-3F1E-DAC4-7C46E6862D04}"/>
              </a:ext>
            </a:extLst>
          </p:cNvPr>
          <p:cNvCxnSpPr>
            <a:cxnSpLocks/>
            <a:endCxn id="194" idx="0"/>
          </p:cNvCxnSpPr>
          <p:nvPr/>
        </p:nvCxnSpPr>
        <p:spPr>
          <a:xfrm>
            <a:off x="6672712" y="4131112"/>
            <a:ext cx="0" cy="154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B9949EEB-07F4-BF5B-5776-971F7E3DB90A}"/>
              </a:ext>
            </a:extLst>
          </p:cNvPr>
          <p:cNvCxnSpPr>
            <a:cxnSpLocks/>
            <a:stCxn id="35" idx="2"/>
            <a:endCxn id="191" idx="0"/>
          </p:cNvCxnSpPr>
          <p:nvPr/>
        </p:nvCxnSpPr>
        <p:spPr>
          <a:xfrm>
            <a:off x="2223872" y="3607371"/>
            <a:ext cx="0" cy="154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37E425B5-C426-0050-FC3B-A1AE1D181376}"/>
              </a:ext>
            </a:extLst>
          </p:cNvPr>
          <p:cNvCxnSpPr>
            <a:cxnSpLocks/>
            <a:stCxn id="101" idx="2"/>
            <a:endCxn id="192" idx="0"/>
          </p:cNvCxnSpPr>
          <p:nvPr/>
        </p:nvCxnSpPr>
        <p:spPr>
          <a:xfrm>
            <a:off x="4448292" y="3607371"/>
            <a:ext cx="0" cy="154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893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E94C-29E9-F5C5-170B-055CAB629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A15C57E2-DEBE-0B9A-584D-88387B06810B}"/>
              </a:ext>
            </a:extLst>
          </p:cNvPr>
          <p:cNvSpPr/>
          <p:nvPr/>
        </p:nvSpPr>
        <p:spPr>
          <a:xfrm>
            <a:off x="642088" y="98487"/>
            <a:ext cx="7607535" cy="1908522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1B965A8-4EDD-77F8-4303-94BAB3CDF040}"/>
              </a:ext>
            </a:extLst>
          </p:cNvPr>
          <p:cNvSpPr/>
          <p:nvPr/>
        </p:nvSpPr>
        <p:spPr>
          <a:xfrm>
            <a:off x="739358" y="386519"/>
            <a:ext cx="5268846" cy="756890"/>
          </a:xfrm>
          <a:prstGeom prst="roundRect">
            <a:avLst>
              <a:gd name="adj" fmla="val 72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runOnAllThreads(cb, all_threads_complete_cb)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28207A8-371E-5C46-565B-BE10ABA16C44}"/>
              </a:ext>
            </a:extLst>
          </p:cNvPr>
          <p:cNvSpPr/>
          <p:nvPr/>
        </p:nvSpPr>
        <p:spPr>
          <a:xfrm>
            <a:off x="811367" y="700550"/>
            <a:ext cx="858242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</a:t>
            </a:r>
            <a:r>
              <a:rPr kumimoji="1" lang="en-US" altLang="ko-KR" sz="900" b="1">
                <a:solidFill>
                  <a:schemeClr val="tx1"/>
                </a:solidFill>
              </a:rPr>
              <a:t> 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E88C6E9-81E3-918B-890D-B633A1DC8A0F}"/>
              </a:ext>
            </a:extLst>
          </p:cNvPr>
          <p:cNvSpPr/>
          <p:nvPr/>
        </p:nvSpPr>
        <p:spPr>
          <a:xfrm>
            <a:off x="1969280" y="700550"/>
            <a:ext cx="2443164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Save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to </a:t>
            </a:r>
            <a:r>
              <a:rPr kumimoji="1" lang="en-US" altLang="ko-KR" sz="900" b="1">
                <a:solidFill>
                  <a:schemeClr val="tx1"/>
                </a:solidFill>
              </a:rPr>
              <a:t>cb_guard (shared_ptr)</a:t>
            </a:r>
            <a:r>
              <a:rPr kumimoji="1" lang="en-US" altLang="ko-KR" sz="900">
                <a:solidFill>
                  <a:schemeClr val="tx1"/>
                </a:solidFill>
              </a:rPr>
              <a:t> with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 Deleter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60E9523-F839-8485-115B-57494EF60D44}"/>
              </a:ext>
            </a:extLst>
          </p:cNvPr>
          <p:cNvSpPr/>
          <p:nvPr/>
        </p:nvSpPr>
        <p:spPr>
          <a:xfrm>
            <a:off x="811367" y="152896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0D31AA4-C44E-1487-35ED-3657183C5988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240488" y="1067312"/>
            <a:ext cx="0" cy="461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8FDD019-7D30-B18F-3596-CFDFF6D02E5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69609" y="883931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5DDD0AE-DC8B-F968-DC09-3CE4CCCAAF19}"/>
              </a:ext>
            </a:extLst>
          </p:cNvPr>
          <p:cNvSpPr/>
          <p:nvPr/>
        </p:nvSpPr>
        <p:spPr>
          <a:xfrm>
            <a:off x="4712115" y="700550"/>
            <a:ext cx="12241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  <a:r>
              <a:rPr kumimoji="1" lang="en-US" altLang="ko-KR" sz="900">
                <a:solidFill>
                  <a:schemeClr val="tx1"/>
                </a:solidFill>
              </a:rPr>
              <a:t> to all workers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4CD46CA-09E4-82F4-CD7B-C58620334B4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4412444" y="883931"/>
            <a:ext cx="2996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06E7FED-9B11-D650-1A99-3EFD30D78738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 flipH="1">
            <a:off x="1724026" y="1067312"/>
            <a:ext cx="3600157" cy="1333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F23976C1-6FEB-1DB3-264B-98D9A0E0CB97}"/>
              </a:ext>
            </a:extLst>
          </p:cNvPr>
          <p:cNvSpPr/>
          <p:nvPr/>
        </p:nvSpPr>
        <p:spPr>
          <a:xfrm>
            <a:off x="7216752" y="1528962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02D7765A-158A-067E-A652-D26F38E45FC4}"/>
              </a:ext>
            </a:extLst>
          </p:cNvPr>
          <p:cNvSpPr/>
          <p:nvPr/>
        </p:nvSpPr>
        <p:spPr>
          <a:xfrm>
            <a:off x="1294905" y="2400441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96EC214D-6589-0D28-A3BA-A992F23301D0}"/>
              </a:ext>
            </a:extLst>
          </p:cNvPr>
          <p:cNvSpPr/>
          <p:nvPr/>
        </p:nvSpPr>
        <p:spPr>
          <a:xfrm>
            <a:off x="1197635" y="2283719"/>
            <a:ext cx="2047602" cy="2070633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C395541B-5629-0C8E-6814-074F688F9930}"/>
              </a:ext>
            </a:extLst>
          </p:cNvPr>
          <p:cNvSpPr/>
          <p:nvPr/>
        </p:nvSpPr>
        <p:spPr>
          <a:xfrm>
            <a:off x="1294905" y="3008709"/>
            <a:ext cx="18579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Get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from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run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4F821BD6-04A4-9FAC-8207-A0494D901DF4}"/>
              </a:ext>
            </a:extLst>
          </p:cNvPr>
          <p:cNvSpPr/>
          <p:nvPr/>
        </p:nvSpPr>
        <p:spPr>
          <a:xfrm>
            <a:off x="1294904" y="3623699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Decrease count (3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2</a:t>
            </a:r>
            <a:r>
              <a:rPr kumimoji="1" lang="en-US" altLang="ko-KR" sz="900">
                <a:solidFill>
                  <a:schemeClr val="tx1"/>
                </a:solidFill>
              </a:rPr>
              <a:t>) in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Check `count == 0`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A857BCE8-5D38-F969-632D-27ED0A38F6F5}"/>
              </a:ext>
            </a:extLst>
          </p:cNvPr>
          <p:cNvSpPr/>
          <p:nvPr/>
        </p:nvSpPr>
        <p:spPr>
          <a:xfrm>
            <a:off x="2294599" y="2400441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8ED4382-CEFF-9A50-1E37-6C2D6E66532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724026" y="2760481"/>
            <a:ext cx="0" cy="248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C14139A-D346-B3BD-94D0-EDAEE3E0A22A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2723720" y="2767203"/>
            <a:ext cx="0" cy="2415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C01D635-35C6-F92E-BF07-A539F9C33B80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flipH="1">
            <a:off x="2223872" y="3375471"/>
            <a:ext cx="1" cy="248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3B7FF83B-5E72-424C-3770-90E58351B5A9}"/>
              </a:ext>
            </a:extLst>
          </p:cNvPr>
          <p:cNvSpPr/>
          <p:nvPr/>
        </p:nvSpPr>
        <p:spPr>
          <a:xfrm>
            <a:off x="3519325" y="2400441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99" name="모서리가 둥근 직사각형 98">
            <a:extLst>
              <a:ext uri="{FF2B5EF4-FFF2-40B4-BE49-F238E27FC236}">
                <a16:creationId xmlns:a16="http://schemas.microsoft.com/office/drawing/2014/main" id="{B2B5A20B-4A96-0B16-FBD4-0AA485724AA6}"/>
              </a:ext>
            </a:extLst>
          </p:cNvPr>
          <p:cNvSpPr/>
          <p:nvPr/>
        </p:nvSpPr>
        <p:spPr>
          <a:xfrm>
            <a:off x="3422055" y="2283719"/>
            <a:ext cx="2047602" cy="2070633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832F9160-C7B3-4B58-B3A8-9EB130C75B18}"/>
              </a:ext>
            </a:extLst>
          </p:cNvPr>
          <p:cNvSpPr/>
          <p:nvPr/>
        </p:nvSpPr>
        <p:spPr>
          <a:xfrm>
            <a:off x="3519325" y="3008709"/>
            <a:ext cx="18579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Get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from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run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A26C92C7-632B-C43D-9A50-3601E676DF62}"/>
              </a:ext>
            </a:extLst>
          </p:cNvPr>
          <p:cNvSpPr/>
          <p:nvPr/>
        </p:nvSpPr>
        <p:spPr>
          <a:xfrm>
            <a:off x="3519324" y="3623699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Decrease count (2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1)</a:t>
            </a:r>
            <a:r>
              <a:rPr kumimoji="1" lang="en-US" altLang="ko-KR" sz="900">
                <a:solidFill>
                  <a:schemeClr val="tx1"/>
                </a:solidFill>
              </a:rPr>
              <a:t> in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Check `count == 0`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02" name="모서리가 둥근 직사각형 101">
            <a:extLst>
              <a:ext uri="{FF2B5EF4-FFF2-40B4-BE49-F238E27FC236}">
                <a16:creationId xmlns:a16="http://schemas.microsoft.com/office/drawing/2014/main" id="{BC57C50C-7F3F-86D5-06B1-0061290A3BC7}"/>
              </a:ext>
            </a:extLst>
          </p:cNvPr>
          <p:cNvSpPr/>
          <p:nvPr/>
        </p:nvSpPr>
        <p:spPr>
          <a:xfrm>
            <a:off x="4519019" y="2400441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5FD0801D-0129-B380-4EDB-5C70313586CE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3948446" y="2760481"/>
            <a:ext cx="0" cy="248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F1AD6668-3AB7-9F6E-607B-060B1D2BA87D}"/>
              </a:ext>
            </a:extLst>
          </p:cNvPr>
          <p:cNvCxnSpPr>
            <a:cxnSpLocks/>
            <a:endCxn id="102" idx="2"/>
          </p:cNvCxnSpPr>
          <p:nvPr/>
        </p:nvCxnSpPr>
        <p:spPr>
          <a:xfrm flipV="1">
            <a:off x="4948140" y="2767203"/>
            <a:ext cx="0" cy="2415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AD9DCFFD-C162-B9C6-1AA8-B98CC3E144C4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 flipH="1">
            <a:off x="4448292" y="3375471"/>
            <a:ext cx="1" cy="248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모서리가 둥근 직사각형 105">
            <a:extLst>
              <a:ext uri="{FF2B5EF4-FFF2-40B4-BE49-F238E27FC236}">
                <a16:creationId xmlns:a16="http://schemas.microsoft.com/office/drawing/2014/main" id="{1A4FDF9D-1F50-5098-68A5-E5EC281E9CAF}"/>
              </a:ext>
            </a:extLst>
          </p:cNvPr>
          <p:cNvSpPr/>
          <p:nvPr/>
        </p:nvSpPr>
        <p:spPr>
          <a:xfrm>
            <a:off x="5743745" y="2400441"/>
            <a:ext cx="85824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</p:txBody>
      </p:sp>
      <p:sp>
        <p:nvSpPr>
          <p:cNvPr id="107" name="모서리가 둥근 직사각형 106">
            <a:extLst>
              <a:ext uri="{FF2B5EF4-FFF2-40B4-BE49-F238E27FC236}">
                <a16:creationId xmlns:a16="http://schemas.microsoft.com/office/drawing/2014/main" id="{EB2C2A9F-C9FB-231E-DADD-ACF9E29C584A}"/>
              </a:ext>
            </a:extLst>
          </p:cNvPr>
          <p:cNvSpPr/>
          <p:nvPr/>
        </p:nvSpPr>
        <p:spPr>
          <a:xfrm>
            <a:off x="5646475" y="2283718"/>
            <a:ext cx="2047602" cy="2592288"/>
          </a:xfrm>
          <a:prstGeom prst="roundRect">
            <a:avLst>
              <a:gd name="adj" fmla="val 370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Worker Thread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8578B2BD-1818-4A2F-AD39-7DC45DE4D709}"/>
              </a:ext>
            </a:extLst>
          </p:cNvPr>
          <p:cNvSpPr/>
          <p:nvPr/>
        </p:nvSpPr>
        <p:spPr>
          <a:xfrm>
            <a:off x="5743745" y="3008709"/>
            <a:ext cx="1857935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Get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r>
              <a:rPr kumimoji="1" lang="en-US" altLang="ko-KR" sz="900">
                <a:solidFill>
                  <a:schemeClr val="tx1"/>
                </a:solidFill>
              </a:rPr>
              <a:t> from </a:t>
            </a:r>
            <a:r>
              <a:rPr kumimoji="1" lang="en-US" altLang="ko-KR" sz="900" b="1">
                <a:solidFill>
                  <a:schemeClr val="tx1"/>
                </a:solidFill>
              </a:rPr>
              <a:t>cb_guard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run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09" name="모서리가 둥근 직사각형 108">
            <a:extLst>
              <a:ext uri="{FF2B5EF4-FFF2-40B4-BE49-F238E27FC236}">
                <a16:creationId xmlns:a16="http://schemas.microsoft.com/office/drawing/2014/main" id="{F037C097-D694-90E7-393C-93A1997C6BD1}"/>
              </a:ext>
            </a:extLst>
          </p:cNvPr>
          <p:cNvSpPr/>
          <p:nvPr/>
        </p:nvSpPr>
        <p:spPr>
          <a:xfrm>
            <a:off x="5743744" y="3623699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Decrease count (1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0)</a:t>
            </a:r>
            <a:r>
              <a:rPr kumimoji="1" lang="en-US" altLang="ko-KR" sz="900">
                <a:solidFill>
                  <a:schemeClr val="tx1"/>
                </a:solidFill>
              </a:rPr>
              <a:t> in </a:t>
            </a:r>
            <a:r>
              <a:rPr kumimoji="1" lang="en-US" altLang="ko-KR" sz="900" b="1">
                <a:solidFill>
                  <a:schemeClr val="tx1"/>
                </a:solidFill>
              </a:rPr>
              <a:t>cb()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and Check `count == 0`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10" name="모서리가 둥근 직사각형 109">
            <a:extLst>
              <a:ext uri="{FF2B5EF4-FFF2-40B4-BE49-F238E27FC236}">
                <a16:creationId xmlns:a16="http://schemas.microsoft.com/office/drawing/2014/main" id="{1ACA7D9D-FBB2-0265-B1B8-405BF60FF090}"/>
              </a:ext>
            </a:extLst>
          </p:cNvPr>
          <p:cNvSpPr/>
          <p:nvPr/>
        </p:nvSpPr>
        <p:spPr>
          <a:xfrm>
            <a:off x="6743439" y="2400441"/>
            <a:ext cx="858242" cy="366762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7900963-11BF-05C5-4099-DB945CBEA990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6172866" y="2760481"/>
            <a:ext cx="0" cy="248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E433CD32-2BCA-B625-A9E5-859FDF610D48}"/>
              </a:ext>
            </a:extLst>
          </p:cNvPr>
          <p:cNvCxnSpPr>
            <a:cxnSpLocks/>
            <a:endCxn id="110" idx="2"/>
          </p:cNvCxnSpPr>
          <p:nvPr/>
        </p:nvCxnSpPr>
        <p:spPr>
          <a:xfrm flipV="1">
            <a:off x="7172560" y="2767203"/>
            <a:ext cx="0" cy="2415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8AB171E7-6416-5AEE-60F9-E816FB7A8D99}"/>
              </a:ext>
            </a:extLst>
          </p:cNvPr>
          <p:cNvCxnSpPr>
            <a:cxnSpLocks/>
            <a:stCxn id="108" idx="2"/>
            <a:endCxn id="109" idx="0"/>
          </p:cNvCxnSpPr>
          <p:nvPr/>
        </p:nvCxnSpPr>
        <p:spPr>
          <a:xfrm flipH="1">
            <a:off x="6672712" y="3375471"/>
            <a:ext cx="1" cy="248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716E7645-7EDC-3C84-44CE-90EC6207A30D}"/>
              </a:ext>
            </a:extLst>
          </p:cNvPr>
          <p:cNvCxnSpPr>
            <a:cxnSpLocks/>
            <a:stCxn id="22" idx="2"/>
            <a:endCxn id="98" idx="0"/>
          </p:cNvCxnSpPr>
          <p:nvPr/>
        </p:nvCxnSpPr>
        <p:spPr>
          <a:xfrm flipH="1">
            <a:off x="3948446" y="1067312"/>
            <a:ext cx="1375737" cy="1333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A7F8B6F6-6216-6F7F-AB33-E9376F28F566}"/>
              </a:ext>
            </a:extLst>
          </p:cNvPr>
          <p:cNvCxnSpPr>
            <a:cxnSpLocks/>
            <a:stCxn id="22" idx="2"/>
            <a:endCxn id="106" idx="0"/>
          </p:cNvCxnSpPr>
          <p:nvPr/>
        </p:nvCxnSpPr>
        <p:spPr>
          <a:xfrm>
            <a:off x="5324183" y="1067312"/>
            <a:ext cx="848683" cy="1333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모서리가 둥근 직사각형 142">
            <a:extLst>
              <a:ext uri="{FF2B5EF4-FFF2-40B4-BE49-F238E27FC236}">
                <a16:creationId xmlns:a16="http://schemas.microsoft.com/office/drawing/2014/main" id="{34A514AF-02A4-E1F3-E6D3-761A64159F38}"/>
              </a:ext>
            </a:extLst>
          </p:cNvPr>
          <p:cNvSpPr/>
          <p:nvPr/>
        </p:nvSpPr>
        <p:spPr>
          <a:xfrm>
            <a:off x="5743744" y="4238689"/>
            <a:ext cx="1857936" cy="366762"/>
          </a:xfrm>
          <a:prstGeom prst="roundRect">
            <a:avLst>
              <a:gd name="adj" fmla="val 1241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post </a:t>
            </a:r>
            <a:r>
              <a:rPr kumimoji="1" lang="en-US" altLang="ko-KR" sz="900" b="1">
                <a:solidFill>
                  <a:schemeClr val="tx1"/>
                </a:solidFill>
              </a:rPr>
              <a:t>all_threads_complete_cb()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1C8035A5-BC3B-EF5C-71DB-51836A4FB298}"/>
              </a:ext>
            </a:extLst>
          </p:cNvPr>
          <p:cNvCxnSpPr>
            <a:cxnSpLocks/>
            <a:stCxn id="109" idx="2"/>
            <a:endCxn id="143" idx="0"/>
          </p:cNvCxnSpPr>
          <p:nvPr/>
        </p:nvCxnSpPr>
        <p:spPr>
          <a:xfrm>
            <a:off x="6672712" y="3990461"/>
            <a:ext cx="0" cy="248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7CFBF9C8-9052-7DCD-E03E-CAA202067751}"/>
              </a:ext>
            </a:extLst>
          </p:cNvPr>
          <p:cNvCxnSpPr>
            <a:cxnSpLocks/>
            <a:stCxn id="143" idx="3"/>
            <a:endCxn id="67" idx="2"/>
          </p:cNvCxnSpPr>
          <p:nvPr/>
        </p:nvCxnSpPr>
        <p:spPr>
          <a:xfrm flipV="1">
            <a:off x="7601680" y="1889002"/>
            <a:ext cx="44193" cy="25330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310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B4FD-AFDC-C630-EA5B-801CDA5F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02428D72-6B7F-5970-E877-48900AC3AF08}"/>
              </a:ext>
            </a:extLst>
          </p:cNvPr>
          <p:cNvSpPr/>
          <p:nvPr/>
        </p:nvSpPr>
        <p:spPr>
          <a:xfrm>
            <a:off x="1949317" y="268623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424B4CD8-AE44-0BFE-7477-9B555A958474}"/>
              </a:ext>
            </a:extLst>
          </p:cNvPr>
          <p:cNvSpPr/>
          <p:nvPr/>
        </p:nvSpPr>
        <p:spPr>
          <a:xfrm>
            <a:off x="1882643" y="2766660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C46ED18-7B44-157D-16A2-ACE86EC5C639}"/>
              </a:ext>
            </a:extLst>
          </p:cNvPr>
          <p:cNvSpPr/>
          <p:nvPr/>
        </p:nvSpPr>
        <p:spPr>
          <a:xfrm>
            <a:off x="1812618" y="2855353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C977DCBE-6501-DAC5-86DE-03C0779FCE7C}"/>
              </a:ext>
            </a:extLst>
          </p:cNvPr>
          <p:cNvSpPr/>
          <p:nvPr/>
        </p:nvSpPr>
        <p:spPr>
          <a:xfrm>
            <a:off x="1619672" y="123486"/>
            <a:ext cx="5598418" cy="4896536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AE6B2E7-1D00-04C6-576D-73E04438F15E}"/>
              </a:ext>
            </a:extLst>
          </p:cNvPr>
          <p:cNvSpPr/>
          <p:nvPr/>
        </p:nvSpPr>
        <p:spPr>
          <a:xfrm>
            <a:off x="1746423" y="213554"/>
            <a:ext cx="3545657" cy="2178626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3EFEA524-89B0-ABF4-F93E-B1342CA56242}"/>
              </a:ext>
            </a:extLst>
          </p:cNvPr>
          <p:cNvSpPr/>
          <p:nvPr/>
        </p:nvSpPr>
        <p:spPr>
          <a:xfrm>
            <a:off x="1746425" y="2938261"/>
            <a:ext cx="5155978" cy="1800200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601E234-17DD-8AF5-FDF4-F8D1C66E9F05}"/>
              </a:ext>
            </a:extLst>
          </p:cNvPr>
          <p:cNvSpPr/>
          <p:nvPr/>
        </p:nvSpPr>
        <p:spPr>
          <a:xfrm>
            <a:off x="5404449" y="220135"/>
            <a:ext cx="1700846" cy="2167852"/>
          </a:xfrm>
          <a:prstGeom prst="roundRect">
            <a:avLst>
              <a:gd name="adj" fmla="val 571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File 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4E9DDA7-A4FA-2025-D70C-517E58B8D3D9}"/>
              </a:ext>
            </a:extLst>
          </p:cNvPr>
          <p:cNvSpPr/>
          <p:nvPr/>
        </p:nvSpPr>
        <p:spPr>
          <a:xfrm>
            <a:off x="1843572" y="92668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D28B045-2F83-78B9-7175-0199E9A38D90}"/>
              </a:ext>
            </a:extLst>
          </p:cNvPr>
          <p:cNvSpPr/>
          <p:nvPr/>
        </p:nvSpPr>
        <p:spPr>
          <a:xfrm>
            <a:off x="2992264" y="926682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Drain Manager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(SIGTERM, Timer)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2EF7933-245D-967A-CF6A-18A7C3C15730}"/>
              </a:ext>
            </a:extLst>
          </p:cNvPr>
          <p:cNvSpPr/>
          <p:nvPr/>
        </p:nvSpPr>
        <p:spPr>
          <a:xfrm>
            <a:off x="3001089" y="458630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Hot Restart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(UDS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B7A8473-A8FE-FFBD-A341-A6CC756991FF}"/>
              </a:ext>
            </a:extLst>
          </p:cNvPr>
          <p:cNvSpPr/>
          <p:nvPr/>
        </p:nvSpPr>
        <p:spPr>
          <a:xfrm>
            <a:off x="2992264" y="139473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GuardDog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5FE2CAF-623D-5059-77B8-132355247D68}"/>
              </a:ext>
            </a:extLst>
          </p:cNvPr>
          <p:cNvSpPr/>
          <p:nvPr/>
        </p:nvSpPr>
        <p:spPr>
          <a:xfrm>
            <a:off x="7147401" y="-884634"/>
            <a:ext cx="1305440" cy="360040"/>
          </a:xfrm>
          <a:prstGeom prst="roundRect">
            <a:avLst>
              <a:gd name="adj" fmla="val 196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Access Log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B0564C9-37B9-ACEA-C7AD-B7916EFB6EA2}"/>
              </a:ext>
            </a:extLst>
          </p:cNvPr>
          <p:cNvSpPr/>
          <p:nvPr/>
        </p:nvSpPr>
        <p:spPr>
          <a:xfrm>
            <a:off x="5515763" y="1340728"/>
            <a:ext cx="1500613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Access Logger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FFD02B4-175F-246F-87D4-389A205B68E8}"/>
              </a:ext>
            </a:extLst>
          </p:cNvPr>
          <p:cNvSpPr/>
          <p:nvPr/>
        </p:nvSpPr>
        <p:spPr>
          <a:xfrm>
            <a:off x="5603327" y="1864270"/>
            <a:ext cx="984897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Flush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F95D29E1-A8E4-7BC8-8D88-91FFE0CD83B0}"/>
              </a:ext>
            </a:extLst>
          </p:cNvPr>
          <p:cNvSpPr/>
          <p:nvPr/>
        </p:nvSpPr>
        <p:spPr>
          <a:xfrm>
            <a:off x="5515763" y="883484"/>
            <a:ext cx="1305440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About to Write Buffer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40CF03D6-8AC2-4BD8-C967-5ED15E2EDA52}"/>
              </a:ext>
            </a:extLst>
          </p:cNvPr>
          <p:cNvSpPr/>
          <p:nvPr/>
        </p:nvSpPr>
        <p:spPr>
          <a:xfrm>
            <a:off x="3275856" y="-812626"/>
            <a:ext cx="3074344" cy="360040"/>
          </a:xfrm>
          <a:prstGeom prst="roundRect">
            <a:avLst>
              <a:gd name="adj" fmla="val 1615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Event Loop (TCP Listener, UDP Listener) 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CF45895-E02A-690A-CF0D-1FDEB1DD84AB}"/>
              </a:ext>
            </a:extLst>
          </p:cNvPr>
          <p:cNvSpPr/>
          <p:nvPr/>
        </p:nvSpPr>
        <p:spPr>
          <a:xfrm>
            <a:off x="1846734" y="1934914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DF09E17-CB16-E03D-D8F9-8D9AAB4F468A}"/>
              </a:ext>
            </a:extLst>
          </p:cNvPr>
          <p:cNvSpPr/>
          <p:nvPr/>
        </p:nvSpPr>
        <p:spPr>
          <a:xfrm>
            <a:off x="1846734" y="3046273"/>
            <a:ext cx="141122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Dispatcher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(libevent, io_uring)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BACE2DD-C1CE-C292-93BE-96EC5776F874}"/>
              </a:ext>
            </a:extLst>
          </p:cNvPr>
          <p:cNvSpPr/>
          <p:nvPr/>
        </p:nvSpPr>
        <p:spPr>
          <a:xfrm>
            <a:off x="1945947" y="3712414"/>
            <a:ext cx="83516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CFCEAEA-F297-EC13-C25D-31232370B210}"/>
              </a:ext>
            </a:extLst>
          </p:cNvPr>
          <p:cNvSpPr/>
          <p:nvPr/>
        </p:nvSpPr>
        <p:spPr>
          <a:xfrm>
            <a:off x="3358272" y="3046273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793F1F1-03C7-4925-9821-844F9301E48E}"/>
              </a:ext>
            </a:extLst>
          </p:cNvPr>
          <p:cNvSpPr/>
          <p:nvPr/>
        </p:nvSpPr>
        <p:spPr>
          <a:xfrm>
            <a:off x="3358272" y="1934914"/>
            <a:ext cx="1499222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TLS </a:t>
            </a:r>
          </a:p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(Thread Local Storage)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A56882C-61D7-8642-F966-6D9CA5791365}"/>
              </a:ext>
            </a:extLst>
          </p:cNvPr>
          <p:cNvSpPr/>
          <p:nvPr/>
        </p:nvSpPr>
        <p:spPr>
          <a:xfrm>
            <a:off x="1843573" y="3586333"/>
            <a:ext cx="4964487" cy="835728"/>
          </a:xfrm>
          <a:prstGeom prst="roundRect">
            <a:avLst>
              <a:gd name="adj" fmla="val 539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Per Connection State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D6C0CD03-8FD3-C6D4-17F0-F42AA060EB6E}"/>
              </a:ext>
            </a:extLst>
          </p:cNvPr>
          <p:cNvSpPr/>
          <p:nvPr/>
        </p:nvSpPr>
        <p:spPr>
          <a:xfrm>
            <a:off x="217372" y="409412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C1B0AB1-5C62-E196-69AF-88EB53FBCCE6}"/>
              </a:ext>
            </a:extLst>
          </p:cNvPr>
          <p:cNvSpPr/>
          <p:nvPr/>
        </p:nvSpPr>
        <p:spPr>
          <a:xfrm>
            <a:off x="7411036" y="3759531"/>
            <a:ext cx="1209354" cy="353254"/>
          </a:xfrm>
          <a:prstGeom prst="roundRect">
            <a:avLst>
              <a:gd name="adj" fmla="val 116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Upstream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(Server)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F309C42-512E-306D-BB6A-B73F6CFF376D}"/>
              </a:ext>
            </a:extLst>
          </p:cNvPr>
          <p:cNvSpPr/>
          <p:nvPr/>
        </p:nvSpPr>
        <p:spPr>
          <a:xfrm>
            <a:off x="217372" y="3435808"/>
            <a:ext cx="1209354" cy="360039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Downstream A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(Client)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7A5E2843-0034-AE20-891B-35EC42201089}"/>
              </a:ext>
            </a:extLst>
          </p:cNvPr>
          <p:cNvSpPr/>
          <p:nvPr/>
        </p:nvSpPr>
        <p:spPr>
          <a:xfrm>
            <a:off x="3058778" y="371241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Listener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D07EC68C-9627-6CB4-9933-D0B01B2FBEE9}"/>
              </a:ext>
            </a:extLst>
          </p:cNvPr>
          <p:cNvSpPr/>
          <p:nvPr/>
        </p:nvSpPr>
        <p:spPr>
          <a:xfrm>
            <a:off x="4373797" y="371241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TLS Transport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Socket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69E4B347-1F20-323F-4B9A-2BFE75A4D58A}"/>
              </a:ext>
            </a:extLst>
          </p:cNvPr>
          <p:cNvSpPr/>
          <p:nvPr/>
        </p:nvSpPr>
        <p:spPr>
          <a:xfrm>
            <a:off x="5685532" y="3712414"/>
            <a:ext cx="1037351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Network Filter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Chain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90A3036-3599-F66E-EA1B-296E79B342A2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1426726" y="3892434"/>
            <a:ext cx="519221" cy="3817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1ACBD1A-E95B-6365-FA43-D866D1ADF796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2781110" y="389243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72243B6-47D4-AA99-BEA7-D799CB1AC44C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4096129" y="3892434"/>
            <a:ext cx="2776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465957D-FEA7-6E4F-87AE-A922765130D8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411148" y="3892434"/>
            <a:ext cx="2743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A0927A6-B332-684C-628B-DBCDA0E752F0}"/>
              </a:ext>
            </a:extLst>
          </p:cNvPr>
          <p:cNvCxnSpPr>
            <a:cxnSpLocks/>
            <a:stCxn id="31" idx="3"/>
            <a:endCxn id="27" idx="1"/>
          </p:cNvCxnSpPr>
          <p:nvPr/>
        </p:nvCxnSpPr>
        <p:spPr>
          <a:xfrm>
            <a:off x="6722883" y="3892434"/>
            <a:ext cx="688153" cy="437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23A43D1-A63B-366B-2DE9-54122FD30085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426726" y="3615828"/>
            <a:ext cx="322504" cy="955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F731C2B-8ED6-3984-F999-BE7684F06D8C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>
            <a:off x="6902403" y="3838361"/>
            <a:ext cx="508633" cy="97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91B2371-18C8-E878-1F7A-EC2FB29B1DF1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968596" y="3755453"/>
            <a:ext cx="442440" cy="1807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D6CC89D6-6B08-4C51-8E66-7C1DFFA3B418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7038621" y="3666760"/>
            <a:ext cx="372415" cy="2693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D11A5F9B-9B38-1ED0-9631-DB9C0D26B9A2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2552348" y="2294954"/>
            <a:ext cx="0" cy="75131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5C1AC1A1-A7B7-C3AA-2678-EEDCBF8B9069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294954"/>
            <a:ext cx="78012" cy="6480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A36FAABB-A640-98BB-ED21-CACE9ACC6BFD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294954"/>
            <a:ext cx="153277" cy="562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FC5F6D3-6D44-8E2F-8E12-29C91C059CE8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2552348" y="2294954"/>
            <a:ext cx="192947" cy="471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DFC1AB0-62B9-5385-70E7-EA499A5D7EA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72154" y="2114934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29B319A-E7D1-5F4D-7E05-5341F5378BAC}"/>
              </a:ext>
            </a:extLst>
          </p:cNvPr>
          <p:cNvSpPr txBox="1"/>
          <p:nvPr/>
        </p:nvSpPr>
        <p:spPr>
          <a:xfrm>
            <a:off x="2117532" y="2425230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post()</a:t>
            </a:r>
            <a:endParaRPr kumimoji="1" lang="ko-KR" altLang="en-US" sz="900" i="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7090DCB9-9562-D17C-9D43-B21C90669E9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2154" y="3226293"/>
            <a:ext cx="16745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458D952-A6DC-EB4B-4214-DAE679062E8D}"/>
              </a:ext>
            </a:extLst>
          </p:cNvPr>
          <p:cNvSpPr txBox="1"/>
          <p:nvPr/>
        </p:nvSpPr>
        <p:spPr>
          <a:xfrm>
            <a:off x="172154" y="1873444"/>
            <a:ext cx="1503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OS Signal, Timer, Socket </a:t>
            </a:r>
            <a:endParaRPr kumimoji="1" lang="ko-KR" altLang="en-US" sz="900" i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8468FF5-23B2-AB5E-1B94-0E2C5FFB1FAB}"/>
              </a:ext>
            </a:extLst>
          </p:cNvPr>
          <p:cNvSpPr txBox="1"/>
          <p:nvPr/>
        </p:nvSpPr>
        <p:spPr>
          <a:xfrm>
            <a:off x="172154" y="2991410"/>
            <a:ext cx="9300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00" i="1"/>
              <a:t>Timer, Socket </a:t>
            </a:r>
            <a:endParaRPr kumimoji="1" lang="ko-KR" altLang="en-US" sz="900" i="1"/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CB2ECA80-2BBE-B453-44A2-2749D7C87B92}"/>
              </a:ext>
            </a:extLst>
          </p:cNvPr>
          <p:cNvSpPr/>
          <p:nvPr/>
        </p:nvSpPr>
        <p:spPr>
          <a:xfrm>
            <a:off x="217372" y="926681"/>
            <a:ext cx="1209354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 User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Prometheus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FF66ECA3-A260-70E0-3FB6-AF1045EA1453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>
            <a:off x="1426726" y="1106702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119">
            <a:extLst>
              <a:ext uri="{FF2B5EF4-FFF2-40B4-BE49-F238E27FC236}">
                <a16:creationId xmlns:a16="http://schemas.microsoft.com/office/drawing/2014/main" id="{75D73F1F-30EC-1A2C-7365-8640507ED1FA}"/>
              </a:ext>
            </a:extLst>
          </p:cNvPr>
          <p:cNvSpPr/>
          <p:nvPr/>
        </p:nvSpPr>
        <p:spPr>
          <a:xfrm>
            <a:off x="1843572" y="139473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(Timer)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id="{ECAC3AE6-C3F5-3CBB-C901-7304F362C46D}"/>
              </a:ext>
            </a:extLst>
          </p:cNvPr>
          <p:cNvSpPr/>
          <p:nvPr/>
        </p:nvSpPr>
        <p:spPr>
          <a:xfrm>
            <a:off x="217372" y="1394734"/>
            <a:ext cx="1209354" cy="360040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StatsD Server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9C7BAAA-BD2E-4DFA-8A42-4AC40841D49C}"/>
              </a:ext>
            </a:extLst>
          </p:cNvPr>
          <p:cNvCxnSpPr>
            <a:cxnSpLocks/>
            <a:stCxn id="120" idx="1"/>
            <a:endCxn id="123" idx="3"/>
          </p:cNvCxnSpPr>
          <p:nvPr/>
        </p:nvCxnSpPr>
        <p:spPr>
          <a:xfrm flipH="1">
            <a:off x="1426726" y="1574754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0F96A675-DBE4-D519-A8D7-B1A489351CF3}"/>
              </a:ext>
            </a:extLst>
          </p:cNvPr>
          <p:cNvSpPr/>
          <p:nvPr/>
        </p:nvSpPr>
        <p:spPr>
          <a:xfrm>
            <a:off x="1843572" y="463204"/>
            <a:ext cx="1036323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(TCP Socket)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57ABA298-0F78-C4A6-43B1-73F0E3F367CD}"/>
              </a:ext>
            </a:extLst>
          </p:cNvPr>
          <p:cNvSpPr/>
          <p:nvPr/>
        </p:nvSpPr>
        <p:spPr>
          <a:xfrm>
            <a:off x="217372" y="463203"/>
            <a:ext cx="1209354" cy="360041"/>
          </a:xfrm>
          <a:prstGeom prst="roundRect">
            <a:avLst>
              <a:gd name="adj" fmla="val 1219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Control Plane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F6B9F8A0-D8AC-7A8B-3C41-72EEAD30F6A2}"/>
              </a:ext>
            </a:extLst>
          </p:cNvPr>
          <p:cNvCxnSpPr>
            <a:cxnSpLocks/>
            <a:stCxn id="151" idx="1"/>
            <a:endCxn id="152" idx="3"/>
          </p:cNvCxnSpPr>
          <p:nvPr/>
        </p:nvCxnSpPr>
        <p:spPr>
          <a:xfrm flipH="1">
            <a:off x="1426726" y="643224"/>
            <a:ext cx="4168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964C7D9-D974-8D09-3F7A-4B523FE6710D}"/>
              </a:ext>
            </a:extLst>
          </p:cNvPr>
          <p:cNvCxnSpPr>
            <a:cxnSpLocks/>
            <a:stCxn id="6" idx="2"/>
            <a:endCxn id="120" idx="0"/>
          </p:cNvCxnSpPr>
          <p:nvPr/>
        </p:nvCxnSpPr>
        <p:spPr>
          <a:xfrm>
            <a:off x="2361734" y="1286722"/>
            <a:ext cx="0" cy="1080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3FAEE9C3-74B1-2CA8-3792-D22C8215DCCD}"/>
              </a:ext>
            </a:extLst>
          </p:cNvPr>
          <p:cNvSpPr/>
          <p:nvPr/>
        </p:nvSpPr>
        <p:spPr>
          <a:xfrm>
            <a:off x="5497187" y="1797972"/>
            <a:ext cx="1519189" cy="498405"/>
          </a:xfrm>
          <a:prstGeom prst="roundRect">
            <a:avLst>
              <a:gd name="adj" fmla="val 10985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ko-KR" sz="900">
                <a:solidFill>
                  <a:schemeClr val="tx1"/>
                </a:solidFill>
              </a:rPr>
              <a:t>Lock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0AC85451-A372-D391-0650-B042C0FC6BAF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095776" y="2222338"/>
            <a:ext cx="0" cy="7159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EC286076-D0D7-BFAA-BD95-E20A4BA987E8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22338"/>
            <a:ext cx="60400" cy="6330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E892DD54-D04B-F016-F066-29A31AD47A81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22338"/>
            <a:ext cx="114935" cy="540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F28E5335-96EE-9562-79D1-DE06488B13C9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095776" y="2222338"/>
            <a:ext cx="170293" cy="4631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4CB96CFE-E661-CCEB-B86C-F1A67ED9E156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6095776" y="1698796"/>
            <a:ext cx="170294" cy="1654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868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7881-B778-EA95-D0D2-D9A9C29E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E5F1CF1-678E-7237-EEE1-E2A0B84A63E0}"/>
              </a:ext>
            </a:extLst>
          </p:cNvPr>
          <p:cNvSpPr/>
          <p:nvPr/>
        </p:nvSpPr>
        <p:spPr>
          <a:xfrm>
            <a:off x="467544" y="267494"/>
            <a:ext cx="7776864" cy="4608512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B7C198DF-1634-97A9-A198-D1CE1FA44BC1}"/>
              </a:ext>
            </a:extLst>
          </p:cNvPr>
          <p:cNvSpPr/>
          <p:nvPr/>
        </p:nvSpPr>
        <p:spPr>
          <a:xfrm>
            <a:off x="612190" y="375506"/>
            <a:ext cx="3959810" cy="270030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30022A3-60F0-99C7-7297-0E241EEDE212}"/>
              </a:ext>
            </a:extLst>
          </p:cNvPr>
          <p:cNvSpPr/>
          <p:nvPr/>
        </p:nvSpPr>
        <p:spPr>
          <a:xfrm>
            <a:off x="612191" y="3192374"/>
            <a:ext cx="5923800" cy="1575620"/>
          </a:xfrm>
          <a:prstGeom prst="roundRect">
            <a:avLst>
              <a:gd name="adj" fmla="val 903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4F21EAE-592B-0DF8-C7DD-5C2A5FEE32C7}"/>
              </a:ext>
            </a:extLst>
          </p:cNvPr>
          <p:cNvSpPr/>
          <p:nvPr/>
        </p:nvSpPr>
        <p:spPr>
          <a:xfrm>
            <a:off x="5119236" y="375506"/>
            <a:ext cx="2969548" cy="1224136"/>
          </a:xfrm>
          <a:prstGeom prst="roundRect">
            <a:avLst>
              <a:gd name="adj" fmla="val 571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File 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38E0645-B0D1-0F01-0CC1-C93AAED7BDB5}"/>
              </a:ext>
            </a:extLst>
          </p:cNvPr>
          <p:cNvSpPr/>
          <p:nvPr/>
        </p:nvSpPr>
        <p:spPr>
          <a:xfrm>
            <a:off x="1050341" y="663538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xDS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5B7E67B-BE3A-9E98-EFFE-D2D70E74417F}"/>
              </a:ext>
            </a:extLst>
          </p:cNvPr>
          <p:cNvSpPr/>
          <p:nvPr/>
        </p:nvSpPr>
        <p:spPr>
          <a:xfrm>
            <a:off x="1987878" y="663538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Runtime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3A4F474-33D3-CE34-8FAF-588F6B0B0D35}"/>
              </a:ext>
            </a:extLst>
          </p:cNvPr>
          <p:cNvSpPr/>
          <p:nvPr/>
        </p:nvSpPr>
        <p:spPr>
          <a:xfrm>
            <a:off x="2925416" y="663538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Stat Flush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(Timer)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10227A4-90F7-0613-42E5-395D663C3743}"/>
              </a:ext>
            </a:extLst>
          </p:cNvPr>
          <p:cNvSpPr/>
          <p:nvPr/>
        </p:nvSpPr>
        <p:spPr>
          <a:xfrm>
            <a:off x="1987879" y="1131590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Admin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510E6FE-15D0-CBB0-1687-1A3BFAC31D3F}"/>
              </a:ext>
            </a:extLst>
          </p:cNvPr>
          <p:cNvSpPr/>
          <p:nvPr/>
        </p:nvSpPr>
        <p:spPr>
          <a:xfrm>
            <a:off x="2925416" y="1131590"/>
            <a:ext cx="1211974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Process Management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9A472BA-B91A-5DF4-68CE-E53452A902FB}"/>
              </a:ext>
            </a:extLst>
          </p:cNvPr>
          <p:cNvSpPr/>
          <p:nvPr/>
        </p:nvSpPr>
        <p:spPr>
          <a:xfrm>
            <a:off x="7147401" y="-884634"/>
            <a:ext cx="1305440" cy="360040"/>
          </a:xfrm>
          <a:prstGeom prst="roundRect">
            <a:avLst>
              <a:gd name="adj" fmla="val 196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Access Log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A088B51-9761-68D0-BA13-948B145EC97A}"/>
              </a:ext>
            </a:extLst>
          </p:cNvPr>
          <p:cNvSpPr/>
          <p:nvPr/>
        </p:nvSpPr>
        <p:spPr>
          <a:xfrm>
            <a:off x="5230550" y="665510"/>
            <a:ext cx="2718865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Access Logger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F336515-1208-8069-B766-BFDFCC433BFE}"/>
              </a:ext>
            </a:extLst>
          </p:cNvPr>
          <p:cNvSpPr/>
          <p:nvPr/>
        </p:nvSpPr>
        <p:spPr>
          <a:xfrm>
            <a:off x="5230551" y="1133562"/>
            <a:ext cx="1305440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Flush Buffer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61C5B17F-8893-A37E-DDFB-7ABBB0BF0B69}"/>
              </a:ext>
            </a:extLst>
          </p:cNvPr>
          <p:cNvSpPr/>
          <p:nvPr/>
        </p:nvSpPr>
        <p:spPr>
          <a:xfrm>
            <a:off x="6643976" y="1133562"/>
            <a:ext cx="1305440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About to Write Buffer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D7E6B6E-D8BB-621C-3F57-7A82BD4B8C13}"/>
              </a:ext>
            </a:extLst>
          </p:cNvPr>
          <p:cNvSpPr/>
          <p:nvPr/>
        </p:nvSpPr>
        <p:spPr>
          <a:xfrm>
            <a:off x="742340" y="1667451"/>
            <a:ext cx="3685644" cy="1286803"/>
          </a:xfrm>
          <a:prstGeom prst="roundRect">
            <a:avLst>
              <a:gd name="adj" fmla="val 807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>
                <a:solidFill>
                  <a:schemeClr val="tx1"/>
                </a:solidFill>
              </a:rPr>
              <a:t>Event Loop (libevent)</a:t>
            </a:r>
          </a:p>
          <a:p>
            <a:endParaRPr kumimoji="1" lang="en-US" altLang="ko-KR" sz="1000">
              <a:solidFill>
                <a:schemeClr val="tx1"/>
              </a:solidFill>
            </a:endParaRP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SignalEvent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: SIGTERM,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SIGINT</a:t>
            </a:r>
            <a:r>
              <a:rPr kumimoji="1" lang="en-US" altLang="ko-KR" sz="1000">
                <a:solidFill>
                  <a:schemeClr val="tx1"/>
                </a:solidFill>
              </a:rPr>
              <a:t>,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SIGUSR1</a:t>
            </a:r>
            <a:r>
              <a:rPr kumimoji="1" lang="en-US" altLang="ko-KR" sz="1000">
                <a:solidFill>
                  <a:schemeClr val="tx1"/>
                </a:solidFill>
              </a:rPr>
              <a:t>,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SIGHUP</a:t>
            </a:r>
            <a:endParaRPr kumimoji="1" lang="en-US" altLang="ko-KR" sz="1000">
              <a:solidFill>
                <a:schemeClr val="tx1"/>
              </a:solidFill>
            </a:endParaRP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FileEvent (Socket) :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xDS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gRPC, Admin Server, Hot Restart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Timer : Stats Flush, WatchDog Touch, Drain, Cluster Init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Post Callback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Schedulable Callback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Deferred Delete</a:t>
            </a:r>
            <a:endParaRPr kumimoji="1" lang="en-US" altLang="ko-KR" sz="10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836AA29-4AF8-1F5A-101B-6706FBE884B0}"/>
              </a:ext>
            </a:extLst>
          </p:cNvPr>
          <p:cNvSpPr/>
          <p:nvPr/>
        </p:nvSpPr>
        <p:spPr>
          <a:xfrm>
            <a:off x="4778860" y="-364240"/>
            <a:ext cx="3074344" cy="360040"/>
          </a:xfrm>
          <a:prstGeom prst="roundRect">
            <a:avLst>
              <a:gd name="adj" fmla="val 1615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Event Loop (TCP Listener, UDP Listener) 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05FA0F77-0D7C-F254-EE9E-BE0267D9D9F6}"/>
              </a:ext>
            </a:extLst>
          </p:cNvPr>
          <p:cNvSpPr/>
          <p:nvPr/>
        </p:nvSpPr>
        <p:spPr>
          <a:xfrm>
            <a:off x="742340" y="3722561"/>
            <a:ext cx="3685644" cy="757401"/>
          </a:xfrm>
          <a:prstGeom prst="roundRect">
            <a:avLst>
              <a:gd name="adj" fmla="val 102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>
                <a:solidFill>
                  <a:schemeClr val="tx1"/>
                </a:solidFill>
              </a:rPr>
              <a:t>Event Loop (libevent)</a:t>
            </a:r>
          </a:p>
          <a:p>
            <a:endParaRPr kumimoji="1" lang="en-US" altLang="ko-KR" sz="1000">
              <a:solidFill>
                <a:schemeClr val="tx1"/>
              </a:solidFill>
            </a:endParaRP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FileEvent (Socket) :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Downstream, Upstream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Timer : Connection Timeout</a:t>
            </a:r>
          </a:p>
        </p:txBody>
      </p:sp>
    </p:spTree>
    <p:extLst>
      <p:ext uri="{BB962C8B-B14F-4D97-AF65-F5344CB8AC3E}">
        <p14:creationId xmlns:p14="http://schemas.microsoft.com/office/powerpoint/2010/main" val="3823337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EDED408-7D37-528A-E17F-D422EAE79814}"/>
              </a:ext>
            </a:extLst>
          </p:cNvPr>
          <p:cNvSpPr/>
          <p:nvPr/>
        </p:nvSpPr>
        <p:spPr>
          <a:xfrm>
            <a:off x="656877" y="771550"/>
            <a:ext cx="7776864" cy="3888432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C5AD7FC-1712-3BF5-D247-7A272BDE6247}"/>
              </a:ext>
            </a:extLst>
          </p:cNvPr>
          <p:cNvSpPr/>
          <p:nvPr/>
        </p:nvSpPr>
        <p:spPr>
          <a:xfrm>
            <a:off x="801523" y="879562"/>
            <a:ext cx="3959810" cy="270030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3C7BDDE-38B5-72DA-2954-931550280FC8}"/>
              </a:ext>
            </a:extLst>
          </p:cNvPr>
          <p:cNvSpPr/>
          <p:nvPr/>
        </p:nvSpPr>
        <p:spPr>
          <a:xfrm>
            <a:off x="2843808" y="2472618"/>
            <a:ext cx="3881516" cy="1575620"/>
          </a:xfrm>
          <a:prstGeom prst="roundRect">
            <a:avLst>
              <a:gd name="adj" fmla="val 903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A4F7D91-19AF-77AC-C89A-F11E6ADAED58}"/>
              </a:ext>
            </a:extLst>
          </p:cNvPr>
          <p:cNvSpPr/>
          <p:nvPr/>
        </p:nvSpPr>
        <p:spPr>
          <a:xfrm>
            <a:off x="5308569" y="879562"/>
            <a:ext cx="2969548" cy="1224136"/>
          </a:xfrm>
          <a:prstGeom prst="roundRect">
            <a:avLst>
              <a:gd name="adj" fmla="val 571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File 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56E1F73-D97F-CDDF-8D35-C47FE999091A}"/>
              </a:ext>
            </a:extLst>
          </p:cNvPr>
          <p:cNvSpPr/>
          <p:nvPr/>
        </p:nvSpPr>
        <p:spPr>
          <a:xfrm>
            <a:off x="1239674" y="1167594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xDS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FileEvent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5908A03-E5E9-4A38-3371-E01839FFB360}"/>
              </a:ext>
            </a:extLst>
          </p:cNvPr>
          <p:cNvSpPr/>
          <p:nvPr/>
        </p:nvSpPr>
        <p:spPr>
          <a:xfrm>
            <a:off x="2177211" y="1167594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Runtime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AB77BBD-2B8A-4802-8696-5D994DCE0E36}"/>
              </a:ext>
            </a:extLst>
          </p:cNvPr>
          <p:cNvSpPr/>
          <p:nvPr/>
        </p:nvSpPr>
        <p:spPr>
          <a:xfrm>
            <a:off x="3114749" y="1167594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Stat Flush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Timer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78952E2-E44E-7672-C572-C2B70BC014CB}"/>
              </a:ext>
            </a:extLst>
          </p:cNvPr>
          <p:cNvSpPr/>
          <p:nvPr/>
        </p:nvSpPr>
        <p:spPr>
          <a:xfrm>
            <a:off x="1239674" y="1635646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Admin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FileEvent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CD0A68E-C8F6-322B-9087-1C0BBC53045B}"/>
              </a:ext>
            </a:extLst>
          </p:cNvPr>
          <p:cNvSpPr/>
          <p:nvPr/>
        </p:nvSpPr>
        <p:spPr>
          <a:xfrm>
            <a:off x="2177211" y="1635646"/>
            <a:ext cx="1759878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Process Management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/ SignalEvent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EBC0293-AFF4-0E3A-A960-44A661F47DBA}"/>
              </a:ext>
            </a:extLst>
          </p:cNvPr>
          <p:cNvSpPr/>
          <p:nvPr/>
        </p:nvSpPr>
        <p:spPr>
          <a:xfrm>
            <a:off x="7147401" y="-884634"/>
            <a:ext cx="1305440" cy="360040"/>
          </a:xfrm>
          <a:prstGeom prst="roundRect">
            <a:avLst>
              <a:gd name="adj" fmla="val 196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Access Log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EEBA475-32C8-9556-E965-8FF9CB96CDCD}"/>
              </a:ext>
            </a:extLst>
          </p:cNvPr>
          <p:cNvSpPr/>
          <p:nvPr/>
        </p:nvSpPr>
        <p:spPr>
          <a:xfrm>
            <a:off x="5419883" y="1169566"/>
            <a:ext cx="2718865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Access Logger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49249FB-0D15-29D3-CE5D-B112524B502E}"/>
              </a:ext>
            </a:extLst>
          </p:cNvPr>
          <p:cNvSpPr/>
          <p:nvPr/>
        </p:nvSpPr>
        <p:spPr>
          <a:xfrm>
            <a:off x="5419884" y="1637618"/>
            <a:ext cx="1305440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Flush Buffer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AF8828C3-761F-7E0A-48B8-6407EB70F08D}"/>
              </a:ext>
            </a:extLst>
          </p:cNvPr>
          <p:cNvSpPr/>
          <p:nvPr/>
        </p:nvSpPr>
        <p:spPr>
          <a:xfrm>
            <a:off x="6833309" y="1637618"/>
            <a:ext cx="1305440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About to Write Buffer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45293EE-B0E6-27E3-2A5C-919D50A64338}"/>
              </a:ext>
            </a:extLst>
          </p:cNvPr>
          <p:cNvSpPr/>
          <p:nvPr/>
        </p:nvSpPr>
        <p:spPr>
          <a:xfrm>
            <a:off x="4778860" y="-364240"/>
            <a:ext cx="3074344" cy="360040"/>
          </a:xfrm>
          <a:prstGeom prst="roundRect">
            <a:avLst>
              <a:gd name="adj" fmla="val 1615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Event Loop (TCP Listener, UDP Listener) 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456BC39-D653-5C21-B409-2FD6AC728732}"/>
              </a:ext>
            </a:extLst>
          </p:cNvPr>
          <p:cNvSpPr/>
          <p:nvPr/>
        </p:nvSpPr>
        <p:spPr>
          <a:xfrm>
            <a:off x="656877" y="-20538"/>
            <a:ext cx="1504981" cy="360040"/>
          </a:xfrm>
          <a:prstGeom prst="roundRect">
            <a:avLst>
              <a:gd name="adj" fmla="val 2240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EKS Control Plane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6777BA6-3F07-0EE1-DFD9-746921916B59}"/>
              </a:ext>
            </a:extLst>
          </p:cNvPr>
          <p:cNvSpPr/>
          <p:nvPr/>
        </p:nvSpPr>
        <p:spPr>
          <a:xfrm>
            <a:off x="2999551" y="-20538"/>
            <a:ext cx="1504981" cy="360040"/>
          </a:xfrm>
          <a:prstGeom prst="roundRect">
            <a:avLst>
              <a:gd name="adj" fmla="val 2240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Export Metric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95E1BB7F-929E-5255-CD27-DC0C0B808D3D}"/>
              </a:ext>
            </a:extLst>
          </p:cNvPr>
          <p:cNvSpPr/>
          <p:nvPr/>
        </p:nvSpPr>
        <p:spPr>
          <a:xfrm>
            <a:off x="2987099" y="-600880"/>
            <a:ext cx="1504981" cy="360040"/>
          </a:xfrm>
          <a:prstGeom prst="roundRect">
            <a:avLst>
              <a:gd name="adj" fmla="val 2240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Statsd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473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49B01-4E10-F64A-A8D8-C6FB89BA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C23562E3-96BF-DA77-E37B-D1653258277A}"/>
              </a:ext>
            </a:extLst>
          </p:cNvPr>
          <p:cNvSpPr/>
          <p:nvPr/>
        </p:nvSpPr>
        <p:spPr>
          <a:xfrm>
            <a:off x="467544" y="267494"/>
            <a:ext cx="7776864" cy="4608512"/>
          </a:xfrm>
          <a:prstGeom prst="roundRect">
            <a:avLst>
              <a:gd name="adj" fmla="val 262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en-US" altLang="ko-KR" sz="1050" b="1">
                <a:solidFill>
                  <a:schemeClr val="tx1"/>
                </a:solidFill>
              </a:rPr>
              <a:t>Envoy Process</a:t>
            </a:r>
            <a:endParaRPr kumimoji="1" lang="ko-KR" altLang="en-US" sz="1050" b="1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77EF5E9-356C-61AC-03A2-CF845E957B50}"/>
              </a:ext>
            </a:extLst>
          </p:cNvPr>
          <p:cNvSpPr/>
          <p:nvPr/>
        </p:nvSpPr>
        <p:spPr>
          <a:xfrm>
            <a:off x="612190" y="375506"/>
            <a:ext cx="3959810" cy="2700300"/>
          </a:xfrm>
          <a:prstGeom prst="roundRect">
            <a:avLst>
              <a:gd name="adj" fmla="val 477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Main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D57B2BC-E3B7-7818-CFE8-298F0C7EF9DE}"/>
              </a:ext>
            </a:extLst>
          </p:cNvPr>
          <p:cNvSpPr/>
          <p:nvPr/>
        </p:nvSpPr>
        <p:spPr>
          <a:xfrm>
            <a:off x="612191" y="3192374"/>
            <a:ext cx="5923800" cy="1575620"/>
          </a:xfrm>
          <a:prstGeom prst="roundRect">
            <a:avLst>
              <a:gd name="adj" fmla="val 903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Worker Threads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FF610D2-D9AB-01C0-1BFF-4C88C17D6E42}"/>
              </a:ext>
            </a:extLst>
          </p:cNvPr>
          <p:cNvSpPr/>
          <p:nvPr/>
        </p:nvSpPr>
        <p:spPr>
          <a:xfrm>
            <a:off x="5119236" y="375506"/>
            <a:ext cx="2969548" cy="1224136"/>
          </a:xfrm>
          <a:prstGeom prst="roundRect">
            <a:avLst>
              <a:gd name="adj" fmla="val 571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File Flush Thread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451233F-8D9B-07F3-D364-096A8853F4C0}"/>
              </a:ext>
            </a:extLst>
          </p:cNvPr>
          <p:cNvSpPr/>
          <p:nvPr/>
        </p:nvSpPr>
        <p:spPr>
          <a:xfrm>
            <a:off x="1050341" y="663538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xDS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8C1BED5-C3F3-209A-8EA2-2840CC19E776}"/>
              </a:ext>
            </a:extLst>
          </p:cNvPr>
          <p:cNvSpPr/>
          <p:nvPr/>
        </p:nvSpPr>
        <p:spPr>
          <a:xfrm>
            <a:off x="1987878" y="663538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Runtime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2A08B53-D7F7-7C9D-A06E-9592D4E31DF5}"/>
              </a:ext>
            </a:extLst>
          </p:cNvPr>
          <p:cNvSpPr/>
          <p:nvPr/>
        </p:nvSpPr>
        <p:spPr>
          <a:xfrm>
            <a:off x="2925416" y="663538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Stat Flush</a:t>
            </a:r>
          </a:p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(Timer)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06320A79-3033-E2B0-83C8-D0E4EAA66D80}"/>
              </a:ext>
            </a:extLst>
          </p:cNvPr>
          <p:cNvSpPr/>
          <p:nvPr/>
        </p:nvSpPr>
        <p:spPr>
          <a:xfrm>
            <a:off x="1987879" y="1131590"/>
            <a:ext cx="822340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Admin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03416EB-2862-F640-1404-DA2BBF30E3AC}"/>
              </a:ext>
            </a:extLst>
          </p:cNvPr>
          <p:cNvSpPr/>
          <p:nvPr/>
        </p:nvSpPr>
        <p:spPr>
          <a:xfrm>
            <a:off x="2925416" y="1131590"/>
            <a:ext cx="1211974" cy="360040"/>
          </a:xfrm>
          <a:prstGeom prst="roundRect">
            <a:avLst>
              <a:gd name="adj" fmla="val 149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Process Management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1A0906A-F14E-A9AE-E9FB-3ABA1E2D1126}"/>
              </a:ext>
            </a:extLst>
          </p:cNvPr>
          <p:cNvSpPr/>
          <p:nvPr/>
        </p:nvSpPr>
        <p:spPr>
          <a:xfrm>
            <a:off x="7147401" y="-884634"/>
            <a:ext cx="1305440" cy="360040"/>
          </a:xfrm>
          <a:prstGeom prst="roundRect">
            <a:avLst>
              <a:gd name="adj" fmla="val 1964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Access Log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BF24540-3A41-B90A-CC88-B43C2277D7C3}"/>
              </a:ext>
            </a:extLst>
          </p:cNvPr>
          <p:cNvSpPr/>
          <p:nvPr/>
        </p:nvSpPr>
        <p:spPr>
          <a:xfrm>
            <a:off x="5230550" y="665510"/>
            <a:ext cx="2718865" cy="358068"/>
          </a:xfrm>
          <a:prstGeom prst="roundRect">
            <a:avLst>
              <a:gd name="adj" fmla="val 1964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Access Logger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D443908-6A3D-39AF-DB99-B0BFD4F68B63}"/>
              </a:ext>
            </a:extLst>
          </p:cNvPr>
          <p:cNvSpPr/>
          <p:nvPr/>
        </p:nvSpPr>
        <p:spPr>
          <a:xfrm>
            <a:off x="5230551" y="1133562"/>
            <a:ext cx="1305440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Flush Buffer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B6D05E3-CBBA-53AA-2D51-047A6B4506AD}"/>
              </a:ext>
            </a:extLst>
          </p:cNvPr>
          <p:cNvSpPr/>
          <p:nvPr/>
        </p:nvSpPr>
        <p:spPr>
          <a:xfrm>
            <a:off x="6643976" y="1133562"/>
            <a:ext cx="1305440" cy="358068"/>
          </a:xfrm>
          <a:prstGeom prst="roundRect">
            <a:avLst>
              <a:gd name="adj" fmla="val 19649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About to Write Buffer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A1F535E-3E8B-5694-B368-B4385CA56F3D}"/>
              </a:ext>
            </a:extLst>
          </p:cNvPr>
          <p:cNvSpPr/>
          <p:nvPr/>
        </p:nvSpPr>
        <p:spPr>
          <a:xfrm>
            <a:off x="742340" y="1667451"/>
            <a:ext cx="3685644" cy="1286803"/>
          </a:xfrm>
          <a:prstGeom prst="roundRect">
            <a:avLst>
              <a:gd name="adj" fmla="val 807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>
                <a:solidFill>
                  <a:schemeClr val="tx1"/>
                </a:solidFill>
              </a:rPr>
              <a:t>Event Loop (libevent)</a:t>
            </a:r>
          </a:p>
          <a:p>
            <a:endParaRPr kumimoji="1" lang="en-US" altLang="ko-KR" sz="1000">
              <a:solidFill>
                <a:schemeClr val="tx1"/>
              </a:solidFill>
            </a:endParaRP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SignalEvent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: SIGTERM,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SIGINT</a:t>
            </a:r>
            <a:r>
              <a:rPr kumimoji="1" lang="en-US" altLang="ko-KR" sz="1000">
                <a:solidFill>
                  <a:schemeClr val="tx1"/>
                </a:solidFill>
              </a:rPr>
              <a:t>,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SIGUSR1</a:t>
            </a:r>
            <a:r>
              <a:rPr kumimoji="1" lang="en-US" altLang="ko-KR" sz="1000">
                <a:solidFill>
                  <a:schemeClr val="tx1"/>
                </a:solidFill>
              </a:rPr>
              <a:t>,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SIGHUP</a:t>
            </a:r>
            <a:endParaRPr kumimoji="1" lang="en-US" altLang="ko-KR" sz="1000">
              <a:solidFill>
                <a:schemeClr val="tx1"/>
              </a:solidFill>
            </a:endParaRP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FileEvent (Socket) :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xDS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gRPC, Admin Server, Hot Restart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Timer : Stats Flush, WatchDog Touch, Drain, Cluster Init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Post Callback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Schedulable Callback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" altLang="ko-KR" sz="1000">
                <a:solidFill>
                  <a:schemeClr val="tx1"/>
                </a:solidFill>
              </a:rPr>
              <a:t>Deferred Delete</a:t>
            </a:r>
            <a:endParaRPr kumimoji="1" lang="en-US" altLang="ko-KR" sz="10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AACDAB8-1354-A46F-26E8-56EA58CE13D5}"/>
              </a:ext>
            </a:extLst>
          </p:cNvPr>
          <p:cNvSpPr/>
          <p:nvPr/>
        </p:nvSpPr>
        <p:spPr>
          <a:xfrm>
            <a:off x="4778860" y="-364240"/>
            <a:ext cx="3074344" cy="360040"/>
          </a:xfrm>
          <a:prstGeom prst="roundRect">
            <a:avLst>
              <a:gd name="adj" fmla="val 1615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Event Loop (TCP Listener, UDP Listener) 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D2759953-94D8-931A-CC4B-84E7A2F457E5}"/>
              </a:ext>
            </a:extLst>
          </p:cNvPr>
          <p:cNvSpPr/>
          <p:nvPr/>
        </p:nvSpPr>
        <p:spPr>
          <a:xfrm>
            <a:off x="742340" y="3722561"/>
            <a:ext cx="3685644" cy="757401"/>
          </a:xfrm>
          <a:prstGeom prst="roundRect">
            <a:avLst>
              <a:gd name="adj" fmla="val 102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>
                <a:solidFill>
                  <a:schemeClr val="tx1"/>
                </a:solidFill>
              </a:rPr>
              <a:t>Event Loop (libevent)</a:t>
            </a:r>
          </a:p>
          <a:p>
            <a:endParaRPr kumimoji="1" lang="en-US" altLang="ko-KR" sz="1000">
              <a:solidFill>
                <a:schemeClr val="tx1"/>
              </a:solidFill>
            </a:endParaRPr>
          </a:p>
          <a:p>
            <a:r>
              <a:rPr kumimoji="1" lang="en-US" altLang="ko-KR" sz="1000">
                <a:solidFill>
                  <a:schemeClr val="tx1"/>
                </a:solidFill>
              </a:rPr>
              <a:t>-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FileEvent (Socket) :</a:t>
            </a:r>
            <a:r>
              <a:rPr kumimoji="1" lang="ko-KR" altLang="en-US" sz="1000">
                <a:solidFill>
                  <a:schemeClr val="tx1"/>
                </a:solidFill>
              </a:rPr>
              <a:t> </a:t>
            </a:r>
            <a:r>
              <a:rPr kumimoji="1" lang="en-US" altLang="ko-KR" sz="1000">
                <a:solidFill>
                  <a:schemeClr val="tx1"/>
                </a:solidFill>
              </a:rPr>
              <a:t>Downstream, Upstream</a:t>
            </a:r>
          </a:p>
          <a:p>
            <a:r>
              <a:rPr kumimoji="1" lang="en-US" altLang="ko-KR" sz="1000">
                <a:solidFill>
                  <a:schemeClr val="tx1"/>
                </a:solidFill>
              </a:rPr>
              <a:t>- Timer : Connection Timeout</a:t>
            </a:r>
          </a:p>
        </p:txBody>
      </p:sp>
    </p:spTree>
    <p:extLst>
      <p:ext uri="{BB962C8B-B14F-4D97-AF65-F5344CB8AC3E}">
        <p14:creationId xmlns:p14="http://schemas.microsoft.com/office/powerpoint/2010/main" val="2752325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51451</TotalTime>
  <Words>3824</Words>
  <Application>Microsoft Macintosh PowerPoint</Application>
  <PresentationFormat>화면 슬라이드 쇼(16:9)</PresentationFormat>
  <Paragraphs>1381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5029</cp:revision>
  <dcterms:created xsi:type="dcterms:W3CDTF">2006-10-05T04:04:58Z</dcterms:created>
  <dcterms:modified xsi:type="dcterms:W3CDTF">2026-06-27T03:06:46Z</dcterms:modified>
</cp:coreProperties>
</file>
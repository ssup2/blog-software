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65" r:id="rId2"/>
    <p:sldId id="366" r:id="rId3"/>
    <p:sldId id="363" r:id="rId4"/>
    <p:sldId id="369" r:id="rId5"/>
    <p:sldId id="376" r:id="rId6"/>
    <p:sldId id="375" r:id="rId7"/>
    <p:sldId id="374" r:id="rId8"/>
    <p:sldId id="373" r:id="rId9"/>
    <p:sldId id="372" r:id="rId10"/>
    <p:sldId id="371" r:id="rId11"/>
    <p:sldId id="370" r:id="rId12"/>
    <p:sldId id="368" r:id="rId13"/>
    <p:sldId id="367" r:id="rId14"/>
    <p:sldId id="362" r:id="rId15"/>
    <p:sldId id="364" r:id="rId1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1368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43574</TotalTime>
  <Words>1915</Words>
  <Application>Microsoft Macintosh PowerPoint</Application>
  <PresentationFormat>화면 슬라이드 쇼(16:9)</PresentationFormat>
  <Paragraphs>665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4915</cp:revision>
  <dcterms:created xsi:type="dcterms:W3CDTF">2006-10-05T04:04:58Z</dcterms:created>
  <dcterms:modified xsi:type="dcterms:W3CDTF">2026-06-21T13:53:01Z</dcterms:modified>
</cp:coreProperties>
</file>
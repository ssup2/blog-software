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65" r:id="rId2"/>
    <p:sldId id="366" r:id="rId3"/>
    <p:sldId id="363" r:id="rId4"/>
    <p:sldId id="369" r:id="rId5"/>
    <p:sldId id="378" r:id="rId6"/>
    <p:sldId id="379" r:id="rId7"/>
    <p:sldId id="377" r:id="rId8"/>
    <p:sldId id="376" r:id="rId9"/>
    <p:sldId id="375" r:id="rId10"/>
    <p:sldId id="374" r:id="rId11"/>
    <p:sldId id="373" r:id="rId12"/>
    <p:sldId id="372" r:id="rId13"/>
    <p:sldId id="371" r:id="rId14"/>
    <p:sldId id="370" r:id="rId15"/>
    <p:sldId id="368" r:id="rId16"/>
    <p:sldId id="367" r:id="rId17"/>
    <p:sldId id="362" r:id="rId18"/>
    <p:sldId id="364" r:id="rId1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48" autoAdjust="0"/>
    <p:restoredTop sz="81275" autoAdjust="0"/>
  </p:normalViewPr>
  <p:slideViewPr>
    <p:cSldViewPr>
      <p:cViewPr>
        <p:scale>
          <a:sx n="206" d="100"/>
          <a:sy n="206" d="100"/>
        </p:scale>
        <p:origin x="2264" y="166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303093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099462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175035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363903"/>
            <a:ext cx="5598418" cy="448687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34546"/>
            <a:ext cx="3545657" cy="2345829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245680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92878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(SIGTERM, Timer)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739043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337715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39074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337715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046959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337715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39074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797890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230573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945470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669631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3905321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046959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3905321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200351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200351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200351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200351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095971"/>
            <a:ext cx="681761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823023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012639"/>
            <a:ext cx="508633" cy="833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941994"/>
            <a:ext cx="442440" cy="153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866421"/>
            <a:ext cx="372415" cy="2295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697530"/>
            <a:ext cx="192947" cy="4019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5441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790511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49110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338368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290967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531649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68504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930469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930469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2083860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13560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838433"/>
            <a:ext cx="0" cy="920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294355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287656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736782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890175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697530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697530"/>
            <a:ext cx="192946" cy="40193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392178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350846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338660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39515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700254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763342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520991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562918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1841997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148799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227196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98773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103204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08853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393636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447688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782207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184199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994549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1237052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29684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449392"/>
            <a:ext cx="606916" cy="4456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531650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5170099" y="1538514"/>
            <a:ext cx="223338" cy="35654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</p:cNvCxnSpPr>
          <p:nvPr/>
        </p:nvCxnSpPr>
        <p:spPr>
          <a:xfrm flipH="1" flipV="1">
            <a:off x="5170099" y="1538514"/>
            <a:ext cx="219130" cy="22705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1861267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780375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229500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225825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535901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685042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287656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287656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897453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13426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287656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74406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897453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254185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999477" y="110634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421658" y="9331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164001" y="937005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904A3FC-69BE-E5B1-9DAC-5277643071CF}"/>
              </a:ext>
            </a:extLst>
          </p:cNvPr>
          <p:cNvSpPr/>
          <p:nvPr/>
        </p:nvSpPr>
        <p:spPr>
          <a:xfrm>
            <a:off x="5993353" y="117087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9738655-C429-D62E-F563-287DD3F73BB5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626166-BC63-3168-6480-1823D659E678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98792464-FB67-6801-E609-E7F026EC0426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8C489EF-4CB7-B280-9674-9A94FC8F75C6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F2DD60D-41F5-F2E6-B0FF-BE385022DBCD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1CAFBA35-3B13-18B1-7316-768140133F82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FBEBD14-9FA0-595C-318D-A1F65E451172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8DF1754-4149-1C17-FD25-3D1C9240E852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26E78DF-9D1F-9D7D-DB49-4419C7B896AC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F2E3AB-4BC2-777B-2B13-BC2C1587883A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31C53-3E47-1674-0669-932190F5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213B35A-CA34-423A-3A3D-C515AFEC1A01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720045E-BD25-A7FD-69FB-79349A086BAD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3207B28-F05B-D0F1-1679-552F4F1A3661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96B9A1E-3F24-D1B6-366A-1E0760698FBA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8EB47BC-C348-BD3B-11BF-CECBA51C7F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B99F47-A001-DEC5-2C5D-E183AC6B3803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A304A95-A6BD-4BA6-745B-2EEFB3377D50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D04D734-7EF5-BDB0-BF7A-FAE1D84175B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A888017-514F-2F8D-14F0-67BD48523A2D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80F942E-AD8A-7DF1-AC0F-5CC7D6858A69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159F8BB-070C-E514-59B5-A5625D199557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6D9F3F8-272D-AB12-A807-A17438A47B87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EF5AE9F-FFB4-2942-134C-274E08E7FB26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572B1EE-0D45-BCF3-6827-5A91FC647002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A84B7064-4836-0483-EB2F-B523059DC938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8048FC8-C967-ADA3-AF4E-5C3BA65C417B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238A5C2-9F37-B008-2A2A-BB451D47E87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F3AFFD31-47A4-2B08-AE5E-2E26790947BA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1070D40-BAA9-7ED7-6778-B76D8AD8FCC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5461799-AB2E-B181-81CB-0525B3D722AA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1D1869A-9382-7168-E748-13D3176DA03F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46686B-F97C-F326-439B-19022319D100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12F49C2-604B-C11E-4285-2207E7CC6410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D55B8A-FC54-9F53-CF86-1687A8D15A53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25D0E89A-51F3-F304-0FCF-BA468E9260B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A3D1FC-7715-0A94-DA06-FA052B0EE3F0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88F90AD-77B7-711C-1D45-DF0721EEC1E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6514D992-DA41-8E91-0C6B-0E7F2BEED15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7AD8EF7-0F87-AE72-4298-0CCB5F79750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E3D39A5-33CF-4079-3DAB-218FAAF5AF5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006E0AB-2FE2-745D-BBF3-9B2264B88136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969E4A2-834A-38E1-989B-374D19674B2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9C45EE11-935C-88E7-F0B7-0F3F71129F89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DDEB789-9D20-FF12-DDAE-1F975E16D92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2F8FB4CF-8C79-92D5-C41E-E723765387FC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D8A0DE8-9615-8071-853D-B2AF0164CA3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B81267C-46D3-CBCC-5AA1-5ACB114A6BF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CF35FAC-5650-BE4E-A5F3-01CC4D828B47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7927210-3B75-7303-13AA-1480E37130D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E50DDE30-D526-E077-A3EF-769EB84393B0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5F4A8BE-93F5-BB25-99A1-096FB7031B1E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F1E00EC-8AAA-12C7-6071-BA95EF485B84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EA863550-99B1-EE73-D555-29C7BD2EA479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501242EB-D69C-8EAF-12CF-82C2B1AC1E7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DF73BA70-AC6F-9B46-8614-AEB4870C995D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B38B6E-4D60-DF1F-D2ED-4945054DE5E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20AAB3A-B4E2-5D20-CA00-AA229409031D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A3F339F9-8D33-B8BD-9C86-ABF804C44491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93CA6B9E-6FF7-4B13-4CD1-E20CD173CD3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3F12346-668D-92DC-82CD-68C2209C3E1C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BBE83B73-E5D9-E0DA-CC30-0FBD572CAB07}"/>
              </a:ext>
            </a:extLst>
          </p:cNvPr>
          <p:cNvCxnSpPr>
            <a:cxnSpLocks/>
            <a:stCxn id="152" idx="2"/>
            <a:endCxn id="151" idx="0"/>
          </p:cNvCxnSpPr>
          <p:nvPr/>
        </p:nvCxnSpPr>
        <p:spPr>
          <a:xfrm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00C2EE9-7769-337B-2635-72FC266FFCA3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BE136DC-BB97-0EC8-5A83-090BD9777811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26989780-A40F-545D-759F-3D89FC2C4116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18BF435-0AE0-1D2D-2545-A4EBC21BCA9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CDC4320-9FBF-1368-D31A-9DB4F9D38BC4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64BC5079-3E9B-04F1-C2B1-A866034DB8F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50AB383-BB1A-26CB-74C3-4EEFA3B93155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6C7F5AB3-3E7C-6F07-4D65-3CFF826AF46C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95ABEE6-A5F1-79EF-39AA-D70619F860A5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09E8773-CBC0-ED8A-3EE5-E136BD090D8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D11071B-CCC9-538B-DE00-1E3C31CB7AA7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263DA2F-B8F7-966D-16BB-6A150AF74446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639B37D4-AF4A-2A3F-8010-7974E0C5EAC0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EAE255CD-8BFA-216C-3246-35EBF25DEBC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F7A30A7-9461-EC18-419E-693E209265CF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4D55FA0-4200-DF24-4B1B-5637BD078408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9C9C69B-518A-F433-71CD-62C6D87C6DC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C88B45DF-59BF-83E2-9F3D-8A77C8EB6961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5C96A3E-19FD-0658-A85B-5A21718A066B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AB153658-5A11-E988-6777-894CC95B285A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F47669DC-C9D5-35EB-6D2E-ABB3C0B7DCBE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F7CA8B14-7807-2775-1D21-683FB9AE1B31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B30AE97-E4A1-0DD5-B147-AA709E7D0456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AC4FCDB-5045-220C-353B-6E2A1F6F02EC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3F659FDF-4316-1AC8-A6B5-C3F9102471CB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523B144B-D9BA-2FA9-3CB0-B81E5962789A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E73D7BCC-CCC6-BD93-A315-752E87BF9346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1ACEABB4-01C2-D041-916C-B8A615B8542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80C59DE6-D2D9-7530-8B38-0DBF74676E5A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2FB5487C-0871-A7C7-C404-D534FF10EFD0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3E8CED00-DE3A-47F6-B796-398FBE38341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8B9A0751-3E60-C2CD-63D1-6D87267594A4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EABD4120-9C52-71D8-3044-45B3068182A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8AA3170A-52C3-5DEC-7EFA-1D2FA170BCDD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06DD276F-3870-E7CD-F5EF-04A6B810825E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413FA8B7-E241-3E96-141E-69C782196352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E81312D7-F748-B939-DAB2-3E1A1B0684E0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93D880C-D6C9-B0C6-3FF5-5323F85640D1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298979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2E4CBB1-E258-A679-CD71-BA5B1A4161D6}"/>
              </a:ext>
            </a:extLst>
          </p:cNvPr>
          <p:cNvCxnSpPr>
            <a:cxnSpLocks/>
            <a:stCxn id="151" idx="2"/>
            <a:endCxn id="199" idx="0"/>
          </p:cNvCxnSpPr>
          <p:nvPr/>
        </p:nvCxnSpPr>
        <p:spPr>
          <a:xfrm flipH="1">
            <a:off x="3510424" y="1031647"/>
            <a:ext cx="1" cy="944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263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D8AC-E055-2320-AA48-4CF2232A9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710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92EF1-93BB-0646-7EF3-A26F9D263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D410D2F-CF36-0E90-3526-75C0D52D82FF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9BD213A-9243-CD24-B68A-D9ED8A152846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2ABB1AB-AF0A-196F-8CB1-833AFADD82DE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D7FAF0-4D38-7D87-E27B-99C1124748A8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E085A8E-02A1-1C00-A4F5-E560E6C4D8B1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CE710F-8BA4-8B98-406F-29FAF20776E1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034910-6EDD-B656-8403-FE1B93CB4FD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0BB0BD-19B3-D598-5992-90E2F8268E3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892AA2A-E905-39BA-4B95-3B105380229A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A6D5F0E-3213-552C-2CB5-A33009890C47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768A9C5-8307-8AF7-AA58-448A8EF09026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4B082AC-FA1E-5FD4-8FC0-16A5653613AF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9C8B1C2-0095-0F6E-E7F3-045F2617C0F5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269ADAC-3D1B-596F-CC75-54E1B1601D50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59BC5F4-92DE-DBAB-E6CA-A1A21A963FDB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C693A3C-82F8-DA50-3071-E51D11792EA3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CF018DB3-DD5A-251B-49BF-E80C8501D2C7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EAD17F1-C70A-195A-321A-6542BD568A69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24F8D55-0E48-9590-7B92-2289945226B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27C57AD2-060D-995D-4E51-82AE5EE82C0C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306B00F-AF9C-5917-3674-DCE331B6DF4E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E31D3D7-66A4-D7C6-7FA1-0FC13CB06764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13E0A64-F862-43F8-897F-A85CFA1FD6FA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0059055-DF98-1799-7ADE-146108E8F13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D97F4200-24ED-1806-382F-4D1F4E83DD1F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72551D6-B068-AD6F-118B-85A2D201B235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8FDAC8B-2971-786E-2ED6-877C9661BDC4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594768B-9770-D365-D5E1-759EA802DCEA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9E2DF9F-D800-2458-ED62-F198D13C9B82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D7C4EDF-8EF3-CF14-1568-B622AF3CDB6A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5E4A449-BEA0-83F0-CD19-398710CA070E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A0FD8F34-0375-3DCB-2093-AF766DB96B05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FF79F8-6A0D-D416-E6CD-7C7B16383C0F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6E528E7-B7A9-EF1D-A248-9BE5BC76A94B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BB34CF7-0DAC-A8FD-0B14-1B3A731F6FD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DFD0559B-339A-132A-A9D5-BCB50DE1BD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7B96B4E-153F-3219-0958-7FEF8845CF0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537105E-6986-421A-3429-84C715E7F79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3F144D4-DEC9-F041-0F56-BE4B154DCC0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0760E233-1DC7-C105-E325-38B97E295C56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4080795-5D98-876F-8354-76B464A6B6D6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1067E7C5-ACF8-8AF6-91AB-65E92A070150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FEB2249-8AA3-D7C0-92A8-5618418B5D0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73D695B-1B90-6C6B-11FF-5D0AD35598A4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105F460-865B-A32A-F04E-4CC5929EF65F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B20613B6-0D3F-1C7E-B321-157C8FBC4A2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98D7962F-53B6-63B9-0314-ABA50791C67F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833EDD48-E52E-3313-6F8B-569E0E41DB2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2334578D-4BA8-7716-637A-F73E9BF96B33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CE012C36-A95E-007F-B4E3-3936AAAF6370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3B56D45-1E70-CF3D-6820-6E939D18D08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98D90C60-6105-F850-0889-35D5B192E15C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82E43EB8-5002-1FCF-EBB5-335E7F61A870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C8F9C011-C957-AE49-884C-9C87FAD1B0DB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F7EF0A73-C3C3-ED2B-E4D5-1360F5DEB31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29439B9A-649F-9F6E-78B0-C0AB133167E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00E4425-CB95-E1CB-50FF-A5AA75A0D8E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A9C2AEF-3620-7A23-39B9-C642554776FF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AFE69428-0F39-92B0-1A35-2187FCF9796A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35C67E9-EFC7-7CAC-7C6F-53076A17419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1131652E-64B2-CCFB-A85E-2E42907D7843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10ABA32-EAB8-652F-AB2C-366BE9F8C9C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5E866B3-31A0-0B5B-2EBF-3266FFF41361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19B7257-319C-28AE-8D04-85DF4690FC28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A1A6BCD7-12FD-258C-F4AC-FD795B69DF33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F451288-7B7D-CB80-5BCC-3236613C355A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8BC6A1E-EAAE-253B-36D4-06527CC697EE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A030DFF-287F-BC2B-DED0-045E0EA0AE56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DE00B3E-86A0-C152-01DB-96159F89711A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A380E1A-2951-38BA-9A2A-9F7A34CDDBFD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2EF364B1-B81C-B46E-B07B-8DCC8E455D9C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4AF9FD03-74B8-78C9-24FC-E0412FD3C7D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FBDBA07-0D10-3B2F-B91B-1F0858A82EDE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87816E3A-0DC8-152A-BC79-C60B6A35981E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03D2B041-3BEA-DC29-2ABC-86A3A6B4825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789158C-0ADE-89C1-ECB9-DBC263E7EA30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7D4111FD-40BF-E4FC-A3D1-1D3DD378BE3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4CCA82FB-8AC7-F560-1D55-C817C8E2CA68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80D5586B-1720-F771-D0F8-263A3D02400F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40ABB66-6158-0B15-946D-5B3810DA1CA6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CC2D44C8-528E-9E5F-49B6-D1BCFF36D25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7993D1B2-E055-C143-5D72-AB2E848FD2F4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4958AE3A-5738-1223-D688-F7F83EA0A200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913E3F16-17EC-B3E4-1E67-DEE9A2D3AA8F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197BBF5B-D3E3-39EC-3FAD-F23FE5270702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7CEA32E-B9B1-5379-760D-3B4131DA3CBD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8271958-39CD-74D1-4EF3-F29E752A2D8E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46F786E2-E69B-7D3D-090B-FAC64849A991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577277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45039</TotalTime>
  <Words>2320</Words>
  <Application>Microsoft Macintosh PowerPoint</Application>
  <PresentationFormat>화면 슬라이드 쇼(16:9)</PresentationFormat>
  <Paragraphs>833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4955</cp:revision>
  <dcterms:created xsi:type="dcterms:W3CDTF">2006-10-05T04:04:58Z</dcterms:created>
  <dcterms:modified xsi:type="dcterms:W3CDTF">2026-06-22T16:14:01Z</dcterms:modified>
</cp:coreProperties>
</file>
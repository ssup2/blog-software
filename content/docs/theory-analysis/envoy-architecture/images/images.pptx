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65" r:id="rId2"/>
    <p:sldId id="366" r:id="rId3"/>
    <p:sldId id="363" r:id="rId4"/>
    <p:sldId id="369" r:id="rId5"/>
    <p:sldId id="375" r:id="rId6"/>
    <p:sldId id="374" r:id="rId7"/>
    <p:sldId id="373" r:id="rId8"/>
    <p:sldId id="372" r:id="rId9"/>
    <p:sldId id="371" r:id="rId10"/>
    <p:sldId id="370" r:id="rId11"/>
    <p:sldId id="368" r:id="rId12"/>
    <p:sldId id="367" r:id="rId13"/>
    <p:sldId id="362" r:id="rId14"/>
    <p:sldId id="364" r:id="rId1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8" autoAdjust="0"/>
    <p:restoredTop sz="81275" autoAdjust="0"/>
  </p:normalViewPr>
  <p:slideViewPr>
    <p:cSldViewPr>
      <p:cViewPr>
        <p:scale>
          <a:sx n="200" d="100"/>
          <a:sy n="200" d="100"/>
        </p:scale>
        <p:origin x="1368" y="175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17532" y="2564971"/>
            <a:ext cx="482824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C0F1E4D-8403-6091-2349-21E78F558803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BBB34883-1D01-8696-E024-C0726A2DB96D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6AA7B35-F37A-AC66-F92F-49879888741A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</p:cNvCxnSpPr>
          <p:nvPr/>
        </p:nvCxnSpPr>
        <p:spPr>
          <a:xfrm flipV="1">
            <a:off x="6224802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2DC24DAE-6D0A-8ADD-0845-2E1CC7CF90F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99E1D649-7D14-190E-D5D2-6DD53B3B6DBE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A2D08F27-BE5A-74AC-C9FE-3B097939A207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243638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959D746-9E75-AF0A-E0D0-1367A5DA8C8E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01026CD-8BD2-B181-4948-88FB0621F18F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243638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3"/>
            <a:ext cx="7089819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52344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52344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19106"/>
            <a:ext cx="0" cy="2628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577871" y="852344"/>
            <a:ext cx="3046988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</a:t>
            </a:r>
            <a:r>
              <a:rPr kumimoji="1" lang="en-US" altLang="ko-KR" sz="900">
                <a:solidFill>
                  <a:schemeClr val="tx1"/>
                </a:solidFill>
              </a:rPr>
              <a:t> ref count 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19106"/>
            <a:ext cx="4933451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</a:t>
            </a:r>
            <a:r>
              <a:rPr kumimoji="1" lang="en-US" altLang="ko-KR" sz="900">
                <a:solidFill>
                  <a:schemeClr val="tx1"/>
                </a:solidFill>
              </a:rPr>
              <a:t> ref count 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19106"/>
            <a:ext cx="2380463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19106"/>
            <a:ext cx="174915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</a:t>
            </a:r>
            <a:r>
              <a:rPr kumimoji="1" lang="en-US" altLang="ko-KR" sz="900">
                <a:solidFill>
                  <a:schemeClr val="tx1"/>
                </a:solidFill>
              </a:rPr>
              <a:t> ref count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</a:t>
            </a:r>
            <a:r>
              <a:rPr kumimoji="1" lang="en-US" altLang="ko-KR" sz="900">
                <a:solidFill>
                  <a:schemeClr val="tx1"/>
                </a:solidFill>
              </a:rPr>
              <a:t> ref count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999477" y="110634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421658" y="9331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164001" y="937005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904A3FC-69BE-E5B1-9DAC-5277643071CF}"/>
              </a:ext>
            </a:extLst>
          </p:cNvPr>
          <p:cNvSpPr/>
          <p:nvPr/>
        </p:nvSpPr>
        <p:spPr>
          <a:xfrm>
            <a:off x="5993353" y="117087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B9738655-C429-D62E-F563-287DD3F73BB5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626166-BC63-3168-6480-1823D659E678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98792464-FB67-6801-E609-E7F026EC0426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F8C489EF-4CB7-B280-9674-9A94FC8F75C6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F2DD60D-41F5-F2E6-B0FF-BE385022DBCD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1CAFBA35-3B13-18B1-7316-768140133F82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FBEBD14-9FA0-595C-318D-A1F65E451172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38DF1754-4149-1C17-FD25-3D1C9240E852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26E78DF-9D1F-9D7D-DB49-4419C7B896AC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F2E3AB-4BC2-777B-2B13-BC2C1587883A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43482</TotalTime>
  <Words>1729</Words>
  <Application>Microsoft Macintosh PowerPoint</Application>
  <PresentationFormat>화면 슬라이드 쇼(16:9)</PresentationFormat>
  <Paragraphs>580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4891</cp:revision>
  <dcterms:created xsi:type="dcterms:W3CDTF">2006-10-05T04:04:58Z</dcterms:created>
  <dcterms:modified xsi:type="dcterms:W3CDTF">2026-06-21T12:20:59Z</dcterms:modified>
</cp:coreProperties>
</file>
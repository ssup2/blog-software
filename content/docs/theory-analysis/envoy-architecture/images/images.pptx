
<file path=[Content_Types].xml><?xml version="1.0" encoding="utf-8"?>
<Types xmlns="http://schemas.openxmlformats.org/package/2006/content-types">
  <Default Extension="rels" ContentType="application/vnd.openxmlformats-package.relationships+xml"/>
  <Default Extension="xml" ContentType="application/xml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slides/slide10.xml" ContentType="application/vnd.openxmlformats-officedocument.presentationml.slide+xml"/>
  <Override PartName="/ppt/notesMasters/notesMaster1.xml" ContentType="application/vnd.openxmlformats-officedocument.presentationml.notesMaster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theme/theme2.xml" ContentType="application/vnd.openxmlformats-officedocument.them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<Relationship Id="rId3" Type="http://schemas.openxmlformats.org/officeDocument/2006/relationships/extended-properties" Target="docProps/app.xml"/><Relationship Id="rId2" Type="http://schemas.openxmlformats.org/package/2006/relationships/metadata/core-properties" Target="docProps/core.xml"/><Relationship Id="rId1" Type="http://schemas.openxmlformats.org/officeDocument/2006/relationships/officeDocument" Target="ppt/presentation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>
  <p:sldMasterIdLst>
    <p:sldMasterId id="2147483648" r:id="rId1"/>
  </p:sldMasterIdLst>
  <p:notesMasterIdLst>
    <p:notesMasterId r:id="rId12"/>
  </p:notesMasterIdLst>
  <p:sldIdLst>
    <p:sldId id="365" r:id="rId2"/>
    <p:sldId id="366" r:id="rId3"/>
    <p:sldId id="363" r:id="rId4"/>
    <p:sldId id="369" r:id="rId5"/>
    <p:sldId id="371" r:id="rId6"/>
    <p:sldId id="370" r:id="rId7"/>
    <p:sldId id="368" r:id="rId8"/>
    <p:sldId id="367" r:id="rId9"/>
    <p:sldId id="362" r:id="rId10"/>
    <p:sldId id="364" r:id="rId11"/>
  </p:sldIdLst>
  <p:sldSz cx="9144000" cy="5143500" type="screen16x9"/>
  <p:notesSz cx="6858000" cy="9144000"/>
  <p:defaultTextStyle>
    <a:defPPr>
      <a:defRPr lang="ko-KR"/>
    </a:defPPr>
    <a:lvl1pPr marL="0" algn="l" defTabSz="914400" rtl="0" eaLnBrk="1" latinLnBrk="1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1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1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1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1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1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1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1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1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  <p:extLst>
    <p:ext uri="{EFAFB233-063F-42B5-8137-9DF3F51BA10A}">
      <p15:sldGuideLst xmlns:p15="http://schemas.microsoft.com/office/powerpoint/2012/main">
        <p15:guide id="1" orient="horz" pos="2160">
          <p15:clr>
            <a:srgbClr val="A4A3A4"/>
          </p15:clr>
        </p15:guide>
        <p15:guide id="2" pos="2880">
          <p15:clr>
            <a:srgbClr val="A4A3A4"/>
          </p15:clr>
        </p15:guide>
        <p15:guide id="3" orient="horz" pos="1620">
          <p15:clr>
            <a:srgbClr val="A4A3A4"/>
          </p15:clr>
        </p15:guide>
      </p15:sldGuideLst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220"/>
    </p:ext>
    <p:ext uri="{FD5EFAAD-0ECE-453E-9831-46B23BE46B34}">
      <p15:chartTrackingRefBased xmlns:p15="http://schemas.microsoft.com/office/powerpoint/2012/main" val="0"/>
    </p:ext>
  </p:extLst>
</p:presentationPr>
</file>

<file path=ppt/tableStyles.xml><?xml version="1.0" encoding="utf-8"?>
<a:tblStyleLst xmlns:a="http://schemas.openxmlformats.org/drawingml/2006/main" def="{5C22544A-7EE6-4342-B048-85BDC9FD1C3A}">
  <a:tblStyle styleId="{5C22544A-7EE6-4342-B048-85BDC9FD1C3A}" styleName="보통 스타일 2 - 강조 1">
    <a:wholeTbl>
      <a:tcTxStyle>
        <a:fontRef idx="minor">
          <a:prstClr val="black"/>
        </a:fontRef>
        <a:schemeClr val="dk1"/>
      </a:tcTxStyle>
      <a:tcStyle>
        <a:tcBdr>
          <a:left>
            <a:ln w="12700" cmpd="sng">
              <a:solidFill>
                <a:schemeClr val="lt1"/>
              </a:solidFill>
            </a:ln>
          </a:left>
          <a:right>
            <a:ln w="12700" cmpd="sng">
              <a:solidFill>
                <a:schemeClr val="lt1"/>
              </a:solidFill>
            </a:ln>
          </a:right>
          <a:top>
            <a:ln w="12700" cmpd="sng">
              <a:solidFill>
                <a:schemeClr val="lt1"/>
              </a:solidFill>
            </a:ln>
          </a:top>
          <a:bottom>
            <a:ln w="12700" cmpd="sng">
              <a:solidFill>
                <a:schemeClr val="lt1"/>
              </a:solidFill>
            </a:ln>
          </a:bottom>
          <a:insideH>
            <a:ln w="12700" cmpd="sng">
              <a:solidFill>
                <a:schemeClr val="lt1"/>
              </a:solidFill>
            </a:ln>
          </a:insideH>
          <a:insideV>
            <a:ln w="12700" cmpd="sng">
              <a:solidFill>
                <a:schemeClr val="lt1"/>
              </a:solidFill>
            </a:ln>
          </a:insideV>
        </a:tcBdr>
        <a:fill>
          <a:solidFill>
            <a:schemeClr val="accent1">
              <a:tint val="20000"/>
            </a:schemeClr>
          </a:solidFill>
        </a:fill>
      </a:tcStyle>
    </a:wholeTbl>
    <a:band1H>
      <a:tcStyle>
        <a:tcBdr/>
        <a:fill>
          <a:solidFill>
            <a:schemeClr val="accent1">
              <a:tint val="40000"/>
            </a:schemeClr>
          </a:solidFill>
        </a:fill>
      </a:tcStyle>
    </a:band1H>
    <a:band2H>
      <a:tcStyle>
        <a:tcBdr/>
      </a:tcStyle>
    </a:band2H>
    <a:band1V>
      <a:tcStyle>
        <a:tcBdr/>
        <a:fill>
          <a:solidFill>
            <a:schemeClr val="accent1">
              <a:tint val="40000"/>
            </a:schemeClr>
          </a:solidFill>
        </a:fill>
      </a:tcStyle>
    </a:band1V>
    <a:band2V>
      <a:tcStyle>
        <a:tcBdr/>
      </a:tcStyle>
    </a:band2V>
    <a:la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1"/>
          </a:solidFill>
        </a:fill>
      </a:tcStyle>
    </a:lastCol>
    <a:fir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1"/>
          </a:solidFill>
        </a:fill>
      </a:tcStyle>
    </a:firstCol>
    <a:lastRow>
      <a:tcTxStyle b="on">
        <a:fontRef idx="minor">
          <a:prstClr val="black"/>
        </a:fontRef>
        <a:schemeClr val="lt1"/>
      </a:tcTxStyle>
      <a:tcStyle>
        <a:tcBdr>
          <a:top>
            <a:ln w="38100" cmpd="sng">
              <a:solidFill>
                <a:schemeClr val="lt1"/>
              </a:solidFill>
            </a:ln>
          </a:top>
        </a:tcBdr>
        <a:fill>
          <a:solidFill>
            <a:schemeClr val="accent1"/>
          </a:solidFill>
        </a:fill>
      </a:tcStyle>
    </a:lastRow>
    <a:firstRow>
      <a:tcTxStyle b="on">
        <a:fontRef idx="minor">
          <a:prstClr val="black"/>
        </a:fontRef>
        <a:schemeClr val="lt1"/>
      </a:tcTxStyle>
      <a:tcStyle>
        <a:tcBdr>
          <a:bottom>
            <a:ln w="38100" cmpd="sng">
              <a:solidFill>
                <a:schemeClr val="lt1"/>
              </a:solidFill>
            </a:ln>
          </a:bottom>
        </a:tcBdr>
        <a:fill>
          <a:solidFill>
            <a:schemeClr val="accent1"/>
          </a:solidFill>
        </a:fill>
      </a:tcStyle>
    </a:firstRow>
  </a:tblStyle>
  <a:tblStyle styleId="{93296810-A885-4BE3-A3E7-6D5BEEA58F35}" styleName="보통 스타일 2 - 강조 6">
    <a:wholeTbl>
      <a:tcTxStyle>
        <a:fontRef idx="minor">
          <a:prstClr val="black"/>
        </a:fontRef>
        <a:schemeClr val="dk1"/>
      </a:tcTxStyle>
      <a:tcStyle>
        <a:tcBdr>
          <a:left>
            <a:ln w="12700" cmpd="sng">
              <a:solidFill>
                <a:schemeClr val="lt1"/>
              </a:solidFill>
            </a:ln>
          </a:left>
          <a:right>
            <a:ln w="12700" cmpd="sng">
              <a:solidFill>
                <a:schemeClr val="lt1"/>
              </a:solidFill>
            </a:ln>
          </a:right>
          <a:top>
            <a:ln w="12700" cmpd="sng">
              <a:solidFill>
                <a:schemeClr val="lt1"/>
              </a:solidFill>
            </a:ln>
          </a:top>
          <a:bottom>
            <a:ln w="12700" cmpd="sng">
              <a:solidFill>
                <a:schemeClr val="lt1"/>
              </a:solidFill>
            </a:ln>
          </a:bottom>
          <a:insideH>
            <a:ln w="12700" cmpd="sng">
              <a:solidFill>
                <a:schemeClr val="lt1"/>
              </a:solidFill>
            </a:ln>
          </a:insideH>
          <a:insideV>
            <a:ln w="12700" cmpd="sng">
              <a:solidFill>
                <a:schemeClr val="lt1"/>
              </a:solidFill>
            </a:ln>
          </a:insideV>
        </a:tcBdr>
        <a:fill>
          <a:solidFill>
            <a:schemeClr val="accent6">
              <a:tint val="20000"/>
            </a:schemeClr>
          </a:solidFill>
        </a:fill>
      </a:tcStyle>
    </a:wholeTbl>
    <a:band1H>
      <a:tcStyle>
        <a:tcBdr/>
        <a:fill>
          <a:solidFill>
            <a:schemeClr val="accent6">
              <a:tint val="40000"/>
            </a:schemeClr>
          </a:solidFill>
        </a:fill>
      </a:tcStyle>
    </a:band1H>
    <a:band2H>
      <a:tcStyle>
        <a:tcBdr/>
      </a:tcStyle>
    </a:band2H>
    <a:band1V>
      <a:tcStyle>
        <a:tcBdr/>
        <a:fill>
          <a:solidFill>
            <a:schemeClr val="accent6">
              <a:tint val="40000"/>
            </a:schemeClr>
          </a:solidFill>
        </a:fill>
      </a:tcStyle>
    </a:band1V>
    <a:band2V>
      <a:tcStyle>
        <a:tcBdr/>
      </a:tcStyle>
    </a:band2V>
    <a:la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6"/>
          </a:solidFill>
        </a:fill>
      </a:tcStyle>
    </a:lastCol>
    <a:fir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6"/>
          </a:solidFill>
        </a:fill>
      </a:tcStyle>
    </a:firstCol>
    <a:lastRow>
      <a:tcTxStyle b="on">
        <a:fontRef idx="minor">
          <a:prstClr val="black"/>
        </a:fontRef>
        <a:schemeClr val="lt1"/>
      </a:tcTxStyle>
      <a:tcStyle>
        <a:tcBdr>
          <a:top>
            <a:ln w="38100" cmpd="sng">
              <a:solidFill>
                <a:schemeClr val="lt1"/>
              </a:solidFill>
            </a:ln>
          </a:top>
        </a:tcBdr>
        <a:fill>
          <a:solidFill>
            <a:schemeClr val="accent6"/>
          </a:solidFill>
        </a:fill>
      </a:tcStyle>
    </a:lastRow>
    <a:firstRow>
      <a:tcTxStyle b="on">
        <a:fontRef idx="minor">
          <a:prstClr val="black"/>
        </a:fontRef>
        <a:schemeClr val="lt1"/>
      </a:tcTxStyle>
      <a:tcStyle>
        <a:tcBdr>
          <a:bottom>
            <a:ln w="38100" cmpd="sng">
              <a:solidFill>
                <a:schemeClr val="lt1"/>
              </a:solidFill>
            </a:ln>
          </a:bottom>
        </a:tcBdr>
        <a:fill>
          <a:solidFill>
            <a:schemeClr val="accent6"/>
          </a:solidFill>
        </a:fill>
      </a:tcStyle>
    </a:firstRow>
  </a:tblStyle>
  <a:tblStyle styleId="{B301B821-A1FF-4177-AEE7-76D212191A09}" styleName="보통 스타일 1 - 강조 1">
    <a:wholeTbl>
      <a:tcTxStyle>
        <a:fontRef idx="minor">
          <a:scrgbClr r="0" g="0" b="0"/>
        </a:fontRef>
        <a:schemeClr val="dk1"/>
      </a:tcTxStyle>
      <a:tcStyle>
        <a:tcBdr>
          <a:left>
            <a:ln w="12700" cmpd="sng">
              <a:solidFill>
                <a:schemeClr val="accent1"/>
              </a:solidFill>
            </a:ln>
          </a:left>
          <a:right>
            <a:ln w="12700" cmpd="sng">
              <a:solidFill>
                <a:schemeClr val="accent1"/>
              </a:solidFill>
            </a:ln>
          </a:right>
          <a:top>
            <a:ln w="12700" cmpd="sng">
              <a:solidFill>
                <a:schemeClr val="accent1"/>
              </a:solidFill>
            </a:ln>
          </a:top>
          <a:bottom>
            <a:ln w="12700" cmpd="sng">
              <a:solidFill>
                <a:schemeClr val="accent1"/>
              </a:solidFill>
            </a:ln>
          </a:bottom>
          <a:insideH>
            <a:ln w="12700" cmpd="sng">
              <a:solidFill>
                <a:schemeClr val="accent1"/>
              </a:solidFill>
            </a:ln>
          </a:insideH>
          <a:insideV>
            <a:ln>
              <a:noFill/>
            </a:ln>
          </a:insideV>
        </a:tcBdr>
        <a:fill>
          <a:solidFill>
            <a:schemeClr val="lt1"/>
          </a:solidFill>
        </a:fill>
      </a:tcStyle>
    </a:wholeTbl>
    <a:band1H>
      <a:tcStyle>
        <a:tcBdr/>
        <a:fill>
          <a:solidFill>
            <a:schemeClr val="accent1">
              <a:tint val="20000"/>
            </a:schemeClr>
          </a:solidFill>
        </a:fill>
      </a:tcStyle>
    </a:band1H>
    <a:band1V>
      <a:tcStyle>
        <a:tcBdr/>
        <a:fill>
          <a:solidFill>
            <a:schemeClr val="accent1">
              <a:tint val="20000"/>
            </a:schemeClr>
          </a:solidFill>
        </a:fill>
      </a:tcStyle>
    </a:band1V>
    <a:lastCol>
      <a:tcTxStyle b="on"/>
      <a:tcStyle>
        <a:tcBdr/>
      </a:tcStyle>
    </a:lastCol>
    <a:firstCol>
      <a:tcTxStyle b="on"/>
      <a:tcStyle>
        <a:tcBdr/>
      </a:tcStyle>
    </a:firstCol>
    <a:lastRow>
      <a:tcTxStyle b="on"/>
      <a:tcStyle>
        <a:tcBdr>
          <a:top>
            <a:ln w="50800" cmpd="dbl">
              <a:solidFill>
                <a:schemeClr val="accent1"/>
              </a:solidFill>
            </a:ln>
          </a:top>
        </a:tcBdr>
        <a:fill>
          <a:solidFill>
            <a:schemeClr val="lt1"/>
          </a:solidFill>
        </a:fill>
      </a:tcStyle>
    </a:lastRow>
    <a:firstRow>
      <a:tcTxStyle b="on">
        <a:fontRef idx="minor">
          <a:scrgbClr r="0" g="0" b="0"/>
        </a:fontRef>
        <a:schemeClr val="lt1"/>
      </a:tcTxStyle>
      <a:tcStyle>
        <a:tcBdr/>
        <a:fill>
          <a:solidFill>
            <a:schemeClr val="accent1"/>
          </a:solidFill>
        </a:fill>
      </a:tcStyle>
    </a:firstRow>
  </a:tblStyle>
  <a:tblStyle styleId="{BC89EF96-8CEA-46FF-86C4-4CE0E7609802}" styleName="밝은 스타일 3 - 강조 1">
    <a:wholeTbl>
      <a:tcTxStyle>
        <a:fontRef idx="minor">
          <a:scrgbClr r="0" g="0" b="0"/>
        </a:fontRef>
        <a:schemeClr val="tx1"/>
      </a:tcTxStyle>
      <a:tcStyle>
        <a:tcBdr>
          <a:left>
            <a:ln w="12700" cmpd="sng">
              <a:solidFill>
                <a:schemeClr val="accent1"/>
              </a:solidFill>
            </a:ln>
          </a:left>
          <a:right>
            <a:ln w="12700" cmpd="sng">
              <a:solidFill>
                <a:schemeClr val="accent1"/>
              </a:solidFill>
            </a:ln>
          </a:right>
          <a:top>
            <a:ln w="12700" cmpd="sng">
              <a:solidFill>
                <a:schemeClr val="accent1"/>
              </a:solidFill>
            </a:ln>
          </a:top>
          <a:bottom>
            <a:ln w="12700" cmpd="sng">
              <a:solidFill>
                <a:schemeClr val="accent1"/>
              </a:solidFill>
            </a:ln>
          </a:bottom>
          <a:insideH>
            <a:ln w="12700" cmpd="sng">
              <a:solidFill>
                <a:schemeClr val="accent1"/>
              </a:solidFill>
            </a:ln>
          </a:insideH>
          <a:insideV>
            <a:ln w="12700" cmpd="sng">
              <a:solidFill>
                <a:schemeClr val="accent1"/>
              </a:solidFill>
            </a:ln>
          </a:insideV>
        </a:tcBdr>
        <a:fill>
          <a:noFill/>
        </a:fill>
      </a:tcStyle>
    </a:wholeTbl>
    <a:band1H>
      <a:tcStyle>
        <a:tcBdr/>
        <a:fill>
          <a:solidFill>
            <a:schemeClr val="accent1">
              <a:alpha val="20000"/>
            </a:schemeClr>
          </a:solidFill>
        </a:fill>
      </a:tcStyle>
    </a:band1H>
    <a:band1V>
      <a:tcStyle>
        <a:tcBdr/>
        <a:fill>
          <a:solidFill>
            <a:schemeClr val="accent1">
              <a:alpha val="20000"/>
            </a:schemeClr>
          </a:solidFill>
        </a:fill>
      </a:tcStyle>
    </a:band1V>
    <a:lastCol>
      <a:tcTxStyle b="on"/>
      <a:tcStyle>
        <a:tcBdr/>
      </a:tcStyle>
    </a:lastCol>
    <a:firstCol>
      <a:tcTxStyle b="on"/>
      <a:tcStyle>
        <a:tcBdr/>
      </a:tcStyle>
    </a:firstCol>
    <a:lastRow>
      <a:tcTxStyle b="on"/>
      <a:tcStyle>
        <a:tcBdr>
          <a:top>
            <a:ln w="50800" cmpd="dbl">
              <a:solidFill>
                <a:schemeClr val="accent1"/>
              </a:solidFill>
            </a:ln>
          </a:top>
        </a:tcBdr>
        <a:fill>
          <a:noFill/>
        </a:fill>
      </a:tcStyle>
    </a:lastRow>
    <a:firstRow>
      <a:tcTxStyle b="on"/>
      <a:tcStyle>
        <a:tcBdr>
          <a:bottom>
            <a:ln w="25400" cmpd="sng">
              <a:solidFill>
                <a:schemeClr val="accent1"/>
              </a:solidFill>
            </a:ln>
          </a:bottom>
        </a:tcBdr>
        <a:fill>
          <a:noFill/>
        </a:fill>
      </a:tcStyle>
    </a:firstRow>
  </a:tblStyle>
  <a:tblStyle styleId="{616DA210-FB5B-4158-B5E0-FEB733F419BA}" styleName="밝은 스타일 3">
    <a:wholeTbl>
      <a:tcTxStyle>
        <a:fontRef idx="minor">
          <a:scrgbClr r="0" g="0" b="0"/>
        </a:fontRef>
        <a:schemeClr val="tx1"/>
      </a:tcTxStyle>
      <a:tcStyle>
        <a:tcBdr>
          <a:left>
            <a:ln w="12700" cmpd="sng">
              <a:solidFill>
                <a:schemeClr val="tx1"/>
              </a:solidFill>
            </a:ln>
          </a:left>
          <a:right>
            <a:ln w="12700" cmpd="sng">
              <a:solidFill>
                <a:schemeClr val="tx1"/>
              </a:solidFill>
            </a:ln>
          </a:right>
          <a:top>
            <a:ln w="12700" cmpd="sng">
              <a:solidFill>
                <a:schemeClr val="tx1"/>
              </a:solidFill>
            </a:ln>
          </a:top>
          <a:bottom>
            <a:ln w="12700" cmpd="sng">
              <a:solidFill>
                <a:schemeClr val="tx1"/>
              </a:solidFill>
            </a:ln>
          </a:bottom>
          <a:insideH>
            <a:ln w="12700" cmpd="sng">
              <a:solidFill>
                <a:schemeClr val="tx1"/>
              </a:solidFill>
            </a:ln>
          </a:insideH>
          <a:insideV>
            <a:ln w="12700" cmpd="sng">
              <a:solidFill>
                <a:schemeClr val="tx1"/>
              </a:solidFill>
            </a:ln>
          </a:insideV>
        </a:tcBdr>
        <a:fill>
          <a:noFill/>
        </a:fill>
      </a:tcStyle>
    </a:wholeTbl>
    <a:band1H>
      <a:tcStyle>
        <a:tcBdr/>
        <a:fill>
          <a:solidFill>
            <a:schemeClr val="tx1">
              <a:alpha val="20000"/>
            </a:schemeClr>
          </a:solidFill>
        </a:fill>
      </a:tcStyle>
    </a:band1H>
    <a:band1V>
      <a:tcStyle>
        <a:tcBdr/>
        <a:fill>
          <a:solidFill>
            <a:schemeClr val="tx1">
              <a:alpha val="20000"/>
            </a:schemeClr>
          </a:solidFill>
        </a:fill>
      </a:tcStyle>
    </a:band1V>
    <a:lastCol>
      <a:tcTxStyle b="on"/>
      <a:tcStyle>
        <a:tcBdr/>
      </a:tcStyle>
    </a:lastCol>
    <a:firstCol>
      <a:tcTxStyle b="on"/>
      <a:tcStyle>
        <a:tcBdr/>
      </a:tcStyle>
    </a:firstCol>
    <a:lastRow>
      <a:tcTxStyle b="on"/>
      <a:tcStyle>
        <a:tcBdr>
          <a:top>
            <a:ln w="50800" cmpd="dbl">
              <a:solidFill>
                <a:schemeClr val="tx1"/>
              </a:solidFill>
            </a:ln>
          </a:top>
        </a:tcBdr>
        <a:fill>
          <a:noFill/>
        </a:fill>
      </a:tcStyle>
    </a:lastRow>
    <a:firstRow>
      <a:tcTxStyle b="on"/>
      <a:tcStyle>
        <a:tcBdr>
          <a:bottom>
            <a:ln w="25400" cmpd="sng">
              <a:solidFill>
                <a:schemeClr val="tx1"/>
              </a:solidFill>
            </a:ln>
          </a:bottom>
        </a:tcBdr>
        <a:fill>
          <a:noFill/>
        </a:fill>
      </a:tcStyle>
    </a:firstRow>
  </a:tblStyle>
  <a:tblStyle styleId="{9D7B26C5-4107-4FEC-AEDC-1716B250A1EF}" styleName="밝은 스타일 1">
    <a:wholeTbl>
      <a:tcTxStyle>
        <a:fontRef idx="minor">
          <a:scrgbClr r="0" g="0" b="0"/>
        </a:fontRef>
        <a:schemeClr val="tx1"/>
      </a:tcTxStyle>
      <a:tcStyle>
        <a:tcBdr>
          <a:left>
            <a:ln>
              <a:noFill/>
            </a:ln>
          </a:left>
          <a:right>
            <a:ln>
              <a:noFill/>
            </a:ln>
          </a:right>
          <a:top>
            <a:ln w="12700" cmpd="sng">
              <a:solidFill>
                <a:schemeClr val="tx1"/>
              </a:solidFill>
            </a:ln>
          </a:top>
          <a:bottom>
            <a:ln w="12700" cmpd="sng">
              <a:solidFill>
                <a:schemeClr val="tx1"/>
              </a:solidFill>
            </a:ln>
          </a:bottom>
          <a:insideH>
            <a:ln>
              <a:noFill/>
            </a:ln>
          </a:insideH>
          <a:insideV>
            <a:ln>
              <a:noFill/>
            </a:ln>
          </a:insideV>
        </a:tcBdr>
        <a:fill>
          <a:noFill/>
        </a:fill>
      </a:tcStyle>
    </a:wholeTbl>
    <a:band1H>
      <a:tcStyle>
        <a:tcBdr/>
        <a:fill>
          <a:solidFill>
            <a:schemeClr val="tx1">
              <a:alpha val="20000"/>
            </a:schemeClr>
          </a:solidFill>
        </a:fill>
      </a:tcStyle>
    </a:band1H>
    <a:band2H>
      <a:tcStyle>
        <a:tcBdr/>
      </a:tcStyle>
    </a:band2H>
    <a:band1V>
      <a:tcStyle>
        <a:tcBdr/>
        <a:fill>
          <a:solidFill>
            <a:schemeClr val="tx1">
              <a:alpha val="20000"/>
            </a:schemeClr>
          </a:solidFill>
        </a:fill>
      </a:tcStyle>
    </a:band1V>
    <a:lastCol>
      <a:tcTxStyle b="on"/>
      <a:tcStyle>
        <a:tcBdr/>
      </a:tcStyle>
    </a:lastCol>
    <a:firstCol>
      <a:tcTxStyle b="on"/>
      <a:tcStyle>
        <a:tcBdr/>
      </a:tcStyle>
    </a:firstCol>
    <a:lastRow>
      <a:tcTxStyle b="on"/>
      <a:tcStyle>
        <a:tcBdr>
          <a:top>
            <a:ln w="12700" cmpd="sng">
              <a:solidFill>
                <a:schemeClr val="tx1"/>
              </a:solidFill>
            </a:ln>
          </a:top>
        </a:tcBdr>
        <a:fill>
          <a:noFill/>
        </a:fill>
      </a:tcStyle>
    </a:lastRow>
    <a:firstRow>
      <a:tcTxStyle b="on"/>
      <a:tcStyle>
        <a:tcBdr>
          <a:bottom>
            <a:ln w="12700" cmpd="sng">
              <a:solidFill>
                <a:schemeClr val="tx1"/>
              </a:solidFill>
            </a:ln>
          </a:bottom>
        </a:tcBdr>
        <a:fill>
          <a:noFill/>
        </a:fill>
      </a:tcStyle>
    </a:firstRow>
  </a:tblStyle>
  <a:tblStyle styleId="{5940675A-B579-460E-94D1-54222C63F5DA}" styleName="스타일 없음, 표 눈금">
    <a:wholeTbl>
      <a:tcTxStyle>
        <a:fontRef idx="minor">
          <a:scrgbClr r="0" g="0" b="0"/>
        </a:fontRef>
        <a:schemeClr val="tx1"/>
      </a:tcTxStyle>
      <a:tcStyle>
        <a:tcBdr>
          <a:left>
            <a:ln w="12700" cmpd="sng">
              <a:solidFill>
                <a:schemeClr val="tx1"/>
              </a:solidFill>
            </a:ln>
          </a:left>
          <a:right>
            <a:ln w="12700" cmpd="sng">
              <a:solidFill>
                <a:schemeClr val="tx1"/>
              </a:solidFill>
            </a:ln>
          </a:right>
          <a:top>
            <a:ln w="12700" cmpd="sng">
              <a:solidFill>
                <a:schemeClr val="tx1"/>
              </a:solidFill>
            </a:ln>
          </a:top>
          <a:bottom>
            <a:ln w="12700" cmpd="sng">
              <a:solidFill>
                <a:schemeClr val="tx1"/>
              </a:solidFill>
            </a:ln>
          </a:bottom>
          <a:insideH>
            <a:ln w="12700" cmpd="sng">
              <a:solidFill>
                <a:schemeClr val="tx1"/>
              </a:solidFill>
            </a:ln>
          </a:insideH>
          <a:insideV>
            <a:ln w="12700" cmpd="sng">
              <a:solidFill>
                <a:schemeClr val="tx1"/>
              </a:solidFill>
            </a:ln>
          </a:insideV>
        </a:tcBdr>
        <a:fill>
          <a:noFill/>
        </a:fill>
      </a:tcStyle>
    </a:wholeTbl>
  </a:tblStyle>
  <a:tblStyle styleId="{2D5ABB26-0587-4C30-8999-92F81FD0307C}" styleName="스타일 없음, 눈금 없음">
    <a:wholeTbl>
      <a:tcTxStyle>
        <a:fontRef idx="minor">
          <a:scrgbClr r="0" g="0" b="0"/>
        </a:fontRef>
        <a:schemeClr val="tx1"/>
      </a:tcTxStyle>
      <a:tcStyle>
        <a:tcBdr>
          <a:left>
            <a:ln>
              <a:noFill/>
            </a:ln>
          </a:left>
          <a:right>
            <a:ln>
              <a:noFill/>
            </a:ln>
          </a:right>
          <a:top>
            <a:ln>
              <a:noFill/>
            </a:ln>
          </a:top>
          <a:bottom>
            <a:ln>
              <a:noFill/>
            </a:ln>
          </a:bottom>
          <a:insideH>
            <a:ln>
              <a:noFill/>
            </a:ln>
          </a:insideH>
          <a:insideV>
            <a:ln>
              <a:noFill/>
            </a:ln>
          </a:insideV>
        </a:tcBdr>
        <a:fill>
          <a:noFill/>
        </a:fill>
      </a:tcStyle>
    </a:wholeTbl>
  </a:tblStyle>
</a:tblStyleLst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 horzBarState="maximized">
    <p:restoredLeft sz="11848" autoAdjust="0"/>
    <p:restoredTop sz="81275" autoAdjust="0"/>
  </p:normalViewPr>
  <p:slideViewPr>
    <p:cSldViewPr>
      <p:cViewPr>
        <p:scale>
          <a:sx n="205" d="100"/>
          <a:sy n="205" d="100"/>
        </p:scale>
        <p:origin x="1248" y="1688"/>
      </p:cViewPr>
      <p:guideLst>
        <p:guide orient="horz" pos="2160"/>
        <p:guide pos="2880"/>
        <p:guide orient="horz" pos="162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2008" cy="72008"/>
</p:viewPr>
</file>

<file path=ppt/_rels/presentation.xml.rels><?xml version="1.0" encoding="UTF-8" standalone="yes"?>
<Relationships xmlns="http://schemas.openxmlformats.org/package/2006/relationships"><Relationship Id="rId8" Type="http://schemas.openxmlformats.org/officeDocument/2006/relationships/slide" Target="slides/slide7.xml"/><Relationship Id="rId13" Type="http://schemas.openxmlformats.org/officeDocument/2006/relationships/presProps" Target="presProps.xml"/><Relationship Id="rId3" Type="http://schemas.openxmlformats.org/officeDocument/2006/relationships/slide" Target="slides/slide2.xml"/><Relationship Id="rId7" Type="http://schemas.openxmlformats.org/officeDocument/2006/relationships/slide" Target="slides/slide6.xml"/><Relationship Id="rId12" Type="http://schemas.openxmlformats.org/officeDocument/2006/relationships/notesMaster" Target="notesMasters/notesMaster1.xml"/><Relationship Id="rId2" Type="http://schemas.openxmlformats.org/officeDocument/2006/relationships/slide" Target="slides/slide1.xml"/><Relationship Id="rId16" Type="http://schemas.openxmlformats.org/officeDocument/2006/relationships/tableStyles" Target="tableStyles.xml"/><Relationship Id="rId1" Type="http://schemas.openxmlformats.org/officeDocument/2006/relationships/slideMaster" Target="slideMasters/slideMaster1.xml"/><Relationship Id="rId6" Type="http://schemas.openxmlformats.org/officeDocument/2006/relationships/slide" Target="slides/slide5.xml"/><Relationship Id="rId11" Type="http://schemas.openxmlformats.org/officeDocument/2006/relationships/slide" Target="slides/slide10.xml"/><Relationship Id="rId5" Type="http://schemas.openxmlformats.org/officeDocument/2006/relationships/slide" Target="slides/slide4.xml"/><Relationship Id="rId15" Type="http://schemas.openxmlformats.org/officeDocument/2006/relationships/theme" Target="theme/theme1.xml"/><Relationship Id="rId10" Type="http://schemas.openxmlformats.org/officeDocument/2006/relationships/slide" Target="slides/slide9.xml"/><Relationship Id="rId4" Type="http://schemas.openxmlformats.org/officeDocument/2006/relationships/slide" Target="slides/slide3.xml"/><Relationship Id="rId9" Type="http://schemas.openxmlformats.org/officeDocument/2006/relationships/slide" Target="slides/slide8.xml"/><Relationship Id="rId14" Type="http://schemas.openxmlformats.org/officeDocument/2006/relationships/viewProps" Target="viewProps.xml"/></Relationships>
</file>

<file path=ppt/notesMasters/_rels/notesMaster1.xml.rels><?xml version="1.0" encoding="UTF-8" standalone="yes"?>
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머리글 개체 틀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ko-KR" altLang="en-US"/>
          </a:p>
        </p:txBody>
      </p:sp>
      <p:sp>
        <p:nvSpPr>
          <p:cNvPr id="3" name="날짜 개체 틀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6CD5550B-26C4-49A9-A5BA-636EF7BE6CE9}" type="datetimeFigureOut">
              <a:rPr lang="ko-KR" altLang="en-US" smtClean="0"/>
              <a:t>2026. 6. 13.</a:t>
            </a:fld>
            <a:endParaRPr lang="ko-KR" altLang="en-US"/>
          </a:p>
        </p:txBody>
      </p:sp>
      <p:sp>
        <p:nvSpPr>
          <p:cNvPr id="4" name="슬라이드 이미지 개체 틀 3"/>
          <p:cNvSpPr>
            <a:spLocks noGrp="1" noRot="1" noChangeAspect="1"/>
          </p:cNvSpPr>
          <p:nvPr>
            <p:ph type="sldImg" idx="2"/>
          </p:nvPr>
        </p:nvSpPr>
        <p:spPr>
          <a:xfrm>
            <a:off x="381000" y="685800"/>
            <a:ext cx="6096000" cy="34290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ko-KR" altLang="en-US"/>
          </a:p>
        </p:txBody>
      </p:sp>
      <p:sp>
        <p:nvSpPr>
          <p:cNvPr id="5" name="슬라이드 노트 개체 틀 4"/>
          <p:cNvSpPr>
            <a:spLocks noGrp="1"/>
          </p:cNvSpPr>
          <p:nvPr>
            <p:ph type="body" sz="quarter" idx="3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ko-KR" altLang="en-US"/>
              <a:t>마스터 텍스트 스타일을 편집합니다</a:t>
            </a:r>
          </a:p>
          <a:p>
            <a:pPr lvl="1"/>
            <a:r>
              <a:rPr lang="ko-KR" altLang="en-US"/>
              <a:t>둘째 수준</a:t>
            </a:r>
          </a:p>
          <a:p>
            <a:pPr lvl="2"/>
            <a:r>
              <a:rPr lang="ko-KR" altLang="en-US"/>
              <a:t>셋째 수준</a:t>
            </a:r>
          </a:p>
          <a:p>
            <a:pPr lvl="3"/>
            <a:r>
              <a:rPr lang="ko-KR" altLang="en-US"/>
              <a:t>넷째 수준</a:t>
            </a:r>
          </a:p>
          <a:p>
            <a:pPr lvl="4"/>
            <a:r>
              <a:rPr lang="ko-KR" altLang="en-US"/>
              <a:t>다섯째 수준</a:t>
            </a:r>
          </a:p>
        </p:txBody>
      </p:sp>
      <p:sp>
        <p:nvSpPr>
          <p:cNvPr id="6" name="바닥글 개체 틀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ko-KR" altLang="en-US"/>
          </a:p>
        </p:txBody>
      </p:sp>
      <p:sp>
        <p:nvSpPr>
          <p:cNvPr id="7" name="슬라이드 번호 개체 틀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BA5DFA43-8D57-47FB-BC46-057616015C3B}" type="slidenum">
              <a:rPr lang="ko-KR" altLang="en-US" smtClean="0"/>
              <a:t>‹#›</a:t>
            </a:fld>
            <a:endParaRPr lang="ko-KR" altLang="en-US"/>
          </a:p>
        </p:txBody>
      </p:sp>
    </p:spTree>
    <p:extLst>
      <p:ext uri="{BB962C8B-B14F-4D97-AF65-F5344CB8AC3E}">
        <p14:creationId xmlns:p14="http://schemas.microsoft.com/office/powerpoint/2010/main" val="3673350222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1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1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1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1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1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1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1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1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1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제목 슬라이드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제목 1"/>
          <p:cNvSpPr>
            <a:spLocks noGrp="1"/>
          </p:cNvSpPr>
          <p:nvPr>
            <p:ph type="ctrTitle"/>
          </p:nvPr>
        </p:nvSpPr>
        <p:spPr>
          <a:xfrm>
            <a:off x="685800" y="1597820"/>
            <a:ext cx="7772400" cy="1102519"/>
          </a:xfrm>
        </p:spPr>
        <p:txBody>
          <a:bodyPr/>
          <a:lstStyle/>
          <a:p>
            <a:r>
              <a:rPr lang="ko-KR" altLang="en-US"/>
              <a:t>마스터 제목 스타일 편집</a:t>
            </a:r>
          </a:p>
        </p:txBody>
      </p:sp>
      <p:sp>
        <p:nvSpPr>
          <p:cNvPr id="3" name="부제목 2"/>
          <p:cNvSpPr>
            <a:spLocks noGrp="1"/>
          </p:cNvSpPr>
          <p:nvPr>
            <p:ph type="subTitle" idx="1"/>
          </p:nvPr>
        </p:nvSpPr>
        <p:spPr>
          <a:xfrm>
            <a:off x="1371600" y="2914650"/>
            <a:ext cx="6400800" cy="131445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ko-KR" altLang="en-US"/>
              <a:t>마스터 부제목 스타일 편집</a:t>
            </a:r>
          </a:p>
        </p:txBody>
      </p:sp>
      <p:sp>
        <p:nvSpPr>
          <p:cNvPr id="4" name="날짜 개체 틀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FB30EDBD-1C2D-4C1E-B459-B60219FAB484}" type="datetimeFigureOut">
              <a:rPr lang="ko-KR" altLang="en-US" smtClean="0"/>
              <a:t>2026. 6. 13.</a:t>
            </a:fld>
            <a:endParaRPr lang="ko-KR" altLang="en-US"/>
          </a:p>
        </p:txBody>
      </p:sp>
      <p:sp>
        <p:nvSpPr>
          <p:cNvPr id="5" name="바닥글 개체 틀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ko-KR" altLang="en-US"/>
          </a:p>
        </p:txBody>
      </p:sp>
      <p:sp>
        <p:nvSpPr>
          <p:cNvPr id="6" name="슬라이드 번호 개체 틀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4BEDD84E-25D4-4983-8AA1-2863C96F08D9}" type="slidenum">
              <a:rPr lang="ko-KR" altLang="en-US" smtClean="0"/>
              <a:t>‹#›</a:t>
            </a:fld>
            <a:endParaRPr lang="ko-KR" altLang="en-US"/>
          </a:p>
        </p:txBody>
      </p:sp>
    </p:spTree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제목 및 내용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제목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ko-KR" altLang="en-US"/>
              <a:t>마스터 제목 스타일 편집</a:t>
            </a:r>
          </a:p>
        </p:txBody>
      </p:sp>
      <p:sp>
        <p:nvSpPr>
          <p:cNvPr id="3" name="내용 개체 틀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ko-KR" altLang="en-US"/>
              <a:t>마스터 텍스트 스타일을 편집합니다</a:t>
            </a:r>
          </a:p>
          <a:p>
            <a:pPr lvl="1"/>
            <a:r>
              <a:rPr lang="ko-KR" altLang="en-US"/>
              <a:t>둘째 수준</a:t>
            </a:r>
          </a:p>
          <a:p>
            <a:pPr lvl="2"/>
            <a:r>
              <a:rPr lang="ko-KR" altLang="en-US"/>
              <a:t>셋째 수준</a:t>
            </a:r>
          </a:p>
          <a:p>
            <a:pPr lvl="3"/>
            <a:r>
              <a:rPr lang="ko-KR" altLang="en-US"/>
              <a:t>넷째 수준</a:t>
            </a:r>
          </a:p>
          <a:p>
            <a:pPr lvl="4"/>
            <a:r>
              <a:rPr lang="ko-KR" altLang="en-US"/>
              <a:t>다섯째 수준</a:t>
            </a:r>
          </a:p>
        </p:txBody>
      </p:sp>
      <p:sp>
        <p:nvSpPr>
          <p:cNvPr id="4" name="날짜 개체 틀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FB30EDBD-1C2D-4C1E-B459-B60219FAB484}" type="datetimeFigureOut">
              <a:rPr lang="ko-KR" altLang="en-US" smtClean="0"/>
              <a:t>2026. 6. 13.</a:t>
            </a:fld>
            <a:endParaRPr lang="ko-KR" altLang="en-US"/>
          </a:p>
        </p:txBody>
      </p:sp>
      <p:sp>
        <p:nvSpPr>
          <p:cNvPr id="5" name="바닥글 개체 틀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ko-KR" altLang="en-US"/>
          </a:p>
        </p:txBody>
      </p:sp>
      <p:sp>
        <p:nvSpPr>
          <p:cNvPr id="6" name="슬라이드 번호 개체 틀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4BEDD84E-25D4-4983-8AA1-2863C96F08D9}" type="slidenum">
              <a:rPr lang="ko-KR" altLang="en-US" smtClean="0"/>
              <a:t>‹#›</a:t>
            </a:fld>
            <a:endParaRPr lang="ko-KR" altLang="en-US"/>
          </a:p>
        </p:txBody>
      </p:sp>
    </p:spTree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구역 머리글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제목 1"/>
          <p:cNvSpPr>
            <a:spLocks noGrp="1"/>
          </p:cNvSpPr>
          <p:nvPr>
            <p:ph type="title"/>
          </p:nvPr>
        </p:nvSpPr>
        <p:spPr>
          <a:xfrm>
            <a:off x="722313" y="3305176"/>
            <a:ext cx="7772400" cy="1021556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ko-KR" altLang="en-US"/>
              <a:t>마스터 제목 스타일 편집</a:t>
            </a:r>
          </a:p>
        </p:txBody>
      </p:sp>
      <p:sp>
        <p:nvSpPr>
          <p:cNvPr id="3" name="텍스트 개체 틀 2"/>
          <p:cNvSpPr>
            <a:spLocks noGrp="1"/>
          </p:cNvSpPr>
          <p:nvPr>
            <p:ph type="body" idx="1"/>
          </p:nvPr>
        </p:nvSpPr>
        <p:spPr>
          <a:xfrm>
            <a:off x="722313" y="2180035"/>
            <a:ext cx="7772400" cy="1125140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ko-KR" altLang="en-US"/>
              <a:t>마스터 텍스트 스타일을 편집합니다</a:t>
            </a:r>
          </a:p>
        </p:txBody>
      </p:sp>
      <p:sp>
        <p:nvSpPr>
          <p:cNvPr id="4" name="날짜 개체 틀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FB30EDBD-1C2D-4C1E-B459-B60219FAB484}" type="datetimeFigureOut">
              <a:rPr lang="ko-KR" altLang="en-US" smtClean="0"/>
              <a:t>2026. 6. 13.</a:t>
            </a:fld>
            <a:endParaRPr lang="ko-KR" altLang="en-US"/>
          </a:p>
        </p:txBody>
      </p:sp>
      <p:sp>
        <p:nvSpPr>
          <p:cNvPr id="5" name="바닥글 개체 틀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ko-KR" altLang="en-US"/>
          </a:p>
        </p:txBody>
      </p:sp>
      <p:sp>
        <p:nvSpPr>
          <p:cNvPr id="6" name="슬라이드 번호 개체 틀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4BEDD84E-25D4-4983-8AA1-2863C96F08D9}" type="slidenum">
              <a:rPr lang="ko-KR" altLang="en-US" smtClean="0"/>
              <a:t>‹#›</a:t>
            </a:fld>
            <a:endParaRPr lang="ko-KR" altLang="en-US"/>
          </a:p>
        </p:txBody>
      </p:sp>
    </p:spTree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콘텐츠 2개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제목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ko-KR" altLang="en-US"/>
              <a:t>마스터 제목 스타일 편집</a:t>
            </a:r>
          </a:p>
        </p:txBody>
      </p:sp>
      <p:sp>
        <p:nvSpPr>
          <p:cNvPr id="3" name="내용 개체 틀 2"/>
          <p:cNvSpPr>
            <a:spLocks noGrp="1"/>
          </p:cNvSpPr>
          <p:nvPr>
            <p:ph sz="half" idx="1"/>
          </p:nvPr>
        </p:nvSpPr>
        <p:spPr>
          <a:xfrm>
            <a:off x="457200" y="1200151"/>
            <a:ext cx="4038600" cy="3394472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ko-KR" altLang="en-US"/>
              <a:t>마스터 텍스트 스타일을 편집합니다</a:t>
            </a:r>
          </a:p>
          <a:p>
            <a:pPr lvl="1"/>
            <a:r>
              <a:rPr lang="ko-KR" altLang="en-US"/>
              <a:t>둘째 수준</a:t>
            </a:r>
          </a:p>
          <a:p>
            <a:pPr lvl="2"/>
            <a:r>
              <a:rPr lang="ko-KR" altLang="en-US"/>
              <a:t>셋째 수준</a:t>
            </a:r>
          </a:p>
          <a:p>
            <a:pPr lvl="3"/>
            <a:r>
              <a:rPr lang="ko-KR" altLang="en-US"/>
              <a:t>넷째 수준</a:t>
            </a:r>
          </a:p>
          <a:p>
            <a:pPr lvl="4"/>
            <a:r>
              <a:rPr lang="ko-KR" altLang="en-US"/>
              <a:t>다섯째 수준</a:t>
            </a:r>
          </a:p>
        </p:txBody>
      </p:sp>
      <p:sp>
        <p:nvSpPr>
          <p:cNvPr id="4" name="내용 개체 틀 3"/>
          <p:cNvSpPr>
            <a:spLocks noGrp="1"/>
          </p:cNvSpPr>
          <p:nvPr>
            <p:ph sz="half" idx="2"/>
          </p:nvPr>
        </p:nvSpPr>
        <p:spPr>
          <a:xfrm>
            <a:off x="4648200" y="1200151"/>
            <a:ext cx="4038600" cy="3394472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ko-KR" altLang="en-US"/>
              <a:t>마스터 텍스트 스타일을 편집합니다</a:t>
            </a:r>
          </a:p>
          <a:p>
            <a:pPr lvl="1"/>
            <a:r>
              <a:rPr lang="ko-KR" altLang="en-US"/>
              <a:t>둘째 수준</a:t>
            </a:r>
          </a:p>
          <a:p>
            <a:pPr lvl="2"/>
            <a:r>
              <a:rPr lang="ko-KR" altLang="en-US"/>
              <a:t>셋째 수준</a:t>
            </a:r>
          </a:p>
          <a:p>
            <a:pPr lvl="3"/>
            <a:r>
              <a:rPr lang="ko-KR" altLang="en-US"/>
              <a:t>넷째 수준</a:t>
            </a:r>
          </a:p>
          <a:p>
            <a:pPr lvl="4"/>
            <a:r>
              <a:rPr lang="ko-KR" altLang="en-US"/>
              <a:t>다섯째 수준</a:t>
            </a:r>
          </a:p>
        </p:txBody>
      </p:sp>
      <p:sp>
        <p:nvSpPr>
          <p:cNvPr id="5" name="날짜 개체 틀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FB30EDBD-1C2D-4C1E-B459-B60219FAB484}" type="datetimeFigureOut">
              <a:rPr lang="ko-KR" altLang="en-US" smtClean="0"/>
              <a:t>2026. 6. 13.</a:t>
            </a:fld>
            <a:endParaRPr lang="ko-KR" altLang="en-US"/>
          </a:p>
        </p:txBody>
      </p:sp>
      <p:sp>
        <p:nvSpPr>
          <p:cNvPr id="6" name="바닥글 개체 틀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ko-KR" altLang="en-US"/>
          </a:p>
        </p:txBody>
      </p:sp>
      <p:sp>
        <p:nvSpPr>
          <p:cNvPr id="7" name="슬라이드 번호 개체 틀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4BEDD84E-25D4-4983-8AA1-2863C96F08D9}" type="slidenum">
              <a:rPr lang="ko-KR" altLang="en-US" smtClean="0"/>
              <a:t>‹#›</a:t>
            </a:fld>
            <a:endParaRPr lang="ko-KR" altLang="en-US"/>
          </a:p>
        </p:txBody>
      </p:sp>
    </p:spTree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비교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제목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ko-KR" altLang="en-US"/>
              <a:t>마스터 제목 스타일 편집</a:t>
            </a:r>
          </a:p>
        </p:txBody>
      </p:sp>
      <p:sp>
        <p:nvSpPr>
          <p:cNvPr id="3" name="텍스트 개체 틀 2"/>
          <p:cNvSpPr>
            <a:spLocks noGrp="1"/>
          </p:cNvSpPr>
          <p:nvPr>
            <p:ph type="body" idx="1"/>
          </p:nvPr>
        </p:nvSpPr>
        <p:spPr>
          <a:xfrm>
            <a:off x="457200" y="1151335"/>
            <a:ext cx="4040188" cy="47982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ko-KR" altLang="en-US"/>
              <a:t>마스터 텍스트 스타일을 편집합니다</a:t>
            </a:r>
          </a:p>
        </p:txBody>
      </p:sp>
      <p:sp>
        <p:nvSpPr>
          <p:cNvPr id="4" name="내용 개체 틀 3"/>
          <p:cNvSpPr>
            <a:spLocks noGrp="1"/>
          </p:cNvSpPr>
          <p:nvPr>
            <p:ph sz="half" idx="2"/>
          </p:nvPr>
        </p:nvSpPr>
        <p:spPr>
          <a:xfrm>
            <a:off x="457200" y="1631156"/>
            <a:ext cx="4040188" cy="2963466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ko-KR" altLang="en-US"/>
              <a:t>마스터 텍스트 스타일을 편집합니다</a:t>
            </a:r>
          </a:p>
          <a:p>
            <a:pPr lvl="1"/>
            <a:r>
              <a:rPr lang="ko-KR" altLang="en-US"/>
              <a:t>둘째 수준</a:t>
            </a:r>
          </a:p>
          <a:p>
            <a:pPr lvl="2"/>
            <a:r>
              <a:rPr lang="ko-KR" altLang="en-US"/>
              <a:t>셋째 수준</a:t>
            </a:r>
          </a:p>
          <a:p>
            <a:pPr lvl="3"/>
            <a:r>
              <a:rPr lang="ko-KR" altLang="en-US"/>
              <a:t>넷째 수준</a:t>
            </a:r>
          </a:p>
          <a:p>
            <a:pPr lvl="4"/>
            <a:r>
              <a:rPr lang="ko-KR" altLang="en-US"/>
              <a:t>다섯째 수준</a:t>
            </a:r>
          </a:p>
        </p:txBody>
      </p:sp>
      <p:sp>
        <p:nvSpPr>
          <p:cNvPr id="5" name="텍스트 개체 틀 4"/>
          <p:cNvSpPr>
            <a:spLocks noGrp="1"/>
          </p:cNvSpPr>
          <p:nvPr>
            <p:ph type="body" sz="quarter" idx="3"/>
          </p:nvPr>
        </p:nvSpPr>
        <p:spPr>
          <a:xfrm>
            <a:off x="4645028" y="1151335"/>
            <a:ext cx="4041775" cy="47982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ko-KR" altLang="en-US"/>
              <a:t>마스터 텍스트 스타일을 편집합니다</a:t>
            </a:r>
          </a:p>
        </p:txBody>
      </p:sp>
      <p:sp>
        <p:nvSpPr>
          <p:cNvPr id="6" name="내용 개체 틀 5"/>
          <p:cNvSpPr>
            <a:spLocks noGrp="1"/>
          </p:cNvSpPr>
          <p:nvPr>
            <p:ph sz="quarter" idx="4"/>
          </p:nvPr>
        </p:nvSpPr>
        <p:spPr>
          <a:xfrm>
            <a:off x="4645028" y="1631156"/>
            <a:ext cx="4041775" cy="2963466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ko-KR" altLang="en-US"/>
              <a:t>마스터 텍스트 스타일을 편집합니다</a:t>
            </a:r>
          </a:p>
          <a:p>
            <a:pPr lvl="1"/>
            <a:r>
              <a:rPr lang="ko-KR" altLang="en-US"/>
              <a:t>둘째 수준</a:t>
            </a:r>
          </a:p>
          <a:p>
            <a:pPr lvl="2"/>
            <a:r>
              <a:rPr lang="ko-KR" altLang="en-US"/>
              <a:t>셋째 수준</a:t>
            </a:r>
          </a:p>
          <a:p>
            <a:pPr lvl="3"/>
            <a:r>
              <a:rPr lang="ko-KR" altLang="en-US"/>
              <a:t>넷째 수준</a:t>
            </a:r>
          </a:p>
          <a:p>
            <a:pPr lvl="4"/>
            <a:r>
              <a:rPr lang="ko-KR" altLang="en-US"/>
              <a:t>다섯째 수준</a:t>
            </a:r>
          </a:p>
        </p:txBody>
      </p:sp>
      <p:sp>
        <p:nvSpPr>
          <p:cNvPr id="7" name="날짜 개체 틀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FB30EDBD-1C2D-4C1E-B459-B60219FAB484}" type="datetimeFigureOut">
              <a:rPr lang="ko-KR" altLang="en-US" smtClean="0"/>
              <a:t>2026. 6. 13.</a:t>
            </a:fld>
            <a:endParaRPr lang="ko-KR" altLang="en-US"/>
          </a:p>
        </p:txBody>
      </p:sp>
      <p:sp>
        <p:nvSpPr>
          <p:cNvPr id="8" name="바닥글 개체 틀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ko-KR" altLang="en-US"/>
          </a:p>
        </p:txBody>
      </p:sp>
      <p:sp>
        <p:nvSpPr>
          <p:cNvPr id="9" name="슬라이드 번호 개체 틀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4BEDD84E-25D4-4983-8AA1-2863C96F08D9}" type="slidenum">
              <a:rPr lang="ko-KR" altLang="en-US" smtClean="0"/>
              <a:t>‹#›</a:t>
            </a:fld>
            <a:endParaRPr lang="ko-KR" altLang="en-US"/>
          </a:p>
        </p:txBody>
      </p:sp>
    </p:spTree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제목만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제목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ko-KR" altLang="en-US"/>
              <a:t>마스터 제목 스타일 편집</a:t>
            </a:r>
          </a:p>
        </p:txBody>
      </p:sp>
      <p:sp>
        <p:nvSpPr>
          <p:cNvPr id="3" name="날짜 개체 틀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FB30EDBD-1C2D-4C1E-B459-B60219FAB484}" type="datetimeFigureOut">
              <a:rPr lang="ko-KR" altLang="en-US" smtClean="0"/>
              <a:t>2026. 6. 13.</a:t>
            </a:fld>
            <a:endParaRPr lang="ko-KR" altLang="en-US"/>
          </a:p>
        </p:txBody>
      </p:sp>
      <p:sp>
        <p:nvSpPr>
          <p:cNvPr id="4" name="바닥글 개체 틀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ko-KR" altLang="en-US"/>
          </a:p>
        </p:txBody>
      </p:sp>
      <p:sp>
        <p:nvSpPr>
          <p:cNvPr id="5" name="슬라이드 번호 개체 틀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4BEDD84E-25D4-4983-8AA1-2863C96F08D9}" type="slidenum">
              <a:rPr lang="ko-KR" altLang="en-US" smtClean="0"/>
              <a:t>‹#›</a:t>
            </a:fld>
            <a:endParaRPr lang="ko-KR" altLang="en-US"/>
          </a:p>
        </p:txBody>
      </p:sp>
    </p:spTree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빈 화면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날짜 개체 틀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FB30EDBD-1C2D-4C1E-B459-B60219FAB484}" type="datetimeFigureOut">
              <a:rPr lang="ko-KR" altLang="en-US" smtClean="0"/>
              <a:t>2026. 6. 13.</a:t>
            </a:fld>
            <a:endParaRPr lang="ko-KR" altLang="en-US"/>
          </a:p>
        </p:txBody>
      </p:sp>
      <p:sp>
        <p:nvSpPr>
          <p:cNvPr id="3" name="바닥글 개체 틀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ko-KR" altLang="en-US"/>
          </a:p>
        </p:txBody>
      </p:sp>
      <p:sp>
        <p:nvSpPr>
          <p:cNvPr id="4" name="슬라이드 번호 개체 틀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4BEDD84E-25D4-4983-8AA1-2863C96F08D9}" type="slidenum">
              <a:rPr lang="ko-KR" altLang="en-US" smtClean="0"/>
              <a:t>‹#›</a:t>
            </a:fld>
            <a:endParaRPr lang="ko-KR" altLang="en-US"/>
          </a:p>
        </p:txBody>
      </p:sp>
    </p:spTree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캡션 있는 콘텐츠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제목 1"/>
          <p:cNvSpPr>
            <a:spLocks noGrp="1"/>
          </p:cNvSpPr>
          <p:nvPr>
            <p:ph type="title"/>
          </p:nvPr>
        </p:nvSpPr>
        <p:spPr>
          <a:xfrm>
            <a:off x="457203" y="204787"/>
            <a:ext cx="3008313" cy="8715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ko-KR" altLang="en-US"/>
              <a:t>마스터 제목 스타일 편집</a:t>
            </a:r>
          </a:p>
        </p:txBody>
      </p:sp>
      <p:sp>
        <p:nvSpPr>
          <p:cNvPr id="3" name="내용 개체 틀 2"/>
          <p:cNvSpPr>
            <a:spLocks noGrp="1"/>
          </p:cNvSpPr>
          <p:nvPr>
            <p:ph idx="1"/>
          </p:nvPr>
        </p:nvSpPr>
        <p:spPr>
          <a:xfrm>
            <a:off x="3575050" y="204789"/>
            <a:ext cx="5111750" cy="4389835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ko-KR" altLang="en-US"/>
              <a:t>마스터 텍스트 스타일을 편집합니다</a:t>
            </a:r>
          </a:p>
          <a:p>
            <a:pPr lvl="1"/>
            <a:r>
              <a:rPr lang="ko-KR" altLang="en-US"/>
              <a:t>둘째 수준</a:t>
            </a:r>
          </a:p>
          <a:p>
            <a:pPr lvl="2"/>
            <a:r>
              <a:rPr lang="ko-KR" altLang="en-US"/>
              <a:t>셋째 수준</a:t>
            </a:r>
          </a:p>
          <a:p>
            <a:pPr lvl="3"/>
            <a:r>
              <a:rPr lang="ko-KR" altLang="en-US"/>
              <a:t>넷째 수준</a:t>
            </a:r>
          </a:p>
          <a:p>
            <a:pPr lvl="4"/>
            <a:r>
              <a:rPr lang="ko-KR" altLang="en-US"/>
              <a:t>다섯째 수준</a:t>
            </a:r>
          </a:p>
        </p:txBody>
      </p:sp>
      <p:sp>
        <p:nvSpPr>
          <p:cNvPr id="4" name="텍스트 개체 틀 3"/>
          <p:cNvSpPr>
            <a:spLocks noGrp="1"/>
          </p:cNvSpPr>
          <p:nvPr>
            <p:ph type="body" sz="half" idx="2"/>
          </p:nvPr>
        </p:nvSpPr>
        <p:spPr>
          <a:xfrm>
            <a:off x="457203" y="1076327"/>
            <a:ext cx="3008313" cy="3518297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ko-KR" altLang="en-US"/>
              <a:t>마스터 텍스트 스타일을 편집합니다</a:t>
            </a:r>
          </a:p>
        </p:txBody>
      </p:sp>
      <p:sp>
        <p:nvSpPr>
          <p:cNvPr id="5" name="날짜 개체 틀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FB30EDBD-1C2D-4C1E-B459-B60219FAB484}" type="datetimeFigureOut">
              <a:rPr lang="ko-KR" altLang="en-US" smtClean="0"/>
              <a:t>2026. 6. 13.</a:t>
            </a:fld>
            <a:endParaRPr lang="ko-KR" altLang="en-US"/>
          </a:p>
        </p:txBody>
      </p:sp>
      <p:sp>
        <p:nvSpPr>
          <p:cNvPr id="6" name="바닥글 개체 틀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ko-KR" altLang="en-US"/>
          </a:p>
        </p:txBody>
      </p:sp>
      <p:sp>
        <p:nvSpPr>
          <p:cNvPr id="7" name="슬라이드 번호 개체 틀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4BEDD84E-25D4-4983-8AA1-2863C96F08D9}" type="slidenum">
              <a:rPr lang="ko-KR" altLang="en-US" smtClean="0"/>
              <a:t>‹#›</a:t>
            </a:fld>
            <a:endParaRPr lang="ko-KR" altLang="en-US"/>
          </a:p>
        </p:txBody>
      </p:sp>
    </p:spTree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캡션 있는 그림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제목 1"/>
          <p:cNvSpPr>
            <a:spLocks noGrp="1"/>
          </p:cNvSpPr>
          <p:nvPr>
            <p:ph type="title"/>
          </p:nvPr>
        </p:nvSpPr>
        <p:spPr>
          <a:xfrm>
            <a:off x="1792288" y="3600451"/>
            <a:ext cx="5486400" cy="425054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ko-KR" altLang="en-US"/>
              <a:t>마스터 제목 스타일 편집</a:t>
            </a:r>
          </a:p>
        </p:txBody>
      </p:sp>
      <p:sp>
        <p:nvSpPr>
          <p:cNvPr id="3" name="그림 개체 틀 2"/>
          <p:cNvSpPr>
            <a:spLocks noGrp="1"/>
          </p:cNvSpPr>
          <p:nvPr>
            <p:ph type="pic" idx="1"/>
          </p:nvPr>
        </p:nvSpPr>
        <p:spPr>
          <a:xfrm>
            <a:off x="1792288" y="459581"/>
            <a:ext cx="5486400" cy="30861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ko-KR" altLang="en-US"/>
          </a:p>
        </p:txBody>
      </p:sp>
      <p:sp>
        <p:nvSpPr>
          <p:cNvPr id="4" name="텍스트 개체 틀 3"/>
          <p:cNvSpPr>
            <a:spLocks noGrp="1"/>
          </p:cNvSpPr>
          <p:nvPr>
            <p:ph type="body" sz="half" idx="2"/>
          </p:nvPr>
        </p:nvSpPr>
        <p:spPr>
          <a:xfrm>
            <a:off x="1792288" y="4025504"/>
            <a:ext cx="5486400" cy="603647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ko-KR" altLang="en-US"/>
              <a:t>마스터 텍스트 스타일을 편집합니다</a:t>
            </a:r>
          </a:p>
        </p:txBody>
      </p:sp>
      <p:sp>
        <p:nvSpPr>
          <p:cNvPr id="5" name="날짜 개체 틀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FB30EDBD-1C2D-4C1E-B459-B60219FAB484}" type="datetimeFigureOut">
              <a:rPr lang="ko-KR" altLang="en-US" smtClean="0"/>
              <a:t>2026. 6. 13.</a:t>
            </a:fld>
            <a:endParaRPr lang="ko-KR" altLang="en-US"/>
          </a:p>
        </p:txBody>
      </p:sp>
      <p:sp>
        <p:nvSpPr>
          <p:cNvPr id="6" name="바닥글 개체 틀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ko-KR" altLang="en-US"/>
          </a:p>
        </p:txBody>
      </p:sp>
      <p:sp>
        <p:nvSpPr>
          <p:cNvPr id="7" name="슬라이드 번호 개체 틀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4BEDD84E-25D4-4983-8AA1-2863C96F08D9}" type="slidenum">
              <a:rPr lang="ko-KR" altLang="en-US" smtClean="0"/>
              <a:t>‹#›</a:t>
            </a:fld>
            <a:endParaRPr lang="ko-KR" altLang="en-US"/>
          </a:p>
        </p:txBody>
      </p:sp>
    </p:spTree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제목 및 세로 텍스트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제목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ko-KR" altLang="en-US"/>
              <a:t>마스터 제목 스타일 편집</a:t>
            </a:r>
          </a:p>
        </p:txBody>
      </p:sp>
      <p:sp>
        <p:nvSpPr>
          <p:cNvPr id="3" name="세로 텍스트 개체 틀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ko-KR" altLang="en-US"/>
              <a:t>마스터 텍스트 스타일을 편집합니다</a:t>
            </a:r>
          </a:p>
          <a:p>
            <a:pPr lvl="1"/>
            <a:r>
              <a:rPr lang="ko-KR" altLang="en-US"/>
              <a:t>둘째 수준</a:t>
            </a:r>
          </a:p>
          <a:p>
            <a:pPr lvl="2"/>
            <a:r>
              <a:rPr lang="ko-KR" altLang="en-US"/>
              <a:t>셋째 수준</a:t>
            </a:r>
          </a:p>
          <a:p>
            <a:pPr lvl="3"/>
            <a:r>
              <a:rPr lang="ko-KR" altLang="en-US"/>
              <a:t>넷째 수준</a:t>
            </a:r>
          </a:p>
          <a:p>
            <a:pPr lvl="4"/>
            <a:r>
              <a:rPr lang="ko-KR" altLang="en-US"/>
              <a:t>다섯째 수준</a:t>
            </a:r>
          </a:p>
        </p:txBody>
      </p:sp>
      <p:sp>
        <p:nvSpPr>
          <p:cNvPr id="4" name="날짜 개체 틀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FB30EDBD-1C2D-4C1E-B459-B60219FAB484}" type="datetimeFigureOut">
              <a:rPr lang="ko-KR" altLang="en-US" smtClean="0"/>
              <a:t>2026. 6. 13.</a:t>
            </a:fld>
            <a:endParaRPr lang="ko-KR" altLang="en-US"/>
          </a:p>
        </p:txBody>
      </p:sp>
      <p:sp>
        <p:nvSpPr>
          <p:cNvPr id="5" name="바닥글 개체 틀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ko-KR" altLang="en-US"/>
          </a:p>
        </p:txBody>
      </p:sp>
      <p:sp>
        <p:nvSpPr>
          <p:cNvPr id="6" name="슬라이드 번호 개체 틀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4BEDD84E-25D4-4983-8AA1-2863C96F08D9}" type="slidenum">
              <a:rPr lang="ko-KR" altLang="en-US" smtClean="0"/>
              <a:t>‹#›</a:t>
            </a:fld>
            <a:endParaRPr lang="ko-KR" altLang="en-US"/>
          </a:p>
        </p:txBody>
      </p:sp>
    </p:spTree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세로 제목 및 텍스트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세로 제목 1"/>
          <p:cNvSpPr>
            <a:spLocks noGrp="1"/>
          </p:cNvSpPr>
          <p:nvPr>
            <p:ph type="title" orient="vert"/>
          </p:nvPr>
        </p:nvSpPr>
        <p:spPr>
          <a:xfrm>
            <a:off x="6629400" y="205980"/>
            <a:ext cx="2057400" cy="4388644"/>
          </a:xfrm>
        </p:spPr>
        <p:txBody>
          <a:bodyPr vert="eaVert"/>
          <a:lstStyle/>
          <a:p>
            <a:r>
              <a:rPr lang="ko-KR" altLang="en-US"/>
              <a:t>마스터 제목 스타일 편집</a:t>
            </a:r>
          </a:p>
        </p:txBody>
      </p:sp>
      <p:sp>
        <p:nvSpPr>
          <p:cNvPr id="3" name="세로 텍스트 개체 틀 2"/>
          <p:cNvSpPr>
            <a:spLocks noGrp="1"/>
          </p:cNvSpPr>
          <p:nvPr>
            <p:ph type="body" orient="vert" idx="1"/>
          </p:nvPr>
        </p:nvSpPr>
        <p:spPr>
          <a:xfrm>
            <a:off x="457200" y="205980"/>
            <a:ext cx="6019800" cy="4388644"/>
          </a:xfrm>
        </p:spPr>
        <p:txBody>
          <a:bodyPr vert="eaVert"/>
          <a:lstStyle/>
          <a:p>
            <a:pPr lvl="0"/>
            <a:r>
              <a:rPr lang="ko-KR" altLang="en-US"/>
              <a:t>마스터 텍스트 스타일을 편집합니다</a:t>
            </a:r>
          </a:p>
          <a:p>
            <a:pPr lvl="1"/>
            <a:r>
              <a:rPr lang="ko-KR" altLang="en-US"/>
              <a:t>둘째 수준</a:t>
            </a:r>
          </a:p>
          <a:p>
            <a:pPr lvl="2"/>
            <a:r>
              <a:rPr lang="ko-KR" altLang="en-US"/>
              <a:t>셋째 수준</a:t>
            </a:r>
          </a:p>
          <a:p>
            <a:pPr lvl="3"/>
            <a:r>
              <a:rPr lang="ko-KR" altLang="en-US"/>
              <a:t>넷째 수준</a:t>
            </a:r>
          </a:p>
          <a:p>
            <a:pPr lvl="4"/>
            <a:r>
              <a:rPr lang="ko-KR" altLang="en-US"/>
              <a:t>다섯째 수준</a:t>
            </a:r>
          </a:p>
        </p:txBody>
      </p:sp>
      <p:sp>
        <p:nvSpPr>
          <p:cNvPr id="4" name="날짜 개체 틀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FB30EDBD-1C2D-4C1E-B459-B60219FAB484}" type="datetimeFigureOut">
              <a:rPr lang="ko-KR" altLang="en-US" smtClean="0"/>
              <a:t>2026. 6. 13.</a:t>
            </a:fld>
            <a:endParaRPr lang="ko-KR" altLang="en-US"/>
          </a:p>
        </p:txBody>
      </p:sp>
      <p:sp>
        <p:nvSpPr>
          <p:cNvPr id="5" name="바닥글 개체 틀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ko-KR" altLang="en-US"/>
          </a:p>
        </p:txBody>
      </p:sp>
      <p:sp>
        <p:nvSpPr>
          <p:cNvPr id="6" name="슬라이드 번호 개체 틀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4BEDD84E-25D4-4983-8AA1-2863C96F08D9}" type="slidenum">
              <a:rPr lang="ko-KR" altLang="en-US" smtClean="0"/>
              <a:t>‹#›</a:t>
            </a:fld>
            <a:endParaRPr lang="ko-KR" altLang="en-US"/>
          </a:p>
        </p:txBody>
      </p:sp>
    </p:spTree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8" Type="http://schemas.openxmlformats.org/officeDocument/2006/relationships/slideLayout" Target="../slideLayouts/slideLayout8.xml"/><Relationship Id="rId3" Type="http://schemas.openxmlformats.org/officeDocument/2006/relationships/slideLayout" Target="../slideLayouts/slideLayout3.xml"/><Relationship Id="rId7" Type="http://schemas.openxmlformats.org/officeDocument/2006/relationships/slideLayout" Target="../slideLayouts/slideLayout7.xml"/><Relationship Id="rId12" Type="http://schemas.openxmlformats.org/officeDocument/2006/relationships/theme" Target="../theme/theme1.xml"/><Relationship Id="rId2" Type="http://schemas.openxmlformats.org/officeDocument/2006/relationships/slideLayout" Target="../slideLayouts/slideLayout2.xml"/><Relationship Id="rId1" Type="http://schemas.openxmlformats.org/officeDocument/2006/relationships/slideLayout" Target="../slideLayouts/slideLayout1.xml"/><Relationship Id="rId6" Type="http://schemas.openxmlformats.org/officeDocument/2006/relationships/slideLayout" Target="../slideLayouts/slideLayout6.xml"/><Relationship Id="rId11" Type="http://schemas.openxmlformats.org/officeDocument/2006/relationships/slideLayout" Target="../slideLayouts/slideLayout11.xml"/><Relationship Id="rId5" Type="http://schemas.openxmlformats.org/officeDocument/2006/relationships/slideLayout" Target="../slideLayouts/slideLayout5.xml"/><Relationship Id="rId10" Type="http://schemas.openxmlformats.org/officeDocument/2006/relationships/slideLayout" Target="../slideLayouts/slideLayout10.xml"/><Relationship Id="rId4" Type="http://schemas.openxmlformats.org/officeDocument/2006/relationships/slideLayout" Target="../slideLayouts/slideLayout4.xml"/><Relationship Id="rId9" Type="http://schemas.openxmlformats.org/officeDocument/2006/relationships/slideLayout" Target="../slideLayouts/slideLayout9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제목 개체 틀 1"/>
          <p:cNvSpPr>
            <a:spLocks noGrp="1"/>
          </p:cNvSpPr>
          <p:nvPr>
            <p:ph type="title"/>
          </p:nvPr>
        </p:nvSpPr>
        <p:spPr>
          <a:xfrm>
            <a:off x="457200" y="205979"/>
            <a:ext cx="8229600" cy="85725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ko-KR" altLang="en-US"/>
              <a:t>마스터 제목 스타일 편집</a:t>
            </a:r>
          </a:p>
        </p:txBody>
      </p:sp>
      <p:sp>
        <p:nvSpPr>
          <p:cNvPr id="3" name="텍스트 개체 틀 2"/>
          <p:cNvSpPr>
            <a:spLocks noGrp="1"/>
          </p:cNvSpPr>
          <p:nvPr>
            <p:ph type="body" idx="1"/>
          </p:nvPr>
        </p:nvSpPr>
        <p:spPr>
          <a:xfrm>
            <a:off x="457200" y="1200151"/>
            <a:ext cx="8229600" cy="3394472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ko-KR" altLang="en-US"/>
              <a:t>마스터 텍스트 스타일을 편집합니다</a:t>
            </a:r>
          </a:p>
          <a:p>
            <a:pPr lvl="1"/>
            <a:r>
              <a:rPr lang="ko-KR" altLang="en-US"/>
              <a:t>둘째 수준</a:t>
            </a:r>
          </a:p>
          <a:p>
            <a:pPr lvl="2"/>
            <a:r>
              <a:rPr lang="ko-KR" altLang="en-US"/>
              <a:t>셋째 수준</a:t>
            </a:r>
          </a:p>
          <a:p>
            <a:pPr lvl="3"/>
            <a:r>
              <a:rPr lang="ko-KR" altLang="en-US"/>
              <a:t>넷째 수준</a:t>
            </a:r>
          </a:p>
          <a:p>
            <a:pPr lvl="4"/>
            <a:r>
              <a:rPr lang="ko-KR" altLang="en-US"/>
              <a:t>다섯째 수준</a:t>
            </a:r>
          </a:p>
        </p:txBody>
      </p:sp>
      <p:sp>
        <p:nvSpPr>
          <p:cNvPr id="4" name="날짜 개체 틀 3"/>
          <p:cNvSpPr>
            <a:spLocks noGrp="1"/>
          </p:cNvSpPr>
          <p:nvPr>
            <p:ph type="dt" sz="half" idx="2"/>
          </p:nvPr>
        </p:nvSpPr>
        <p:spPr>
          <a:xfrm>
            <a:off x="457200" y="4767264"/>
            <a:ext cx="2133600" cy="273844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FB30EDBD-1C2D-4C1E-B459-B60219FAB484}" type="datetimeFigureOut">
              <a:rPr lang="ko-KR" altLang="en-US" smtClean="0"/>
              <a:t>2026. 6. 13.</a:t>
            </a:fld>
            <a:endParaRPr lang="ko-KR" altLang="en-US"/>
          </a:p>
        </p:txBody>
      </p:sp>
      <p:sp>
        <p:nvSpPr>
          <p:cNvPr id="5" name="바닥글 개체 틀 4"/>
          <p:cNvSpPr>
            <a:spLocks noGrp="1"/>
          </p:cNvSpPr>
          <p:nvPr>
            <p:ph type="ftr" sz="quarter" idx="3"/>
          </p:nvPr>
        </p:nvSpPr>
        <p:spPr>
          <a:xfrm>
            <a:off x="3124200" y="4767264"/>
            <a:ext cx="2895600" cy="273844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ko-KR" altLang="en-US"/>
          </a:p>
        </p:txBody>
      </p:sp>
      <p:sp>
        <p:nvSpPr>
          <p:cNvPr id="6" name="슬라이드 번호 개체 틀 5"/>
          <p:cNvSpPr>
            <a:spLocks noGrp="1"/>
          </p:cNvSpPr>
          <p:nvPr>
            <p:ph type="sldNum" sz="quarter" idx="4"/>
          </p:nvPr>
        </p:nvSpPr>
        <p:spPr>
          <a:xfrm>
            <a:off x="6553200" y="4767264"/>
            <a:ext cx="2133600" cy="273844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4BEDD84E-25D4-4983-8AA1-2863C96F08D9}" type="slidenum">
              <a:rPr lang="ko-KR" altLang="en-US" smtClean="0"/>
              <a:t>‹#›</a:t>
            </a:fld>
            <a:endParaRPr lang="ko-KR" altLang="en-US"/>
          </a:p>
        </p:txBody>
      </p:sp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914400" rtl="0" eaLnBrk="1" latinLnBrk="1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1" hangingPunct="1">
        <a:spcBef>
          <a:spcPct val="20000"/>
        </a:spcBef>
        <a:buFont typeface="Arial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1" hangingPunct="1">
        <a:spcBef>
          <a:spcPct val="20000"/>
        </a:spcBef>
        <a:buFont typeface="Arial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1" hangingPunct="1">
        <a:spcBef>
          <a:spcPct val="20000"/>
        </a:spcBef>
        <a:buFont typeface="Arial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1" hangingPunct="1">
        <a:spcBef>
          <a:spcPct val="20000"/>
        </a:spcBef>
        <a:buFont typeface="Arial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1" hangingPunct="1">
        <a:spcBef>
          <a:spcPct val="20000"/>
        </a:spcBef>
        <a:buFont typeface="Arial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1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1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1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1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ko-KR"/>
      </a:defPPr>
      <a:lvl1pPr marL="0" algn="l" defTabSz="914400" rtl="0" eaLnBrk="1" latinLnBrk="1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1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1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1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1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1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1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1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1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62B896E7-019D-18F9-04D1-B8FA09C56CCD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5" name="모서리가 둥근 직사각형 34">
            <a:extLst>
              <a:ext uri="{FF2B5EF4-FFF2-40B4-BE49-F238E27FC236}">
                <a16:creationId xmlns:a16="http://schemas.microsoft.com/office/drawing/2014/main" id="{5F42C7CA-198B-41E0-E309-59917943DBE6}"/>
              </a:ext>
            </a:extLst>
          </p:cNvPr>
          <p:cNvSpPr/>
          <p:nvPr/>
        </p:nvSpPr>
        <p:spPr>
          <a:xfrm>
            <a:off x="1949317" y="2753813"/>
            <a:ext cx="5155978" cy="1800200"/>
          </a:xfrm>
          <a:prstGeom prst="roundRect">
            <a:avLst>
              <a:gd name="adj" fmla="val 5395"/>
            </a:avLst>
          </a:prstGeom>
          <a:solidFill>
            <a:schemeClr val="bg1"/>
          </a:solidFill>
          <a:ln w="12700"/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b"/>
          <a:lstStyle/>
          <a:p>
            <a:pPr algn="ctr"/>
            <a:r>
              <a:rPr kumimoji="1" lang="en-US" altLang="ko-KR" sz="1000" b="1">
                <a:solidFill>
                  <a:schemeClr val="tx1"/>
                </a:solidFill>
              </a:rPr>
              <a:t>Worker Thread</a:t>
            </a:r>
            <a:endParaRPr kumimoji="1" lang="ko-KR" altLang="en-US" sz="1000" b="1">
              <a:solidFill>
                <a:schemeClr val="tx1"/>
              </a:solidFill>
            </a:endParaRPr>
          </a:p>
        </p:txBody>
      </p:sp>
      <p:sp>
        <p:nvSpPr>
          <p:cNvPr id="34" name="모서리가 둥근 직사각형 33">
            <a:extLst>
              <a:ext uri="{FF2B5EF4-FFF2-40B4-BE49-F238E27FC236}">
                <a16:creationId xmlns:a16="http://schemas.microsoft.com/office/drawing/2014/main" id="{7A7D4C4E-C592-0923-31BE-E88A9778C979}"/>
              </a:ext>
            </a:extLst>
          </p:cNvPr>
          <p:cNvSpPr/>
          <p:nvPr/>
        </p:nvSpPr>
        <p:spPr>
          <a:xfrm>
            <a:off x="1882643" y="2834240"/>
            <a:ext cx="5155978" cy="1800200"/>
          </a:xfrm>
          <a:prstGeom prst="roundRect">
            <a:avLst>
              <a:gd name="adj" fmla="val 5395"/>
            </a:avLst>
          </a:prstGeom>
          <a:solidFill>
            <a:schemeClr val="bg1"/>
          </a:solidFill>
          <a:ln w="12700"/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b"/>
          <a:lstStyle/>
          <a:p>
            <a:pPr algn="ctr"/>
            <a:r>
              <a:rPr kumimoji="1" lang="en-US" altLang="ko-KR" sz="1000" b="1">
                <a:solidFill>
                  <a:schemeClr val="tx1"/>
                </a:solidFill>
              </a:rPr>
              <a:t>Worker Thread</a:t>
            </a:r>
            <a:endParaRPr kumimoji="1" lang="ko-KR" altLang="en-US" sz="1000" b="1">
              <a:solidFill>
                <a:schemeClr val="tx1"/>
              </a:solidFill>
            </a:endParaRPr>
          </a:p>
        </p:txBody>
      </p:sp>
      <p:sp>
        <p:nvSpPr>
          <p:cNvPr id="33" name="모서리가 둥근 직사각형 32">
            <a:extLst>
              <a:ext uri="{FF2B5EF4-FFF2-40B4-BE49-F238E27FC236}">
                <a16:creationId xmlns:a16="http://schemas.microsoft.com/office/drawing/2014/main" id="{46F0DC6E-3ED0-7CE9-2E08-D7360690DB82}"/>
              </a:ext>
            </a:extLst>
          </p:cNvPr>
          <p:cNvSpPr/>
          <p:nvPr/>
        </p:nvSpPr>
        <p:spPr>
          <a:xfrm>
            <a:off x="1812618" y="2922933"/>
            <a:ext cx="5155978" cy="1800200"/>
          </a:xfrm>
          <a:prstGeom prst="roundRect">
            <a:avLst>
              <a:gd name="adj" fmla="val 5395"/>
            </a:avLst>
          </a:prstGeom>
          <a:solidFill>
            <a:schemeClr val="bg1"/>
          </a:solidFill>
          <a:ln w="12700"/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b"/>
          <a:lstStyle/>
          <a:p>
            <a:pPr algn="ctr"/>
            <a:r>
              <a:rPr kumimoji="1" lang="en-US" altLang="ko-KR" sz="1000" b="1">
                <a:solidFill>
                  <a:schemeClr val="tx1"/>
                </a:solidFill>
              </a:rPr>
              <a:t>Worker Thread</a:t>
            </a:r>
            <a:endParaRPr kumimoji="1" lang="ko-KR" altLang="en-US" sz="1000" b="1">
              <a:solidFill>
                <a:schemeClr val="tx1"/>
              </a:solidFill>
            </a:endParaRPr>
          </a:p>
        </p:txBody>
      </p:sp>
      <p:sp>
        <p:nvSpPr>
          <p:cNvPr id="2" name="모서리가 둥근 직사각형 1">
            <a:extLst>
              <a:ext uri="{FF2B5EF4-FFF2-40B4-BE49-F238E27FC236}">
                <a16:creationId xmlns:a16="http://schemas.microsoft.com/office/drawing/2014/main" id="{09376300-2EBD-41A6-A75F-DE150E0A0716}"/>
              </a:ext>
            </a:extLst>
          </p:cNvPr>
          <p:cNvSpPr/>
          <p:nvPr/>
        </p:nvSpPr>
        <p:spPr>
          <a:xfrm>
            <a:off x="1619672" y="555526"/>
            <a:ext cx="5598418" cy="4532075"/>
          </a:xfrm>
          <a:prstGeom prst="roundRect">
            <a:avLst>
              <a:gd name="adj" fmla="val 2626"/>
            </a:avLst>
          </a:prstGeom>
          <a:noFill/>
          <a:ln w="12700"/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b"/>
          <a:lstStyle/>
          <a:p>
            <a:r>
              <a:rPr kumimoji="1" lang="en-US" altLang="ko-KR" sz="1050" b="1">
                <a:solidFill>
                  <a:schemeClr val="tx1"/>
                </a:solidFill>
              </a:rPr>
              <a:t>Envoy Process</a:t>
            </a:r>
            <a:endParaRPr kumimoji="1" lang="ko-KR" altLang="en-US" sz="1050" b="1">
              <a:solidFill>
                <a:schemeClr val="tx1"/>
              </a:solidFill>
            </a:endParaRPr>
          </a:p>
        </p:txBody>
      </p:sp>
      <p:sp>
        <p:nvSpPr>
          <p:cNvPr id="3" name="모서리가 둥근 직사각형 2">
            <a:extLst>
              <a:ext uri="{FF2B5EF4-FFF2-40B4-BE49-F238E27FC236}">
                <a16:creationId xmlns:a16="http://schemas.microsoft.com/office/drawing/2014/main" id="{385A752E-3E99-30E3-3D3E-C9C182C67369}"/>
              </a:ext>
            </a:extLst>
          </p:cNvPr>
          <p:cNvSpPr/>
          <p:nvPr/>
        </p:nvSpPr>
        <p:spPr>
          <a:xfrm>
            <a:off x="1746423" y="659560"/>
            <a:ext cx="3545657" cy="1800200"/>
          </a:xfrm>
          <a:prstGeom prst="roundRect">
            <a:avLst>
              <a:gd name="adj" fmla="val 4772"/>
            </a:avLst>
          </a:prstGeom>
          <a:noFill/>
          <a:ln w="12700"/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t"/>
          <a:lstStyle/>
          <a:p>
            <a:r>
              <a:rPr kumimoji="1" lang="en-US" altLang="ko-KR" sz="1000" b="1">
                <a:solidFill>
                  <a:schemeClr val="tx1"/>
                </a:solidFill>
              </a:rPr>
              <a:t>Main Thread</a:t>
            </a:r>
            <a:endParaRPr kumimoji="1" lang="ko-KR" altLang="en-US" sz="1000" b="1">
              <a:solidFill>
                <a:schemeClr val="tx1"/>
              </a:solidFill>
            </a:endParaRPr>
          </a:p>
        </p:txBody>
      </p:sp>
      <p:sp>
        <p:nvSpPr>
          <p:cNvPr id="4" name="모서리가 둥근 직사각형 3">
            <a:extLst>
              <a:ext uri="{FF2B5EF4-FFF2-40B4-BE49-F238E27FC236}">
                <a16:creationId xmlns:a16="http://schemas.microsoft.com/office/drawing/2014/main" id="{EFC279B4-5796-98AA-BC62-E4BE907AF6F2}"/>
              </a:ext>
            </a:extLst>
          </p:cNvPr>
          <p:cNvSpPr/>
          <p:nvPr/>
        </p:nvSpPr>
        <p:spPr>
          <a:xfrm>
            <a:off x="1746425" y="3005841"/>
            <a:ext cx="5155978" cy="1800200"/>
          </a:xfrm>
          <a:prstGeom prst="roundRect">
            <a:avLst>
              <a:gd name="adj" fmla="val 5395"/>
            </a:avLst>
          </a:prstGeom>
          <a:solidFill>
            <a:schemeClr val="bg1"/>
          </a:solidFill>
          <a:ln w="12700"/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b"/>
          <a:lstStyle/>
          <a:p>
            <a:r>
              <a:rPr kumimoji="1" lang="en-US" altLang="ko-KR" sz="1000" b="1">
                <a:solidFill>
                  <a:schemeClr val="tx1"/>
                </a:solidFill>
              </a:rPr>
              <a:t>Worker Thread</a:t>
            </a:r>
            <a:endParaRPr kumimoji="1" lang="ko-KR" altLang="en-US" sz="1000" b="1">
              <a:solidFill>
                <a:schemeClr val="tx1"/>
              </a:solidFill>
            </a:endParaRPr>
          </a:p>
        </p:txBody>
      </p:sp>
      <p:sp>
        <p:nvSpPr>
          <p:cNvPr id="5" name="모서리가 둥근 직사각형 4">
            <a:extLst>
              <a:ext uri="{FF2B5EF4-FFF2-40B4-BE49-F238E27FC236}">
                <a16:creationId xmlns:a16="http://schemas.microsoft.com/office/drawing/2014/main" id="{23C52D3E-EB0C-2CFB-3BE1-670450073446}"/>
              </a:ext>
            </a:extLst>
          </p:cNvPr>
          <p:cNvSpPr/>
          <p:nvPr/>
        </p:nvSpPr>
        <p:spPr>
          <a:xfrm>
            <a:off x="5404449" y="1114409"/>
            <a:ext cx="1700846" cy="1341157"/>
          </a:xfrm>
          <a:prstGeom prst="roundRect">
            <a:avLst>
              <a:gd name="adj" fmla="val 5712"/>
            </a:avLst>
          </a:prstGeom>
          <a:noFill/>
          <a:ln w="12700"/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t"/>
          <a:lstStyle/>
          <a:p>
            <a:pPr algn="ctr"/>
            <a:r>
              <a:rPr kumimoji="1" lang="en-US" altLang="ko-KR" sz="1000" b="1">
                <a:solidFill>
                  <a:schemeClr val="tx1"/>
                </a:solidFill>
              </a:rPr>
              <a:t>File Flush Thread</a:t>
            </a:r>
            <a:endParaRPr kumimoji="1" lang="ko-KR" altLang="en-US" sz="1000" b="1">
              <a:solidFill>
                <a:schemeClr val="tx1"/>
              </a:solidFill>
            </a:endParaRPr>
          </a:p>
        </p:txBody>
      </p:sp>
      <p:sp>
        <p:nvSpPr>
          <p:cNvPr id="6" name="모서리가 둥근 직사각형 5">
            <a:extLst>
              <a:ext uri="{FF2B5EF4-FFF2-40B4-BE49-F238E27FC236}">
                <a16:creationId xmlns:a16="http://schemas.microsoft.com/office/drawing/2014/main" id="{DBDCB004-34B5-3669-F20A-AE54391EDE7F}"/>
              </a:ext>
            </a:extLst>
          </p:cNvPr>
          <p:cNvSpPr/>
          <p:nvPr/>
        </p:nvSpPr>
        <p:spPr>
          <a:xfrm>
            <a:off x="1843572" y="994262"/>
            <a:ext cx="1036323" cy="360040"/>
          </a:xfrm>
          <a:prstGeom prst="roundRect">
            <a:avLst>
              <a:gd name="adj" fmla="val 14972"/>
            </a:avLst>
          </a:prstGeom>
          <a:solidFill>
            <a:schemeClr val="bg1">
              <a:lumMod val="95000"/>
            </a:schemeClr>
          </a:solidFill>
          <a:ln w="12700"/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kumimoji="1" lang="en-US" altLang="ko-KR" sz="900">
                <a:solidFill>
                  <a:schemeClr val="tx1"/>
                </a:solidFill>
              </a:rPr>
              <a:t>Admin</a:t>
            </a:r>
          </a:p>
          <a:p>
            <a:pPr algn="ctr"/>
            <a:r>
              <a:rPr kumimoji="1" lang="en-US" altLang="ko-KR" sz="900">
                <a:solidFill>
                  <a:schemeClr val="tx1"/>
                </a:solidFill>
              </a:rPr>
              <a:t>(TCP Socket)</a:t>
            </a:r>
            <a:endParaRPr kumimoji="1" lang="ko-KR" altLang="en-US" sz="900">
              <a:solidFill>
                <a:schemeClr val="tx1"/>
              </a:solidFill>
            </a:endParaRPr>
          </a:p>
        </p:txBody>
      </p:sp>
      <p:sp>
        <p:nvSpPr>
          <p:cNvPr id="7" name="모서리가 둥근 직사각형 6">
            <a:extLst>
              <a:ext uri="{FF2B5EF4-FFF2-40B4-BE49-F238E27FC236}">
                <a16:creationId xmlns:a16="http://schemas.microsoft.com/office/drawing/2014/main" id="{168E1FF3-CDE8-93C4-E6BF-139541BA052C}"/>
              </a:ext>
            </a:extLst>
          </p:cNvPr>
          <p:cNvSpPr/>
          <p:nvPr/>
        </p:nvSpPr>
        <p:spPr>
          <a:xfrm>
            <a:off x="4133776" y="1460338"/>
            <a:ext cx="1036323" cy="360040"/>
          </a:xfrm>
          <a:prstGeom prst="roundRect">
            <a:avLst>
              <a:gd name="adj" fmla="val 14972"/>
            </a:avLst>
          </a:prstGeom>
          <a:solidFill>
            <a:schemeClr val="bg1">
              <a:lumMod val="95000"/>
            </a:schemeClr>
          </a:solidFill>
          <a:ln w="12700"/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kumimoji="1" lang="en-US" altLang="ko-KR" sz="900">
                <a:solidFill>
                  <a:schemeClr val="tx1"/>
                </a:solidFill>
              </a:rPr>
              <a:t>Drain Manager</a:t>
            </a:r>
          </a:p>
          <a:p>
            <a:pPr algn="ctr"/>
            <a:r>
              <a:rPr kumimoji="1" lang="en-US" altLang="ko-KR" sz="800">
                <a:solidFill>
                  <a:schemeClr val="tx1"/>
                </a:solidFill>
              </a:rPr>
              <a:t>(SIGTERM, Timer)</a:t>
            </a:r>
            <a:endParaRPr kumimoji="1" lang="ko-KR" altLang="en-US" sz="800">
              <a:solidFill>
                <a:schemeClr val="tx1"/>
              </a:solidFill>
            </a:endParaRPr>
          </a:p>
        </p:txBody>
      </p:sp>
      <p:sp>
        <p:nvSpPr>
          <p:cNvPr id="8" name="모서리가 둥근 직사각형 7">
            <a:extLst>
              <a:ext uri="{FF2B5EF4-FFF2-40B4-BE49-F238E27FC236}">
                <a16:creationId xmlns:a16="http://schemas.microsoft.com/office/drawing/2014/main" id="{D7C96453-8518-49E7-AAE8-45B5860EF036}"/>
              </a:ext>
            </a:extLst>
          </p:cNvPr>
          <p:cNvSpPr/>
          <p:nvPr/>
        </p:nvSpPr>
        <p:spPr>
          <a:xfrm>
            <a:off x="4136040" y="992282"/>
            <a:ext cx="1036323" cy="360040"/>
          </a:xfrm>
          <a:prstGeom prst="roundRect">
            <a:avLst>
              <a:gd name="adj" fmla="val 14972"/>
            </a:avLst>
          </a:prstGeom>
          <a:solidFill>
            <a:schemeClr val="bg1">
              <a:lumMod val="95000"/>
            </a:schemeClr>
          </a:solidFill>
          <a:ln w="12700"/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kumimoji="1" lang="en-US" altLang="ko-KR" sz="900">
                <a:solidFill>
                  <a:schemeClr val="tx1"/>
                </a:solidFill>
              </a:rPr>
              <a:t>Hot Restart</a:t>
            </a:r>
          </a:p>
          <a:p>
            <a:pPr algn="ctr"/>
            <a:r>
              <a:rPr kumimoji="1" lang="en-US" altLang="ko-KR" sz="900">
                <a:solidFill>
                  <a:schemeClr val="tx1"/>
                </a:solidFill>
              </a:rPr>
              <a:t>(UDS Socket)</a:t>
            </a:r>
            <a:endParaRPr kumimoji="1" lang="ko-KR" altLang="en-US" sz="900">
              <a:solidFill>
                <a:schemeClr val="tx1"/>
              </a:solidFill>
            </a:endParaRPr>
          </a:p>
        </p:txBody>
      </p:sp>
      <p:sp>
        <p:nvSpPr>
          <p:cNvPr id="9" name="모서리가 둥근 직사각형 8">
            <a:extLst>
              <a:ext uri="{FF2B5EF4-FFF2-40B4-BE49-F238E27FC236}">
                <a16:creationId xmlns:a16="http://schemas.microsoft.com/office/drawing/2014/main" id="{C523A043-621F-3521-97C3-F3459A0580E5}"/>
              </a:ext>
            </a:extLst>
          </p:cNvPr>
          <p:cNvSpPr/>
          <p:nvPr/>
        </p:nvSpPr>
        <p:spPr>
          <a:xfrm>
            <a:off x="2992264" y="1462314"/>
            <a:ext cx="1036323" cy="360040"/>
          </a:xfrm>
          <a:prstGeom prst="roundRect">
            <a:avLst>
              <a:gd name="adj" fmla="val 14972"/>
            </a:avLst>
          </a:prstGeom>
          <a:solidFill>
            <a:schemeClr val="bg1">
              <a:lumMod val="95000"/>
            </a:schemeClr>
          </a:solidFill>
          <a:ln w="12700"/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kumimoji="1" lang="en-US" altLang="ko-KR" sz="900">
                <a:solidFill>
                  <a:schemeClr val="tx1"/>
                </a:solidFill>
              </a:rPr>
              <a:t>GuardDog</a:t>
            </a:r>
          </a:p>
          <a:p>
            <a:pPr algn="ctr"/>
            <a:r>
              <a:rPr kumimoji="1" lang="en-US" altLang="ko-KR" sz="900">
                <a:solidFill>
                  <a:schemeClr val="tx1"/>
                </a:solidFill>
              </a:rPr>
              <a:t>(Timer)</a:t>
            </a:r>
            <a:endParaRPr kumimoji="1" lang="ko-KR" altLang="en-US" sz="900">
              <a:solidFill>
                <a:schemeClr val="tx1"/>
              </a:solidFill>
            </a:endParaRPr>
          </a:p>
        </p:txBody>
      </p:sp>
      <p:sp>
        <p:nvSpPr>
          <p:cNvPr id="14" name="모서리가 둥근 직사각형 13">
            <a:extLst>
              <a:ext uri="{FF2B5EF4-FFF2-40B4-BE49-F238E27FC236}">
                <a16:creationId xmlns:a16="http://schemas.microsoft.com/office/drawing/2014/main" id="{1D6227A6-9285-036B-80AF-3BB89B284560}"/>
              </a:ext>
            </a:extLst>
          </p:cNvPr>
          <p:cNvSpPr/>
          <p:nvPr/>
        </p:nvSpPr>
        <p:spPr>
          <a:xfrm>
            <a:off x="5515763" y="1408308"/>
            <a:ext cx="1500613" cy="358068"/>
          </a:xfrm>
          <a:prstGeom prst="roundRect">
            <a:avLst>
              <a:gd name="adj" fmla="val 19649"/>
            </a:avLst>
          </a:prstGeom>
          <a:solidFill>
            <a:schemeClr val="bg1">
              <a:lumMod val="95000"/>
            </a:schemeClr>
          </a:solidFill>
          <a:ln w="12700"/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kumimoji="1" lang="en-US" altLang="ko-KR" sz="900">
                <a:solidFill>
                  <a:schemeClr val="tx1"/>
                </a:solidFill>
              </a:rPr>
              <a:t>Access Logger</a:t>
            </a:r>
            <a:endParaRPr kumimoji="1" lang="ko-KR" altLang="en-US" sz="900">
              <a:solidFill>
                <a:schemeClr val="tx1"/>
              </a:solidFill>
            </a:endParaRPr>
          </a:p>
        </p:txBody>
      </p:sp>
      <p:sp>
        <p:nvSpPr>
          <p:cNvPr id="16" name="모서리가 둥근 직사각형 15">
            <a:extLst>
              <a:ext uri="{FF2B5EF4-FFF2-40B4-BE49-F238E27FC236}">
                <a16:creationId xmlns:a16="http://schemas.microsoft.com/office/drawing/2014/main" id="{EE8F274B-D889-3D84-2075-31B91CDEE8AA}"/>
              </a:ext>
            </a:extLst>
          </p:cNvPr>
          <p:cNvSpPr/>
          <p:nvPr/>
        </p:nvSpPr>
        <p:spPr>
          <a:xfrm>
            <a:off x="5603327" y="1931850"/>
            <a:ext cx="984897" cy="358068"/>
          </a:xfrm>
          <a:prstGeom prst="roundRect">
            <a:avLst>
              <a:gd name="adj" fmla="val 19649"/>
            </a:avLst>
          </a:prstGeom>
          <a:solidFill>
            <a:schemeClr val="bg2">
              <a:lumMod val="90000"/>
            </a:schemeClr>
          </a:solidFill>
          <a:ln w="12700"/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kumimoji="1" lang="en-US" altLang="ko-KR" sz="900">
                <a:solidFill>
                  <a:schemeClr val="tx1"/>
                </a:solidFill>
              </a:rPr>
              <a:t>Flush Buffer</a:t>
            </a:r>
            <a:endParaRPr kumimoji="1" lang="ko-KR" altLang="en-US" sz="900">
              <a:solidFill>
                <a:schemeClr val="tx1"/>
              </a:solidFill>
            </a:endParaRPr>
          </a:p>
        </p:txBody>
      </p:sp>
      <p:sp>
        <p:nvSpPr>
          <p:cNvPr id="11" name="모서리가 둥근 직사각형 10">
            <a:extLst>
              <a:ext uri="{FF2B5EF4-FFF2-40B4-BE49-F238E27FC236}">
                <a16:creationId xmlns:a16="http://schemas.microsoft.com/office/drawing/2014/main" id="{E49BD97B-0B6D-35FC-0DE3-D6205BCB7FFC}"/>
              </a:ext>
            </a:extLst>
          </p:cNvPr>
          <p:cNvSpPr/>
          <p:nvPr/>
        </p:nvSpPr>
        <p:spPr>
          <a:xfrm>
            <a:off x="1846734" y="2002494"/>
            <a:ext cx="1411228" cy="360040"/>
          </a:xfrm>
          <a:prstGeom prst="roundRect">
            <a:avLst>
              <a:gd name="adj" fmla="val 14972"/>
            </a:avLst>
          </a:prstGeom>
          <a:solidFill>
            <a:schemeClr val="bg1">
              <a:lumMod val="95000"/>
            </a:schemeClr>
          </a:solidFill>
          <a:ln w="12700"/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kumimoji="1" lang="en-US" altLang="ko-KR" sz="900" b="1">
                <a:solidFill>
                  <a:schemeClr val="tx1"/>
                </a:solidFill>
              </a:rPr>
              <a:t>Dispatcher </a:t>
            </a:r>
          </a:p>
          <a:p>
            <a:pPr algn="ctr"/>
            <a:r>
              <a:rPr kumimoji="1" lang="en-US" altLang="ko-KR" sz="900" b="1">
                <a:solidFill>
                  <a:schemeClr val="tx1"/>
                </a:solidFill>
              </a:rPr>
              <a:t>(libevent, io_uring)</a:t>
            </a:r>
            <a:endParaRPr kumimoji="1" lang="ko-KR" altLang="en-US" sz="900" b="1">
              <a:solidFill>
                <a:schemeClr val="tx1"/>
              </a:solidFill>
            </a:endParaRPr>
          </a:p>
        </p:txBody>
      </p:sp>
      <p:sp>
        <p:nvSpPr>
          <p:cNvPr id="13" name="모서리가 둥근 직사각형 12">
            <a:extLst>
              <a:ext uri="{FF2B5EF4-FFF2-40B4-BE49-F238E27FC236}">
                <a16:creationId xmlns:a16="http://schemas.microsoft.com/office/drawing/2014/main" id="{A89A2263-E9C7-352D-DA0C-52CAE4E06FF9}"/>
              </a:ext>
            </a:extLst>
          </p:cNvPr>
          <p:cNvSpPr/>
          <p:nvPr/>
        </p:nvSpPr>
        <p:spPr>
          <a:xfrm>
            <a:off x="1846734" y="3113853"/>
            <a:ext cx="1411228" cy="360040"/>
          </a:xfrm>
          <a:prstGeom prst="roundRect">
            <a:avLst>
              <a:gd name="adj" fmla="val 14972"/>
            </a:avLst>
          </a:prstGeom>
          <a:solidFill>
            <a:schemeClr val="bg1">
              <a:lumMod val="95000"/>
            </a:schemeClr>
          </a:solidFill>
          <a:ln w="12700"/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kumimoji="1" lang="en-US" altLang="ko-KR" sz="900" b="1">
                <a:solidFill>
                  <a:schemeClr val="tx1"/>
                </a:solidFill>
              </a:rPr>
              <a:t>Dispatcher</a:t>
            </a:r>
          </a:p>
          <a:p>
            <a:pPr algn="ctr"/>
            <a:r>
              <a:rPr kumimoji="1" lang="en-US" altLang="ko-KR" sz="900" b="1">
                <a:solidFill>
                  <a:schemeClr val="tx1"/>
                </a:solidFill>
              </a:rPr>
              <a:t>(libevent, io_uring)</a:t>
            </a:r>
            <a:endParaRPr kumimoji="1" lang="ko-KR" altLang="en-US" sz="900" b="1">
              <a:solidFill>
                <a:schemeClr val="tx1"/>
              </a:solidFill>
            </a:endParaRPr>
          </a:p>
        </p:txBody>
      </p:sp>
      <p:sp>
        <p:nvSpPr>
          <p:cNvPr id="15" name="모서리가 둥근 직사각형 14">
            <a:extLst>
              <a:ext uri="{FF2B5EF4-FFF2-40B4-BE49-F238E27FC236}">
                <a16:creationId xmlns:a16="http://schemas.microsoft.com/office/drawing/2014/main" id="{5E541288-2E1F-784F-8ED2-CA573EBE277F}"/>
              </a:ext>
            </a:extLst>
          </p:cNvPr>
          <p:cNvSpPr/>
          <p:nvPr/>
        </p:nvSpPr>
        <p:spPr>
          <a:xfrm>
            <a:off x="1945947" y="3779994"/>
            <a:ext cx="835163" cy="360040"/>
          </a:xfrm>
          <a:prstGeom prst="roundRect">
            <a:avLst>
              <a:gd name="adj" fmla="val 14972"/>
            </a:avLst>
          </a:prstGeom>
          <a:solidFill>
            <a:schemeClr val="bg1">
              <a:lumMod val="95000"/>
            </a:schemeClr>
          </a:solidFill>
          <a:ln w="12700"/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kumimoji="1" lang="en-US" altLang="ko-KR" sz="900">
                <a:solidFill>
                  <a:schemeClr val="tx1"/>
                </a:solidFill>
              </a:rPr>
              <a:t>Listener</a:t>
            </a:r>
            <a:endParaRPr kumimoji="1" lang="ko-KR" altLang="en-US" sz="900">
              <a:solidFill>
                <a:schemeClr val="tx1"/>
              </a:solidFill>
            </a:endParaRPr>
          </a:p>
        </p:txBody>
      </p:sp>
      <p:sp>
        <p:nvSpPr>
          <p:cNvPr id="17" name="모서리가 둥근 직사각형 16">
            <a:extLst>
              <a:ext uri="{FF2B5EF4-FFF2-40B4-BE49-F238E27FC236}">
                <a16:creationId xmlns:a16="http://schemas.microsoft.com/office/drawing/2014/main" id="{CCB55711-ACF7-8FB1-5417-3D2A5635DF6A}"/>
              </a:ext>
            </a:extLst>
          </p:cNvPr>
          <p:cNvSpPr/>
          <p:nvPr/>
        </p:nvSpPr>
        <p:spPr>
          <a:xfrm>
            <a:off x="3670924" y="3113853"/>
            <a:ext cx="1499222" cy="360040"/>
          </a:xfrm>
          <a:prstGeom prst="roundRect">
            <a:avLst>
              <a:gd name="adj" fmla="val 14972"/>
            </a:avLst>
          </a:prstGeom>
          <a:solidFill>
            <a:schemeClr val="bg1">
              <a:lumMod val="95000"/>
            </a:schemeClr>
          </a:solidFill>
          <a:ln w="12700"/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kumimoji="1" lang="en-US" altLang="ko-KR" sz="900" b="1">
                <a:solidFill>
                  <a:schemeClr val="tx1"/>
                </a:solidFill>
              </a:rPr>
              <a:t>TLS </a:t>
            </a:r>
          </a:p>
          <a:p>
            <a:pPr algn="ctr"/>
            <a:r>
              <a:rPr kumimoji="1" lang="en-US" altLang="ko-KR" sz="900" b="1">
                <a:solidFill>
                  <a:schemeClr val="tx1"/>
                </a:solidFill>
              </a:rPr>
              <a:t>(Thread Local Storage)</a:t>
            </a:r>
            <a:endParaRPr kumimoji="1" lang="ko-KR" altLang="en-US" sz="900" b="1">
              <a:solidFill>
                <a:schemeClr val="tx1"/>
              </a:solidFill>
            </a:endParaRPr>
          </a:p>
        </p:txBody>
      </p:sp>
      <p:sp>
        <p:nvSpPr>
          <p:cNvPr id="20" name="모서리가 둥근 직사각형 19">
            <a:extLst>
              <a:ext uri="{FF2B5EF4-FFF2-40B4-BE49-F238E27FC236}">
                <a16:creationId xmlns:a16="http://schemas.microsoft.com/office/drawing/2014/main" id="{DE241F59-0565-FC51-4A08-F027EC8E62FE}"/>
              </a:ext>
            </a:extLst>
          </p:cNvPr>
          <p:cNvSpPr/>
          <p:nvPr/>
        </p:nvSpPr>
        <p:spPr>
          <a:xfrm>
            <a:off x="3670924" y="2002494"/>
            <a:ext cx="1499222" cy="360040"/>
          </a:xfrm>
          <a:prstGeom prst="roundRect">
            <a:avLst>
              <a:gd name="adj" fmla="val 14972"/>
            </a:avLst>
          </a:prstGeom>
          <a:solidFill>
            <a:schemeClr val="bg1">
              <a:lumMod val="95000"/>
            </a:schemeClr>
          </a:solidFill>
          <a:ln w="12700"/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kumimoji="1" lang="en-US" altLang="ko-KR" sz="900" b="1">
                <a:solidFill>
                  <a:schemeClr val="tx1"/>
                </a:solidFill>
              </a:rPr>
              <a:t>TLS </a:t>
            </a:r>
          </a:p>
          <a:p>
            <a:pPr algn="ctr"/>
            <a:r>
              <a:rPr kumimoji="1" lang="en-US" altLang="ko-KR" sz="900" b="1">
                <a:solidFill>
                  <a:schemeClr val="tx1"/>
                </a:solidFill>
              </a:rPr>
              <a:t>(Thread Local Storage)</a:t>
            </a:r>
            <a:endParaRPr kumimoji="1" lang="ko-KR" altLang="en-US" sz="900" b="1">
              <a:solidFill>
                <a:schemeClr val="tx1"/>
              </a:solidFill>
            </a:endParaRPr>
          </a:p>
        </p:txBody>
      </p:sp>
      <p:sp>
        <p:nvSpPr>
          <p:cNvPr id="24" name="모서리가 둥근 직사각형 23">
            <a:extLst>
              <a:ext uri="{FF2B5EF4-FFF2-40B4-BE49-F238E27FC236}">
                <a16:creationId xmlns:a16="http://schemas.microsoft.com/office/drawing/2014/main" id="{6367C03B-C2DD-A7F5-29B5-FA6ABCE22AAD}"/>
              </a:ext>
            </a:extLst>
          </p:cNvPr>
          <p:cNvSpPr/>
          <p:nvPr/>
        </p:nvSpPr>
        <p:spPr>
          <a:xfrm>
            <a:off x="1843573" y="3653913"/>
            <a:ext cx="4964487" cy="835728"/>
          </a:xfrm>
          <a:prstGeom prst="roundRect">
            <a:avLst>
              <a:gd name="adj" fmla="val 5395"/>
            </a:avLst>
          </a:prstGeom>
          <a:noFill/>
          <a:ln w="12700">
            <a:prstDash val="dash"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b"/>
          <a:lstStyle/>
          <a:p>
            <a:pPr algn="ctr"/>
            <a:r>
              <a:rPr kumimoji="1" lang="en-US" altLang="ko-KR" sz="900">
                <a:solidFill>
                  <a:schemeClr val="tx1"/>
                </a:solidFill>
              </a:rPr>
              <a:t>Per Connection State</a:t>
            </a:r>
            <a:endParaRPr kumimoji="1" lang="ko-KR" altLang="en-US" sz="900">
              <a:solidFill>
                <a:schemeClr val="tx1"/>
              </a:solidFill>
            </a:endParaRPr>
          </a:p>
        </p:txBody>
      </p:sp>
      <p:sp>
        <p:nvSpPr>
          <p:cNvPr id="26" name="모서리가 둥근 직사각형 25">
            <a:extLst>
              <a:ext uri="{FF2B5EF4-FFF2-40B4-BE49-F238E27FC236}">
                <a16:creationId xmlns:a16="http://schemas.microsoft.com/office/drawing/2014/main" id="{A87BFEFF-16DA-B50C-C2C7-432ECE65DE61}"/>
              </a:ext>
            </a:extLst>
          </p:cNvPr>
          <p:cNvSpPr/>
          <p:nvPr/>
        </p:nvSpPr>
        <p:spPr>
          <a:xfrm>
            <a:off x="217372" y="4161708"/>
            <a:ext cx="1209354" cy="360039"/>
          </a:xfrm>
          <a:prstGeom prst="roundRect">
            <a:avLst>
              <a:gd name="adj" fmla="val 12191"/>
            </a:avLst>
          </a:prstGeom>
          <a:noFill/>
          <a:ln w="12700"/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kumimoji="1" lang="en-US" altLang="ko-KR" sz="900">
                <a:solidFill>
                  <a:schemeClr val="tx1"/>
                </a:solidFill>
              </a:rPr>
              <a:t>Downstream B</a:t>
            </a:r>
          </a:p>
          <a:p>
            <a:pPr algn="ctr"/>
            <a:r>
              <a:rPr kumimoji="1" lang="en-US" altLang="ko-KR" sz="900">
                <a:solidFill>
                  <a:schemeClr val="tx1"/>
                </a:solidFill>
              </a:rPr>
              <a:t>(Client)</a:t>
            </a:r>
            <a:endParaRPr kumimoji="1" lang="ko-KR" altLang="en-US" sz="900">
              <a:solidFill>
                <a:schemeClr val="tx1"/>
              </a:solidFill>
            </a:endParaRPr>
          </a:p>
        </p:txBody>
      </p:sp>
      <p:sp>
        <p:nvSpPr>
          <p:cNvPr id="27" name="모서리가 둥근 직사각형 26">
            <a:extLst>
              <a:ext uri="{FF2B5EF4-FFF2-40B4-BE49-F238E27FC236}">
                <a16:creationId xmlns:a16="http://schemas.microsoft.com/office/drawing/2014/main" id="{4A05D443-1E47-176F-A4A0-2DC8A2770826}"/>
              </a:ext>
            </a:extLst>
          </p:cNvPr>
          <p:cNvSpPr/>
          <p:nvPr/>
        </p:nvSpPr>
        <p:spPr>
          <a:xfrm>
            <a:off x="7411036" y="3827111"/>
            <a:ext cx="1209354" cy="353254"/>
          </a:xfrm>
          <a:prstGeom prst="roundRect">
            <a:avLst>
              <a:gd name="adj" fmla="val 11691"/>
            </a:avLst>
          </a:prstGeom>
          <a:noFill/>
          <a:ln w="12700"/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kumimoji="1" lang="en-US" altLang="ko-KR" sz="900">
                <a:solidFill>
                  <a:schemeClr val="tx1"/>
                </a:solidFill>
              </a:rPr>
              <a:t>Upstream</a:t>
            </a:r>
          </a:p>
          <a:p>
            <a:pPr algn="ctr"/>
            <a:r>
              <a:rPr kumimoji="1" lang="en-US" altLang="ko-KR" sz="900">
                <a:solidFill>
                  <a:schemeClr val="tx1"/>
                </a:solidFill>
              </a:rPr>
              <a:t>(Server)</a:t>
            </a:r>
            <a:endParaRPr kumimoji="1" lang="ko-KR" altLang="en-US" sz="900">
              <a:solidFill>
                <a:schemeClr val="tx1"/>
              </a:solidFill>
            </a:endParaRPr>
          </a:p>
        </p:txBody>
      </p:sp>
      <p:sp>
        <p:nvSpPr>
          <p:cNvPr id="28" name="모서리가 둥근 직사각형 27">
            <a:extLst>
              <a:ext uri="{FF2B5EF4-FFF2-40B4-BE49-F238E27FC236}">
                <a16:creationId xmlns:a16="http://schemas.microsoft.com/office/drawing/2014/main" id="{1F6D46CB-90A5-B568-809D-3E567BD99762}"/>
              </a:ext>
            </a:extLst>
          </p:cNvPr>
          <p:cNvSpPr/>
          <p:nvPr/>
        </p:nvSpPr>
        <p:spPr>
          <a:xfrm>
            <a:off x="217372" y="3503388"/>
            <a:ext cx="1209354" cy="360039"/>
          </a:xfrm>
          <a:prstGeom prst="roundRect">
            <a:avLst>
              <a:gd name="adj" fmla="val 12191"/>
            </a:avLst>
          </a:prstGeom>
          <a:noFill/>
          <a:ln w="12700"/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kumimoji="1" lang="en-US" altLang="ko-KR" sz="900">
                <a:solidFill>
                  <a:schemeClr val="tx1"/>
                </a:solidFill>
              </a:rPr>
              <a:t>Downstream A</a:t>
            </a:r>
          </a:p>
          <a:p>
            <a:pPr algn="ctr"/>
            <a:r>
              <a:rPr kumimoji="1" lang="en-US" altLang="ko-KR" sz="900">
                <a:solidFill>
                  <a:schemeClr val="tx1"/>
                </a:solidFill>
              </a:rPr>
              <a:t>(Client)</a:t>
            </a:r>
            <a:endParaRPr kumimoji="1" lang="ko-KR" altLang="en-US" sz="900">
              <a:solidFill>
                <a:schemeClr val="tx1"/>
              </a:solidFill>
            </a:endParaRPr>
          </a:p>
        </p:txBody>
      </p:sp>
      <p:sp>
        <p:nvSpPr>
          <p:cNvPr id="29" name="모서리가 둥근 직사각형 28">
            <a:extLst>
              <a:ext uri="{FF2B5EF4-FFF2-40B4-BE49-F238E27FC236}">
                <a16:creationId xmlns:a16="http://schemas.microsoft.com/office/drawing/2014/main" id="{575C4D60-50F2-6647-03E0-4E636ED8BB43}"/>
              </a:ext>
            </a:extLst>
          </p:cNvPr>
          <p:cNvSpPr/>
          <p:nvPr/>
        </p:nvSpPr>
        <p:spPr>
          <a:xfrm>
            <a:off x="3058778" y="3779994"/>
            <a:ext cx="1037351" cy="360040"/>
          </a:xfrm>
          <a:prstGeom prst="roundRect">
            <a:avLst>
              <a:gd name="adj" fmla="val 14972"/>
            </a:avLst>
          </a:prstGeom>
          <a:solidFill>
            <a:schemeClr val="bg1">
              <a:lumMod val="95000"/>
            </a:schemeClr>
          </a:solidFill>
          <a:ln w="12700"/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kumimoji="1" lang="en-US" altLang="ko-KR" sz="900">
                <a:solidFill>
                  <a:schemeClr val="tx1"/>
                </a:solidFill>
              </a:rPr>
              <a:t>Listener Filter</a:t>
            </a:r>
          </a:p>
          <a:p>
            <a:pPr algn="ctr"/>
            <a:r>
              <a:rPr kumimoji="1" lang="en-US" altLang="ko-KR" sz="900">
                <a:solidFill>
                  <a:schemeClr val="tx1"/>
                </a:solidFill>
              </a:rPr>
              <a:t>Chain</a:t>
            </a:r>
            <a:endParaRPr kumimoji="1" lang="ko-KR" altLang="en-US" sz="900">
              <a:solidFill>
                <a:schemeClr val="tx1"/>
              </a:solidFill>
            </a:endParaRPr>
          </a:p>
        </p:txBody>
      </p:sp>
      <p:sp>
        <p:nvSpPr>
          <p:cNvPr id="30" name="모서리가 둥근 직사각형 29">
            <a:extLst>
              <a:ext uri="{FF2B5EF4-FFF2-40B4-BE49-F238E27FC236}">
                <a16:creationId xmlns:a16="http://schemas.microsoft.com/office/drawing/2014/main" id="{0E20BA9A-6DEE-C4A1-8862-2CAF8BB0C95A}"/>
              </a:ext>
            </a:extLst>
          </p:cNvPr>
          <p:cNvSpPr/>
          <p:nvPr/>
        </p:nvSpPr>
        <p:spPr>
          <a:xfrm>
            <a:off x="4373797" y="3779994"/>
            <a:ext cx="1037351" cy="360040"/>
          </a:xfrm>
          <a:prstGeom prst="roundRect">
            <a:avLst>
              <a:gd name="adj" fmla="val 14972"/>
            </a:avLst>
          </a:prstGeom>
          <a:solidFill>
            <a:schemeClr val="bg1">
              <a:lumMod val="95000"/>
            </a:schemeClr>
          </a:solidFill>
          <a:ln w="12700"/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kumimoji="1" lang="en-US" altLang="ko-KR" sz="900">
                <a:solidFill>
                  <a:schemeClr val="tx1"/>
                </a:solidFill>
              </a:rPr>
              <a:t>TLS Transport</a:t>
            </a:r>
          </a:p>
          <a:p>
            <a:pPr algn="ctr"/>
            <a:r>
              <a:rPr kumimoji="1" lang="en-US" altLang="ko-KR" sz="900">
                <a:solidFill>
                  <a:schemeClr val="tx1"/>
                </a:solidFill>
              </a:rPr>
              <a:t>Socket </a:t>
            </a:r>
            <a:endParaRPr kumimoji="1" lang="ko-KR" altLang="en-US" sz="900">
              <a:solidFill>
                <a:schemeClr val="tx1"/>
              </a:solidFill>
            </a:endParaRPr>
          </a:p>
        </p:txBody>
      </p:sp>
      <p:sp>
        <p:nvSpPr>
          <p:cNvPr id="31" name="모서리가 둥근 직사각형 30">
            <a:extLst>
              <a:ext uri="{FF2B5EF4-FFF2-40B4-BE49-F238E27FC236}">
                <a16:creationId xmlns:a16="http://schemas.microsoft.com/office/drawing/2014/main" id="{1CA85BF4-20C5-DE06-CA49-1FB4F7ED44F8}"/>
              </a:ext>
            </a:extLst>
          </p:cNvPr>
          <p:cNvSpPr/>
          <p:nvPr/>
        </p:nvSpPr>
        <p:spPr>
          <a:xfrm>
            <a:off x="5685532" y="3779994"/>
            <a:ext cx="1037351" cy="360040"/>
          </a:xfrm>
          <a:prstGeom prst="roundRect">
            <a:avLst>
              <a:gd name="adj" fmla="val 14972"/>
            </a:avLst>
          </a:prstGeom>
          <a:solidFill>
            <a:schemeClr val="bg1">
              <a:lumMod val="95000"/>
            </a:schemeClr>
          </a:solidFill>
          <a:ln w="12700"/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kumimoji="1" lang="en-US" altLang="ko-KR" sz="900">
                <a:solidFill>
                  <a:schemeClr val="tx1"/>
                </a:solidFill>
              </a:rPr>
              <a:t>Network Filter</a:t>
            </a:r>
          </a:p>
          <a:p>
            <a:pPr algn="ctr"/>
            <a:r>
              <a:rPr kumimoji="1" lang="en-US" altLang="ko-KR" sz="900">
                <a:solidFill>
                  <a:schemeClr val="tx1"/>
                </a:solidFill>
              </a:rPr>
              <a:t>Chain </a:t>
            </a:r>
            <a:endParaRPr kumimoji="1" lang="ko-KR" altLang="en-US" sz="900">
              <a:solidFill>
                <a:schemeClr val="tx1"/>
              </a:solidFill>
            </a:endParaRPr>
          </a:p>
        </p:txBody>
      </p:sp>
      <p:cxnSp>
        <p:nvCxnSpPr>
          <p:cNvPr id="37" name="직선 화살표 연결선 36">
            <a:extLst>
              <a:ext uri="{FF2B5EF4-FFF2-40B4-BE49-F238E27FC236}">
                <a16:creationId xmlns:a16="http://schemas.microsoft.com/office/drawing/2014/main" id="{3BFC6919-A7FE-570C-3B04-AA80FAF0D888}"/>
              </a:ext>
            </a:extLst>
          </p:cNvPr>
          <p:cNvCxnSpPr>
            <a:cxnSpLocks/>
            <a:stCxn id="26" idx="3"/>
            <a:endCxn id="15" idx="1"/>
          </p:cNvCxnSpPr>
          <p:nvPr/>
        </p:nvCxnSpPr>
        <p:spPr>
          <a:xfrm flipV="1">
            <a:off x="1426726" y="3960014"/>
            <a:ext cx="519221" cy="381714"/>
          </a:xfrm>
          <a:prstGeom prst="straightConnector1">
            <a:avLst/>
          </a:prstGeom>
          <a:ln w="12700">
            <a:solidFill>
              <a:schemeClr val="tx1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38" name="직선 화살표 연결선 37">
            <a:extLst>
              <a:ext uri="{FF2B5EF4-FFF2-40B4-BE49-F238E27FC236}">
                <a16:creationId xmlns:a16="http://schemas.microsoft.com/office/drawing/2014/main" id="{59507849-7EBC-0CAA-AAD6-A0DBEEC9121D}"/>
              </a:ext>
            </a:extLst>
          </p:cNvPr>
          <p:cNvCxnSpPr>
            <a:cxnSpLocks/>
            <a:stCxn id="15" idx="3"/>
            <a:endCxn id="29" idx="1"/>
          </p:cNvCxnSpPr>
          <p:nvPr/>
        </p:nvCxnSpPr>
        <p:spPr>
          <a:xfrm>
            <a:off x="2781110" y="3960014"/>
            <a:ext cx="277668" cy="0"/>
          </a:xfrm>
          <a:prstGeom prst="straightConnector1">
            <a:avLst/>
          </a:prstGeom>
          <a:ln w="12700">
            <a:solidFill>
              <a:schemeClr val="tx1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41" name="직선 화살표 연결선 40">
            <a:extLst>
              <a:ext uri="{FF2B5EF4-FFF2-40B4-BE49-F238E27FC236}">
                <a16:creationId xmlns:a16="http://schemas.microsoft.com/office/drawing/2014/main" id="{76E76356-B517-820E-D9AA-F8753917F70E}"/>
              </a:ext>
            </a:extLst>
          </p:cNvPr>
          <p:cNvCxnSpPr>
            <a:cxnSpLocks/>
            <a:stCxn id="29" idx="3"/>
            <a:endCxn id="30" idx="1"/>
          </p:cNvCxnSpPr>
          <p:nvPr/>
        </p:nvCxnSpPr>
        <p:spPr>
          <a:xfrm>
            <a:off x="4096129" y="3960014"/>
            <a:ext cx="277668" cy="0"/>
          </a:xfrm>
          <a:prstGeom prst="straightConnector1">
            <a:avLst/>
          </a:prstGeom>
          <a:ln w="12700">
            <a:solidFill>
              <a:schemeClr val="tx1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44" name="직선 화살표 연결선 43">
            <a:extLst>
              <a:ext uri="{FF2B5EF4-FFF2-40B4-BE49-F238E27FC236}">
                <a16:creationId xmlns:a16="http://schemas.microsoft.com/office/drawing/2014/main" id="{C92F2DF8-D440-1A5A-14FA-3B374AF6EA79}"/>
              </a:ext>
            </a:extLst>
          </p:cNvPr>
          <p:cNvCxnSpPr>
            <a:cxnSpLocks/>
            <a:stCxn id="30" idx="3"/>
            <a:endCxn id="31" idx="1"/>
          </p:cNvCxnSpPr>
          <p:nvPr/>
        </p:nvCxnSpPr>
        <p:spPr>
          <a:xfrm>
            <a:off x="5411148" y="3960014"/>
            <a:ext cx="274384" cy="0"/>
          </a:xfrm>
          <a:prstGeom prst="straightConnector1">
            <a:avLst/>
          </a:prstGeom>
          <a:ln w="12700">
            <a:solidFill>
              <a:schemeClr val="tx1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47" name="직선 화살표 연결선 46">
            <a:extLst>
              <a:ext uri="{FF2B5EF4-FFF2-40B4-BE49-F238E27FC236}">
                <a16:creationId xmlns:a16="http://schemas.microsoft.com/office/drawing/2014/main" id="{C19B3C64-178B-2507-D122-35F3664F1FEB}"/>
              </a:ext>
            </a:extLst>
          </p:cNvPr>
          <p:cNvCxnSpPr>
            <a:cxnSpLocks/>
            <a:stCxn id="31" idx="3"/>
            <a:endCxn id="27" idx="1"/>
          </p:cNvCxnSpPr>
          <p:nvPr/>
        </p:nvCxnSpPr>
        <p:spPr>
          <a:xfrm>
            <a:off x="6722883" y="3960014"/>
            <a:ext cx="688153" cy="43724"/>
          </a:xfrm>
          <a:prstGeom prst="straightConnector1">
            <a:avLst/>
          </a:prstGeom>
          <a:ln w="12700">
            <a:solidFill>
              <a:schemeClr val="tx1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54" name="직선 화살표 연결선 53">
            <a:extLst>
              <a:ext uri="{FF2B5EF4-FFF2-40B4-BE49-F238E27FC236}">
                <a16:creationId xmlns:a16="http://schemas.microsoft.com/office/drawing/2014/main" id="{92583BB6-F29F-114F-8270-449F1769107A}"/>
              </a:ext>
            </a:extLst>
          </p:cNvPr>
          <p:cNvCxnSpPr>
            <a:cxnSpLocks/>
            <a:stCxn id="28" idx="3"/>
          </p:cNvCxnSpPr>
          <p:nvPr/>
        </p:nvCxnSpPr>
        <p:spPr>
          <a:xfrm>
            <a:off x="1426726" y="3683408"/>
            <a:ext cx="322504" cy="95551"/>
          </a:xfrm>
          <a:prstGeom prst="straightConnector1">
            <a:avLst/>
          </a:prstGeom>
          <a:ln w="12700">
            <a:solidFill>
              <a:schemeClr val="tx1"/>
            </a:solidFill>
            <a:headEnd type="none" w="med" len="med"/>
            <a:tailEnd type="none" w="med" len="med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69" name="직선 화살표 연결선 68">
            <a:extLst>
              <a:ext uri="{FF2B5EF4-FFF2-40B4-BE49-F238E27FC236}">
                <a16:creationId xmlns:a16="http://schemas.microsoft.com/office/drawing/2014/main" id="{2DCD07C9-DD3D-6D36-CC54-F4ACCD3E4A61}"/>
              </a:ext>
            </a:extLst>
          </p:cNvPr>
          <p:cNvCxnSpPr>
            <a:cxnSpLocks/>
            <a:stCxn id="4" idx="3"/>
            <a:endCxn id="27" idx="1"/>
          </p:cNvCxnSpPr>
          <p:nvPr/>
        </p:nvCxnSpPr>
        <p:spPr>
          <a:xfrm>
            <a:off x="6902403" y="3905941"/>
            <a:ext cx="508633" cy="97797"/>
          </a:xfrm>
          <a:prstGeom prst="straightConnector1">
            <a:avLst/>
          </a:prstGeom>
          <a:ln w="12700">
            <a:solidFill>
              <a:schemeClr val="tx1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72" name="직선 화살표 연결선 71">
            <a:extLst>
              <a:ext uri="{FF2B5EF4-FFF2-40B4-BE49-F238E27FC236}">
                <a16:creationId xmlns:a16="http://schemas.microsoft.com/office/drawing/2014/main" id="{15A81829-1088-77A6-D399-24D003D82900}"/>
              </a:ext>
            </a:extLst>
          </p:cNvPr>
          <p:cNvCxnSpPr>
            <a:cxnSpLocks/>
            <a:stCxn id="33" idx="3"/>
            <a:endCxn id="27" idx="1"/>
          </p:cNvCxnSpPr>
          <p:nvPr/>
        </p:nvCxnSpPr>
        <p:spPr>
          <a:xfrm>
            <a:off x="6968596" y="3823033"/>
            <a:ext cx="442440" cy="180705"/>
          </a:xfrm>
          <a:prstGeom prst="straightConnector1">
            <a:avLst/>
          </a:prstGeom>
          <a:ln w="12700">
            <a:solidFill>
              <a:schemeClr val="tx1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76" name="직선 화살표 연결선 75">
            <a:extLst>
              <a:ext uri="{FF2B5EF4-FFF2-40B4-BE49-F238E27FC236}">
                <a16:creationId xmlns:a16="http://schemas.microsoft.com/office/drawing/2014/main" id="{3436AB36-B749-82CE-441D-E9F8B044E2C3}"/>
              </a:ext>
            </a:extLst>
          </p:cNvPr>
          <p:cNvCxnSpPr>
            <a:cxnSpLocks/>
            <a:stCxn id="34" idx="3"/>
            <a:endCxn id="27" idx="1"/>
          </p:cNvCxnSpPr>
          <p:nvPr/>
        </p:nvCxnSpPr>
        <p:spPr>
          <a:xfrm>
            <a:off x="7038621" y="3734340"/>
            <a:ext cx="372415" cy="269398"/>
          </a:xfrm>
          <a:prstGeom prst="straightConnector1">
            <a:avLst/>
          </a:prstGeom>
          <a:ln w="12700">
            <a:solidFill>
              <a:schemeClr val="tx1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79" name="직선 화살표 연결선 78">
            <a:extLst>
              <a:ext uri="{FF2B5EF4-FFF2-40B4-BE49-F238E27FC236}">
                <a16:creationId xmlns:a16="http://schemas.microsoft.com/office/drawing/2014/main" id="{2F670A15-37B5-6A6A-A462-B456F3563E55}"/>
              </a:ext>
            </a:extLst>
          </p:cNvPr>
          <p:cNvCxnSpPr>
            <a:cxnSpLocks/>
            <a:stCxn id="13" idx="0"/>
            <a:endCxn id="11" idx="2"/>
          </p:cNvCxnSpPr>
          <p:nvPr/>
        </p:nvCxnSpPr>
        <p:spPr>
          <a:xfrm flipV="1">
            <a:off x="2552348" y="2362534"/>
            <a:ext cx="0" cy="751319"/>
          </a:xfrm>
          <a:prstGeom prst="straightConnector1">
            <a:avLst/>
          </a:prstGeom>
          <a:ln w="12700">
            <a:solidFill>
              <a:schemeClr val="tx1"/>
            </a:solidFill>
            <a:headEnd type="triangle" w="med" len="med"/>
            <a:tailEnd type="triangle" w="med" len="med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82" name="직선 화살표 연결선 81">
            <a:extLst>
              <a:ext uri="{FF2B5EF4-FFF2-40B4-BE49-F238E27FC236}">
                <a16:creationId xmlns:a16="http://schemas.microsoft.com/office/drawing/2014/main" id="{CF74ABED-2F27-D513-5736-4B77AEC4603D}"/>
              </a:ext>
            </a:extLst>
          </p:cNvPr>
          <p:cNvCxnSpPr>
            <a:cxnSpLocks/>
            <a:endCxn id="11" idx="2"/>
          </p:cNvCxnSpPr>
          <p:nvPr/>
        </p:nvCxnSpPr>
        <p:spPr>
          <a:xfrm flipH="1" flipV="1">
            <a:off x="2552348" y="2362534"/>
            <a:ext cx="78012" cy="648072"/>
          </a:xfrm>
          <a:prstGeom prst="straightConnector1">
            <a:avLst/>
          </a:prstGeom>
          <a:ln w="12700">
            <a:solidFill>
              <a:schemeClr val="tx1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89" name="직선 화살표 연결선 88">
            <a:extLst>
              <a:ext uri="{FF2B5EF4-FFF2-40B4-BE49-F238E27FC236}">
                <a16:creationId xmlns:a16="http://schemas.microsoft.com/office/drawing/2014/main" id="{0E792277-B87C-F9AB-5220-A2967BEE08C1}"/>
              </a:ext>
            </a:extLst>
          </p:cNvPr>
          <p:cNvCxnSpPr>
            <a:cxnSpLocks/>
            <a:endCxn id="11" idx="2"/>
          </p:cNvCxnSpPr>
          <p:nvPr/>
        </p:nvCxnSpPr>
        <p:spPr>
          <a:xfrm flipH="1" flipV="1">
            <a:off x="2552348" y="2362534"/>
            <a:ext cx="153277" cy="562880"/>
          </a:xfrm>
          <a:prstGeom prst="straightConnector1">
            <a:avLst/>
          </a:prstGeom>
          <a:ln w="12700">
            <a:solidFill>
              <a:schemeClr val="tx1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93" name="직선 화살표 연결선 92">
            <a:extLst>
              <a:ext uri="{FF2B5EF4-FFF2-40B4-BE49-F238E27FC236}">
                <a16:creationId xmlns:a16="http://schemas.microsoft.com/office/drawing/2014/main" id="{F1C3D189-1A57-26BB-D2B8-9A77E3E22333}"/>
              </a:ext>
            </a:extLst>
          </p:cNvPr>
          <p:cNvCxnSpPr>
            <a:cxnSpLocks/>
            <a:endCxn id="11" idx="2"/>
          </p:cNvCxnSpPr>
          <p:nvPr/>
        </p:nvCxnSpPr>
        <p:spPr>
          <a:xfrm flipH="1" flipV="1">
            <a:off x="2552348" y="2362534"/>
            <a:ext cx="192947" cy="471706"/>
          </a:xfrm>
          <a:prstGeom prst="straightConnector1">
            <a:avLst/>
          </a:prstGeom>
          <a:ln w="12700">
            <a:solidFill>
              <a:schemeClr val="tx1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97" name="직선 화살표 연결선 96">
            <a:extLst>
              <a:ext uri="{FF2B5EF4-FFF2-40B4-BE49-F238E27FC236}">
                <a16:creationId xmlns:a16="http://schemas.microsoft.com/office/drawing/2014/main" id="{3D2CF8A2-15EC-EF51-0E14-82F1E753F4BB}"/>
              </a:ext>
            </a:extLst>
          </p:cNvPr>
          <p:cNvCxnSpPr>
            <a:cxnSpLocks/>
            <a:endCxn id="11" idx="1"/>
          </p:cNvCxnSpPr>
          <p:nvPr/>
        </p:nvCxnSpPr>
        <p:spPr>
          <a:xfrm>
            <a:off x="172154" y="2182514"/>
            <a:ext cx="1674580" cy="0"/>
          </a:xfrm>
          <a:prstGeom prst="straightConnector1">
            <a:avLst/>
          </a:prstGeom>
          <a:ln w="12700">
            <a:solidFill>
              <a:schemeClr val="tx1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101" name="TextBox 100">
            <a:extLst>
              <a:ext uri="{FF2B5EF4-FFF2-40B4-BE49-F238E27FC236}">
                <a16:creationId xmlns:a16="http://schemas.microsoft.com/office/drawing/2014/main" id="{518EACAB-5559-78D3-2FCE-AD2E76CCD5AD}"/>
              </a:ext>
            </a:extLst>
          </p:cNvPr>
          <p:cNvSpPr txBox="1"/>
          <p:nvPr/>
        </p:nvSpPr>
        <p:spPr>
          <a:xfrm>
            <a:off x="2117532" y="2492810"/>
            <a:ext cx="482824" cy="2308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kumimoji="1" lang="en-US" altLang="ko-KR" sz="900" i="1"/>
              <a:t>post()</a:t>
            </a:r>
            <a:endParaRPr kumimoji="1" lang="ko-KR" altLang="en-US" sz="900" i="1"/>
          </a:p>
        </p:txBody>
      </p:sp>
      <p:cxnSp>
        <p:nvCxnSpPr>
          <p:cNvPr id="107" name="직선 화살표 연결선 106">
            <a:extLst>
              <a:ext uri="{FF2B5EF4-FFF2-40B4-BE49-F238E27FC236}">
                <a16:creationId xmlns:a16="http://schemas.microsoft.com/office/drawing/2014/main" id="{D30CEFF2-D218-68BE-231E-204979DBDAA5}"/>
              </a:ext>
            </a:extLst>
          </p:cNvPr>
          <p:cNvCxnSpPr>
            <a:cxnSpLocks/>
            <a:endCxn id="13" idx="1"/>
          </p:cNvCxnSpPr>
          <p:nvPr/>
        </p:nvCxnSpPr>
        <p:spPr>
          <a:xfrm>
            <a:off x="172154" y="3293873"/>
            <a:ext cx="1674580" cy="0"/>
          </a:xfrm>
          <a:prstGeom prst="straightConnector1">
            <a:avLst/>
          </a:prstGeom>
          <a:ln w="12700">
            <a:solidFill>
              <a:schemeClr val="tx1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110" name="TextBox 109">
            <a:extLst>
              <a:ext uri="{FF2B5EF4-FFF2-40B4-BE49-F238E27FC236}">
                <a16:creationId xmlns:a16="http://schemas.microsoft.com/office/drawing/2014/main" id="{2E35DF38-A81D-DCFB-636A-F29B16520E4F}"/>
              </a:ext>
            </a:extLst>
          </p:cNvPr>
          <p:cNvSpPr txBox="1"/>
          <p:nvPr/>
        </p:nvSpPr>
        <p:spPr>
          <a:xfrm>
            <a:off x="172154" y="1941024"/>
            <a:ext cx="1503938" cy="2308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kumimoji="1" lang="en-US" altLang="ko-KR" sz="900" i="1"/>
              <a:t>OS Signal, Timer, Socket </a:t>
            </a:r>
            <a:endParaRPr kumimoji="1" lang="ko-KR" altLang="en-US" sz="900" i="1"/>
          </a:p>
        </p:txBody>
      </p:sp>
      <p:sp>
        <p:nvSpPr>
          <p:cNvPr id="114" name="TextBox 113">
            <a:extLst>
              <a:ext uri="{FF2B5EF4-FFF2-40B4-BE49-F238E27FC236}">
                <a16:creationId xmlns:a16="http://schemas.microsoft.com/office/drawing/2014/main" id="{F9B35001-A827-FBEF-D538-BBD25FFFBE31}"/>
              </a:ext>
            </a:extLst>
          </p:cNvPr>
          <p:cNvSpPr txBox="1"/>
          <p:nvPr/>
        </p:nvSpPr>
        <p:spPr>
          <a:xfrm>
            <a:off x="172154" y="3058990"/>
            <a:ext cx="930063" cy="2308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kumimoji="1" lang="en-US" altLang="ko-KR" sz="900" i="1"/>
              <a:t>Timer, Socket </a:t>
            </a:r>
            <a:endParaRPr kumimoji="1" lang="ko-KR" altLang="en-US" sz="900" i="1"/>
          </a:p>
        </p:txBody>
      </p:sp>
      <p:sp>
        <p:nvSpPr>
          <p:cNvPr id="115" name="모서리가 둥근 직사각형 114">
            <a:extLst>
              <a:ext uri="{FF2B5EF4-FFF2-40B4-BE49-F238E27FC236}">
                <a16:creationId xmlns:a16="http://schemas.microsoft.com/office/drawing/2014/main" id="{3624549F-294A-F09A-DFAC-023AB0C663CD}"/>
              </a:ext>
            </a:extLst>
          </p:cNvPr>
          <p:cNvSpPr/>
          <p:nvPr/>
        </p:nvSpPr>
        <p:spPr>
          <a:xfrm>
            <a:off x="217372" y="994261"/>
            <a:ext cx="1209354" cy="360041"/>
          </a:xfrm>
          <a:prstGeom prst="roundRect">
            <a:avLst>
              <a:gd name="adj" fmla="val 12191"/>
            </a:avLst>
          </a:prstGeom>
          <a:noFill/>
          <a:ln w="12700"/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kumimoji="1" lang="en-US" altLang="ko-KR" sz="900">
                <a:solidFill>
                  <a:schemeClr val="tx1"/>
                </a:solidFill>
              </a:rPr>
              <a:t>Admin User</a:t>
            </a:r>
          </a:p>
          <a:p>
            <a:pPr algn="ctr"/>
            <a:r>
              <a:rPr kumimoji="1" lang="en-US" altLang="ko-KR" sz="900">
                <a:solidFill>
                  <a:schemeClr val="tx1"/>
                </a:solidFill>
              </a:rPr>
              <a:t>/ Prometheus</a:t>
            </a:r>
          </a:p>
        </p:txBody>
      </p:sp>
      <p:cxnSp>
        <p:nvCxnSpPr>
          <p:cNvPr id="116" name="직선 화살표 연결선 115">
            <a:extLst>
              <a:ext uri="{FF2B5EF4-FFF2-40B4-BE49-F238E27FC236}">
                <a16:creationId xmlns:a16="http://schemas.microsoft.com/office/drawing/2014/main" id="{9108E865-3D12-F3D6-BE8F-6AFF61CB2B16}"/>
              </a:ext>
            </a:extLst>
          </p:cNvPr>
          <p:cNvCxnSpPr>
            <a:cxnSpLocks/>
            <a:stCxn id="115" idx="3"/>
            <a:endCxn id="6" idx="1"/>
          </p:cNvCxnSpPr>
          <p:nvPr/>
        </p:nvCxnSpPr>
        <p:spPr>
          <a:xfrm>
            <a:off x="1426726" y="1174282"/>
            <a:ext cx="416846" cy="0"/>
          </a:xfrm>
          <a:prstGeom prst="straightConnector1">
            <a:avLst/>
          </a:prstGeom>
          <a:ln w="12700">
            <a:solidFill>
              <a:schemeClr val="tx1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120" name="모서리가 둥근 직사각형 119">
            <a:extLst>
              <a:ext uri="{FF2B5EF4-FFF2-40B4-BE49-F238E27FC236}">
                <a16:creationId xmlns:a16="http://schemas.microsoft.com/office/drawing/2014/main" id="{D67F6F3A-96A1-5CBC-4078-EB85B7538281}"/>
              </a:ext>
            </a:extLst>
          </p:cNvPr>
          <p:cNvSpPr/>
          <p:nvPr/>
        </p:nvSpPr>
        <p:spPr>
          <a:xfrm>
            <a:off x="1843572" y="1462314"/>
            <a:ext cx="1036323" cy="360040"/>
          </a:xfrm>
          <a:prstGeom prst="roundRect">
            <a:avLst>
              <a:gd name="adj" fmla="val 14972"/>
            </a:avLst>
          </a:prstGeom>
          <a:solidFill>
            <a:schemeClr val="bg1">
              <a:lumMod val="95000"/>
            </a:schemeClr>
          </a:solidFill>
          <a:ln w="12700"/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kumimoji="1" lang="en-US" altLang="ko-KR" sz="900">
                <a:solidFill>
                  <a:schemeClr val="tx1"/>
                </a:solidFill>
              </a:rPr>
              <a:t>Stats Flush</a:t>
            </a:r>
          </a:p>
          <a:p>
            <a:pPr algn="ctr"/>
            <a:r>
              <a:rPr kumimoji="1" lang="en-US" altLang="ko-KR" sz="900">
                <a:solidFill>
                  <a:schemeClr val="tx1"/>
                </a:solidFill>
              </a:rPr>
              <a:t>(Timer)</a:t>
            </a:r>
          </a:p>
        </p:txBody>
      </p:sp>
      <p:sp>
        <p:nvSpPr>
          <p:cNvPr id="123" name="모서리가 둥근 직사각형 122">
            <a:extLst>
              <a:ext uri="{FF2B5EF4-FFF2-40B4-BE49-F238E27FC236}">
                <a16:creationId xmlns:a16="http://schemas.microsoft.com/office/drawing/2014/main" id="{FED1BC2B-83A9-9DDE-B45A-1ED80207EFC0}"/>
              </a:ext>
            </a:extLst>
          </p:cNvPr>
          <p:cNvSpPr/>
          <p:nvPr/>
        </p:nvSpPr>
        <p:spPr>
          <a:xfrm>
            <a:off x="217372" y="1462314"/>
            <a:ext cx="1209354" cy="360040"/>
          </a:xfrm>
          <a:prstGeom prst="roundRect">
            <a:avLst>
              <a:gd name="adj" fmla="val 12191"/>
            </a:avLst>
          </a:prstGeom>
          <a:noFill/>
          <a:ln w="12700"/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kumimoji="1" lang="en-US" altLang="ko-KR" sz="900">
                <a:solidFill>
                  <a:schemeClr val="tx1"/>
                </a:solidFill>
              </a:rPr>
              <a:t>StatsD Server</a:t>
            </a:r>
            <a:endParaRPr kumimoji="1" lang="ko-KR" altLang="en-US" sz="900">
              <a:solidFill>
                <a:schemeClr val="tx1"/>
              </a:solidFill>
            </a:endParaRPr>
          </a:p>
        </p:txBody>
      </p:sp>
      <p:cxnSp>
        <p:nvCxnSpPr>
          <p:cNvPr id="124" name="직선 화살표 연결선 123">
            <a:extLst>
              <a:ext uri="{FF2B5EF4-FFF2-40B4-BE49-F238E27FC236}">
                <a16:creationId xmlns:a16="http://schemas.microsoft.com/office/drawing/2014/main" id="{4DB0BC96-81B9-9473-E4E2-47AE517E17AB}"/>
              </a:ext>
            </a:extLst>
          </p:cNvPr>
          <p:cNvCxnSpPr>
            <a:cxnSpLocks/>
            <a:stCxn id="120" idx="1"/>
            <a:endCxn id="123" idx="3"/>
          </p:cNvCxnSpPr>
          <p:nvPr/>
        </p:nvCxnSpPr>
        <p:spPr>
          <a:xfrm flipH="1">
            <a:off x="1426726" y="1642334"/>
            <a:ext cx="416846" cy="0"/>
          </a:xfrm>
          <a:prstGeom prst="straightConnector1">
            <a:avLst/>
          </a:prstGeom>
          <a:ln w="12700">
            <a:solidFill>
              <a:schemeClr val="tx1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151" name="모서리가 둥근 직사각형 150">
            <a:extLst>
              <a:ext uri="{FF2B5EF4-FFF2-40B4-BE49-F238E27FC236}">
                <a16:creationId xmlns:a16="http://schemas.microsoft.com/office/drawing/2014/main" id="{1A30DF3B-07BE-9ABF-0A77-F398E783129B}"/>
              </a:ext>
            </a:extLst>
          </p:cNvPr>
          <p:cNvSpPr/>
          <p:nvPr/>
        </p:nvSpPr>
        <p:spPr>
          <a:xfrm>
            <a:off x="2992263" y="999141"/>
            <a:ext cx="1036323" cy="360040"/>
          </a:xfrm>
          <a:prstGeom prst="roundRect">
            <a:avLst>
              <a:gd name="adj" fmla="val 14972"/>
            </a:avLst>
          </a:prstGeom>
          <a:solidFill>
            <a:schemeClr val="bg1">
              <a:lumMod val="95000"/>
            </a:schemeClr>
          </a:solidFill>
          <a:ln w="12700"/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kumimoji="1" lang="en-US" altLang="ko-KR" sz="900">
                <a:solidFill>
                  <a:schemeClr val="tx1"/>
                </a:solidFill>
              </a:rPr>
              <a:t>xDS</a:t>
            </a:r>
          </a:p>
          <a:p>
            <a:pPr algn="ctr"/>
            <a:r>
              <a:rPr kumimoji="1" lang="en-US" altLang="ko-KR" sz="900">
                <a:solidFill>
                  <a:schemeClr val="tx1"/>
                </a:solidFill>
              </a:rPr>
              <a:t>(TCP Socket)</a:t>
            </a:r>
            <a:endParaRPr kumimoji="1" lang="ko-KR" altLang="en-US" sz="900">
              <a:solidFill>
                <a:schemeClr val="tx1"/>
              </a:solidFill>
            </a:endParaRPr>
          </a:p>
        </p:txBody>
      </p:sp>
      <p:sp>
        <p:nvSpPr>
          <p:cNvPr id="152" name="모서리가 둥근 직사각형 151">
            <a:extLst>
              <a:ext uri="{FF2B5EF4-FFF2-40B4-BE49-F238E27FC236}">
                <a16:creationId xmlns:a16="http://schemas.microsoft.com/office/drawing/2014/main" id="{26808688-670F-F1B3-9A0B-55E21244C58D}"/>
              </a:ext>
            </a:extLst>
          </p:cNvPr>
          <p:cNvSpPr/>
          <p:nvPr/>
        </p:nvSpPr>
        <p:spPr>
          <a:xfrm>
            <a:off x="2992263" y="81452"/>
            <a:ext cx="1036322" cy="360041"/>
          </a:xfrm>
          <a:prstGeom prst="roundRect">
            <a:avLst>
              <a:gd name="adj" fmla="val 12191"/>
            </a:avLst>
          </a:prstGeom>
          <a:noFill/>
          <a:ln w="12700"/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kumimoji="1" lang="en-US" altLang="ko-KR" sz="900">
                <a:solidFill>
                  <a:schemeClr val="tx1"/>
                </a:solidFill>
              </a:rPr>
              <a:t>Control Plane</a:t>
            </a:r>
            <a:endParaRPr kumimoji="1" lang="ko-KR" altLang="en-US" sz="900">
              <a:solidFill>
                <a:schemeClr val="tx1"/>
              </a:solidFill>
            </a:endParaRPr>
          </a:p>
        </p:txBody>
      </p:sp>
      <p:cxnSp>
        <p:nvCxnSpPr>
          <p:cNvPr id="157" name="직선 화살표 연결선 156">
            <a:extLst>
              <a:ext uri="{FF2B5EF4-FFF2-40B4-BE49-F238E27FC236}">
                <a16:creationId xmlns:a16="http://schemas.microsoft.com/office/drawing/2014/main" id="{60D74C34-C41D-1A34-06AC-D73BBBAC71F8}"/>
              </a:ext>
            </a:extLst>
          </p:cNvPr>
          <p:cNvCxnSpPr>
            <a:cxnSpLocks/>
            <a:stCxn id="6" idx="2"/>
            <a:endCxn id="120" idx="0"/>
          </p:cNvCxnSpPr>
          <p:nvPr/>
        </p:nvCxnSpPr>
        <p:spPr>
          <a:xfrm>
            <a:off x="2361734" y="1354302"/>
            <a:ext cx="0" cy="108012"/>
          </a:xfrm>
          <a:prstGeom prst="straightConnector1">
            <a:avLst/>
          </a:prstGeom>
          <a:ln w="12700">
            <a:solidFill>
              <a:schemeClr val="tx1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163" name="모서리가 둥근 직사각형 162">
            <a:extLst>
              <a:ext uri="{FF2B5EF4-FFF2-40B4-BE49-F238E27FC236}">
                <a16:creationId xmlns:a16="http://schemas.microsoft.com/office/drawing/2014/main" id="{465406A5-225B-A90B-A579-419CE0184DA1}"/>
              </a:ext>
            </a:extLst>
          </p:cNvPr>
          <p:cNvSpPr/>
          <p:nvPr/>
        </p:nvSpPr>
        <p:spPr>
          <a:xfrm>
            <a:off x="5497187" y="1865552"/>
            <a:ext cx="1519189" cy="498405"/>
          </a:xfrm>
          <a:prstGeom prst="roundRect">
            <a:avLst>
              <a:gd name="adj" fmla="val 10985"/>
            </a:avLst>
          </a:prstGeom>
          <a:noFill/>
          <a:ln w="12700">
            <a:prstDash val="dash"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r"/>
            <a:r>
              <a:rPr kumimoji="1" lang="en-US" altLang="ko-KR" sz="900">
                <a:solidFill>
                  <a:schemeClr val="tx1"/>
                </a:solidFill>
              </a:rPr>
              <a:t>Lock</a:t>
            </a:r>
            <a:endParaRPr kumimoji="1" lang="ko-KR" altLang="en-US" sz="900">
              <a:solidFill>
                <a:schemeClr val="tx1"/>
              </a:solidFill>
            </a:endParaRPr>
          </a:p>
        </p:txBody>
      </p:sp>
      <p:cxnSp>
        <p:nvCxnSpPr>
          <p:cNvPr id="164" name="직선 화살표 연결선 163">
            <a:extLst>
              <a:ext uri="{FF2B5EF4-FFF2-40B4-BE49-F238E27FC236}">
                <a16:creationId xmlns:a16="http://schemas.microsoft.com/office/drawing/2014/main" id="{A1B69FEF-AE3C-974F-AFE0-7BECE4A251B3}"/>
              </a:ext>
            </a:extLst>
          </p:cNvPr>
          <p:cNvCxnSpPr>
            <a:cxnSpLocks/>
            <a:endCxn id="16" idx="2"/>
          </p:cNvCxnSpPr>
          <p:nvPr/>
        </p:nvCxnSpPr>
        <p:spPr>
          <a:xfrm flipV="1">
            <a:off x="6095776" y="2289918"/>
            <a:ext cx="0" cy="715923"/>
          </a:xfrm>
          <a:prstGeom prst="straightConnector1">
            <a:avLst/>
          </a:prstGeom>
          <a:ln w="12700">
            <a:solidFill>
              <a:schemeClr val="tx1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167" name="직선 화살표 연결선 166">
            <a:extLst>
              <a:ext uri="{FF2B5EF4-FFF2-40B4-BE49-F238E27FC236}">
                <a16:creationId xmlns:a16="http://schemas.microsoft.com/office/drawing/2014/main" id="{9A70B7B2-839B-0F28-DB3E-7B19DBF970E1}"/>
              </a:ext>
            </a:extLst>
          </p:cNvPr>
          <p:cNvCxnSpPr>
            <a:cxnSpLocks/>
            <a:endCxn id="16" idx="2"/>
          </p:cNvCxnSpPr>
          <p:nvPr/>
        </p:nvCxnSpPr>
        <p:spPr>
          <a:xfrm flipH="1" flipV="1">
            <a:off x="6095776" y="2289918"/>
            <a:ext cx="60400" cy="633015"/>
          </a:xfrm>
          <a:prstGeom prst="straightConnector1">
            <a:avLst/>
          </a:prstGeom>
          <a:ln w="12700">
            <a:solidFill>
              <a:schemeClr val="tx1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171" name="직선 화살표 연결선 170">
            <a:extLst>
              <a:ext uri="{FF2B5EF4-FFF2-40B4-BE49-F238E27FC236}">
                <a16:creationId xmlns:a16="http://schemas.microsoft.com/office/drawing/2014/main" id="{C3C935C2-B8D5-322A-A655-E8B4511984FE}"/>
              </a:ext>
            </a:extLst>
          </p:cNvPr>
          <p:cNvCxnSpPr>
            <a:cxnSpLocks/>
            <a:endCxn id="16" idx="2"/>
          </p:cNvCxnSpPr>
          <p:nvPr/>
        </p:nvCxnSpPr>
        <p:spPr>
          <a:xfrm flipH="1" flipV="1">
            <a:off x="6095776" y="2289918"/>
            <a:ext cx="114935" cy="540129"/>
          </a:xfrm>
          <a:prstGeom prst="straightConnector1">
            <a:avLst/>
          </a:prstGeom>
          <a:ln w="12700">
            <a:solidFill>
              <a:schemeClr val="tx1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175" name="직선 화살표 연결선 174">
            <a:extLst>
              <a:ext uri="{FF2B5EF4-FFF2-40B4-BE49-F238E27FC236}">
                <a16:creationId xmlns:a16="http://schemas.microsoft.com/office/drawing/2014/main" id="{65225863-4F0D-0E6D-98DE-EA9CCDB8D7DA}"/>
              </a:ext>
            </a:extLst>
          </p:cNvPr>
          <p:cNvCxnSpPr>
            <a:cxnSpLocks/>
            <a:endCxn id="16" idx="2"/>
          </p:cNvCxnSpPr>
          <p:nvPr/>
        </p:nvCxnSpPr>
        <p:spPr>
          <a:xfrm flipH="1" flipV="1">
            <a:off x="6095776" y="2289918"/>
            <a:ext cx="170293" cy="463173"/>
          </a:xfrm>
          <a:prstGeom prst="straightConnector1">
            <a:avLst/>
          </a:prstGeom>
          <a:ln w="12700">
            <a:solidFill>
              <a:schemeClr val="tx1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178" name="직선 화살표 연결선 177">
            <a:extLst>
              <a:ext uri="{FF2B5EF4-FFF2-40B4-BE49-F238E27FC236}">
                <a16:creationId xmlns:a16="http://schemas.microsoft.com/office/drawing/2014/main" id="{FF632E00-01FB-296F-DC41-E8ED451B5C51}"/>
              </a:ext>
            </a:extLst>
          </p:cNvPr>
          <p:cNvCxnSpPr>
            <a:cxnSpLocks/>
            <a:stCxn id="14" idx="2"/>
            <a:endCxn id="16" idx="0"/>
          </p:cNvCxnSpPr>
          <p:nvPr/>
        </p:nvCxnSpPr>
        <p:spPr>
          <a:xfrm flipH="1">
            <a:off x="6095776" y="1766376"/>
            <a:ext cx="170294" cy="165474"/>
          </a:xfrm>
          <a:prstGeom prst="straightConnector1">
            <a:avLst/>
          </a:prstGeom>
          <a:ln w="12700">
            <a:solidFill>
              <a:schemeClr val="tx1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182" name="직선 화살표 연결선 181">
            <a:extLst>
              <a:ext uri="{FF2B5EF4-FFF2-40B4-BE49-F238E27FC236}">
                <a16:creationId xmlns:a16="http://schemas.microsoft.com/office/drawing/2014/main" id="{F0AAF1AE-E8CC-85B9-0861-299DFF861B69}"/>
              </a:ext>
            </a:extLst>
          </p:cNvPr>
          <p:cNvCxnSpPr>
            <a:cxnSpLocks/>
            <a:stCxn id="151" idx="0"/>
            <a:endCxn id="152" idx="2"/>
          </p:cNvCxnSpPr>
          <p:nvPr/>
        </p:nvCxnSpPr>
        <p:spPr>
          <a:xfrm flipH="1" flipV="1">
            <a:off x="3510424" y="441493"/>
            <a:ext cx="1" cy="557648"/>
          </a:xfrm>
          <a:prstGeom prst="straightConnector1">
            <a:avLst/>
          </a:prstGeom>
          <a:ln w="12700">
            <a:solidFill>
              <a:schemeClr val="tx1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188" name="모서리가 둥근 직사각형 187">
            <a:extLst>
              <a:ext uri="{FF2B5EF4-FFF2-40B4-BE49-F238E27FC236}">
                <a16:creationId xmlns:a16="http://schemas.microsoft.com/office/drawing/2014/main" id="{88739DCC-A381-B5DB-3E03-17029F853ADA}"/>
              </a:ext>
            </a:extLst>
          </p:cNvPr>
          <p:cNvSpPr/>
          <p:nvPr/>
        </p:nvSpPr>
        <p:spPr>
          <a:xfrm>
            <a:off x="4133777" y="81452"/>
            <a:ext cx="1036322" cy="360041"/>
          </a:xfrm>
          <a:prstGeom prst="roundRect">
            <a:avLst>
              <a:gd name="adj" fmla="val 12191"/>
            </a:avLst>
          </a:prstGeom>
          <a:noFill/>
          <a:ln w="12700"/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kumimoji="1" lang="en-US" altLang="ko-KR" sz="900">
                <a:solidFill>
                  <a:schemeClr val="tx1"/>
                </a:solidFill>
              </a:rPr>
              <a:t>SystemD</a:t>
            </a:r>
            <a:endParaRPr kumimoji="1" lang="ko-KR" altLang="en-US" sz="900">
              <a:solidFill>
                <a:schemeClr val="tx1"/>
              </a:solidFill>
            </a:endParaRPr>
          </a:p>
        </p:txBody>
      </p:sp>
      <p:cxnSp>
        <p:nvCxnSpPr>
          <p:cNvPr id="189" name="직선 화살표 연결선 188">
            <a:extLst>
              <a:ext uri="{FF2B5EF4-FFF2-40B4-BE49-F238E27FC236}">
                <a16:creationId xmlns:a16="http://schemas.microsoft.com/office/drawing/2014/main" id="{C19DD661-6E38-CAAE-3C7A-50A1285023FC}"/>
              </a:ext>
            </a:extLst>
          </p:cNvPr>
          <p:cNvCxnSpPr>
            <a:cxnSpLocks/>
            <a:stCxn id="188" idx="2"/>
            <a:endCxn id="8" idx="0"/>
          </p:cNvCxnSpPr>
          <p:nvPr/>
        </p:nvCxnSpPr>
        <p:spPr>
          <a:xfrm>
            <a:off x="4651938" y="441493"/>
            <a:ext cx="2264" cy="550789"/>
          </a:xfrm>
          <a:prstGeom prst="straightConnector1">
            <a:avLst/>
          </a:prstGeom>
          <a:ln w="12700">
            <a:solidFill>
              <a:schemeClr val="tx1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197" name="모서리가 둥근 직사각형 196">
            <a:extLst>
              <a:ext uri="{FF2B5EF4-FFF2-40B4-BE49-F238E27FC236}">
                <a16:creationId xmlns:a16="http://schemas.microsoft.com/office/drawing/2014/main" id="{96237A9C-178E-AE64-B96E-377EAEB39FFC}"/>
              </a:ext>
            </a:extLst>
          </p:cNvPr>
          <p:cNvSpPr/>
          <p:nvPr/>
        </p:nvSpPr>
        <p:spPr>
          <a:xfrm>
            <a:off x="7411036" y="1410715"/>
            <a:ext cx="1209354" cy="353254"/>
          </a:xfrm>
          <a:prstGeom prst="roundRect">
            <a:avLst>
              <a:gd name="adj" fmla="val 18832"/>
            </a:avLst>
          </a:prstGeom>
          <a:noFill/>
          <a:ln w="12700"/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kumimoji="1" lang="en-US" altLang="ko-KR" sz="900">
                <a:solidFill>
                  <a:schemeClr val="tx1"/>
                </a:solidFill>
              </a:rPr>
              <a:t>Access Log</a:t>
            </a:r>
            <a:endParaRPr kumimoji="1" lang="ko-KR" altLang="en-US" sz="900">
              <a:solidFill>
                <a:schemeClr val="tx1"/>
              </a:solidFill>
            </a:endParaRPr>
          </a:p>
        </p:txBody>
      </p:sp>
      <p:cxnSp>
        <p:nvCxnSpPr>
          <p:cNvPr id="198" name="직선 화살표 연결선 197">
            <a:extLst>
              <a:ext uri="{FF2B5EF4-FFF2-40B4-BE49-F238E27FC236}">
                <a16:creationId xmlns:a16="http://schemas.microsoft.com/office/drawing/2014/main" id="{7A0EB389-B586-C849-EA66-AAF912B5A301}"/>
              </a:ext>
            </a:extLst>
          </p:cNvPr>
          <p:cNvCxnSpPr>
            <a:cxnSpLocks/>
            <a:stCxn id="14" idx="3"/>
            <a:endCxn id="197" idx="1"/>
          </p:cNvCxnSpPr>
          <p:nvPr/>
        </p:nvCxnSpPr>
        <p:spPr>
          <a:xfrm>
            <a:off x="7016376" y="1587342"/>
            <a:ext cx="394660" cy="0"/>
          </a:xfrm>
          <a:prstGeom prst="straightConnector1">
            <a:avLst/>
          </a:prstGeom>
          <a:ln w="12700">
            <a:solidFill>
              <a:schemeClr val="tx1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210" name="직선 화살표 연결선 209">
            <a:extLst>
              <a:ext uri="{FF2B5EF4-FFF2-40B4-BE49-F238E27FC236}">
                <a16:creationId xmlns:a16="http://schemas.microsoft.com/office/drawing/2014/main" id="{08C25885-68DA-83C4-975E-1FC657A8E4B9}"/>
              </a:ext>
            </a:extLst>
          </p:cNvPr>
          <p:cNvCxnSpPr>
            <a:cxnSpLocks/>
            <a:stCxn id="17" idx="0"/>
            <a:endCxn id="20" idx="2"/>
          </p:cNvCxnSpPr>
          <p:nvPr/>
        </p:nvCxnSpPr>
        <p:spPr>
          <a:xfrm flipV="1">
            <a:off x="4420535" y="2362534"/>
            <a:ext cx="0" cy="751319"/>
          </a:xfrm>
          <a:prstGeom prst="straightConnector1">
            <a:avLst/>
          </a:prstGeom>
          <a:ln w="12700">
            <a:solidFill>
              <a:schemeClr val="tx1"/>
            </a:solidFill>
            <a:headEnd type="triangle" w="med" len="med"/>
            <a:tailEnd type="triangle" w="med" len="med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211" name="직선 화살표 연결선 210">
            <a:extLst>
              <a:ext uri="{FF2B5EF4-FFF2-40B4-BE49-F238E27FC236}">
                <a16:creationId xmlns:a16="http://schemas.microsoft.com/office/drawing/2014/main" id="{22511479-88A5-F33D-34F6-4EE7576EA4FF}"/>
              </a:ext>
            </a:extLst>
          </p:cNvPr>
          <p:cNvCxnSpPr>
            <a:cxnSpLocks/>
            <a:endCxn id="20" idx="2"/>
          </p:cNvCxnSpPr>
          <p:nvPr/>
        </p:nvCxnSpPr>
        <p:spPr>
          <a:xfrm flipH="1" flipV="1">
            <a:off x="4420535" y="2362534"/>
            <a:ext cx="78011" cy="650172"/>
          </a:xfrm>
          <a:prstGeom prst="straightConnector1">
            <a:avLst/>
          </a:prstGeom>
          <a:ln w="12700">
            <a:solidFill>
              <a:schemeClr val="tx1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212" name="직선 화살표 연결선 211">
            <a:extLst>
              <a:ext uri="{FF2B5EF4-FFF2-40B4-BE49-F238E27FC236}">
                <a16:creationId xmlns:a16="http://schemas.microsoft.com/office/drawing/2014/main" id="{A7BA9675-0129-9645-2BB6-2621BCF21135}"/>
              </a:ext>
            </a:extLst>
          </p:cNvPr>
          <p:cNvCxnSpPr>
            <a:cxnSpLocks/>
            <a:endCxn id="20" idx="2"/>
          </p:cNvCxnSpPr>
          <p:nvPr/>
        </p:nvCxnSpPr>
        <p:spPr>
          <a:xfrm flipH="1" flipV="1">
            <a:off x="4420535" y="2362534"/>
            <a:ext cx="143811" cy="562880"/>
          </a:xfrm>
          <a:prstGeom prst="straightConnector1">
            <a:avLst/>
          </a:prstGeom>
          <a:ln w="12700">
            <a:solidFill>
              <a:schemeClr val="tx1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213" name="직선 화살표 연결선 212">
            <a:extLst>
              <a:ext uri="{FF2B5EF4-FFF2-40B4-BE49-F238E27FC236}">
                <a16:creationId xmlns:a16="http://schemas.microsoft.com/office/drawing/2014/main" id="{23DE6EAB-8658-700E-6DEE-E3F4F9E7A98A}"/>
              </a:ext>
            </a:extLst>
          </p:cNvPr>
          <p:cNvCxnSpPr>
            <a:cxnSpLocks/>
            <a:endCxn id="20" idx="2"/>
          </p:cNvCxnSpPr>
          <p:nvPr/>
        </p:nvCxnSpPr>
        <p:spPr>
          <a:xfrm flipH="1" flipV="1">
            <a:off x="4420535" y="2362534"/>
            <a:ext cx="192946" cy="471706"/>
          </a:xfrm>
          <a:prstGeom prst="straightConnector1">
            <a:avLst/>
          </a:prstGeom>
          <a:ln w="12700">
            <a:solidFill>
              <a:schemeClr val="tx1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</p:spTree>
    <p:extLst>
      <p:ext uri="{BB962C8B-B14F-4D97-AF65-F5344CB8AC3E}">
        <p14:creationId xmlns:p14="http://schemas.microsoft.com/office/powerpoint/2010/main" val="199555631"/>
      </p:ext>
    </p:extLst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모서리가 둥근 직사각형 1">
            <a:extLst>
              <a:ext uri="{FF2B5EF4-FFF2-40B4-BE49-F238E27FC236}">
                <a16:creationId xmlns:a16="http://schemas.microsoft.com/office/drawing/2014/main" id="{6CB30261-3B93-4244-8677-F4C91C21CEAB}"/>
              </a:ext>
            </a:extLst>
          </p:cNvPr>
          <p:cNvSpPr/>
          <p:nvPr/>
        </p:nvSpPr>
        <p:spPr>
          <a:xfrm>
            <a:off x="1044962" y="123478"/>
            <a:ext cx="6946776" cy="1152128"/>
          </a:xfrm>
          <a:prstGeom prst="roundRect">
            <a:avLst>
              <a:gd name="adj" fmla="val 4772"/>
            </a:avLst>
          </a:prstGeom>
          <a:noFill/>
          <a:ln w="12700"/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t"/>
          <a:lstStyle/>
          <a:p>
            <a:r>
              <a:rPr kumimoji="1" lang="en-US" altLang="ko-KR" sz="1000" b="1">
                <a:solidFill>
                  <a:schemeClr val="tx1"/>
                </a:solidFill>
              </a:rPr>
              <a:t>Main Thread</a:t>
            </a:r>
            <a:endParaRPr kumimoji="1" lang="ko-KR" altLang="en-US" sz="1000" b="1">
              <a:solidFill>
                <a:schemeClr val="tx1"/>
              </a:solidFill>
            </a:endParaRPr>
          </a:p>
        </p:txBody>
      </p:sp>
      <p:sp>
        <p:nvSpPr>
          <p:cNvPr id="3" name="모서리가 둥근 직사각형 2">
            <a:extLst>
              <a:ext uri="{FF2B5EF4-FFF2-40B4-BE49-F238E27FC236}">
                <a16:creationId xmlns:a16="http://schemas.microsoft.com/office/drawing/2014/main" id="{736B8331-4069-DB72-9261-97B24BB858F4}"/>
              </a:ext>
            </a:extLst>
          </p:cNvPr>
          <p:cNvSpPr/>
          <p:nvPr/>
        </p:nvSpPr>
        <p:spPr>
          <a:xfrm>
            <a:off x="1151630" y="411510"/>
            <a:ext cx="6732729" cy="792088"/>
          </a:xfrm>
          <a:prstGeom prst="roundRect">
            <a:avLst>
              <a:gd name="adj" fmla="val 7226"/>
            </a:avLst>
          </a:prstGeom>
          <a:solidFill>
            <a:schemeClr val="bg1">
              <a:lumMod val="95000"/>
            </a:schemeClr>
          </a:solidFill>
          <a:ln w="12700"/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t"/>
          <a:lstStyle/>
          <a:p>
            <a:pPr algn="ctr"/>
            <a:r>
              <a:rPr kumimoji="1" lang="en-US" altLang="ko-KR" sz="900" b="1">
                <a:solidFill>
                  <a:schemeClr val="tx1"/>
                </a:solidFill>
              </a:rPr>
              <a:t>TLS</a:t>
            </a:r>
            <a:r>
              <a:rPr kumimoji="1" lang="ko-KR" altLang="en-US" sz="900" b="1">
                <a:solidFill>
                  <a:schemeClr val="tx1"/>
                </a:solidFill>
              </a:rPr>
              <a:t> </a:t>
            </a:r>
            <a:r>
              <a:rPr kumimoji="1" lang="en-US" altLang="ko-KR" sz="900" b="1">
                <a:solidFill>
                  <a:schemeClr val="tx1"/>
                </a:solidFill>
              </a:rPr>
              <a:t>(Thread Local Storage)</a:t>
            </a:r>
            <a:endParaRPr kumimoji="1" lang="ko-KR" altLang="en-US" sz="900" b="1">
              <a:solidFill>
                <a:schemeClr val="tx1"/>
              </a:solidFill>
            </a:endParaRPr>
          </a:p>
        </p:txBody>
      </p:sp>
      <p:sp>
        <p:nvSpPr>
          <p:cNvPr id="4" name="직사각형 3">
            <a:extLst>
              <a:ext uri="{FF2B5EF4-FFF2-40B4-BE49-F238E27FC236}">
                <a16:creationId xmlns:a16="http://schemas.microsoft.com/office/drawing/2014/main" id="{909BAF99-EA5E-D16A-1A5C-C26814FB39A2}"/>
              </a:ext>
            </a:extLst>
          </p:cNvPr>
          <p:cNvSpPr/>
          <p:nvPr/>
        </p:nvSpPr>
        <p:spPr>
          <a:xfrm>
            <a:off x="1259641" y="699542"/>
            <a:ext cx="1008111" cy="360040"/>
          </a:xfrm>
          <a:prstGeom prst="rect">
            <a:avLst/>
          </a:prstGeom>
          <a:noFill/>
          <a:ln w="12700"/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kumimoji="1" lang="en-US" altLang="ko-KR" sz="900">
                <a:solidFill>
                  <a:sysClr val="windowText" lastClr="000000"/>
                </a:solidFill>
              </a:rPr>
              <a:t>[0]</a:t>
            </a:r>
            <a:endParaRPr kumimoji="1" lang="ko-KR" altLang="en-US" sz="900">
              <a:solidFill>
                <a:sysClr val="windowText" lastClr="000000"/>
              </a:solidFill>
            </a:endParaRPr>
          </a:p>
          <a:p>
            <a:pPr algn="ctr"/>
            <a:r>
              <a:rPr kumimoji="1" lang="en-US" altLang="ko-KR" sz="900">
                <a:solidFill>
                  <a:sysClr val="windowText" lastClr="000000"/>
                </a:solidFill>
              </a:rPr>
              <a:t>Runtime</a:t>
            </a:r>
          </a:p>
        </p:txBody>
      </p:sp>
      <p:sp>
        <p:nvSpPr>
          <p:cNvPr id="5" name="직사각형 4">
            <a:extLst>
              <a:ext uri="{FF2B5EF4-FFF2-40B4-BE49-F238E27FC236}">
                <a16:creationId xmlns:a16="http://schemas.microsoft.com/office/drawing/2014/main" id="{FA9D0C57-F6DA-D5DA-83DE-D6BD12814C0B}"/>
              </a:ext>
            </a:extLst>
          </p:cNvPr>
          <p:cNvSpPr/>
          <p:nvPr/>
        </p:nvSpPr>
        <p:spPr>
          <a:xfrm>
            <a:off x="2267752" y="699542"/>
            <a:ext cx="1008112" cy="360040"/>
          </a:xfrm>
          <a:prstGeom prst="rect">
            <a:avLst/>
          </a:prstGeom>
          <a:noFill/>
          <a:ln w="12700"/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kumimoji="1" lang="en-US" altLang="ko-KR" sz="900">
                <a:solidFill>
                  <a:sysClr val="windowText" lastClr="000000"/>
                </a:solidFill>
              </a:rPr>
              <a:t>[1]</a:t>
            </a:r>
            <a:endParaRPr kumimoji="1" lang="ko-KR" altLang="en-US" sz="900">
              <a:solidFill>
                <a:sysClr val="windowText" lastClr="000000"/>
              </a:solidFill>
            </a:endParaRPr>
          </a:p>
          <a:p>
            <a:pPr algn="ctr"/>
            <a:r>
              <a:rPr kumimoji="1" lang="en-US" altLang="ko-KR" sz="900">
                <a:solidFill>
                  <a:sysClr val="windowText" lastClr="000000"/>
                </a:solidFill>
              </a:rPr>
              <a:t>ClusterManager</a:t>
            </a:r>
          </a:p>
        </p:txBody>
      </p:sp>
      <p:sp>
        <p:nvSpPr>
          <p:cNvPr id="6" name="직사각형 5">
            <a:extLst>
              <a:ext uri="{FF2B5EF4-FFF2-40B4-BE49-F238E27FC236}">
                <a16:creationId xmlns:a16="http://schemas.microsoft.com/office/drawing/2014/main" id="{F85B0C94-AF95-C682-A49F-5E2FD4A8C534}"/>
              </a:ext>
            </a:extLst>
          </p:cNvPr>
          <p:cNvSpPr/>
          <p:nvPr/>
        </p:nvSpPr>
        <p:spPr>
          <a:xfrm>
            <a:off x="3275870" y="699542"/>
            <a:ext cx="1008112" cy="360040"/>
          </a:xfrm>
          <a:prstGeom prst="rect">
            <a:avLst/>
          </a:prstGeom>
          <a:noFill/>
          <a:ln w="12700"/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kumimoji="1" lang="en-US" altLang="ko-KR" sz="900">
                <a:solidFill>
                  <a:sysClr val="windowText" lastClr="000000"/>
                </a:solidFill>
              </a:rPr>
              <a:t>[2]</a:t>
            </a:r>
            <a:endParaRPr kumimoji="1" lang="ko-KR" altLang="en-US" sz="900">
              <a:solidFill>
                <a:sysClr val="windowText" lastClr="000000"/>
              </a:solidFill>
            </a:endParaRPr>
          </a:p>
          <a:p>
            <a:pPr algn="ctr"/>
            <a:r>
              <a:rPr kumimoji="1" lang="en-US" altLang="ko-KR" sz="900">
                <a:solidFill>
                  <a:sysClr val="windowText" lastClr="000000"/>
                </a:solidFill>
              </a:rPr>
              <a:t>Stats</a:t>
            </a:r>
          </a:p>
        </p:txBody>
      </p:sp>
      <p:sp>
        <p:nvSpPr>
          <p:cNvPr id="7" name="직사각형 6">
            <a:extLst>
              <a:ext uri="{FF2B5EF4-FFF2-40B4-BE49-F238E27FC236}">
                <a16:creationId xmlns:a16="http://schemas.microsoft.com/office/drawing/2014/main" id="{856E225E-F0DB-DCEB-21CA-5C9B06495ED8}"/>
              </a:ext>
            </a:extLst>
          </p:cNvPr>
          <p:cNvSpPr/>
          <p:nvPr/>
        </p:nvSpPr>
        <p:spPr>
          <a:xfrm>
            <a:off x="4283975" y="699542"/>
            <a:ext cx="1008112" cy="360040"/>
          </a:xfrm>
          <a:prstGeom prst="rect">
            <a:avLst/>
          </a:prstGeom>
          <a:noFill/>
          <a:ln w="12700"/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kumimoji="1" lang="en-US" altLang="ko-KR" sz="900">
                <a:solidFill>
                  <a:sysClr val="windowText" lastClr="000000"/>
                </a:solidFill>
              </a:rPr>
              <a:t>[3]</a:t>
            </a:r>
            <a:endParaRPr kumimoji="1" lang="ko-KR" altLang="en-US" sz="900">
              <a:solidFill>
                <a:sysClr val="windowText" lastClr="000000"/>
              </a:solidFill>
            </a:endParaRPr>
          </a:p>
          <a:p>
            <a:pPr algn="ctr"/>
            <a:r>
              <a:rPr kumimoji="1" lang="en-US" altLang="ko-KR" sz="900">
                <a:solidFill>
                  <a:sysClr val="windowText" lastClr="000000"/>
                </a:solidFill>
              </a:rPr>
              <a:t>RouteConfig</a:t>
            </a:r>
          </a:p>
        </p:txBody>
      </p:sp>
      <p:sp>
        <p:nvSpPr>
          <p:cNvPr id="8" name="직사각형 7">
            <a:extLst>
              <a:ext uri="{FF2B5EF4-FFF2-40B4-BE49-F238E27FC236}">
                <a16:creationId xmlns:a16="http://schemas.microsoft.com/office/drawing/2014/main" id="{D096AE8D-EAF7-D7E9-E846-B3411CAFE4D8}"/>
              </a:ext>
            </a:extLst>
          </p:cNvPr>
          <p:cNvSpPr/>
          <p:nvPr/>
        </p:nvSpPr>
        <p:spPr>
          <a:xfrm>
            <a:off x="5292090" y="699542"/>
            <a:ext cx="1008112" cy="360040"/>
          </a:xfrm>
          <a:prstGeom prst="rect">
            <a:avLst/>
          </a:prstGeom>
          <a:noFill/>
          <a:ln w="12700"/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kumimoji="1" lang="en-US" altLang="ko-KR" sz="900">
                <a:solidFill>
                  <a:sysClr val="windowText" lastClr="000000"/>
                </a:solidFill>
              </a:rPr>
              <a:t>[4]</a:t>
            </a:r>
            <a:endParaRPr kumimoji="1" lang="ko-KR" altLang="en-US" sz="900">
              <a:solidFill>
                <a:sysClr val="windowText" lastClr="000000"/>
              </a:solidFill>
            </a:endParaRPr>
          </a:p>
          <a:p>
            <a:pPr algn="ctr"/>
            <a:r>
              <a:rPr kumimoji="1" lang="en-US" altLang="ko-KR" sz="900">
                <a:solidFill>
                  <a:sysClr val="windowText" lastClr="000000"/>
                </a:solidFill>
              </a:rPr>
              <a:t>RateLimit</a:t>
            </a:r>
          </a:p>
        </p:txBody>
      </p:sp>
      <p:sp>
        <p:nvSpPr>
          <p:cNvPr id="9" name="직사각형 8">
            <a:extLst>
              <a:ext uri="{FF2B5EF4-FFF2-40B4-BE49-F238E27FC236}">
                <a16:creationId xmlns:a16="http://schemas.microsoft.com/office/drawing/2014/main" id="{8C84D422-778D-8B60-80BA-2D92C1AC875B}"/>
              </a:ext>
            </a:extLst>
          </p:cNvPr>
          <p:cNvSpPr/>
          <p:nvPr/>
        </p:nvSpPr>
        <p:spPr>
          <a:xfrm>
            <a:off x="6300192" y="699542"/>
            <a:ext cx="1008112" cy="360040"/>
          </a:xfrm>
          <a:prstGeom prst="rect">
            <a:avLst/>
          </a:prstGeom>
          <a:noFill/>
          <a:ln w="12700"/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kumimoji="1" lang="en-US" altLang="ko-KR" sz="900">
                <a:solidFill>
                  <a:sysClr val="windowText" lastClr="000000"/>
                </a:solidFill>
              </a:rPr>
              <a:t>[5]</a:t>
            </a:r>
            <a:endParaRPr kumimoji="1" lang="ko-KR" altLang="en-US" sz="900">
              <a:solidFill>
                <a:sysClr val="windowText" lastClr="000000"/>
              </a:solidFill>
            </a:endParaRPr>
          </a:p>
          <a:p>
            <a:pPr algn="ctr"/>
            <a:r>
              <a:rPr kumimoji="1" lang="en-US" altLang="ko-KR" sz="900">
                <a:solidFill>
                  <a:sysClr val="windowText" lastClr="000000"/>
                </a:solidFill>
              </a:rPr>
              <a:t>DNS Cache</a:t>
            </a:r>
          </a:p>
        </p:txBody>
      </p:sp>
      <p:sp>
        <p:nvSpPr>
          <p:cNvPr id="10" name="타원 9">
            <a:extLst>
              <a:ext uri="{FF2B5EF4-FFF2-40B4-BE49-F238E27FC236}">
                <a16:creationId xmlns:a16="http://schemas.microsoft.com/office/drawing/2014/main" id="{C6A056AC-D53D-264F-A41C-93A781161998}"/>
              </a:ext>
            </a:extLst>
          </p:cNvPr>
          <p:cNvSpPr/>
          <p:nvPr/>
        </p:nvSpPr>
        <p:spPr>
          <a:xfrm>
            <a:off x="7415234" y="843558"/>
            <a:ext cx="45719" cy="45719"/>
          </a:xfrm>
          <a:prstGeom prst="ellipse">
            <a:avLst/>
          </a:prstGeom>
          <a:solidFill>
            <a:schemeClr val="tx1"/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kumimoji="1" lang="ko-KR" altLang="en-US"/>
          </a:p>
        </p:txBody>
      </p:sp>
      <p:sp>
        <p:nvSpPr>
          <p:cNvPr id="11" name="타원 10">
            <a:extLst>
              <a:ext uri="{FF2B5EF4-FFF2-40B4-BE49-F238E27FC236}">
                <a16:creationId xmlns:a16="http://schemas.microsoft.com/office/drawing/2014/main" id="{1B3C0ACC-5CF9-08A8-BD52-CF101106F81E}"/>
              </a:ext>
            </a:extLst>
          </p:cNvPr>
          <p:cNvSpPr/>
          <p:nvPr/>
        </p:nvSpPr>
        <p:spPr>
          <a:xfrm>
            <a:off x="7567883" y="843557"/>
            <a:ext cx="45719" cy="45719"/>
          </a:xfrm>
          <a:prstGeom prst="ellipse">
            <a:avLst/>
          </a:prstGeom>
          <a:solidFill>
            <a:schemeClr val="tx1"/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kumimoji="1" lang="ko-KR" altLang="en-US"/>
          </a:p>
        </p:txBody>
      </p:sp>
      <p:sp>
        <p:nvSpPr>
          <p:cNvPr id="12" name="타원 11">
            <a:extLst>
              <a:ext uri="{FF2B5EF4-FFF2-40B4-BE49-F238E27FC236}">
                <a16:creationId xmlns:a16="http://schemas.microsoft.com/office/drawing/2014/main" id="{7C237F99-9ED8-0641-75B2-315EAF365ABB}"/>
              </a:ext>
            </a:extLst>
          </p:cNvPr>
          <p:cNvSpPr/>
          <p:nvPr/>
        </p:nvSpPr>
        <p:spPr>
          <a:xfrm>
            <a:off x="7714556" y="843557"/>
            <a:ext cx="48707" cy="48707"/>
          </a:xfrm>
          <a:prstGeom prst="ellipse">
            <a:avLst/>
          </a:prstGeom>
          <a:solidFill>
            <a:schemeClr val="tx1"/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kumimoji="1" lang="ko-KR" altLang="en-US"/>
          </a:p>
        </p:txBody>
      </p:sp>
      <p:sp>
        <p:nvSpPr>
          <p:cNvPr id="46" name="모서리가 둥근 직사각형 45">
            <a:extLst>
              <a:ext uri="{FF2B5EF4-FFF2-40B4-BE49-F238E27FC236}">
                <a16:creationId xmlns:a16="http://schemas.microsoft.com/office/drawing/2014/main" id="{A09B9434-93F1-9E92-F7E1-B6337374D07D}"/>
              </a:ext>
            </a:extLst>
          </p:cNvPr>
          <p:cNvSpPr/>
          <p:nvPr/>
        </p:nvSpPr>
        <p:spPr>
          <a:xfrm>
            <a:off x="1044962" y="1635646"/>
            <a:ext cx="6946776" cy="1152128"/>
          </a:xfrm>
          <a:prstGeom prst="roundRect">
            <a:avLst>
              <a:gd name="adj" fmla="val 4772"/>
            </a:avLst>
          </a:prstGeom>
          <a:noFill/>
          <a:ln w="12700"/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t"/>
          <a:lstStyle/>
          <a:p>
            <a:r>
              <a:rPr kumimoji="1" lang="en-US" altLang="ko-KR" sz="1000" b="1">
                <a:solidFill>
                  <a:schemeClr val="tx1"/>
                </a:solidFill>
              </a:rPr>
              <a:t>Worker Thread A</a:t>
            </a:r>
            <a:endParaRPr kumimoji="1" lang="ko-KR" altLang="en-US" sz="1000" b="1">
              <a:solidFill>
                <a:schemeClr val="tx1"/>
              </a:solidFill>
            </a:endParaRPr>
          </a:p>
        </p:txBody>
      </p:sp>
      <p:sp>
        <p:nvSpPr>
          <p:cNvPr id="47" name="모서리가 둥근 직사각형 46">
            <a:extLst>
              <a:ext uri="{FF2B5EF4-FFF2-40B4-BE49-F238E27FC236}">
                <a16:creationId xmlns:a16="http://schemas.microsoft.com/office/drawing/2014/main" id="{9D4BD7C3-7784-938B-FC98-C0BEE3CAAED0}"/>
              </a:ext>
            </a:extLst>
          </p:cNvPr>
          <p:cNvSpPr/>
          <p:nvPr/>
        </p:nvSpPr>
        <p:spPr>
          <a:xfrm>
            <a:off x="1151630" y="1923678"/>
            <a:ext cx="6732729" cy="792088"/>
          </a:xfrm>
          <a:prstGeom prst="roundRect">
            <a:avLst>
              <a:gd name="adj" fmla="val 7226"/>
            </a:avLst>
          </a:prstGeom>
          <a:solidFill>
            <a:schemeClr val="bg1">
              <a:lumMod val="95000"/>
            </a:schemeClr>
          </a:solidFill>
          <a:ln w="12700"/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t"/>
          <a:lstStyle/>
          <a:p>
            <a:pPr algn="ctr"/>
            <a:r>
              <a:rPr kumimoji="1" lang="en-US" altLang="ko-KR" sz="900" b="1">
                <a:solidFill>
                  <a:schemeClr val="tx1"/>
                </a:solidFill>
              </a:rPr>
              <a:t>TLS</a:t>
            </a:r>
            <a:r>
              <a:rPr kumimoji="1" lang="ko-KR" altLang="en-US" sz="900" b="1">
                <a:solidFill>
                  <a:schemeClr val="tx1"/>
                </a:solidFill>
              </a:rPr>
              <a:t> </a:t>
            </a:r>
            <a:r>
              <a:rPr kumimoji="1" lang="en-US" altLang="ko-KR" sz="900" b="1">
                <a:solidFill>
                  <a:schemeClr val="tx1"/>
                </a:solidFill>
              </a:rPr>
              <a:t>(Thread Local Storage)</a:t>
            </a:r>
            <a:endParaRPr kumimoji="1" lang="ko-KR" altLang="en-US" sz="900" b="1">
              <a:solidFill>
                <a:schemeClr val="tx1"/>
              </a:solidFill>
            </a:endParaRPr>
          </a:p>
        </p:txBody>
      </p:sp>
      <p:sp>
        <p:nvSpPr>
          <p:cNvPr id="48" name="직사각형 47">
            <a:extLst>
              <a:ext uri="{FF2B5EF4-FFF2-40B4-BE49-F238E27FC236}">
                <a16:creationId xmlns:a16="http://schemas.microsoft.com/office/drawing/2014/main" id="{3FCC1D6F-022B-0FB3-C58D-E21E8829101F}"/>
              </a:ext>
            </a:extLst>
          </p:cNvPr>
          <p:cNvSpPr/>
          <p:nvPr/>
        </p:nvSpPr>
        <p:spPr>
          <a:xfrm>
            <a:off x="1259641" y="2211710"/>
            <a:ext cx="1008111" cy="360040"/>
          </a:xfrm>
          <a:prstGeom prst="rect">
            <a:avLst/>
          </a:prstGeom>
          <a:noFill/>
          <a:ln w="12700"/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kumimoji="1" lang="en-US" altLang="ko-KR" sz="900">
                <a:solidFill>
                  <a:sysClr val="windowText" lastClr="000000"/>
                </a:solidFill>
              </a:rPr>
              <a:t>[0]</a:t>
            </a:r>
            <a:endParaRPr kumimoji="1" lang="ko-KR" altLang="en-US" sz="900">
              <a:solidFill>
                <a:sysClr val="windowText" lastClr="000000"/>
              </a:solidFill>
            </a:endParaRPr>
          </a:p>
          <a:p>
            <a:pPr algn="ctr"/>
            <a:r>
              <a:rPr kumimoji="1" lang="en-US" altLang="ko-KR" sz="900">
                <a:solidFill>
                  <a:sysClr val="windowText" lastClr="000000"/>
                </a:solidFill>
              </a:rPr>
              <a:t>Runtime</a:t>
            </a:r>
          </a:p>
        </p:txBody>
      </p:sp>
      <p:sp>
        <p:nvSpPr>
          <p:cNvPr id="49" name="직사각형 48">
            <a:extLst>
              <a:ext uri="{FF2B5EF4-FFF2-40B4-BE49-F238E27FC236}">
                <a16:creationId xmlns:a16="http://schemas.microsoft.com/office/drawing/2014/main" id="{2903C5DA-A01E-F0DE-5138-A1DE77DC9D56}"/>
              </a:ext>
            </a:extLst>
          </p:cNvPr>
          <p:cNvSpPr/>
          <p:nvPr/>
        </p:nvSpPr>
        <p:spPr>
          <a:xfrm>
            <a:off x="2267752" y="2211710"/>
            <a:ext cx="1008112" cy="360040"/>
          </a:xfrm>
          <a:prstGeom prst="rect">
            <a:avLst/>
          </a:prstGeom>
          <a:noFill/>
          <a:ln w="12700"/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kumimoji="1" lang="en-US" altLang="ko-KR" sz="900">
                <a:solidFill>
                  <a:sysClr val="windowText" lastClr="000000"/>
                </a:solidFill>
              </a:rPr>
              <a:t>[1]</a:t>
            </a:r>
            <a:endParaRPr kumimoji="1" lang="ko-KR" altLang="en-US" sz="900">
              <a:solidFill>
                <a:sysClr val="windowText" lastClr="000000"/>
              </a:solidFill>
            </a:endParaRPr>
          </a:p>
          <a:p>
            <a:pPr algn="ctr"/>
            <a:r>
              <a:rPr kumimoji="1" lang="en-US" altLang="ko-KR" sz="900">
                <a:solidFill>
                  <a:sysClr val="windowText" lastClr="000000"/>
                </a:solidFill>
              </a:rPr>
              <a:t>ClusterManager</a:t>
            </a:r>
          </a:p>
        </p:txBody>
      </p:sp>
      <p:sp>
        <p:nvSpPr>
          <p:cNvPr id="50" name="직사각형 49">
            <a:extLst>
              <a:ext uri="{FF2B5EF4-FFF2-40B4-BE49-F238E27FC236}">
                <a16:creationId xmlns:a16="http://schemas.microsoft.com/office/drawing/2014/main" id="{08E4AD8B-B787-92FB-58E5-1E508E735246}"/>
              </a:ext>
            </a:extLst>
          </p:cNvPr>
          <p:cNvSpPr/>
          <p:nvPr/>
        </p:nvSpPr>
        <p:spPr>
          <a:xfrm>
            <a:off x="3275870" y="2211710"/>
            <a:ext cx="1008112" cy="360040"/>
          </a:xfrm>
          <a:prstGeom prst="rect">
            <a:avLst/>
          </a:prstGeom>
          <a:noFill/>
          <a:ln w="12700"/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kumimoji="1" lang="en-US" altLang="ko-KR" sz="900">
                <a:solidFill>
                  <a:sysClr val="windowText" lastClr="000000"/>
                </a:solidFill>
              </a:rPr>
              <a:t>[2]</a:t>
            </a:r>
            <a:endParaRPr kumimoji="1" lang="ko-KR" altLang="en-US" sz="900">
              <a:solidFill>
                <a:sysClr val="windowText" lastClr="000000"/>
              </a:solidFill>
            </a:endParaRPr>
          </a:p>
          <a:p>
            <a:pPr algn="ctr"/>
            <a:r>
              <a:rPr kumimoji="1" lang="en-US" altLang="ko-KR" sz="900">
                <a:solidFill>
                  <a:sysClr val="windowText" lastClr="000000"/>
                </a:solidFill>
              </a:rPr>
              <a:t>Stats</a:t>
            </a:r>
          </a:p>
        </p:txBody>
      </p:sp>
      <p:sp>
        <p:nvSpPr>
          <p:cNvPr id="51" name="직사각형 50">
            <a:extLst>
              <a:ext uri="{FF2B5EF4-FFF2-40B4-BE49-F238E27FC236}">
                <a16:creationId xmlns:a16="http://schemas.microsoft.com/office/drawing/2014/main" id="{E0BE84F1-89F4-6567-C348-6E14D5E2A40D}"/>
              </a:ext>
            </a:extLst>
          </p:cNvPr>
          <p:cNvSpPr/>
          <p:nvPr/>
        </p:nvSpPr>
        <p:spPr>
          <a:xfrm>
            <a:off x="4283975" y="2211710"/>
            <a:ext cx="1008112" cy="360040"/>
          </a:xfrm>
          <a:prstGeom prst="rect">
            <a:avLst/>
          </a:prstGeom>
          <a:noFill/>
          <a:ln w="12700"/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kumimoji="1" lang="en-US" altLang="ko-KR" sz="900">
                <a:solidFill>
                  <a:sysClr val="windowText" lastClr="000000"/>
                </a:solidFill>
              </a:rPr>
              <a:t>[3]</a:t>
            </a:r>
            <a:endParaRPr kumimoji="1" lang="ko-KR" altLang="en-US" sz="900">
              <a:solidFill>
                <a:sysClr val="windowText" lastClr="000000"/>
              </a:solidFill>
            </a:endParaRPr>
          </a:p>
          <a:p>
            <a:pPr algn="ctr"/>
            <a:r>
              <a:rPr kumimoji="1" lang="en-US" altLang="ko-KR" sz="900">
                <a:solidFill>
                  <a:sysClr val="windowText" lastClr="000000"/>
                </a:solidFill>
              </a:rPr>
              <a:t>RouteConfig</a:t>
            </a:r>
          </a:p>
        </p:txBody>
      </p:sp>
      <p:sp>
        <p:nvSpPr>
          <p:cNvPr id="52" name="직사각형 51">
            <a:extLst>
              <a:ext uri="{FF2B5EF4-FFF2-40B4-BE49-F238E27FC236}">
                <a16:creationId xmlns:a16="http://schemas.microsoft.com/office/drawing/2014/main" id="{93F8BDD3-2EE0-43EB-4C7A-917A04433524}"/>
              </a:ext>
            </a:extLst>
          </p:cNvPr>
          <p:cNvSpPr/>
          <p:nvPr/>
        </p:nvSpPr>
        <p:spPr>
          <a:xfrm>
            <a:off x="5292090" y="2211710"/>
            <a:ext cx="1008112" cy="360040"/>
          </a:xfrm>
          <a:prstGeom prst="rect">
            <a:avLst/>
          </a:prstGeom>
          <a:noFill/>
          <a:ln w="12700"/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kumimoji="1" lang="en-US" altLang="ko-KR" sz="900">
                <a:solidFill>
                  <a:sysClr val="windowText" lastClr="000000"/>
                </a:solidFill>
              </a:rPr>
              <a:t>[4]</a:t>
            </a:r>
            <a:endParaRPr kumimoji="1" lang="ko-KR" altLang="en-US" sz="900">
              <a:solidFill>
                <a:sysClr val="windowText" lastClr="000000"/>
              </a:solidFill>
            </a:endParaRPr>
          </a:p>
          <a:p>
            <a:pPr algn="ctr"/>
            <a:r>
              <a:rPr kumimoji="1" lang="en-US" altLang="ko-KR" sz="900">
                <a:solidFill>
                  <a:sysClr val="windowText" lastClr="000000"/>
                </a:solidFill>
              </a:rPr>
              <a:t>RateLimit</a:t>
            </a:r>
          </a:p>
        </p:txBody>
      </p:sp>
      <p:sp>
        <p:nvSpPr>
          <p:cNvPr id="53" name="직사각형 52">
            <a:extLst>
              <a:ext uri="{FF2B5EF4-FFF2-40B4-BE49-F238E27FC236}">
                <a16:creationId xmlns:a16="http://schemas.microsoft.com/office/drawing/2014/main" id="{87655948-E457-4580-59A5-29A1F5E790AE}"/>
              </a:ext>
            </a:extLst>
          </p:cNvPr>
          <p:cNvSpPr/>
          <p:nvPr/>
        </p:nvSpPr>
        <p:spPr>
          <a:xfrm>
            <a:off x="6300192" y="2211710"/>
            <a:ext cx="1008112" cy="360040"/>
          </a:xfrm>
          <a:prstGeom prst="rect">
            <a:avLst/>
          </a:prstGeom>
          <a:noFill/>
          <a:ln w="12700"/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kumimoji="1" lang="en-US" altLang="ko-KR" sz="900">
                <a:solidFill>
                  <a:sysClr val="windowText" lastClr="000000"/>
                </a:solidFill>
              </a:rPr>
              <a:t>[5]</a:t>
            </a:r>
            <a:endParaRPr kumimoji="1" lang="ko-KR" altLang="en-US" sz="900">
              <a:solidFill>
                <a:sysClr val="windowText" lastClr="000000"/>
              </a:solidFill>
            </a:endParaRPr>
          </a:p>
          <a:p>
            <a:pPr algn="ctr"/>
            <a:r>
              <a:rPr kumimoji="1" lang="en-US" altLang="ko-KR" sz="900">
                <a:solidFill>
                  <a:sysClr val="windowText" lastClr="000000"/>
                </a:solidFill>
              </a:rPr>
              <a:t>DNS Cache</a:t>
            </a:r>
          </a:p>
        </p:txBody>
      </p:sp>
      <p:sp>
        <p:nvSpPr>
          <p:cNvPr id="54" name="타원 53">
            <a:extLst>
              <a:ext uri="{FF2B5EF4-FFF2-40B4-BE49-F238E27FC236}">
                <a16:creationId xmlns:a16="http://schemas.microsoft.com/office/drawing/2014/main" id="{146BCDF7-7462-95A2-91FD-31F0354C83CF}"/>
              </a:ext>
            </a:extLst>
          </p:cNvPr>
          <p:cNvSpPr/>
          <p:nvPr/>
        </p:nvSpPr>
        <p:spPr>
          <a:xfrm>
            <a:off x="7415234" y="2355726"/>
            <a:ext cx="45719" cy="45719"/>
          </a:xfrm>
          <a:prstGeom prst="ellipse">
            <a:avLst/>
          </a:prstGeom>
          <a:solidFill>
            <a:schemeClr val="tx1"/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kumimoji="1" lang="ko-KR" altLang="en-US"/>
          </a:p>
        </p:txBody>
      </p:sp>
      <p:sp>
        <p:nvSpPr>
          <p:cNvPr id="55" name="타원 54">
            <a:extLst>
              <a:ext uri="{FF2B5EF4-FFF2-40B4-BE49-F238E27FC236}">
                <a16:creationId xmlns:a16="http://schemas.microsoft.com/office/drawing/2014/main" id="{008D1577-9FAD-7A51-A55F-F5618FB33A72}"/>
              </a:ext>
            </a:extLst>
          </p:cNvPr>
          <p:cNvSpPr/>
          <p:nvPr/>
        </p:nvSpPr>
        <p:spPr>
          <a:xfrm>
            <a:off x="7567883" y="2355725"/>
            <a:ext cx="45719" cy="45719"/>
          </a:xfrm>
          <a:prstGeom prst="ellipse">
            <a:avLst/>
          </a:prstGeom>
          <a:solidFill>
            <a:schemeClr val="tx1"/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kumimoji="1" lang="ko-KR" altLang="en-US"/>
          </a:p>
        </p:txBody>
      </p:sp>
      <p:sp>
        <p:nvSpPr>
          <p:cNvPr id="56" name="타원 55">
            <a:extLst>
              <a:ext uri="{FF2B5EF4-FFF2-40B4-BE49-F238E27FC236}">
                <a16:creationId xmlns:a16="http://schemas.microsoft.com/office/drawing/2014/main" id="{F15572C8-C05F-51CB-3451-1186DA68B159}"/>
              </a:ext>
            </a:extLst>
          </p:cNvPr>
          <p:cNvSpPr/>
          <p:nvPr/>
        </p:nvSpPr>
        <p:spPr>
          <a:xfrm>
            <a:off x="7714556" y="2355725"/>
            <a:ext cx="48707" cy="48707"/>
          </a:xfrm>
          <a:prstGeom prst="ellipse">
            <a:avLst/>
          </a:prstGeom>
          <a:solidFill>
            <a:schemeClr val="tx1"/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kumimoji="1" lang="ko-KR" altLang="en-US"/>
          </a:p>
        </p:txBody>
      </p:sp>
      <p:sp>
        <p:nvSpPr>
          <p:cNvPr id="57" name="모서리가 둥근 직사각형 56">
            <a:extLst>
              <a:ext uri="{FF2B5EF4-FFF2-40B4-BE49-F238E27FC236}">
                <a16:creationId xmlns:a16="http://schemas.microsoft.com/office/drawing/2014/main" id="{BF74E17D-6EE7-A2EE-A5B9-C42AC93486DD}"/>
              </a:ext>
            </a:extLst>
          </p:cNvPr>
          <p:cNvSpPr/>
          <p:nvPr/>
        </p:nvSpPr>
        <p:spPr>
          <a:xfrm>
            <a:off x="1044962" y="2931790"/>
            <a:ext cx="6946776" cy="1152128"/>
          </a:xfrm>
          <a:prstGeom prst="roundRect">
            <a:avLst>
              <a:gd name="adj" fmla="val 4772"/>
            </a:avLst>
          </a:prstGeom>
          <a:noFill/>
          <a:ln w="12700"/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t"/>
          <a:lstStyle/>
          <a:p>
            <a:r>
              <a:rPr kumimoji="1" lang="en-US" altLang="ko-KR" sz="1000" b="1">
                <a:solidFill>
                  <a:schemeClr val="tx1"/>
                </a:solidFill>
              </a:rPr>
              <a:t>Worker Thread B</a:t>
            </a:r>
            <a:endParaRPr kumimoji="1" lang="ko-KR" altLang="en-US" sz="1000" b="1">
              <a:solidFill>
                <a:schemeClr val="tx1"/>
              </a:solidFill>
            </a:endParaRPr>
          </a:p>
        </p:txBody>
      </p:sp>
      <p:sp>
        <p:nvSpPr>
          <p:cNvPr id="58" name="모서리가 둥근 직사각형 57">
            <a:extLst>
              <a:ext uri="{FF2B5EF4-FFF2-40B4-BE49-F238E27FC236}">
                <a16:creationId xmlns:a16="http://schemas.microsoft.com/office/drawing/2014/main" id="{1CE2C55F-26F5-74F4-1529-F60F80EB213F}"/>
              </a:ext>
            </a:extLst>
          </p:cNvPr>
          <p:cNvSpPr/>
          <p:nvPr/>
        </p:nvSpPr>
        <p:spPr>
          <a:xfrm>
            <a:off x="1151630" y="3219822"/>
            <a:ext cx="6732729" cy="792088"/>
          </a:xfrm>
          <a:prstGeom prst="roundRect">
            <a:avLst>
              <a:gd name="adj" fmla="val 7226"/>
            </a:avLst>
          </a:prstGeom>
          <a:solidFill>
            <a:schemeClr val="bg1">
              <a:lumMod val="95000"/>
            </a:schemeClr>
          </a:solidFill>
          <a:ln w="12700"/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t"/>
          <a:lstStyle/>
          <a:p>
            <a:pPr algn="ctr"/>
            <a:r>
              <a:rPr kumimoji="1" lang="en-US" altLang="ko-KR" sz="900" b="1">
                <a:solidFill>
                  <a:schemeClr val="tx1"/>
                </a:solidFill>
              </a:rPr>
              <a:t>TLS</a:t>
            </a:r>
            <a:r>
              <a:rPr kumimoji="1" lang="ko-KR" altLang="en-US" sz="900" b="1">
                <a:solidFill>
                  <a:schemeClr val="tx1"/>
                </a:solidFill>
              </a:rPr>
              <a:t> </a:t>
            </a:r>
            <a:r>
              <a:rPr kumimoji="1" lang="en-US" altLang="ko-KR" sz="900" b="1">
                <a:solidFill>
                  <a:schemeClr val="tx1"/>
                </a:solidFill>
              </a:rPr>
              <a:t>(Thread Local Storage)</a:t>
            </a:r>
            <a:endParaRPr kumimoji="1" lang="ko-KR" altLang="en-US" sz="900" b="1">
              <a:solidFill>
                <a:schemeClr val="tx1"/>
              </a:solidFill>
            </a:endParaRPr>
          </a:p>
        </p:txBody>
      </p:sp>
      <p:sp>
        <p:nvSpPr>
          <p:cNvPr id="59" name="직사각형 58">
            <a:extLst>
              <a:ext uri="{FF2B5EF4-FFF2-40B4-BE49-F238E27FC236}">
                <a16:creationId xmlns:a16="http://schemas.microsoft.com/office/drawing/2014/main" id="{4DD48B6F-AFA2-B839-9BB9-6DA220D20D76}"/>
              </a:ext>
            </a:extLst>
          </p:cNvPr>
          <p:cNvSpPr/>
          <p:nvPr/>
        </p:nvSpPr>
        <p:spPr>
          <a:xfrm>
            <a:off x="1259641" y="3507854"/>
            <a:ext cx="1008111" cy="360040"/>
          </a:xfrm>
          <a:prstGeom prst="rect">
            <a:avLst/>
          </a:prstGeom>
          <a:noFill/>
          <a:ln w="12700"/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kumimoji="1" lang="en-US" altLang="ko-KR" sz="900">
                <a:solidFill>
                  <a:sysClr val="windowText" lastClr="000000"/>
                </a:solidFill>
              </a:rPr>
              <a:t>[0]</a:t>
            </a:r>
            <a:endParaRPr kumimoji="1" lang="ko-KR" altLang="en-US" sz="900">
              <a:solidFill>
                <a:sysClr val="windowText" lastClr="000000"/>
              </a:solidFill>
            </a:endParaRPr>
          </a:p>
          <a:p>
            <a:pPr algn="ctr"/>
            <a:r>
              <a:rPr kumimoji="1" lang="en-US" altLang="ko-KR" sz="900">
                <a:solidFill>
                  <a:sysClr val="windowText" lastClr="000000"/>
                </a:solidFill>
              </a:rPr>
              <a:t>Runtime</a:t>
            </a:r>
          </a:p>
        </p:txBody>
      </p:sp>
      <p:sp>
        <p:nvSpPr>
          <p:cNvPr id="60" name="직사각형 59">
            <a:extLst>
              <a:ext uri="{FF2B5EF4-FFF2-40B4-BE49-F238E27FC236}">
                <a16:creationId xmlns:a16="http://schemas.microsoft.com/office/drawing/2014/main" id="{35B39D5C-2771-EC7A-247A-699AB9485C78}"/>
              </a:ext>
            </a:extLst>
          </p:cNvPr>
          <p:cNvSpPr/>
          <p:nvPr/>
        </p:nvSpPr>
        <p:spPr>
          <a:xfrm>
            <a:off x="2267752" y="3507854"/>
            <a:ext cx="1008112" cy="360040"/>
          </a:xfrm>
          <a:prstGeom prst="rect">
            <a:avLst/>
          </a:prstGeom>
          <a:noFill/>
          <a:ln w="12700"/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kumimoji="1" lang="en-US" altLang="ko-KR" sz="900">
                <a:solidFill>
                  <a:sysClr val="windowText" lastClr="000000"/>
                </a:solidFill>
              </a:rPr>
              <a:t>[1]</a:t>
            </a:r>
            <a:endParaRPr kumimoji="1" lang="ko-KR" altLang="en-US" sz="900">
              <a:solidFill>
                <a:sysClr val="windowText" lastClr="000000"/>
              </a:solidFill>
            </a:endParaRPr>
          </a:p>
          <a:p>
            <a:pPr algn="ctr"/>
            <a:r>
              <a:rPr kumimoji="1" lang="en-US" altLang="ko-KR" sz="900">
                <a:solidFill>
                  <a:sysClr val="windowText" lastClr="000000"/>
                </a:solidFill>
              </a:rPr>
              <a:t>ClusterManager</a:t>
            </a:r>
          </a:p>
        </p:txBody>
      </p:sp>
      <p:sp>
        <p:nvSpPr>
          <p:cNvPr id="61" name="직사각형 60">
            <a:extLst>
              <a:ext uri="{FF2B5EF4-FFF2-40B4-BE49-F238E27FC236}">
                <a16:creationId xmlns:a16="http://schemas.microsoft.com/office/drawing/2014/main" id="{9C8A92E7-04C2-D086-4694-91B6D54A231E}"/>
              </a:ext>
            </a:extLst>
          </p:cNvPr>
          <p:cNvSpPr/>
          <p:nvPr/>
        </p:nvSpPr>
        <p:spPr>
          <a:xfrm>
            <a:off x="3275870" y="3507854"/>
            <a:ext cx="1008112" cy="360040"/>
          </a:xfrm>
          <a:prstGeom prst="rect">
            <a:avLst/>
          </a:prstGeom>
          <a:noFill/>
          <a:ln w="12700"/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kumimoji="1" lang="en-US" altLang="ko-KR" sz="900">
                <a:solidFill>
                  <a:sysClr val="windowText" lastClr="000000"/>
                </a:solidFill>
              </a:rPr>
              <a:t>[2]</a:t>
            </a:r>
            <a:endParaRPr kumimoji="1" lang="ko-KR" altLang="en-US" sz="900">
              <a:solidFill>
                <a:sysClr val="windowText" lastClr="000000"/>
              </a:solidFill>
            </a:endParaRPr>
          </a:p>
          <a:p>
            <a:pPr algn="ctr"/>
            <a:r>
              <a:rPr kumimoji="1" lang="en-US" altLang="ko-KR" sz="900">
                <a:solidFill>
                  <a:sysClr val="windowText" lastClr="000000"/>
                </a:solidFill>
              </a:rPr>
              <a:t>Stats</a:t>
            </a:r>
          </a:p>
        </p:txBody>
      </p:sp>
      <p:sp>
        <p:nvSpPr>
          <p:cNvPr id="62" name="직사각형 61">
            <a:extLst>
              <a:ext uri="{FF2B5EF4-FFF2-40B4-BE49-F238E27FC236}">
                <a16:creationId xmlns:a16="http://schemas.microsoft.com/office/drawing/2014/main" id="{92CA32EC-525E-B643-5C4C-F659745944C5}"/>
              </a:ext>
            </a:extLst>
          </p:cNvPr>
          <p:cNvSpPr/>
          <p:nvPr/>
        </p:nvSpPr>
        <p:spPr>
          <a:xfrm>
            <a:off x="4283975" y="3507854"/>
            <a:ext cx="1008112" cy="360040"/>
          </a:xfrm>
          <a:prstGeom prst="rect">
            <a:avLst/>
          </a:prstGeom>
          <a:noFill/>
          <a:ln w="12700"/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kumimoji="1" lang="en-US" altLang="ko-KR" sz="900">
                <a:solidFill>
                  <a:sysClr val="windowText" lastClr="000000"/>
                </a:solidFill>
              </a:rPr>
              <a:t>[3]</a:t>
            </a:r>
            <a:endParaRPr kumimoji="1" lang="ko-KR" altLang="en-US" sz="900">
              <a:solidFill>
                <a:sysClr val="windowText" lastClr="000000"/>
              </a:solidFill>
            </a:endParaRPr>
          </a:p>
          <a:p>
            <a:pPr algn="ctr"/>
            <a:r>
              <a:rPr kumimoji="1" lang="en-US" altLang="ko-KR" sz="900">
                <a:solidFill>
                  <a:sysClr val="windowText" lastClr="000000"/>
                </a:solidFill>
              </a:rPr>
              <a:t>RouteConfig</a:t>
            </a:r>
          </a:p>
        </p:txBody>
      </p:sp>
      <p:sp>
        <p:nvSpPr>
          <p:cNvPr id="63" name="직사각형 62">
            <a:extLst>
              <a:ext uri="{FF2B5EF4-FFF2-40B4-BE49-F238E27FC236}">
                <a16:creationId xmlns:a16="http://schemas.microsoft.com/office/drawing/2014/main" id="{D9BE1D8D-ED0E-419D-DAD4-367A9ADBC403}"/>
              </a:ext>
            </a:extLst>
          </p:cNvPr>
          <p:cNvSpPr/>
          <p:nvPr/>
        </p:nvSpPr>
        <p:spPr>
          <a:xfrm>
            <a:off x="5292090" y="3507854"/>
            <a:ext cx="1008112" cy="360040"/>
          </a:xfrm>
          <a:prstGeom prst="rect">
            <a:avLst/>
          </a:prstGeom>
          <a:noFill/>
          <a:ln w="12700"/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kumimoji="1" lang="en-US" altLang="ko-KR" sz="900">
                <a:solidFill>
                  <a:sysClr val="windowText" lastClr="000000"/>
                </a:solidFill>
              </a:rPr>
              <a:t>[4]</a:t>
            </a:r>
            <a:endParaRPr kumimoji="1" lang="ko-KR" altLang="en-US" sz="900">
              <a:solidFill>
                <a:sysClr val="windowText" lastClr="000000"/>
              </a:solidFill>
            </a:endParaRPr>
          </a:p>
          <a:p>
            <a:pPr algn="ctr"/>
            <a:r>
              <a:rPr kumimoji="1" lang="en-US" altLang="ko-KR" sz="900">
                <a:solidFill>
                  <a:sysClr val="windowText" lastClr="000000"/>
                </a:solidFill>
              </a:rPr>
              <a:t>RateLimit</a:t>
            </a:r>
          </a:p>
        </p:txBody>
      </p:sp>
      <p:sp>
        <p:nvSpPr>
          <p:cNvPr id="64" name="직사각형 63">
            <a:extLst>
              <a:ext uri="{FF2B5EF4-FFF2-40B4-BE49-F238E27FC236}">
                <a16:creationId xmlns:a16="http://schemas.microsoft.com/office/drawing/2014/main" id="{AC83F2EB-797A-CCCE-30F3-574CB603F5E6}"/>
              </a:ext>
            </a:extLst>
          </p:cNvPr>
          <p:cNvSpPr/>
          <p:nvPr/>
        </p:nvSpPr>
        <p:spPr>
          <a:xfrm>
            <a:off x="6300192" y="3507854"/>
            <a:ext cx="1008112" cy="360040"/>
          </a:xfrm>
          <a:prstGeom prst="rect">
            <a:avLst/>
          </a:prstGeom>
          <a:noFill/>
          <a:ln w="12700"/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kumimoji="1" lang="en-US" altLang="ko-KR" sz="900">
                <a:solidFill>
                  <a:sysClr val="windowText" lastClr="000000"/>
                </a:solidFill>
              </a:rPr>
              <a:t>[5]</a:t>
            </a:r>
            <a:endParaRPr kumimoji="1" lang="ko-KR" altLang="en-US" sz="900">
              <a:solidFill>
                <a:sysClr val="windowText" lastClr="000000"/>
              </a:solidFill>
            </a:endParaRPr>
          </a:p>
          <a:p>
            <a:pPr algn="ctr"/>
            <a:r>
              <a:rPr kumimoji="1" lang="en-US" altLang="ko-KR" sz="900">
                <a:solidFill>
                  <a:sysClr val="windowText" lastClr="000000"/>
                </a:solidFill>
              </a:rPr>
              <a:t>DNS Cache</a:t>
            </a:r>
          </a:p>
        </p:txBody>
      </p:sp>
      <p:sp>
        <p:nvSpPr>
          <p:cNvPr id="65" name="타원 64">
            <a:extLst>
              <a:ext uri="{FF2B5EF4-FFF2-40B4-BE49-F238E27FC236}">
                <a16:creationId xmlns:a16="http://schemas.microsoft.com/office/drawing/2014/main" id="{B9AA4AFD-048A-CBFD-C977-FBEDA0F90816}"/>
              </a:ext>
            </a:extLst>
          </p:cNvPr>
          <p:cNvSpPr/>
          <p:nvPr/>
        </p:nvSpPr>
        <p:spPr>
          <a:xfrm>
            <a:off x="7415234" y="3651870"/>
            <a:ext cx="45719" cy="45719"/>
          </a:xfrm>
          <a:prstGeom prst="ellipse">
            <a:avLst/>
          </a:prstGeom>
          <a:solidFill>
            <a:schemeClr val="tx1"/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kumimoji="1" lang="ko-KR" altLang="en-US"/>
          </a:p>
        </p:txBody>
      </p:sp>
      <p:sp>
        <p:nvSpPr>
          <p:cNvPr id="66" name="타원 65">
            <a:extLst>
              <a:ext uri="{FF2B5EF4-FFF2-40B4-BE49-F238E27FC236}">
                <a16:creationId xmlns:a16="http://schemas.microsoft.com/office/drawing/2014/main" id="{36AA5FBB-259A-55E8-6B49-79E095A0FC1D}"/>
              </a:ext>
            </a:extLst>
          </p:cNvPr>
          <p:cNvSpPr/>
          <p:nvPr/>
        </p:nvSpPr>
        <p:spPr>
          <a:xfrm>
            <a:off x="7567883" y="3651869"/>
            <a:ext cx="45719" cy="45719"/>
          </a:xfrm>
          <a:prstGeom prst="ellipse">
            <a:avLst/>
          </a:prstGeom>
          <a:solidFill>
            <a:schemeClr val="tx1"/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kumimoji="1" lang="ko-KR" altLang="en-US"/>
          </a:p>
        </p:txBody>
      </p:sp>
      <p:sp>
        <p:nvSpPr>
          <p:cNvPr id="67" name="타원 66">
            <a:extLst>
              <a:ext uri="{FF2B5EF4-FFF2-40B4-BE49-F238E27FC236}">
                <a16:creationId xmlns:a16="http://schemas.microsoft.com/office/drawing/2014/main" id="{FF8C2635-365C-9375-8D87-1B99782F0866}"/>
              </a:ext>
            </a:extLst>
          </p:cNvPr>
          <p:cNvSpPr/>
          <p:nvPr/>
        </p:nvSpPr>
        <p:spPr>
          <a:xfrm>
            <a:off x="7714556" y="3651869"/>
            <a:ext cx="48707" cy="48707"/>
          </a:xfrm>
          <a:prstGeom prst="ellipse">
            <a:avLst/>
          </a:prstGeom>
          <a:solidFill>
            <a:schemeClr val="tx1"/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kumimoji="1" lang="ko-KR" altLang="en-US"/>
          </a:p>
        </p:txBody>
      </p:sp>
      <p:sp>
        <p:nvSpPr>
          <p:cNvPr id="69" name="타원 68">
            <a:extLst>
              <a:ext uri="{FF2B5EF4-FFF2-40B4-BE49-F238E27FC236}">
                <a16:creationId xmlns:a16="http://schemas.microsoft.com/office/drawing/2014/main" id="{466BD852-AA78-BD7B-977C-C1D91BB0DE9F}"/>
              </a:ext>
            </a:extLst>
          </p:cNvPr>
          <p:cNvSpPr/>
          <p:nvPr/>
        </p:nvSpPr>
        <p:spPr>
          <a:xfrm>
            <a:off x="4261115" y="4176865"/>
            <a:ext cx="45719" cy="45719"/>
          </a:xfrm>
          <a:prstGeom prst="ellipse">
            <a:avLst/>
          </a:prstGeom>
          <a:solidFill>
            <a:schemeClr val="tx1"/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kumimoji="1" lang="ko-KR" altLang="en-US"/>
          </a:p>
        </p:txBody>
      </p:sp>
      <p:sp>
        <p:nvSpPr>
          <p:cNvPr id="70" name="타원 69">
            <a:extLst>
              <a:ext uri="{FF2B5EF4-FFF2-40B4-BE49-F238E27FC236}">
                <a16:creationId xmlns:a16="http://schemas.microsoft.com/office/drawing/2014/main" id="{154A869C-1C40-3F38-3F52-90DA7B52DD3F}"/>
              </a:ext>
            </a:extLst>
          </p:cNvPr>
          <p:cNvSpPr/>
          <p:nvPr/>
        </p:nvSpPr>
        <p:spPr>
          <a:xfrm>
            <a:off x="4261114" y="4323526"/>
            <a:ext cx="45719" cy="45719"/>
          </a:xfrm>
          <a:prstGeom prst="ellipse">
            <a:avLst/>
          </a:prstGeom>
          <a:solidFill>
            <a:schemeClr val="tx1"/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kumimoji="1" lang="ko-KR" altLang="en-US"/>
          </a:p>
        </p:txBody>
      </p:sp>
      <p:sp>
        <p:nvSpPr>
          <p:cNvPr id="71" name="타원 70">
            <a:extLst>
              <a:ext uri="{FF2B5EF4-FFF2-40B4-BE49-F238E27FC236}">
                <a16:creationId xmlns:a16="http://schemas.microsoft.com/office/drawing/2014/main" id="{11A0A3E5-27BC-AC47-FCAE-94889E5EB4B6}"/>
              </a:ext>
            </a:extLst>
          </p:cNvPr>
          <p:cNvSpPr/>
          <p:nvPr/>
        </p:nvSpPr>
        <p:spPr>
          <a:xfrm>
            <a:off x="4261113" y="4471113"/>
            <a:ext cx="45719" cy="45719"/>
          </a:xfrm>
          <a:prstGeom prst="ellipse">
            <a:avLst/>
          </a:prstGeom>
          <a:solidFill>
            <a:schemeClr val="tx1"/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kumimoji="1" lang="ko-KR" altLang="en-US"/>
          </a:p>
        </p:txBody>
      </p:sp>
    </p:spTree>
    <p:extLst>
      <p:ext uri="{BB962C8B-B14F-4D97-AF65-F5344CB8AC3E}">
        <p14:creationId xmlns:p14="http://schemas.microsoft.com/office/powerpoint/2010/main" val="3299670860"/>
      </p:ext>
    </p:extLst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8B89EA33-35EE-6DBC-E567-974FD8D59EF7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모서리가 둥근 직사각형 1">
            <a:extLst>
              <a:ext uri="{FF2B5EF4-FFF2-40B4-BE49-F238E27FC236}">
                <a16:creationId xmlns:a16="http://schemas.microsoft.com/office/drawing/2014/main" id="{3FE54802-DC7E-954E-A715-B22F16F880F9}"/>
              </a:ext>
            </a:extLst>
          </p:cNvPr>
          <p:cNvSpPr/>
          <p:nvPr/>
        </p:nvSpPr>
        <p:spPr>
          <a:xfrm>
            <a:off x="503288" y="203181"/>
            <a:ext cx="7885136" cy="1756810"/>
          </a:xfrm>
          <a:prstGeom prst="roundRect">
            <a:avLst>
              <a:gd name="adj" fmla="val 4772"/>
            </a:avLst>
          </a:prstGeom>
          <a:noFill/>
          <a:ln w="12700"/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t"/>
          <a:lstStyle/>
          <a:p>
            <a:r>
              <a:rPr kumimoji="1" lang="en-US" altLang="ko-KR" sz="1000" b="1">
                <a:solidFill>
                  <a:schemeClr val="tx1"/>
                </a:solidFill>
              </a:rPr>
              <a:t>Main Thread</a:t>
            </a:r>
            <a:endParaRPr kumimoji="1" lang="ko-KR" altLang="en-US" sz="1000" b="1">
              <a:solidFill>
                <a:schemeClr val="tx1"/>
              </a:solidFill>
            </a:endParaRPr>
          </a:p>
        </p:txBody>
      </p:sp>
      <p:sp>
        <p:nvSpPr>
          <p:cNvPr id="5" name="모서리가 둥근 직사각형 4">
            <a:extLst>
              <a:ext uri="{FF2B5EF4-FFF2-40B4-BE49-F238E27FC236}">
                <a16:creationId xmlns:a16="http://schemas.microsoft.com/office/drawing/2014/main" id="{F5A88298-A9D4-66DB-15F3-1C9881848DB7}"/>
              </a:ext>
            </a:extLst>
          </p:cNvPr>
          <p:cNvSpPr/>
          <p:nvPr/>
        </p:nvSpPr>
        <p:spPr>
          <a:xfrm>
            <a:off x="605113" y="538313"/>
            <a:ext cx="7089819" cy="756890"/>
          </a:xfrm>
          <a:prstGeom prst="roundRect">
            <a:avLst>
              <a:gd name="adj" fmla="val 7226"/>
            </a:avLst>
          </a:prstGeom>
          <a:noFill/>
          <a:ln w="12700"/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t"/>
          <a:lstStyle/>
          <a:p>
            <a:pPr algn="ctr"/>
            <a:r>
              <a:rPr kumimoji="1" lang="en-US" altLang="ko-KR" sz="900" b="1">
                <a:solidFill>
                  <a:schemeClr val="tx1"/>
                </a:solidFill>
              </a:rPr>
              <a:t>runOnAllThreads(cb, all_threads_complete_cb)</a:t>
            </a:r>
            <a:endParaRPr kumimoji="1" lang="ko-KR" altLang="en-US" sz="900" b="1">
              <a:solidFill>
                <a:schemeClr val="tx1"/>
              </a:solidFill>
            </a:endParaRPr>
          </a:p>
        </p:txBody>
      </p:sp>
      <p:sp>
        <p:nvSpPr>
          <p:cNvPr id="6" name="모서리가 둥근 직사각형 5">
            <a:extLst>
              <a:ext uri="{FF2B5EF4-FFF2-40B4-BE49-F238E27FC236}">
                <a16:creationId xmlns:a16="http://schemas.microsoft.com/office/drawing/2014/main" id="{C17FCBC0-1FE5-2DA8-627F-966EF97562D4}"/>
              </a:ext>
            </a:extLst>
          </p:cNvPr>
          <p:cNvSpPr/>
          <p:nvPr/>
        </p:nvSpPr>
        <p:spPr>
          <a:xfrm>
            <a:off x="677123" y="852344"/>
            <a:ext cx="858242" cy="366762"/>
          </a:xfrm>
          <a:prstGeom prst="roundRect">
            <a:avLst>
              <a:gd name="adj" fmla="val 12419"/>
            </a:avLst>
          </a:prstGeom>
          <a:noFill/>
          <a:ln w="12700"/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kumimoji="1" lang="en-US" altLang="ko-KR" sz="900">
                <a:solidFill>
                  <a:schemeClr val="tx1"/>
                </a:solidFill>
              </a:rPr>
              <a:t>Run</a:t>
            </a:r>
            <a:r>
              <a:rPr kumimoji="1" lang="en-US" altLang="ko-KR" sz="900" b="1">
                <a:solidFill>
                  <a:schemeClr val="tx1"/>
                </a:solidFill>
              </a:rPr>
              <a:t> cb()</a:t>
            </a:r>
            <a:endParaRPr kumimoji="1" lang="ko-KR" altLang="en-US" sz="900" b="1">
              <a:solidFill>
                <a:schemeClr val="tx1"/>
              </a:solidFill>
            </a:endParaRPr>
          </a:p>
        </p:txBody>
      </p:sp>
      <p:sp>
        <p:nvSpPr>
          <p:cNvPr id="7" name="모서리가 둥근 직사각형 6">
            <a:extLst>
              <a:ext uri="{FF2B5EF4-FFF2-40B4-BE49-F238E27FC236}">
                <a16:creationId xmlns:a16="http://schemas.microsoft.com/office/drawing/2014/main" id="{D63E8DEA-9129-6C8A-82C7-00178C17D453}"/>
              </a:ext>
            </a:extLst>
          </p:cNvPr>
          <p:cNvSpPr/>
          <p:nvPr/>
        </p:nvSpPr>
        <p:spPr>
          <a:xfrm>
            <a:off x="1835036" y="852344"/>
            <a:ext cx="2443164" cy="366762"/>
          </a:xfrm>
          <a:prstGeom prst="roundRect">
            <a:avLst>
              <a:gd name="adj" fmla="val 12419"/>
            </a:avLst>
          </a:prstGeom>
          <a:noFill/>
          <a:ln w="12700"/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kumimoji="1" lang="en-US" altLang="ko-KR" sz="900">
                <a:solidFill>
                  <a:schemeClr val="tx1"/>
                </a:solidFill>
              </a:rPr>
              <a:t>Save </a:t>
            </a:r>
            <a:r>
              <a:rPr kumimoji="1" lang="en-US" altLang="ko-KR" sz="900" b="1">
                <a:solidFill>
                  <a:schemeClr val="tx1"/>
                </a:solidFill>
              </a:rPr>
              <a:t>cb</a:t>
            </a:r>
            <a:r>
              <a:rPr kumimoji="1" lang="en-US" altLang="ko-KR" sz="900">
                <a:solidFill>
                  <a:schemeClr val="tx1"/>
                </a:solidFill>
              </a:rPr>
              <a:t> to </a:t>
            </a:r>
            <a:r>
              <a:rPr kumimoji="1" lang="en-US" altLang="ko-KR" sz="900" b="1">
                <a:solidFill>
                  <a:schemeClr val="tx1"/>
                </a:solidFill>
              </a:rPr>
              <a:t>cb_guard (shared_ptr)</a:t>
            </a:r>
            <a:r>
              <a:rPr kumimoji="1" lang="en-US" altLang="ko-KR" sz="900">
                <a:solidFill>
                  <a:schemeClr val="tx1"/>
                </a:solidFill>
              </a:rPr>
              <a:t> with </a:t>
            </a:r>
            <a:r>
              <a:rPr kumimoji="1" lang="en-US" altLang="ko-KR" sz="900" b="1">
                <a:solidFill>
                  <a:schemeClr val="tx1"/>
                </a:solidFill>
              </a:rPr>
              <a:t>all_threads_complete_cb Deleter</a:t>
            </a:r>
            <a:endParaRPr kumimoji="1" lang="ko-KR" altLang="en-US" sz="900">
              <a:solidFill>
                <a:schemeClr val="tx1"/>
              </a:solidFill>
            </a:endParaRPr>
          </a:p>
        </p:txBody>
      </p:sp>
      <p:sp>
        <p:nvSpPr>
          <p:cNvPr id="10" name="모서리가 둥근 직사각형 9">
            <a:extLst>
              <a:ext uri="{FF2B5EF4-FFF2-40B4-BE49-F238E27FC236}">
                <a16:creationId xmlns:a16="http://schemas.microsoft.com/office/drawing/2014/main" id="{49272936-15B9-0EF2-D495-5149DDCF88DA}"/>
              </a:ext>
            </a:extLst>
          </p:cNvPr>
          <p:cNvSpPr/>
          <p:nvPr/>
        </p:nvSpPr>
        <p:spPr>
          <a:xfrm>
            <a:off x="677123" y="1481945"/>
            <a:ext cx="858242" cy="360040"/>
          </a:xfrm>
          <a:prstGeom prst="roundRect">
            <a:avLst>
              <a:gd name="adj" fmla="val 14972"/>
            </a:avLst>
          </a:prstGeom>
          <a:solidFill>
            <a:schemeClr val="bg1">
              <a:lumMod val="95000"/>
            </a:schemeClr>
          </a:solidFill>
          <a:ln w="12700"/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kumimoji="1" lang="en-US" altLang="ko-KR" sz="900" b="1">
                <a:solidFill>
                  <a:schemeClr val="tx1"/>
                </a:solidFill>
              </a:rPr>
              <a:t>TLS </a:t>
            </a:r>
          </a:p>
        </p:txBody>
      </p:sp>
      <p:cxnSp>
        <p:nvCxnSpPr>
          <p:cNvPr id="11" name="직선 화살표 연결선 10">
            <a:extLst>
              <a:ext uri="{FF2B5EF4-FFF2-40B4-BE49-F238E27FC236}">
                <a16:creationId xmlns:a16="http://schemas.microsoft.com/office/drawing/2014/main" id="{9B62BFFB-3D16-2695-E764-3AC665163FC3}"/>
              </a:ext>
            </a:extLst>
          </p:cNvPr>
          <p:cNvCxnSpPr>
            <a:cxnSpLocks/>
            <a:stCxn id="6" idx="2"/>
            <a:endCxn id="10" idx="0"/>
          </p:cNvCxnSpPr>
          <p:nvPr/>
        </p:nvCxnSpPr>
        <p:spPr>
          <a:xfrm>
            <a:off x="1106244" y="1219106"/>
            <a:ext cx="0" cy="262839"/>
          </a:xfrm>
          <a:prstGeom prst="straightConnector1">
            <a:avLst/>
          </a:prstGeom>
          <a:ln w="12700">
            <a:solidFill>
              <a:schemeClr val="tx1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15" name="직선 화살표 연결선 14">
            <a:extLst>
              <a:ext uri="{FF2B5EF4-FFF2-40B4-BE49-F238E27FC236}">
                <a16:creationId xmlns:a16="http://schemas.microsoft.com/office/drawing/2014/main" id="{D9DDB89B-A2FA-F3DA-0372-5E1FCA8A524A}"/>
              </a:ext>
            </a:extLst>
          </p:cNvPr>
          <p:cNvCxnSpPr>
            <a:cxnSpLocks/>
            <a:stCxn id="6" idx="3"/>
            <a:endCxn id="7" idx="1"/>
          </p:cNvCxnSpPr>
          <p:nvPr/>
        </p:nvCxnSpPr>
        <p:spPr>
          <a:xfrm>
            <a:off x="1535365" y="1035725"/>
            <a:ext cx="299671" cy="0"/>
          </a:xfrm>
          <a:prstGeom prst="straightConnector1">
            <a:avLst/>
          </a:prstGeom>
          <a:ln w="12700">
            <a:solidFill>
              <a:schemeClr val="tx1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22" name="모서리가 둥근 직사각형 21">
            <a:extLst>
              <a:ext uri="{FF2B5EF4-FFF2-40B4-BE49-F238E27FC236}">
                <a16:creationId xmlns:a16="http://schemas.microsoft.com/office/drawing/2014/main" id="{C94133CF-46B4-E323-B271-70BDDC37B22B}"/>
              </a:ext>
            </a:extLst>
          </p:cNvPr>
          <p:cNvSpPr/>
          <p:nvPr/>
        </p:nvSpPr>
        <p:spPr>
          <a:xfrm>
            <a:off x="4577871" y="852344"/>
            <a:ext cx="3046988" cy="366762"/>
          </a:xfrm>
          <a:prstGeom prst="roundRect">
            <a:avLst>
              <a:gd name="adj" fmla="val 12419"/>
            </a:avLst>
          </a:prstGeom>
          <a:noFill/>
          <a:ln w="12700"/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kumimoji="1" lang="en-US" altLang="ko-KR" sz="900">
                <a:solidFill>
                  <a:schemeClr val="tx1"/>
                </a:solidFill>
              </a:rPr>
              <a:t>Post </a:t>
            </a:r>
            <a:r>
              <a:rPr kumimoji="1" lang="en-US" altLang="ko-KR" sz="900" b="1">
                <a:solidFill>
                  <a:schemeClr val="tx1"/>
                </a:solidFill>
              </a:rPr>
              <a:t>lambda</a:t>
            </a:r>
            <a:r>
              <a:rPr kumimoji="1" lang="en-US" altLang="ko-KR" sz="900">
                <a:solidFill>
                  <a:schemeClr val="tx1"/>
                </a:solidFill>
              </a:rPr>
              <a:t> capturing </a:t>
            </a:r>
            <a:r>
              <a:rPr kumimoji="1" lang="en-US" altLang="ko-KR" sz="900" b="1">
                <a:solidFill>
                  <a:schemeClr val="tx1"/>
                </a:solidFill>
              </a:rPr>
              <a:t>cb_guard</a:t>
            </a:r>
            <a:r>
              <a:rPr kumimoji="1" lang="en-US" altLang="ko-KR" sz="900">
                <a:solidFill>
                  <a:schemeClr val="tx1"/>
                </a:solidFill>
              </a:rPr>
              <a:t> </a:t>
            </a:r>
            <a:br>
              <a:rPr kumimoji="1" lang="en-US" altLang="ko-KR" sz="900">
                <a:solidFill>
                  <a:schemeClr val="tx1"/>
                </a:solidFill>
              </a:rPr>
            </a:br>
            <a:r>
              <a:rPr kumimoji="1" lang="en-US" altLang="ko-KR" sz="900">
                <a:solidFill>
                  <a:schemeClr val="tx1"/>
                </a:solidFill>
              </a:rPr>
              <a:t>to all workers (</a:t>
            </a:r>
            <a:r>
              <a:rPr kumimoji="1" lang="en-US" altLang="ko-KR" sz="900" b="1">
                <a:solidFill>
                  <a:schemeClr val="tx1"/>
                </a:solidFill>
              </a:rPr>
              <a:t>cb_guard’s</a:t>
            </a:r>
            <a:r>
              <a:rPr kumimoji="1" lang="en-US" altLang="ko-KR" sz="900">
                <a:solidFill>
                  <a:schemeClr val="tx1"/>
                </a:solidFill>
              </a:rPr>
              <a:t> ref count increased 1 </a:t>
            </a:r>
            <a:r>
              <a:rPr kumimoji="1" lang="en-US" altLang="ko-KR" sz="900">
                <a:solidFill>
                  <a:schemeClr val="tx1"/>
                </a:solidFill>
                <a:sym typeface="Wingdings" pitchFamily="2" charset="2"/>
              </a:rPr>
              <a:t> 4)</a:t>
            </a:r>
            <a:endParaRPr kumimoji="1" lang="ko-KR" altLang="en-US" sz="900" b="1">
              <a:solidFill>
                <a:schemeClr val="tx1"/>
              </a:solidFill>
            </a:endParaRPr>
          </a:p>
        </p:txBody>
      </p:sp>
      <p:cxnSp>
        <p:nvCxnSpPr>
          <p:cNvPr id="24" name="직선 화살표 연결선 23">
            <a:extLst>
              <a:ext uri="{FF2B5EF4-FFF2-40B4-BE49-F238E27FC236}">
                <a16:creationId xmlns:a16="http://schemas.microsoft.com/office/drawing/2014/main" id="{C35A5C81-14A9-2887-EBFA-EB75A78C29EF}"/>
              </a:ext>
            </a:extLst>
          </p:cNvPr>
          <p:cNvCxnSpPr>
            <a:cxnSpLocks/>
            <a:stCxn id="7" idx="3"/>
            <a:endCxn id="22" idx="1"/>
          </p:cNvCxnSpPr>
          <p:nvPr/>
        </p:nvCxnSpPr>
        <p:spPr>
          <a:xfrm>
            <a:off x="4278200" y="1035725"/>
            <a:ext cx="299671" cy="0"/>
          </a:xfrm>
          <a:prstGeom prst="straightConnector1">
            <a:avLst/>
          </a:prstGeom>
          <a:ln w="12700">
            <a:solidFill>
              <a:schemeClr val="tx1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27" name="직선 화살표 연결선 26">
            <a:extLst>
              <a:ext uri="{FF2B5EF4-FFF2-40B4-BE49-F238E27FC236}">
                <a16:creationId xmlns:a16="http://schemas.microsoft.com/office/drawing/2014/main" id="{1C292382-EECB-BF94-2A9F-A2967B1BDE6C}"/>
              </a:ext>
            </a:extLst>
          </p:cNvPr>
          <p:cNvCxnSpPr>
            <a:cxnSpLocks/>
            <a:stCxn id="22" idx="2"/>
            <a:endCxn id="9" idx="0"/>
          </p:cNvCxnSpPr>
          <p:nvPr/>
        </p:nvCxnSpPr>
        <p:spPr>
          <a:xfrm flipH="1">
            <a:off x="1167914" y="1219106"/>
            <a:ext cx="4933451" cy="1022986"/>
          </a:xfrm>
          <a:prstGeom prst="straightConnector1">
            <a:avLst/>
          </a:prstGeom>
          <a:ln w="12700">
            <a:solidFill>
              <a:schemeClr val="tx1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67" name="모서리가 둥근 직사각형 66">
            <a:extLst>
              <a:ext uri="{FF2B5EF4-FFF2-40B4-BE49-F238E27FC236}">
                <a16:creationId xmlns:a16="http://schemas.microsoft.com/office/drawing/2014/main" id="{B0C50D4A-A45E-9023-DF17-9A205727093D}"/>
              </a:ext>
            </a:extLst>
          </p:cNvPr>
          <p:cNvSpPr/>
          <p:nvPr/>
        </p:nvSpPr>
        <p:spPr>
          <a:xfrm>
            <a:off x="7425409" y="1481945"/>
            <a:ext cx="858242" cy="360040"/>
          </a:xfrm>
          <a:prstGeom prst="roundRect">
            <a:avLst>
              <a:gd name="adj" fmla="val 14972"/>
            </a:avLst>
          </a:prstGeom>
          <a:solidFill>
            <a:schemeClr val="bg1">
              <a:lumMod val="95000"/>
            </a:schemeClr>
          </a:solidFill>
          <a:ln w="12700"/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kumimoji="1" lang="en-US" altLang="ko-KR" sz="900" b="1">
                <a:solidFill>
                  <a:schemeClr val="tx1"/>
                </a:solidFill>
              </a:rPr>
              <a:t>Dispatcher </a:t>
            </a:r>
          </a:p>
        </p:txBody>
      </p:sp>
      <p:sp>
        <p:nvSpPr>
          <p:cNvPr id="9" name="모서리가 둥근 직사각형 8">
            <a:extLst>
              <a:ext uri="{FF2B5EF4-FFF2-40B4-BE49-F238E27FC236}">
                <a16:creationId xmlns:a16="http://schemas.microsoft.com/office/drawing/2014/main" id="{4132762B-3D06-C46A-E79D-5F636C4A0899}"/>
              </a:ext>
            </a:extLst>
          </p:cNvPr>
          <p:cNvSpPr/>
          <p:nvPr/>
        </p:nvSpPr>
        <p:spPr>
          <a:xfrm>
            <a:off x="738793" y="2242092"/>
            <a:ext cx="858242" cy="360040"/>
          </a:xfrm>
          <a:prstGeom prst="roundRect">
            <a:avLst>
              <a:gd name="adj" fmla="val 14972"/>
            </a:avLst>
          </a:prstGeom>
          <a:solidFill>
            <a:schemeClr val="bg1">
              <a:lumMod val="95000"/>
            </a:schemeClr>
          </a:solidFill>
          <a:ln w="12700"/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kumimoji="1" lang="en-US" altLang="ko-KR" sz="900" b="1">
                <a:solidFill>
                  <a:schemeClr val="tx1"/>
                </a:solidFill>
              </a:rPr>
              <a:t>Dispatcher </a:t>
            </a:r>
          </a:p>
        </p:txBody>
      </p:sp>
      <p:sp>
        <p:nvSpPr>
          <p:cNvPr id="23" name="모서리가 둥근 직사각형 22">
            <a:extLst>
              <a:ext uri="{FF2B5EF4-FFF2-40B4-BE49-F238E27FC236}">
                <a16:creationId xmlns:a16="http://schemas.microsoft.com/office/drawing/2014/main" id="{E6FD7AFC-33C6-90BB-5FB7-30804DE57868}"/>
              </a:ext>
            </a:extLst>
          </p:cNvPr>
          <p:cNvSpPr/>
          <p:nvPr/>
        </p:nvSpPr>
        <p:spPr>
          <a:xfrm>
            <a:off x="642088" y="2125370"/>
            <a:ext cx="2493804" cy="1876811"/>
          </a:xfrm>
          <a:prstGeom prst="roundRect">
            <a:avLst>
              <a:gd name="adj" fmla="val 3703"/>
            </a:avLst>
          </a:prstGeom>
          <a:noFill/>
          <a:ln w="12700"/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b"/>
          <a:lstStyle/>
          <a:p>
            <a:r>
              <a:rPr kumimoji="1" lang="en-US" altLang="ko-KR" sz="1000" b="1">
                <a:solidFill>
                  <a:schemeClr val="tx1"/>
                </a:solidFill>
              </a:rPr>
              <a:t>Worker Thread A</a:t>
            </a:r>
            <a:endParaRPr kumimoji="1" lang="ko-KR" altLang="en-US" sz="1000" b="1">
              <a:solidFill>
                <a:schemeClr val="tx1"/>
              </a:solidFill>
            </a:endParaRPr>
          </a:p>
        </p:txBody>
      </p:sp>
      <p:sp>
        <p:nvSpPr>
          <p:cNvPr id="32" name="모서리가 둥근 직사각형 31">
            <a:extLst>
              <a:ext uri="{FF2B5EF4-FFF2-40B4-BE49-F238E27FC236}">
                <a16:creationId xmlns:a16="http://schemas.microsoft.com/office/drawing/2014/main" id="{A39DE4AE-FAB5-8146-9F98-B953E9E37D4D}"/>
              </a:ext>
            </a:extLst>
          </p:cNvPr>
          <p:cNvSpPr/>
          <p:nvPr/>
        </p:nvSpPr>
        <p:spPr>
          <a:xfrm>
            <a:off x="742706" y="2756588"/>
            <a:ext cx="2297442" cy="366762"/>
          </a:xfrm>
          <a:prstGeom prst="roundRect">
            <a:avLst>
              <a:gd name="adj" fmla="val 12419"/>
            </a:avLst>
          </a:prstGeom>
          <a:noFill/>
          <a:ln w="12700"/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kumimoji="1" lang="en-US" altLang="ko-KR" sz="900" b="1">
                <a:solidFill>
                  <a:schemeClr val="tx1"/>
                </a:solidFill>
              </a:rPr>
              <a:t>Lambda</a:t>
            </a:r>
            <a:r>
              <a:rPr kumimoji="1" lang="en-US" altLang="ko-KR" sz="900">
                <a:solidFill>
                  <a:schemeClr val="tx1"/>
                </a:solidFill>
              </a:rPr>
              <a:t> runs </a:t>
            </a:r>
            <a:r>
              <a:rPr kumimoji="1" lang="en-US" altLang="ko-KR" sz="900" b="1">
                <a:solidFill>
                  <a:schemeClr val="tx1"/>
                </a:solidFill>
              </a:rPr>
              <a:t>cb</a:t>
            </a:r>
            <a:r>
              <a:rPr kumimoji="1" lang="en-US" altLang="ko-KR" sz="900">
                <a:solidFill>
                  <a:schemeClr val="tx1"/>
                </a:solidFill>
              </a:rPr>
              <a:t> via </a:t>
            </a:r>
            <a:r>
              <a:rPr kumimoji="1" lang="en-US" altLang="ko-KR" sz="900" b="1">
                <a:solidFill>
                  <a:schemeClr val="tx1"/>
                </a:solidFill>
              </a:rPr>
              <a:t>cb_guard</a:t>
            </a:r>
            <a:endParaRPr kumimoji="1" lang="ko-KR" altLang="en-US" sz="900">
              <a:solidFill>
                <a:schemeClr val="tx1"/>
              </a:solidFill>
            </a:endParaRPr>
          </a:p>
        </p:txBody>
      </p:sp>
      <p:sp>
        <p:nvSpPr>
          <p:cNvPr id="35" name="모서리가 둥근 직사각형 34">
            <a:extLst>
              <a:ext uri="{FF2B5EF4-FFF2-40B4-BE49-F238E27FC236}">
                <a16:creationId xmlns:a16="http://schemas.microsoft.com/office/drawing/2014/main" id="{DCEC704B-9FC6-88B3-B7D7-7E8C866A93A9}"/>
              </a:ext>
            </a:extLst>
          </p:cNvPr>
          <p:cNvSpPr/>
          <p:nvPr/>
        </p:nvSpPr>
        <p:spPr>
          <a:xfrm>
            <a:off x="742704" y="3271655"/>
            <a:ext cx="2297444" cy="366762"/>
          </a:xfrm>
          <a:prstGeom prst="roundRect">
            <a:avLst>
              <a:gd name="adj" fmla="val 12419"/>
            </a:avLst>
          </a:prstGeom>
          <a:noFill/>
          <a:ln w="12700"/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kumimoji="1" lang="en-US" altLang="ko-KR" sz="900" b="1">
                <a:solidFill>
                  <a:schemeClr val="tx1"/>
                </a:solidFill>
              </a:rPr>
              <a:t>Lambda</a:t>
            </a:r>
            <a:r>
              <a:rPr kumimoji="1" lang="en-US" altLang="ko-KR" sz="900">
                <a:solidFill>
                  <a:schemeClr val="tx1"/>
                </a:solidFill>
              </a:rPr>
              <a:t> destroyed</a:t>
            </a:r>
          </a:p>
          <a:p>
            <a:pPr algn="ctr"/>
            <a:r>
              <a:rPr kumimoji="1" lang="en-US" altLang="ko-KR" sz="900">
                <a:solidFill>
                  <a:schemeClr val="tx1"/>
                </a:solidFill>
              </a:rPr>
              <a:t>(</a:t>
            </a:r>
            <a:r>
              <a:rPr kumimoji="1" lang="en-US" altLang="ko-KR" sz="900" b="1">
                <a:solidFill>
                  <a:schemeClr val="tx1"/>
                </a:solidFill>
              </a:rPr>
              <a:t>cb_guard’s</a:t>
            </a:r>
            <a:r>
              <a:rPr kumimoji="1" lang="en-US" altLang="ko-KR" sz="900">
                <a:solidFill>
                  <a:schemeClr val="tx1"/>
                </a:solidFill>
              </a:rPr>
              <a:t> ref count decreased 3 </a:t>
            </a:r>
            <a:r>
              <a:rPr kumimoji="1" lang="en-US" altLang="ko-KR" sz="900">
                <a:solidFill>
                  <a:schemeClr val="tx1"/>
                </a:solidFill>
                <a:sym typeface="Wingdings" pitchFamily="2" charset="2"/>
              </a:rPr>
              <a:t> 2)</a:t>
            </a:r>
            <a:endParaRPr kumimoji="1" lang="ko-KR" altLang="en-US" sz="900">
              <a:solidFill>
                <a:schemeClr val="tx1"/>
              </a:solidFill>
            </a:endParaRPr>
          </a:p>
        </p:txBody>
      </p:sp>
      <p:sp>
        <p:nvSpPr>
          <p:cNvPr id="40" name="모서리가 둥근 직사각형 39">
            <a:extLst>
              <a:ext uri="{FF2B5EF4-FFF2-40B4-BE49-F238E27FC236}">
                <a16:creationId xmlns:a16="http://schemas.microsoft.com/office/drawing/2014/main" id="{427365AF-7590-E357-ED20-234B94F92EEE}"/>
              </a:ext>
            </a:extLst>
          </p:cNvPr>
          <p:cNvSpPr/>
          <p:nvPr/>
        </p:nvSpPr>
        <p:spPr>
          <a:xfrm>
            <a:off x="2181495" y="2242092"/>
            <a:ext cx="858242" cy="366762"/>
          </a:xfrm>
          <a:prstGeom prst="roundRect">
            <a:avLst>
              <a:gd name="adj" fmla="val 14972"/>
            </a:avLst>
          </a:prstGeom>
          <a:solidFill>
            <a:schemeClr val="bg1">
              <a:lumMod val="95000"/>
            </a:schemeClr>
          </a:solidFill>
          <a:ln w="12700"/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kumimoji="1" lang="en-US" altLang="ko-KR" sz="900" b="1">
                <a:solidFill>
                  <a:schemeClr val="tx1"/>
                </a:solidFill>
              </a:rPr>
              <a:t>TLS </a:t>
            </a:r>
          </a:p>
        </p:txBody>
      </p:sp>
      <p:cxnSp>
        <p:nvCxnSpPr>
          <p:cNvPr id="41" name="직선 화살표 연결선 40">
            <a:extLst>
              <a:ext uri="{FF2B5EF4-FFF2-40B4-BE49-F238E27FC236}">
                <a16:creationId xmlns:a16="http://schemas.microsoft.com/office/drawing/2014/main" id="{1A443ABC-82E5-E609-8F39-948C719F1F16}"/>
              </a:ext>
            </a:extLst>
          </p:cNvPr>
          <p:cNvCxnSpPr>
            <a:cxnSpLocks/>
            <a:stCxn id="9" idx="2"/>
            <a:endCxn id="32" idx="0"/>
          </p:cNvCxnSpPr>
          <p:nvPr/>
        </p:nvCxnSpPr>
        <p:spPr>
          <a:xfrm>
            <a:off x="1167914" y="2602132"/>
            <a:ext cx="723513" cy="154456"/>
          </a:xfrm>
          <a:prstGeom prst="straightConnector1">
            <a:avLst/>
          </a:prstGeom>
          <a:ln w="12700">
            <a:solidFill>
              <a:schemeClr val="tx1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46" name="직선 화살표 연결선 45">
            <a:extLst>
              <a:ext uri="{FF2B5EF4-FFF2-40B4-BE49-F238E27FC236}">
                <a16:creationId xmlns:a16="http://schemas.microsoft.com/office/drawing/2014/main" id="{E0B0A82E-A536-B577-E006-77AE511EE618}"/>
              </a:ext>
            </a:extLst>
          </p:cNvPr>
          <p:cNvCxnSpPr>
            <a:cxnSpLocks/>
            <a:stCxn id="32" idx="0"/>
            <a:endCxn id="40" idx="2"/>
          </p:cNvCxnSpPr>
          <p:nvPr/>
        </p:nvCxnSpPr>
        <p:spPr>
          <a:xfrm flipV="1">
            <a:off x="1891427" y="2608854"/>
            <a:ext cx="719189" cy="147734"/>
          </a:xfrm>
          <a:prstGeom prst="straightConnector1">
            <a:avLst/>
          </a:prstGeom>
          <a:ln w="12700">
            <a:solidFill>
              <a:schemeClr val="tx1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49" name="직선 화살표 연결선 48">
            <a:extLst>
              <a:ext uri="{FF2B5EF4-FFF2-40B4-BE49-F238E27FC236}">
                <a16:creationId xmlns:a16="http://schemas.microsoft.com/office/drawing/2014/main" id="{DFE686DF-EFD0-4A8A-BF11-C7EB38380EF6}"/>
              </a:ext>
            </a:extLst>
          </p:cNvPr>
          <p:cNvCxnSpPr>
            <a:cxnSpLocks/>
            <a:stCxn id="32" idx="2"/>
            <a:endCxn id="35" idx="0"/>
          </p:cNvCxnSpPr>
          <p:nvPr/>
        </p:nvCxnSpPr>
        <p:spPr>
          <a:xfrm flipH="1">
            <a:off x="1891426" y="3123350"/>
            <a:ext cx="1" cy="148305"/>
          </a:xfrm>
          <a:prstGeom prst="straightConnector1">
            <a:avLst/>
          </a:prstGeom>
          <a:ln w="12700">
            <a:solidFill>
              <a:schemeClr val="tx1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124" name="직선 화살표 연결선 123">
            <a:extLst>
              <a:ext uri="{FF2B5EF4-FFF2-40B4-BE49-F238E27FC236}">
                <a16:creationId xmlns:a16="http://schemas.microsoft.com/office/drawing/2014/main" id="{34298F3D-2EB6-70D2-A789-C31E5DE1473E}"/>
              </a:ext>
            </a:extLst>
          </p:cNvPr>
          <p:cNvCxnSpPr>
            <a:cxnSpLocks/>
            <a:stCxn id="22" idx="2"/>
            <a:endCxn id="305" idx="0"/>
          </p:cNvCxnSpPr>
          <p:nvPr/>
        </p:nvCxnSpPr>
        <p:spPr>
          <a:xfrm flipH="1">
            <a:off x="3720902" y="1219106"/>
            <a:ext cx="2380463" cy="1022986"/>
          </a:xfrm>
          <a:prstGeom prst="straightConnector1">
            <a:avLst/>
          </a:prstGeom>
          <a:ln w="12700">
            <a:solidFill>
              <a:schemeClr val="tx1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128" name="직선 화살표 연결선 127">
            <a:extLst>
              <a:ext uri="{FF2B5EF4-FFF2-40B4-BE49-F238E27FC236}">
                <a16:creationId xmlns:a16="http://schemas.microsoft.com/office/drawing/2014/main" id="{F669AD6F-06C1-A600-421B-96817B447B8B}"/>
              </a:ext>
            </a:extLst>
          </p:cNvPr>
          <p:cNvCxnSpPr>
            <a:cxnSpLocks/>
            <a:stCxn id="22" idx="2"/>
            <a:endCxn id="297" idx="0"/>
          </p:cNvCxnSpPr>
          <p:nvPr/>
        </p:nvCxnSpPr>
        <p:spPr>
          <a:xfrm>
            <a:off x="6101365" y="1219106"/>
            <a:ext cx="174915" cy="1022986"/>
          </a:xfrm>
          <a:prstGeom prst="straightConnector1">
            <a:avLst/>
          </a:prstGeom>
          <a:ln w="12700">
            <a:solidFill>
              <a:schemeClr val="tx1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194" name="모서리가 둥근 직사각형 193">
            <a:extLst>
              <a:ext uri="{FF2B5EF4-FFF2-40B4-BE49-F238E27FC236}">
                <a16:creationId xmlns:a16="http://schemas.microsoft.com/office/drawing/2014/main" id="{335CC4C3-2AA4-4419-A0AC-F8D07A3EBA41}"/>
              </a:ext>
            </a:extLst>
          </p:cNvPr>
          <p:cNvSpPr/>
          <p:nvPr/>
        </p:nvSpPr>
        <p:spPr>
          <a:xfrm>
            <a:off x="5850661" y="3786722"/>
            <a:ext cx="2297442" cy="366762"/>
          </a:xfrm>
          <a:prstGeom prst="roundRect">
            <a:avLst>
              <a:gd name="adj" fmla="val 12419"/>
            </a:avLst>
          </a:prstGeom>
          <a:noFill/>
          <a:ln w="12700"/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kumimoji="1" lang="en-US" altLang="ko-KR" sz="900">
                <a:solidFill>
                  <a:schemeClr val="tx1"/>
                </a:solidFill>
              </a:rPr>
              <a:t>post </a:t>
            </a:r>
            <a:r>
              <a:rPr kumimoji="1" lang="en-US" altLang="ko-KR" sz="900" b="1">
                <a:solidFill>
                  <a:schemeClr val="tx1"/>
                </a:solidFill>
              </a:rPr>
              <a:t>all_threads_complete_cb()</a:t>
            </a:r>
            <a:r>
              <a:rPr kumimoji="1" lang="en-US" altLang="ko-KR" sz="900">
                <a:solidFill>
                  <a:schemeClr val="tx1"/>
                </a:solidFill>
              </a:rPr>
              <a:t> to main thread</a:t>
            </a:r>
            <a:endParaRPr kumimoji="1" lang="ko-KR" altLang="en-US" sz="900" b="1">
              <a:solidFill>
                <a:schemeClr val="tx1"/>
              </a:solidFill>
            </a:endParaRPr>
          </a:p>
        </p:txBody>
      </p:sp>
      <p:sp>
        <p:nvSpPr>
          <p:cNvPr id="249" name="모서리가 둥근 직사각형 248">
            <a:extLst>
              <a:ext uri="{FF2B5EF4-FFF2-40B4-BE49-F238E27FC236}">
                <a16:creationId xmlns:a16="http://schemas.microsoft.com/office/drawing/2014/main" id="{0556A281-431A-CC31-4799-96DCC67A6E1B}"/>
              </a:ext>
            </a:extLst>
          </p:cNvPr>
          <p:cNvSpPr/>
          <p:nvPr/>
        </p:nvSpPr>
        <p:spPr>
          <a:xfrm>
            <a:off x="5569178" y="1478584"/>
            <a:ext cx="1627525" cy="366762"/>
          </a:xfrm>
          <a:prstGeom prst="roundRect">
            <a:avLst>
              <a:gd name="adj" fmla="val 12419"/>
            </a:avLst>
          </a:prstGeom>
          <a:noFill/>
          <a:ln w="12700"/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kumimoji="1" lang="en-US" altLang="ko-KR" sz="900">
                <a:solidFill>
                  <a:schemeClr val="tx1"/>
                </a:solidFill>
              </a:rPr>
              <a:t>Run</a:t>
            </a:r>
            <a:r>
              <a:rPr kumimoji="1" lang="en-US" altLang="ko-KR" sz="900" b="1">
                <a:solidFill>
                  <a:schemeClr val="tx1"/>
                </a:solidFill>
              </a:rPr>
              <a:t> all_threads_complete_cb</a:t>
            </a:r>
            <a:endParaRPr kumimoji="1" lang="ko-KR" altLang="en-US" sz="900" b="1">
              <a:solidFill>
                <a:schemeClr val="tx1"/>
              </a:solidFill>
            </a:endParaRPr>
          </a:p>
        </p:txBody>
      </p:sp>
      <p:cxnSp>
        <p:nvCxnSpPr>
          <p:cNvPr id="250" name="직선 화살표 연결선 249">
            <a:extLst>
              <a:ext uri="{FF2B5EF4-FFF2-40B4-BE49-F238E27FC236}">
                <a16:creationId xmlns:a16="http://schemas.microsoft.com/office/drawing/2014/main" id="{0DAACC3F-0C68-B4BC-4B38-80CC852155C1}"/>
              </a:ext>
            </a:extLst>
          </p:cNvPr>
          <p:cNvCxnSpPr>
            <a:cxnSpLocks/>
            <a:stCxn id="67" idx="1"/>
            <a:endCxn id="249" idx="3"/>
          </p:cNvCxnSpPr>
          <p:nvPr/>
        </p:nvCxnSpPr>
        <p:spPr>
          <a:xfrm flipH="1">
            <a:off x="7196703" y="1661965"/>
            <a:ext cx="228706" cy="0"/>
          </a:xfrm>
          <a:prstGeom prst="straightConnector1">
            <a:avLst/>
          </a:prstGeom>
          <a:ln w="12700">
            <a:solidFill>
              <a:schemeClr val="tx1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297" name="모서리가 둥근 직사각형 296">
            <a:extLst>
              <a:ext uri="{FF2B5EF4-FFF2-40B4-BE49-F238E27FC236}">
                <a16:creationId xmlns:a16="http://schemas.microsoft.com/office/drawing/2014/main" id="{DA8DD328-BD22-14A8-5213-86C3F3B3E297}"/>
              </a:ext>
            </a:extLst>
          </p:cNvPr>
          <p:cNvSpPr/>
          <p:nvPr/>
        </p:nvSpPr>
        <p:spPr>
          <a:xfrm>
            <a:off x="5847159" y="2242092"/>
            <a:ext cx="858242" cy="360040"/>
          </a:xfrm>
          <a:prstGeom prst="roundRect">
            <a:avLst>
              <a:gd name="adj" fmla="val 14972"/>
            </a:avLst>
          </a:prstGeom>
          <a:solidFill>
            <a:schemeClr val="bg1">
              <a:lumMod val="95000"/>
            </a:schemeClr>
          </a:solidFill>
          <a:ln w="12700"/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kumimoji="1" lang="en-US" altLang="ko-KR" sz="900" b="1">
                <a:solidFill>
                  <a:schemeClr val="tx1"/>
                </a:solidFill>
              </a:rPr>
              <a:t>Dispatcher </a:t>
            </a:r>
          </a:p>
        </p:txBody>
      </p:sp>
      <p:sp>
        <p:nvSpPr>
          <p:cNvPr id="298" name="모서리가 둥근 직사각형 297">
            <a:extLst>
              <a:ext uri="{FF2B5EF4-FFF2-40B4-BE49-F238E27FC236}">
                <a16:creationId xmlns:a16="http://schemas.microsoft.com/office/drawing/2014/main" id="{E625ED1F-4F26-2F49-0351-6CCB88691CB0}"/>
              </a:ext>
            </a:extLst>
          </p:cNvPr>
          <p:cNvSpPr/>
          <p:nvPr/>
        </p:nvSpPr>
        <p:spPr>
          <a:xfrm>
            <a:off x="5750454" y="2125370"/>
            <a:ext cx="2493804" cy="2390596"/>
          </a:xfrm>
          <a:prstGeom prst="roundRect">
            <a:avLst>
              <a:gd name="adj" fmla="val 3703"/>
            </a:avLst>
          </a:prstGeom>
          <a:noFill/>
          <a:ln w="12700"/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b"/>
          <a:lstStyle/>
          <a:p>
            <a:r>
              <a:rPr kumimoji="1" lang="en-US" altLang="ko-KR" sz="1000" b="1">
                <a:solidFill>
                  <a:schemeClr val="tx1"/>
                </a:solidFill>
              </a:rPr>
              <a:t>Worker Thread C</a:t>
            </a:r>
            <a:endParaRPr kumimoji="1" lang="ko-KR" altLang="en-US" sz="1000" b="1">
              <a:solidFill>
                <a:schemeClr val="tx1"/>
              </a:solidFill>
            </a:endParaRPr>
          </a:p>
        </p:txBody>
      </p:sp>
      <p:sp>
        <p:nvSpPr>
          <p:cNvPr id="299" name="모서리가 둥근 직사각형 298">
            <a:extLst>
              <a:ext uri="{FF2B5EF4-FFF2-40B4-BE49-F238E27FC236}">
                <a16:creationId xmlns:a16="http://schemas.microsoft.com/office/drawing/2014/main" id="{34D16D30-761A-ADE6-31A2-1D121A16EAD1}"/>
              </a:ext>
            </a:extLst>
          </p:cNvPr>
          <p:cNvSpPr/>
          <p:nvPr/>
        </p:nvSpPr>
        <p:spPr>
          <a:xfrm>
            <a:off x="5851072" y="2756588"/>
            <a:ext cx="2297442" cy="366762"/>
          </a:xfrm>
          <a:prstGeom prst="roundRect">
            <a:avLst>
              <a:gd name="adj" fmla="val 12419"/>
            </a:avLst>
          </a:prstGeom>
          <a:noFill/>
          <a:ln w="12700"/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kumimoji="1" lang="en-US" altLang="ko-KR" sz="900" b="1">
                <a:solidFill>
                  <a:schemeClr val="tx1"/>
                </a:solidFill>
              </a:rPr>
              <a:t>Lambda</a:t>
            </a:r>
            <a:r>
              <a:rPr kumimoji="1" lang="en-US" altLang="ko-KR" sz="900">
                <a:solidFill>
                  <a:schemeClr val="tx1"/>
                </a:solidFill>
              </a:rPr>
              <a:t> runs </a:t>
            </a:r>
            <a:r>
              <a:rPr kumimoji="1" lang="en-US" altLang="ko-KR" sz="900" b="1">
                <a:solidFill>
                  <a:schemeClr val="tx1"/>
                </a:solidFill>
              </a:rPr>
              <a:t>cb</a:t>
            </a:r>
            <a:r>
              <a:rPr kumimoji="1" lang="en-US" altLang="ko-KR" sz="900">
                <a:solidFill>
                  <a:schemeClr val="tx1"/>
                </a:solidFill>
              </a:rPr>
              <a:t> via </a:t>
            </a:r>
            <a:r>
              <a:rPr kumimoji="1" lang="en-US" altLang="ko-KR" sz="900" b="1">
                <a:solidFill>
                  <a:schemeClr val="tx1"/>
                </a:solidFill>
              </a:rPr>
              <a:t>cb_guard</a:t>
            </a:r>
            <a:endParaRPr kumimoji="1" lang="ko-KR" altLang="en-US" sz="900">
              <a:solidFill>
                <a:schemeClr val="tx1"/>
              </a:solidFill>
            </a:endParaRPr>
          </a:p>
        </p:txBody>
      </p:sp>
      <p:sp>
        <p:nvSpPr>
          <p:cNvPr id="300" name="모서리가 둥근 직사각형 299">
            <a:extLst>
              <a:ext uri="{FF2B5EF4-FFF2-40B4-BE49-F238E27FC236}">
                <a16:creationId xmlns:a16="http://schemas.microsoft.com/office/drawing/2014/main" id="{0FBB64D4-0403-CECA-A644-8C41FD68E73A}"/>
              </a:ext>
            </a:extLst>
          </p:cNvPr>
          <p:cNvSpPr/>
          <p:nvPr/>
        </p:nvSpPr>
        <p:spPr>
          <a:xfrm>
            <a:off x="5851070" y="3271655"/>
            <a:ext cx="2297444" cy="366762"/>
          </a:xfrm>
          <a:prstGeom prst="roundRect">
            <a:avLst>
              <a:gd name="adj" fmla="val 12419"/>
            </a:avLst>
          </a:prstGeom>
          <a:noFill/>
          <a:ln w="12700"/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kumimoji="1" lang="en-US" altLang="ko-KR" sz="900" b="1">
                <a:solidFill>
                  <a:schemeClr val="tx1"/>
                </a:solidFill>
              </a:rPr>
              <a:t>Lambda</a:t>
            </a:r>
            <a:r>
              <a:rPr kumimoji="1" lang="en-US" altLang="ko-KR" sz="900">
                <a:solidFill>
                  <a:schemeClr val="tx1"/>
                </a:solidFill>
              </a:rPr>
              <a:t> destroyed</a:t>
            </a:r>
          </a:p>
          <a:p>
            <a:pPr algn="ctr"/>
            <a:r>
              <a:rPr kumimoji="1" lang="en-US" altLang="ko-KR" sz="900">
                <a:solidFill>
                  <a:schemeClr val="tx1"/>
                </a:solidFill>
              </a:rPr>
              <a:t>(</a:t>
            </a:r>
            <a:r>
              <a:rPr kumimoji="1" lang="en-US" altLang="ko-KR" sz="900" b="1">
                <a:solidFill>
                  <a:schemeClr val="tx1"/>
                </a:solidFill>
              </a:rPr>
              <a:t>cb_guard’s</a:t>
            </a:r>
            <a:r>
              <a:rPr kumimoji="1" lang="en-US" altLang="ko-KR" sz="900">
                <a:solidFill>
                  <a:schemeClr val="tx1"/>
                </a:solidFill>
              </a:rPr>
              <a:t> ref count decreased 1 </a:t>
            </a:r>
            <a:r>
              <a:rPr kumimoji="1" lang="en-US" altLang="ko-KR" sz="900">
                <a:solidFill>
                  <a:schemeClr val="tx1"/>
                </a:solidFill>
                <a:sym typeface="Wingdings" pitchFamily="2" charset="2"/>
              </a:rPr>
              <a:t> 0)</a:t>
            </a:r>
            <a:endParaRPr kumimoji="1" lang="ko-KR" altLang="en-US" sz="900">
              <a:solidFill>
                <a:schemeClr val="tx1"/>
              </a:solidFill>
            </a:endParaRPr>
          </a:p>
        </p:txBody>
      </p:sp>
      <p:sp>
        <p:nvSpPr>
          <p:cNvPr id="301" name="모서리가 둥근 직사각형 300">
            <a:extLst>
              <a:ext uri="{FF2B5EF4-FFF2-40B4-BE49-F238E27FC236}">
                <a16:creationId xmlns:a16="http://schemas.microsoft.com/office/drawing/2014/main" id="{EA85142F-EBF5-1E30-5DF5-8E14B43A0541}"/>
              </a:ext>
            </a:extLst>
          </p:cNvPr>
          <p:cNvSpPr/>
          <p:nvPr/>
        </p:nvSpPr>
        <p:spPr>
          <a:xfrm>
            <a:off x="7289861" y="2242092"/>
            <a:ext cx="858242" cy="366762"/>
          </a:xfrm>
          <a:prstGeom prst="roundRect">
            <a:avLst>
              <a:gd name="adj" fmla="val 14972"/>
            </a:avLst>
          </a:prstGeom>
          <a:solidFill>
            <a:schemeClr val="bg1">
              <a:lumMod val="95000"/>
            </a:schemeClr>
          </a:solidFill>
          <a:ln w="12700"/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kumimoji="1" lang="en-US" altLang="ko-KR" sz="900" b="1">
                <a:solidFill>
                  <a:schemeClr val="tx1"/>
                </a:solidFill>
              </a:rPr>
              <a:t>TLS </a:t>
            </a:r>
          </a:p>
        </p:txBody>
      </p:sp>
      <p:cxnSp>
        <p:nvCxnSpPr>
          <p:cNvPr id="302" name="직선 화살표 연결선 301">
            <a:extLst>
              <a:ext uri="{FF2B5EF4-FFF2-40B4-BE49-F238E27FC236}">
                <a16:creationId xmlns:a16="http://schemas.microsoft.com/office/drawing/2014/main" id="{9114B463-FA9D-45B4-6499-E5820FBE007C}"/>
              </a:ext>
            </a:extLst>
          </p:cNvPr>
          <p:cNvCxnSpPr>
            <a:cxnSpLocks/>
            <a:stCxn id="297" idx="2"/>
            <a:endCxn id="299" idx="0"/>
          </p:cNvCxnSpPr>
          <p:nvPr/>
        </p:nvCxnSpPr>
        <p:spPr>
          <a:xfrm>
            <a:off x="6276280" y="2602132"/>
            <a:ext cx="723513" cy="154456"/>
          </a:xfrm>
          <a:prstGeom prst="straightConnector1">
            <a:avLst/>
          </a:prstGeom>
          <a:ln w="12700">
            <a:solidFill>
              <a:schemeClr val="tx1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303" name="직선 화살표 연결선 302">
            <a:extLst>
              <a:ext uri="{FF2B5EF4-FFF2-40B4-BE49-F238E27FC236}">
                <a16:creationId xmlns:a16="http://schemas.microsoft.com/office/drawing/2014/main" id="{C939FDC0-EA0F-504C-257F-0B7B55946017}"/>
              </a:ext>
            </a:extLst>
          </p:cNvPr>
          <p:cNvCxnSpPr>
            <a:cxnSpLocks/>
            <a:stCxn id="299" idx="0"/>
            <a:endCxn id="301" idx="2"/>
          </p:cNvCxnSpPr>
          <p:nvPr/>
        </p:nvCxnSpPr>
        <p:spPr>
          <a:xfrm flipV="1">
            <a:off x="6999793" y="2608854"/>
            <a:ext cx="719189" cy="147734"/>
          </a:xfrm>
          <a:prstGeom prst="straightConnector1">
            <a:avLst/>
          </a:prstGeom>
          <a:ln w="12700">
            <a:solidFill>
              <a:schemeClr val="tx1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304" name="직선 화살표 연결선 303">
            <a:extLst>
              <a:ext uri="{FF2B5EF4-FFF2-40B4-BE49-F238E27FC236}">
                <a16:creationId xmlns:a16="http://schemas.microsoft.com/office/drawing/2014/main" id="{FC9FCB79-3521-65C0-32DF-8AB3383583D3}"/>
              </a:ext>
            </a:extLst>
          </p:cNvPr>
          <p:cNvCxnSpPr>
            <a:cxnSpLocks/>
            <a:stCxn id="299" idx="2"/>
            <a:endCxn id="300" idx="0"/>
          </p:cNvCxnSpPr>
          <p:nvPr/>
        </p:nvCxnSpPr>
        <p:spPr>
          <a:xfrm flipH="1">
            <a:off x="6999792" y="3123350"/>
            <a:ext cx="1" cy="148305"/>
          </a:xfrm>
          <a:prstGeom prst="straightConnector1">
            <a:avLst/>
          </a:prstGeom>
          <a:ln w="12700">
            <a:solidFill>
              <a:schemeClr val="tx1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305" name="모서리가 둥근 직사각형 304">
            <a:extLst>
              <a:ext uri="{FF2B5EF4-FFF2-40B4-BE49-F238E27FC236}">
                <a16:creationId xmlns:a16="http://schemas.microsoft.com/office/drawing/2014/main" id="{B48F8186-8E2C-8C57-6C0A-8306775C2AA7}"/>
              </a:ext>
            </a:extLst>
          </p:cNvPr>
          <p:cNvSpPr/>
          <p:nvPr/>
        </p:nvSpPr>
        <p:spPr>
          <a:xfrm>
            <a:off x="3291781" y="2242092"/>
            <a:ext cx="858242" cy="360040"/>
          </a:xfrm>
          <a:prstGeom prst="roundRect">
            <a:avLst>
              <a:gd name="adj" fmla="val 14972"/>
            </a:avLst>
          </a:prstGeom>
          <a:solidFill>
            <a:schemeClr val="bg1">
              <a:lumMod val="95000"/>
            </a:schemeClr>
          </a:solidFill>
          <a:ln w="12700"/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kumimoji="1" lang="en-US" altLang="ko-KR" sz="900" b="1">
                <a:solidFill>
                  <a:schemeClr val="tx1"/>
                </a:solidFill>
              </a:rPr>
              <a:t>Dispatcher </a:t>
            </a:r>
          </a:p>
        </p:txBody>
      </p:sp>
      <p:sp>
        <p:nvSpPr>
          <p:cNvPr id="306" name="모서리가 둥근 직사각형 305">
            <a:extLst>
              <a:ext uri="{FF2B5EF4-FFF2-40B4-BE49-F238E27FC236}">
                <a16:creationId xmlns:a16="http://schemas.microsoft.com/office/drawing/2014/main" id="{9BD6A644-8CE8-F2C2-5643-F6ED2A9CFDCE}"/>
              </a:ext>
            </a:extLst>
          </p:cNvPr>
          <p:cNvSpPr/>
          <p:nvPr/>
        </p:nvSpPr>
        <p:spPr>
          <a:xfrm>
            <a:off x="3195076" y="2125370"/>
            <a:ext cx="2493804" cy="1876811"/>
          </a:xfrm>
          <a:prstGeom prst="roundRect">
            <a:avLst>
              <a:gd name="adj" fmla="val 3703"/>
            </a:avLst>
          </a:prstGeom>
          <a:noFill/>
          <a:ln w="12700"/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b"/>
          <a:lstStyle/>
          <a:p>
            <a:r>
              <a:rPr kumimoji="1" lang="en-US" altLang="ko-KR" sz="1000" b="1">
                <a:solidFill>
                  <a:schemeClr val="tx1"/>
                </a:solidFill>
              </a:rPr>
              <a:t>Worker Thread B</a:t>
            </a:r>
            <a:endParaRPr kumimoji="1" lang="ko-KR" altLang="en-US" sz="1000" b="1">
              <a:solidFill>
                <a:schemeClr val="tx1"/>
              </a:solidFill>
            </a:endParaRPr>
          </a:p>
        </p:txBody>
      </p:sp>
      <p:sp>
        <p:nvSpPr>
          <p:cNvPr id="307" name="모서리가 둥근 직사각형 306">
            <a:extLst>
              <a:ext uri="{FF2B5EF4-FFF2-40B4-BE49-F238E27FC236}">
                <a16:creationId xmlns:a16="http://schemas.microsoft.com/office/drawing/2014/main" id="{B3271C96-F426-69E9-B65D-CAA8334EB18D}"/>
              </a:ext>
            </a:extLst>
          </p:cNvPr>
          <p:cNvSpPr/>
          <p:nvPr/>
        </p:nvSpPr>
        <p:spPr>
          <a:xfrm>
            <a:off x="3295694" y="2756588"/>
            <a:ext cx="2297442" cy="366762"/>
          </a:xfrm>
          <a:prstGeom prst="roundRect">
            <a:avLst>
              <a:gd name="adj" fmla="val 12419"/>
            </a:avLst>
          </a:prstGeom>
          <a:noFill/>
          <a:ln w="12700"/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kumimoji="1" lang="en-US" altLang="ko-KR" sz="900" b="1">
                <a:solidFill>
                  <a:schemeClr val="tx1"/>
                </a:solidFill>
              </a:rPr>
              <a:t>Lambda</a:t>
            </a:r>
            <a:r>
              <a:rPr kumimoji="1" lang="en-US" altLang="ko-KR" sz="900">
                <a:solidFill>
                  <a:schemeClr val="tx1"/>
                </a:solidFill>
              </a:rPr>
              <a:t> runs </a:t>
            </a:r>
            <a:r>
              <a:rPr kumimoji="1" lang="en-US" altLang="ko-KR" sz="900" b="1">
                <a:solidFill>
                  <a:schemeClr val="tx1"/>
                </a:solidFill>
              </a:rPr>
              <a:t>cb</a:t>
            </a:r>
            <a:r>
              <a:rPr kumimoji="1" lang="en-US" altLang="ko-KR" sz="900">
                <a:solidFill>
                  <a:schemeClr val="tx1"/>
                </a:solidFill>
              </a:rPr>
              <a:t> via </a:t>
            </a:r>
            <a:r>
              <a:rPr kumimoji="1" lang="en-US" altLang="ko-KR" sz="900" b="1">
                <a:solidFill>
                  <a:schemeClr val="tx1"/>
                </a:solidFill>
              </a:rPr>
              <a:t>cb_guard</a:t>
            </a:r>
            <a:endParaRPr kumimoji="1" lang="ko-KR" altLang="en-US" sz="900">
              <a:solidFill>
                <a:schemeClr val="tx1"/>
              </a:solidFill>
            </a:endParaRPr>
          </a:p>
        </p:txBody>
      </p:sp>
      <p:sp>
        <p:nvSpPr>
          <p:cNvPr id="308" name="모서리가 둥근 직사각형 307">
            <a:extLst>
              <a:ext uri="{FF2B5EF4-FFF2-40B4-BE49-F238E27FC236}">
                <a16:creationId xmlns:a16="http://schemas.microsoft.com/office/drawing/2014/main" id="{AD46D0A6-EDFA-0EC6-5984-9943C17F9447}"/>
              </a:ext>
            </a:extLst>
          </p:cNvPr>
          <p:cNvSpPr/>
          <p:nvPr/>
        </p:nvSpPr>
        <p:spPr>
          <a:xfrm>
            <a:off x="3295692" y="3271655"/>
            <a:ext cx="2297444" cy="366762"/>
          </a:xfrm>
          <a:prstGeom prst="roundRect">
            <a:avLst>
              <a:gd name="adj" fmla="val 12419"/>
            </a:avLst>
          </a:prstGeom>
          <a:noFill/>
          <a:ln w="12700"/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kumimoji="1" lang="en-US" altLang="ko-KR" sz="900" b="1">
                <a:solidFill>
                  <a:schemeClr val="tx1"/>
                </a:solidFill>
              </a:rPr>
              <a:t>Lambda</a:t>
            </a:r>
            <a:r>
              <a:rPr kumimoji="1" lang="en-US" altLang="ko-KR" sz="900">
                <a:solidFill>
                  <a:schemeClr val="tx1"/>
                </a:solidFill>
              </a:rPr>
              <a:t> destroyed</a:t>
            </a:r>
          </a:p>
          <a:p>
            <a:pPr algn="ctr"/>
            <a:r>
              <a:rPr kumimoji="1" lang="en-US" altLang="ko-KR" sz="900">
                <a:solidFill>
                  <a:schemeClr val="tx1"/>
                </a:solidFill>
              </a:rPr>
              <a:t>(</a:t>
            </a:r>
            <a:r>
              <a:rPr kumimoji="1" lang="en-US" altLang="ko-KR" sz="900" b="1">
                <a:solidFill>
                  <a:schemeClr val="tx1"/>
                </a:solidFill>
              </a:rPr>
              <a:t>cb_guard’s</a:t>
            </a:r>
            <a:r>
              <a:rPr kumimoji="1" lang="en-US" altLang="ko-KR" sz="900">
                <a:solidFill>
                  <a:schemeClr val="tx1"/>
                </a:solidFill>
              </a:rPr>
              <a:t> ref count decreased 2 </a:t>
            </a:r>
            <a:r>
              <a:rPr kumimoji="1" lang="en-US" altLang="ko-KR" sz="900">
                <a:solidFill>
                  <a:schemeClr val="tx1"/>
                </a:solidFill>
                <a:sym typeface="Wingdings" pitchFamily="2" charset="2"/>
              </a:rPr>
              <a:t> 1)</a:t>
            </a:r>
            <a:endParaRPr kumimoji="1" lang="ko-KR" altLang="en-US" sz="900">
              <a:solidFill>
                <a:schemeClr val="tx1"/>
              </a:solidFill>
            </a:endParaRPr>
          </a:p>
        </p:txBody>
      </p:sp>
      <p:sp>
        <p:nvSpPr>
          <p:cNvPr id="309" name="모서리가 둥근 직사각형 308">
            <a:extLst>
              <a:ext uri="{FF2B5EF4-FFF2-40B4-BE49-F238E27FC236}">
                <a16:creationId xmlns:a16="http://schemas.microsoft.com/office/drawing/2014/main" id="{1A1220E1-8AC1-FB8C-AB6C-86FDE18755DA}"/>
              </a:ext>
            </a:extLst>
          </p:cNvPr>
          <p:cNvSpPr/>
          <p:nvPr/>
        </p:nvSpPr>
        <p:spPr>
          <a:xfrm>
            <a:off x="4734483" y="2242092"/>
            <a:ext cx="858242" cy="366762"/>
          </a:xfrm>
          <a:prstGeom prst="roundRect">
            <a:avLst>
              <a:gd name="adj" fmla="val 14972"/>
            </a:avLst>
          </a:prstGeom>
          <a:solidFill>
            <a:schemeClr val="bg1">
              <a:lumMod val="95000"/>
            </a:schemeClr>
          </a:solidFill>
          <a:ln w="12700"/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kumimoji="1" lang="en-US" altLang="ko-KR" sz="900" b="1">
                <a:solidFill>
                  <a:schemeClr val="tx1"/>
                </a:solidFill>
              </a:rPr>
              <a:t>TLS </a:t>
            </a:r>
          </a:p>
        </p:txBody>
      </p:sp>
      <p:cxnSp>
        <p:nvCxnSpPr>
          <p:cNvPr id="310" name="직선 화살표 연결선 309">
            <a:extLst>
              <a:ext uri="{FF2B5EF4-FFF2-40B4-BE49-F238E27FC236}">
                <a16:creationId xmlns:a16="http://schemas.microsoft.com/office/drawing/2014/main" id="{62BEC16A-6D72-73CE-034E-3651E06909DB}"/>
              </a:ext>
            </a:extLst>
          </p:cNvPr>
          <p:cNvCxnSpPr>
            <a:cxnSpLocks/>
            <a:stCxn id="305" idx="2"/>
            <a:endCxn id="307" idx="0"/>
          </p:cNvCxnSpPr>
          <p:nvPr/>
        </p:nvCxnSpPr>
        <p:spPr>
          <a:xfrm>
            <a:off x="3720902" y="2602132"/>
            <a:ext cx="723513" cy="154456"/>
          </a:xfrm>
          <a:prstGeom prst="straightConnector1">
            <a:avLst/>
          </a:prstGeom>
          <a:ln w="12700">
            <a:solidFill>
              <a:schemeClr val="tx1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311" name="직선 화살표 연결선 310">
            <a:extLst>
              <a:ext uri="{FF2B5EF4-FFF2-40B4-BE49-F238E27FC236}">
                <a16:creationId xmlns:a16="http://schemas.microsoft.com/office/drawing/2014/main" id="{15FF4152-207C-7F57-1AD9-154CB0128FF7}"/>
              </a:ext>
            </a:extLst>
          </p:cNvPr>
          <p:cNvCxnSpPr>
            <a:cxnSpLocks/>
            <a:stCxn id="307" idx="0"/>
            <a:endCxn id="309" idx="2"/>
          </p:cNvCxnSpPr>
          <p:nvPr/>
        </p:nvCxnSpPr>
        <p:spPr>
          <a:xfrm flipV="1">
            <a:off x="4444415" y="2608854"/>
            <a:ext cx="719189" cy="147734"/>
          </a:xfrm>
          <a:prstGeom prst="straightConnector1">
            <a:avLst/>
          </a:prstGeom>
          <a:ln w="12700">
            <a:solidFill>
              <a:schemeClr val="tx1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312" name="직선 화살표 연결선 311">
            <a:extLst>
              <a:ext uri="{FF2B5EF4-FFF2-40B4-BE49-F238E27FC236}">
                <a16:creationId xmlns:a16="http://schemas.microsoft.com/office/drawing/2014/main" id="{78D695DC-C150-FED8-0935-696C2935CA44}"/>
              </a:ext>
            </a:extLst>
          </p:cNvPr>
          <p:cNvCxnSpPr>
            <a:cxnSpLocks/>
            <a:stCxn id="307" idx="2"/>
            <a:endCxn id="308" idx="0"/>
          </p:cNvCxnSpPr>
          <p:nvPr/>
        </p:nvCxnSpPr>
        <p:spPr>
          <a:xfrm flipH="1">
            <a:off x="4444414" y="3123350"/>
            <a:ext cx="1" cy="148305"/>
          </a:xfrm>
          <a:prstGeom prst="straightConnector1">
            <a:avLst/>
          </a:prstGeom>
          <a:ln w="12700">
            <a:solidFill>
              <a:schemeClr val="tx1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315" name="직선 화살표 연결선 314">
            <a:extLst>
              <a:ext uri="{FF2B5EF4-FFF2-40B4-BE49-F238E27FC236}">
                <a16:creationId xmlns:a16="http://schemas.microsoft.com/office/drawing/2014/main" id="{9BD1A734-EE20-B053-D527-12BDD81E4DEB}"/>
              </a:ext>
            </a:extLst>
          </p:cNvPr>
          <p:cNvCxnSpPr>
            <a:cxnSpLocks/>
            <a:stCxn id="300" idx="2"/>
            <a:endCxn id="194" idx="0"/>
          </p:cNvCxnSpPr>
          <p:nvPr/>
        </p:nvCxnSpPr>
        <p:spPr>
          <a:xfrm flipH="1">
            <a:off x="6999382" y="3638417"/>
            <a:ext cx="410" cy="148305"/>
          </a:xfrm>
          <a:prstGeom prst="straightConnector1">
            <a:avLst/>
          </a:prstGeom>
          <a:ln w="12700">
            <a:solidFill>
              <a:schemeClr val="tx1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336" name="직선 화살표 연결선 335">
            <a:extLst>
              <a:ext uri="{FF2B5EF4-FFF2-40B4-BE49-F238E27FC236}">
                <a16:creationId xmlns:a16="http://schemas.microsoft.com/office/drawing/2014/main" id="{E93B9656-4A7A-AAC5-CECE-62091285E0DE}"/>
              </a:ext>
            </a:extLst>
          </p:cNvPr>
          <p:cNvCxnSpPr>
            <a:cxnSpLocks/>
          </p:cNvCxnSpPr>
          <p:nvPr/>
        </p:nvCxnSpPr>
        <p:spPr>
          <a:xfrm flipV="1">
            <a:off x="7914951" y="1841985"/>
            <a:ext cx="817" cy="1944737"/>
          </a:xfrm>
          <a:prstGeom prst="straightConnector1">
            <a:avLst/>
          </a:prstGeom>
          <a:ln w="12700">
            <a:solidFill>
              <a:schemeClr val="tx1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</p:spTree>
    <p:extLst>
      <p:ext uri="{BB962C8B-B14F-4D97-AF65-F5344CB8AC3E}">
        <p14:creationId xmlns:p14="http://schemas.microsoft.com/office/powerpoint/2010/main" val="1682882968"/>
      </p:ext>
    </p:extLst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C13601D5-3126-6C9C-D915-7616C099A8E5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  <p:extLst>
      <p:ext uri="{BB962C8B-B14F-4D97-AF65-F5344CB8AC3E}">
        <p14:creationId xmlns:p14="http://schemas.microsoft.com/office/powerpoint/2010/main" val="1006331490"/>
      </p:ext>
    </p:extLst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EB808B4E-A38D-3B5F-5A5F-D9E270B28EA6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모서리가 둥근 직사각형 1">
            <a:extLst>
              <a:ext uri="{FF2B5EF4-FFF2-40B4-BE49-F238E27FC236}">
                <a16:creationId xmlns:a16="http://schemas.microsoft.com/office/drawing/2014/main" id="{8F339590-3911-7B7B-A94E-CB4E5DA5611A}"/>
              </a:ext>
            </a:extLst>
          </p:cNvPr>
          <p:cNvSpPr/>
          <p:nvPr/>
        </p:nvSpPr>
        <p:spPr>
          <a:xfrm>
            <a:off x="642088" y="51470"/>
            <a:ext cx="7607535" cy="1908522"/>
          </a:xfrm>
          <a:prstGeom prst="roundRect">
            <a:avLst>
              <a:gd name="adj" fmla="val 4772"/>
            </a:avLst>
          </a:prstGeom>
          <a:noFill/>
          <a:ln w="12700"/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t"/>
          <a:lstStyle/>
          <a:p>
            <a:pPr algn="ctr"/>
            <a:r>
              <a:rPr kumimoji="1" lang="en-US" altLang="ko-KR" sz="1000" b="1">
                <a:solidFill>
                  <a:schemeClr val="tx1"/>
                </a:solidFill>
              </a:rPr>
              <a:t>Main Thread</a:t>
            </a:r>
            <a:endParaRPr kumimoji="1" lang="ko-KR" altLang="en-US" sz="1000" b="1">
              <a:solidFill>
                <a:schemeClr val="tx1"/>
              </a:solidFill>
            </a:endParaRPr>
          </a:p>
        </p:txBody>
      </p:sp>
      <p:sp>
        <p:nvSpPr>
          <p:cNvPr id="5" name="모서리가 둥근 직사각형 4">
            <a:extLst>
              <a:ext uri="{FF2B5EF4-FFF2-40B4-BE49-F238E27FC236}">
                <a16:creationId xmlns:a16="http://schemas.microsoft.com/office/drawing/2014/main" id="{2DA06F9C-ACC6-1334-286D-AF2FBE325F4D}"/>
              </a:ext>
            </a:extLst>
          </p:cNvPr>
          <p:cNvSpPr/>
          <p:nvPr/>
        </p:nvSpPr>
        <p:spPr>
          <a:xfrm>
            <a:off x="739358" y="339502"/>
            <a:ext cx="5268846" cy="756890"/>
          </a:xfrm>
          <a:prstGeom prst="roundRect">
            <a:avLst>
              <a:gd name="adj" fmla="val 7226"/>
            </a:avLst>
          </a:prstGeom>
          <a:noFill/>
          <a:ln w="12700"/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t"/>
          <a:lstStyle/>
          <a:p>
            <a:pPr algn="ctr"/>
            <a:r>
              <a:rPr kumimoji="1" lang="en-US" altLang="ko-KR" sz="900" b="1">
                <a:solidFill>
                  <a:schemeClr val="tx1"/>
                </a:solidFill>
              </a:rPr>
              <a:t>runOnAllThreads(cb, all_threads_complete_cb)</a:t>
            </a:r>
            <a:endParaRPr kumimoji="1" lang="ko-KR" altLang="en-US" sz="900" b="1">
              <a:solidFill>
                <a:schemeClr val="tx1"/>
              </a:solidFill>
            </a:endParaRPr>
          </a:p>
        </p:txBody>
      </p:sp>
      <p:sp>
        <p:nvSpPr>
          <p:cNvPr id="6" name="모서리가 둥근 직사각형 5">
            <a:extLst>
              <a:ext uri="{FF2B5EF4-FFF2-40B4-BE49-F238E27FC236}">
                <a16:creationId xmlns:a16="http://schemas.microsoft.com/office/drawing/2014/main" id="{B2AE913C-6475-7D42-5368-7D7C847EC0F4}"/>
              </a:ext>
            </a:extLst>
          </p:cNvPr>
          <p:cNvSpPr/>
          <p:nvPr/>
        </p:nvSpPr>
        <p:spPr>
          <a:xfrm>
            <a:off x="811367" y="653533"/>
            <a:ext cx="858242" cy="366762"/>
          </a:xfrm>
          <a:prstGeom prst="roundRect">
            <a:avLst>
              <a:gd name="adj" fmla="val 12419"/>
            </a:avLst>
          </a:prstGeom>
          <a:noFill/>
          <a:ln w="12700"/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kumimoji="1" lang="en-US" altLang="ko-KR" sz="900">
                <a:solidFill>
                  <a:schemeClr val="tx1"/>
                </a:solidFill>
              </a:rPr>
              <a:t>Run</a:t>
            </a:r>
            <a:r>
              <a:rPr kumimoji="1" lang="en-US" altLang="ko-KR" sz="900" b="1">
                <a:solidFill>
                  <a:schemeClr val="tx1"/>
                </a:solidFill>
              </a:rPr>
              <a:t> cb()</a:t>
            </a:r>
            <a:endParaRPr kumimoji="1" lang="ko-KR" altLang="en-US" sz="900" b="1">
              <a:solidFill>
                <a:schemeClr val="tx1"/>
              </a:solidFill>
            </a:endParaRPr>
          </a:p>
        </p:txBody>
      </p:sp>
      <p:sp>
        <p:nvSpPr>
          <p:cNvPr id="7" name="모서리가 둥근 직사각형 6">
            <a:extLst>
              <a:ext uri="{FF2B5EF4-FFF2-40B4-BE49-F238E27FC236}">
                <a16:creationId xmlns:a16="http://schemas.microsoft.com/office/drawing/2014/main" id="{DBAC76EB-6F73-7299-A50D-D31E24872CD2}"/>
              </a:ext>
            </a:extLst>
          </p:cNvPr>
          <p:cNvSpPr/>
          <p:nvPr/>
        </p:nvSpPr>
        <p:spPr>
          <a:xfrm>
            <a:off x="1969280" y="653533"/>
            <a:ext cx="2443164" cy="366762"/>
          </a:xfrm>
          <a:prstGeom prst="roundRect">
            <a:avLst>
              <a:gd name="adj" fmla="val 12419"/>
            </a:avLst>
          </a:prstGeom>
          <a:noFill/>
          <a:ln w="12700"/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kumimoji="1" lang="en-US" altLang="ko-KR" sz="900">
                <a:solidFill>
                  <a:schemeClr val="tx1"/>
                </a:solidFill>
              </a:rPr>
              <a:t>Save </a:t>
            </a:r>
            <a:r>
              <a:rPr kumimoji="1" lang="en-US" altLang="ko-KR" sz="900" b="1">
                <a:solidFill>
                  <a:schemeClr val="tx1"/>
                </a:solidFill>
              </a:rPr>
              <a:t>cb()</a:t>
            </a:r>
            <a:r>
              <a:rPr kumimoji="1" lang="en-US" altLang="ko-KR" sz="900">
                <a:solidFill>
                  <a:schemeClr val="tx1"/>
                </a:solidFill>
              </a:rPr>
              <a:t> to </a:t>
            </a:r>
            <a:r>
              <a:rPr kumimoji="1" lang="en-US" altLang="ko-KR" sz="900" b="1">
                <a:solidFill>
                  <a:schemeClr val="tx1"/>
                </a:solidFill>
              </a:rPr>
              <a:t>cb_guard (shared_ptr)</a:t>
            </a:r>
            <a:r>
              <a:rPr kumimoji="1" lang="en-US" altLang="ko-KR" sz="900">
                <a:solidFill>
                  <a:schemeClr val="tx1"/>
                </a:solidFill>
              </a:rPr>
              <a:t> with </a:t>
            </a:r>
            <a:r>
              <a:rPr kumimoji="1" lang="en-US" altLang="ko-KR" sz="900" b="1">
                <a:solidFill>
                  <a:schemeClr val="tx1"/>
                </a:solidFill>
              </a:rPr>
              <a:t>all_threads_complete_cb() Deleter</a:t>
            </a:r>
            <a:endParaRPr kumimoji="1" lang="ko-KR" altLang="en-US" sz="900">
              <a:solidFill>
                <a:schemeClr val="tx1"/>
              </a:solidFill>
            </a:endParaRPr>
          </a:p>
        </p:txBody>
      </p:sp>
      <p:sp>
        <p:nvSpPr>
          <p:cNvPr id="10" name="모서리가 둥근 직사각형 9">
            <a:extLst>
              <a:ext uri="{FF2B5EF4-FFF2-40B4-BE49-F238E27FC236}">
                <a16:creationId xmlns:a16="http://schemas.microsoft.com/office/drawing/2014/main" id="{1F68E133-3CA7-B70A-0850-CFE991B6E835}"/>
              </a:ext>
            </a:extLst>
          </p:cNvPr>
          <p:cNvSpPr/>
          <p:nvPr/>
        </p:nvSpPr>
        <p:spPr>
          <a:xfrm>
            <a:off x="811367" y="1481945"/>
            <a:ext cx="858242" cy="360040"/>
          </a:xfrm>
          <a:prstGeom prst="roundRect">
            <a:avLst>
              <a:gd name="adj" fmla="val 14972"/>
            </a:avLst>
          </a:prstGeom>
          <a:solidFill>
            <a:schemeClr val="bg1">
              <a:lumMod val="95000"/>
            </a:schemeClr>
          </a:solidFill>
          <a:ln w="12700"/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kumimoji="1" lang="en-US" altLang="ko-KR" sz="900" b="1">
                <a:solidFill>
                  <a:schemeClr val="tx1"/>
                </a:solidFill>
              </a:rPr>
              <a:t>TLS </a:t>
            </a:r>
          </a:p>
        </p:txBody>
      </p:sp>
      <p:cxnSp>
        <p:nvCxnSpPr>
          <p:cNvPr id="11" name="직선 화살표 연결선 10">
            <a:extLst>
              <a:ext uri="{FF2B5EF4-FFF2-40B4-BE49-F238E27FC236}">
                <a16:creationId xmlns:a16="http://schemas.microsoft.com/office/drawing/2014/main" id="{17B7EF02-D522-01BE-C293-68780D027E36}"/>
              </a:ext>
            </a:extLst>
          </p:cNvPr>
          <p:cNvCxnSpPr>
            <a:cxnSpLocks/>
            <a:stCxn id="6" idx="2"/>
            <a:endCxn id="10" idx="0"/>
          </p:cNvCxnSpPr>
          <p:nvPr/>
        </p:nvCxnSpPr>
        <p:spPr>
          <a:xfrm>
            <a:off x="1240488" y="1020295"/>
            <a:ext cx="0" cy="461650"/>
          </a:xfrm>
          <a:prstGeom prst="straightConnector1">
            <a:avLst/>
          </a:prstGeom>
          <a:ln w="12700">
            <a:solidFill>
              <a:schemeClr val="tx1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15" name="직선 화살표 연결선 14">
            <a:extLst>
              <a:ext uri="{FF2B5EF4-FFF2-40B4-BE49-F238E27FC236}">
                <a16:creationId xmlns:a16="http://schemas.microsoft.com/office/drawing/2014/main" id="{D953A727-D0C6-32A9-3811-6D47041D179F}"/>
              </a:ext>
            </a:extLst>
          </p:cNvPr>
          <p:cNvCxnSpPr>
            <a:cxnSpLocks/>
            <a:stCxn id="6" idx="3"/>
            <a:endCxn id="7" idx="1"/>
          </p:cNvCxnSpPr>
          <p:nvPr/>
        </p:nvCxnSpPr>
        <p:spPr>
          <a:xfrm>
            <a:off x="1669609" y="836914"/>
            <a:ext cx="299671" cy="0"/>
          </a:xfrm>
          <a:prstGeom prst="straightConnector1">
            <a:avLst/>
          </a:prstGeom>
          <a:ln w="12700">
            <a:solidFill>
              <a:schemeClr val="tx1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22" name="모서리가 둥근 직사각형 21">
            <a:extLst>
              <a:ext uri="{FF2B5EF4-FFF2-40B4-BE49-F238E27FC236}">
                <a16:creationId xmlns:a16="http://schemas.microsoft.com/office/drawing/2014/main" id="{B1DB7A89-BAF1-24E2-1A0C-148468BDD357}"/>
              </a:ext>
            </a:extLst>
          </p:cNvPr>
          <p:cNvSpPr/>
          <p:nvPr/>
        </p:nvSpPr>
        <p:spPr>
          <a:xfrm>
            <a:off x="4712115" y="653533"/>
            <a:ext cx="1224135" cy="366762"/>
          </a:xfrm>
          <a:prstGeom prst="roundRect">
            <a:avLst>
              <a:gd name="adj" fmla="val 12419"/>
            </a:avLst>
          </a:prstGeom>
          <a:noFill/>
          <a:ln w="12700"/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kumimoji="1" lang="en-US" altLang="ko-KR" sz="900">
                <a:solidFill>
                  <a:schemeClr val="tx1"/>
                </a:solidFill>
              </a:rPr>
              <a:t>Post </a:t>
            </a:r>
            <a:r>
              <a:rPr kumimoji="1" lang="en-US" altLang="ko-KR" sz="900" b="1">
                <a:solidFill>
                  <a:schemeClr val="tx1"/>
                </a:solidFill>
              </a:rPr>
              <a:t>cb_guard</a:t>
            </a:r>
            <a:r>
              <a:rPr kumimoji="1" lang="en-US" altLang="ko-KR" sz="900">
                <a:solidFill>
                  <a:schemeClr val="tx1"/>
                </a:solidFill>
              </a:rPr>
              <a:t> to all workers</a:t>
            </a:r>
            <a:r>
              <a:rPr kumimoji="1" lang="en-US" altLang="ko-KR" sz="900" b="1">
                <a:solidFill>
                  <a:schemeClr val="tx1"/>
                </a:solidFill>
              </a:rPr>
              <a:t> </a:t>
            </a:r>
            <a:endParaRPr kumimoji="1" lang="ko-KR" altLang="en-US" sz="900" b="1">
              <a:solidFill>
                <a:schemeClr val="tx1"/>
              </a:solidFill>
            </a:endParaRPr>
          </a:p>
        </p:txBody>
      </p:sp>
      <p:cxnSp>
        <p:nvCxnSpPr>
          <p:cNvPr id="24" name="직선 화살표 연결선 23">
            <a:extLst>
              <a:ext uri="{FF2B5EF4-FFF2-40B4-BE49-F238E27FC236}">
                <a16:creationId xmlns:a16="http://schemas.microsoft.com/office/drawing/2014/main" id="{8022F6AE-226E-0D8F-79DF-57AFF44E1584}"/>
              </a:ext>
            </a:extLst>
          </p:cNvPr>
          <p:cNvCxnSpPr>
            <a:cxnSpLocks/>
            <a:stCxn id="7" idx="3"/>
            <a:endCxn id="22" idx="1"/>
          </p:cNvCxnSpPr>
          <p:nvPr/>
        </p:nvCxnSpPr>
        <p:spPr>
          <a:xfrm>
            <a:off x="4412444" y="836914"/>
            <a:ext cx="299671" cy="0"/>
          </a:xfrm>
          <a:prstGeom prst="straightConnector1">
            <a:avLst/>
          </a:prstGeom>
          <a:ln w="12700">
            <a:solidFill>
              <a:schemeClr val="tx1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27" name="직선 화살표 연결선 26">
            <a:extLst>
              <a:ext uri="{FF2B5EF4-FFF2-40B4-BE49-F238E27FC236}">
                <a16:creationId xmlns:a16="http://schemas.microsoft.com/office/drawing/2014/main" id="{9EF75665-C122-603D-B05C-CE1631D8C81C}"/>
              </a:ext>
            </a:extLst>
          </p:cNvPr>
          <p:cNvCxnSpPr>
            <a:cxnSpLocks/>
            <a:stCxn id="22" idx="2"/>
            <a:endCxn id="9" idx="0"/>
          </p:cNvCxnSpPr>
          <p:nvPr/>
        </p:nvCxnSpPr>
        <p:spPr>
          <a:xfrm flipH="1">
            <a:off x="1724026" y="1020295"/>
            <a:ext cx="3600157" cy="1190751"/>
          </a:xfrm>
          <a:prstGeom prst="straightConnector1">
            <a:avLst/>
          </a:prstGeom>
          <a:ln w="12700">
            <a:solidFill>
              <a:schemeClr val="tx1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67" name="모서리가 둥근 직사각형 66">
            <a:extLst>
              <a:ext uri="{FF2B5EF4-FFF2-40B4-BE49-F238E27FC236}">
                <a16:creationId xmlns:a16="http://schemas.microsoft.com/office/drawing/2014/main" id="{BC6291F3-F397-6AF8-9653-C047AE30A3D3}"/>
              </a:ext>
            </a:extLst>
          </p:cNvPr>
          <p:cNvSpPr/>
          <p:nvPr/>
        </p:nvSpPr>
        <p:spPr>
          <a:xfrm>
            <a:off x="7216752" y="1481945"/>
            <a:ext cx="858242" cy="360040"/>
          </a:xfrm>
          <a:prstGeom prst="roundRect">
            <a:avLst>
              <a:gd name="adj" fmla="val 14972"/>
            </a:avLst>
          </a:prstGeom>
          <a:solidFill>
            <a:schemeClr val="bg1">
              <a:lumMod val="95000"/>
            </a:schemeClr>
          </a:solidFill>
          <a:ln w="12700"/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kumimoji="1" lang="en-US" altLang="ko-KR" sz="900" b="1">
                <a:solidFill>
                  <a:schemeClr val="tx1"/>
                </a:solidFill>
              </a:rPr>
              <a:t>Dispatcher </a:t>
            </a:r>
          </a:p>
        </p:txBody>
      </p:sp>
      <p:sp>
        <p:nvSpPr>
          <p:cNvPr id="9" name="모서리가 둥근 직사각형 8">
            <a:extLst>
              <a:ext uri="{FF2B5EF4-FFF2-40B4-BE49-F238E27FC236}">
                <a16:creationId xmlns:a16="http://schemas.microsoft.com/office/drawing/2014/main" id="{5E21990A-D01A-EC88-7851-491199773B30}"/>
              </a:ext>
            </a:extLst>
          </p:cNvPr>
          <p:cNvSpPr/>
          <p:nvPr/>
        </p:nvSpPr>
        <p:spPr>
          <a:xfrm>
            <a:off x="1294905" y="2211046"/>
            <a:ext cx="858242" cy="360040"/>
          </a:xfrm>
          <a:prstGeom prst="roundRect">
            <a:avLst>
              <a:gd name="adj" fmla="val 14972"/>
            </a:avLst>
          </a:prstGeom>
          <a:solidFill>
            <a:schemeClr val="bg1">
              <a:lumMod val="95000"/>
            </a:schemeClr>
          </a:solidFill>
          <a:ln w="12700"/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kumimoji="1" lang="en-US" altLang="ko-KR" sz="900" b="1">
                <a:solidFill>
                  <a:schemeClr val="tx1"/>
                </a:solidFill>
              </a:rPr>
              <a:t>Dispatcher </a:t>
            </a:r>
          </a:p>
        </p:txBody>
      </p:sp>
      <p:sp>
        <p:nvSpPr>
          <p:cNvPr id="23" name="모서리가 둥근 직사각형 22">
            <a:extLst>
              <a:ext uri="{FF2B5EF4-FFF2-40B4-BE49-F238E27FC236}">
                <a16:creationId xmlns:a16="http://schemas.microsoft.com/office/drawing/2014/main" id="{00AF0C90-6192-CC15-DD94-54820CC88FF2}"/>
              </a:ext>
            </a:extLst>
          </p:cNvPr>
          <p:cNvSpPr/>
          <p:nvPr/>
        </p:nvSpPr>
        <p:spPr>
          <a:xfrm>
            <a:off x="1197635" y="2094324"/>
            <a:ext cx="2047602" cy="2374625"/>
          </a:xfrm>
          <a:prstGeom prst="roundRect">
            <a:avLst>
              <a:gd name="adj" fmla="val 3703"/>
            </a:avLst>
          </a:prstGeom>
          <a:noFill/>
          <a:ln w="12700"/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b"/>
          <a:lstStyle/>
          <a:p>
            <a:r>
              <a:rPr kumimoji="1" lang="en-US" altLang="ko-KR" sz="1000" b="1">
                <a:solidFill>
                  <a:schemeClr val="tx1"/>
                </a:solidFill>
              </a:rPr>
              <a:t>Worker Thread A</a:t>
            </a:r>
            <a:endParaRPr kumimoji="1" lang="ko-KR" altLang="en-US" sz="1000" b="1">
              <a:solidFill>
                <a:schemeClr val="tx1"/>
              </a:solidFill>
            </a:endParaRPr>
          </a:p>
        </p:txBody>
      </p:sp>
      <p:sp>
        <p:nvSpPr>
          <p:cNvPr id="32" name="모서리가 둥근 직사각형 31">
            <a:extLst>
              <a:ext uri="{FF2B5EF4-FFF2-40B4-BE49-F238E27FC236}">
                <a16:creationId xmlns:a16="http://schemas.microsoft.com/office/drawing/2014/main" id="{C1851E67-2778-BA70-EA14-DC82EBD66594}"/>
              </a:ext>
            </a:extLst>
          </p:cNvPr>
          <p:cNvSpPr/>
          <p:nvPr/>
        </p:nvSpPr>
        <p:spPr>
          <a:xfrm>
            <a:off x="1294905" y="2725542"/>
            <a:ext cx="1857935" cy="366762"/>
          </a:xfrm>
          <a:prstGeom prst="roundRect">
            <a:avLst>
              <a:gd name="adj" fmla="val 12419"/>
            </a:avLst>
          </a:prstGeom>
          <a:noFill/>
          <a:ln w="12700"/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kumimoji="1" lang="en-US" altLang="ko-KR" sz="900">
                <a:solidFill>
                  <a:schemeClr val="tx1"/>
                </a:solidFill>
              </a:rPr>
              <a:t>Copy </a:t>
            </a:r>
            <a:r>
              <a:rPr kumimoji="1" lang="en-US" altLang="ko-KR" sz="900" b="1">
                <a:solidFill>
                  <a:schemeClr val="tx1"/>
                </a:solidFill>
              </a:rPr>
              <a:t>cb_guard </a:t>
            </a:r>
            <a:br>
              <a:rPr kumimoji="1" lang="en-US" altLang="ko-KR" sz="900" b="1">
                <a:solidFill>
                  <a:schemeClr val="tx1"/>
                </a:solidFill>
              </a:rPr>
            </a:br>
            <a:r>
              <a:rPr kumimoji="1" lang="en-US" altLang="ko-KR" sz="900">
                <a:solidFill>
                  <a:schemeClr val="tx1"/>
                </a:solidFill>
              </a:rPr>
              <a:t>(counter increased 0</a:t>
            </a:r>
            <a:r>
              <a:rPr kumimoji="1" lang="en-US" altLang="ko-KR" sz="900">
                <a:solidFill>
                  <a:schemeClr val="tx1"/>
                </a:solidFill>
                <a:sym typeface="Wingdings" pitchFamily="2" charset="2"/>
              </a:rPr>
              <a:t>1)</a:t>
            </a:r>
            <a:endParaRPr kumimoji="1" lang="ko-KR" altLang="en-US" sz="900">
              <a:solidFill>
                <a:schemeClr val="tx1"/>
              </a:solidFill>
            </a:endParaRPr>
          </a:p>
        </p:txBody>
      </p:sp>
      <p:sp>
        <p:nvSpPr>
          <p:cNvPr id="35" name="모서리가 둥근 직사각형 34">
            <a:extLst>
              <a:ext uri="{FF2B5EF4-FFF2-40B4-BE49-F238E27FC236}">
                <a16:creationId xmlns:a16="http://schemas.microsoft.com/office/drawing/2014/main" id="{24F091A9-6684-3C73-2A4E-F77649DDA40D}"/>
              </a:ext>
            </a:extLst>
          </p:cNvPr>
          <p:cNvSpPr/>
          <p:nvPr/>
        </p:nvSpPr>
        <p:spPr>
          <a:xfrm>
            <a:off x="1294904" y="3240609"/>
            <a:ext cx="1857936" cy="366762"/>
          </a:xfrm>
          <a:prstGeom prst="roundRect">
            <a:avLst>
              <a:gd name="adj" fmla="val 12419"/>
            </a:avLst>
          </a:prstGeom>
          <a:noFill/>
          <a:ln w="12700"/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kumimoji="1" lang="en-US" altLang="ko-KR" sz="900">
                <a:solidFill>
                  <a:schemeClr val="tx1"/>
                </a:solidFill>
              </a:rPr>
              <a:t>Get </a:t>
            </a:r>
            <a:r>
              <a:rPr kumimoji="1" lang="en-US" altLang="ko-KR" sz="900" b="1">
                <a:solidFill>
                  <a:schemeClr val="tx1"/>
                </a:solidFill>
              </a:rPr>
              <a:t>cb()</a:t>
            </a:r>
            <a:r>
              <a:rPr kumimoji="1" lang="en-US" altLang="ko-KR" sz="900">
                <a:solidFill>
                  <a:schemeClr val="tx1"/>
                </a:solidFill>
              </a:rPr>
              <a:t> from </a:t>
            </a:r>
            <a:r>
              <a:rPr kumimoji="1" lang="en-US" altLang="ko-KR" sz="900" b="1">
                <a:solidFill>
                  <a:schemeClr val="tx1"/>
                </a:solidFill>
              </a:rPr>
              <a:t>cb_guard</a:t>
            </a:r>
          </a:p>
          <a:p>
            <a:pPr algn="ctr"/>
            <a:r>
              <a:rPr kumimoji="1" lang="en-US" altLang="ko-KR" sz="900">
                <a:solidFill>
                  <a:schemeClr val="tx1"/>
                </a:solidFill>
              </a:rPr>
              <a:t>and run </a:t>
            </a:r>
            <a:r>
              <a:rPr kumimoji="1" lang="en-US" altLang="ko-KR" sz="900" b="1">
                <a:solidFill>
                  <a:schemeClr val="tx1"/>
                </a:solidFill>
              </a:rPr>
              <a:t>cb()</a:t>
            </a:r>
            <a:endParaRPr kumimoji="1" lang="ko-KR" altLang="en-US" sz="900" b="1">
              <a:solidFill>
                <a:schemeClr val="tx1"/>
              </a:solidFill>
            </a:endParaRPr>
          </a:p>
        </p:txBody>
      </p:sp>
      <p:sp>
        <p:nvSpPr>
          <p:cNvPr id="40" name="모서리가 둥근 직사각형 39">
            <a:extLst>
              <a:ext uri="{FF2B5EF4-FFF2-40B4-BE49-F238E27FC236}">
                <a16:creationId xmlns:a16="http://schemas.microsoft.com/office/drawing/2014/main" id="{FB4EE6CD-61E8-0471-8E65-2C5DE623C1FE}"/>
              </a:ext>
            </a:extLst>
          </p:cNvPr>
          <p:cNvSpPr/>
          <p:nvPr/>
        </p:nvSpPr>
        <p:spPr>
          <a:xfrm>
            <a:off x="2294599" y="2211046"/>
            <a:ext cx="858242" cy="366762"/>
          </a:xfrm>
          <a:prstGeom prst="roundRect">
            <a:avLst>
              <a:gd name="adj" fmla="val 14972"/>
            </a:avLst>
          </a:prstGeom>
          <a:solidFill>
            <a:schemeClr val="bg1">
              <a:lumMod val="95000"/>
            </a:schemeClr>
          </a:solidFill>
          <a:ln w="12700"/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kumimoji="1" lang="en-US" altLang="ko-KR" sz="900" b="1">
                <a:solidFill>
                  <a:schemeClr val="tx1"/>
                </a:solidFill>
              </a:rPr>
              <a:t>TLS </a:t>
            </a:r>
          </a:p>
        </p:txBody>
      </p:sp>
      <p:cxnSp>
        <p:nvCxnSpPr>
          <p:cNvPr id="41" name="직선 화살표 연결선 40">
            <a:extLst>
              <a:ext uri="{FF2B5EF4-FFF2-40B4-BE49-F238E27FC236}">
                <a16:creationId xmlns:a16="http://schemas.microsoft.com/office/drawing/2014/main" id="{0C05D40D-0DCB-D7B8-441F-59F2A5725281}"/>
              </a:ext>
            </a:extLst>
          </p:cNvPr>
          <p:cNvCxnSpPr>
            <a:cxnSpLocks/>
            <a:stCxn id="9" idx="2"/>
          </p:cNvCxnSpPr>
          <p:nvPr/>
        </p:nvCxnSpPr>
        <p:spPr>
          <a:xfrm>
            <a:off x="1724026" y="2571086"/>
            <a:ext cx="0" cy="154456"/>
          </a:xfrm>
          <a:prstGeom prst="straightConnector1">
            <a:avLst/>
          </a:prstGeom>
          <a:ln w="12700">
            <a:solidFill>
              <a:schemeClr val="tx1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46" name="직선 화살표 연결선 45">
            <a:extLst>
              <a:ext uri="{FF2B5EF4-FFF2-40B4-BE49-F238E27FC236}">
                <a16:creationId xmlns:a16="http://schemas.microsoft.com/office/drawing/2014/main" id="{E701866F-250C-2D73-AA01-07A041693AB1}"/>
              </a:ext>
            </a:extLst>
          </p:cNvPr>
          <p:cNvCxnSpPr>
            <a:cxnSpLocks/>
          </p:cNvCxnSpPr>
          <p:nvPr/>
        </p:nvCxnSpPr>
        <p:spPr>
          <a:xfrm flipV="1">
            <a:off x="2931472" y="2577808"/>
            <a:ext cx="0" cy="662801"/>
          </a:xfrm>
          <a:prstGeom prst="straightConnector1">
            <a:avLst/>
          </a:prstGeom>
          <a:ln w="12700">
            <a:solidFill>
              <a:schemeClr val="tx1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49" name="직선 화살표 연결선 48">
            <a:extLst>
              <a:ext uri="{FF2B5EF4-FFF2-40B4-BE49-F238E27FC236}">
                <a16:creationId xmlns:a16="http://schemas.microsoft.com/office/drawing/2014/main" id="{C8C9C007-4538-A958-73D5-9E26710BC29E}"/>
              </a:ext>
            </a:extLst>
          </p:cNvPr>
          <p:cNvCxnSpPr>
            <a:cxnSpLocks/>
            <a:stCxn id="32" idx="2"/>
            <a:endCxn id="35" idx="0"/>
          </p:cNvCxnSpPr>
          <p:nvPr/>
        </p:nvCxnSpPr>
        <p:spPr>
          <a:xfrm flipH="1">
            <a:off x="2223872" y="3092304"/>
            <a:ext cx="1" cy="148305"/>
          </a:xfrm>
          <a:prstGeom prst="straightConnector1">
            <a:avLst/>
          </a:prstGeom>
          <a:ln w="12700">
            <a:solidFill>
              <a:schemeClr val="tx1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98" name="모서리가 둥근 직사각형 97">
            <a:extLst>
              <a:ext uri="{FF2B5EF4-FFF2-40B4-BE49-F238E27FC236}">
                <a16:creationId xmlns:a16="http://schemas.microsoft.com/office/drawing/2014/main" id="{4524014A-EC48-8B24-9FC9-7D58BAAC5E8D}"/>
              </a:ext>
            </a:extLst>
          </p:cNvPr>
          <p:cNvSpPr/>
          <p:nvPr/>
        </p:nvSpPr>
        <p:spPr>
          <a:xfrm>
            <a:off x="3519325" y="2211046"/>
            <a:ext cx="858242" cy="360040"/>
          </a:xfrm>
          <a:prstGeom prst="roundRect">
            <a:avLst>
              <a:gd name="adj" fmla="val 14972"/>
            </a:avLst>
          </a:prstGeom>
          <a:solidFill>
            <a:schemeClr val="bg1">
              <a:lumMod val="95000"/>
            </a:schemeClr>
          </a:solidFill>
          <a:ln w="12700"/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kumimoji="1" lang="en-US" altLang="ko-KR" sz="900" b="1">
                <a:solidFill>
                  <a:schemeClr val="tx1"/>
                </a:solidFill>
              </a:rPr>
              <a:t>Dispatcher </a:t>
            </a:r>
          </a:p>
        </p:txBody>
      </p:sp>
      <p:sp>
        <p:nvSpPr>
          <p:cNvPr id="99" name="모서리가 둥근 직사각형 98">
            <a:extLst>
              <a:ext uri="{FF2B5EF4-FFF2-40B4-BE49-F238E27FC236}">
                <a16:creationId xmlns:a16="http://schemas.microsoft.com/office/drawing/2014/main" id="{DA768F50-30CB-209E-09CF-27A7E0F6407C}"/>
              </a:ext>
            </a:extLst>
          </p:cNvPr>
          <p:cNvSpPr/>
          <p:nvPr/>
        </p:nvSpPr>
        <p:spPr>
          <a:xfrm>
            <a:off x="3422055" y="2094324"/>
            <a:ext cx="2047602" cy="2374625"/>
          </a:xfrm>
          <a:prstGeom prst="roundRect">
            <a:avLst>
              <a:gd name="adj" fmla="val 3703"/>
            </a:avLst>
          </a:prstGeom>
          <a:noFill/>
          <a:ln w="12700"/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b"/>
          <a:lstStyle/>
          <a:p>
            <a:r>
              <a:rPr kumimoji="1" lang="en-US" altLang="ko-KR" sz="1000" b="1">
                <a:solidFill>
                  <a:schemeClr val="tx1"/>
                </a:solidFill>
              </a:rPr>
              <a:t>Worker Thread B</a:t>
            </a:r>
            <a:endParaRPr kumimoji="1" lang="ko-KR" altLang="en-US" sz="1000" b="1">
              <a:solidFill>
                <a:schemeClr val="tx1"/>
              </a:solidFill>
            </a:endParaRPr>
          </a:p>
        </p:txBody>
      </p:sp>
      <p:sp>
        <p:nvSpPr>
          <p:cNvPr id="100" name="모서리가 둥근 직사각형 99">
            <a:extLst>
              <a:ext uri="{FF2B5EF4-FFF2-40B4-BE49-F238E27FC236}">
                <a16:creationId xmlns:a16="http://schemas.microsoft.com/office/drawing/2014/main" id="{EE3CFC4D-1862-292B-2F72-494AFB3ABF08}"/>
              </a:ext>
            </a:extLst>
          </p:cNvPr>
          <p:cNvSpPr/>
          <p:nvPr/>
        </p:nvSpPr>
        <p:spPr>
          <a:xfrm>
            <a:off x="3519325" y="2725542"/>
            <a:ext cx="1857935" cy="366762"/>
          </a:xfrm>
          <a:prstGeom prst="roundRect">
            <a:avLst>
              <a:gd name="adj" fmla="val 12419"/>
            </a:avLst>
          </a:prstGeom>
          <a:noFill/>
          <a:ln w="12700"/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kumimoji="1" lang="en-US" altLang="ko-KR" sz="900">
                <a:solidFill>
                  <a:schemeClr val="tx1"/>
                </a:solidFill>
              </a:rPr>
              <a:t>Copy </a:t>
            </a:r>
            <a:r>
              <a:rPr kumimoji="1" lang="en-US" altLang="ko-KR" sz="900" b="1">
                <a:solidFill>
                  <a:schemeClr val="tx1"/>
                </a:solidFill>
              </a:rPr>
              <a:t>cb_guard </a:t>
            </a:r>
            <a:br>
              <a:rPr kumimoji="1" lang="en-US" altLang="ko-KR" sz="900" b="1">
                <a:solidFill>
                  <a:schemeClr val="tx1"/>
                </a:solidFill>
              </a:rPr>
            </a:br>
            <a:r>
              <a:rPr kumimoji="1" lang="en-US" altLang="ko-KR" sz="900">
                <a:solidFill>
                  <a:schemeClr val="tx1"/>
                </a:solidFill>
              </a:rPr>
              <a:t>(counter increased 1</a:t>
            </a:r>
            <a:r>
              <a:rPr kumimoji="1" lang="en-US" altLang="ko-KR" sz="900">
                <a:solidFill>
                  <a:schemeClr val="tx1"/>
                </a:solidFill>
                <a:sym typeface="Wingdings" pitchFamily="2" charset="2"/>
              </a:rPr>
              <a:t>2)</a:t>
            </a:r>
            <a:endParaRPr kumimoji="1" lang="ko-KR" altLang="en-US" sz="900">
              <a:solidFill>
                <a:schemeClr val="tx1"/>
              </a:solidFill>
            </a:endParaRPr>
          </a:p>
        </p:txBody>
      </p:sp>
      <p:sp>
        <p:nvSpPr>
          <p:cNvPr id="101" name="모서리가 둥근 직사각형 100">
            <a:extLst>
              <a:ext uri="{FF2B5EF4-FFF2-40B4-BE49-F238E27FC236}">
                <a16:creationId xmlns:a16="http://schemas.microsoft.com/office/drawing/2014/main" id="{FB2CCCD4-D39C-D7F6-6FD7-6DF77E39D16F}"/>
              </a:ext>
            </a:extLst>
          </p:cNvPr>
          <p:cNvSpPr/>
          <p:nvPr/>
        </p:nvSpPr>
        <p:spPr>
          <a:xfrm>
            <a:off x="3519324" y="3240609"/>
            <a:ext cx="1857936" cy="366762"/>
          </a:xfrm>
          <a:prstGeom prst="roundRect">
            <a:avLst>
              <a:gd name="adj" fmla="val 12419"/>
            </a:avLst>
          </a:prstGeom>
          <a:noFill/>
          <a:ln w="12700"/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kumimoji="1" lang="en-US" altLang="ko-KR" sz="900">
                <a:solidFill>
                  <a:schemeClr val="tx1"/>
                </a:solidFill>
              </a:rPr>
              <a:t>Get </a:t>
            </a:r>
            <a:r>
              <a:rPr kumimoji="1" lang="en-US" altLang="ko-KR" sz="900" b="1">
                <a:solidFill>
                  <a:schemeClr val="tx1"/>
                </a:solidFill>
              </a:rPr>
              <a:t>cb()</a:t>
            </a:r>
            <a:r>
              <a:rPr kumimoji="1" lang="en-US" altLang="ko-KR" sz="900">
                <a:solidFill>
                  <a:schemeClr val="tx1"/>
                </a:solidFill>
              </a:rPr>
              <a:t> from </a:t>
            </a:r>
            <a:r>
              <a:rPr kumimoji="1" lang="en-US" altLang="ko-KR" sz="900" b="1">
                <a:solidFill>
                  <a:schemeClr val="tx1"/>
                </a:solidFill>
              </a:rPr>
              <a:t>cb_guard</a:t>
            </a:r>
          </a:p>
          <a:p>
            <a:pPr algn="ctr"/>
            <a:r>
              <a:rPr kumimoji="1" lang="en-US" altLang="ko-KR" sz="900">
                <a:solidFill>
                  <a:schemeClr val="tx1"/>
                </a:solidFill>
              </a:rPr>
              <a:t>and run </a:t>
            </a:r>
            <a:r>
              <a:rPr kumimoji="1" lang="en-US" altLang="ko-KR" sz="900" b="1">
                <a:solidFill>
                  <a:schemeClr val="tx1"/>
                </a:solidFill>
              </a:rPr>
              <a:t>cb()</a:t>
            </a:r>
            <a:endParaRPr kumimoji="1" lang="ko-KR" altLang="en-US" sz="900" b="1">
              <a:solidFill>
                <a:schemeClr val="tx1"/>
              </a:solidFill>
            </a:endParaRPr>
          </a:p>
        </p:txBody>
      </p:sp>
      <p:sp>
        <p:nvSpPr>
          <p:cNvPr id="102" name="모서리가 둥근 직사각형 101">
            <a:extLst>
              <a:ext uri="{FF2B5EF4-FFF2-40B4-BE49-F238E27FC236}">
                <a16:creationId xmlns:a16="http://schemas.microsoft.com/office/drawing/2014/main" id="{09795FF6-B7F6-4DEC-FE55-2E97362B9A48}"/>
              </a:ext>
            </a:extLst>
          </p:cNvPr>
          <p:cNvSpPr/>
          <p:nvPr/>
        </p:nvSpPr>
        <p:spPr>
          <a:xfrm>
            <a:off x="4519019" y="2211046"/>
            <a:ext cx="858242" cy="366762"/>
          </a:xfrm>
          <a:prstGeom prst="roundRect">
            <a:avLst>
              <a:gd name="adj" fmla="val 14972"/>
            </a:avLst>
          </a:prstGeom>
          <a:solidFill>
            <a:schemeClr val="bg1">
              <a:lumMod val="95000"/>
            </a:schemeClr>
          </a:solidFill>
          <a:ln w="12700"/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kumimoji="1" lang="en-US" altLang="ko-KR" sz="900" b="1">
                <a:solidFill>
                  <a:schemeClr val="tx1"/>
                </a:solidFill>
              </a:rPr>
              <a:t>TLS </a:t>
            </a:r>
          </a:p>
        </p:txBody>
      </p:sp>
      <p:cxnSp>
        <p:nvCxnSpPr>
          <p:cNvPr id="103" name="직선 화살표 연결선 102">
            <a:extLst>
              <a:ext uri="{FF2B5EF4-FFF2-40B4-BE49-F238E27FC236}">
                <a16:creationId xmlns:a16="http://schemas.microsoft.com/office/drawing/2014/main" id="{73E34399-69BA-4AF9-FAE9-82B3CF519621}"/>
              </a:ext>
            </a:extLst>
          </p:cNvPr>
          <p:cNvCxnSpPr>
            <a:cxnSpLocks/>
            <a:stCxn id="98" idx="2"/>
          </p:cNvCxnSpPr>
          <p:nvPr/>
        </p:nvCxnSpPr>
        <p:spPr>
          <a:xfrm>
            <a:off x="3948446" y="2571086"/>
            <a:ext cx="0" cy="154456"/>
          </a:xfrm>
          <a:prstGeom prst="straightConnector1">
            <a:avLst/>
          </a:prstGeom>
          <a:ln w="12700">
            <a:solidFill>
              <a:schemeClr val="tx1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104" name="직선 화살표 연결선 103">
            <a:extLst>
              <a:ext uri="{FF2B5EF4-FFF2-40B4-BE49-F238E27FC236}">
                <a16:creationId xmlns:a16="http://schemas.microsoft.com/office/drawing/2014/main" id="{8F303971-A7D1-B067-969B-C37F477D59AF}"/>
              </a:ext>
            </a:extLst>
          </p:cNvPr>
          <p:cNvCxnSpPr>
            <a:cxnSpLocks/>
          </p:cNvCxnSpPr>
          <p:nvPr/>
        </p:nvCxnSpPr>
        <p:spPr>
          <a:xfrm flipV="1">
            <a:off x="5155892" y="2577808"/>
            <a:ext cx="0" cy="662801"/>
          </a:xfrm>
          <a:prstGeom prst="straightConnector1">
            <a:avLst/>
          </a:prstGeom>
          <a:ln w="12700">
            <a:solidFill>
              <a:schemeClr val="tx1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105" name="직선 화살표 연결선 104">
            <a:extLst>
              <a:ext uri="{FF2B5EF4-FFF2-40B4-BE49-F238E27FC236}">
                <a16:creationId xmlns:a16="http://schemas.microsoft.com/office/drawing/2014/main" id="{723498EA-A7BC-0FDC-F325-28DEDA1E0E6A}"/>
              </a:ext>
            </a:extLst>
          </p:cNvPr>
          <p:cNvCxnSpPr>
            <a:cxnSpLocks/>
            <a:stCxn id="100" idx="2"/>
            <a:endCxn id="101" idx="0"/>
          </p:cNvCxnSpPr>
          <p:nvPr/>
        </p:nvCxnSpPr>
        <p:spPr>
          <a:xfrm flipH="1">
            <a:off x="4448292" y="3092304"/>
            <a:ext cx="1" cy="148305"/>
          </a:xfrm>
          <a:prstGeom prst="straightConnector1">
            <a:avLst/>
          </a:prstGeom>
          <a:ln w="12700">
            <a:solidFill>
              <a:schemeClr val="tx1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106" name="모서리가 둥근 직사각형 105">
            <a:extLst>
              <a:ext uri="{FF2B5EF4-FFF2-40B4-BE49-F238E27FC236}">
                <a16:creationId xmlns:a16="http://schemas.microsoft.com/office/drawing/2014/main" id="{8170A1B5-C2F1-020D-E50B-EBB83EA45BF0}"/>
              </a:ext>
            </a:extLst>
          </p:cNvPr>
          <p:cNvSpPr/>
          <p:nvPr/>
        </p:nvSpPr>
        <p:spPr>
          <a:xfrm>
            <a:off x="5743745" y="2211046"/>
            <a:ext cx="858242" cy="360040"/>
          </a:xfrm>
          <a:prstGeom prst="roundRect">
            <a:avLst>
              <a:gd name="adj" fmla="val 14972"/>
            </a:avLst>
          </a:prstGeom>
          <a:solidFill>
            <a:schemeClr val="bg1">
              <a:lumMod val="95000"/>
            </a:schemeClr>
          </a:solidFill>
          <a:ln w="12700"/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kumimoji="1" lang="en-US" altLang="ko-KR" sz="900" b="1">
                <a:solidFill>
                  <a:schemeClr val="tx1"/>
                </a:solidFill>
              </a:rPr>
              <a:t>Dispatcher </a:t>
            </a:r>
          </a:p>
        </p:txBody>
      </p:sp>
      <p:sp>
        <p:nvSpPr>
          <p:cNvPr id="107" name="모서리가 둥근 직사각형 106">
            <a:extLst>
              <a:ext uri="{FF2B5EF4-FFF2-40B4-BE49-F238E27FC236}">
                <a16:creationId xmlns:a16="http://schemas.microsoft.com/office/drawing/2014/main" id="{621021CD-DEC1-947C-FF7C-942CA64AC2D8}"/>
              </a:ext>
            </a:extLst>
          </p:cNvPr>
          <p:cNvSpPr/>
          <p:nvPr/>
        </p:nvSpPr>
        <p:spPr>
          <a:xfrm>
            <a:off x="5646475" y="2094322"/>
            <a:ext cx="2047602" cy="2972865"/>
          </a:xfrm>
          <a:prstGeom prst="roundRect">
            <a:avLst>
              <a:gd name="adj" fmla="val 3703"/>
            </a:avLst>
          </a:prstGeom>
          <a:noFill/>
          <a:ln w="12700"/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b"/>
          <a:lstStyle/>
          <a:p>
            <a:r>
              <a:rPr kumimoji="1" lang="en-US" altLang="ko-KR" sz="1000" b="1">
                <a:solidFill>
                  <a:schemeClr val="tx1"/>
                </a:solidFill>
              </a:rPr>
              <a:t>Worker Thread C</a:t>
            </a:r>
            <a:endParaRPr kumimoji="1" lang="ko-KR" altLang="en-US" sz="1000" b="1">
              <a:solidFill>
                <a:schemeClr val="tx1"/>
              </a:solidFill>
            </a:endParaRPr>
          </a:p>
        </p:txBody>
      </p:sp>
      <p:sp>
        <p:nvSpPr>
          <p:cNvPr id="108" name="모서리가 둥근 직사각형 107">
            <a:extLst>
              <a:ext uri="{FF2B5EF4-FFF2-40B4-BE49-F238E27FC236}">
                <a16:creationId xmlns:a16="http://schemas.microsoft.com/office/drawing/2014/main" id="{D8F68AEF-B6C5-C9D1-86FF-AE8EBE999FC6}"/>
              </a:ext>
            </a:extLst>
          </p:cNvPr>
          <p:cNvSpPr/>
          <p:nvPr/>
        </p:nvSpPr>
        <p:spPr>
          <a:xfrm>
            <a:off x="5743745" y="2725542"/>
            <a:ext cx="1857935" cy="366762"/>
          </a:xfrm>
          <a:prstGeom prst="roundRect">
            <a:avLst>
              <a:gd name="adj" fmla="val 12419"/>
            </a:avLst>
          </a:prstGeom>
          <a:noFill/>
          <a:ln w="12700"/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kumimoji="1" lang="en-US" altLang="ko-KR" sz="900">
                <a:solidFill>
                  <a:schemeClr val="tx1"/>
                </a:solidFill>
              </a:rPr>
              <a:t>Copy </a:t>
            </a:r>
            <a:r>
              <a:rPr kumimoji="1" lang="en-US" altLang="ko-KR" sz="900" b="1">
                <a:solidFill>
                  <a:schemeClr val="tx1"/>
                </a:solidFill>
              </a:rPr>
              <a:t>cb_guard </a:t>
            </a:r>
            <a:br>
              <a:rPr kumimoji="1" lang="en-US" altLang="ko-KR" sz="900" b="1">
                <a:solidFill>
                  <a:schemeClr val="tx1"/>
                </a:solidFill>
              </a:rPr>
            </a:br>
            <a:r>
              <a:rPr kumimoji="1" lang="en-US" altLang="ko-KR" sz="900">
                <a:solidFill>
                  <a:schemeClr val="tx1"/>
                </a:solidFill>
              </a:rPr>
              <a:t>(counter increased 2</a:t>
            </a:r>
            <a:r>
              <a:rPr kumimoji="1" lang="en-US" altLang="ko-KR" sz="900">
                <a:solidFill>
                  <a:schemeClr val="tx1"/>
                </a:solidFill>
                <a:sym typeface="Wingdings" pitchFamily="2" charset="2"/>
              </a:rPr>
              <a:t>3)</a:t>
            </a:r>
            <a:endParaRPr kumimoji="1" lang="ko-KR" altLang="en-US" sz="900">
              <a:solidFill>
                <a:schemeClr val="tx1"/>
              </a:solidFill>
            </a:endParaRPr>
          </a:p>
        </p:txBody>
      </p:sp>
      <p:sp>
        <p:nvSpPr>
          <p:cNvPr id="109" name="모서리가 둥근 직사각형 108">
            <a:extLst>
              <a:ext uri="{FF2B5EF4-FFF2-40B4-BE49-F238E27FC236}">
                <a16:creationId xmlns:a16="http://schemas.microsoft.com/office/drawing/2014/main" id="{2E9871B4-34F6-9EB0-2E39-E70E259CD459}"/>
              </a:ext>
            </a:extLst>
          </p:cNvPr>
          <p:cNvSpPr/>
          <p:nvPr/>
        </p:nvSpPr>
        <p:spPr>
          <a:xfrm>
            <a:off x="5743744" y="3240609"/>
            <a:ext cx="1857936" cy="366762"/>
          </a:xfrm>
          <a:prstGeom prst="roundRect">
            <a:avLst>
              <a:gd name="adj" fmla="val 12419"/>
            </a:avLst>
          </a:prstGeom>
          <a:noFill/>
          <a:ln w="12700"/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kumimoji="1" lang="en-US" altLang="ko-KR" sz="900">
                <a:solidFill>
                  <a:schemeClr val="tx1"/>
                </a:solidFill>
              </a:rPr>
              <a:t>Get </a:t>
            </a:r>
            <a:r>
              <a:rPr kumimoji="1" lang="en-US" altLang="ko-KR" sz="900" b="1">
                <a:solidFill>
                  <a:schemeClr val="tx1"/>
                </a:solidFill>
              </a:rPr>
              <a:t>cb()</a:t>
            </a:r>
            <a:r>
              <a:rPr kumimoji="1" lang="en-US" altLang="ko-KR" sz="900">
                <a:solidFill>
                  <a:schemeClr val="tx1"/>
                </a:solidFill>
              </a:rPr>
              <a:t> from </a:t>
            </a:r>
            <a:r>
              <a:rPr kumimoji="1" lang="en-US" altLang="ko-KR" sz="900" b="1">
                <a:solidFill>
                  <a:schemeClr val="tx1"/>
                </a:solidFill>
              </a:rPr>
              <a:t>cb_guard</a:t>
            </a:r>
          </a:p>
          <a:p>
            <a:pPr algn="ctr"/>
            <a:r>
              <a:rPr kumimoji="1" lang="en-US" altLang="ko-KR" sz="900">
                <a:solidFill>
                  <a:schemeClr val="tx1"/>
                </a:solidFill>
              </a:rPr>
              <a:t>and run </a:t>
            </a:r>
            <a:r>
              <a:rPr kumimoji="1" lang="en-US" altLang="ko-KR" sz="900" b="1">
                <a:solidFill>
                  <a:schemeClr val="tx1"/>
                </a:solidFill>
              </a:rPr>
              <a:t>cb()</a:t>
            </a:r>
            <a:endParaRPr kumimoji="1" lang="ko-KR" altLang="en-US" sz="900" b="1">
              <a:solidFill>
                <a:schemeClr val="tx1"/>
              </a:solidFill>
            </a:endParaRPr>
          </a:p>
        </p:txBody>
      </p:sp>
      <p:sp>
        <p:nvSpPr>
          <p:cNvPr id="110" name="모서리가 둥근 직사각형 109">
            <a:extLst>
              <a:ext uri="{FF2B5EF4-FFF2-40B4-BE49-F238E27FC236}">
                <a16:creationId xmlns:a16="http://schemas.microsoft.com/office/drawing/2014/main" id="{E48A8D3B-992E-1C97-58C0-71B1C0AD69C0}"/>
              </a:ext>
            </a:extLst>
          </p:cNvPr>
          <p:cNvSpPr/>
          <p:nvPr/>
        </p:nvSpPr>
        <p:spPr>
          <a:xfrm>
            <a:off x="6743439" y="2211046"/>
            <a:ext cx="858242" cy="366762"/>
          </a:xfrm>
          <a:prstGeom prst="roundRect">
            <a:avLst>
              <a:gd name="adj" fmla="val 14972"/>
            </a:avLst>
          </a:prstGeom>
          <a:solidFill>
            <a:schemeClr val="bg1">
              <a:lumMod val="95000"/>
            </a:schemeClr>
          </a:solidFill>
          <a:ln w="12700"/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kumimoji="1" lang="en-US" altLang="ko-KR" sz="900" b="1">
                <a:solidFill>
                  <a:schemeClr val="tx1"/>
                </a:solidFill>
              </a:rPr>
              <a:t>TLS </a:t>
            </a:r>
          </a:p>
        </p:txBody>
      </p:sp>
      <p:cxnSp>
        <p:nvCxnSpPr>
          <p:cNvPr id="111" name="직선 화살표 연결선 110">
            <a:extLst>
              <a:ext uri="{FF2B5EF4-FFF2-40B4-BE49-F238E27FC236}">
                <a16:creationId xmlns:a16="http://schemas.microsoft.com/office/drawing/2014/main" id="{23942417-F6A7-170D-EE4F-E6AB67ED86D2}"/>
              </a:ext>
            </a:extLst>
          </p:cNvPr>
          <p:cNvCxnSpPr>
            <a:cxnSpLocks/>
            <a:stCxn id="106" idx="2"/>
          </p:cNvCxnSpPr>
          <p:nvPr/>
        </p:nvCxnSpPr>
        <p:spPr>
          <a:xfrm>
            <a:off x="6172866" y="2571086"/>
            <a:ext cx="0" cy="154456"/>
          </a:xfrm>
          <a:prstGeom prst="straightConnector1">
            <a:avLst/>
          </a:prstGeom>
          <a:ln w="12700">
            <a:solidFill>
              <a:schemeClr val="tx1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112" name="직선 화살표 연결선 111">
            <a:extLst>
              <a:ext uri="{FF2B5EF4-FFF2-40B4-BE49-F238E27FC236}">
                <a16:creationId xmlns:a16="http://schemas.microsoft.com/office/drawing/2014/main" id="{9AFE9183-5E4D-EB19-845B-AF7AC89B5A3F}"/>
              </a:ext>
            </a:extLst>
          </p:cNvPr>
          <p:cNvCxnSpPr>
            <a:cxnSpLocks/>
          </p:cNvCxnSpPr>
          <p:nvPr/>
        </p:nvCxnSpPr>
        <p:spPr>
          <a:xfrm flipV="1">
            <a:off x="7380312" y="2577808"/>
            <a:ext cx="0" cy="662801"/>
          </a:xfrm>
          <a:prstGeom prst="straightConnector1">
            <a:avLst/>
          </a:prstGeom>
          <a:ln w="12700">
            <a:solidFill>
              <a:schemeClr val="tx1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113" name="직선 화살표 연결선 112">
            <a:extLst>
              <a:ext uri="{FF2B5EF4-FFF2-40B4-BE49-F238E27FC236}">
                <a16:creationId xmlns:a16="http://schemas.microsoft.com/office/drawing/2014/main" id="{DEA8C6B1-89B0-EA66-A315-3BE1F611BD41}"/>
              </a:ext>
            </a:extLst>
          </p:cNvPr>
          <p:cNvCxnSpPr>
            <a:cxnSpLocks/>
            <a:stCxn id="108" idx="2"/>
            <a:endCxn id="109" idx="0"/>
          </p:cNvCxnSpPr>
          <p:nvPr/>
        </p:nvCxnSpPr>
        <p:spPr>
          <a:xfrm flipH="1">
            <a:off x="6672712" y="3092304"/>
            <a:ext cx="1" cy="148305"/>
          </a:xfrm>
          <a:prstGeom prst="straightConnector1">
            <a:avLst/>
          </a:prstGeom>
          <a:ln w="12700">
            <a:solidFill>
              <a:schemeClr val="tx1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124" name="직선 화살표 연결선 123">
            <a:extLst>
              <a:ext uri="{FF2B5EF4-FFF2-40B4-BE49-F238E27FC236}">
                <a16:creationId xmlns:a16="http://schemas.microsoft.com/office/drawing/2014/main" id="{1F51D2AD-3A56-7C36-09CF-5C38CC602ECB}"/>
              </a:ext>
            </a:extLst>
          </p:cNvPr>
          <p:cNvCxnSpPr>
            <a:cxnSpLocks/>
            <a:stCxn id="22" idx="2"/>
            <a:endCxn id="98" idx="0"/>
          </p:cNvCxnSpPr>
          <p:nvPr/>
        </p:nvCxnSpPr>
        <p:spPr>
          <a:xfrm flipH="1">
            <a:off x="3948446" y="1020295"/>
            <a:ext cx="1375737" cy="1190751"/>
          </a:xfrm>
          <a:prstGeom prst="straightConnector1">
            <a:avLst/>
          </a:prstGeom>
          <a:ln w="12700">
            <a:solidFill>
              <a:schemeClr val="tx1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128" name="직선 화살표 연결선 127">
            <a:extLst>
              <a:ext uri="{FF2B5EF4-FFF2-40B4-BE49-F238E27FC236}">
                <a16:creationId xmlns:a16="http://schemas.microsoft.com/office/drawing/2014/main" id="{6B21D09C-EBE5-9257-E705-093D6D572643}"/>
              </a:ext>
            </a:extLst>
          </p:cNvPr>
          <p:cNvCxnSpPr>
            <a:cxnSpLocks/>
            <a:stCxn id="22" idx="2"/>
            <a:endCxn id="106" idx="0"/>
          </p:cNvCxnSpPr>
          <p:nvPr/>
        </p:nvCxnSpPr>
        <p:spPr>
          <a:xfrm>
            <a:off x="5324183" y="1020295"/>
            <a:ext cx="848683" cy="1190751"/>
          </a:xfrm>
          <a:prstGeom prst="straightConnector1">
            <a:avLst/>
          </a:prstGeom>
          <a:ln w="12700">
            <a:solidFill>
              <a:schemeClr val="tx1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143" name="모서리가 둥근 직사각형 142">
            <a:extLst>
              <a:ext uri="{FF2B5EF4-FFF2-40B4-BE49-F238E27FC236}">
                <a16:creationId xmlns:a16="http://schemas.microsoft.com/office/drawing/2014/main" id="{C4CF36B0-423B-6B63-D545-A8F9D86794D7}"/>
              </a:ext>
            </a:extLst>
          </p:cNvPr>
          <p:cNvSpPr/>
          <p:nvPr/>
        </p:nvSpPr>
        <p:spPr>
          <a:xfrm>
            <a:off x="5743744" y="3761827"/>
            <a:ext cx="1857936" cy="366762"/>
          </a:xfrm>
          <a:prstGeom prst="roundRect">
            <a:avLst>
              <a:gd name="adj" fmla="val 12419"/>
            </a:avLst>
          </a:prstGeom>
          <a:noFill/>
          <a:ln w="12700"/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kumimoji="1" lang="en-US" altLang="ko-KR" sz="900">
                <a:solidFill>
                  <a:schemeClr val="tx1"/>
                </a:solidFill>
              </a:rPr>
              <a:t>Decrease count (1</a:t>
            </a:r>
            <a:r>
              <a:rPr kumimoji="1" lang="en-US" altLang="ko-KR" sz="900">
                <a:solidFill>
                  <a:schemeClr val="tx1"/>
                </a:solidFill>
                <a:sym typeface="Wingdings" pitchFamily="2" charset="2"/>
              </a:rPr>
              <a:t>0)</a:t>
            </a:r>
            <a:r>
              <a:rPr kumimoji="1" lang="en-US" altLang="ko-KR" sz="900">
                <a:solidFill>
                  <a:schemeClr val="tx1"/>
                </a:solidFill>
              </a:rPr>
              <a:t> in </a:t>
            </a:r>
            <a:r>
              <a:rPr kumimoji="1" lang="en-US" altLang="ko-KR" sz="900" b="1">
                <a:solidFill>
                  <a:schemeClr val="tx1"/>
                </a:solidFill>
              </a:rPr>
              <a:t>cb()</a:t>
            </a:r>
          </a:p>
          <a:p>
            <a:pPr algn="ctr"/>
            <a:r>
              <a:rPr kumimoji="1" lang="en-US" altLang="ko-KR" sz="900">
                <a:solidFill>
                  <a:schemeClr val="tx1"/>
                </a:solidFill>
              </a:rPr>
              <a:t>and Check `count == 0`</a:t>
            </a:r>
            <a:r>
              <a:rPr kumimoji="1" lang="en-US" altLang="ko-KR" sz="900" b="1">
                <a:solidFill>
                  <a:schemeClr val="tx1"/>
                </a:solidFill>
              </a:rPr>
              <a:t> </a:t>
            </a:r>
            <a:endParaRPr kumimoji="1" lang="ko-KR" altLang="en-US" sz="900" b="1">
              <a:solidFill>
                <a:schemeClr val="tx1"/>
              </a:solidFill>
            </a:endParaRPr>
          </a:p>
        </p:txBody>
      </p:sp>
      <p:cxnSp>
        <p:nvCxnSpPr>
          <p:cNvPr id="144" name="직선 화살표 연결선 143">
            <a:extLst>
              <a:ext uri="{FF2B5EF4-FFF2-40B4-BE49-F238E27FC236}">
                <a16:creationId xmlns:a16="http://schemas.microsoft.com/office/drawing/2014/main" id="{FCD9A556-78CF-95E6-B51E-80BC701A8BBC}"/>
              </a:ext>
            </a:extLst>
          </p:cNvPr>
          <p:cNvCxnSpPr>
            <a:cxnSpLocks/>
            <a:stCxn id="109" idx="2"/>
            <a:endCxn id="143" idx="0"/>
          </p:cNvCxnSpPr>
          <p:nvPr/>
        </p:nvCxnSpPr>
        <p:spPr>
          <a:xfrm>
            <a:off x="6672712" y="3607371"/>
            <a:ext cx="0" cy="154456"/>
          </a:xfrm>
          <a:prstGeom prst="straightConnector1">
            <a:avLst/>
          </a:prstGeom>
          <a:ln w="12700">
            <a:solidFill>
              <a:schemeClr val="tx1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148" name="직선 화살표 연결선 147">
            <a:extLst>
              <a:ext uri="{FF2B5EF4-FFF2-40B4-BE49-F238E27FC236}">
                <a16:creationId xmlns:a16="http://schemas.microsoft.com/office/drawing/2014/main" id="{0CF98FEF-7ECF-5BCD-8B89-4CA4AE6DB261}"/>
              </a:ext>
            </a:extLst>
          </p:cNvPr>
          <p:cNvCxnSpPr>
            <a:cxnSpLocks/>
            <a:endCxn id="67" idx="2"/>
          </p:cNvCxnSpPr>
          <p:nvPr/>
        </p:nvCxnSpPr>
        <p:spPr>
          <a:xfrm flipV="1">
            <a:off x="7492783" y="1841985"/>
            <a:ext cx="153090" cy="2443583"/>
          </a:xfrm>
          <a:prstGeom prst="straightConnector1">
            <a:avLst/>
          </a:prstGeom>
          <a:ln w="12700">
            <a:solidFill>
              <a:schemeClr val="tx1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191" name="모서리가 둥근 직사각형 190">
            <a:extLst>
              <a:ext uri="{FF2B5EF4-FFF2-40B4-BE49-F238E27FC236}">
                <a16:creationId xmlns:a16="http://schemas.microsoft.com/office/drawing/2014/main" id="{2C78A4B1-885A-9A36-8FCC-DE5028D86895}"/>
              </a:ext>
            </a:extLst>
          </p:cNvPr>
          <p:cNvSpPr/>
          <p:nvPr/>
        </p:nvSpPr>
        <p:spPr>
          <a:xfrm>
            <a:off x="1294904" y="3761827"/>
            <a:ext cx="1857936" cy="366762"/>
          </a:xfrm>
          <a:prstGeom prst="roundRect">
            <a:avLst>
              <a:gd name="adj" fmla="val 12419"/>
            </a:avLst>
          </a:prstGeom>
          <a:noFill/>
          <a:ln w="12700"/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kumimoji="1" lang="en-US" altLang="ko-KR" sz="900">
                <a:solidFill>
                  <a:schemeClr val="tx1"/>
                </a:solidFill>
              </a:rPr>
              <a:t>Decrease count (3</a:t>
            </a:r>
            <a:r>
              <a:rPr kumimoji="1" lang="en-US" altLang="ko-KR" sz="900">
                <a:solidFill>
                  <a:schemeClr val="tx1"/>
                </a:solidFill>
                <a:sym typeface="Wingdings" pitchFamily="2" charset="2"/>
              </a:rPr>
              <a:t>2</a:t>
            </a:r>
            <a:r>
              <a:rPr kumimoji="1" lang="en-US" altLang="ko-KR" sz="900">
                <a:solidFill>
                  <a:schemeClr val="tx1"/>
                </a:solidFill>
              </a:rPr>
              <a:t>) in </a:t>
            </a:r>
            <a:r>
              <a:rPr kumimoji="1" lang="en-US" altLang="ko-KR" sz="900" b="1">
                <a:solidFill>
                  <a:schemeClr val="tx1"/>
                </a:solidFill>
              </a:rPr>
              <a:t>cb()</a:t>
            </a:r>
          </a:p>
          <a:p>
            <a:pPr algn="ctr"/>
            <a:r>
              <a:rPr kumimoji="1" lang="en-US" altLang="ko-KR" sz="900">
                <a:solidFill>
                  <a:schemeClr val="tx1"/>
                </a:solidFill>
              </a:rPr>
              <a:t>and Check `count == 0`</a:t>
            </a:r>
            <a:r>
              <a:rPr kumimoji="1" lang="en-US" altLang="ko-KR" sz="900" b="1">
                <a:solidFill>
                  <a:schemeClr val="tx1"/>
                </a:solidFill>
              </a:rPr>
              <a:t> </a:t>
            </a:r>
            <a:endParaRPr kumimoji="1" lang="ko-KR" altLang="en-US" sz="900" b="1">
              <a:solidFill>
                <a:schemeClr val="tx1"/>
              </a:solidFill>
            </a:endParaRPr>
          </a:p>
        </p:txBody>
      </p:sp>
      <p:sp>
        <p:nvSpPr>
          <p:cNvPr id="192" name="모서리가 둥근 직사각형 191">
            <a:extLst>
              <a:ext uri="{FF2B5EF4-FFF2-40B4-BE49-F238E27FC236}">
                <a16:creationId xmlns:a16="http://schemas.microsoft.com/office/drawing/2014/main" id="{00E9654B-0676-E205-B44F-080A4C4000B5}"/>
              </a:ext>
            </a:extLst>
          </p:cNvPr>
          <p:cNvSpPr/>
          <p:nvPr/>
        </p:nvSpPr>
        <p:spPr>
          <a:xfrm>
            <a:off x="3519324" y="3761827"/>
            <a:ext cx="1857936" cy="366762"/>
          </a:xfrm>
          <a:prstGeom prst="roundRect">
            <a:avLst>
              <a:gd name="adj" fmla="val 12419"/>
            </a:avLst>
          </a:prstGeom>
          <a:noFill/>
          <a:ln w="12700"/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kumimoji="1" lang="en-US" altLang="ko-KR" sz="900">
                <a:solidFill>
                  <a:schemeClr val="tx1"/>
                </a:solidFill>
              </a:rPr>
              <a:t>Decrease count (2</a:t>
            </a:r>
            <a:r>
              <a:rPr kumimoji="1" lang="en-US" altLang="ko-KR" sz="900">
                <a:solidFill>
                  <a:schemeClr val="tx1"/>
                </a:solidFill>
                <a:sym typeface="Wingdings" pitchFamily="2" charset="2"/>
              </a:rPr>
              <a:t>1)</a:t>
            </a:r>
            <a:r>
              <a:rPr kumimoji="1" lang="en-US" altLang="ko-KR" sz="900">
                <a:solidFill>
                  <a:schemeClr val="tx1"/>
                </a:solidFill>
              </a:rPr>
              <a:t> in </a:t>
            </a:r>
            <a:r>
              <a:rPr kumimoji="1" lang="en-US" altLang="ko-KR" sz="900" b="1">
                <a:solidFill>
                  <a:schemeClr val="tx1"/>
                </a:solidFill>
              </a:rPr>
              <a:t>cb()</a:t>
            </a:r>
          </a:p>
          <a:p>
            <a:pPr algn="ctr"/>
            <a:r>
              <a:rPr kumimoji="1" lang="en-US" altLang="ko-KR" sz="900">
                <a:solidFill>
                  <a:schemeClr val="tx1"/>
                </a:solidFill>
              </a:rPr>
              <a:t>and Check `count == 0`</a:t>
            </a:r>
            <a:r>
              <a:rPr kumimoji="1" lang="en-US" altLang="ko-KR" sz="900" b="1">
                <a:solidFill>
                  <a:schemeClr val="tx1"/>
                </a:solidFill>
              </a:rPr>
              <a:t> </a:t>
            </a:r>
            <a:endParaRPr kumimoji="1" lang="ko-KR" altLang="en-US" sz="900" b="1">
              <a:solidFill>
                <a:schemeClr val="tx1"/>
              </a:solidFill>
            </a:endParaRPr>
          </a:p>
        </p:txBody>
      </p:sp>
      <p:sp>
        <p:nvSpPr>
          <p:cNvPr id="194" name="모서리가 둥근 직사각형 193">
            <a:extLst>
              <a:ext uri="{FF2B5EF4-FFF2-40B4-BE49-F238E27FC236}">
                <a16:creationId xmlns:a16="http://schemas.microsoft.com/office/drawing/2014/main" id="{9E4B15B1-F4D0-D180-2C49-AC4ECE04FCFD}"/>
              </a:ext>
            </a:extLst>
          </p:cNvPr>
          <p:cNvSpPr/>
          <p:nvPr/>
        </p:nvSpPr>
        <p:spPr>
          <a:xfrm>
            <a:off x="5743744" y="4285568"/>
            <a:ext cx="1857936" cy="366762"/>
          </a:xfrm>
          <a:prstGeom prst="roundRect">
            <a:avLst>
              <a:gd name="adj" fmla="val 12419"/>
            </a:avLst>
          </a:prstGeom>
          <a:noFill/>
          <a:ln w="12700"/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kumimoji="1" lang="en-US" altLang="ko-KR" sz="900">
                <a:solidFill>
                  <a:schemeClr val="tx1"/>
                </a:solidFill>
              </a:rPr>
              <a:t>post </a:t>
            </a:r>
            <a:r>
              <a:rPr kumimoji="1" lang="en-US" altLang="ko-KR" sz="900" b="1">
                <a:solidFill>
                  <a:schemeClr val="tx1"/>
                </a:solidFill>
              </a:rPr>
              <a:t>all_threads_complete_cb()</a:t>
            </a:r>
            <a:endParaRPr kumimoji="1" lang="ko-KR" altLang="en-US" sz="900" b="1">
              <a:solidFill>
                <a:schemeClr val="tx1"/>
              </a:solidFill>
            </a:endParaRPr>
          </a:p>
        </p:txBody>
      </p:sp>
      <p:cxnSp>
        <p:nvCxnSpPr>
          <p:cNvPr id="195" name="직선 화살표 연결선 194">
            <a:extLst>
              <a:ext uri="{FF2B5EF4-FFF2-40B4-BE49-F238E27FC236}">
                <a16:creationId xmlns:a16="http://schemas.microsoft.com/office/drawing/2014/main" id="{69409ECC-609D-3F1E-DAC4-7C46E6862D04}"/>
              </a:ext>
            </a:extLst>
          </p:cNvPr>
          <p:cNvCxnSpPr>
            <a:cxnSpLocks/>
            <a:endCxn id="194" idx="0"/>
          </p:cNvCxnSpPr>
          <p:nvPr/>
        </p:nvCxnSpPr>
        <p:spPr>
          <a:xfrm>
            <a:off x="6672712" y="4131112"/>
            <a:ext cx="0" cy="154456"/>
          </a:xfrm>
          <a:prstGeom prst="straightConnector1">
            <a:avLst/>
          </a:prstGeom>
          <a:ln w="12700">
            <a:solidFill>
              <a:schemeClr val="tx1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203" name="직선 화살표 연결선 202">
            <a:extLst>
              <a:ext uri="{FF2B5EF4-FFF2-40B4-BE49-F238E27FC236}">
                <a16:creationId xmlns:a16="http://schemas.microsoft.com/office/drawing/2014/main" id="{B9949EEB-07F4-BF5B-5776-971F7E3DB90A}"/>
              </a:ext>
            </a:extLst>
          </p:cNvPr>
          <p:cNvCxnSpPr>
            <a:cxnSpLocks/>
            <a:stCxn id="35" idx="2"/>
            <a:endCxn id="191" idx="0"/>
          </p:cNvCxnSpPr>
          <p:nvPr/>
        </p:nvCxnSpPr>
        <p:spPr>
          <a:xfrm>
            <a:off x="2223872" y="3607371"/>
            <a:ext cx="0" cy="154456"/>
          </a:xfrm>
          <a:prstGeom prst="straightConnector1">
            <a:avLst/>
          </a:prstGeom>
          <a:ln w="12700">
            <a:solidFill>
              <a:schemeClr val="tx1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206" name="직선 화살표 연결선 205">
            <a:extLst>
              <a:ext uri="{FF2B5EF4-FFF2-40B4-BE49-F238E27FC236}">
                <a16:creationId xmlns:a16="http://schemas.microsoft.com/office/drawing/2014/main" id="{37E425B5-C426-0050-FC3B-A1AE1D181376}"/>
              </a:ext>
            </a:extLst>
          </p:cNvPr>
          <p:cNvCxnSpPr>
            <a:cxnSpLocks/>
            <a:stCxn id="101" idx="2"/>
            <a:endCxn id="192" idx="0"/>
          </p:cNvCxnSpPr>
          <p:nvPr/>
        </p:nvCxnSpPr>
        <p:spPr>
          <a:xfrm>
            <a:off x="4448292" y="3607371"/>
            <a:ext cx="0" cy="154456"/>
          </a:xfrm>
          <a:prstGeom prst="straightConnector1">
            <a:avLst/>
          </a:prstGeom>
          <a:ln w="12700">
            <a:solidFill>
              <a:schemeClr val="tx1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</p:spTree>
    <p:extLst>
      <p:ext uri="{BB962C8B-B14F-4D97-AF65-F5344CB8AC3E}">
        <p14:creationId xmlns:p14="http://schemas.microsoft.com/office/powerpoint/2010/main" val="949893940"/>
      </p:ext>
    </p:extLst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0A40E94C-29E9-F5C5-170B-055CAB6299EE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모서리가 둥근 직사각형 1">
            <a:extLst>
              <a:ext uri="{FF2B5EF4-FFF2-40B4-BE49-F238E27FC236}">
                <a16:creationId xmlns:a16="http://schemas.microsoft.com/office/drawing/2014/main" id="{A15C57E2-DEBE-0B9A-584D-88387B06810B}"/>
              </a:ext>
            </a:extLst>
          </p:cNvPr>
          <p:cNvSpPr/>
          <p:nvPr/>
        </p:nvSpPr>
        <p:spPr>
          <a:xfrm>
            <a:off x="642088" y="98487"/>
            <a:ext cx="7607535" cy="1908522"/>
          </a:xfrm>
          <a:prstGeom prst="roundRect">
            <a:avLst>
              <a:gd name="adj" fmla="val 4772"/>
            </a:avLst>
          </a:prstGeom>
          <a:noFill/>
          <a:ln w="12700"/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t"/>
          <a:lstStyle/>
          <a:p>
            <a:pPr algn="ctr"/>
            <a:r>
              <a:rPr kumimoji="1" lang="en-US" altLang="ko-KR" sz="1000" b="1">
                <a:solidFill>
                  <a:schemeClr val="tx1"/>
                </a:solidFill>
              </a:rPr>
              <a:t>Main Thread</a:t>
            </a:r>
            <a:endParaRPr kumimoji="1" lang="ko-KR" altLang="en-US" sz="1000" b="1">
              <a:solidFill>
                <a:schemeClr val="tx1"/>
              </a:solidFill>
            </a:endParaRPr>
          </a:p>
        </p:txBody>
      </p:sp>
      <p:sp>
        <p:nvSpPr>
          <p:cNvPr id="5" name="모서리가 둥근 직사각형 4">
            <a:extLst>
              <a:ext uri="{FF2B5EF4-FFF2-40B4-BE49-F238E27FC236}">
                <a16:creationId xmlns:a16="http://schemas.microsoft.com/office/drawing/2014/main" id="{01B965A8-4EDD-77F8-4303-94BAB3CDF040}"/>
              </a:ext>
            </a:extLst>
          </p:cNvPr>
          <p:cNvSpPr/>
          <p:nvPr/>
        </p:nvSpPr>
        <p:spPr>
          <a:xfrm>
            <a:off x="739358" y="386519"/>
            <a:ext cx="5268846" cy="756890"/>
          </a:xfrm>
          <a:prstGeom prst="roundRect">
            <a:avLst>
              <a:gd name="adj" fmla="val 7226"/>
            </a:avLst>
          </a:prstGeom>
          <a:noFill/>
          <a:ln w="12700"/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t"/>
          <a:lstStyle/>
          <a:p>
            <a:pPr algn="ctr"/>
            <a:r>
              <a:rPr kumimoji="1" lang="en-US" altLang="ko-KR" sz="900" b="1">
                <a:solidFill>
                  <a:schemeClr val="tx1"/>
                </a:solidFill>
              </a:rPr>
              <a:t>runOnAllThreads(cb, all_threads_complete_cb)</a:t>
            </a:r>
            <a:endParaRPr kumimoji="1" lang="ko-KR" altLang="en-US" sz="900" b="1">
              <a:solidFill>
                <a:schemeClr val="tx1"/>
              </a:solidFill>
            </a:endParaRPr>
          </a:p>
        </p:txBody>
      </p:sp>
      <p:sp>
        <p:nvSpPr>
          <p:cNvPr id="6" name="모서리가 둥근 직사각형 5">
            <a:extLst>
              <a:ext uri="{FF2B5EF4-FFF2-40B4-BE49-F238E27FC236}">
                <a16:creationId xmlns:a16="http://schemas.microsoft.com/office/drawing/2014/main" id="{328207A8-371E-5C46-565B-BE10ABA16C44}"/>
              </a:ext>
            </a:extLst>
          </p:cNvPr>
          <p:cNvSpPr/>
          <p:nvPr/>
        </p:nvSpPr>
        <p:spPr>
          <a:xfrm>
            <a:off x="811367" y="700550"/>
            <a:ext cx="858242" cy="366762"/>
          </a:xfrm>
          <a:prstGeom prst="roundRect">
            <a:avLst>
              <a:gd name="adj" fmla="val 12419"/>
            </a:avLst>
          </a:prstGeom>
          <a:noFill/>
          <a:ln w="12700"/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kumimoji="1" lang="en-US" altLang="ko-KR" sz="900">
                <a:solidFill>
                  <a:schemeClr val="tx1"/>
                </a:solidFill>
              </a:rPr>
              <a:t>Run</a:t>
            </a:r>
            <a:r>
              <a:rPr kumimoji="1" lang="en-US" altLang="ko-KR" sz="900" b="1">
                <a:solidFill>
                  <a:schemeClr val="tx1"/>
                </a:solidFill>
              </a:rPr>
              <a:t> cb()</a:t>
            </a:r>
            <a:endParaRPr kumimoji="1" lang="ko-KR" altLang="en-US" sz="900" b="1">
              <a:solidFill>
                <a:schemeClr val="tx1"/>
              </a:solidFill>
            </a:endParaRPr>
          </a:p>
        </p:txBody>
      </p:sp>
      <p:sp>
        <p:nvSpPr>
          <p:cNvPr id="7" name="모서리가 둥근 직사각형 6">
            <a:extLst>
              <a:ext uri="{FF2B5EF4-FFF2-40B4-BE49-F238E27FC236}">
                <a16:creationId xmlns:a16="http://schemas.microsoft.com/office/drawing/2014/main" id="{4E88C6E9-81E3-918B-890D-B633A1DC8A0F}"/>
              </a:ext>
            </a:extLst>
          </p:cNvPr>
          <p:cNvSpPr/>
          <p:nvPr/>
        </p:nvSpPr>
        <p:spPr>
          <a:xfrm>
            <a:off x="1969280" y="700550"/>
            <a:ext cx="2443164" cy="366762"/>
          </a:xfrm>
          <a:prstGeom prst="roundRect">
            <a:avLst>
              <a:gd name="adj" fmla="val 12419"/>
            </a:avLst>
          </a:prstGeom>
          <a:noFill/>
          <a:ln w="12700"/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kumimoji="1" lang="en-US" altLang="ko-KR" sz="900">
                <a:solidFill>
                  <a:schemeClr val="tx1"/>
                </a:solidFill>
              </a:rPr>
              <a:t>Save </a:t>
            </a:r>
            <a:r>
              <a:rPr kumimoji="1" lang="en-US" altLang="ko-KR" sz="900" b="1">
                <a:solidFill>
                  <a:schemeClr val="tx1"/>
                </a:solidFill>
              </a:rPr>
              <a:t>cb()</a:t>
            </a:r>
            <a:r>
              <a:rPr kumimoji="1" lang="en-US" altLang="ko-KR" sz="900">
                <a:solidFill>
                  <a:schemeClr val="tx1"/>
                </a:solidFill>
              </a:rPr>
              <a:t> to </a:t>
            </a:r>
            <a:r>
              <a:rPr kumimoji="1" lang="en-US" altLang="ko-KR" sz="900" b="1">
                <a:solidFill>
                  <a:schemeClr val="tx1"/>
                </a:solidFill>
              </a:rPr>
              <a:t>cb_guard (shared_ptr)</a:t>
            </a:r>
            <a:r>
              <a:rPr kumimoji="1" lang="en-US" altLang="ko-KR" sz="900">
                <a:solidFill>
                  <a:schemeClr val="tx1"/>
                </a:solidFill>
              </a:rPr>
              <a:t> with </a:t>
            </a:r>
            <a:r>
              <a:rPr kumimoji="1" lang="en-US" altLang="ko-KR" sz="900" b="1">
                <a:solidFill>
                  <a:schemeClr val="tx1"/>
                </a:solidFill>
              </a:rPr>
              <a:t>all_threads_complete_cb() Deleter</a:t>
            </a:r>
            <a:endParaRPr kumimoji="1" lang="ko-KR" altLang="en-US" sz="900">
              <a:solidFill>
                <a:schemeClr val="tx1"/>
              </a:solidFill>
            </a:endParaRPr>
          </a:p>
        </p:txBody>
      </p:sp>
      <p:sp>
        <p:nvSpPr>
          <p:cNvPr id="10" name="모서리가 둥근 직사각형 9">
            <a:extLst>
              <a:ext uri="{FF2B5EF4-FFF2-40B4-BE49-F238E27FC236}">
                <a16:creationId xmlns:a16="http://schemas.microsoft.com/office/drawing/2014/main" id="{F60E9523-F839-8485-115B-57494EF60D44}"/>
              </a:ext>
            </a:extLst>
          </p:cNvPr>
          <p:cNvSpPr/>
          <p:nvPr/>
        </p:nvSpPr>
        <p:spPr>
          <a:xfrm>
            <a:off x="811367" y="1528962"/>
            <a:ext cx="858242" cy="360040"/>
          </a:xfrm>
          <a:prstGeom prst="roundRect">
            <a:avLst>
              <a:gd name="adj" fmla="val 14972"/>
            </a:avLst>
          </a:prstGeom>
          <a:solidFill>
            <a:schemeClr val="bg1">
              <a:lumMod val="95000"/>
            </a:schemeClr>
          </a:solidFill>
          <a:ln w="12700"/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kumimoji="1" lang="en-US" altLang="ko-KR" sz="900" b="1">
                <a:solidFill>
                  <a:schemeClr val="tx1"/>
                </a:solidFill>
              </a:rPr>
              <a:t>TLS </a:t>
            </a:r>
          </a:p>
        </p:txBody>
      </p:sp>
      <p:cxnSp>
        <p:nvCxnSpPr>
          <p:cNvPr id="11" name="직선 화살표 연결선 10">
            <a:extLst>
              <a:ext uri="{FF2B5EF4-FFF2-40B4-BE49-F238E27FC236}">
                <a16:creationId xmlns:a16="http://schemas.microsoft.com/office/drawing/2014/main" id="{F0D31AA4-C44E-1487-35ED-3657183C5988}"/>
              </a:ext>
            </a:extLst>
          </p:cNvPr>
          <p:cNvCxnSpPr>
            <a:cxnSpLocks/>
            <a:stCxn id="6" idx="2"/>
            <a:endCxn id="10" idx="0"/>
          </p:cNvCxnSpPr>
          <p:nvPr/>
        </p:nvCxnSpPr>
        <p:spPr>
          <a:xfrm>
            <a:off x="1240488" y="1067312"/>
            <a:ext cx="0" cy="461650"/>
          </a:xfrm>
          <a:prstGeom prst="straightConnector1">
            <a:avLst/>
          </a:prstGeom>
          <a:ln w="12700">
            <a:solidFill>
              <a:schemeClr val="tx1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15" name="직선 화살표 연결선 14">
            <a:extLst>
              <a:ext uri="{FF2B5EF4-FFF2-40B4-BE49-F238E27FC236}">
                <a16:creationId xmlns:a16="http://schemas.microsoft.com/office/drawing/2014/main" id="{F8FDD019-7D30-B18F-3596-CFDFF6D02E57}"/>
              </a:ext>
            </a:extLst>
          </p:cNvPr>
          <p:cNvCxnSpPr>
            <a:cxnSpLocks/>
            <a:stCxn id="6" idx="3"/>
            <a:endCxn id="7" idx="1"/>
          </p:cNvCxnSpPr>
          <p:nvPr/>
        </p:nvCxnSpPr>
        <p:spPr>
          <a:xfrm>
            <a:off x="1669609" y="883931"/>
            <a:ext cx="299671" cy="0"/>
          </a:xfrm>
          <a:prstGeom prst="straightConnector1">
            <a:avLst/>
          </a:prstGeom>
          <a:ln w="12700">
            <a:solidFill>
              <a:schemeClr val="tx1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22" name="모서리가 둥근 직사각형 21">
            <a:extLst>
              <a:ext uri="{FF2B5EF4-FFF2-40B4-BE49-F238E27FC236}">
                <a16:creationId xmlns:a16="http://schemas.microsoft.com/office/drawing/2014/main" id="{45DDD0AE-DC8B-F968-DC09-3CE4CCCAAF19}"/>
              </a:ext>
            </a:extLst>
          </p:cNvPr>
          <p:cNvSpPr/>
          <p:nvPr/>
        </p:nvSpPr>
        <p:spPr>
          <a:xfrm>
            <a:off x="4712115" y="700550"/>
            <a:ext cx="1224135" cy="366762"/>
          </a:xfrm>
          <a:prstGeom prst="roundRect">
            <a:avLst>
              <a:gd name="adj" fmla="val 12419"/>
            </a:avLst>
          </a:prstGeom>
          <a:noFill/>
          <a:ln w="12700"/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kumimoji="1" lang="en-US" altLang="ko-KR" sz="900">
                <a:solidFill>
                  <a:schemeClr val="tx1"/>
                </a:solidFill>
              </a:rPr>
              <a:t>Post </a:t>
            </a:r>
            <a:r>
              <a:rPr kumimoji="1" lang="en-US" altLang="ko-KR" sz="900" b="1">
                <a:solidFill>
                  <a:schemeClr val="tx1"/>
                </a:solidFill>
              </a:rPr>
              <a:t>cb_guard</a:t>
            </a:r>
            <a:r>
              <a:rPr kumimoji="1" lang="en-US" altLang="ko-KR" sz="900">
                <a:solidFill>
                  <a:schemeClr val="tx1"/>
                </a:solidFill>
              </a:rPr>
              <a:t> to all workers</a:t>
            </a:r>
            <a:r>
              <a:rPr kumimoji="1" lang="en-US" altLang="ko-KR" sz="900" b="1">
                <a:solidFill>
                  <a:schemeClr val="tx1"/>
                </a:solidFill>
              </a:rPr>
              <a:t> </a:t>
            </a:r>
            <a:endParaRPr kumimoji="1" lang="ko-KR" altLang="en-US" sz="900" b="1">
              <a:solidFill>
                <a:schemeClr val="tx1"/>
              </a:solidFill>
            </a:endParaRPr>
          </a:p>
        </p:txBody>
      </p:sp>
      <p:cxnSp>
        <p:nvCxnSpPr>
          <p:cNvPr id="24" name="직선 화살표 연결선 23">
            <a:extLst>
              <a:ext uri="{FF2B5EF4-FFF2-40B4-BE49-F238E27FC236}">
                <a16:creationId xmlns:a16="http://schemas.microsoft.com/office/drawing/2014/main" id="{04CD46CA-09E4-82F4-CD7B-C58620334B43}"/>
              </a:ext>
            </a:extLst>
          </p:cNvPr>
          <p:cNvCxnSpPr>
            <a:cxnSpLocks/>
            <a:stCxn id="7" idx="3"/>
            <a:endCxn id="22" idx="1"/>
          </p:cNvCxnSpPr>
          <p:nvPr/>
        </p:nvCxnSpPr>
        <p:spPr>
          <a:xfrm>
            <a:off x="4412444" y="883931"/>
            <a:ext cx="299671" cy="0"/>
          </a:xfrm>
          <a:prstGeom prst="straightConnector1">
            <a:avLst/>
          </a:prstGeom>
          <a:ln w="12700">
            <a:solidFill>
              <a:schemeClr val="tx1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27" name="직선 화살표 연결선 26">
            <a:extLst>
              <a:ext uri="{FF2B5EF4-FFF2-40B4-BE49-F238E27FC236}">
                <a16:creationId xmlns:a16="http://schemas.microsoft.com/office/drawing/2014/main" id="{106E7FED-9B11-D650-1A99-3EFD30D78738}"/>
              </a:ext>
            </a:extLst>
          </p:cNvPr>
          <p:cNvCxnSpPr>
            <a:cxnSpLocks/>
            <a:stCxn id="22" idx="2"/>
            <a:endCxn id="9" idx="0"/>
          </p:cNvCxnSpPr>
          <p:nvPr/>
        </p:nvCxnSpPr>
        <p:spPr>
          <a:xfrm flipH="1">
            <a:off x="1724026" y="1067312"/>
            <a:ext cx="3600157" cy="1333129"/>
          </a:xfrm>
          <a:prstGeom prst="straightConnector1">
            <a:avLst/>
          </a:prstGeom>
          <a:ln w="12700">
            <a:solidFill>
              <a:schemeClr val="tx1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67" name="모서리가 둥근 직사각형 66">
            <a:extLst>
              <a:ext uri="{FF2B5EF4-FFF2-40B4-BE49-F238E27FC236}">
                <a16:creationId xmlns:a16="http://schemas.microsoft.com/office/drawing/2014/main" id="{F23976C1-6FEB-1DB3-264B-98D9A0E0CB97}"/>
              </a:ext>
            </a:extLst>
          </p:cNvPr>
          <p:cNvSpPr/>
          <p:nvPr/>
        </p:nvSpPr>
        <p:spPr>
          <a:xfrm>
            <a:off x="7216752" y="1528962"/>
            <a:ext cx="858242" cy="360040"/>
          </a:xfrm>
          <a:prstGeom prst="roundRect">
            <a:avLst>
              <a:gd name="adj" fmla="val 14972"/>
            </a:avLst>
          </a:prstGeom>
          <a:solidFill>
            <a:schemeClr val="bg1">
              <a:lumMod val="95000"/>
            </a:schemeClr>
          </a:solidFill>
          <a:ln w="12700"/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kumimoji="1" lang="en-US" altLang="ko-KR" sz="900" b="1">
                <a:solidFill>
                  <a:schemeClr val="tx1"/>
                </a:solidFill>
              </a:rPr>
              <a:t>Dispatcher </a:t>
            </a:r>
          </a:p>
        </p:txBody>
      </p:sp>
      <p:sp>
        <p:nvSpPr>
          <p:cNvPr id="9" name="모서리가 둥근 직사각형 8">
            <a:extLst>
              <a:ext uri="{FF2B5EF4-FFF2-40B4-BE49-F238E27FC236}">
                <a16:creationId xmlns:a16="http://schemas.microsoft.com/office/drawing/2014/main" id="{02D7765A-158A-067E-A652-D26F38E45FC4}"/>
              </a:ext>
            </a:extLst>
          </p:cNvPr>
          <p:cNvSpPr/>
          <p:nvPr/>
        </p:nvSpPr>
        <p:spPr>
          <a:xfrm>
            <a:off x="1294905" y="2400441"/>
            <a:ext cx="858242" cy="360040"/>
          </a:xfrm>
          <a:prstGeom prst="roundRect">
            <a:avLst>
              <a:gd name="adj" fmla="val 14972"/>
            </a:avLst>
          </a:prstGeom>
          <a:solidFill>
            <a:schemeClr val="bg1">
              <a:lumMod val="95000"/>
            </a:schemeClr>
          </a:solidFill>
          <a:ln w="12700"/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kumimoji="1" lang="en-US" altLang="ko-KR" sz="900" b="1">
                <a:solidFill>
                  <a:schemeClr val="tx1"/>
                </a:solidFill>
              </a:rPr>
              <a:t>Dispatcher </a:t>
            </a:r>
          </a:p>
        </p:txBody>
      </p:sp>
      <p:sp>
        <p:nvSpPr>
          <p:cNvPr id="23" name="모서리가 둥근 직사각형 22">
            <a:extLst>
              <a:ext uri="{FF2B5EF4-FFF2-40B4-BE49-F238E27FC236}">
                <a16:creationId xmlns:a16="http://schemas.microsoft.com/office/drawing/2014/main" id="{96EC214D-6589-0D28-A3BA-A992F23301D0}"/>
              </a:ext>
            </a:extLst>
          </p:cNvPr>
          <p:cNvSpPr/>
          <p:nvPr/>
        </p:nvSpPr>
        <p:spPr>
          <a:xfrm>
            <a:off x="1197635" y="2283719"/>
            <a:ext cx="2047602" cy="2070633"/>
          </a:xfrm>
          <a:prstGeom prst="roundRect">
            <a:avLst>
              <a:gd name="adj" fmla="val 3703"/>
            </a:avLst>
          </a:prstGeom>
          <a:noFill/>
          <a:ln w="12700"/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b"/>
          <a:lstStyle/>
          <a:p>
            <a:r>
              <a:rPr kumimoji="1" lang="en-US" altLang="ko-KR" sz="1000" b="1">
                <a:solidFill>
                  <a:schemeClr val="tx1"/>
                </a:solidFill>
              </a:rPr>
              <a:t>Worker Thread A</a:t>
            </a:r>
            <a:endParaRPr kumimoji="1" lang="ko-KR" altLang="en-US" sz="1000" b="1">
              <a:solidFill>
                <a:schemeClr val="tx1"/>
              </a:solidFill>
            </a:endParaRPr>
          </a:p>
        </p:txBody>
      </p:sp>
      <p:sp>
        <p:nvSpPr>
          <p:cNvPr id="32" name="모서리가 둥근 직사각형 31">
            <a:extLst>
              <a:ext uri="{FF2B5EF4-FFF2-40B4-BE49-F238E27FC236}">
                <a16:creationId xmlns:a16="http://schemas.microsoft.com/office/drawing/2014/main" id="{C395541B-5629-0C8E-6814-074F688F9930}"/>
              </a:ext>
            </a:extLst>
          </p:cNvPr>
          <p:cNvSpPr/>
          <p:nvPr/>
        </p:nvSpPr>
        <p:spPr>
          <a:xfrm>
            <a:off x="1294905" y="3008709"/>
            <a:ext cx="1857935" cy="366762"/>
          </a:xfrm>
          <a:prstGeom prst="roundRect">
            <a:avLst>
              <a:gd name="adj" fmla="val 12419"/>
            </a:avLst>
          </a:prstGeom>
          <a:noFill/>
          <a:ln w="12700"/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kumimoji="1" lang="en-US" altLang="ko-KR" sz="900">
                <a:solidFill>
                  <a:schemeClr val="tx1"/>
                </a:solidFill>
              </a:rPr>
              <a:t>Get </a:t>
            </a:r>
            <a:r>
              <a:rPr kumimoji="1" lang="en-US" altLang="ko-KR" sz="900" b="1">
                <a:solidFill>
                  <a:schemeClr val="tx1"/>
                </a:solidFill>
              </a:rPr>
              <a:t>cb()</a:t>
            </a:r>
            <a:r>
              <a:rPr kumimoji="1" lang="en-US" altLang="ko-KR" sz="900">
                <a:solidFill>
                  <a:schemeClr val="tx1"/>
                </a:solidFill>
              </a:rPr>
              <a:t> from </a:t>
            </a:r>
            <a:r>
              <a:rPr kumimoji="1" lang="en-US" altLang="ko-KR" sz="900" b="1">
                <a:solidFill>
                  <a:schemeClr val="tx1"/>
                </a:solidFill>
              </a:rPr>
              <a:t>cb_guard</a:t>
            </a:r>
          </a:p>
          <a:p>
            <a:pPr algn="ctr"/>
            <a:r>
              <a:rPr kumimoji="1" lang="en-US" altLang="ko-KR" sz="900">
                <a:solidFill>
                  <a:schemeClr val="tx1"/>
                </a:solidFill>
              </a:rPr>
              <a:t>and run </a:t>
            </a:r>
            <a:r>
              <a:rPr kumimoji="1" lang="en-US" altLang="ko-KR" sz="900" b="1">
                <a:solidFill>
                  <a:schemeClr val="tx1"/>
                </a:solidFill>
              </a:rPr>
              <a:t>cb()</a:t>
            </a:r>
            <a:endParaRPr kumimoji="1" lang="ko-KR" altLang="en-US" sz="900" b="1">
              <a:solidFill>
                <a:schemeClr val="tx1"/>
              </a:solidFill>
            </a:endParaRPr>
          </a:p>
        </p:txBody>
      </p:sp>
      <p:sp>
        <p:nvSpPr>
          <p:cNvPr id="35" name="모서리가 둥근 직사각형 34">
            <a:extLst>
              <a:ext uri="{FF2B5EF4-FFF2-40B4-BE49-F238E27FC236}">
                <a16:creationId xmlns:a16="http://schemas.microsoft.com/office/drawing/2014/main" id="{4F821BD6-04A4-9FAC-8207-A0494D901DF4}"/>
              </a:ext>
            </a:extLst>
          </p:cNvPr>
          <p:cNvSpPr/>
          <p:nvPr/>
        </p:nvSpPr>
        <p:spPr>
          <a:xfrm>
            <a:off x="1294904" y="3623699"/>
            <a:ext cx="1857936" cy="366762"/>
          </a:xfrm>
          <a:prstGeom prst="roundRect">
            <a:avLst>
              <a:gd name="adj" fmla="val 12419"/>
            </a:avLst>
          </a:prstGeom>
          <a:noFill/>
          <a:ln w="12700"/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kumimoji="1" lang="en-US" altLang="ko-KR" sz="900">
                <a:solidFill>
                  <a:schemeClr val="tx1"/>
                </a:solidFill>
              </a:rPr>
              <a:t>Decrease count (3</a:t>
            </a:r>
            <a:r>
              <a:rPr kumimoji="1" lang="en-US" altLang="ko-KR" sz="900">
                <a:solidFill>
                  <a:schemeClr val="tx1"/>
                </a:solidFill>
                <a:sym typeface="Wingdings" pitchFamily="2" charset="2"/>
              </a:rPr>
              <a:t>2</a:t>
            </a:r>
            <a:r>
              <a:rPr kumimoji="1" lang="en-US" altLang="ko-KR" sz="900">
                <a:solidFill>
                  <a:schemeClr val="tx1"/>
                </a:solidFill>
              </a:rPr>
              <a:t>) in </a:t>
            </a:r>
            <a:r>
              <a:rPr kumimoji="1" lang="en-US" altLang="ko-KR" sz="900" b="1">
                <a:solidFill>
                  <a:schemeClr val="tx1"/>
                </a:solidFill>
              </a:rPr>
              <a:t>cb()</a:t>
            </a:r>
          </a:p>
          <a:p>
            <a:pPr algn="ctr"/>
            <a:r>
              <a:rPr kumimoji="1" lang="en-US" altLang="ko-KR" sz="900">
                <a:solidFill>
                  <a:schemeClr val="tx1"/>
                </a:solidFill>
              </a:rPr>
              <a:t>and Check `count == 0`</a:t>
            </a:r>
            <a:r>
              <a:rPr kumimoji="1" lang="en-US" altLang="ko-KR" sz="900" b="1">
                <a:solidFill>
                  <a:schemeClr val="tx1"/>
                </a:solidFill>
              </a:rPr>
              <a:t> </a:t>
            </a:r>
            <a:endParaRPr kumimoji="1" lang="ko-KR" altLang="en-US" sz="900" b="1">
              <a:solidFill>
                <a:schemeClr val="tx1"/>
              </a:solidFill>
            </a:endParaRPr>
          </a:p>
        </p:txBody>
      </p:sp>
      <p:sp>
        <p:nvSpPr>
          <p:cNvPr id="40" name="모서리가 둥근 직사각형 39">
            <a:extLst>
              <a:ext uri="{FF2B5EF4-FFF2-40B4-BE49-F238E27FC236}">
                <a16:creationId xmlns:a16="http://schemas.microsoft.com/office/drawing/2014/main" id="{A857BCE8-5D38-F969-632D-27ED0A38F6F5}"/>
              </a:ext>
            </a:extLst>
          </p:cNvPr>
          <p:cNvSpPr/>
          <p:nvPr/>
        </p:nvSpPr>
        <p:spPr>
          <a:xfrm>
            <a:off x="2294599" y="2400441"/>
            <a:ext cx="858242" cy="366762"/>
          </a:xfrm>
          <a:prstGeom prst="roundRect">
            <a:avLst>
              <a:gd name="adj" fmla="val 14972"/>
            </a:avLst>
          </a:prstGeom>
          <a:solidFill>
            <a:schemeClr val="bg1">
              <a:lumMod val="95000"/>
            </a:schemeClr>
          </a:solidFill>
          <a:ln w="12700"/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kumimoji="1" lang="en-US" altLang="ko-KR" sz="900" b="1">
                <a:solidFill>
                  <a:schemeClr val="tx1"/>
                </a:solidFill>
              </a:rPr>
              <a:t>TLS </a:t>
            </a:r>
          </a:p>
        </p:txBody>
      </p:sp>
      <p:cxnSp>
        <p:nvCxnSpPr>
          <p:cNvPr id="41" name="직선 화살표 연결선 40">
            <a:extLst>
              <a:ext uri="{FF2B5EF4-FFF2-40B4-BE49-F238E27FC236}">
                <a16:creationId xmlns:a16="http://schemas.microsoft.com/office/drawing/2014/main" id="{68ED4382-CEFF-9A50-1E37-6C2D6E665326}"/>
              </a:ext>
            </a:extLst>
          </p:cNvPr>
          <p:cNvCxnSpPr>
            <a:cxnSpLocks/>
            <a:stCxn id="9" idx="2"/>
          </p:cNvCxnSpPr>
          <p:nvPr/>
        </p:nvCxnSpPr>
        <p:spPr>
          <a:xfrm>
            <a:off x="1724026" y="2760481"/>
            <a:ext cx="0" cy="248228"/>
          </a:xfrm>
          <a:prstGeom prst="straightConnector1">
            <a:avLst/>
          </a:prstGeom>
          <a:ln w="12700">
            <a:solidFill>
              <a:schemeClr val="tx1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46" name="직선 화살표 연결선 45">
            <a:extLst>
              <a:ext uri="{FF2B5EF4-FFF2-40B4-BE49-F238E27FC236}">
                <a16:creationId xmlns:a16="http://schemas.microsoft.com/office/drawing/2014/main" id="{0C14139A-D346-B3BD-94D0-EDAEE3E0A22A}"/>
              </a:ext>
            </a:extLst>
          </p:cNvPr>
          <p:cNvCxnSpPr>
            <a:cxnSpLocks/>
            <a:endCxn id="40" idx="2"/>
          </p:cNvCxnSpPr>
          <p:nvPr/>
        </p:nvCxnSpPr>
        <p:spPr>
          <a:xfrm flipV="1">
            <a:off x="2723720" y="2767203"/>
            <a:ext cx="0" cy="241506"/>
          </a:xfrm>
          <a:prstGeom prst="straightConnector1">
            <a:avLst/>
          </a:prstGeom>
          <a:ln w="12700">
            <a:solidFill>
              <a:schemeClr val="tx1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49" name="직선 화살표 연결선 48">
            <a:extLst>
              <a:ext uri="{FF2B5EF4-FFF2-40B4-BE49-F238E27FC236}">
                <a16:creationId xmlns:a16="http://schemas.microsoft.com/office/drawing/2014/main" id="{1C01D635-35C6-F92E-BF07-A539F9C33B80}"/>
              </a:ext>
            </a:extLst>
          </p:cNvPr>
          <p:cNvCxnSpPr>
            <a:cxnSpLocks/>
            <a:stCxn id="32" idx="2"/>
            <a:endCxn id="35" idx="0"/>
          </p:cNvCxnSpPr>
          <p:nvPr/>
        </p:nvCxnSpPr>
        <p:spPr>
          <a:xfrm flipH="1">
            <a:off x="2223872" y="3375471"/>
            <a:ext cx="1" cy="248228"/>
          </a:xfrm>
          <a:prstGeom prst="straightConnector1">
            <a:avLst/>
          </a:prstGeom>
          <a:ln w="12700">
            <a:solidFill>
              <a:schemeClr val="tx1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98" name="모서리가 둥근 직사각형 97">
            <a:extLst>
              <a:ext uri="{FF2B5EF4-FFF2-40B4-BE49-F238E27FC236}">
                <a16:creationId xmlns:a16="http://schemas.microsoft.com/office/drawing/2014/main" id="{3B7FF83B-5E72-424C-3770-90E58351B5A9}"/>
              </a:ext>
            </a:extLst>
          </p:cNvPr>
          <p:cNvSpPr/>
          <p:nvPr/>
        </p:nvSpPr>
        <p:spPr>
          <a:xfrm>
            <a:off x="3519325" y="2400441"/>
            <a:ext cx="858242" cy="360040"/>
          </a:xfrm>
          <a:prstGeom prst="roundRect">
            <a:avLst>
              <a:gd name="adj" fmla="val 14972"/>
            </a:avLst>
          </a:prstGeom>
          <a:solidFill>
            <a:schemeClr val="bg1">
              <a:lumMod val="95000"/>
            </a:schemeClr>
          </a:solidFill>
          <a:ln w="12700"/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kumimoji="1" lang="en-US" altLang="ko-KR" sz="900" b="1">
                <a:solidFill>
                  <a:schemeClr val="tx1"/>
                </a:solidFill>
              </a:rPr>
              <a:t>Dispatcher </a:t>
            </a:r>
          </a:p>
        </p:txBody>
      </p:sp>
      <p:sp>
        <p:nvSpPr>
          <p:cNvPr id="99" name="모서리가 둥근 직사각형 98">
            <a:extLst>
              <a:ext uri="{FF2B5EF4-FFF2-40B4-BE49-F238E27FC236}">
                <a16:creationId xmlns:a16="http://schemas.microsoft.com/office/drawing/2014/main" id="{B2B5A20B-4A96-0B16-FBD4-0AA485724AA6}"/>
              </a:ext>
            </a:extLst>
          </p:cNvPr>
          <p:cNvSpPr/>
          <p:nvPr/>
        </p:nvSpPr>
        <p:spPr>
          <a:xfrm>
            <a:off x="3422055" y="2283719"/>
            <a:ext cx="2047602" cy="2070633"/>
          </a:xfrm>
          <a:prstGeom prst="roundRect">
            <a:avLst>
              <a:gd name="adj" fmla="val 3703"/>
            </a:avLst>
          </a:prstGeom>
          <a:noFill/>
          <a:ln w="12700"/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b"/>
          <a:lstStyle/>
          <a:p>
            <a:r>
              <a:rPr kumimoji="1" lang="en-US" altLang="ko-KR" sz="1000" b="1">
                <a:solidFill>
                  <a:schemeClr val="tx1"/>
                </a:solidFill>
              </a:rPr>
              <a:t>Worker Thread B</a:t>
            </a:r>
            <a:endParaRPr kumimoji="1" lang="ko-KR" altLang="en-US" sz="1000" b="1">
              <a:solidFill>
                <a:schemeClr val="tx1"/>
              </a:solidFill>
            </a:endParaRPr>
          </a:p>
        </p:txBody>
      </p:sp>
      <p:sp>
        <p:nvSpPr>
          <p:cNvPr id="100" name="모서리가 둥근 직사각형 99">
            <a:extLst>
              <a:ext uri="{FF2B5EF4-FFF2-40B4-BE49-F238E27FC236}">
                <a16:creationId xmlns:a16="http://schemas.microsoft.com/office/drawing/2014/main" id="{832F9160-C7B3-4B58-B3A8-9EB130C75B18}"/>
              </a:ext>
            </a:extLst>
          </p:cNvPr>
          <p:cNvSpPr/>
          <p:nvPr/>
        </p:nvSpPr>
        <p:spPr>
          <a:xfrm>
            <a:off x="3519325" y="3008709"/>
            <a:ext cx="1857935" cy="366762"/>
          </a:xfrm>
          <a:prstGeom prst="roundRect">
            <a:avLst>
              <a:gd name="adj" fmla="val 12419"/>
            </a:avLst>
          </a:prstGeom>
          <a:noFill/>
          <a:ln w="12700"/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kumimoji="1" lang="en-US" altLang="ko-KR" sz="900">
                <a:solidFill>
                  <a:schemeClr val="tx1"/>
                </a:solidFill>
              </a:rPr>
              <a:t>Get </a:t>
            </a:r>
            <a:r>
              <a:rPr kumimoji="1" lang="en-US" altLang="ko-KR" sz="900" b="1">
                <a:solidFill>
                  <a:schemeClr val="tx1"/>
                </a:solidFill>
              </a:rPr>
              <a:t>cb()</a:t>
            </a:r>
            <a:r>
              <a:rPr kumimoji="1" lang="en-US" altLang="ko-KR" sz="900">
                <a:solidFill>
                  <a:schemeClr val="tx1"/>
                </a:solidFill>
              </a:rPr>
              <a:t> from </a:t>
            </a:r>
            <a:r>
              <a:rPr kumimoji="1" lang="en-US" altLang="ko-KR" sz="900" b="1">
                <a:solidFill>
                  <a:schemeClr val="tx1"/>
                </a:solidFill>
              </a:rPr>
              <a:t>cb_guard</a:t>
            </a:r>
          </a:p>
          <a:p>
            <a:pPr algn="ctr"/>
            <a:r>
              <a:rPr kumimoji="1" lang="en-US" altLang="ko-KR" sz="900">
                <a:solidFill>
                  <a:schemeClr val="tx1"/>
                </a:solidFill>
              </a:rPr>
              <a:t>and run </a:t>
            </a:r>
            <a:r>
              <a:rPr kumimoji="1" lang="en-US" altLang="ko-KR" sz="900" b="1">
                <a:solidFill>
                  <a:schemeClr val="tx1"/>
                </a:solidFill>
              </a:rPr>
              <a:t>cb()</a:t>
            </a:r>
            <a:endParaRPr kumimoji="1" lang="ko-KR" altLang="en-US" sz="900" b="1">
              <a:solidFill>
                <a:schemeClr val="tx1"/>
              </a:solidFill>
            </a:endParaRPr>
          </a:p>
        </p:txBody>
      </p:sp>
      <p:sp>
        <p:nvSpPr>
          <p:cNvPr id="101" name="모서리가 둥근 직사각형 100">
            <a:extLst>
              <a:ext uri="{FF2B5EF4-FFF2-40B4-BE49-F238E27FC236}">
                <a16:creationId xmlns:a16="http://schemas.microsoft.com/office/drawing/2014/main" id="{A26C92C7-632B-C43D-9A50-3601E676DF62}"/>
              </a:ext>
            </a:extLst>
          </p:cNvPr>
          <p:cNvSpPr/>
          <p:nvPr/>
        </p:nvSpPr>
        <p:spPr>
          <a:xfrm>
            <a:off x="3519324" y="3623699"/>
            <a:ext cx="1857936" cy="366762"/>
          </a:xfrm>
          <a:prstGeom prst="roundRect">
            <a:avLst>
              <a:gd name="adj" fmla="val 12419"/>
            </a:avLst>
          </a:prstGeom>
          <a:noFill/>
          <a:ln w="12700"/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kumimoji="1" lang="en-US" altLang="ko-KR" sz="900">
                <a:solidFill>
                  <a:schemeClr val="tx1"/>
                </a:solidFill>
              </a:rPr>
              <a:t>Decrease count (2</a:t>
            </a:r>
            <a:r>
              <a:rPr kumimoji="1" lang="en-US" altLang="ko-KR" sz="900">
                <a:solidFill>
                  <a:schemeClr val="tx1"/>
                </a:solidFill>
                <a:sym typeface="Wingdings" pitchFamily="2" charset="2"/>
              </a:rPr>
              <a:t>1)</a:t>
            </a:r>
            <a:r>
              <a:rPr kumimoji="1" lang="en-US" altLang="ko-KR" sz="900">
                <a:solidFill>
                  <a:schemeClr val="tx1"/>
                </a:solidFill>
              </a:rPr>
              <a:t> in </a:t>
            </a:r>
            <a:r>
              <a:rPr kumimoji="1" lang="en-US" altLang="ko-KR" sz="900" b="1">
                <a:solidFill>
                  <a:schemeClr val="tx1"/>
                </a:solidFill>
              </a:rPr>
              <a:t>cb()</a:t>
            </a:r>
          </a:p>
          <a:p>
            <a:pPr algn="ctr"/>
            <a:r>
              <a:rPr kumimoji="1" lang="en-US" altLang="ko-KR" sz="900">
                <a:solidFill>
                  <a:schemeClr val="tx1"/>
                </a:solidFill>
              </a:rPr>
              <a:t>and Check `count == 0`</a:t>
            </a:r>
            <a:r>
              <a:rPr kumimoji="1" lang="en-US" altLang="ko-KR" sz="900" b="1">
                <a:solidFill>
                  <a:schemeClr val="tx1"/>
                </a:solidFill>
              </a:rPr>
              <a:t> </a:t>
            </a:r>
            <a:endParaRPr kumimoji="1" lang="ko-KR" altLang="en-US" sz="900" b="1">
              <a:solidFill>
                <a:schemeClr val="tx1"/>
              </a:solidFill>
            </a:endParaRPr>
          </a:p>
        </p:txBody>
      </p:sp>
      <p:sp>
        <p:nvSpPr>
          <p:cNvPr id="102" name="모서리가 둥근 직사각형 101">
            <a:extLst>
              <a:ext uri="{FF2B5EF4-FFF2-40B4-BE49-F238E27FC236}">
                <a16:creationId xmlns:a16="http://schemas.microsoft.com/office/drawing/2014/main" id="{BC57C50C-7F3F-86D5-06B1-0061290A3BC7}"/>
              </a:ext>
            </a:extLst>
          </p:cNvPr>
          <p:cNvSpPr/>
          <p:nvPr/>
        </p:nvSpPr>
        <p:spPr>
          <a:xfrm>
            <a:off x="4519019" y="2400441"/>
            <a:ext cx="858242" cy="366762"/>
          </a:xfrm>
          <a:prstGeom prst="roundRect">
            <a:avLst>
              <a:gd name="adj" fmla="val 14972"/>
            </a:avLst>
          </a:prstGeom>
          <a:solidFill>
            <a:schemeClr val="bg1">
              <a:lumMod val="95000"/>
            </a:schemeClr>
          </a:solidFill>
          <a:ln w="12700"/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kumimoji="1" lang="en-US" altLang="ko-KR" sz="900" b="1">
                <a:solidFill>
                  <a:schemeClr val="tx1"/>
                </a:solidFill>
              </a:rPr>
              <a:t>TLS </a:t>
            </a:r>
          </a:p>
        </p:txBody>
      </p:sp>
      <p:cxnSp>
        <p:nvCxnSpPr>
          <p:cNvPr id="103" name="직선 화살표 연결선 102">
            <a:extLst>
              <a:ext uri="{FF2B5EF4-FFF2-40B4-BE49-F238E27FC236}">
                <a16:creationId xmlns:a16="http://schemas.microsoft.com/office/drawing/2014/main" id="{5FD0801D-0129-B380-4EDB-5C70313586CE}"/>
              </a:ext>
            </a:extLst>
          </p:cNvPr>
          <p:cNvCxnSpPr>
            <a:cxnSpLocks/>
            <a:stCxn id="98" idx="2"/>
          </p:cNvCxnSpPr>
          <p:nvPr/>
        </p:nvCxnSpPr>
        <p:spPr>
          <a:xfrm>
            <a:off x="3948446" y="2760481"/>
            <a:ext cx="0" cy="248228"/>
          </a:xfrm>
          <a:prstGeom prst="straightConnector1">
            <a:avLst/>
          </a:prstGeom>
          <a:ln w="12700">
            <a:solidFill>
              <a:schemeClr val="tx1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104" name="직선 화살표 연결선 103">
            <a:extLst>
              <a:ext uri="{FF2B5EF4-FFF2-40B4-BE49-F238E27FC236}">
                <a16:creationId xmlns:a16="http://schemas.microsoft.com/office/drawing/2014/main" id="{F1AD6668-3AB7-9F6E-607B-060B1D2BA87D}"/>
              </a:ext>
            </a:extLst>
          </p:cNvPr>
          <p:cNvCxnSpPr>
            <a:cxnSpLocks/>
            <a:endCxn id="102" idx="2"/>
          </p:cNvCxnSpPr>
          <p:nvPr/>
        </p:nvCxnSpPr>
        <p:spPr>
          <a:xfrm flipV="1">
            <a:off x="4948140" y="2767203"/>
            <a:ext cx="0" cy="241506"/>
          </a:xfrm>
          <a:prstGeom prst="straightConnector1">
            <a:avLst/>
          </a:prstGeom>
          <a:ln w="12700">
            <a:solidFill>
              <a:schemeClr val="tx1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105" name="직선 화살표 연결선 104">
            <a:extLst>
              <a:ext uri="{FF2B5EF4-FFF2-40B4-BE49-F238E27FC236}">
                <a16:creationId xmlns:a16="http://schemas.microsoft.com/office/drawing/2014/main" id="{AD9DCFFD-C162-B9C6-1AA8-B98CC3E144C4}"/>
              </a:ext>
            </a:extLst>
          </p:cNvPr>
          <p:cNvCxnSpPr>
            <a:cxnSpLocks/>
            <a:stCxn id="100" idx="2"/>
            <a:endCxn id="101" idx="0"/>
          </p:cNvCxnSpPr>
          <p:nvPr/>
        </p:nvCxnSpPr>
        <p:spPr>
          <a:xfrm flipH="1">
            <a:off x="4448292" y="3375471"/>
            <a:ext cx="1" cy="248228"/>
          </a:xfrm>
          <a:prstGeom prst="straightConnector1">
            <a:avLst/>
          </a:prstGeom>
          <a:ln w="12700">
            <a:solidFill>
              <a:schemeClr val="tx1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106" name="모서리가 둥근 직사각형 105">
            <a:extLst>
              <a:ext uri="{FF2B5EF4-FFF2-40B4-BE49-F238E27FC236}">
                <a16:creationId xmlns:a16="http://schemas.microsoft.com/office/drawing/2014/main" id="{1A4FDF9D-1F50-5098-68A5-E5EC281E9CAF}"/>
              </a:ext>
            </a:extLst>
          </p:cNvPr>
          <p:cNvSpPr/>
          <p:nvPr/>
        </p:nvSpPr>
        <p:spPr>
          <a:xfrm>
            <a:off x="5743745" y="2400441"/>
            <a:ext cx="858242" cy="360040"/>
          </a:xfrm>
          <a:prstGeom prst="roundRect">
            <a:avLst>
              <a:gd name="adj" fmla="val 14972"/>
            </a:avLst>
          </a:prstGeom>
          <a:solidFill>
            <a:schemeClr val="bg1">
              <a:lumMod val="95000"/>
            </a:schemeClr>
          </a:solidFill>
          <a:ln w="12700"/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kumimoji="1" lang="en-US" altLang="ko-KR" sz="900" b="1">
                <a:solidFill>
                  <a:schemeClr val="tx1"/>
                </a:solidFill>
              </a:rPr>
              <a:t>Dispatcher </a:t>
            </a:r>
          </a:p>
        </p:txBody>
      </p:sp>
      <p:sp>
        <p:nvSpPr>
          <p:cNvPr id="107" name="모서리가 둥근 직사각형 106">
            <a:extLst>
              <a:ext uri="{FF2B5EF4-FFF2-40B4-BE49-F238E27FC236}">
                <a16:creationId xmlns:a16="http://schemas.microsoft.com/office/drawing/2014/main" id="{EB2C2A9F-C9FB-231E-DADD-ACF9E29C584A}"/>
              </a:ext>
            </a:extLst>
          </p:cNvPr>
          <p:cNvSpPr/>
          <p:nvPr/>
        </p:nvSpPr>
        <p:spPr>
          <a:xfrm>
            <a:off x="5646475" y="2283718"/>
            <a:ext cx="2047602" cy="2592288"/>
          </a:xfrm>
          <a:prstGeom prst="roundRect">
            <a:avLst>
              <a:gd name="adj" fmla="val 3703"/>
            </a:avLst>
          </a:prstGeom>
          <a:noFill/>
          <a:ln w="12700"/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b"/>
          <a:lstStyle/>
          <a:p>
            <a:r>
              <a:rPr kumimoji="1" lang="en-US" altLang="ko-KR" sz="1000" b="1">
                <a:solidFill>
                  <a:schemeClr val="tx1"/>
                </a:solidFill>
              </a:rPr>
              <a:t>Worker Thread C</a:t>
            </a:r>
            <a:endParaRPr kumimoji="1" lang="ko-KR" altLang="en-US" sz="1000" b="1">
              <a:solidFill>
                <a:schemeClr val="tx1"/>
              </a:solidFill>
            </a:endParaRPr>
          </a:p>
        </p:txBody>
      </p:sp>
      <p:sp>
        <p:nvSpPr>
          <p:cNvPr id="108" name="모서리가 둥근 직사각형 107">
            <a:extLst>
              <a:ext uri="{FF2B5EF4-FFF2-40B4-BE49-F238E27FC236}">
                <a16:creationId xmlns:a16="http://schemas.microsoft.com/office/drawing/2014/main" id="{8578B2BD-1818-4A2F-AD39-7DC45DE4D709}"/>
              </a:ext>
            </a:extLst>
          </p:cNvPr>
          <p:cNvSpPr/>
          <p:nvPr/>
        </p:nvSpPr>
        <p:spPr>
          <a:xfrm>
            <a:off x="5743745" y="3008709"/>
            <a:ext cx="1857935" cy="366762"/>
          </a:xfrm>
          <a:prstGeom prst="roundRect">
            <a:avLst>
              <a:gd name="adj" fmla="val 12419"/>
            </a:avLst>
          </a:prstGeom>
          <a:noFill/>
          <a:ln w="12700"/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kumimoji="1" lang="en-US" altLang="ko-KR" sz="900">
                <a:solidFill>
                  <a:schemeClr val="tx1"/>
                </a:solidFill>
              </a:rPr>
              <a:t>Get </a:t>
            </a:r>
            <a:r>
              <a:rPr kumimoji="1" lang="en-US" altLang="ko-KR" sz="900" b="1">
                <a:solidFill>
                  <a:schemeClr val="tx1"/>
                </a:solidFill>
              </a:rPr>
              <a:t>cb()</a:t>
            </a:r>
            <a:r>
              <a:rPr kumimoji="1" lang="en-US" altLang="ko-KR" sz="900">
                <a:solidFill>
                  <a:schemeClr val="tx1"/>
                </a:solidFill>
              </a:rPr>
              <a:t> from </a:t>
            </a:r>
            <a:r>
              <a:rPr kumimoji="1" lang="en-US" altLang="ko-KR" sz="900" b="1">
                <a:solidFill>
                  <a:schemeClr val="tx1"/>
                </a:solidFill>
              </a:rPr>
              <a:t>cb_guard</a:t>
            </a:r>
          </a:p>
          <a:p>
            <a:pPr algn="ctr"/>
            <a:r>
              <a:rPr kumimoji="1" lang="en-US" altLang="ko-KR" sz="900">
                <a:solidFill>
                  <a:schemeClr val="tx1"/>
                </a:solidFill>
              </a:rPr>
              <a:t>and run </a:t>
            </a:r>
            <a:r>
              <a:rPr kumimoji="1" lang="en-US" altLang="ko-KR" sz="900" b="1">
                <a:solidFill>
                  <a:schemeClr val="tx1"/>
                </a:solidFill>
              </a:rPr>
              <a:t>cb()</a:t>
            </a:r>
            <a:endParaRPr kumimoji="1" lang="ko-KR" altLang="en-US" sz="900" b="1">
              <a:solidFill>
                <a:schemeClr val="tx1"/>
              </a:solidFill>
            </a:endParaRPr>
          </a:p>
        </p:txBody>
      </p:sp>
      <p:sp>
        <p:nvSpPr>
          <p:cNvPr id="109" name="모서리가 둥근 직사각형 108">
            <a:extLst>
              <a:ext uri="{FF2B5EF4-FFF2-40B4-BE49-F238E27FC236}">
                <a16:creationId xmlns:a16="http://schemas.microsoft.com/office/drawing/2014/main" id="{F037C097-D694-90E7-393C-93A1997C6BD1}"/>
              </a:ext>
            </a:extLst>
          </p:cNvPr>
          <p:cNvSpPr/>
          <p:nvPr/>
        </p:nvSpPr>
        <p:spPr>
          <a:xfrm>
            <a:off x="5743744" y="3623699"/>
            <a:ext cx="1857936" cy="366762"/>
          </a:xfrm>
          <a:prstGeom prst="roundRect">
            <a:avLst>
              <a:gd name="adj" fmla="val 12419"/>
            </a:avLst>
          </a:prstGeom>
          <a:noFill/>
          <a:ln w="12700"/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kumimoji="1" lang="en-US" altLang="ko-KR" sz="900">
                <a:solidFill>
                  <a:schemeClr val="tx1"/>
                </a:solidFill>
              </a:rPr>
              <a:t>Decrease count (1</a:t>
            </a:r>
            <a:r>
              <a:rPr kumimoji="1" lang="en-US" altLang="ko-KR" sz="900">
                <a:solidFill>
                  <a:schemeClr val="tx1"/>
                </a:solidFill>
                <a:sym typeface="Wingdings" pitchFamily="2" charset="2"/>
              </a:rPr>
              <a:t>0)</a:t>
            </a:r>
            <a:r>
              <a:rPr kumimoji="1" lang="en-US" altLang="ko-KR" sz="900">
                <a:solidFill>
                  <a:schemeClr val="tx1"/>
                </a:solidFill>
              </a:rPr>
              <a:t> in </a:t>
            </a:r>
            <a:r>
              <a:rPr kumimoji="1" lang="en-US" altLang="ko-KR" sz="900" b="1">
                <a:solidFill>
                  <a:schemeClr val="tx1"/>
                </a:solidFill>
              </a:rPr>
              <a:t>cb()</a:t>
            </a:r>
          </a:p>
          <a:p>
            <a:pPr algn="ctr"/>
            <a:r>
              <a:rPr kumimoji="1" lang="en-US" altLang="ko-KR" sz="900">
                <a:solidFill>
                  <a:schemeClr val="tx1"/>
                </a:solidFill>
              </a:rPr>
              <a:t>and Check `count == 0`</a:t>
            </a:r>
            <a:r>
              <a:rPr kumimoji="1" lang="en-US" altLang="ko-KR" sz="900" b="1">
                <a:solidFill>
                  <a:schemeClr val="tx1"/>
                </a:solidFill>
              </a:rPr>
              <a:t> </a:t>
            </a:r>
            <a:endParaRPr kumimoji="1" lang="ko-KR" altLang="en-US" sz="900" b="1">
              <a:solidFill>
                <a:schemeClr val="tx1"/>
              </a:solidFill>
            </a:endParaRPr>
          </a:p>
        </p:txBody>
      </p:sp>
      <p:sp>
        <p:nvSpPr>
          <p:cNvPr id="110" name="모서리가 둥근 직사각형 109">
            <a:extLst>
              <a:ext uri="{FF2B5EF4-FFF2-40B4-BE49-F238E27FC236}">
                <a16:creationId xmlns:a16="http://schemas.microsoft.com/office/drawing/2014/main" id="{1ACA7D9D-FBB2-0265-B1B8-405BF60FF090}"/>
              </a:ext>
            </a:extLst>
          </p:cNvPr>
          <p:cNvSpPr/>
          <p:nvPr/>
        </p:nvSpPr>
        <p:spPr>
          <a:xfrm>
            <a:off x="6743439" y="2400441"/>
            <a:ext cx="858242" cy="366762"/>
          </a:xfrm>
          <a:prstGeom prst="roundRect">
            <a:avLst>
              <a:gd name="adj" fmla="val 14972"/>
            </a:avLst>
          </a:prstGeom>
          <a:solidFill>
            <a:schemeClr val="bg1">
              <a:lumMod val="95000"/>
            </a:schemeClr>
          </a:solidFill>
          <a:ln w="12700"/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kumimoji="1" lang="en-US" altLang="ko-KR" sz="900" b="1">
                <a:solidFill>
                  <a:schemeClr val="tx1"/>
                </a:solidFill>
              </a:rPr>
              <a:t>TLS </a:t>
            </a:r>
          </a:p>
        </p:txBody>
      </p:sp>
      <p:cxnSp>
        <p:nvCxnSpPr>
          <p:cNvPr id="111" name="직선 화살표 연결선 110">
            <a:extLst>
              <a:ext uri="{FF2B5EF4-FFF2-40B4-BE49-F238E27FC236}">
                <a16:creationId xmlns:a16="http://schemas.microsoft.com/office/drawing/2014/main" id="{27900963-11BF-05C5-4099-DB945CBEA990}"/>
              </a:ext>
            </a:extLst>
          </p:cNvPr>
          <p:cNvCxnSpPr>
            <a:cxnSpLocks/>
            <a:stCxn id="106" idx="2"/>
          </p:cNvCxnSpPr>
          <p:nvPr/>
        </p:nvCxnSpPr>
        <p:spPr>
          <a:xfrm>
            <a:off x="6172866" y="2760481"/>
            <a:ext cx="0" cy="248228"/>
          </a:xfrm>
          <a:prstGeom prst="straightConnector1">
            <a:avLst/>
          </a:prstGeom>
          <a:ln w="12700">
            <a:solidFill>
              <a:schemeClr val="tx1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112" name="직선 화살표 연결선 111">
            <a:extLst>
              <a:ext uri="{FF2B5EF4-FFF2-40B4-BE49-F238E27FC236}">
                <a16:creationId xmlns:a16="http://schemas.microsoft.com/office/drawing/2014/main" id="{E433CD32-2BCA-B625-A9E5-859FDF610D48}"/>
              </a:ext>
            </a:extLst>
          </p:cNvPr>
          <p:cNvCxnSpPr>
            <a:cxnSpLocks/>
            <a:endCxn id="110" idx="2"/>
          </p:cNvCxnSpPr>
          <p:nvPr/>
        </p:nvCxnSpPr>
        <p:spPr>
          <a:xfrm flipV="1">
            <a:off x="7172560" y="2767203"/>
            <a:ext cx="0" cy="241506"/>
          </a:xfrm>
          <a:prstGeom prst="straightConnector1">
            <a:avLst/>
          </a:prstGeom>
          <a:ln w="12700">
            <a:solidFill>
              <a:schemeClr val="tx1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113" name="직선 화살표 연결선 112">
            <a:extLst>
              <a:ext uri="{FF2B5EF4-FFF2-40B4-BE49-F238E27FC236}">
                <a16:creationId xmlns:a16="http://schemas.microsoft.com/office/drawing/2014/main" id="{8AB171E7-6416-5AEE-60F9-E816FB7A8D99}"/>
              </a:ext>
            </a:extLst>
          </p:cNvPr>
          <p:cNvCxnSpPr>
            <a:cxnSpLocks/>
            <a:stCxn id="108" idx="2"/>
            <a:endCxn id="109" idx="0"/>
          </p:cNvCxnSpPr>
          <p:nvPr/>
        </p:nvCxnSpPr>
        <p:spPr>
          <a:xfrm flipH="1">
            <a:off x="6672712" y="3375471"/>
            <a:ext cx="1" cy="248228"/>
          </a:xfrm>
          <a:prstGeom prst="straightConnector1">
            <a:avLst/>
          </a:prstGeom>
          <a:ln w="12700">
            <a:solidFill>
              <a:schemeClr val="tx1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124" name="직선 화살표 연결선 123">
            <a:extLst>
              <a:ext uri="{FF2B5EF4-FFF2-40B4-BE49-F238E27FC236}">
                <a16:creationId xmlns:a16="http://schemas.microsoft.com/office/drawing/2014/main" id="{716E7645-7EDC-3C84-44CE-90EC6207A30D}"/>
              </a:ext>
            </a:extLst>
          </p:cNvPr>
          <p:cNvCxnSpPr>
            <a:cxnSpLocks/>
            <a:stCxn id="22" idx="2"/>
            <a:endCxn id="98" idx="0"/>
          </p:cNvCxnSpPr>
          <p:nvPr/>
        </p:nvCxnSpPr>
        <p:spPr>
          <a:xfrm flipH="1">
            <a:off x="3948446" y="1067312"/>
            <a:ext cx="1375737" cy="1333129"/>
          </a:xfrm>
          <a:prstGeom prst="straightConnector1">
            <a:avLst/>
          </a:prstGeom>
          <a:ln w="12700">
            <a:solidFill>
              <a:schemeClr val="tx1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128" name="직선 화살표 연결선 127">
            <a:extLst>
              <a:ext uri="{FF2B5EF4-FFF2-40B4-BE49-F238E27FC236}">
                <a16:creationId xmlns:a16="http://schemas.microsoft.com/office/drawing/2014/main" id="{A7F8B6F6-6216-6F7F-AB33-E9376F28F566}"/>
              </a:ext>
            </a:extLst>
          </p:cNvPr>
          <p:cNvCxnSpPr>
            <a:cxnSpLocks/>
            <a:stCxn id="22" idx="2"/>
            <a:endCxn id="106" idx="0"/>
          </p:cNvCxnSpPr>
          <p:nvPr/>
        </p:nvCxnSpPr>
        <p:spPr>
          <a:xfrm>
            <a:off x="5324183" y="1067312"/>
            <a:ext cx="848683" cy="1333129"/>
          </a:xfrm>
          <a:prstGeom prst="straightConnector1">
            <a:avLst/>
          </a:prstGeom>
          <a:ln w="12700">
            <a:solidFill>
              <a:schemeClr val="tx1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143" name="모서리가 둥근 직사각형 142">
            <a:extLst>
              <a:ext uri="{FF2B5EF4-FFF2-40B4-BE49-F238E27FC236}">
                <a16:creationId xmlns:a16="http://schemas.microsoft.com/office/drawing/2014/main" id="{34A514AF-02A4-E1F3-E6D3-761A64159F38}"/>
              </a:ext>
            </a:extLst>
          </p:cNvPr>
          <p:cNvSpPr/>
          <p:nvPr/>
        </p:nvSpPr>
        <p:spPr>
          <a:xfrm>
            <a:off x="5743744" y="4238689"/>
            <a:ext cx="1857936" cy="366762"/>
          </a:xfrm>
          <a:prstGeom prst="roundRect">
            <a:avLst>
              <a:gd name="adj" fmla="val 12419"/>
            </a:avLst>
          </a:prstGeom>
          <a:noFill/>
          <a:ln w="12700"/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kumimoji="1" lang="en-US" altLang="ko-KR" sz="900">
                <a:solidFill>
                  <a:schemeClr val="tx1"/>
                </a:solidFill>
              </a:rPr>
              <a:t>post </a:t>
            </a:r>
            <a:r>
              <a:rPr kumimoji="1" lang="en-US" altLang="ko-KR" sz="900" b="1">
                <a:solidFill>
                  <a:schemeClr val="tx1"/>
                </a:solidFill>
              </a:rPr>
              <a:t>all_threads_complete_cb()</a:t>
            </a:r>
            <a:endParaRPr kumimoji="1" lang="ko-KR" altLang="en-US" sz="900" b="1">
              <a:solidFill>
                <a:schemeClr val="tx1"/>
              </a:solidFill>
            </a:endParaRPr>
          </a:p>
        </p:txBody>
      </p:sp>
      <p:cxnSp>
        <p:nvCxnSpPr>
          <p:cNvPr id="144" name="직선 화살표 연결선 143">
            <a:extLst>
              <a:ext uri="{FF2B5EF4-FFF2-40B4-BE49-F238E27FC236}">
                <a16:creationId xmlns:a16="http://schemas.microsoft.com/office/drawing/2014/main" id="{1C8035A5-BC3B-EF5C-71DB-51836A4FB298}"/>
              </a:ext>
            </a:extLst>
          </p:cNvPr>
          <p:cNvCxnSpPr>
            <a:cxnSpLocks/>
            <a:stCxn id="109" idx="2"/>
            <a:endCxn id="143" idx="0"/>
          </p:cNvCxnSpPr>
          <p:nvPr/>
        </p:nvCxnSpPr>
        <p:spPr>
          <a:xfrm>
            <a:off x="6672712" y="3990461"/>
            <a:ext cx="0" cy="248228"/>
          </a:xfrm>
          <a:prstGeom prst="straightConnector1">
            <a:avLst/>
          </a:prstGeom>
          <a:ln w="12700">
            <a:solidFill>
              <a:schemeClr val="tx1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148" name="직선 화살표 연결선 147">
            <a:extLst>
              <a:ext uri="{FF2B5EF4-FFF2-40B4-BE49-F238E27FC236}">
                <a16:creationId xmlns:a16="http://schemas.microsoft.com/office/drawing/2014/main" id="{7CFBF9C8-9052-7DCD-E03E-CAA202067751}"/>
              </a:ext>
            </a:extLst>
          </p:cNvPr>
          <p:cNvCxnSpPr>
            <a:cxnSpLocks/>
            <a:stCxn id="143" idx="3"/>
            <a:endCxn id="67" idx="2"/>
          </p:cNvCxnSpPr>
          <p:nvPr/>
        </p:nvCxnSpPr>
        <p:spPr>
          <a:xfrm flipV="1">
            <a:off x="7601680" y="1889002"/>
            <a:ext cx="44193" cy="2533068"/>
          </a:xfrm>
          <a:prstGeom prst="straightConnector1">
            <a:avLst/>
          </a:prstGeom>
          <a:ln w="12700">
            <a:solidFill>
              <a:schemeClr val="tx1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</p:spTree>
    <p:extLst>
      <p:ext uri="{BB962C8B-B14F-4D97-AF65-F5344CB8AC3E}">
        <p14:creationId xmlns:p14="http://schemas.microsoft.com/office/powerpoint/2010/main" val="1913310300"/>
      </p:ext>
    </p:extLst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D535B4FD-AFDC-C630-EA5B-801CDA5FDE8C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5" name="모서리가 둥근 직사각형 34">
            <a:extLst>
              <a:ext uri="{FF2B5EF4-FFF2-40B4-BE49-F238E27FC236}">
                <a16:creationId xmlns:a16="http://schemas.microsoft.com/office/drawing/2014/main" id="{02428D72-6B7F-5970-E877-48900AC3AF08}"/>
              </a:ext>
            </a:extLst>
          </p:cNvPr>
          <p:cNvSpPr/>
          <p:nvPr/>
        </p:nvSpPr>
        <p:spPr>
          <a:xfrm>
            <a:off x="1949317" y="2686233"/>
            <a:ext cx="5155978" cy="1800200"/>
          </a:xfrm>
          <a:prstGeom prst="roundRect">
            <a:avLst>
              <a:gd name="adj" fmla="val 5395"/>
            </a:avLst>
          </a:prstGeom>
          <a:solidFill>
            <a:schemeClr val="bg1"/>
          </a:solidFill>
          <a:ln w="12700"/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b"/>
          <a:lstStyle/>
          <a:p>
            <a:pPr algn="ctr"/>
            <a:r>
              <a:rPr kumimoji="1" lang="en-US" altLang="ko-KR" sz="1000" b="1">
                <a:solidFill>
                  <a:schemeClr val="tx1"/>
                </a:solidFill>
              </a:rPr>
              <a:t>Worker Thread</a:t>
            </a:r>
            <a:endParaRPr kumimoji="1" lang="ko-KR" altLang="en-US" sz="1000" b="1">
              <a:solidFill>
                <a:schemeClr val="tx1"/>
              </a:solidFill>
            </a:endParaRPr>
          </a:p>
        </p:txBody>
      </p:sp>
      <p:sp>
        <p:nvSpPr>
          <p:cNvPr id="34" name="모서리가 둥근 직사각형 33">
            <a:extLst>
              <a:ext uri="{FF2B5EF4-FFF2-40B4-BE49-F238E27FC236}">
                <a16:creationId xmlns:a16="http://schemas.microsoft.com/office/drawing/2014/main" id="{424B4CD8-AE44-0BFE-7477-9B555A958474}"/>
              </a:ext>
            </a:extLst>
          </p:cNvPr>
          <p:cNvSpPr/>
          <p:nvPr/>
        </p:nvSpPr>
        <p:spPr>
          <a:xfrm>
            <a:off x="1882643" y="2766660"/>
            <a:ext cx="5155978" cy="1800200"/>
          </a:xfrm>
          <a:prstGeom prst="roundRect">
            <a:avLst>
              <a:gd name="adj" fmla="val 5395"/>
            </a:avLst>
          </a:prstGeom>
          <a:solidFill>
            <a:schemeClr val="bg1"/>
          </a:solidFill>
          <a:ln w="12700"/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b"/>
          <a:lstStyle/>
          <a:p>
            <a:pPr algn="ctr"/>
            <a:r>
              <a:rPr kumimoji="1" lang="en-US" altLang="ko-KR" sz="1000" b="1">
                <a:solidFill>
                  <a:schemeClr val="tx1"/>
                </a:solidFill>
              </a:rPr>
              <a:t>Worker Thread</a:t>
            </a:r>
            <a:endParaRPr kumimoji="1" lang="ko-KR" altLang="en-US" sz="1000" b="1">
              <a:solidFill>
                <a:schemeClr val="tx1"/>
              </a:solidFill>
            </a:endParaRPr>
          </a:p>
        </p:txBody>
      </p:sp>
      <p:sp>
        <p:nvSpPr>
          <p:cNvPr id="33" name="모서리가 둥근 직사각형 32">
            <a:extLst>
              <a:ext uri="{FF2B5EF4-FFF2-40B4-BE49-F238E27FC236}">
                <a16:creationId xmlns:a16="http://schemas.microsoft.com/office/drawing/2014/main" id="{2C46ED18-7B44-157D-16A2-ACE86EC5C639}"/>
              </a:ext>
            </a:extLst>
          </p:cNvPr>
          <p:cNvSpPr/>
          <p:nvPr/>
        </p:nvSpPr>
        <p:spPr>
          <a:xfrm>
            <a:off x="1812618" y="2855353"/>
            <a:ext cx="5155978" cy="1800200"/>
          </a:xfrm>
          <a:prstGeom prst="roundRect">
            <a:avLst>
              <a:gd name="adj" fmla="val 5395"/>
            </a:avLst>
          </a:prstGeom>
          <a:solidFill>
            <a:schemeClr val="bg1"/>
          </a:solidFill>
          <a:ln w="12700"/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b"/>
          <a:lstStyle/>
          <a:p>
            <a:pPr algn="ctr"/>
            <a:r>
              <a:rPr kumimoji="1" lang="en-US" altLang="ko-KR" sz="1000" b="1">
                <a:solidFill>
                  <a:schemeClr val="tx1"/>
                </a:solidFill>
              </a:rPr>
              <a:t>Worker Thread</a:t>
            </a:r>
            <a:endParaRPr kumimoji="1" lang="ko-KR" altLang="en-US" sz="1000" b="1">
              <a:solidFill>
                <a:schemeClr val="tx1"/>
              </a:solidFill>
            </a:endParaRPr>
          </a:p>
        </p:txBody>
      </p:sp>
      <p:sp>
        <p:nvSpPr>
          <p:cNvPr id="2" name="모서리가 둥근 직사각형 1">
            <a:extLst>
              <a:ext uri="{FF2B5EF4-FFF2-40B4-BE49-F238E27FC236}">
                <a16:creationId xmlns:a16="http://schemas.microsoft.com/office/drawing/2014/main" id="{C977DCBE-6501-DAC5-86DE-03C0779FCE7C}"/>
              </a:ext>
            </a:extLst>
          </p:cNvPr>
          <p:cNvSpPr/>
          <p:nvPr/>
        </p:nvSpPr>
        <p:spPr>
          <a:xfrm>
            <a:off x="1619672" y="123486"/>
            <a:ext cx="5598418" cy="4896536"/>
          </a:xfrm>
          <a:prstGeom prst="roundRect">
            <a:avLst>
              <a:gd name="adj" fmla="val 2626"/>
            </a:avLst>
          </a:prstGeom>
          <a:noFill/>
          <a:ln w="12700"/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b"/>
          <a:lstStyle/>
          <a:p>
            <a:pPr algn="ctr"/>
            <a:r>
              <a:rPr kumimoji="1" lang="en-US" altLang="ko-KR" sz="1050" b="1">
                <a:solidFill>
                  <a:schemeClr val="tx1"/>
                </a:solidFill>
              </a:rPr>
              <a:t>Envoy Process</a:t>
            </a:r>
            <a:endParaRPr kumimoji="1" lang="ko-KR" altLang="en-US" sz="1050" b="1">
              <a:solidFill>
                <a:schemeClr val="tx1"/>
              </a:solidFill>
            </a:endParaRPr>
          </a:p>
        </p:txBody>
      </p:sp>
      <p:sp>
        <p:nvSpPr>
          <p:cNvPr id="3" name="모서리가 둥근 직사각형 2">
            <a:extLst>
              <a:ext uri="{FF2B5EF4-FFF2-40B4-BE49-F238E27FC236}">
                <a16:creationId xmlns:a16="http://schemas.microsoft.com/office/drawing/2014/main" id="{AAE6B2E7-1D00-04C6-576D-73E04438F15E}"/>
              </a:ext>
            </a:extLst>
          </p:cNvPr>
          <p:cNvSpPr/>
          <p:nvPr/>
        </p:nvSpPr>
        <p:spPr>
          <a:xfrm>
            <a:off x="1746423" y="213554"/>
            <a:ext cx="3545657" cy="2178626"/>
          </a:xfrm>
          <a:prstGeom prst="roundRect">
            <a:avLst>
              <a:gd name="adj" fmla="val 4772"/>
            </a:avLst>
          </a:prstGeom>
          <a:noFill/>
          <a:ln w="12700"/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t"/>
          <a:lstStyle/>
          <a:p>
            <a:pPr algn="ctr"/>
            <a:r>
              <a:rPr kumimoji="1" lang="en-US" altLang="ko-KR" sz="1000" b="1">
                <a:solidFill>
                  <a:schemeClr val="tx1"/>
                </a:solidFill>
              </a:rPr>
              <a:t>Main Thread</a:t>
            </a:r>
            <a:endParaRPr kumimoji="1" lang="ko-KR" altLang="en-US" sz="1000" b="1">
              <a:solidFill>
                <a:schemeClr val="tx1"/>
              </a:solidFill>
            </a:endParaRPr>
          </a:p>
        </p:txBody>
      </p:sp>
      <p:sp>
        <p:nvSpPr>
          <p:cNvPr id="4" name="모서리가 둥근 직사각형 3">
            <a:extLst>
              <a:ext uri="{FF2B5EF4-FFF2-40B4-BE49-F238E27FC236}">
                <a16:creationId xmlns:a16="http://schemas.microsoft.com/office/drawing/2014/main" id="{3EFEA524-89B0-ABF4-F93E-B1342CA56242}"/>
              </a:ext>
            </a:extLst>
          </p:cNvPr>
          <p:cNvSpPr/>
          <p:nvPr/>
        </p:nvSpPr>
        <p:spPr>
          <a:xfrm>
            <a:off x="1746425" y="2938261"/>
            <a:ext cx="5155978" cy="1800200"/>
          </a:xfrm>
          <a:prstGeom prst="roundRect">
            <a:avLst>
              <a:gd name="adj" fmla="val 5395"/>
            </a:avLst>
          </a:prstGeom>
          <a:solidFill>
            <a:schemeClr val="bg1"/>
          </a:solidFill>
          <a:ln w="12700"/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b"/>
          <a:lstStyle/>
          <a:p>
            <a:pPr algn="ctr"/>
            <a:r>
              <a:rPr kumimoji="1" lang="en-US" altLang="ko-KR" sz="1000" b="1">
                <a:solidFill>
                  <a:schemeClr val="tx1"/>
                </a:solidFill>
              </a:rPr>
              <a:t>Worker Thread</a:t>
            </a:r>
            <a:endParaRPr kumimoji="1" lang="ko-KR" altLang="en-US" sz="1000" b="1">
              <a:solidFill>
                <a:schemeClr val="tx1"/>
              </a:solidFill>
            </a:endParaRPr>
          </a:p>
        </p:txBody>
      </p:sp>
      <p:sp>
        <p:nvSpPr>
          <p:cNvPr id="5" name="모서리가 둥근 직사각형 4">
            <a:extLst>
              <a:ext uri="{FF2B5EF4-FFF2-40B4-BE49-F238E27FC236}">
                <a16:creationId xmlns:a16="http://schemas.microsoft.com/office/drawing/2014/main" id="{2601E234-17DD-8AF5-FDF4-F8D1C66E9F05}"/>
              </a:ext>
            </a:extLst>
          </p:cNvPr>
          <p:cNvSpPr/>
          <p:nvPr/>
        </p:nvSpPr>
        <p:spPr>
          <a:xfrm>
            <a:off x="5404449" y="220135"/>
            <a:ext cx="1700846" cy="2167852"/>
          </a:xfrm>
          <a:prstGeom prst="roundRect">
            <a:avLst>
              <a:gd name="adj" fmla="val 5712"/>
            </a:avLst>
          </a:prstGeom>
          <a:noFill/>
          <a:ln w="12700"/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t"/>
          <a:lstStyle/>
          <a:p>
            <a:pPr algn="ctr"/>
            <a:r>
              <a:rPr kumimoji="1" lang="en-US" altLang="ko-KR" sz="1000" b="1">
                <a:solidFill>
                  <a:schemeClr val="tx1"/>
                </a:solidFill>
              </a:rPr>
              <a:t>File Flush Thread</a:t>
            </a:r>
            <a:endParaRPr kumimoji="1" lang="ko-KR" altLang="en-US" sz="1000" b="1">
              <a:solidFill>
                <a:schemeClr val="tx1"/>
              </a:solidFill>
            </a:endParaRPr>
          </a:p>
        </p:txBody>
      </p:sp>
      <p:sp>
        <p:nvSpPr>
          <p:cNvPr id="6" name="모서리가 둥근 직사각형 5">
            <a:extLst>
              <a:ext uri="{FF2B5EF4-FFF2-40B4-BE49-F238E27FC236}">
                <a16:creationId xmlns:a16="http://schemas.microsoft.com/office/drawing/2014/main" id="{44E9DDA7-A4FA-2025-D70C-517E58B8D3D9}"/>
              </a:ext>
            </a:extLst>
          </p:cNvPr>
          <p:cNvSpPr/>
          <p:nvPr/>
        </p:nvSpPr>
        <p:spPr>
          <a:xfrm>
            <a:off x="1843572" y="926682"/>
            <a:ext cx="1036323" cy="360040"/>
          </a:xfrm>
          <a:prstGeom prst="roundRect">
            <a:avLst>
              <a:gd name="adj" fmla="val 14972"/>
            </a:avLst>
          </a:prstGeom>
          <a:solidFill>
            <a:schemeClr val="bg1">
              <a:lumMod val="95000"/>
            </a:schemeClr>
          </a:solidFill>
          <a:ln w="12700"/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kumimoji="1" lang="en-US" altLang="ko-KR" sz="900">
                <a:solidFill>
                  <a:schemeClr val="tx1"/>
                </a:solidFill>
              </a:rPr>
              <a:t>Admin</a:t>
            </a:r>
          </a:p>
          <a:p>
            <a:pPr algn="ctr"/>
            <a:r>
              <a:rPr kumimoji="1" lang="en-US" altLang="ko-KR" sz="900">
                <a:solidFill>
                  <a:schemeClr val="tx1"/>
                </a:solidFill>
              </a:rPr>
              <a:t>(TCP Socket)</a:t>
            </a:r>
            <a:endParaRPr kumimoji="1" lang="ko-KR" altLang="en-US" sz="900">
              <a:solidFill>
                <a:schemeClr val="tx1"/>
              </a:solidFill>
            </a:endParaRPr>
          </a:p>
        </p:txBody>
      </p:sp>
      <p:sp>
        <p:nvSpPr>
          <p:cNvPr id="7" name="모서리가 둥근 직사각형 6">
            <a:extLst>
              <a:ext uri="{FF2B5EF4-FFF2-40B4-BE49-F238E27FC236}">
                <a16:creationId xmlns:a16="http://schemas.microsoft.com/office/drawing/2014/main" id="{5D28B045-2F83-78B9-7175-0199E9A38D90}"/>
              </a:ext>
            </a:extLst>
          </p:cNvPr>
          <p:cNvSpPr/>
          <p:nvPr/>
        </p:nvSpPr>
        <p:spPr>
          <a:xfrm>
            <a:off x="2992264" y="926682"/>
            <a:ext cx="1036323" cy="360040"/>
          </a:xfrm>
          <a:prstGeom prst="roundRect">
            <a:avLst>
              <a:gd name="adj" fmla="val 14972"/>
            </a:avLst>
          </a:prstGeom>
          <a:solidFill>
            <a:schemeClr val="bg1">
              <a:lumMod val="95000"/>
            </a:schemeClr>
          </a:solidFill>
          <a:ln w="12700"/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kumimoji="1" lang="en-US" altLang="ko-KR" sz="900">
                <a:solidFill>
                  <a:schemeClr val="tx1"/>
                </a:solidFill>
              </a:rPr>
              <a:t>Drain Manager</a:t>
            </a:r>
          </a:p>
          <a:p>
            <a:pPr algn="ctr"/>
            <a:r>
              <a:rPr kumimoji="1" lang="en-US" altLang="ko-KR" sz="800">
                <a:solidFill>
                  <a:schemeClr val="tx1"/>
                </a:solidFill>
              </a:rPr>
              <a:t>(SIGTERM, Timer)</a:t>
            </a:r>
            <a:endParaRPr kumimoji="1" lang="ko-KR" altLang="en-US" sz="800">
              <a:solidFill>
                <a:schemeClr val="tx1"/>
              </a:solidFill>
            </a:endParaRPr>
          </a:p>
        </p:txBody>
      </p:sp>
      <p:sp>
        <p:nvSpPr>
          <p:cNvPr id="8" name="모서리가 둥근 직사각형 7">
            <a:extLst>
              <a:ext uri="{FF2B5EF4-FFF2-40B4-BE49-F238E27FC236}">
                <a16:creationId xmlns:a16="http://schemas.microsoft.com/office/drawing/2014/main" id="{52EF7933-245D-967A-CF6A-18A7C3C15730}"/>
              </a:ext>
            </a:extLst>
          </p:cNvPr>
          <p:cNvSpPr/>
          <p:nvPr/>
        </p:nvSpPr>
        <p:spPr>
          <a:xfrm>
            <a:off x="3001089" y="458630"/>
            <a:ext cx="1036323" cy="360040"/>
          </a:xfrm>
          <a:prstGeom prst="roundRect">
            <a:avLst>
              <a:gd name="adj" fmla="val 14972"/>
            </a:avLst>
          </a:prstGeom>
          <a:solidFill>
            <a:schemeClr val="bg1">
              <a:lumMod val="95000"/>
            </a:schemeClr>
          </a:solidFill>
          <a:ln w="12700"/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kumimoji="1" lang="en-US" altLang="ko-KR" sz="900">
                <a:solidFill>
                  <a:schemeClr val="tx1"/>
                </a:solidFill>
              </a:rPr>
              <a:t>Hot Restart</a:t>
            </a:r>
          </a:p>
          <a:p>
            <a:pPr algn="ctr"/>
            <a:r>
              <a:rPr kumimoji="1" lang="en-US" altLang="ko-KR" sz="900">
                <a:solidFill>
                  <a:schemeClr val="tx1"/>
                </a:solidFill>
              </a:rPr>
              <a:t>(UDS Socket)</a:t>
            </a:r>
            <a:endParaRPr kumimoji="1" lang="ko-KR" altLang="en-US" sz="900">
              <a:solidFill>
                <a:schemeClr val="tx1"/>
              </a:solidFill>
            </a:endParaRPr>
          </a:p>
        </p:txBody>
      </p:sp>
      <p:sp>
        <p:nvSpPr>
          <p:cNvPr id="9" name="모서리가 둥근 직사각형 8">
            <a:extLst>
              <a:ext uri="{FF2B5EF4-FFF2-40B4-BE49-F238E27FC236}">
                <a16:creationId xmlns:a16="http://schemas.microsoft.com/office/drawing/2014/main" id="{2B7A8473-A8FE-FFBD-A341-A6CC756991FF}"/>
              </a:ext>
            </a:extLst>
          </p:cNvPr>
          <p:cNvSpPr/>
          <p:nvPr/>
        </p:nvSpPr>
        <p:spPr>
          <a:xfrm>
            <a:off x="2992264" y="1394734"/>
            <a:ext cx="1036323" cy="360040"/>
          </a:xfrm>
          <a:prstGeom prst="roundRect">
            <a:avLst>
              <a:gd name="adj" fmla="val 14972"/>
            </a:avLst>
          </a:prstGeom>
          <a:solidFill>
            <a:schemeClr val="bg1">
              <a:lumMod val="95000"/>
            </a:schemeClr>
          </a:solidFill>
          <a:ln w="12700"/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kumimoji="1" lang="en-US" altLang="ko-KR" sz="900">
                <a:solidFill>
                  <a:schemeClr val="tx1"/>
                </a:solidFill>
              </a:rPr>
              <a:t>GuardDog</a:t>
            </a:r>
          </a:p>
          <a:p>
            <a:pPr algn="ctr"/>
            <a:r>
              <a:rPr kumimoji="1" lang="en-US" altLang="ko-KR" sz="900">
                <a:solidFill>
                  <a:schemeClr val="tx1"/>
                </a:solidFill>
              </a:rPr>
              <a:t>(Timer)</a:t>
            </a:r>
            <a:endParaRPr kumimoji="1" lang="ko-KR" altLang="en-US" sz="900">
              <a:solidFill>
                <a:schemeClr val="tx1"/>
              </a:solidFill>
            </a:endParaRPr>
          </a:p>
        </p:txBody>
      </p:sp>
      <p:sp>
        <p:nvSpPr>
          <p:cNvPr id="12" name="모서리가 둥근 직사각형 11">
            <a:extLst>
              <a:ext uri="{FF2B5EF4-FFF2-40B4-BE49-F238E27FC236}">
                <a16:creationId xmlns:a16="http://schemas.microsoft.com/office/drawing/2014/main" id="{65FE2CAF-623D-5059-77B8-132355247D68}"/>
              </a:ext>
            </a:extLst>
          </p:cNvPr>
          <p:cNvSpPr/>
          <p:nvPr/>
        </p:nvSpPr>
        <p:spPr>
          <a:xfrm>
            <a:off x="7147401" y="-884634"/>
            <a:ext cx="1305440" cy="360040"/>
          </a:xfrm>
          <a:prstGeom prst="roundRect">
            <a:avLst>
              <a:gd name="adj" fmla="val 19649"/>
            </a:avLst>
          </a:prstGeom>
          <a:noFill/>
          <a:ln w="12700"/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kumimoji="1" lang="en-US" altLang="ko-KR" sz="1000">
                <a:solidFill>
                  <a:schemeClr val="tx1"/>
                </a:solidFill>
              </a:rPr>
              <a:t>Access Log</a:t>
            </a:r>
            <a:endParaRPr kumimoji="1" lang="ko-KR" altLang="en-US" sz="1000">
              <a:solidFill>
                <a:schemeClr val="tx1"/>
              </a:solidFill>
            </a:endParaRPr>
          </a:p>
        </p:txBody>
      </p:sp>
      <p:sp>
        <p:nvSpPr>
          <p:cNvPr id="14" name="모서리가 둥근 직사각형 13">
            <a:extLst>
              <a:ext uri="{FF2B5EF4-FFF2-40B4-BE49-F238E27FC236}">
                <a16:creationId xmlns:a16="http://schemas.microsoft.com/office/drawing/2014/main" id="{6B0564C9-37B9-ACEA-C7AD-B7916EFB6EA2}"/>
              </a:ext>
            </a:extLst>
          </p:cNvPr>
          <p:cNvSpPr/>
          <p:nvPr/>
        </p:nvSpPr>
        <p:spPr>
          <a:xfrm>
            <a:off x="5515763" y="1340728"/>
            <a:ext cx="1500613" cy="358068"/>
          </a:xfrm>
          <a:prstGeom prst="roundRect">
            <a:avLst>
              <a:gd name="adj" fmla="val 19649"/>
            </a:avLst>
          </a:prstGeom>
          <a:solidFill>
            <a:schemeClr val="bg1">
              <a:lumMod val="95000"/>
            </a:schemeClr>
          </a:solidFill>
          <a:ln w="12700"/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kumimoji="1" lang="en-US" altLang="ko-KR" sz="900">
                <a:solidFill>
                  <a:schemeClr val="tx1"/>
                </a:solidFill>
              </a:rPr>
              <a:t>Access Logger</a:t>
            </a:r>
            <a:endParaRPr kumimoji="1" lang="ko-KR" altLang="en-US" sz="900">
              <a:solidFill>
                <a:schemeClr val="tx1"/>
              </a:solidFill>
            </a:endParaRPr>
          </a:p>
        </p:txBody>
      </p:sp>
      <p:sp>
        <p:nvSpPr>
          <p:cNvPr id="16" name="모서리가 둥근 직사각형 15">
            <a:extLst>
              <a:ext uri="{FF2B5EF4-FFF2-40B4-BE49-F238E27FC236}">
                <a16:creationId xmlns:a16="http://schemas.microsoft.com/office/drawing/2014/main" id="{2FFD02B4-175F-246F-87D4-389A205B68E8}"/>
              </a:ext>
            </a:extLst>
          </p:cNvPr>
          <p:cNvSpPr/>
          <p:nvPr/>
        </p:nvSpPr>
        <p:spPr>
          <a:xfrm>
            <a:off x="5603327" y="1864270"/>
            <a:ext cx="984897" cy="358068"/>
          </a:xfrm>
          <a:prstGeom prst="roundRect">
            <a:avLst>
              <a:gd name="adj" fmla="val 19649"/>
            </a:avLst>
          </a:prstGeom>
          <a:solidFill>
            <a:schemeClr val="bg2">
              <a:lumMod val="90000"/>
            </a:schemeClr>
          </a:solidFill>
          <a:ln w="12700"/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kumimoji="1" lang="en-US" altLang="ko-KR" sz="900">
                <a:solidFill>
                  <a:schemeClr val="tx1"/>
                </a:solidFill>
              </a:rPr>
              <a:t>Flush Buffer</a:t>
            </a:r>
            <a:endParaRPr kumimoji="1" lang="ko-KR" altLang="en-US" sz="900">
              <a:solidFill>
                <a:schemeClr val="tx1"/>
              </a:solidFill>
            </a:endParaRPr>
          </a:p>
        </p:txBody>
      </p:sp>
      <p:sp>
        <p:nvSpPr>
          <p:cNvPr id="18" name="모서리가 둥근 직사각형 17">
            <a:extLst>
              <a:ext uri="{FF2B5EF4-FFF2-40B4-BE49-F238E27FC236}">
                <a16:creationId xmlns:a16="http://schemas.microsoft.com/office/drawing/2014/main" id="{F95D29E1-A8E4-7BC8-8D88-91FFE0CD83B0}"/>
              </a:ext>
            </a:extLst>
          </p:cNvPr>
          <p:cNvSpPr/>
          <p:nvPr/>
        </p:nvSpPr>
        <p:spPr>
          <a:xfrm>
            <a:off x="5515763" y="883484"/>
            <a:ext cx="1305440" cy="358068"/>
          </a:xfrm>
          <a:prstGeom prst="roundRect">
            <a:avLst>
              <a:gd name="adj" fmla="val 19649"/>
            </a:avLst>
          </a:prstGeom>
          <a:solidFill>
            <a:schemeClr val="bg2">
              <a:lumMod val="90000"/>
            </a:schemeClr>
          </a:solidFill>
          <a:ln w="12700"/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kumimoji="1" lang="en-US" altLang="ko-KR" sz="900">
                <a:solidFill>
                  <a:schemeClr val="tx1"/>
                </a:solidFill>
              </a:rPr>
              <a:t>About to Write Buffer</a:t>
            </a:r>
            <a:endParaRPr kumimoji="1" lang="ko-KR" altLang="en-US" sz="900">
              <a:solidFill>
                <a:schemeClr val="tx1"/>
              </a:solidFill>
            </a:endParaRPr>
          </a:p>
        </p:txBody>
      </p:sp>
      <p:sp>
        <p:nvSpPr>
          <p:cNvPr id="21" name="모서리가 둥근 직사각형 20">
            <a:extLst>
              <a:ext uri="{FF2B5EF4-FFF2-40B4-BE49-F238E27FC236}">
                <a16:creationId xmlns:a16="http://schemas.microsoft.com/office/drawing/2014/main" id="{40CF03D6-8AC2-4BD8-C967-5ED15E2EDA52}"/>
              </a:ext>
            </a:extLst>
          </p:cNvPr>
          <p:cNvSpPr/>
          <p:nvPr/>
        </p:nvSpPr>
        <p:spPr>
          <a:xfrm>
            <a:off x="3275856" y="-812626"/>
            <a:ext cx="3074344" cy="360040"/>
          </a:xfrm>
          <a:prstGeom prst="roundRect">
            <a:avLst>
              <a:gd name="adj" fmla="val 16153"/>
            </a:avLst>
          </a:prstGeom>
          <a:noFill/>
          <a:ln w="12700"/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kumimoji="1" lang="en-US" altLang="ko-KR" sz="1000">
                <a:solidFill>
                  <a:schemeClr val="tx1"/>
                </a:solidFill>
              </a:rPr>
              <a:t>Event Loop (TCP Listener, UDP Listener) </a:t>
            </a:r>
            <a:endParaRPr kumimoji="1" lang="ko-KR" altLang="en-US" sz="1000">
              <a:solidFill>
                <a:schemeClr val="tx1"/>
              </a:solidFill>
            </a:endParaRPr>
          </a:p>
        </p:txBody>
      </p:sp>
      <p:sp>
        <p:nvSpPr>
          <p:cNvPr id="11" name="모서리가 둥근 직사각형 10">
            <a:extLst>
              <a:ext uri="{FF2B5EF4-FFF2-40B4-BE49-F238E27FC236}">
                <a16:creationId xmlns:a16="http://schemas.microsoft.com/office/drawing/2014/main" id="{DCF45895-E02A-690A-CF0D-1FDEB1DD84AB}"/>
              </a:ext>
            </a:extLst>
          </p:cNvPr>
          <p:cNvSpPr/>
          <p:nvPr/>
        </p:nvSpPr>
        <p:spPr>
          <a:xfrm>
            <a:off x="1846734" y="1934914"/>
            <a:ext cx="1411228" cy="360040"/>
          </a:xfrm>
          <a:prstGeom prst="roundRect">
            <a:avLst>
              <a:gd name="adj" fmla="val 14972"/>
            </a:avLst>
          </a:prstGeom>
          <a:solidFill>
            <a:schemeClr val="bg1">
              <a:lumMod val="95000"/>
            </a:schemeClr>
          </a:solidFill>
          <a:ln w="12700"/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kumimoji="1" lang="en-US" altLang="ko-KR" sz="900" b="1">
                <a:solidFill>
                  <a:schemeClr val="tx1"/>
                </a:solidFill>
              </a:rPr>
              <a:t>Dispatcher </a:t>
            </a:r>
          </a:p>
          <a:p>
            <a:pPr algn="ctr"/>
            <a:r>
              <a:rPr kumimoji="1" lang="en-US" altLang="ko-KR" sz="900" b="1">
                <a:solidFill>
                  <a:schemeClr val="tx1"/>
                </a:solidFill>
              </a:rPr>
              <a:t>(libevent, io_uring)</a:t>
            </a:r>
            <a:endParaRPr kumimoji="1" lang="ko-KR" altLang="en-US" sz="900" b="1">
              <a:solidFill>
                <a:schemeClr val="tx1"/>
              </a:solidFill>
            </a:endParaRPr>
          </a:p>
        </p:txBody>
      </p:sp>
      <p:sp>
        <p:nvSpPr>
          <p:cNvPr id="13" name="모서리가 둥근 직사각형 12">
            <a:extLst>
              <a:ext uri="{FF2B5EF4-FFF2-40B4-BE49-F238E27FC236}">
                <a16:creationId xmlns:a16="http://schemas.microsoft.com/office/drawing/2014/main" id="{EDF09E17-CB16-E03D-D8F9-8D9AAB4F468A}"/>
              </a:ext>
            </a:extLst>
          </p:cNvPr>
          <p:cNvSpPr/>
          <p:nvPr/>
        </p:nvSpPr>
        <p:spPr>
          <a:xfrm>
            <a:off x="1846734" y="3046273"/>
            <a:ext cx="1411228" cy="360040"/>
          </a:xfrm>
          <a:prstGeom prst="roundRect">
            <a:avLst>
              <a:gd name="adj" fmla="val 14972"/>
            </a:avLst>
          </a:prstGeom>
          <a:solidFill>
            <a:schemeClr val="bg1">
              <a:lumMod val="95000"/>
            </a:schemeClr>
          </a:solidFill>
          <a:ln w="12700"/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kumimoji="1" lang="en-US" altLang="ko-KR" sz="900" b="1">
                <a:solidFill>
                  <a:schemeClr val="tx1"/>
                </a:solidFill>
              </a:rPr>
              <a:t>Dispatcher</a:t>
            </a:r>
          </a:p>
          <a:p>
            <a:pPr algn="ctr"/>
            <a:r>
              <a:rPr kumimoji="1" lang="en-US" altLang="ko-KR" sz="900" b="1">
                <a:solidFill>
                  <a:schemeClr val="tx1"/>
                </a:solidFill>
              </a:rPr>
              <a:t>(libevent, io_uring)</a:t>
            </a:r>
            <a:endParaRPr kumimoji="1" lang="ko-KR" altLang="en-US" sz="900" b="1">
              <a:solidFill>
                <a:schemeClr val="tx1"/>
              </a:solidFill>
            </a:endParaRPr>
          </a:p>
        </p:txBody>
      </p:sp>
      <p:sp>
        <p:nvSpPr>
          <p:cNvPr id="15" name="모서리가 둥근 직사각형 14">
            <a:extLst>
              <a:ext uri="{FF2B5EF4-FFF2-40B4-BE49-F238E27FC236}">
                <a16:creationId xmlns:a16="http://schemas.microsoft.com/office/drawing/2014/main" id="{9BACE2DD-C1CE-C292-93BE-96EC5776F874}"/>
              </a:ext>
            </a:extLst>
          </p:cNvPr>
          <p:cNvSpPr/>
          <p:nvPr/>
        </p:nvSpPr>
        <p:spPr>
          <a:xfrm>
            <a:off x="1945947" y="3712414"/>
            <a:ext cx="835163" cy="360040"/>
          </a:xfrm>
          <a:prstGeom prst="roundRect">
            <a:avLst>
              <a:gd name="adj" fmla="val 14972"/>
            </a:avLst>
          </a:prstGeom>
          <a:solidFill>
            <a:schemeClr val="bg1">
              <a:lumMod val="95000"/>
            </a:schemeClr>
          </a:solidFill>
          <a:ln w="12700"/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kumimoji="1" lang="en-US" altLang="ko-KR" sz="900">
                <a:solidFill>
                  <a:schemeClr val="tx1"/>
                </a:solidFill>
              </a:rPr>
              <a:t>Listener</a:t>
            </a:r>
            <a:endParaRPr kumimoji="1" lang="ko-KR" altLang="en-US" sz="900">
              <a:solidFill>
                <a:schemeClr val="tx1"/>
              </a:solidFill>
            </a:endParaRPr>
          </a:p>
        </p:txBody>
      </p:sp>
      <p:sp>
        <p:nvSpPr>
          <p:cNvPr id="17" name="모서리가 둥근 직사각형 16">
            <a:extLst>
              <a:ext uri="{FF2B5EF4-FFF2-40B4-BE49-F238E27FC236}">
                <a16:creationId xmlns:a16="http://schemas.microsoft.com/office/drawing/2014/main" id="{3CFCEAEA-F297-EC13-C25D-31232370B210}"/>
              </a:ext>
            </a:extLst>
          </p:cNvPr>
          <p:cNvSpPr/>
          <p:nvPr/>
        </p:nvSpPr>
        <p:spPr>
          <a:xfrm>
            <a:off x="3358272" y="3046273"/>
            <a:ext cx="1499222" cy="360040"/>
          </a:xfrm>
          <a:prstGeom prst="roundRect">
            <a:avLst>
              <a:gd name="adj" fmla="val 14972"/>
            </a:avLst>
          </a:prstGeom>
          <a:solidFill>
            <a:schemeClr val="bg1">
              <a:lumMod val="95000"/>
            </a:schemeClr>
          </a:solidFill>
          <a:ln w="12700"/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kumimoji="1" lang="en-US" altLang="ko-KR" sz="900" b="1">
                <a:solidFill>
                  <a:schemeClr val="tx1"/>
                </a:solidFill>
              </a:rPr>
              <a:t>TLS </a:t>
            </a:r>
          </a:p>
          <a:p>
            <a:pPr algn="ctr"/>
            <a:r>
              <a:rPr kumimoji="1" lang="en-US" altLang="ko-KR" sz="900" b="1">
                <a:solidFill>
                  <a:schemeClr val="tx1"/>
                </a:solidFill>
              </a:rPr>
              <a:t>(Thread Local Storage)</a:t>
            </a:r>
            <a:endParaRPr kumimoji="1" lang="ko-KR" altLang="en-US" sz="900" b="1">
              <a:solidFill>
                <a:schemeClr val="tx1"/>
              </a:solidFill>
            </a:endParaRPr>
          </a:p>
        </p:txBody>
      </p:sp>
      <p:sp>
        <p:nvSpPr>
          <p:cNvPr id="20" name="모서리가 둥근 직사각형 19">
            <a:extLst>
              <a:ext uri="{FF2B5EF4-FFF2-40B4-BE49-F238E27FC236}">
                <a16:creationId xmlns:a16="http://schemas.microsoft.com/office/drawing/2014/main" id="{3793F1F1-03C7-4925-9821-844F9301E48E}"/>
              </a:ext>
            </a:extLst>
          </p:cNvPr>
          <p:cNvSpPr/>
          <p:nvPr/>
        </p:nvSpPr>
        <p:spPr>
          <a:xfrm>
            <a:off x="3358272" y="1934914"/>
            <a:ext cx="1499222" cy="360040"/>
          </a:xfrm>
          <a:prstGeom prst="roundRect">
            <a:avLst>
              <a:gd name="adj" fmla="val 14972"/>
            </a:avLst>
          </a:prstGeom>
          <a:solidFill>
            <a:schemeClr val="bg1">
              <a:lumMod val="95000"/>
            </a:schemeClr>
          </a:solidFill>
          <a:ln w="12700"/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kumimoji="1" lang="en-US" altLang="ko-KR" sz="900" b="1">
                <a:solidFill>
                  <a:schemeClr val="tx1"/>
                </a:solidFill>
              </a:rPr>
              <a:t>TLS </a:t>
            </a:r>
          </a:p>
          <a:p>
            <a:pPr algn="ctr"/>
            <a:r>
              <a:rPr kumimoji="1" lang="en-US" altLang="ko-KR" sz="900" b="1">
                <a:solidFill>
                  <a:schemeClr val="tx1"/>
                </a:solidFill>
              </a:rPr>
              <a:t>(Thread Local Storage)</a:t>
            </a:r>
            <a:endParaRPr kumimoji="1" lang="ko-KR" altLang="en-US" sz="900" b="1">
              <a:solidFill>
                <a:schemeClr val="tx1"/>
              </a:solidFill>
            </a:endParaRPr>
          </a:p>
        </p:txBody>
      </p:sp>
      <p:sp>
        <p:nvSpPr>
          <p:cNvPr id="24" name="모서리가 둥근 직사각형 23">
            <a:extLst>
              <a:ext uri="{FF2B5EF4-FFF2-40B4-BE49-F238E27FC236}">
                <a16:creationId xmlns:a16="http://schemas.microsoft.com/office/drawing/2014/main" id="{3A56882C-61D7-8642-F966-6D9CA5791365}"/>
              </a:ext>
            </a:extLst>
          </p:cNvPr>
          <p:cNvSpPr/>
          <p:nvPr/>
        </p:nvSpPr>
        <p:spPr>
          <a:xfrm>
            <a:off x="1843573" y="3586333"/>
            <a:ext cx="4964487" cy="835728"/>
          </a:xfrm>
          <a:prstGeom prst="roundRect">
            <a:avLst>
              <a:gd name="adj" fmla="val 5395"/>
            </a:avLst>
          </a:prstGeom>
          <a:noFill/>
          <a:ln w="12700">
            <a:prstDash val="dash"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b"/>
          <a:lstStyle/>
          <a:p>
            <a:pPr algn="ctr"/>
            <a:r>
              <a:rPr kumimoji="1" lang="en-US" altLang="ko-KR" sz="900">
                <a:solidFill>
                  <a:schemeClr val="tx1"/>
                </a:solidFill>
              </a:rPr>
              <a:t>Per Connection State</a:t>
            </a:r>
            <a:endParaRPr kumimoji="1" lang="ko-KR" altLang="en-US" sz="900">
              <a:solidFill>
                <a:schemeClr val="tx1"/>
              </a:solidFill>
            </a:endParaRPr>
          </a:p>
        </p:txBody>
      </p:sp>
      <p:sp>
        <p:nvSpPr>
          <p:cNvPr id="26" name="모서리가 둥근 직사각형 25">
            <a:extLst>
              <a:ext uri="{FF2B5EF4-FFF2-40B4-BE49-F238E27FC236}">
                <a16:creationId xmlns:a16="http://schemas.microsoft.com/office/drawing/2014/main" id="{D6C0CD03-8FD3-C6D4-17F0-F42AA060EB6E}"/>
              </a:ext>
            </a:extLst>
          </p:cNvPr>
          <p:cNvSpPr/>
          <p:nvPr/>
        </p:nvSpPr>
        <p:spPr>
          <a:xfrm>
            <a:off x="217372" y="4094128"/>
            <a:ext cx="1209354" cy="360039"/>
          </a:xfrm>
          <a:prstGeom prst="roundRect">
            <a:avLst>
              <a:gd name="adj" fmla="val 12191"/>
            </a:avLst>
          </a:prstGeom>
          <a:noFill/>
          <a:ln w="12700"/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kumimoji="1" lang="en-US" altLang="ko-KR" sz="900">
                <a:solidFill>
                  <a:schemeClr val="tx1"/>
                </a:solidFill>
              </a:rPr>
              <a:t>Downstream B</a:t>
            </a:r>
          </a:p>
          <a:p>
            <a:pPr algn="ctr"/>
            <a:r>
              <a:rPr kumimoji="1" lang="en-US" altLang="ko-KR" sz="900">
                <a:solidFill>
                  <a:schemeClr val="tx1"/>
                </a:solidFill>
              </a:rPr>
              <a:t>(Client)</a:t>
            </a:r>
            <a:endParaRPr kumimoji="1" lang="ko-KR" altLang="en-US" sz="900">
              <a:solidFill>
                <a:schemeClr val="tx1"/>
              </a:solidFill>
            </a:endParaRPr>
          </a:p>
        </p:txBody>
      </p:sp>
      <p:sp>
        <p:nvSpPr>
          <p:cNvPr id="27" name="모서리가 둥근 직사각형 26">
            <a:extLst>
              <a:ext uri="{FF2B5EF4-FFF2-40B4-BE49-F238E27FC236}">
                <a16:creationId xmlns:a16="http://schemas.microsoft.com/office/drawing/2014/main" id="{BC1B0AB1-5C62-E196-69AF-88EB53FBCCE6}"/>
              </a:ext>
            </a:extLst>
          </p:cNvPr>
          <p:cNvSpPr/>
          <p:nvPr/>
        </p:nvSpPr>
        <p:spPr>
          <a:xfrm>
            <a:off x="7411036" y="3759531"/>
            <a:ext cx="1209354" cy="353254"/>
          </a:xfrm>
          <a:prstGeom prst="roundRect">
            <a:avLst>
              <a:gd name="adj" fmla="val 11691"/>
            </a:avLst>
          </a:prstGeom>
          <a:noFill/>
          <a:ln w="12700"/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kumimoji="1" lang="en-US" altLang="ko-KR" sz="900">
                <a:solidFill>
                  <a:schemeClr val="tx1"/>
                </a:solidFill>
              </a:rPr>
              <a:t>Upstream</a:t>
            </a:r>
          </a:p>
          <a:p>
            <a:pPr algn="ctr"/>
            <a:r>
              <a:rPr kumimoji="1" lang="en-US" altLang="ko-KR" sz="900">
                <a:solidFill>
                  <a:schemeClr val="tx1"/>
                </a:solidFill>
              </a:rPr>
              <a:t>(Server)</a:t>
            </a:r>
            <a:endParaRPr kumimoji="1" lang="ko-KR" altLang="en-US" sz="900">
              <a:solidFill>
                <a:schemeClr val="tx1"/>
              </a:solidFill>
            </a:endParaRPr>
          </a:p>
        </p:txBody>
      </p:sp>
      <p:sp>
        <p:nvSpPr>
          <p:cNvPr id="28" name="모서리가 둥근 직사각형 27">
            <a:extLst>
              <a:ext uri="{FF2B5EF4-FFF2-40B4-BE49-F238E27FC236}">
                <a16:creationId xmlns:a16="http://schemas.microsoft.com/office/drawing/2014/main" id="{1F309C42-512E-306D-BB6A-B73F6CFF376D}"/>
              </a:ext>
            </a:extLst>
          </p:cNvPr>
          <p:cNvSpPr/>
          <p:nvPr/>
        </p:nvSpPr>
        <p:spPr>
          <a:xfrm>
            <a:off x="217372" y="3435808"/>
            <a:ext cx="1209354" cy="360039"/>
          </a:xfrm>
          <a:prstGeom prst="roundRect">
            <a:avLst>
              <a:gd name="adj" fmla="val 12191"/>
            </a:avLst>
          </a:prstGeom>
          <a:noFill/>
          <a:ln w="12700"/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kumimoji="1" lang="en-US" altLang="ko-KR" sz="900">
                <a:solidFill>
                  <a:schemeClr val="tx1"/>
                </a:solidFill>
              </a:rPr>
              <a:t>Downstream A</a:t>
            </a:r>
          </a:p>
          <a:p>
            <a:pPr algn="ctr"/>
            <a:r>
              <a:rPr kumimoji="1" lang="en-US" altLang="ko-KR" sz="900">
                <a:solidFill>
                  <a:schemeClr val="tx1"/>
                </a:solidFill>
              </a:rPr>
              <a:t>(Client)</a:t>
            </a:r>
            <a:endParaRPr kumimoji="1" lang="ko-KR" altLang="en-US" sz="900">
              <a:solidFill>
                <a:schemeClr val="tx1"/>
              </a:solidFill>
            </a:endParaRPr>
          </a:p>
        </p:txBody>
      </p:sp>
      <p:sp>
        <p:nvSpPr>
          <p:cNvPr id="29" name="모서리가 둥근 직사각형 28">
            <a:extLst>
              <a:ext uri="{FF2B5EF4-FFF2-40B4-BE49-F238E27FC236}">
                <a16:creationId xmlns:a16="http://schemas.microsoft.com/office/drawing/2014/main" id="{7A5E2843-0034-AE20-891B-35EC42201089}"/>
              </a:ext>
            </a:extLst>
          </p:cNvPr>
          <p:cNvSpPr/>
          <p:nvPr/>
        </p:nvSpPr>
        <p:spPr>
          <a:xfrm>
            <a:off x="3058778" y="3712414"/>
            <a:ext cx="1037351" cy="360040"/>
          </a:xfrm>
          <a:prstGeom prst="roundRect">
            <a:avLst>
              <a:gd name="adj" fmla="val 14972"/>
            </a:avLst>
          </a:prstGeom>
          <a:solidFill>
            <a:schemeClr val="bg1">
              <a:lumMod val="95000"/>
            </a:schemeClr>
          </a:solidFill>
          <a:ln w="12700"/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kumimoji="1" lang="en-US" altLang="ko-KR" sz="900">
                <a:solidFill>
                  <a:schemeClr val="tx1"/>
                </a:solidFill>
              </a:rPr>
              <a:t>Listener Filter</a:t>
            </a:r>
          </a:p>
          <a:p>
            <a:pPr algn="ctr"/>
            <a:r>
              <a:rPr kumimoji="1" lang="en-US" altLang="ko-KR" sz="900">
                <a:solidFill>
                  <a:schemeClr val="tx1"/>
                </a:solidFill>
              </a:rPr>
              <a:t>Chain</a:t>
            </a:r>
            <a:endParaRPr kumimoji="1" lang="ko-KR" altLang="en-US" sz="900">
              <a:solidFill>
                <a:schemeClr val="tx1"/>
              </a:solidFill>
            </a:endParaRPr>
          </a:p>
        </p:txBody>
      </p:sp>
      <p:sp>
        <p:nvSpPr>
          <p:cNvPr id="30" name="모서리가 둥근 직사각형 29">
            <a:extLst>
              <a:ext uri="{FF2B5EF4-FFF2-40B4-BE49-F238E27FC236}">
                <a16:creationId xmlns:a16="http://schemas.microsoft.com/office/drawing/2014/main" id="{D07EC68C-9627-6CB4-9933-D0B01B2FBEE9}"/>
              </a:ext>
            </a:extLst>
          </p:cNvPr>
          <p:cNvSpPr/>
          <p:nvPr/>
        </p:nvSpPr>
        <p:spPr>
          <a:xfrm>
            <a:off x="4373797" y="3712414"/>
            <a:ext cx="1037351" cy="360040"/>
          </a:xfrm>
          <a:prstGeom prst="roundRect">
            <a:avLst>
              <a:gd name="adj" fmla="val 14972"/>
            </a:avLst>
          </a:prstGeom>
          <a:solidFill>
            <a:schemeClr val="bg1">
              <a:lumMod val="95000"/>
            </a:schemeClr>
          </a:solidFill>
          <a:ln w="12700"/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kumimoji="1" lang="en-US" altLang="ko-KR" sz="900">
                <a:solidFill>
                  <a:schemeClr val="tx1"/>
                </a:solidFill>
              </a:rPr>
              <a:t>TLS Transport</a:t>
            </a:r>
          </a:p>
          <a:p>
            <a:pPr algn="ctr"/>
            <a:r>
              <a:rPr kumimoji="1" lang="en-US" altLang="ko-KR" sz="900">
                <a:solidFill>
                  <a:schemeClr val="tx1"/>
                </a:solidFill>
              </a:rPr>
              <a:t>Socket </a:t>
            </a:r>
            <a:endParaRPr kumimoji="1" lang="ko-KR" altLang="en-US" sz="900">
              <a:solidFill>
                <a:schemeClr val="tx1"/>
              </a:solidFill>
            </a:endParaRPr>
          </a:p>
        </p:txBody>
      </p:sp>
      <p:sp>
        <p:nvSpPr>
          <p:cNvPr id="31" name="모서리가 둥근 직사각형 30">
            <a:extLst>
              <a:ext uri="{FF2B5EF4-FFF2-40B4-BE49-F238E27FC236}">
                <a16:creationId xmlns:a16="http://schemas.microsoft.com/office/drawing/2014/main" id="{69E4B347-1F20-323F-4B9A-2BFE75A4D58A}"/>
              </a:ext>
            </a:extLst>
          </p:cNvPr>
          <p:cNvSpPr/>
          <p:nvPr/>
        </p:nvSpPr>
        <p:spPr>
          <a:xfrm>
            <a:off x="5685532" y="3712414"/>
            <a:ext cx="1037351" cy="360040"/>
          </a:xfrm>
          <a:prstGeom prst="roundRect">
            <a:avLst>
              <a:gd name="adj" fmla="val 14972"/>
            </a:avLst>
          </a:prstGeom>
          <a:solidFill>
            <a:schemeClr val="bg1">
              <a:lumMod val="95000"/>
            </a:schemeClr>
          </a:solidFill>
          <a:ln w="12700"/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kumimoji="1" lang="en-US" altLang="ko-KR" sz="900">
                <a:solidFill>
                  <a:schemeClr val="tx1"/>
                </a:solidFill>
              </a:rPr>
              <a:t>Network Filter</a:t>
            </a:r>
          </a:p>
          <a:p>
            <a:pPr algn="ctr"/>
            <a:r>
              <a:rPr kumimoji="1" lang="en-US" altLang="ko-KR" sz="900">
                <a:solidFill>
                  <a:schemeClr val="tx1"/>
                </a:solidFill>
              </a:rPr>
              <a:t>Chain </a:t>
            </a:r>
            <a:endParaRPr kumimoji="1" lang="ko-KR" altLang="en-US" sz="900">
              <a:solidFill>
                <a:schemeClr val="tx1"/>
              </a:solidFill>
            </a:endParaRPr>
          </a:p>
        </p:txBody>
      </p:sp>
      <p:cxnSp>
        <p:nvCxnSpPr>
          <p:cNvPr id="37" name="직선 화살표 연결선 36">
            <a:extLst>
              <a:ext uri="{FF2B5EF4-FFF2-40B4-BE49-F238E27FC236}">
                <a16:creationId xmlns:a16="http://schemas.microsoft.com/office/drawing/2014/main" id="{090A3036-3599-F66E-EA1B-296E79B342A2}"/>
              </a:ext>
            </a:extLst>
          </p:cNvPr>
          <p:cNvCxnSpPr>
            <a:cxnSpLocks/>
            <a:stCxn id="26" idx="3"/>
            <a:endCxn id="15" idx="1"/>
          </p:cNvCxnSpPr>
          <p:nvPr/>
        </p:nvCxnSpPr>
        <p:spPr>
          <a:xfrm flipV="1">
            <a:off x="1426726" y="3892434"/>
            <a:ext cx="519221" cy="381714"/>
          </a:xfrm>
          <a:prstGeom prst="straightConnector1">
            <a:avLst/>
          </a:prstGeom>
          <a:ln w="12700">
            <a:solidFill>
              <a:schemeClr val="tx1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38" name="직선 화살표 연결선 37">
            <a:extLst>
              <a:ext uri="{FF2B5EF4-FFF2-40B4-BE49-F238E27FC236}">
                <a16:creationId xmlns:a16="http://schemas.microsoft.com/office/drawing/2014/main" id="{B1ACBD1A-E95B-6365-FA43-D866D1ADF796}"/>
              </a:ext>
            </a:extLst>
          </p:cNvPr>
          <p:cNvCxnSpPr>
            <a:cxnSpLocks/>
            <a:stCxn id="15" idx="3"/>
            <a:endCxn id="29" idx="1"/>
          </p:cNvCxnSpPr>
          <p:nvPr/>
        </p:nvCxnSpPr>
        <p:spPr>
          <a:xfrm>
            <a:off x="2781110" y="3892434"/>
            <a:ext cx="277668" cy="0"/>
          </a:xfrm>
          <a:prstGeom prst="straightConnector1">
            <a:avLst/>
          </a:prstGeom>
          <a:ln w="12700">
            <a:solidFill>
              <a:schemeClr val="tx1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41" name="직선 화살표 연결선 40">
            <a:extLst>
              <a:ext uri="{FF2B5EF4-FFF2-40B4-BE49-F238E27FC236}">
                <a16:creationId xmlns:a16="http://schemas.microsoft.com/office/drawing/2014/main" id="{372243B6-47D4-AA99-BEA7-D799CB1AC44C}"/>
              </a:ext>
            </a:extLst>
          </p:cNvPr>
          <p:cNvCxnSpPr>
            <a:cxnSpLocks/>
            <a:stCxn id="29" idx="3"/>
            <a:endCxn id="30" idx="1"/>
          </p:cNvCxnSpPr>
          <p:nvPr/>
        </p:nvCxnSpPr>
        <p:spPr>
          <a:xfrm>
            <a:off x="4096129" y="3892434"/>
            <a:ext cx="277668" cy="0"/>
          </a:xfrm>
          <a:prstGeom prst="straightConnector1">
            <a:avLst/>
          </a:prstGeom>
          <a:ln w="12700">
            <a:solidFill>
              <a:schemeClr val="tx1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44" name="직선 화살표 연결선 43">
            <a:extLst>
              <a:ext uri="{FF2B5EF4-FFF2-40B4-BE49-F238E27FC236}">
                <a16:creationId xmlns:a16="http://schemas.microsoft.com/office/drawing/2014/main" id="{4465957D-FEA7-6E4F-87AE-A922765130D8}"/>
              </a:ext>
            </a:extLst>
          </p:cNvPr>
          <p:cNvCxnSpPr>
            <a:cxnSpLocks/>
            <a:stCxn id="30" idx="3"/>
            <a:endCxn id="31" idx="1"/>
          </p:cNvCxnSpPr>
          <p:nvPr/>
        </p:nvCxnSpPr>
        <p:spPr>
          <a:xfrm>
            <a:off x="5411148" y="3892434"/>
            <a:ext cx="274384" cy="0"/>
          </a:xfrm>
          <a:prstGeom prst="straightConnector1">
            <a:avLst/>
          </a:prstGeom>
          <a:ln w="12700">
            <a:solidFill>
              <a:schemeClr val="tx1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47" name="직선 화살표 연결선 46">
            <a:extLst>
              <a:ext uri="{FF2B5EF4-FFF2-40B4-BE49-F238E27FC236}">
                <a16:creationId xmlns:a16="http://schemas.microsoft.com/office/drawing/2014/main" id="{5A0927A6-B332-684C-628B-DBCDA0E752F0}"/>
              </a:ext>
            </a:extLst>
          </p:cNvPr>
          <p:cNvCxnSpPr>
            <a:cxnSpLocks/>
            <a:stCxn id="31" idx="3"/>
            <a:endCxn id="27" idx="1"/>
          </p:cNvCxnSpPr>
          <p:nvPr/>
        </p:nvCxnSpPr>
        <p:spPr>
          <a:xfrm>
            <a:off x="6722883" y="3892434"/>
            <a:ext cx="688153" cy="43724"/>
          </a:xfrm>
          <a:prstGeom prst="straightConnector1">
            <a:avLst/>
          </a:prstGeom>
          <a:ln w="12700">
            <a:solidFill>
              <a:schemeClr val="tx1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54" name="직선 화살표 연결선 53">
            <a:extLst>
              <a:ext uri="{FF2B5EF4-FFF2-40B4-BE49-F238E27FC236}">
                <a16:creationId xmlns:a16="http://schemas.microsoft.com/office/drawing/2014/main" id="{C23A43D1-A63B-366B-2DE9-54122FD30085}"/>
              </a:ext>
            </a:extLst>
          </p:cNvPr>
          <p:cNvCxnSpPr>
            <a:cxnSpLocks/>
            <a:stCxn id="28" idx="3"/>
          </p:cNvCxnSpPr>
          <p:nvPr/>
        </p:nvCxnSpPr>
        <p:spPr>
          <a:xfrm>
            <a:off x="1426726" y="3615828"/>
            <a:ext cx="322504" cy="95551"/>
          </a:xfrm>
          <a:prstGeom prst="straightConnector1">
            <a:avLst/>
          </a:prstGeom>
          <a:ln w="12700">
            <a:solidFill>
              <a:schemeClr val="tx1"/>
            </a:solidFill>
            <a:headEnd type="none" w="med" len="med"/>
            <a:tailEnd type="none" w="med" len="med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69" name="직선 화살표 연결선 68">
            <a:extLst>
              <a:ext uri="{FF2B5EF4-FFF2-40B4-BE49-F238E27FC236}">
                <a16:creationId xmlns:a16="http://schemas.microsoft.com/office/drawing/2014/main" id="{6F731C2B-8ED6-3984-F999-BE7684F06D8C}"/>
              </a:ext>
            </a:extLst>
          </p:cNvPr>
          <p:cNvCxnSpPr>
            <a:cxnSpLocks/>
            <a:stCxn id="4" idx="3"/>
            <a:endCxn id="27" idx="1"/>
          </p:cNvCxnSpPr>
          <p:nvPr/>
        </p:nvCxnSpPr>
        <p:spPr>
          <a:xfrm>
            <a:off x="6902403" y="3838361"/>
            <a:ext cx="508633" cy="97797"/>
          </a:xfrm>
          <a:prstGeom prst="straightConnector1">
            <a:avLst/>
          </a:prstGeom>
          <a:ln w="12700">
            <a:solidFill>
              <a:schemeClr val="tx1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72" name="직선 화살표 연결선 71">
            <a:extLst>
              <a:ext uri="{FF2B5EF4-FFF2-40B4-BE49-F238E27FC236}">
                <a16:creationId xmlns:a16="http://schemas.microsoft.com/office/drawing/2014/main" id="{091B2371-18C8-E878-1F7A-EC2FB29B1DF1}"/>
              </a:ext>
            </a:extLst>
          </p:cNvPr>
          <p:cNvCxnSpPr>
            <a:cxnSpLocks/>
            <a:stCxn id="33" idx="3"/>
            <a:endCxn id="27" idx="1"/>
          </p:cNvCxnSpPr>
          <p:nvPr/>
        </p:nvCxnSpPr>
        <p:spPr>
          <a:xfrm>
            <a:off x="6968596" y="3755453"/>
            <a:ext cx="442440" cy="180705"/>
          </a:xfrm>
          <a:prstGeom prst="straightConnector1">
            <a:avLst/>
          </a:prstGeom>
          <a:ln w="12700">
            <a:solidFill>
              <a:schemeClr val="tx1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76" name="직선 화살표 연결선 75">
            <a:extLst>
              <a:ext uri="{FF2B5EF4-FFF2-40B4-BE49-F238E27FC236}">
                <a16:creationId xmlns:a16="http://schemas.microsoft.com/office/drawing/2014/main" id="{D6CC89D6-6B08-4C51-8E66-7C1DFFA3B418}"/>
              </a:ext>
            </a:extLst>
          </p:cNvPr>
          <p:cNvCxnSpPr>
            <a:cxnSpLocks/>
            <a:stCxn id="34" idx="3"/>
            <a:endCxn id="27" idx="1"/>
          </p:cNvCxnSpPr>
          <p:nvPr/>
        </p:nvCxnSpPr>
        <p:spPr>
          <a:xfrm>
            <a:off x="7038621" y="3666760"/>
            <a:ext cx="372415" cy="269398"/>
          </a:xfrm>
          <a:prstGeom prst="straightConnector1">
            <a:avLst/>
          </a:prstGeom>
          <a:ln w="12700">
            <a:solidFill>
              <a:schemeClr val="tx1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79" name="직선 화살표 연결선 78">
            <a:extLst>
              <a:ext uri="{FF2B5EF4-FFF2-40B4-BE49-F238E27FC236}">
                <a16:creationId xmlns:a16="http://schemas.microsoft.com/office/drawing/2014/main" id="{D11A5F9B-9B38-1ED0-9631-DB9C0D26B9A2}"/>
              </a:ext>
            </a:extLst>
          </p:cNvPr>
          <p:cNvCxnSpPr>
            <a:cxnSpLocks/>
            <a:stCxn id="13" idx="0"/>
            <a:endCxn id="11" idx="2"/>
          </p:cNvCxnSpPr>
          <p:nvPr/>
        </p:nvCxnSpPr>
        <p:spPr>
          <a:xfrm flipV="1">
            <a:off x="2552348" y="2294954"/>
            <a:ext cx="0" cy="751319"/>
          </a:xfrm>
          <a:prstGeom prst="straightConnector1">
            <a:avLst/>
          </a:prstGeom>
          <a:ln w="12700">
            <a:solidFill>
              <a:schemeClr val="tx1"/>
            </a:solidFill>
            <a:headEnd type="triangle" w="med" len="med"/>
            <a:tailEnd type="triangle" w="med" len="med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82" name="직선 화살표 연결선 81">
            <a:extLst>
              <a:ext uri="{FF2B5EF4-FFF2-40B4-BE49-F238E27FC236}">
                <a16:creationId xmlns:a16="http://schemas.microsoft.com/office/drawing/2014/main" id="{5C1AC1A1-A7B7-C3AA-2678-EEDCBF8B9069}"/>
              </a:ext>
            </a:extLst>
          </p:cNvPr>
          <p:cNvCxnSpPr>
            <a:cxnSpLocks/>
            <a:endCxn id="11" idx="2"/>
          </p:cNvCxnSpPr>
          <p:nvPr/>
        </p:nvCxnSpPr>
        <p:spPr>
          <a:xfrm flipH="1" flipV="1">
            <a:off x="2552348" y="2294954"/>
            <a:ext cx="78012" cy="648072"/>
          </a:xfrm>
          <a:prstGeom prst="straightConnector1">
            <a:avLst/>
          </a:prstGeom>
          <a:ln w="12700">
            <a:solidFill>
              <a:schemeClr val="tx1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89" name="직선 화살표 연결선 88">
            <a:extLst>
              <a:ext uri="{FF2B5EF4-FFF2-40B4-BE49-F238E27FC236}">
                <a16:creationId xmlns:a16="http://schemas.microsoft.com/office/drawing/2014/main" id="{A36FAABB-A640-98BB-ED21-CACE9ACC6BFD}"/>
              </a:ext>
            </a:extLst>
          </p:cNvPr>
          <p:cNvCxnSpPr>
            <a:cxnSpLocks/>
            <a:endCxn id="11" idx="2"/>
          </p:cNvCxnSpPr>
          <p:nvPr/>
        </p:nvCxnSpPr>
        <p:spPr>
          <a:xfrm flipH="1" flipV="1">
            <a:off x="2552348" y="2294954"/>
            <a:ext cx="153277" cy="562880"/>
          </a:xfrm>
          <a:prstGeom prst="straightConnector1">
            <a:avLst/>
          </a:prstGeom>
          <a:ln w="12700">
            <a:solidFill>
              <a:schemeClr val="tx1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93" name="직선 화살표 연결선 92">
            <a:extLst>
              <a:ext uri="{FF2B5EF4-FFF2-40B4-BE49-F238E27FC236}">
                <a16:creationId xmlns:a16="http://schemas.microsoft.com/office/drawing/2014/main" id="{4FC5F6D3-6D44-8E2F-8E12-29C91C059CE8}"/>
              </a:ext>
            </a:extLst>
          </p:cNvPr>
          <p:cNvCxnSpPr>
            <a:cxnSpLocks/>
            <a:endCxn id="11" idx="2"/>
          </p:cNvCxnSpPr>
          <p:nvPr/>
        </p:nvCxnSpPr>
        <p:spPr>
          <a:xfrm flipH="1" flipV="1">
            <a:off x="2552348" y="2294954"/>
            <a:ext cx="192947" cy="471706"/>
          </a:xfrm>
          <a:prstGeom prst="straightConnector1">
            <a:avLst/>
          </a:prstGeom>
          <a:ln w="12700">
            <a:solidFill>
              <a:schemeClr val="tx1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97" name="직선 화살표 연결선 96">
            <a:extLst>
              <a:ext uri="{FF2B5EF4-FFF2-40B4-BE49-F238E27FC236}">
                <a16:creationId xmlns:a16="http://schemas.microsoft.com/office/drawing/2014/main" id="{7DFC1AB0-62B9-5385-70E7-EA499A5D7EA9}"/>
              </a:ext>
            </a:extLst>
          </p:cNvPr>
          <p:cNvCxnSpPr>
            <a:cxnSpLocks/>
            <a:endCxn id="11" idx="1"/>
          </p:cNvCxnSpPr>
          <p:nvPr/>
        </p:nvCxnSpPr>
        <p:spPr>
          <a:xfrm>
            <a:off x="172154" y="2114934"/>
            <a:ext cx="1674580" cy="0"/>
          </a:xfrm>
          <a:prstGeom prst="straightConnector1">
            <a:avLst/>
          </a:prstGeom>
          <a:ln w="12700">
            <a:solidFill>
              <a:schemeClr val="tx1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101" name="TextBox 100">
            <a:extLst>
              <a:ext uri="{FF2B5EF4-FFF2-40B4-BE49-F238E27FC236}">
                <a16:creationId xmlns:a16="http://schemas.microsoft.com/office/drawing/2014/main" id="{C29B319A-E7D1-5F4D-7E05-5341F5378BAC}"/>
              </a:ext>
            </a:extLst>
          </p:cNvPr>
          <p:cNvSpPr txBox="1"/>
          <p:nvPr/>
        </p:nvSpPr>
        <p:spPr>
          <a:xfrm>
            <a:off x="2117532" y="2425230"/>
            <a:ext cx="482824" cy="2308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kumimoji="1" lang="en-US" altLang="ko-KR" sz="900" i="1"/>
              <a:t>post()</a:t>
            </a:r>
            <a:endParaRPr kumimoji="1" lang="ko-KR" altLang="en-US" sz="900" i="1"/>
          </a:p>
        </p:txBody>
      </p:sp>
      <p:cxnSp>
        <p:nvCxnSpPr>
          <p:cNvPr id="107" name="직선 화살표 연결선 106">
            <a:extLst>
              <a:ext uri="{FF2B5EF4-FFF2-40B4-BE49-F238E27FC236}">
                <a16:creationId xmlns:a16="http://schemas.microsoft.com/office/drawing/2014/main" id="{7090DCB9-9562-D17C-9D43-B21C90669E9B}"/>
              </a:ext>
            </a:extLst>
          </p:cNvPr>
          <p:cNvCxnSpPr>
            <a:cxnSpLocks/>
            <a:endCxn id="13" idx="1"/>
          </p:cNvCxnSpPr>
          <p:nvPr/>
        </p:nvCxnSpPr>
        <p:spPr>
          <a:xfrm>
            <a:off x="172154" y="3226293"/>
            <a:ext cx="1674580" cy="0"/>
          </a:xfrm>
          <a:prstGeom prst="straightConnector1">
            <a:avLst/>
          </a:prstGeom>
          <a:ln w="12700">
            <a:solidFill>
              <a:schemeClr val="tx1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110" name="TextBox 109">
            <a:extLst>
              <a:ext uri="{FF2B5EF4-FFF2-40B4-BE49-F238E27FC236}">
                <a16:creationId xmlns:a16="http://schemas.microsoft.com/office/drawing/2014/main" id="{C458D952-A6DC-EB4B-4214-DAE679062E8D}"/>
              </a:ext>
            </a:extLst>
          </p:cNvPr>
          <p:cNvSpPr txBox="1"/>
          <p:nvPr/>
        </p:nvSpPr>
        <p:spPr>
          <a:xfrm>
            <a:off x="172154" y="1873444"/>
            <a:ext cx="1503938" cy="2308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kumimoji="1" lang="en-US" altLang="ko-KR" sz="900" i="1"/>
              <a:t>OS Signal, Timer, Socket </a:t>
            </a:r>
            <a:endParaRPr kumimoji="1" lang="ko-KR" altLang="en-US" sz="900" i="1"/>
          </a:p>
        </p:txBody>
      </p:sp>
      <p:sp>
        <p:nvSpPr>
          <p:cNvPr id="114" name="TextBox 113">
            <a:extLst>
              <a:ext uri="{FF2B5EF4-FFF2-40B4-BE49-F238E27FC236}">
                <a16:creationId xmlns:a16="http://schemas.microsoft.com/office/drawing/2014/main" id="{78468FF5-23B2-AB5E-1B94-0E2C5FFB1FAB}"/>
              </a:ext>
            </a:extLst>
          </p:cNvPr>
          <p:cNvSpPr txBox="1"/>
          <p:nvPr/>
        </p:nvSpPr>
        <p:spPr>
          <a:xfrm>
            <a:off x="172154" y="2991410"/>
            <a:ext cx="930063" cy="2308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kumimoji="1" lang="en-US" altLang="ko-KR" sz="900" i="1"/>
              <a:t>Timer, Socket </a:t>
            </a:r>
            <a:endParaRPr kumimoji="1" lang="ko-KR" altLang="en-US" sz="900" i="1"/>
          </a:p>
        </p:txBody>
      </p:sp>
      <p:sp>
        <p:nvSpPr>
          <p:cNvPr id="115" name="모서리가 둥근 직사각형 114">
            <a:extLst>
              <a:ext uri="{FF2B5EF4-FFF2-40B4-BE49-F238E27FC236}">
                <a16:creationId xmlns:a16="http://schemas.microsoft.com/office/drawing/2014/main" id="{CB2ECA80-2BBE-B453-44A2-2749D7C87B92}"/>
              </a:ext>
            </a:extLst>
          </p:cNvPr>
          <p:cNvSpPr/>
          <p:nvPr/>
        </p:nvSpPr>
        <p:spPr>
          <a:xfrm>
            <a:off x="217372" y="926681"/>
            <a:ext cx="1209354" cy="360041"/>
          </a:xfrm>
          <a:prstGeom prst="roundRect">
            <a:avLst>
              <a:gd name="adj" fmla="val 12191"/>
            </a:avLst>
          </a:prstGeom>
          <a:noFill/>
          <a:ln w="12700"/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kumimoji="1" lang="en-US" altLang="ko-KR" sz="900">
                <a:solidFill>
                  <a:schemeClr val="tx1"/>
                </a:solidFill>
              </a:rPr>
              <a:t>Admin User</a:t>
            </a:r>
          </a:p>
          <a:p>
            <a:pPr algn="ctr"/>
            <a:r>
              <a:rPr kumimoji="1" lang="en-US" altLang="ko-KR" sz="900">
                <a:solidFill>
                  <a:schemeClr val="tx1"/>
                </a:solidFill>
              </a:rPr>
              <a:t>/ Prometheus</a:t>
            </a:r>
          </a:p>
        </p:txBody>
      </p:sp>
      <p:cxnSp>
        <p:nvCxnSpPr>
          <p:cNvPr id="116" name="직선 화살표 연결선 115">
            <a:extLst>
              <a:ext uri="{FF2B5EF4-FFF2-40B4-BE49-F238E27FC236}">
                <a16:creationId xmlns:a16="http://schemas.microsoft.com/office/drawing/2014/main" id="{FF66ECA3-A260-70E0-3FB6-AF1045EA1453}"/>
              </a:ext>
            </a:extLst>
          </p:cNvPr>
          <p:cNvCxnSpPr>
            <a:cxnSpLocks/>
            <a:stCxn id="115" idx="3"/>
            <a:endCxn id="6" idx="1"/>
          </p:cNvCxnSpPr>
          <p:nvPr/>
        </p:nvCxnSpPr>
        <p:spPr>
          <a:xfrm>
            <a:off x="1426726" y="1106702"/>
            <a:ext cx="416846" cy="0"/>
          </a:xfrm>
          <a:prstGeom prst="straightConnector1">
            <a:avLst/>
          </a:prstGeom>
          <a:ln w="12700">
            <a:solidFill>
              <a:schemeClr val="tx1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120" name="모서리가 둥근 직사각형 119">
            <a:extLst>
              <a:ext uri="{FF2B5EF4-FFF2-40B4-BE49-F238E27FC236}">
                <a16:creationId xmlns:a16="http://schemas.microsoft.com/office/drawing/2014/main" id="{75D73F1F-30EC-1A2C-7365-8640507ED1FA}"/>
              </a:ext>
            </a:extLst>
          </p:cNvPr>
          <p:cNvSpPr/>
          <p:nvPr/>
        </p:nvSpPr>
        <p:spPr>
          <a:xfrm>
            <a:off x="1843572" y="1394734"/>
            <a:ext cx="1036323" cy="360040"/>
          </a:xfrm>
          <a:prstGeom prst="roundRect">
            <a:avLst>
              <a:gd name="adj" fmla="val 14972"/>
            </a:avLst>
          </a:prstGeom>
          <a:solidFill>
            <a:schemeClr val="bg1">
              <a:lumMod val="95000"/>
            </a:schemeClr>
          </a:solidFill>
          <a:ln w="12700"/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kumimoji="1" lang="en-US" altLang="ko-KR" sz="900">
                <a:solidFill>
                  <a:schemeClr val="tx1"/>
                </a:solidFill>
              </a:rPr>
              <a:t>Stats Flush</a:t>
            </a:r>
          </a:p>
          <a:p>
            <a:pPr algn="ctr"/>
            <a:r>
              <a:rPr kumimoji="1" lang="en-US" altLang="ko-KR" sz="900">
                <a:solidFill>
                  <a:schemeClr val="tx1"/>
                </a:solidFill>
              </a:rPr>
              <a:t>(Timer)</a:t>
            </a:r>
          </a:p>
        </p:txBody>
      </p:sp>
      <p:sp>
        <p:nvSpPr>
          <p:cNvPr id="123" name="모서리가 둥근 직사각형 122">
            <a:extLst>
              <a:ext uri="{FF2B5EF4-FFF2-40B4-BE49-F238E27FC236}">
                <a16:creationId xmlns:a16="http://schemas.microsoft.com/office/drawing/2014/main" id="{ECAC3AE6-C3F5-3CBB-C901-7304F362C46D}"/>
              </a:ext>
            </a:extLst>
          </p:cNvPr>
          <p:cNvSpPr/>
          <p:nvPr/>
        </p:nvSpPr>
        <p:spPr>
          <a:xfrm>
            <a:off x="217372" y="1394734"/>
            <a:ext cx="1209354" cy="360040"/>
          </a:xfrm>
          <a:prstGeom prst="roundRect">
            <a:avLst>
              <a:gd name="adj" fmla="val 12191"/>
            </a:avLst>
          </a:prstGeom>
          <a:noFill/>
          <a:ln w="12700"/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kumimoji="1" lang="en-US" altLang="ko-KR" sz="900">
                <a:solidFill>
                  <a:schemeClr val="tx1"/>
                </a:solidFill>
              </a:rPr>
              <a:t>StatsD Server</a:t>
            </a:r>
            <a:endParaRPr kumimoji="1" lang="ko-KR" altLang="en-US" sz="900">
              <a:solidFill>
                <a:schemeClr val="tx1"/>
              </a:solidFill>
            </a:endParaRPr>
          </a:p>
        </p:txBody>
      </p:sp>
      <p:cxnSp>
        <p:nvCxnSpPr>
          <p:cNvPr id="124" name="직선 화살표 연결선 123">
            <a:extLst>
              <a:ext uri="{FF2B5EF4-FFF2-40B4-BE49-F238E27FC236}">
                <a16:creationId xmlns:a16="http://schemas.microsoft.com/office/drawing/2014/main" id="{89C7BAAA-BD2E-4DFA-8A42-4AC40841D49C}"/>
              </a:ext>
            </a:extLst>
          </p:cNvPr>
          <p:cNvCxnSpPr>
            <a:cxnSpLocks/>
            <a:stCxn id="120" idx="1"/>
            <a:endCxn id="123" idx="3"/>
          </p:cNvCxnSpPr>
          <p:nvPr/>
        </p:nvCxnSpPr>
        <p:spPr>
          <a:xfrm flipH="1">
            <a:off x="1426726" y="1574754"/>
            <a:ext cx="416846" cy="0"/>
          </a:xfrm>
          <a:prstGeom prst="straightConnector1">
            <a:avLst/>
          </a:prstGeom>
          <a:ln w="12700">
            <a:solidFill>
              <a:schemeClr val="tx1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151" name="모서리가 둥근 직사각형 150">
            <a:extLst>
              <a:ext uri="{FF2B5EF4-FFF2-40B4-BE49-F238E27FC236}">
                <a16:creationId xmlns:a16="http://schemas.microsoft.com/office/drawing/2014/main" id="{0F96A675-DBE4-D519-A8D7-B1A489351CF3}"/>
              </a:ext>
            </a:extLst>
          </p:cNvPr>
          <p:cNvSpPr/>
          <p:nvPr/>
        </p:nvSpPr>
        <p:spPr>
          <a:xfrm>
            <a:off x="1843572" y="463204"/>
            <a:ext cx="1036323" cy="360040"/>
          </a:xfrm>
          <a:prstGeom prst="roundRect">
            <a:avLst>
              <a:gd name="adj" fmla="val 14972"/>
            </a:avLst>
          </a:prstGeom>
          <a:solidFill>
            <a:schemeClr val="bg1">
              <a:lumMod val="95000"/>
            </a:schemeClr>
          </a:solidFill>
          <a:ln w="12700"/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kumimoji="1" lang="en-US" altLang="ko-KR" sz="900">
                <a:solidFill>
                  <a:schemeClr val="tx1"/>
                </a:solidFill>
              </a:rPr>
              <a:t>xDS</a:t>
            </a:r>
          </a:p>
          <a:p>
            <a:pPr algn="ctr"/>
            <a:r>
              <a:rPr kumimoji="1" lang="en-US" altLang="ko-KR" sz="900">
                <a:solidFill>
                  <a:schemeClr val="tx1"/>
                </a:solidFill>
              </a:rPr>
              <a:t>(TCP Socket)</a:t>
            </a:r>
            <a:endParaRPr kumimoji="1" lang="ko-KR" altLang="en-US" sz="900">
              <a:solidFill>
                <a:schemeClr val="tx1"/>
              </a:solidFill>
            </a:endParaRPr>
          </a:p>
        </p:txBody>
      </p:sp>
      <p:sp>
        <p:nvSpPr>
          <p:cNvPr id="152" name="모서리가 둥근 직사각형 151">
            <a:extLst>
              <a:ext uri="{FF2B5EF4-FFF2-40B4-BE49-F238E27FC236}">
                <a16:creationId xmlns:a16="http://schemas.microsoft.com/office/drawing/2014/main" id="{57ABA298-0F78-C4A6-43B1-73F0E3F367CD}"/>
              </a:ext>
            </a:extLst>
          </p:cNvPr>
          <p:cNvSpPr/>
          <p:nvPr/>
        </p:nvSpPr>
        <p:spPr>
          <a:xfrm>
            <a:off x="217372" y="463203"/>
            <a:ext cx="1209354" cy="360041"/>
          </a:xfrm>
          <a:prstGeom prst="roundRect">
            <a:avLst>
              <a:gd name="adj" fmla="val 12191"/>
            </a:avLst>
          </a:prstGeom>
          <a:noFill/>
          <a:ln w="12700"/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kumimoji="1" lang="en-US" altLang="ko-KR" sz="900">
                <a:solidFill>
                  <a:schemeClr val="tx1"/>
                </a:solidFill>
              </a:rPr>
              <a:t>Control Plane</a:t>
            </a:r>
            <a:endParaRPr kumimoji="1" lang="ko-KR" altLang="en-US" sz="900">
              <a:solidFill>
                <a:schemeClr val="tx1"/>
              </a:solidFill>
            </a:endParaRPr>
          </a:p>
        </p:txBody>
      </p:sp>
      <p:cxnSp>
        <p:nvCxnSpPr>
          <p:cNvPr id="153" name="직선 화살표 연결선 152">
            <a:extLst>
              <a:ext uri="{FF2B5EF4-FFF2-40B4-BE49-F238E27FC236}">
                <a16:creationId xmlns:a16="http://schemas.microsoft.com/office/drawing/2014/main" id="{F6B9F8A0-D8AC-7A8B-3C41-72EEAD30F6A2}"/>
              </a:ext>
            </a:extLst>
          </p:cNvPr>
          <p:cNvCxnSpPr>
            <a:cxnSpLocks/>
            <a:stCxn id="151" idx="1"/>
            <a:endCxn id="152" idx="3"/>
          </p:cNvCxnSpPr>
          <p:nvPr/>
        </p:nvCxnSpPr>
        <p:spPr>
          <a:xfrm flipH="1">
            <a:off x="1426726" y="643224"/>
            <a:ext cx="416846" cy="0"/>
          </a:xfrm>
          <a:prstGeom prst="straightConnector1">
            <a:avLst/>
          </a:prstGeom>
          <a:ln w="12700">
            <a:solidFill>
              <a:schemeClr val="tx1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157" name="직선 화살표 연결선 156">
            <a:extLst>
              <a:ext uri="{FF2B5EF4-FFF2-40B4-BE49-F238E27FC236}">
                <a16:creationId xmlns:a16="http://schemas.microsoft.com/office/drawing/2014/main" id="{8964C7D9-D974-8D09-3F7A-4B523FE6710D}"/>
              </a:ext>
            </a:extLst>
          </p:cNvPr>
          <p:cNvCxnSpPr>
            <a:cxnSpLocks/>
            <a:stCxn id="6" idx="2"/>
            <a:endCxn id="120" idx="0"/>
          </p:cNvCxnSpPr>
          <p:nvPr/>
        </p:nvCxnSpPr>
        <p:spPr>
          <a:xfrm>
            <a:off x="2361734" y="1286722"/>
            <a:ext cx="0" cy="108012"/>
          </a:xfrm>
          <a:prstGeom prst="straightConnector1">
            <a:avLst/>
          </a:prstGeom>
          <a:ln w="12700">
            <a:solidFill>
              <a:schemeClr val="tx1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163" name="모서리가 둥근 직사각형 162">
            <a:extLst>
              <a:ext uri="{FF2B5EF4-FFF2-40B4-BE49-F238E27FC236}">
                <a16:creationId xmlns:a16="http://schemas.microsoft.com/office/drawing/2014/main" id="{3FAEE9C3-74B1-2CA8-3792-D22C8215DCCD}"/>
              </a:ext>
            </a:extLst>
          </p:cNvPr>
          <p:cNvSpPr/>
          <p:nvPr/>
        </p:nvSpPr>
        <p:spPr>
          <a:xfrm>
            <a:off x="5497187" y="1797972"/>
            <a:ext cx="1519189" cy="498405"/>
          </a:xfrm>
          <a:prstGeom prst="roundRect">
            <a:avLst>
              <a:gd name="adj" fmla="val 10985"/>
            </a:avLst>
          </a:prstGeom>
          <a:noFill/>
          <a:ln w="12700">
            <a:prstDash val="dash"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r"/>
            <a:r>
              <a:rPr kumimoji="1" lang="en-US" altLang="ko-KR" sz="900">
                <a:solidFill>
                  <a:schemeClr val="tx1"/>
                </a:solidFill>
              </a:rPr>
              <a:t>Lock</a:t>
            </a:r>
            <a:endParaRPr kumimoji="1" lang="ko-KR" altLang="en-US" sz="900">
              <a:solidFill>
                <a:schemeClr val="tx1"/>
              </a:solidFill>
            </a:endParaRPr>
          </a:p>
        </p:txBody>
      </p:sp>
      <p:cxnSp>
        <p:nvCxnSpPr>
          <p:cNvPr id="164" name="직선 화살표 연결선 163">
            <a:extLst>
              <a:ext uri="{FF2B5EF4-FFF2-40B4-BE49-F238E27FC236}">
                <a16:creationId xmlns:a16="http://schemas.microsoft.com/office/drawing/2014/main" id="{0AC85451-A372-D391-0650-B042C0FC6BAF}"/>
              </a:ext>
            </a:extLst>
          </p:cNvPr>
          <p:cNvCxnSpPr>
            <a:cxnSpLocks/>
            <a:endCxn id="16" idx="2"/>
          </p:cNvCxnSpPr>
          <p:nvPr/>
        </p:nvCxnSpPr>
        <p:spPr>
          <a:xfrm flipV="1">
            <a:off x="6095776" y="2222338"/>
            <a:ext cx="0" cy="715923"/>
          </a:xfrm>
          <a:prstGeom prst="straightConnector1">
            <a:avLst/>
          </a:prstGeom>
          <a:ln w="12700">
            <a:solidFill>
              <a:schemeClr val="tx1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167" name="직선 화살표 연결선 166">
            <a:extLst>
              <a:ext uri="{FF2B5EF4-FFF2-40B4-BE49-F238E27FC236}">
                <a16:creationId xmlns:a16="http://schemas.microsoft.com/office/drawing/2014/main" id="{EC286076-D0D7-BFAA-BD95-E20A4BA987E8}"/>
              </a:ext>
            </a:extLst>
          </p:cNvPr>
          <p:cNvCxnSpPr>
            <a:cxnSpLocks/>
            <a:endCxn id="16" idx="2"/>
          </p:cNvCxnSpPr>
          <p:nvPr/>
        </p:nvCxnSpPr>
        <p:spPr>
          <a:xfrm flipH="1" flipV="1">
            <a:off x="6095776" y="2222338"/>
            <a:ext cx="60400" cy="633015"/>
          </a:xfrm>
          <a:prstGeom prst="straightConnector1">
            <a:avLst/>
          </a:prstGeom>
          <a:ln w="12700">
            <a:solidFill>
              <a:schemeClr val="tx1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171" name="직선 화살표 연결선 170">
            <a:extLst>
              <a:ext uri="{FF2B5EF4-FFF2-40B4-BE49-F238E27FC236}">
                <a16:creationId xmlns:a16="http://schemas.microsoft.com/office/drawing/2014/main" id="{E892DD54-D04B-F016-F066-29A31AD47A81}"/>
              </a:ext>
            </a:extLst>
          </p:cNvPr>
          <p:cNvCxnSpPr>
            <a:cxnSpLocks/>
            <a:endCxn id="16" idx="2"/>
          </p:cNvCxnSpPr>
          <p:nvPr/>
        </p:nvCxnSpPr>
        <p:spPr>
          <a:xfrm flipH="1" flipV="1">
            <a:off x="6095776" y="2222338"/>
            <a:ext cx="114935" cy="540129"/>
          </a:xfrm>
          <a:prstGeom prst="straightConnector1">
            <a:avLst/>
          </a:prstGeom>
          <a:ln w="12700">
            <a:solidFill>
              <a:schemeClr val="tx1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175" name="직선 화살표 연결선 174">
            <a:extLst>
              <a:ext uri="{FF2B5EF4-FFF2-40B4-BE49-F238E27FC236}">
                <a16:creationId xmlns:a16="http://schemas.microsoft.com/office/drawing/2014/main" id="{F28E5335-96EE-9562-79D1-DE06488B13C9}"/>
              </a:ext>
            </a:extLst>
          </p:cNvPr>
          <p:cNvCxnSpPr>
            <a:cxnSpLocks/>
            <a:endCxn id="16" idx="2"/>
          </p:cNvCxnSpPr>
          <p:nvPr/>
        </p:nvCxnSpPr>
        <p:spPr>
          <a:xfrm flipH="1" flipV="1">
            <a:off x="6095776" y="2222338"/>
            <a:ext cx="170293" cy="463173"/>
          </a:xfrm>
          <a:prstGeom prst="straightConnector1">
            <a:avLst/>
          </a:prstGeom>
          <a:ln w="12700">
            <a:solidFill>
              <a:schemeClr val="tx1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178" name="직선 화살표 연결선 177">
            <a:extLst>
              <a:ext uri="{FF2B5EF4-FFF2-40B4-BE49-F238E27FC236}">
                <a16:creationId xmlns:a16="http://schemas.microsoft.com/office/drawing/2014/main" id="{4CB96CFE-E661-CCEB-B86C-F1A67ED9E156}"/>
              </a:ext>
            </a:extLst>
          </p:cNvPr>
          <p:cNvCxnSpPr>
            <a:cxnSpLocks/>
            <a:stCxn id="14" idx="2"/>
            <a:endCxn id="16" idx="0"/>
          </p:cNvCxnSpPr>
          <p:nvPr/>
        </p:nvCxnSpPr>
        <p:spPr>
          <a:xfrm flipH="1">
            <a:off x="6095776" y="1698796"/>
            <a:ext cx="170294" cy="165474"/>
          </a:xfrm>
          <a:prstGeom prst="straightConnector1">
            <a:avLst/>
          </a:prstGeom>
          <a:ln w="12700">
            <a:solidFill>
              <a:schemeClr val="tx1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</p:spTree>
    <p:extLst>
      <p:ext uri="{BB962C8B-B14F-4D97-AF65-F5344CB8AC3E}">
        <p14:creationId xmlns:p14="http://schemas.microsoft.com/office/powerpoint/2010/main" val="1813868270"/>
      </p:ext>
    </p:extLst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77157881-B778-EA95-D0D2-D9A9C29E7E7E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모서리가 둥근 직사각형 1">
            <a:extLst>
              <a:ext uri="{FF2B5EF4-FFF2-40B4-BE49-F238E27FC236}">
                <a16:creationId xmlns:a16="http://schemas.microsoft.com/office/drawing/2014/main" id="{8E5F1CF1-678E-7237-EEE1-E2A0B84A63E0}"/>
              </a:ext>
            </a:extLst>
          </p:cNvPr>
          <p:cNvSpPr/>
          <p:nvPr/>
        </p:nvSpPr>
        <p:spPr>
          <a:xfrm>
            <a:off x="467544" y="267494"/>
            <a:ext cx="7776864" cy="4608512"/>
          </a:xfrm>
          <a:prstGeom prst="roundRect">
            <a:avLst>
              <a:gd name="adj" fmla="val 2626"/>
            </a:avLst>
          </a:prstGeom>
          <a:noFill/>
          <a:ln w="12700"/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b"/>
          <a:lstStyle/>
          <a:p>
            <a:pPr algn="r"/>
            <a:r>
              <a:rPr kumimoji="1" lang="en-US" altLang="ko-KR" sz="1050" b="1">
                <a:solidFill>
                  <a:schemeClr val="tx1"/>
                </a:solidFill>
              </a:rPr>
              <a:t>Envoy Process</a:t>
            </a:r>
            <a:endParaRPr kumimoji="1" lang="ko-KR" altLang="en-US" sz="1050" b="1">
              <a:solidFill>
                <a:schemeClr val="tx1"/>
              </a:solidFill>
            </a:endParaRPr>
          </a:p>
        </p:txBody>
      </p:sp>
      <p:sp>
        <p:nvSpPr>
          <p:cNvPr id="3" name="모서리가 둥근 직사각형 2">
            <a:extLst>
              <a:ext uri="{FF2B5EF4-FFF2-40B4-BE49-F238E27FC236}">
                <a16:creationId xmlns:a16="http://schemas.microsoft.com/office/drawing/2014/main" id="{B7C198DF-1634-97A9-A198-D1CE1FA44BC1}"/>
              </a:ext>
            </a:extLst>
          </p:cNvPr>
          <p:cNvSpPr/>
          <p:nvPr/>
        </p:nvSpPr>
        <p:spPr>
          <a:xfrm>
            <a:off x="612190" y="375506"/>
            <a:ext cx="3959810" cy="2700300"/>
          </a:xfrm>
          <a:prstGeom prst="roundRect">
            <a:avLst>
              <a:gd name="adj" fmla="val 4772"/>
            </a:avLst>
          </a:prstGeom>
          <a:noFill/>
          <a:ln w="12700"/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t"/>
          <a:lstStyle/>
          <a:p>
            <a:pPr algn="ctr"/>
            <a:r>
              <a:rPr kumimoji="1" lang="en-US" altLang="ko-KR" sz="1000" b="1">
                <a:solidFill>
                  <a:schemeClr val="tx1"/>
                </a:solidFill>
              </a:rPr>
              <a:t>Main Thread</a:t>
            </a:r>
            <a:endParaRPr kumimoji="1" lang="ko-KR" altLang="en-US" sz="1000" b="1">
              <a:solidFill>
                <a:schemeClr val="tx1"/>
              </a:solidFill>
            </a:endParaRPr>
          </a:p>
        </p:txBody>
      </p:sp>
      <p:sp>
        <p:nvSpPr>
          <p:cNvPr id="4" name="모서리가 둥근 직사각형 3">
            <a:extLst>
              <a:ext uri="{FF2B5EF4-FFF2-40B4-BE49-F238E27FC236}">
                <a16:creationId xmlns:a16="http://schemas.microsoft.com/office/drawing/2014/main" id="{830022A3-60F0-99C7-7297-0E241EEDE212}"/>
              </a:ext>
            </a:extLst>
          </p:cNvPr>
          <p:cNvSpPr/>
          <p:nvPr/>
        </p:nvSpPr>
        <p:spPr>
          <a:xfrm>
            <a:off x="612191" y="3192374"/>
            <a:ext cx="5923800" cy="1575620"/>
          </a:xfrm>
          <a:prstGeom prst="roundRect">
            <a:avLst>
              <a:gd name="adj" fmla="val 9034"/>
            </a:avLst>
          </a:prstGeom>
          <a:noFill/>
          <a:ln w="12700"/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b"/>
          <a:lstStyle/>
          <a:p>
            <a:pPr algn="ctr"/>
            <a:r>
              <a:rPr kumimoji="1" lang="en-US" altLang="ko-KR" sz="1000" b="1">
                <a:solidFill>
                  <a:schemeClr val="tx1"/>
                </a:solidFill>
              </a:rPr>
              <a:t>Worker Threads</a:t>
            </a:r>
            <a:endParaRPr kumimoji="1" lang="ko-KR" altLang="en-US" sz="1000" b="1">
              <a:solidFill>
                <a:schemeClr val="tx1"/>
              </a:solidFill>
            </a:endParaRPr>
          </a:p>
        </p:txBody>
      </p:sp>
      <p:sp>
        <p:nvSpPr>
          <p:cNvPr id="5" name="모서리가 둥근 직사각형 4">
            <a:extLst>
              <a:ext uri="{FF2B5EF4-FFF2-40B4-BE49-F238E27FC236}">
                <a16:creationId xmlns:a16="http://schemas.microsoft.com/office/drawing/2014/main" id="{64F21EAE-592B-0DF8-C7DD-5C2A5FEE32C7}"/>
              </a:ext>
            </a:extLst>
          </p:cNvPr>
          <p:cNvSpPr/>
          <p:nvPr/>
        </p:nvSpPr>
        <p:spPr>
          <a:xfrm>
            <a:off x="5119236" y="375506"/>
            <a:ext cx="2969548" cy="1224136"/>
          </a:xfrm>
          <a:prstGeom prst="roundRect">
            <a:avLst>
              <a:gd name="adj" fmla="val 5712"/>
            </a:avLst>
          </a:prstGeom>
          <a:noFill/>
          <a:ln w="12700"/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t"/>
          <a:lstStyle/>
          <a:p>
            <a:pPr algn="ctr"/>
            <a:r>
              <a:rPr kumimoji="1" lang="en-US" altLang="ko-KR" sz="1000" b="1">
                <a:solidFill>
                  <a:schemeClr val="tx1"/>
                </a:solidFill>
              </a:rPr>
              <a:t>File Flush Thread</a:t>
            </a:r>
            <a:endParaRPr kumimoji="1" lang="ko-KR" altLang="en-US" sz="1000" b="1">
              <a:solidFill>
                <a:schemeClr val="tx1"/>
              </a:solidFill>
            </a:endParaRPr>
          </a:p>
        </p:txBody>
      </p:sp>
      <p:sp>
        <p:nvSpPr>
          <p:cNvPr id="6" name="모서리가 둥근 직사각형 5">
            <a:extLst>
              <a:ext uri="{FF2B5EF4-FFF2-40B4-BE49-F238E27FC236}">
                <a16:creationId xmlns:a16="http://schemas.microsoft.com/office/drawing/2014/main" id="{838E0645-B0D1-0F01-0CC1-C93AAED7BDB5}"/>
              </a:ext>
            </a:extLst>
          </p:cNvPr>
          <p:cNvSpPr/>
          <p:nvPr/>
        </p:nvSpPr>
        <p:spPr>
          <a:xfrm>
            <a:off x="1050341" y="663538"/>
            <a:ext cx="822340" cy="360040"/>
          </a:xfrm>
          <a:prstGeom prst="roundRect">
            <a:avLst>
              <a:gd name="adj" fmla="val 14972"/>
            </a:avLst>
          </a:prstGeom>
          <a:solidFill>
            <a:schemeClr val="bg1">
              <a:lumMod val="95000"/>
            </a:schemeClr>
          </a:solidFill>
          <a:ln w="12700"/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kumimoji="1" lang="en-US" altLang="ko-KR" sz="1000">
                <a:solidFill>
                  <a:schemeClr val="tx1"/>
                </a:solidFill>
              </a:rPr>
              <a:t>xDS</a:t>
            </a:r>
            <a:endParaRPr kumimoji="1" lang="ko-KR" altLang="en-US" sz="1000">
              <a:solidFill>
                <a:schemeClr val="tx1"/>
              </a:solidFill>
            </a:endParaRPr>
          </a:p>
        </p:txBody>
      </p:sp>
      <p:sp>
        <p:nvSpPr>
          <p:cNvPr id="7" name="모서리가 둥근 직사각형 6">
            <a:extLst>
              <a:ext uri="{FF2B5EF4-FFF2-40B4-BE49-F238E27FC236}">
                <a16:creationId xmlns:a16="http://schemas.microsoft.com/office/drawing/2014/main" id="{05B7E67B-BE3A-9E98-EFFE-D2D70E74417F}"/>
              </a:ext>
            </a:extLst>
          </p:cNvPr>
          <p:cNvSpPr/>
          <p:nvPr/>
        </p:nvSpPr>
        <p:spPr>
          <a:xfrm>
            <a:off x="1987878" y="663538"/>
            <a:ext cx="822340" cy="360040"/>
          </a:xfrm>
          <a:prstGeom prst="roundRect">
            <a:avLst>
              <a:gd name="adj" fmla="val 14972"/>
            </a:avLst>
          </a:prstGeom>
          <a:solidFill>
            <a:schemeClr val="bg1">
              <a:lumMod val="95000"/>
            </a:schemeClr>
          </a:solidFill>
          <a:ln w="12700"/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kumimoji="1" lang="en-US" altLang="ko-KR" sz="1000">
                <a:solidFill>
                  <a:schemeClr val="tx1"/>
                </a:solidFill>
              </a:rPr>
              <a:t>Runtime</a:t>
            </a:r>
            <a:endParaRPr kumimoji="1" lang="ko-KR" altLang="en-US" sz="1000">
              <a:solidFill>
                <a:schemeClr val="tx1"/>
              </a:solidFill>
            </a:endParaRPr>
          </a:p>
        </p:txBody>
      </p:sp>
      <p:sp>
        <p:nvSpPr>
          <p:cNvPr id="8" name="모서리가 둥근 직사각형 7">
            <a:extLst>
              <a:ext uri="{FF2B5EF4-FFF2-40B4-BE49-F238E27FC236}">
                <a16:creationId xmlns:a16="http://schemas.microsoft.com/office/drawing/2014/main" id="{73A4F474-33D3-CE34-8FAF-588F6B0B0D35}"/>
              </a:ext>
            </a:extLst>
          </p:cNvPr>
          <p:cNvSpPr/>
          <p:nvPr/>
        </p:nvSpPr>
        <p:spPr>
          <a:xfrm>
            <a:off x="2925416" y="663538"/>
            <a:ext cx="822340" cy="360040"/>
          </a:xfrm>
          <a:prstGeom prst="roundRect">
            <a:avLst>
              <a:gd name="adj" fmla="val 14972"/>
            </a:avLst>
          </a:prstGeom>
          <a:solidFill>
            <a:schemeClr val="bg1">
              <a:lumMod val="95000"/>
            </a:schemeClr>
          </a:solidFill>
          <a:ln w="12700"/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kumimoji="1" lang="en-US" altLang="ko-KR" sz="1000">
                <a:solidFill>
                  <a:schemeClr val="tx1"/>
                </a:solidFill>
              </a:rPr>
              <a:t>Stat Flush</a:t>
            </a:r>
          </a:p>
          <a:p>
            <a:pPr algn="ctr"/>
            <a:r>
              <a:rPr kumimoji="1" lang="en-US" altLang="ko-KR" sz="1000">
                <a:solidFill>
                  <a:schemeClr val="tx1"/>
                </a:solidFill>
              </a:rPr>
              <a:t>(Timer)</a:t>
            </a:r>
            <a:endParaRPr kumimoji="1" lang="ko-KR" altLang="en-US" sz="1000">
              <a:solidFill>
                <a:schemeClr val="tx1"/>
              </a:solidFill>
            </a:endParaRPr>
          </a:p>
        </p:txBody>
      </p:sp>
      <p:sp>
        <p:nvSpPr>
          <p:cNvPr id="9" name="모서리가 둥근 직사각형 8">
            <a:extLst>
              <a:ext uri="{FF2B5EF4-FFF2-40B4-BE49-F238E27FC236}">
                <a16:creationId xmlns:a16="http://schemas.microsoft.com/office/drawing/2014/main" id="{910227A4-90F7-0613-42E5-395D663C3743}"/>
              </a:ext>
            </a:extLst>
          </p:cNvPr>
          <p:cNvSpPr/>
          <p:nvPr/>
        </p:nvSpPr>
        <p:spPr>
          <a:xfrm>
            <a:off x="1987879" y="1131590"/>
            <a:ext cx="822340" cy="360040"/>
          </a:xfrm>
          <a:prstGeom prst="roundRect">
            <a:avLst>
              <a:gd name="adj" fmla="val 14972"/>
            </a:avLst>
          </a:prstGeom>
          <a:solidFill>
            <a:schemeClr val="bg1">
              <a:lumMod val="95000"/>
            </a:schemeClr>
          </a:solidFill>
          <a:ln w="12700"/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kumimoji="1" lang="en-US" altLang="ko-KR" sz="1000">
                <a:solidFill>
                  <a:schemeClr val="tx1"/>
                </a:solidFill>
              </a:rPr>
              <a:t>Admin</a:t>
            </a:r>
            <a:endParaRPr kumimoji="1" lang="ko-KR" altLang="en-US" sz="1000">
              <a:solidFill>
                <a:schemeClr val="tx1"/>
              </a:solidFill>
            </a:endParaRPr>
          </a:p>
        </p:txBody>
      </p:sp>
      <p:sp>
        <p:nvSpPr>
          <p:cNvPr id="10" name="모서리가 둥근 직사각형 9">
            <a:extLst>
              <a:ext uri="{FF2B5EF4-FFF2-40B4-BE49-F238E27FC236}">
                <a16:creationId xmlns:a16="http://schemas.microsoft.com/office/drawing/2014/main" id="{3510E6FE-15D0-CBB0-1687-1A3BFAC31D3F}"/>
              </a:ext>
            </a:extLst>
          </p:cNvPr>
          <p:cNvSpPr/>
          <p:nvPr/>
        </p:nvSpPr>
        <p:spPr>
          <a:xfrm>
            <a:off x="2925416" y="1131590"/>
            <a:ext cx="1211974" cy="360040"/>
          </a:xfrm>
          <a:prstGeom prst="roundRect">
            <a:avLst>
              <a:gd name="adj" fmla="val 14972"/>
            </a:avLst>
          </a:prstGeom>
          <a:solidFill>
            <a:schemeClr val="bg1">
              <a:lumMod val="95000"/>
            </a:schemeClr>
          </a:solidFill>
          <a:ln w="12700"/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kumimoji="1" lang="en-US" altLang="ko-KR" sz="1000">
                <a:solidFill>
                  <a:schemeClr val="tx1"/>
                </a:solidFill>
              </a:rPr>
              <a:t>Process Management</a:t>
            </a:r>
          </a:p>
        </p:txBody>
      </p:sp>
      <p:sp>
        <p:nvSpPr>
          <p:cNvPr id="12" name="모서리가 둥근 직사각형 11">
            <a:extLst>
              <a:ext uri="{FF2B5EF4-FFF2-40B4-BE49-F238E27FC236}">
                <a16:creationId xmlns:a16="http://schemas.microsoft.com/office/drawing/2014/main" id="{19A472BA-B91A-5DF4-68CE-E53452A902FB}"/>
              </a:ext>
            </a:extLst>
          </p:cNvPr>
          <p:cNvSpPr/>
          <p:nvPr/>
        </p:nvSpPr>
        <p:spPr>
          <a:xfrm>
            <a:off x="7147401" y="-884634"/>
            <a:ext cx="1305440" cy="360040"/>
          </a:xfrm>
          <a:prstGeom prst="roundRect">
            <a:avLst>
              <a:gd name="adj" fmla="val 19649"/>
            </a:avLst>
          </a:prstGeom>
          <a:noFill/>
          <a:ln w="12700"/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kumimoji="1" lang="en-US" altLang="ko-KR" sz="1000">
                <a:solidFill>
                  <a:schemeClr val="tx1"/>
                </a:solidFill>
              </a:rPr>
              <a:t>Access Log</a:t>
            </a:r>
            <a:endParaRPr kumimoji="1" lang="ko-KR" altLang="en-US" sz="1000">
              <a:solidFill>
                <a:schemeClr val="tx1"/>
              </a:solidFill>
            </a:endParaRPr>
          </a:p>
        </p:txBody>
      </p:sp>
      <p:sp>
        <p:nvSpPr>
          <p:cNvPr id="14" name="모서리가 둥근 직사각형 13">
            <a:extLst>
              <a:ext uri="{FF2B5EF4-FFF2-40B4-BE49-F238E27FC236}">
                <a16:creationId xmlns:a16="http://schemas.microsoft.com/office/drawing/2014/main" id="{7A088B51-9761-68D0-BA13-948B145EC97A}"/>
              </a:ext>
            </a:extLst>
          </p:cNvPr>
          <p:cNvSpPr/>
          <p:nvPr/>
        </p:nvSpPr>
        <p:spPr>
          <a:xfrm>
            <a:off x="5230550" y="665510"/>
            <a:ext cx="2718865" cy="358068"/>
          </a:xfrm>
          <a:prstGeom prst="roundRect">
            <a:avLst>
              <a:gd name="adj" fmla="val 19649"/>
            </a:avLst>
          </a:prstGeom>
          <a:solidFill>
            <a:schemeClr val="bg1">
              <a:lumMod val="95000"/>
            </a:schemeClr>
          </a:solidFill>
          <a:ln w="12700"/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kumimoji="1" lang="en-US" altLang="ko-KR" sz="1000">
                <a:solidFill>
                  <a:schemeClr val="tx1"/>
                </a:solidFill>
              </a:rPr>
              <a:t>Access Logger</a:t>
            </a:r>
            <a:endParaRPr kumimoji="1" lang="ko-KR" altLang="en-US" sz="1000">
              <a:solidFill>
                <a:schemeClr val="tx1"/>
              </a:solidFill>
            </a:endParaRPr>
          </a:p>
        </p:txBody>
      </p:sp>
      <p:sp>
        <p:nvSpPr>
          <p:cNvPr id="16" name="모서리가 둥근 직사각형 15">
            <a:extLst>
              <a:ext uri="{FF2B5EF4-FFF2-40B4-BE49-F238E27FC236}">
                <a16:creationId xmlns:a16="http://schemas.microsoft.com/office/drawing/2014/main" id="{6F336515-1208-8069-B766-BFDFCC433BFE}"/>
              </a:ext>
            </a:extLst>
          </p:cNvPr>
          <p:cNvSpPr/>
          <p:nvPr/>
        </p:nvSpPr>
        <p:spPr>
          <a:xfrm>
            <a:off x="5230551" y="1133562"/>
            <a:ext cx="1305440" cy="358068"/>
          </a:xfrm>
          <a:prstGeom prst="roundRect">
            <a:avLst>
              <a:gd name="adj" fmla="val 19649"/>
            </a:avLst>
          </a:prstGeom>
          <a:solidFill>
            <a:schemeClr val="bg2">
              <a:lumMod val="90000"/>
            </a:schemeClr>
          </a:solidFill>
          <a:ln w="12700"/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kumimoji="1" lang="en-US" altLang="ko-KR" sz="1000">
                <a:solidFill>
                  <a:schemeClr val="tx1"/>
                </a:solidFill>
              </a:rPr>
              <a:t>Flush Buffer</a:t>
            </a:r>
            <a:endParaRPr kumimoji="1" lang="ko-KR" altLang="en-US" sz="1000">
              <a:solidFill>
                <a:schemeClr val="tx1"/>
              </a:solidFill>
            </a:endParaRPr>
          </a:p>
        </p:txBody>
      </p:sp>
      <p:sp>
        <p:nvSpPr>
          <p:cNvPr id="18" name="모서리가 둥근 직사각형 17">
            <a:extLst>
              <a:ext uri="{FF2B5EF4-FFF2-40B4-BE49-F238E27FC236}">
                <a16:creationId xmlns:a16="http://schemas.microsoft.com/office/drawing/2014/main" id="{61C5B17F-8893-A37E-DDFB-7ABBB0BF0B69}"/>
              </a:ext>
            </a:extLst>
          </p:cNvPr>
          <p:cNvSpPr/>
          <p:nvPr/>
        </p:nvSpPr>
        <p:spPr>
          <a:xfrm>
            <a:off x="6643976" y="1133562"/>
            <a:ext cx="1305440" cy="358068"/>
          </a:xfrm>
          <a:prstGeom prst="roundRect">
            <a:avLst>
              <a:gd name="adj" fmla="val 19649"/>
            </a:avLst>
          </a:prstGeom>
          <a:solidFill>
            <a:schemeClr val="bg2">
              <a:lumMod val="90000"/>
            </a:schemeClr>
          </a:solidFill>
          <a:ln w="12700"/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kumimoji="1" lang="en-US" altLang="ko-KR" sz="1000">
                <a:solidFill>
                  <a:schemeClr val="tx1"/>
                </a:solidFill>
              </a:rPr>
              <a:t>About to Write Buffer</a:t>
            </a:r>
            <a:endParaRPr kumimoji="1" lang="ko-KR" altLang="en-US" sz="1000">
              <a:solidFill>
                <a:schemeClr val="tx1"/>
              </a:solidFill>
            </a:endParaRPr>
          </a:p>
        </p:txBody>
      </p:sp>
      <p:sp>
        <p:nvSpPr>
          <p:cNvPr id="19" name="모서리가 둥근 직사각형 18">
            <a:extLst>
              <a:ext uri="{FF2B5EF4-FFF2-40B4-BE49-F238E27FC236}">
                <a16:creationId xmlns:a16="http://schemas.microsoft.com/office/drawing/2014/main" id="{7D7E6B6E-D8BB-621C-3F57-7A82BD4B8C13}"/>
              </a:ext>
            </a:extLst>
          </p:cNvPr>
          <p:cNvSpPr/>
          <p:nvPr/>
        </p:nvSpPr>
        <p:spPr>
          <a:xfrm>
            <a:off x="742340" y="1667451"/>
            <a:ext cx="3685644" cy="1286803"/>
          </a:xfrm>
          <a:prstGeom prst="roundRect">
            <a:avLst>
              <a:gd name="adj" fmla="val 8077"/>
            </a:avLst>
          </a:prstGeom>
          <a:noFill/>
          <a:ln w="12700"/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r>
              <a:rPr kumimoji="1" lang="en-US" altLang="ko-KR" sz="1000">
                <a:solidFill>
                  <a:schemeClr val="tx1"/>
                </a:solidFill>
              </a:rPr>
              <a:t>Event Loop (libevent)</a:t>
            </a:r>
          </a:p>
          <a:p>
            <a:endParaRPr kumimoji="1" lang="en-US" altLang="ko-KR" sz="1000">
              <a:solidFill>
                <a:schemeClr val="tx1"/>
              </a:solidFill>
            </a:endParaRPr>
          </a:p>
          <a:p>
            <a:r>
              <a:rPr kumimoji="1" lang="en-US" altLang="ko-KR" sz="1000">
                <a:solidFill>
                  <a:schemeClr val="tx1"/>
                </a:solidFill>
              </a:rPr>
              <a:t>-</a:t>
            </a:r>
            <a:r>
              <a:rPr kumimoji="1" lang="ko-KR" altLang="en-US" sz="1000">
                <a:solidFill>
                  <a:schemeClr val="tx1"/>
                </a:solidFill>
              </a:rPr>
              <a:t> </a:t>
            </a:r>
            <a:r>
              <a:rPr kumimoji="1" lang="en-US" altLang="ko-KR" sz="1000">
                <a:solidFill>
                  <a:schemeClr val="tx1"/>
                </a:solidFill>
              </a:rPr>
              <a:t>SignalEvent</a:t>
            </a:r>
            <a:r>
              <a:rPr kumimoji="1" lang="ko-KR" altLang="en-US" sz="1000">
                <a:solidFill>
                  <a:schemeClr val="tx1"/>
                </a:solidFill>
              </a:rPr>
              <a:t> </a:t>
            </a:r>
            <a:r>
              <a:rPr kumimoji="1" lang="en-US" altLang="ko-KR" sz="1000">
                <a:solidFill>
                  <a:schemeClr val="tx1"/>
                </a:solidFill>
              </a:rPr>
              <a:t>: SIGTERM,</a:t>
            </a:r>
            <a:r>
              <a:rPr kumimoji="1" lang="ko-KR" altLang="en-US" sz="1000">
                <a:solidFill>
                  <a:schemeClr val="tx1"/>
                </a:solidFill>
              </a:rPr>
              <a:t> </a:t>
            </a:r>
            <a:r>
              <a:rPr kumimoji="1" lang="en" altLang="ko-KR" sz="1000">
                <a:solidFill>
                  <a:schemeClr val="tx1"/>
                </a:solidFill>
              </a:rPr>
              <a:t>SIGINT</a:t>
            </a:r>
            <a:r>
              <a:rPr kumimoji="1" lang="en-US" altLang="ko-KR" sz="1000">
                <a:solidFill>
                  <a:schemeClr val="tx1"/>
                </a:solidFill>
              </a:rPr>
              <a:t>,</a:t>
            </a:r>
            <a:r>
              <a:rPr kumimoji="1" lang="ko-KR" altLang="en-US" sz="1000">
                <a:solidFill>
                  <a:schemeClr val="tx1"/>
                </a:solidFill>
              </a:rPr>
              <a:t> </a:t>
            </a:r>
            <a:r>
              <a:rPr kumimoji="1" lang="en" altLang="ko-KR" sz="1000">
                <a:solidFill>
                  <a:schemeClr val="tx1"/>
                </a:solidFill>
              </a:rPr>
              <a:t>SIGUSR1</a:t>
            </a:r>
            <a:r>
              <a:rPr kumimoji="1" lang="en-US" altLang="ko-KR" sz="1000">
                <a:solidFill>
                  <a:schemeClr val="tx1"/>
                </a:solidFill>
              </a:rPr>
              <a:t>,</a:t>
            </a:r>
            <a:r>
              <a:rPr kumimoji="1" lang="ko-KR" altLang="en-US" sz="1000">
                <a:solidFill>
                  <a:schemeClr val="tx1"/>
                </a:solidFill>
              </a:rPr>
              <a:t> </a:t>
            </a:r>
            <a:r>
              <a:rPr kumimoji="1" lang="en" altLang="ko-KR" sz="1000">
                <a:solidFill>
                  <a:schemeClr val="tx1"/>
                </a:solidFill>
              </a:rPr>
              <a:t>SIGHUP</a:t>
            </a:r>
            <a:endParaRPr kumimoji="1" lang="en-US" altLang="ko-KR" sz="1000">
              <a:solidFill>
                <a:schemeClr val="tx1"/>
              </a:solidFill>
            </a:endParaRPr>
          </a:p>
          <a:p>
            <a:r>
              <a:rPr kumimoji="1" lang="en-US" altLang="ko-KR" sz="1000">
                <a:solidFill>
                  <a:schemeClr val="tx1"/>
                </a:solidFill>
              </a:rPr>
              <a:t>-</a:t>
            </a:r>
            <a:r>
              <a:rPr kumimoji="1" lang="ko-KR" altLang="en-US" sz="1000">
                <a:solidFill>
                  <a:schemeClr val="tx1"/>
                </a:solidFill>
              </a:rPr>
              <a:t> </a:t>
            </a:r>
            <a:r>
              <a:rPr kumimoji="1" lang="en-US" altLang="ko-KR" sz="1000">
                <a:solidFill>
                  <a:schemeClr val="tx1"/>
                </a:solidFill>
              </a:rPr>
              <a:t>FileEvent (Socket) :</a:t>
            </a:r>
            <a:r>
              <a:rPr kumimoji="1" lang="ko-KR" altLang="en-US" sz="1000">
                <a:solidFill>
                  <a:schemeClr val="tx1"/>
                </a:solidFill>
              </a:rPr>
              <a:t> </a:t>
            </a:r>
            <a:r>
              <a:rPr kumimoji="1" lang="en-US" altLang="ko-KR" sz="1000">
                <a:solidFill>
                  <a:schemeClr val="tx1"/>
                </a:solidFill>
              </a:rPr>
              <a:t>xDS</a:t>
            </a:r>
            <a:r>
              <a:rPr kumimoji="1" lang="ko-KR" altLang="en-US" sz="1000">
                <a:solidFill>
                  <a:schemeClr val="tx1"/>
                </a:solidFill>
              </a:rPr>
              <a:t> </a:t>
            </a:r>
            <a:r>
              <a:rPr kumimoji="1" lang="en-US" altLang="ko-KR" sz="1000">
                <a:solidFill>
                  <a:schemeClr val="tx1"/>
                </a:solidFill>
              </a:rPr>
              <a:t>gRPC, Admin Server, Hot Restart</a:t>
            </a:r>
          </a:p>
          <a:p>
            <a:r>
              <a:rPr kumimoji="1" lang="en-US" altLang="ko-KR" sz="1000">
                <a:solidFill>
                  <a:schemeClr val="tx1"/>
                </a:solidFill>
              </a:rPr>
              <a:t>- Timer : Stats Flush, WatchDog Touch, Drain, Cluster Init</a:t>
            </a:r>
          </a:p>
          <a:p>
            <a:r>
              <a:rPr kumimoji="1" lang="en-US" altLang="ko-KR" sz="1000">
                <a:solidFill>
                  <a:schemeClr val="tx1"/>
                </a:solidFill>
              </a:rPr>
              <a:t>- Post Callback</a:t>
            </a:r>
          </a:p>
          <a:p>
            <a:r>
              <a:rPr kumimoji="1" lang="en-US" altLang="ko-KR" sz="1000">
                <a:solidFill>
                  <a:schemeClr val="tx1"/>
                </a:solidFill>
              </a:rPr>
              <a:t>- Schedulable Callback</a:t>
            </a:r>
          </a:p>
          <a:p>
            <a:r>
              <a:rPr kumimoji="1" lang="en-US" altLang="ko-KR" sz="1000">
                <a:solidFill>
                  <a:schemeClr val="tx1"/>
                </a:solidFill>
              </a:rPr>
              <a:t>-</a:t>
            </a:r>
            <a:r>
              <a:rPr kumimoji="1" lang="ko-KR" altLang="en-US" sz="1000">
                <a:solidFill>
                  <a:schemeClr val="tx1"/>
                </a:solidFill>
              </a:rPr>
              <a:t> </a:t>
            </a:r>
            <a:r>
              <a:rPr kumimoji="1" lang="en" altLang="ko-KR" sz="1000">
                <a:solidFill>
                  <a:schemeClr val="tx1"/>
                </a:solidFill>
              </a:rPr>
              <a:t>Deferred Delete</a:t>
            </a:r>
            <a:endParaRPr kumimoji="1" lang="en-US" altLang="ko-KR" sz="1000">
              <a:solidFill>
                <a:schemeClr val="tx1"/>
              </a:solidFill>
            </a:endParaRPr>
          </a:p>
        </p:txBody>
      </p:sp>
      <p:sp>
        <p:nvSpPr>
          <p:cNvPr id="21" name="모서리가 둥근 직사각형 20">
            <a:extLst>
              <a:ext uri="{FF2B5EF4-FFF2-40B4-BE49-F238E27FC236}">
                <a16:creationId xmlns:a16="http://schemas.microsoft.com/office/drawing/2014/main" id="{7836AA29-4AF8-1F5A-101B-6706FBE884B0}"/>
              </a:ext>
            </a:extLst>
          </p:cNvPr>
          <p:cNvSpPr/>
          <p:nvPr/>
        </p:nvSpPr>
        <p:spPr>
          <a:xfrm>
            <a:off x="4778860" y="-364240"/>
            <a:ext cx="3074344" cy="360040"/>
          </a:xfrm>
          <a:prstGeom prst="roundRect">
            <a:avLst>
              <a:gd name="adj" fmla="val 16153"/>
            </a:avLst>
          </a:prstGeom>
          <a:noFill/>
          <a:ln w="12700"/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kumimoji="1" lang="en-US" altLang="ko-KR" sz="1000">
                <a:solidFill>
                  <a:schemeClr val="tx1"/>
                </a:solidFill>
              </a:rPr>
              <a:t>Event Loop (TCP Listener, UDP Listener) </a:t>
            </a:r>
            <a:endParaRPr kumimoji="1" lang="ko-KR" altLang="en-US" sz="1000">
              <a:solidFill>
                <a:schemeClr val="tx1"/>
              </a:solidFill>
            </a:endParaRPr>
          </a:p>
        </p:txBody>
      </p:sp>
      <p:sp>
        <p:nvSpPr>
          <p:cNvPr id="22" name="모서리가 둥근 직사각형 21">
            <a:extLst>
              <a:ext uri="{FF2B5EF4-FFF2-40B4-BE49-F238E27FC236}">
                <a16:creationId xmlns:a16="http://schemas.microsoft.com/office/drawing/2014/main" id="{05FA0F77-0D7C-F254-EE9E-BE0267D9D9F6}"/>
              </a:ext>
            </a:extLst>
          </p:cNvPr>
          <p:cNvSpPr/>
          <p:nvPr/>
        </p:nvSpPr>
        <p:spPr>
          <a:xfrm>
            <a:off x="742340" y="3722561"/>
            <a:ext cx="3685644" cy="757401"/>
          </a:xfrm>
          <a:prstGeom prst="roundRect">
            <a:avLst>
              <a:gd name="adj" fmla="val 10252"/>
            </a:avLst>
          </a:prstGeom>
          <a:noFill/>
          <a:ln w="12700"/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r>
              <a:rPr kumimoji="1" lang="en-US" altLang="ko-KR" sz="1000">
                <a:solidFill>
                  <a:schemeClr val="tx1"/>
                </a:solidFill>
              </a:rPr>
              <a:t>Event Loop (libevent)</a:t>
            </a:r>
          </a:p>
          <a:p>
            <a:endParaRPr kumimoji="1" lang="en-US" altLang="ko-KR" sz="1000">
              <a:solidFill>
                <a:schemeClr val="tx1"/>
              </a:solidFill>
            </a:endParaRPr>
          </a:p>
          <a:p>
            <a:r>
              <a:rPr kumimoji="1" lang="en-US" altLang="ko-KR" sz="1000">
                <a:solidFill>
                  <a:schemeClr val="tx1"/>
                </a:solidFill>
              </a:rPr>
              <a:t>-</a:t>
            </a:r>
            <a:r>
              <a:rPr kumimoji="1" lang="ko-KR" altLang="en-US" sz="1000">
                <a:solidFill>
                  <a:schemeClr val="tx1"/>
                </a:solidFill>
              </a:rPr>
              <a:t> </a:t>
            </a:r>
            <a:r>
              <a:rPr kumimoji="1" lang="en-US" altLang="ko-KR" sz="1000">
                <a:solidFill>
                  <a:schemeClr val="tx1"/>
                </a:solidFill>
              </a:rPr>
              <a:t>FileEvent (Socket) :</a:t>
            </a:r>
            <a:r>
              <a:rPr kumimoji="1" lang="ko-KR" altLang="en-US" sz="1000">
                <a:solidFill>
                  <a:schemeClr val="tx1"/>
                </a:solidFill>
              </a:rPr>
              <a:t> </a:t>
            </a:r>
            <a:r>
              <a:rPr kumimoji="1" lang="en-US" altLang="ko-KR" sz="1000">
                <a:solidFill>
                  <a:schemeClr val="tx1"/>
                </a:solidFill>
              </a:rPr>
              <a:t>Downstream, Upstream</a:t>
            </a:r>
          </a:p>
          <a:p>
            <a:r>
              <a:rPr kumimoji="1" lang="en-US" altLang="ko-KR" sz="1000">
                <a:solidFill>
                  <a:schemeClr val="tx1"/>
                </a:solidFill>
              </a:rPr>
              <a:t>- Timer : Connection Timeout</a:t>
            </a:r>
          </a:p>
        </p:txBody>
      </p:sp>
    </p:spTree>
    <p:extLst>
      <p:ext uri="{BB962C8B-B14F-4D97-AF65-F5344CB8AC3E}">
        <p14:creationId xmlns:p14="http://schemas.microsoft.com/office/powerpoint/2010/main" val="3823337275"/>
      </p:ext>
    </p:extLst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모서리가 둥근 직사각형 1">
            <a:extLst>
              <a:ext uri="{FF2B5EF4-FFF2-40B4-BE49-F238E27FC236}">
                <a16:creationId xmlns:a16="http://schemas.microsoft.com/office/drawing/2014/main" id="{2EDED408-7D37-528A-E17F-D422EAE79814}"/>
              </a:ext>
            </a:extLst>
          </p:cNvPr>
          <p:cNvSpPr/>
          <p:nvPr/>
        </p:nvSpPr>
        <p:spPr>
          <a:xfrm>
            <a:off x="656877" y="771550"/>
            <a:ext cx="7776864" cy="3888432"/>
          </a:xfrm>
          <a:prstGeom prst="roundRect">
            <a:avLst>
              <a:gd name="adj" fmla="val 2626"/>
            </a:avLst>
          </a:prstGeom>
          <a:noFill/>
          <a:ln w="12700"/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b"/>
          <a:lstStyle/>
          <a:p>
            <a:pPr algn="r"/>
            <a:r>
              <a:rPr kumimoji="1" lang="en-US" altLang="ko-KR" sz="1050" b="1">
                <a:solidFill>
                  <a:schemeClr val="tx1"/>
                </a:solidFill>
              </a:rPr>
              <a:t>Envoy Process</a:t>
            </a:r>
            <a:endParaRPr kumimoji="1" lang="ko-KR" altLang="en-US" sz="1050" b="1">
              <a:solidFill>
                <a:schemeClr val="tx1"/>
              </a:solidFill>
            </a:endParaRPr>
          </a:p>
        </p:txBody>
      </p:sp>
      <p:sp>
        <p:nvSpPr>
          <p:cNvPr id="3" name="모서리가 둥근 직사각형 2">
            <a:extLst>
              <a:ext uri="{FF2B5EF4-FFF2-40B4-BE49-F238E27FC236}">
                <a16:creationId xmlns:a16="http://schemas.microsoft.com/office/drawing/2014/main" id="{9C5AD7FC-1712-3BF5-D247-7A272BDE6247}"/>
              </a:ext>
            </a:extLst>
          </p:cNvPr>
          <p:cNvSpPr/>
          <p:nvPr/>
        </p:nvSpPr>
        <p:spPr>
          <a:xfrm>
            <a:off x="801523" y="879562"/>
            <a:ext cx="3959810" cy="2700300"/>
          </a:xfrm>
          <a:prstGeom prst="roundRect">
            <a:avLst>
              <a:gd name="adj" fmla="val 4772"/>
            </a:avLst>
          </a:prstGeom>
          <a:noFill/>
          <a:ln w="12700"/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t"/>
          <a:lstStyle/>
          <a:p>
            <a:pPr algn="ctr"/>
            <a:r>
              <a:rPr kumimoji="1" lang="en-US" altLang="ko-KR" sz="1000" b="1">
                <a:solidFill>
                  <a:schemeClr val="tx1"/>
                </a:solidFill>
              </a:rPr>
              <a:t>Main Thread</a:t>
            </a:r>
            <a:endParaRPr kumimoji="1" lang="ko-KR" altLang="en-US" sz="1000" b="1">
              <a:solidFill>
                <a:schemeClr val="tx1"/>
              </a:solidFill>
            </a:endParaRPr>
          </a:p>
        </p:txBody>
      </p:sp>
      <p:sp>
        <p:nvSpPr>
          <p:cNvPr id="4" name="모서리가 둥근 직사각형 3">
            <a:extLst>
              <a:ext uri="{FF2B5EF4-FFF2-40B4-BE49-F238E27FC236}">
                <a16:creationId xmlns:a16="http://schemas.microsoft.com/office/drawing/2014/main" id="{43C7BDDE-38B5-72DA-2954-931550280FC8}"/>
              </a:ext>
            </a:extLst>
          </p:cNvPr>
          <p:cNvSpPr/>
          <p:nvPr/>
        </p:nvSpPr>
        <p:spPr>
          <a:xfrm>
            <a:off x="2843808" y="2472618"/>
            <a:ext cx="3881516" cy="1575620"/>
          </a:xfrm>
          <a:prstGeom prst="roundRect">
            <a:avLst>
              <a:gd name="adj" fmla="val 9034"/>
            </a:avLst>
          </a:prstGeom>
          <a:noFill/>
          <a:ln w="12700"/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b"/>
          <a:lstStyle/>
          <a:p>
            <a:pPr algn="ctr"/>
            <a:r>
              <a:rPr kumimoji="1" lang="en-US" altLang="ko-KR" sz="1000" b="1">
                <a:solidFill>
                  <a:schemeClr val="tx1"/>
                </a:solidFill>
              </a:rPr>
              <a:t>Worker Threads</a:t>
            </a:r>
            <a:endParaRPr kumimoji="1" lang="ko-KR" altLang="en-US" sz="1000" b="1">
              <a:solidFill>
                <a:schemeClr val="tx1"/>
              </a:solidFill>
            </a:endParaRPr>
          </a:p>
        </p:txBody>
      </p:sp>
      <p:sp>
        <p:nvSpPr>
          <p:cNvPr id="5" name="모서리가 둥근 직사각형 4">
            <a:extLst>
              <a:ext uri="{FF2B5EF4-FFF2-40B4-BE49-F238E27FC236}">
                <a16:creationId xmlns:a16="http://schemas.microsoft.com/office/drawing/2014/main" id="{5A4F7D91-19AF-77AC-C89A-F11E6ADAED58}"/>
              </a:ext>
            </a:extLst>
          </p:cNvPr>
          <p:cNvSpPr/>
          <p:nvPr/>
        </p:nvSpPr>
        <p:spPr>
          <a:xfrm>
            <a:off x="5308569" y="879562"/>
            <a:ext cx="2969548" cy="1224136"/>
          </a:xfrm>
          <a:prstGeom prst="roundRect">
            <a:avLst>
              <a:gd name="adj" fmla="val 5712"/>
            </a:avLst>
          </a:prstGeom>
          <a:noFill/>
          <a:ln w="12700"/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t"/>
          <a:lstStyle/>
          <a:p>
            <a:pPr algn="ctr"/>
            <a:r>
              <a:rPr kumimoji="1" lang="en-US" altLang="ko-KR" sz="1000" b="1">
                <a:solidFill>
                  <a:schemeClr val="tx1"/>
                </a:solidFill>
              </a:rPr>
              <a:t>File Flush Thread</a:t>
            </a:r>
            <a:endParaRPr kumimoji="1" lang="ko-KR" altLang="en-US" sz="1000" b="1">
              <a:solidFill>
                <a:schemeClr val="tx1"/>
              </a:solidFill>
            </a:endParaRPr>
          </a:p>
        </p:txBody>
      </p:sp>
      <p:sp>
        <p:nvSpPr>
          <p:cNvPr id="6" name="모서리가 둥근 직사각형 5">
            <a:extLst>
              <a:ext uri="{FF2B5EF4-FFF2-40B4-BE49-F238E27FC236}">
                <a16:creationId xmlns:a16="http://schemas.microsoft.com/office/drawing/2014/main" id="{C56E1F73-D97F-CDDF-8D35-C47FE999091A}"/>
              </a:ext>
            </a:extLst>
          </p:cNvPr>
          <p:cNvSpPr/>
          <p:nvPr/>
        </p:nvSpPr>
        <p:spPr>
          <a:xfrm>
            <a:off x="1239674" y="1167594"/>
            <a:ext cx="822340" cy="360040"/>
          </a:xfrm>
          <a:prstGeom prst="roundRect">
            <a:avLst>
              <a:gd name="adj" fmla="val 14972"/>
            </a:avLst>
          </a:prstGeom>
          <a:solidFill>
            <a:schemeClr val="bg1">
              <a:lumMod val="95000"/>
            </a:schemeClr>
          </a:solidFill>
          <a:ln w="12700"/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kumimoji="1" lang="en-US" altLang="ko-KR" sz="900">
                <a:solidFill>
                  <a:schemeClr val="tx1"/>
                </a:solidFill>
              </a:rPr>
              <a:t>xDS</a:t>
            </a:r>
          </a:p>
          <a:p>
            <a:pPr algn="ctr"/>
            <a:r>
              <a:rPr kumimoji="1" lang="en-US" altLang="ko-KR" sz="900">
                <a:solidFill>
                  <a:schemeClr val="tx1"/>
                </a:solidFill>
              </a:rPr>
              <a:t>/ FileEvent</a:t>
            </a:r>
            <a:endParaRPr kumimoji="1" lang="ko-KR" altLang="en-US" sz="900">
              <a:solidFill>
                <a:schemeClr val="tx1"/>
              </a:solidFill>
            </a:endParaRPr>
          </a:p>
        </p:txBody>
      </p:sp>
      <p:sp>
        <p:nvSpPr>
          <p:cNvPr id="7" name="모서리가 둥근 직사각형 6">
            <a:extLst>
              <a:ext uri="{FF2B5EF4-FFF2-40B4-BE49-F238E27FC236}">
                <a16:creationId xmlns:a16="http://schemas.microsoft.com/office/drawing/2014/main" id="{85908A03-E5E9-4A38-3371-E01839FFB360}"/>
              </a:ext>
            </a:extLst>
          </p:cNvPr>
          <p:cNvSpPr/>
          <p:nvPr/>
        </p:nvSpPr>
        <p:spPr>
          <a:xfrm>
            <a:off x="2177211" y="1167594"/>
            <a:ext cx="822340" cy="360040"/>
          </a:xfrm>
          <a:prstGeom prst="roundRect">
            <a:avLst>
              <a:gd name="adj" fmla="val 14972"/>
            </a:avLst>
          </a:prstGeom>
          <a:solidFill>
            <a:schemeClr val="bg1">
              <a:lumMod val="95000"/>
            </a:schemeClr>
          </a:solidFill>
          <a:ln w="12700"/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kumimoji="1" lang="en-US" altLang="ko-KR" sz="900">
                <a:solidFill>
                  <a:schemeClr val="tx1"/>
                </a:solidFill>
              </a:rPr>
              <a:t>Runtime</a:t>
            </a:r>
            <a:endParaRPr kumimoji="1" lang="ko-KR" altLang="en-US" sz="900">
              <a:solidFill>
                <a:schemeClr val="tx1"/>
              </a:solidFill>
            </a:endParaRPr>
          </a:p>
        </p:txBody>
      </p:sp>
      <p:sp>
        <p:nvSpPr>
          <p:cNvPr id="8" name="모서리가 둥근 직사각형 7">
            <a:extLst>
              <a:ext uri="{FF2B5EF4-FFF2-40B4-BE49-F238E27FC236}">
                <a16:creationId xmlns:a16="http://schemas.microsoft.com/office/drawing/2014/main" id="{6AB77BBD-2B8A-4802-8696-5D994DCE0E36}"/>
              </a:ext>
            </a:extLst>
          </p:cNvPr>
          <p:cNvSpPr/>
          <p:nvPr/>
        </p:nvSpPr>
        <p:spPr>
          <a:xfrm>
            <a:off x="3114749" y="1167594"/>
            <a:ext cx="822340" cy="360040"/>
          </a:xfrm>
          <a:prstGeom prst="roundRect">
            <a:avLst>
              <a:gd name="adj" fmla="val 14972"/>
            </a:avLst>
          </a:prstGeom>
          <a:solidFill>
            <a:schemeClr val="bg1">
              <a:lumMod val="95000"/>
            </a:schemeClr>
          </a:solidFill>
          <a:ln w="12700"/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kumimoji="1" lang="en-US" altLang="ko-KR" sz="900">
                <a:solidFill>
                  <a:schemeClr val="tx1"/>
                </a:solidFill>
              </a:rPr>
              <a:t>Stat Flush</a:t>
            </a:r>
          </a:p>
          <a:p>
            <a:pPr algn="ctr"/>
            <a:r>
              <a:rPr kumimoji="1" lang="en-US" altLang="ko-KR" sz="900">
                <a:solidFill>
                  <a:schemeClr val="tx1"/>
                </a:solidFill>
              </a:rPr>
              <a:t>/ Timer</a:t>
            </a:r>
          </a:p>
        </p:txBody>
      </p:sp>
      <p:sp>
        <p:nvSpPr>
          <p:cNvPr id="9" name="모서리가 둥근 직사각형 8">
            <a:extLst>
              <a:ext uri="{FF2B5EF4-FFF2-40B4-BE49-F238E27FC236}">
                <a16:creationId xmlns:a16="http://schemas.microsoft.com/office/drawing/2014/main" id="{278952E2-E44E-7672-C572-C2B70BC014CB}"/>
              </a:ext>
            </a:extLst>
          </p:cNvPr>
          <p:cNvSpPr/>
          <p:nvPr/>
        </p:nvSpPr>
        <p:spPr>
          <a:xfrm>
            <a:off x="1239674" y="1635646"/>
            <a:ext cx="822340" cy="360040"/>
          </a:xfrm>
          <a:prstGeom prst="roundRect">
            <a:avLst>
              <a:gd name="adj" fmla="val 14972"/>
            </a:avLst>
          </a:prstGeom>
          <a:solidFill>
            <a:schemeClr val="bg1">
              <a:lumMod val="95000"/>
            </a:schemeClr>
          </a:solidFill>
          <a:ln w="12700"/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kumimoji="1" lang="en-US" altLang="ko-KR" sz="900">
                <a:solidFill>
                  <a:schemeClr val="tx1"/>
                </a:solidFill>
              </a:rPr>
              <a:t>Admin</a:t>
            </a:r>
          </a:p>
          <a:p>
            <a:pPr algn="ctr"/>
            <a:r>
              <a:rPr kumimoji="1" lang="en-US" altLang="ko-KR" sz="900">
                <a:solidFill>
                  <a:schemeClr val="tx1"/>
                </a:solidFill>
              </a:rPr>
              <a:t>/ FileEvent</a:t>
            </a:r>
            <a:endParaRPr kumimoji="1" lang="ko-KR" altLang="en-US" sz="900">
              <a:solidFill>
                <a:schemeClr val="tx1"/>
              </a:solidFill>
            </a:endParaRPr>
          </a:p>
        </p:txBody>
      </p:sp>
      <p:sp>
        <p:nvSpPr>
          <p:cNvPr id="10" name="모서리가 둥근 직사각형 9">
            <a:extLst>
              <a:ext uri="{FF2B5EF4-FFF2-40B4-BE49-F238E27FC236}">
                <a16:creationId xmlns:a16="http://schemas.microsoft.com/office/drawing/2014/main" id="{ECD0A68E-C8F6-322B-9087-1C0BBC53045B}"/>
              </a:ext>
            </a:extLst>
          </p:cNvPr>
          <p:cNvSpPr/>
          <p:nvPr/>
        </p:nvSpPr>
        <p:spPr>
          <a:xfrm>
            <a:off x="2177211" y="1635646"/>
            <a:ext cx="1759878" cy="360040"/>
          </a:xfrm>
          <a:prstGeom prst="roundRect">
            <a:avLst>
              <a:gd name="adj" fmla="val 14972"/>
            </a:avLst>
          </a:prstGeom>
          <a:solidFill>
            <a:schemeClr val="bg1">
              <a:lumMod val="95000"/>
            </a:schemeClr>
          </a:solidFill>
          <a:ln w="12700"/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kumimoji="1" lang="en-US" altLang="ko-KR" sz="900">
                <a:solidFill>
                  <a:schemeClr val="tx1"/>
                </a:solidFill>
              </a:rPr>
              <a:t>Process Management</a:t>
            </a:r>
          </a:p>
          <a:p>
            <a:pPr algn="ctr"/>
            <a:r>
              <a:rPr kumimoji="1" lang="en-US" altLang="ko-KR" sz="900">
                <a:solidFill>
                  <a:schemeClr val="tx1"/>
                </a:solidFill>
              </a:rPr>
              <a:t>/ SignalEvent</a:t>
            </a:r>
          </a:p>
        </p:txBody>
      </p:sp>
      <p:sp>
        <p:nvSpPr>
          <p:cNvPr id="12" name="모서리가 둥근 직사각형 11">
            <a:extLst>
              <a:ext uri="{FF2B5EF4-FFF2-40B4-BE49-F238E27FC236}">
                <a16:creationId xmlns:a16="http://schemas.microsoft.com/office/drawing/2014/main" id="{7EBC0293-AFF4-0E3A-A960-44A661F47DBA}"/>
              </a:ext>
            </a:extLst>
          </p:cNvPr>
          <p:cNvSpPr/>
          <p:nvPr/>
        </p:nvSpPr>
        <p:spPr>
          <a:xfrm>
            <a:off x="7147401" y="-884634"/>
            <a:ext cx="1305440" cy="360040"/>
          </a:xfrm>
          <a:prstGeom prst="roundRect">
            <a:avLst>
              <a:gd name="adj" fmla="val 19649"/>
            </a:avLst>
          </a:prstGeom>
          <a:noFill/>
          <a:ln w="12700"/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kumimoji="1" lang="en-US" altLang="ko-KR" sz="1000">
                <a:solidFill>
                  <a:schemeClr val="tx1"/>
                </a:solidFill>
              </a:rPr>
              <a:t>Access Log</a:t>
            </a:r>
            <a:endParaRPr kumimoji="1" lang="ko-KR" altLang="en-US" sz="1000">
              <a:solidFill>
                <a:schemeClr val="tx1"/>
              </a:solidFill>
            </a:endParaRPr>
          </a:p>
        </p:txBody>
      </p:sp>
      <p:sp>
        <p:nvSpPr>
          <p:cNvPr id="14" name="모서리가 둥근 직사각형 13">
            <a:extLst>
              <a:ext uri="{FF2B5EF4-FFF2-40B4-BE49-F238E27FC236}">
                <a16:creationId xmlns:a16="http://schemas.microsoft.com/office/drawing/2014/main" id="{AEEBA475-32C8-9556-E965-8FF9CB96CDCD}"/>
              </a:ext>
            </a:extLst>
          </p:cNvPr>
          <p:cNvSpPr/>
          <p:nvPr/>
        </p:nvSpPr>
        <p:spPr>
          <a:xfrm>
            <a:off x="5419883" y="1169566"/>
            <a:ext cx="2718865" cy="358068"/>
          </a:xfrm>
          <a:prstGeom prst="roundRect">
            <a:avLst>
              <a:gd name="adj" fmla="val 19649"/>
            </a:avLst>
          </a:prstGeom>
          <a:solidFill>
            <a:schemeClr val="bg1">
              <a:lumMod val="95000"/>
            </a:schemeClr>
          </a:solidFill>
          <a:ln w="12700"/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kumimoji="1" lang="en-US" altLang="ko-KR" sz="1000">
                <a:solidFill>
                  <a:schemeClr val="tx1"/>
                </a:solidFill>
              </a:rPr>
              <a:t>Access Logger</a:t>
            </a:r>
            <a:endParaRPr kumimoji="1" lang="ko-KR" altLang="en-US" sz="1000">
              <a:solidFill>
                <a:schemeClr val="tx1"/>
              </a:solidFill>
            </a:endParaRPr>
          </a:p>
        </p:txBody>
      </p:sp>
      <p:sp>
        <p:nvSpPr>
          <p:cNvPr id="16" name="모서리가 둥근 직사각형 15">
            <a:extLst>
              <a:ext uri="{FF2B5EF4-FFF2-40B4-BE49-F238E27FC236}">
                <a16:creationId xmlns:a16="http://schemas.microsoft.com/office/drawing/2014/main" id="{549249FB-0D15-29D3-CE5D-B112524B502E}"/>
              </a:ext>
            </a:extLst>
          </p:cNvPr>
          <p:cNvSpPr/>
          <p:nvPr/>
        </p:nvSpPr>
        <p:spPr>
          <a:xfrm>
            <a:off x="5419884" y="1637618"/>
            <a:ext cx="1305440" cy="358068"/>
          </a:xfrm>
          <a:prstGeom prst="roundRect">
            <a:avLst>
              <a:gd name="adj" fmla="val 19649"/>
            </a:avLst>
          </a:prstGeom>
          <a:solidFill>
            <a:schemeClr val="bg2">
              <a:lumMod val="90000"/>
            </a:schemeClr>
          </a:solidFill>
          <a:ln w="12700"/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kumimoji="1" lang="en-US" altLang="ko-KR" sz="1000">
                <a:solidFill>
                  <a:schemeClr val="tx1"/>
                </a:solidFill>
              </a:rPr>
              <a:t>Flush Buffer</a:t>
            </a:r>
            <a:endParaRPr kumimoji="1" lang="ko-KR" altLang="en-US" sz="1000">
              <a:solidFill>
                <a:schemeClr val="tx1"/>
              </a:solidFill>
            </a:endParaRPr>
          </a:p>
        </p:txBody>
      </p:sp>
      <p:sp>
        <p:nvSpPr>
          <p:cNvPr id="18" name="모서리가 둥근 직사각형 17">
            <a:extLst>
              <a:ext uri="{FF2B5EF4-FFF2-40B4-BE49-F238E27FC236}">
                <a16:creationId xmlns:a16="http://schemas.microsoft.com/office/drawing/2014/main" id="{AF8828C3-761F-7E0A-48B8-6407EB70F08D}"/>
              </a:ext>
            </a:extLst>
          </p:cNvPr>
          <p:cNvSpPr/>
          <p:nvPr/>
        </p:nvSpPr>
        <p:spPr>
          <a:xfrm>
            <a:off x="6833309" y="1637618"/>
            <a:ext cx="1305440" cy="358068"/>
          </a:xfrm>
          <a:prstGeom prst="roundRect">
            <a:avLst>
              <a:gd name="adj" fmla="val 19649"/>
            </a:avLst>
          </a:prstGeom>
          <a:solidFill>
            <a:schemeClr val="bg2">
              <a:lumMod val="90000"/>
            </a:schemeClr>
          </a:solidFill>
          <a:ln w="12700"/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kumimoji="1" lang="en-US" altLang="ko-KR" sz="1000">
                <a:solidFill>
                  <a:schemeClr val="tx1"/>
                </a:solidFill>
              </a:rPr>
              <a:t>About to Write Buffer</a:t>
            </a:r>
            <a:endParaRPr kumimoji="1" lang="ko-KR" altLang="en-US" sz="1000">
              <a:solidFill>
                <a:schemeClr val="tx1"/>
              </a:solidFill>
            </a:endParaRPr>
          </a:p>
        </p:txBody>
      </p:sp>
      <p:sp>
        <p:nvSpPr>
          <p:cNvPr id="21" name="모서리가 둥근 직사각형 20">
            <a:extLst>
              <a:ext uri="{FF2B5EF4-FFF2-40B4-BE49-F238E27FC236}">
                <a16:creationId xmlns:a16="http://schemas.microsoft.com/office/drawing/2014/main" id="{D45293EE-B0E6-27E3-2A5C-919D50A64338}"/>
              </a:ext>
            </a:extLst>
          </p:cNvPr>
          <p:cNvSpPr/>
          <p:nvPr/>
        </p:nvSpPr>
        <p:spPr>
          <a:xfrm>
            <a:off x="4778860" y="-364240"/>
            <a:ext cx="3074344" cy="360040"/>
          </a:xfrm>
          <a:prstGeom prst="roundRect">
            <a:avLst>
              <a:gd name="adj" fmla="val 16153"/>
            </a:avLst>
          </a:prstGeom>
          <a:noFill/>
          <a:ln w="12700"/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kumimoji="1" lang="en-US" altLang="ko-KR" sz="1000">
                <a:solidFill>
                  <a:schemeClr val="tx1"/>
                </a:solidFill>
              </a:rPr>
              <a:t>Event Loop (TCP Listener, UDP Listener) </a:t>
            </a:r>
            <a:endParaRPr kumimoji="1" lang="ko-KR" altLang="en-US" sz="1000">
              <a:solidFill>
                <a:schemeClr val="tx1"/>
              </a:solidFill>
            </a:endParaRPr>
          </a:p>
        </p:txBody>
      </p:sp>
      <p:sp>
        <p:nvSpPr>
          <p:cNvPr id="23" name="모서리가 둥근 직사각형 22">
            <a:extLst>
              <a:ext uri="{FF2B5EF4-FFF2-40B4-BE49-F238E27FC236}">
                <a16:creationId xmlns:a16="http://schemas.microsoft.com/office/drawing/2014/main" id="{6456BC39-D653-5C21-B409-2FD6AC728732}"/>
              </a:ext>
            </a:extLst>
          </p:cNvPr>
          <p:cNvSpPr/>
          <p:nvPr/>
        </p:nvSpPr>
        <p:spPr>
          <a:xfrm>
            <a:off x="656877" y="-20538"/>
            <a:ext cx="1504981" cy="360040"/>
          </a:xfrm>
          <a:prstGeom prst="roundRect">
            <a:avLst>
              <a:gd name="adj" fmla="val 22408"/>
            </a:avLst>
          </a:prstGeom>
          <a:noFill/>
          <a:ln w="12700"/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kumimoji="1" lang="en-US" altLang="ko-KR" sz="1000" b="1">
                <a:solidFill>
                  <a:schemeClr val="tx1"/>
                </a:solidFill>
              </a:rPr>
              <a:t>EKS Control Plane</a:t>
            </a:r>
            <a:endParaRPr kumimoji="1" lang="ko-KR" altLang="en-US" sz="1000" b="1">
              <a:solidFill>
                <a:schemeClr val="tx1"/>
              </a:solidFill>
            </a:endParaRPr>
          </a:p>
        </p:txBody>
      </p:sp>
      <p:sp>
        <p:nvSpPr>
          <p:cNvPr id="24" name="모서리가 둥근 직사각형 23">
            <a:extLst>
              <a:ext uri="{FF2B5EF4-FFF2-40B4-BE49-F238E27FC236}">
                <a16:creationId xmlns:a16="http://schemas.microsoft.com/office/drawing/2014/main" id="{16777BA6-3F07-0EE1-DFD9-746921916B59}"/>
              </a:ext>
            </a:extLst>
          </p:cNvPr>
          <p:cNvSpPr/>
          <p:nvPr/>
        </p:nvSpPr>
        <p:spPr>
          <a:xfrm>
            <a:off x="2999551" y="-20538"/>
            <a:ext cx="1504981" cy="360040"/>
          </a:xfrm>
          <a:prstGeom prst="roundRect">
            <a:avLst>
              <a:gd name="adj" fmla="val 22408"/>
            </a:avLst>
          </a:prstGeom>
          <a:noFill/>
          <a:ln w="12700"/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kumimoji="1" lang="en-US" altLang="ko-KR" sz="1000" b="1">
                <a:solidFill>
                  <a:schemeClr val="tx1"/>
                </a:solidFill>
              </a:rPr>
              <a:t>Export Metric</a:t>
            </a:r>
            <a:endParaRPr kumimoji="1" lang="ko-KR" altLang="en-US" sz="1000" b="1">
              <a:solidFill>
                <a:schemeClr val="tx1"/>
              </a:solidFill>
            </a:endParaRPr>
          </a:p>
        </p:txBody>
      </p:sp>
      <p:sp>
        <p:nvSpPr>
          <p:cNvPr id="25" name="모서리가 둥근 직사각형 24">
            <a:extLst>
              <a:ext uri="{FF2B5EF4-FFF2-40B4-BE49-F238E27FC236}">
                <a16:creationId xmlns:a16="http://schemas.microsoft.com/office/drawing/2014/main" id="{95E1BB7F-929E-5255-CD27-DC0C0B808D3D}"/>
              </a:ext>
            </a:extLst>
          </p:cNvPr>
          <p:cNvSpPr/>
          <p:nvPr/>
        </p:nvSpPr>
        <p:spPr>
          <a:xfrm>
            <a:off x="2987099" y="-600880"/>
            <a:ext cx="1504981" cy="360040"/>
          </a:xfrm>
          <a:prstGeom prst="roundRect">
            <a:avLst>
              <a:gd name="adj" fmla="val 22408"/>
            </a:avLst>
          </a:prstGeom>
          <a:noFill/>
          <a:ln w="12700"/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kumimoji="1" lang="en-US" altLang="ko-KR" sz="1000" b="1">
                <a:solidFill>
                  <a:schemeClr val="tx1"/>
                </a:solidFill>
              </a:rPr>
              <a:t>Statsd</a:t>
            </a:r>
            <a:endParaRPr kumimoji="1" lang="ko-KR" altLang="en-US" sz="1000" b="1">
              <a:solidFill>
                <a:schemeClr val="tx1"/>
              </a:solidFill>
            </a:endParaRPr>
          </a:p>
        </p:txBody>
      </p:sp>
    </p:spTree>
    <p:extLst>
      <p:ext uri="{BB962C8B-B14F-4D97-AF65-F5344CB8AC3E}">
        <p14:creationId xmlns:p14="http://schemas.microsoft.com/office/powerpoint/2010/main" val="1654473322"/>
      </p:ext>
    </p:extLst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92249B01-4E10-F64A-A8D8-C6FB89BA0215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모서리가 둥근 직사각형 1">
            <a:extLst>
              <a:ext uri="{FF2B5EF4-FFF2-40B4-BE49-F238E27FC236}">
                <a16:creationId xmlns:a16="http://schemas.microsoft.com/office/drawing/2014/main" id="{C23562E3-96BF-DA77-E37B-D1653258277A}"/>
              </a:ext>
            </a:extLst>
          </p:cNvPr>
          <p:cNvSpPr/>
          <p:nvPr/>
        </p:nvSpPr>
        <p:spPr>
          <a:xfrm>
            <a:off x="467544" y="267494"/>
            <a:ext cx="7776864" cy="4608512"/>
          </a:xfrm>
          <a:prstGeom prst="roundRect">
            <a:avLst>
              <a:gd name="adj" fmla="val 2626"/>
            </a:avLst>
          </a:prstGeom>
          <a:noFill/>
          <a:ln w="12700"/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b"/>
          <a:lstStyle/>
          <a:p>
            <a:pPr algn="r"/>
            <a:r>
              <a:rPr kumimoji="1" lang="en-US" altLang="ko-KR" sz="1050" b="1">
                <a:solidFill>
                  <a:schemeClr val="tx1"/>
                </a:solidFill>
              </a:rPr>
              <a:t>Envoy Process</a:t>
            </a:r>
            <a:endParaRPr kumimoji="1" lang="ko-KR" altLang="en-US" sz="1050" b="1">
              <a:solidFill>
                <a:schemeClr val="tx1"/>
              </a:solidFill>
            </a:endParaRPr>
          </a:p>
        </p:txBody>
      </p:sp>
      <p:sp>
        <p:nvSpPr>
          <p:cNvPr id="3" name="모서리가 둥근 직사각형 2">
            <a:extLst>
              <a:ext uri="{FF2B5EF4-FFF2-40B4-BE49-F238E27FC236}">
                <a16:creationId xmlns:a16="http://schemas.microsoft.com/office/drawing/2014/main" id="{577EF5E9-356C-61AC-03A2-CF845E957B50}"/>
              </a:ext>
            </a:extLst>
          </p:cNvPr>
          <p:cNvSpPr/>
          <p:nvPr/>
        </p:nvSpPr>
        <p:spPr>
          <a:xfrm>
            <a:off x="612190" y="375506"/>
            <a:ext cx="3959810" cy="2700300"/>
          </a:xfrm>
          <a:prstGeom prst="roundRect">
            <a:avLst>
              <a:gd name="adj" fmla="val 4772"/>
            </a:avLst>
          </a:prstGeom>
          <a:noFill/>
          <a:ln w="12700"/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t"/>
          <a:lstStyle/>
          <a:p>
            <a:pPr algn="ctr"/>
            <a:r>
              <a:rPr kumimoji="1" lang="en-US" altLang="ko-KR" sz="1000" b="1">
                <a:solidFill>
                  <a:schemeClr val="tx1"/>
                </a:solidFill>
              </a:rPr>
              <a:t>Main Thread</a:t>
            </a:r>
            <a:endParaRPr kumimoji="1" lang="ko-KR" altLang="en-US" sz="1000" b="1">
              <a:solidFill>
                <a:schemeClr val="tx1"/>
              </a:solidFill>
            </a:endParaRPr>
          </a:p>
        </p:txBody>
      </p:sp>
      <p:sp>
        <p:nvSpPr>
          <p:cNvPr id="4" name="모서리가 둥근 직사각형 3">
            <a:extLst>
              <a:ext uri="{FF2B5EF4-FFF2-40B4-BE49-F238E27FC236}">
                <a16:creationId xmlns:a16="http://schemas.microsoft.com/office/drawing/2014/main" id="{9D57B2BC-E3B7-7818-CFE8-298F0C7EF9DE}"/>
              </a:ext>
            </a:extLst>
          </p:cNvPr>
          <p:cNvSpPr/>
          <p:nvPr/>
        </p:nvSpPr>
        <p:spPr>
          <a:xfrm>
            <a:off x="612191" y="3192374"/>
            <a:ext cx="5923800" cy="1575620"/>
          </a:xfrm>
          <a:prstGeom prst="roundRect">
            <a:avLst>
              <a:gd name="adj" fmla="val 9034"/>
            </a:avLst>
          </a:prstGeom>
          <a:noFill/>
          <a:ln w="12700"/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b"/>
          <a:lstStyle/>
          <a:p>
            <a:pPr algn="ctr"/>
            <a:r>
              <a:rPr kumimoji="1" lang="en-US" altLang="ko-KR" sz="1000" b="1">
                <a:solidFill>
                  <a:schemeClr val="tx1"/>
                </a:solidFill>
              </a:rPr>
              <a:t>Worker Threads</a:t>
            </a:r>
            <a:endParaRPr kumimoji="1" lang="ko-KR" altLang="en-US" sz="1000" b="1">
              <a:solidFill>
                <a:schemeClr val="tx1"/>
              </a:solidFill>
            </a:endParaRPr>
          </a:p>
        </p:txBody>
      </p:sp>
      <p:sp>
        <p:nvSpPr>
          <p:cNvPr id="5" name="모서리가 둥근 직사각형 4">
            <a:extLst>
              <a:ext uri="{FF2B5EF4-FFF2-40B4-BE49-F238E27FC236}">
                <a16:creationId xmlns:a16="http://schemas.microsoft.com/office/drawing/2014/main" id="{9FF610D2-D9AB-01C0-1BFF-4C88C17D6E42}"/>
              </a:ext>
            </a:extLst>
          </p:cNvPr>
          <p:cNvSpPr/>
          <p:nvPr/>
        </p:nvSpPr>
        <p:spPr>
          <a:xfrm>
            <a:off x="5119236" y="375506"/>
            <a:ext cx="2969548" cy="1224136"/>
          </a:xfrm>
          <a:prstGeom prst="roundRect">
            <a:avLst>
              <a:gd name="adj" fmla="val 5712"/>
            </a:avLst>
          </a:prstGeom>
          <a:noFill/>
          <a:ln w="12700"/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t"/>
          <a:lstStyle/>
          <a:p>
            <a:pPr algn="ctr"/>
            <a:r>
              <a:rPr kumimoji="1" lang="en-US" altLang="ko-KR" sz="1000" b="1">
                <a:solidFill>
                  <a:schemeClr val="tx1"/>
                </a:solidFill>
              </a:rPr>
              <a:t>File Flush Thread</a:t>
            </a:r>
            <a:endParaRPr kumimoji="1" lang="ko-KR" altLang="en-US" sz="1000" b="1">
              <a:solidFill>
                <a:schemeClr val="tx1"/>
              </a:solidFill>
            </a:endParaRPr>
          </a:p>
        </p:txBody>
      </p:sp>
      <p:sp>
        <p:nvSpPr>
          <p:cNvPr id="6" name="모서리가 둥근 직사각형 5">
            <a:extLst>
              <a:ext uri="{FF2B5EF4-FFF2-40B4-BE49-F238E27FC236}">
                <a16:creationId xmlns:a16="http://schemas.microsoft.com/office/drawing/2014/main" id="{A451233F-8D9B-07F3-D364-096A8853F4C0}"/>
              </a:ext>
            </a:extLst>
          </p:cNvPr>
          <p:cNvSpPr/>
          <p:nvPr/>
        </p:nvSpPr>
        <p:spPr>
          <a:xfrm>
            <a:off x="1050341" y="663538"/>
            <a:ext cx="822340" cy="360040"/>
          </a:xfrm>
          <a:prstGeom prst="roundRect">
            <a:avLst>
              <a:gd name="adj" fmla="val 14972"/>
            </a:avLst>
          </a:prstGeom>
          <a:solidFill>
            <a:schemeClr val="bg1">
              <a:lumMod val="95000"/>
            </a:schemeClr>
          </a:solidFill>
          <a:ln w="12700"/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kumimoji="1" lang="en-US" altLang="ko-KR" sz="1000">
                <a:solidFill>
                  <a:schemeClr val="tx1"/>
                </a:solidFill>
              </a:rPr>
              <a:t>xDS</a:t>
            </a:r>
            <a:endParaRPr kumimoji="1" lang="ko-KR" altLang="en-US" sz="1000">
              <a:solidFill>
                <a:schemeClr val="tx1"/>
              </a:solidFill>
            </a:endParaRPr>
          </a:p>
        </p:txBody>
      </p:sp>
      <p:sp>
        <p:nvSpPr>
          <p:cNvPr id="7" name="모서리가 둥근 직사각형 6">
            <a:extLst>
              <a:ext uri="{FF2B5EF4-FFF2-40B4-BE49-F238E27FC236}">
                <a16:creationId xmlns:a16="http://schemas.microsoft.com/office/drawing/2014/main" id="{58C1BED5-C3F3-209A-8EA2-2840CC19E776}"/>
              </a:ext>
            </a:extLst>
          </p:cNvPr>
          <p:cNvSpPr/>
          <p:nvPr/>
        </p:nvSpPr>
        <p:spPr>
          <a:xfrm>
            <a:off x="1987878" y="663538"/>
            <a:ext cx="822340" cy="360040"/>
          </a:xfrm>
          <a:prstGeom prst="roundRect">
            <a:avLst>
              <a:gd name="adj" fmla="val 14972"/>
            </a:avLst>
          </a:prstGeom>
          <a:solidFill>
            <a:schemeClr val="bg1">
              <a:lumMod val="95000"/>
            </a:schemeClr>
          </a:solidFill>
          <a:ln w="12700"/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kumimoji="1" lang="en-US" altLang="ko-KR" sz="1000">
                <a:solidFill>
                  <a:schemeClr val="tx1"/>
                </a:solidFill>
              </a:rPr>
              <a:t>Runtime</a:t>
            </a:r>
            <a:endParaRPr kumimoji="1" lang="ko-KR" altLang="en-US" sz="1000">
              <a:solidFill>
                <a:schemeClr val="tx1"/>
              </a:solidFill>
            </a:endParaRPr>
          </a:p>
        </p:txBody>
      </p:sp>
      <p:sp>
        <p:nvSpPr>
          <p:cNvPr id="8" name="모서리가 둥근 직사각형 7">
            <a:extLst>
              <a:ext uri="{FF2B5EF4-FFF2-40B4-BE49-F238E27FC236}">
                <a16:creationId xmlns:a16="http://schemas.microsoft.com/office/drawing/2014/main" id="{A2A08B53-D7F7-7C9D-A06E-9592D4E31DF5}"/>
              </a:ext>
            </a:extLst>
          </p:cNvPr>
          <p:cNvSpPr/>
          <p:nvPr/>
        </p:nvSpPr>
        <p:spPr>
          <a:xfrm>
            <a:off x="2925416" y="663538"/>
            <a:ext cx="822340" cy="360040"/>
          </a:xfrm>
          <a:prstGeom prst="roundRect">
            <a:avLst>
              <a:gd name="adj" fmla="val 14972"/>
            </a:avLst>
          </a:prstGeom>
          <a:solidFill>
            <a:schemeClr val="bg1">
              <a:lumMod val="95000"/>
            </a:schemeClr>
          </a:solidFill>
          <a:ln w="12700"/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kumimoji="1" lang="en-US" altLang="ko-KR" sz="1000">
                <a:solidFill>
                  <a:schemeClr val="tx1"/>
                </a:solidFill>
              </a:rPr>
              <a:t>Stat Flush</a:t>
            </a:r>
          </a:p>
          <a:p>
            <a:pPr algn="ctr"/>
            <a:r>
              <a:rPr kumimoji="1" lang="en-US" altLang="ko-KR" sz="1000">
                <a:solidFill>
                  <a:schemeClr val="tx1"/>
                </a:solidFill>
              </a:rPr>
              <a:t>(Timer)</a:t>
            </a:r>
            <a:endParaRPr kumimoji="1" lang="ko-KR" altLang="en-US" sz="1000">
              <a:solidFill>
                <a:schemeClr val="tx1"/>
              </a:solidFill>
            </a:endParaRPr>
          </a:p>
        </p:txBody>
      </p:sp>
      <p:sp>
        <p:nvSpPr>
          <p:cNvPr id="9" name="모서리가 둥근 직사각형 8">
            <a:extLst>
              <a:ext uri="{FF2B5EF4-FFF2-40B4-BE49-F238E27FC236}">
                <a16:creationId xmlns:a16="http://schemas.microsoft.com/office/drawing/2014/main" id="{06320A79-3033-E2B0-83C8-D0E4EAA66D80}"/>
              </a:ext>
            </a:extLst>
          </p:cNvPr>
          <p:cNvSpPr/>
          <p:nvPr/>
        </p:nvSpPr>
        <p:spPr>
          <a:xfrm>
            <a:off x="1987879" y="1131590"/>
            <a:ext cx="822340" cy="360040"/>
          </a:xfrm>
          <a:prstGeom prst="roundRect">
            <a:avLst>
              <a:gd name="adj" fmla="val 14972"/>
            </a:avLst>
          </a:prstGeom>
          <a:solidFill>
            <a:schemeClr val="bg1">
              <a:lumMod val="95000"/>
            </a:schemeClr>
          </a:solidFill>
          <a:ln w="12700"/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kumimoji="1" lang="en-US" altLang="ko-KR" sz="1000">
                <a:solidFill>
                  <a:schemeClr val="tx1"/>
                </a:solidFill>
              </a:rPr>
              <a:t>Admin</a:t>
            </a:r>
            <a:endParaRPr kumimoji="1" lang="ko-KR" altLang="en-US" sz="1000">
              <a:solidFill>
                <a:schemeClr val="tx1"/>
              </a:solidFill>
            </a:endParaRPr>
          </a:p>
        </p:txBody>
      </p:sp>
      <p:sp>
        <p:nvSpPr>
          <p:cNvPr id="10" name="모서리가 둥근 직사각형 9">
            <a:extLst>
              <a:ext uri="{FF2B5EF4-FFF2-40B4-BE49-F238E27FC236}">
                <a16:creationId xmlns:a16="http://schemas.microsoft.com/office/drawing/2014/main" id="{903416EB-2862-F640-1404-DA2BBF30E3AC}"/>
              </a:ext>
            </a:extLst>
          </p:cNvPr>
          <p:cNvSpPr/>
          <p:nvPr/>
        </p:nvSpPr>
        <p:spPr>
          <a:xfrm>
            <a:off x="2925416" y="1131590"/>
            <a:ext cx="1211974" cy="360040"/>
          </a:xfrm>
          <a:prstGeom prst="roundRect">
            <a:avLst>
              <a:gd name="adj" fmla="val 14972"/>
            </a:avLst>
          </a:prstGeom>
          <a:solidFill>
            <a:schemeClr val="bg1">
              <a:lumMod val="95000"/>
            </a:schemeClr>
          </a:solidFill>
          <a:ln w="12700"/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kumimoji="1" lang="en-US" altLang="ko-KR" sz="1000">
                <a:solidFill>
                  <a:schemeClr val="tx1"/>
                </a:solidFill>
              </a:rPr>
              <a:t>Process Management</a:t>
            </a:r>
          </a:p>
        </p:txBody>
      </p:sp>
      <p:sp>
        <p:nvSpPr>
          <p:cNvPr id="12" name="모서리가 둥근 직사각형 11">
            <a:extLst>
              <a:ext uri="{FF2B5EF4-FFF2-40B4-BE49-F238E27FC236}">
                <a16:creationId xmlns:a16="http://schemas.microsoft.com/office/drawing/2014/main" id="{B1A0906A-F14E-A9AE-E9FB-3ABA1E2D1126}"/>
              </a:ext>
            </a:extLst>
          </p:cNvPr>
          <p:cNvSpPr/>
          <p:nvPr/>
        </p:nvSpPr>
        <p:spPr>
          <a:xfrm>
            <a:off x="7147401" y="-884634"/>
            <a:ext cx="1305440" cy="360040"/>
          </a:xfrm>
          <a:prstGeom prst="roundRect">
            <a:avLst>
              <a:gd name="adj" fmla="val 19649"/>
            </a:avLst>
          </a:prstGeom>
          <a:noFill/>
          <a:ln w="12700"/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kumimoji="1" lang="en-US" altLang="ko-KR" sz="1000">
                <a:solidFill>
                  <a:schemeClr val="tx1"/>
                </a:solidFill>
              </a:rPr>
              <a:t>Access Log</a:t>
            </a:r>
            <a:endParaRPr kumimoji="1" lang="ko-KR" altLang="en-US" sz="1000">
              <a:solidFill>
                <a:schemeClr val="tx1"/>
              </a:solidFill>
            </a:endParaRPr>
          </a:p>
        </p:txBody>
      </p:sp>
      <p:sp>
        <p:nvSpPr>
          <p:cNvPr id="14" name="모서리가 둥근 직사각형 13">
            <a:extLst>
              <a:ext uri="{FF2B5EF4-FFF2-40B4-BE49-F238E27FC236}">
                <a16:creationId xmlns:a16="http://schemas.microsoft.com/office/drawing/2014/main" id="{BBF24540-3A41-B90A-CC88-B43C2277D7C3}"/>
              </a:ext>
            </a:extLst>
          </p:cNvPr>
          <p:cNvSpPr/>
          <p:nvPr/>
        </p:nvSpPr>
        <p:spPr>
          <a:xfrm>
            <a:off x="5230550" y="665510"/>
            <a:ext cx="2718865" cy="358068"/>
          </a:xfrm>
          <a:prstGeom prst="roundRect">
            <a:avLst>
              <a:gd name="adj" fmla="val 19649"/>
            </a:avLst>
          </a:prstGeom>
          <a:solidFill>
            <a:schemeClr val="bg1">
              <a:lumMod val="95000"/>
            </a:schemeClr>
          </a:solidFill>
          <a:ln w="12700"/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kumimoji="1" lang="en-US" altLang="ko-KR" sz="1000">
                <a:solidFill>
                  <a:schemeClr val="tx1"/>
                </a:solidFill>
              </a:rPr>
              <a:t>Access Logger</a:t>
            </a:r>
            <a:endParaRPr kumimoji="1" lang="ko-KR" altLang="en-US" sz="1000">
              <a:solidFill>
                <a:schemeClr val="tx1"/>
              </a:solidFill>
            </a:endParaRPr>
          </a:p>
        </p:txBody>
      </p:sp>
      <p:sp>
        <p:nvSpPr>
          <p:cNvPr id="16" name="모서리가 둥근 직사각형 15">
            <a:extLst>
              <a:ext uri="{FF2B5EF4-FFF2-40B4-BE49-F238E27FC236}">
                <a16:creationId xmlns:a16="http://schemas.microsoft.com/office/drawing/2014/main" id="{AD443908-6A3D-39AF-DB99-B0BFD4F68B63}"/>
              </a:ext>
            </a:extLst>
          </p:cNvPr>
          <p:cNvSpPr/>
          <p:nvPr/>
        </p:nvSpPr>
        <p:spPr>
          <a:xfrm>
            <a:off x="5230551" y="1133562"/>
            <a:ext cx="1305440" cy="358068"/>
          </a:xfrm>
          <a:prstGeom prst="roundRect">
            <a:avLst>
              <a:gd name="adj" fmla="val 19649"/>
            </a:avLst>
          </a:prstGeom>
          <a:solidFill>
            <a:schemeClr val="bg2">
              <a:lumMod val="90000"/>
            </a:schemeClr>
          </a:solidFill>
          <a:ln w="12700"/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kumimoji="1" lang="en-US" altLang="ko-KR" sz="1000">
                <a:solidFill>
                  <a:schemeClr val="tx1"/>
                </a:solidFill>
              </a:rPr>
              <a:t>Flush Buffer</a:t>
            </a:r>
            <a:endParaRPr kumimoji="1" lang="ko-KR" altLang="en-US" sz="1000">
              <a:solidFill>
                <a:schemeClr val="tx1"/>
              </a:solidFill>
            </a:endParaRPr>
          </a:p>
        </p:txBody>
      </p:sp>
      <p:sp>
        <p:nvSpPr>
          <p:cNvPr id="18" name="모서리가 둥근 직사각형 17">
            <a:extLst>
              <a:ext uri="{FF2B5EF4-FFF2-40B4-BE49-F238E27FC236}">
                <a16:creationId xmlns:a16="http://schemas.microsoft.com/office/drawing/2014/main" id="{9B6D05E3-CBBA-53AA-2D51-047A6B4506AD}"/>
              </a:ext>
            </a:extLst>
          </p:cNvPr>
          <p:cNvSpPr/>
          <p:nvPr/>
        </p:nvSpPr>
        <p:spPr>
          <a:xfrm>
            <a:off x="6643976" y="1133562"/>
            <a:ext cx="1305440" cy="358068"/>
          </a:xfrm>
          <a:prstGeom prst="roundRect">
            <a:avLst>
              <a:gd name="adj" fmla="val 19649"/>
            </a:avLst>
          </a:prstGeom>
          <a:solidFill>
            <a:schemeClr val="bg2">
              <a:lumMod val="90000"/>
            </a:schemeClr>
          </a:solidFill>
          <a:ln w="12700"/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kumimoji="1" lang="en-US" altLang="ko-KR" sz="1000">
                <a:solidFill>
                  <a:schemeClr val="tx1"/>
                </a:solidFill>
              </a:rPr>
              <a:t>About to Write Buffer</a:t>
            </a:r>
            <a:endParaRPr kumimoji="1" lang="ko-KR" altLang="en-US" sz="1000">
              <a:solidFill>
                <a:schemeClr val="tx1"/>
              </a:solidFill>
            </a:endParaRPr>
          </a:p>
        </p:txBody>
      </p:sp>
      <p:sp>
        <p:nvSpPr>
          <p:cNvPr id="19" name="모서리가 둥근 직사각형 18">
            <a:extLst>
              <a:ext uri="{FF2B5EF4-FFF2-40B4-BE49-F238E27FC236}">
                <a16:creationId xmlns:a16="http://schemas.microsoft.com/office/drawing/2014/main" id="{1A1F535E-3E8B-5694-B368-B4385CA56F3D}"/>
              </a:ext>
            </a:extLst>
          </p:cNvPr>
          <p:cNvSpPr/>
          <p:nvPr/>
        </p:nvSpPr>
        <p:spPr>
          <a:xfrm>
            <a:off x="742340" y="1667451"/>
            <a:ext cx="3685644" cy="1286803"/>
          </a:xfrm>
          <a:prstGeom prst="roundRect">
            <a:avLst>
              <a:gd name="adj" fmla="val 8077"/>
            </a:avLst>
          </a:prstGeom>
          <a:noFill/>
          <a:ln w="12700"/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r>
              <a:rPr kumimoji="1" lang="en-US" altLang="ko-KR" sz="1000">
                <a:solidFill>
                  <a:schemeClr val="tx1"/>
                </a:solidFill>
              </a:rPr>
              <a:t>Event Loop (libevent)</a:t>
            </a:r>
          </a:p>
          <a:p>
            <a:endParaRPr kumimoji="1" lang="en-US" altLang="ko-KR" sz="1000">
              <a:solidFill>
                <a:schemeClr val="tx1"/>
              </a:solidFill>
            </a:endParaRPr>
          </a:p>
          <a:p>
            <a:r>
              <a:rPr kumimoji="1" lang="en-US" altLang="ko-KR" sz="1000">
                <a:solidFill>
                  <a:schemeClr val="tx1"/>
                </a:solidFill>
              </a:rPr>
              <a:t>-</a:t>
            </a:r>
            <a:r>
              <a:rPr kumimoji="1" lang="ko-KR" altLang="en-US" sz="1000">
                <a:solidFill>
                  <a:schemeClr val="tx1"/>
                </a:solidFill>
              </a:rPr>
              <a:t> </a:t>
            </a:r>
            <a:r>
              <a:rPr kumimoji="1" lang="en-US" altLang="ko-KR" sz="1000">
                <a:solidFill>
                  <a:schemeClr val="tx1"/>
                </a:solidFill>
              </a:rPr>
              <a:t>SignalEvent</a:t>
            </a:r>
            <a:r>
              <a:rPr kumimoji="1" lang="ko-KR" altLang="en-US" sz="1000">
                <a:solidFill>
                  <a:schemeClr val="tx1"/>
                </a:solidFill>
              </a:rPr>
              <a:t> </a:t>
            </a:r>
            <a:r>
              <a:rPr kumimoji="1" lang="en-US" altLang="ko-KR" sz="1000">
                <a:solidFill>
                  <a:schemeClr val="tx1"/>
                </a:solidFill>
              </a:rPr>
              <a:t>: SIGTERM,</a:t>
            </a:r>
            <a:r>
              <a:rPr kumimoji="1" lang="ko-KR" altLang="en-US" sz="1000">
                <a:solidFill>
                  <a:schemeClr val="tx1"/>
                </a:solidFill>
              </a:rPr>
              <a:t> </a:t>
            </a:r>
            <a:r>
              <a:rPr kumimoji="1" lang="en" altLang="ko-KR" sz="1000">
                <a:solidFill>
                  <a:schemeClr val="tx1"/>
                </a:solidFill>
              </a:rPr>
              <a:t>SIGINT</a:t>
            </a:r>
            <a:r>
              <a:rPr kumimoji="1" lang="en-US" altLang="ko-KR" sz="1000">
                <a:solidFill>
                  <a:schemeClr val="tx1"/>
                </a:solidFill>
              </a:rPr>
              <a:t>,</a:t>
            </a:r>
            <a:r>
              <a:rPr kumimoji="1" lang="ko-KR" altLang="en-US" sz="1000">
                <a:solidFill>
                  <a:schemeClr val="tx1"/>
                </a:solidFill>
              </a:rPr>
              <a:t> </a:t>
            </a:r>
            <a:r>
              <a:rPr kumimoji="1" lang="en" altLang="ko-KR" sz="1000">
                <a:solidFill>
                  <a:schemeClr val="tx1"/>
                </a:solidFill>
              </a:rPr>
              <a:t>SIGUSR1</a:t>
            </a:r>
            <a:r>
              <a:rPr kumimoji="1" lang="en-US" altLang="ko-KR" sz="1000">
                <a:solidFill>
                  <a:schemeClr val="tx1"/>
                </a:solidFill>
              </a:rPr>
              <a:t>,</a:t>
            </a:r>
            <a:r>
              <a:rPr kumimoji="1" lang="ko-KR" altLang="en-US" sz="1000">
                <a:solidFill>
                  <a:schemeClr val="tx1"/>
                </a:solidFill>
              </a:rPr>
              <a:t> </a:t>
            </a:r>
            <a:r>
              <a:rPr kumimoji="1" lang="en" altLang="ko-KR" sz="1000">
                <a:solidFill>
                  <a:schemeClr val="tx1"/>
                </a:solidFill>
              </a:rPr>
              <a:t>SIGHUP</a:t>
            </a:r>
            <a:endParaRPr kumimoji="1" lang="en-US" altLang="ko-KR" sz="1000">
              <a:solidFill>
                <a:schemeClr val="tx1"/>
              </a:solidFill>
            </a:endParaRPr>
          </a:p>
          <a:p>
            <a:r>
              <a:rPr kumimoji="1" lang="en-US" altLang="ko-KR" sz="1000">
                <a:solidFill>
                  <a:schemeClr val="tx1"/>
                </a:solidFill>
              </a:rPr>
              <a:t>-</a:t>
            </a:r>
            <a:r>
              <a:rPr kumimoji="1" lang="ko-KR" altLang="en-US" sz="1000">
                <a:solidFill>
                  <a:schemeClr val="tx1"/>
                </a:solidFill>
              </a:rPr>
              <a:t> </a:t>
            </a:r>
            <a:r>
              <a:rPr kumimoji="1" lang="en-US" altLang="ko-KR" sz="1000">
                <a:solidFill>
                  <a:schemeClr val="tx1"/>
                </a:solidFill>
              </a:rPr>
              <a:t>FileEvent (Socket) :</a:t>
            </a:r>
            <a:r>
              <a:rPr kumimoji="1" lang="ko-KR" altLang="en-US" sz="1000">
                <a:solidFill>
                  <a:schemeClr val="tx1"/>
                </a:solidFill>
              </a:rPr>
              <a:t> </a:t>
            </a:r>
            <a:r>
              <a:rPr kumimoji="1" lang="en-US" altLang="ko-KR" sz="1000">
                <a:solidFill>
                  <a:schemeClr val="tx1"/>
                </a:solidFill>
              </a:rPr>
              <a:t>xDS</a:t>
            </a:r>
            <a:r>
              <a:rPr kumimoji="1" lang="ko-KR" altLang="en-US" sz="1000">
                <a:solidFill>
                  <a:schemeClr val="tx1"/>
                </a:solidFill>
              </a:rPr>
              <a:t> </a:t>
            </a:r>
            <a:r>
              <a:rPr kumimoji="1" lang="en-US" altLang="ko-KR" sz="1000">
                <a:solidFill>
                  <a:schemeClr val="tx1"/>
                </a:solidFill>
              </a:rPr>
              <a:t>gRPC, Admin Server, Hot Restart</a:t>
            </a:r>
          </a:p>
          <a:p>
            <a:r>
              <a:rPr kumimoji="1" lang="en-US" altLang="ko-KR" sz="1000">
                <a:solidFill>
                  <a:schemeClr val="tx1"/>
                </a:solidFill>
              </a:rPr>
              <a:t>- Timer : Stats Flush, WatchDog Touch, Drain, Cluster Init</a:t>
            </a:r>
          </a:p>
          <a:p>
            <a:r>
              <a:rPr kumimoji="1" lang="en-US" altLang="ko-KR" sz="1000">
                <a:solidFill>
                  <a:schemeClr val="tx1"/>
                </a:solidFill>
              </a:rPr>
              <a:t>- Post Callback</a:t>
            </a:r>
          </a:p>
          <a:p>
            <a:r>
              <a:rPr kumimoji="1" lang="en-US" altLang="ko-KR" sz="1000">
                <a:solidFill>
                  <a:schemeClr val="tx1"/>
                </a:solidFill>
              </a:rPr>
              <a:t>- Schedulable Callback</a:t>
            </a:r>
          </a:p>
          <a:p>
            <a:r>
              <a:rPr kumimoji="1" lang="en-US" altLang="ko-KR" sz="1000">
                <a:solidFill>
                  <a:schemeClr val="tx1"/>
                </a:solidFill>
              </a:rPr>
              <a:t>-</a:t>
            </a:r>
            <a:r>
              <a:rPr kumimoji="1" lang="ko-KR" altLang="en-US" sz="1000">
                <a:solidFill>
                  <a:schemeClr val="tx1"/>
                </a:solidFill>
              </a:rPr>
              <a:t> </a:t>
            </a:r>
            <a:r>
              <a:rPr kumimoji="1" lang="en" altLang="ko-KR" sz="1000">
                <a:solidFill>
                  <a:schemeClr val="tx1"/>
                </a:solidFill>
              </a:rPr>
              <a:t>Deferred Delete</a:t>
            </a:r>
            <a:endParaRPr kumimoji="1" lang="en-US" altLang="ko-KR" sz="1000">
              <a:solidFill>
                <a:schemeClr val="tx1"/>
              </a:solidFill>
            </a:endParaRPr>
          </a:p>
        </p:txBody>
      </p:sp>
      <p:sp>
        <p:nvSpPr>
          <p:cNvPr id="21" name="모서리가 둥근 직사각형 20">
            <a:extLst>
              <a:ext uri="{FF2B5EF4-FFF2-40B4-BE49-F238E27FC236}">
                <a16:creationId xmlns:a16="http://schemas.microsoft.com/office/drawing/2014/main" id="{6AACDAB8-1354-A46F-26E8-56EA58CE13D5}"/>
              </a:ext>
            </a:extLst>
          </p:cNvPr>
          <p:cNvSpPr/>
          <p:nvPr/>
        </p:nvSpPr>
        <p:spPr>
          <a:xfrm>
            <a:off x="4778860" y="-364240"/>
            <a:ext cx="3074344" cy="360040"/>
          </a:xfrm>
          <a:prstGeom prst="roundRect">
            <a:avLst>
              <a:gd name="adj" fmla="val 16153"/>
            </a:avLst>
          </a:prstGeom>
          <a:noFill/>
          <a:ln w="12700"/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kumimoji="1" lang="en-US" altLang="ko-KR" sz="1000">
                <a:solidFill>
                  <a:schemeClr val="tx1"/>
                </a:solidFill>
              </a:rPr>
              <a:t>Event Loop (TCP Listener, UDP Listener) </a:t>
            </a:r>
            <a:endParaRPr kumimoji="1" lang="ko-KR" altLang="en-US" sz="1000">
              <a:solidFill>
                <a:schemeClr val="tx1"/>
              </a:solidFill>
            </a:endParaRPr>
          </a:p>
        </p:txBody>
      </p:sp>
      <p:sp>
        <p:nvSpPr>
          <p:cNvPr id="22" name="모서리가 둥근 직사각형 21">
            <a:extLst>
              <a:ext uri="{FF2B5EF4-FFF2-40B4-BE49-F238E27FC236}">
                <a16:creationId xmlns:a16="http://schemas.microsoft.com/office/drawing/2014/main" id="{D2759953-94D8-931A-CC4B-84E7A2F457E5}"/>
              </a:ext>
            </a:extLst>
          </p:cNvPr>
          <p:cNvSpPr/>
          <p:nvPr/>
        </p:nvSpPr>
        <p:spPr>
          <a:xfrm>
            <a:off x="742340" y="3722561"/>
            <a:ext cx="3685644" cy="757401"/>
          </a:xfrm>
          <a:prstGeom prst="roundRect">
            <a:avLst>
              <a:gd name="adj" fmla="val 10252"/>
            </a:avLst>
          </a:prstGeom>
          <a:noFill/>
          <a:ln w="12700"/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r>
              <a:rPr kumimoji="1" lang="en-US" altLang="ko-KR" sz="1000">
                <a:solidFill>
                  <a:schemeClr val="tx1"/>
                </a:solidFill>
              </a:rPr>
              <a:t>Event Loop (libevent)</a:t>
            </a:r>
          </a:p>
          <a:p>
            <a:endParaRPr kumimoji="1" lang="en-US" altLang="ko-KR" sz="1000">
              <a:solidFill>
                <a:schemeClr val="tx1"/>
              </a:solidFill>
            </a:endParaRPr>
          </a:p>
          <a:p>
            <a:r>
              <a:rPr kumimoji="1" lang="en-US" altLang="ko-KR" sz="1000">
                <a:solidFill>
                  <a:schemeClr val="tx1"/>
                </a:solidFill>
              </a:rPr>
              <a:t>-</a:t>
            </a:r>
            <a:r>
              <a:rPr kumimoji="1" lang="ko-KR" altLang="en-US" sz="1000">
                <a:solidFill>
                  <a:schemeClr val="tx1"/>
                </a:solidFill>
              </a:rPr>
              <a:t> </a:t>
            </a:r>
            <a:r>
              <a:rPr kumimoji="1" lang="en-US" altLang="ko-KR" sz="1000">
                <a:solidFill>
                  <a:schemeClr val="tx1"/>
                </a:solidFill>
              </a:rPr>
              <a:t>FileEvent (Socket) :</a:t>
            </a:r>
            <a:r>
              <a:rPr kumimoji="1" lang="ko-KR" altLang="en-US" sz="1000">
                <a:solidFill>
                  <a:schemeClr val="tx1"/>
                </a:solidFill>
              </a:rPr>
              <a:t> </a:t>
            </a:r>
            <a:r>
              <a:rPr kumimoji="1" lang="en-US" altLang="ko-KR" sz="1000">
                <a:solidFill>
                  <a:schemeClr val="tx1"/>
                </a:solidFill>
              </a:rPr>
              <a:t>Downstream, Upstream</a:t>
            </a:r>
          </a:p>
          <a:p>
            <a:r>
              <a:rPr kumimoji="1" lang="en-US" altLang="ko-KR" sz="1000">
                <a:solidFill>
                  <a:schemeClr val="tx1"/>
                </a:solidFill>
              </a:rPr>
              <a:t>- Timer : Connection Timeout</a:t>
            </a:r>
          </a:p>
        </p:txBody>
      </p:sp>
    </p:spTree>
    <p:extLst>
      <p:ext uri="{BB962C8B-B14F-4D97-AF65-F5344CB8AC3E}">
        <p14:creationId xmlns:p14="http://schemas.microsoft.com/office/powerpoint/2010/main" val="2752325993"/>
      </p:ext>
    </p:extLst>
  </p:cSld>
  <p:clrMapOvr>
    <a:masterClrMapping/>
  </p:clrMapOvr>
</p:sld>
</file>

<file path=ppt/theme/theme1.xml><?xml version="1.0" encoding="utf-8"?>
<a:theme xmlns:a="http://schemas.openxmlformats.org/drawingml/2006/main" name="Office 테마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맑은 고딕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</a:majorFont>
      <a:minorFont>
        <a:latin typeface="맑은 고딕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shade val="51000"/>
                <a:satMod val="130000"/>
              </a:schemeClr>
            </a:gs>
            <a:gs pos="80000">
              <a:schemeClr val="phClr">
                <a:shade val="93000"/>
                <a:satMod val="130000"/>
              </a:schemeClr>
            </a:gs>
            <a:gs pos="100000">
              <a:schemeClr val="phClr">
                <a:shade val="94000"/>
                <a:satMod val="135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/>
  <a:extraClrSchemeLst/>
</a:theme>
</file>

<file path=ppt/theme/theme2.xml><?xml version="1.0" encoding="utf-8"?>
<a:theme xmlns:a="http://schemas.openxmlformats.org/drawingml/2006/main" name="Office 테마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맑은 고딕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맑은 고딕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shade val="51000"/>
                <a:satMod val="130000"/>
              </a:schemeClr>
            </a:gs>
            <a:gs pos="80000">
              <a:schemeClr val="phClr">
                <a:shade val="93000"/>
                <a:satMod val="130000"/>
              </a:schemeClr>
            </a:gs>
            <a:gs pos="100000">
              <a:schemeClr val="phClr">
                <a:shade val="94000"/>
                <a:satMod val="135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/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43373</TotalTime>
  <Words>1139</Words>
  <Application>Microsoft Macintosh PowerPoint</Application>
  <PresentationFormat>화면 슬라이드 쇼(16:9)</PresentationFormat>
  <Paragraphs>312</Paragraphs>
  <Slides>10</Slides>
  <Notes>0</Notes>
  <HiddenSlides>0</HiddenSlides>
  <MMClips>0</MMClips>
  <ScaleCrop>false</ScaleCrop>
  <HeadingPairs>
    <vt:vector size="6" baseType="variant">
      <vt:variant>
        <vt:lpstr>사용한 글꼴</vt:lpstr>
      </vt:variant>
      <vt:variant>
        <vt:i4>3</vt:i4>
      </vt:variant>
      <vt:variant>
        <vt:lpstr>테마</vt:lpstr>
      </vt:variant>
      <vt:variant>
        <vt:i4>1</vt:i4>
      </vt:variant>
      <vt:variant>
        <vt:lpstr>슬라이드 제목</vt:lpstr>
      </vt:variant>
      <vt:variant>
        <vt:i4>10</vt:i4>
      </vt:variant>
    </vt:vector>
  </HeadingPairs>
  <TitlesOfParts>
    <vt:vector size="14" baseType="lpstr">
      <vt:lpstr>맑은 고딕</vt:lpstr>
      <vt:lpstr>Arial</vt:lpstr>
      <vt:lpstr>Wingdings</vt:lpstr>
      <vt:lpstr>Office 테마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</vt:vector>
  </TitlesOfParts>
  <Company>R&amp;D</Company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PowerPoint 프레젠테이션</dc:title>
  <dc:creator>Microsoft Corporation</dc:creator>
  <cp:lastModifiedBy>정섭 신</cp:lastModifiedBy>
  <cp:revision>4860</cp:revision>
  <dcterms:created xsi:type="dcterms:W3CDTF">2006-10-05T04:04:58Z</dcterms:created>
  <dcterms:modified xsi:type="dcterms:W3CDTF">2026-06-21T06:37:54Z</dcterms:modified>
</cp:coreProperties>
</file>
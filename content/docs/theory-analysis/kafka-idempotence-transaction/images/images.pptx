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77" r:id="rId2"/>
    <p:sldId id="396" r:id="rId3"/>
    <p:sldId id="420" r:id="rId4"/>
    <p:sldId id="416" r:id="rId5"/>
    <p:sldId id="419" r:id="rId6"/>
    <p:sldId id="418" r:id="rId7"/>
    <p:sldId id="417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62" autoAdjust="0"/>
    <p:restoredTop sz="89760" autoAdjust="0"/>
  </p:normalViewPr>
  <p:slideViewPr>
    <p:cSldViewPr>
      <p:cViewPr varScale="1">
        <p:scale>
          <a:sx n="204" d="100"/>
          <a:sy n="204" d="100"/>
        </p:scale>
        <p:origin x="216" y="120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2025. 11. 29.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FB9EA990-ED26-FBD5-CD0D-8CC4B6EBE86A}"/>
              </a:ext>
            </a:extLst>
          </p:cNvPr>
          <p:cNvSpPr/>
          <p:nvPr/>
        </p:nvSpPr>
        <p:spPr>
          <a:xfrm>
            <a:off x="235641" y="349491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235641" y="1242229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019614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743907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743907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641063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641063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743907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530291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82977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1683084" y="411510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1772185" y="768780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1871507" y="103419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1778911" y="1521327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1878233" y="178674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1878233" y="215802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3851920" y="411510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3941021" y="768780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040343" y="103419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3947746" y="1521327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047069" y="178674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047069" y="215802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276153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285063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294996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285736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295668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295668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103860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103860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PID=2 Epoch=3 SEQ State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53283</TotalTime>
  <Words>636</Words>
  <Application>Microsoft Macintosh PowerPoint</Application>
  <PresentationFormat>On-screen Show (16:9)</PresentationFormat>
  <Paragraphs>212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5757</cp:revision>
  <dcterms:created xsi:type="dcterms:W3CDTF">2006-10-05T04:04:58Z</dcterms:created>
  <dcterms:modified xsi:type="dcterms:W3CDTF">2025-11-29T15:53:16Z</dcterms:modified>
</cp:coreProperties>
</file>
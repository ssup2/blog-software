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1"/>
  </p:notesMasterIdLst>
  <p:sldIdLst>
    <p:sldId id="377" r:id="rId2"/>
    <p:sldId id="421" r:id="rId3"/>
    <p:sldId id="396" r:id="rId4"/>
    <p:sldId id="422" r:id="rId5"/>
    <p:sldId id="420" r:id="rId6"/>
    <p:sldId id="416" r:id="rId7"/>
    <p:sldId id="419" r:id="rId8"/>
    <p:sldId id="418" r:id="rId9"/>
    <p:sldId id="417" r:id="rId10"/>
  </p:sldIdLst>
  <p:sldSz cx="9144000" cy="5143500" type="screen16x9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  <p15:guide id="3" orient="horz" pos="162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B301B821-A1FF-4177-AEE7-76D212191A09}" styleName="보통 스타일 1 - 강조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BC89EF96-8CEA-46FF-86C4-4CE0E7609802}" styleName="밝은 스타일 3 - 강조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16DA210-FB5B-4158-B5E0-FEB733F419BA}" styleName="밝은 스타일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8560" autoAdjust="0"/>
    <p:restoredTop sz="89760" autoAdjust="0"/>
  </p:normalViewPr>
  <p:slideViewPr>
    <p:cSldViewPr>
      <p:cViewPr>
        <p:scale>
          <a:sx n="234" d="100"/>
          <a:sy n="234" d="100"/>
        </p:scale>
        <p:origin x="1288" y="712"/>
      </p:cViewPr>
      <p:guideLst>
        <p:guide orient="horz" pos="2160"/>
        <p:guide pos="2880"/>
        <p:guide orient="horz" pos="162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CD5550B-26C4-49A9-A5BA-636EF7BE6CE9}" type="datetimeFigureOut">
              <a:rPr lang="ko-KR" altLang="en-US" smtClean="0"/>
              <a:t>2025. 11. 30.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A5DFA43-8D57-47FB-BC46-057616015C3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733502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913927-5D36-8841-D6AF-D4DB084EAE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802F6FF-2143-5949-252A-D1DEEBE3E3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E2314DD-E9C4-253A-B701-41EE99B793A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67D4AF7-8BB0-2C1B-7190-2A5AD12AEEF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0539674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996009-5CED-8464-CB16-BA0AF8DF4E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F5B2348-4ED5-A823-C1EF-36D9944F56E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D7AC882-758C-ABEA-DA31-9E94AF6B1B5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B2E06B9-291D-E4B0-A699-1B64A1617F4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7734830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E666CA-7569-6373-2FC9-70C1A093AA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CD0EEDA-D4EB-0015-0783-2CD723DFA19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F961A2B-208A-2433-26BB-5000992BBBD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4E8EA79-F7C3-7905-64AE-313D1856D4B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5997365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FDECD7-0E6F-4812-B3B5-62BFA1ACCF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2E3BC30-51AA-3173-C245-C71297D7CDC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E77A273-E4DA-9D33-6F99-40C0A80E0A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7AE5089-3873-E7E6-CD7A-DB6C2643EEB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327512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F2D585-D0CA-F14B-143E-8011EF5B76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1110C02-56AD-FFC3-B0A1-FBF3D2EB706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993C7AF-D4DD-910D-3300-CFBE3C15270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E6A6232-E39C-0AFE-3D9E-900B09C1DE5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391573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C9ED96-8D05-8DCF-7DB3-F966A4651D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826E2AE-8E0F-E845-DB6E-311BBEFAA8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5043E28-4AD1-8EB2-C21D-BFA3BF0B54C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7AFFC32-9897-4F52-26F4-2E9C860EB9A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7560436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8A9E9C-4D7E-00EA-C61C-0893A5E8BB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11A1407-9008-E747-353C-42F22C2DD94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DB3D106-BFDC-7696-3CF0-8A63F3632BB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57C2D13-5E40-4678-98FC-83A51C8B1A0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8974016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9E5B4C-4979-CE79-6E4C-BC2A918A33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4B2B88D-D981-EC37-D3EF-F21034CD9F1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AA4EE5E-ABE8-8217-CC82-4E4577E80FF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F9E47FF-F8BA-BE49-C868-6FED9014DDB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9979424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85800" y="1597820"/>
            <a:ext cx="7772400" cy="1102519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/>
              <a:t>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2025. 11. 30.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2025. 11. 30.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2025. 11. 30.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2025. 11. 30.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4645028" y="1151335"/>
            <a:ext cx="4041775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4645028" y="1631156"/>
            <a:ext cx="4041775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2025. 11. 30.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2025. 11. 30.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2025. 11. 30.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3" y="204787"/>
            <a:ext cx="3008313" cy="8715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575050" y="204789"/>
            <a:ext cx="5111750" cy="438983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457203" y="1076327"/>
            <a:ext cx="3008313" cy="351829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2025. 11. 30.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92288" y="3600451"/>
            <a:ext cx="5486400" cy="425054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1792288" y="4025504"/>
            <a:ext cx="5486400" cy="60364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2025. 11. 30.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2025. 11. 30.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6629400" y="205980"/>
            <a:ext cx="2057400" cy="4388644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457200" y="205980"/>
            <a:ext cx="6019800" cy="4388644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2025. 11. 30.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457200" y="4767264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B30EDBD-1C2D-4C1E-B459-B60219FAB484}" type="datetimeFigureOut">
              <a:rPr lang="ko-KR" altLang="en-US" smtClean="0"/>
              <a:t>2025. 11. 30.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3124200" y="4767264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6553200" y="4767264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B398F3-F283-FBEA-5021-FBAF1024C2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사각형: 둥근 모서리 56">
            <a:extLst>
              <a:ext uri="{FF2B5EF4-FFF2-40B4-BE49-F238E27FC236}">
                <a16:creationId xmlns:a16="http://schemas.microsoft.com/office/drawing/2014/main" id="{A9F70542-48BE-22BC-76A0-D947A891D7A1}"/>
              </a:ext>
            </a:extLst>
          </p:cNvPr>
          <p:cNvSpPr/>
          <p:nvPr/>
        </p:nvSpPr>
        <p:spPr>
          <a:xfrm>
            <a:off x="35497" y="407069"/>
            <a:ext cx="2075354" cy="1938499"/>
          </a:xfrm>
          <a:prstGeom prst="roundRect">
            <a:avLst>
              <a:gd name="adj" fmla="val 3942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/>
              <a:t>Producer A</a:t>
            </a:r>
            <a:endParaRPr lang="ko-KR" altLang="en-US" sz="1000" dirty="0"/>
          </a:p>
        </p:txBody>
      </p:sp>
      <p:sp>
        <p:nvSpPr>
          <p:cNvPr id="25" name="사각형: 둥근 모서리 6">
            <a:extLst>
              <a:ext uri="{FF2B5EF4-FFF2-40B4-BE49-F238E27FC236}">
                <a16:creationId xmlns:a16="http://schemas.microsoft.com/office/drawing/2014/main" id="{A801550C-B1D1-A03C-2A49-59F3373505D5}"/>
              </a:ext>
            </a:extLst>
          </p:cNvPr>
          <p:cNvSpPr/>
          <p:nvPr/>
        </p:nvSpPr>
        <p:spPr>
          <a:xfrm>
            <a:off x="6156176" y="102472"/>
            <a:ext cx="2888746" cy="4845542"/>
          </a:xfrm>
          <a:prstGeom prst="roundRect">
            <a:avLst>
              <a:gd name="adj" fmla="val 4353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dirty="0"/>
              <a:t>Kafka Broker A</a:t>
            </a:r>
            <a:endParaRPr lang="ko-KR" altLang="en-US" sz="1000" dirty="0"/>
          </a:p>
        </p:txBody>
      </p:sp>
      <p:sp>
        <p:nvSpPr>
          <p:cNvPr id="26" name="사각형: 둥근 모서리 12">
            <a:extLst>
              <a:ext uri="{FF2B5EF4-FFF2-40B4-BE49-F238E27FC236}">
                <a16:creationId xmlns:a16="http://schemas.microsoft.com/office/drawing/2014/main" id="{19D6CA6A-6C13-DAD3-9BAB-3A5DCBB5AFEB}"/>
              </a:ext>
            </a:extLst>
          </p:cNvPr>
          <p:cNvSpPr/>
          <p:nvPr/>
        </p:nvSpPr>
        <p:spPr>
          <a:xfrm>
            <a:off x="6880469" y="3101751"/>
            <a:ext cx="1440160" cy="26894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Partition </a:t>
            </a:r>
            <a:r>
              <a:rPr lang="en-US" altLang="ko-KR" sz="900" dirty="0"/>
              <a:t>0</a:t>
            </a:r>
            <a:endParaRPr lang="ko-KR" altLang="en-US" sz="900" dirty="0"/>
          </a:p>
        </p:txBody>
      </p:sp>
      <p:sp>
        <p:nvSpPr>
          <p:cNvPr id="27" name="사각형: 둥근 모서리 12">
            <a:extLst>
              <a:ext uri="{FF2B5EF4-FFF2-40B4-BE49-F238E27FC236}">
                <a16:creationId xmlns:a16="http://schemas.microsoft.com/office/drawing/2014/main" id="{9302DDBA-98E3-930B-1F4B-AC069C4DEC72}"/>
              </a:ext>
            </a:extLst>
          </p:cNvPr>
          <p:cNvSpPr/>
          <p:nvPr/>
        </p:nvSpPr>
        <p:spPr>
          <a:xfrm>
            <a:off x="6880469" y="3885810"/>
            <a:ext cx="1440160" cy="26894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Partition </a:t>
            </a:r>
            <a:r>
              <a:rPr lang="en-US" altLang="ko-KR" sz="900" dirty="0"/>
              <a:t>0</a:t>
            </a:r>
            <a:endParaRPr lang="ko-KR" altLang="en-US" sz="900" dirty="0"/>
          </a:p>
        </p:txBody>
      </p:sp>
      <p:sp>
        <p:nvSpPr>
          <p:cNvPr id="28" name="사각형: 둥근 모서리 70">
            <a:extLst>
              <a:ext uri="{FF2B5EF4-FFF2-40B4-BE49-F238E27FC236}">
                <a16:creationId xmlns:a16="http://schemas.microsoft.com/office/drawing/2014/main" id="{602FF916-CB31-6708-9E3A-E5544C488936}"/>
              </a:ext>
            </a:extLst>
          </p:cNvPr>
          <p:cNvSpPr/>
          <p:nvPr/>
        </p:nvSpPr>
        <p:spPr>
          <a:xfrm>
            <a:off x="6777625" y="2807190"/>
            <a:ext cx="1645849" cy="631715"/>
          </a:xfrm>
          <a:prstGeom prst="roundRect">
            <a:avLst>
              <a:gd name="adj" fmla="val 10885"/>
            </a:avLst>
          </a:prstGeom>
          <a:noFill/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dirty="0"/>
              <a:t>Topic A</a:t>
            </a:r>
            <a:endParaRPr lang="ko-KR" altLang="en-US" sz="1000" dirty="0"/>
          </a:p>
        </p:txBody>
      </p:sp>
      <p:sp>
        <p:nvSpPr>
          <p:cNvPr id="29" name="사각형: 둥근 모서리 70">
            <a:extLst>
              <a:ext uri="{FF2B5EF4-FFF2-40B4-BE49-F238E27FC236}">
                <a16:creationId xmlns:a16="http://schemas.microsoft.com/office/drawing/2014/main" id="{3A632FAB-4D4B-F174-902B-73AE9564318B}"/>
              </a:ext>
            </a:extLst>
          </p:cNvPr>
          <p:cNvSpPr/>
          <p:nvPr/>
        </p:nvSpPr>
        <p:spPr>
          <a:xfrm>
            <a:off x="6777625" y="3531791"/>
            <a:ext cx="1645849" cy="1104768"/>
          </a:xfrm>
          <a:prstGeom prst="roundRect">
            <a:avLst>
              <a:gd name="adj" fmla="val 7875"/>
            </a:avLst>
          </a:prstGeom>
          <a:noFill/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dirty="0"/>
              <a:t>Topic B</a:t>
            </a:r>
            <a:endParaRPr lang="ko-KR" altLang="en-US" sz="1000" dirty="0"/>
          </a:p>
        </p:txBody>
      </p:sp>
      <p:sp>
        <p:nvSpPr>
          <p:cNvPr id="30" name="사각형: 둥근 모서리 12">
            <a:extLst>
              <a:ext uri="{FF2B5EF4-FFF2-40B4-BE49-F238E27FC236}">
                <a16:creationId xmlns:a16="http://schemas.microsoft.com/office/drawing/2014/main" id="{75DC2A8D-E1A2-BC60-118A-450F48ED6A21}"/>
              </a:ext>
            </a:extLst>
          </p:cNvPr>
          <p:cNvSpPr/>
          <p:nvPr/>
        </p:nvSpPr>
        <p:spPr>
          <a:xfrm>
            <a:off x="6880469" y="4257106"/>
            <a:ext cx="1440160" cy="26894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Partition </a:t>
            </a:r>
            <a:r>
              <a:rPr lang="en-US" altLang="ko-KR" sz="900" dirty="0"/>
              <a:t>3</a:t>
            </a:r>
            <a:endParaRPr lang="ko-KR" altLang="en-US" sz="900" dirty="0"/>
          </a:p>
        </p:txBody>
      </p:sp>
      <p:cxnSp>
        <p:nvCxnSpPr>
          <p:cNvPr id="31" name="직선 화살표 연결선 96">
            <a:extLst>
              <a:ext uri="{FF2B5EF4-FFF2-40B4-BE49-F238E27FC236}">
                <a16:creationId xmlns:a16="http://schemas.microsoft.com/office/drawing/2014/main" id="{355FEA78-E2F5-7CD6-CD6A-0A1BD47C7737}"/>
              </a:ext>
            </a:extLst>
          </p:cNvPr>
          <p:cNvCxnSpPr>
            <a:cxnSpLocks/>
            <a:stCxn id="57" idx="3"/>
          </p:cNvCxnSpPr>
          <p:nvPr/>
        </p:nvCxnSpPr>
        <p:spPr>
          <a:xfrm>
            <a:off x="2110851" y="1376319"/>
            <a:ext cx="4045325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직선 화살표 연결선 96">
            <a:extLst>
              <a:ext uri="{FF2B5EF4-FFF2-40B4-BE49-F238E27FC236}">
                <a16:creationId xmlns:a16="http://schemas.microsoft.com/office/drawing/2014/main" id="{5CB60AF6-25A0-CAF4-AE08-39CECBBF64A4}"/>
              </a:ext>
            </a:extLst>
          </p:cNvPr>
          <p:cNvCxnSpPr>
            <a:cxnSpLocks/>
            <a:stCxn id="47" idx="3"/>
          </p:cNvCxnSpPr>
          <p:nvPr/>
        </p:nvCxnSpPr>
        <p:spPr>
          <a:xfrm>
            <a:off x="2110851" y="3806239"/>
            <a:ext cx="4045325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" name="사각형: 둥근 모서리 6">
            <a:extLst>
              <a:ext uri="{FF2B5EF4-FFF2-40B4-BE49-F238E27FC236}">
                <a16:creationId xmlns:a16="http://schemas.microsoft.com/office/drawing/2014/main" id="{180D3296-B380-998C-AD80-35FC7725CFE4}"/>
              </a:ext>
            </a:extLst>
          </p:cNvPr>
          <p:cNvSpPr/>
          <p:nvPr/>
        </p:nvSpPr>
        <p:spPr>
          <a:xfrm>
            <a:off x="2215446" y="297006"/>
            <a:ext cx="1843418" cy="2206638"/>
          </a:xfrm>
          <a:prstGeom prst="roundRect">
            <a:avLst>
              <a:gd name="adj" fmla="val 6369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dirty="0"/>
              <a:t>Request C </a:t>
            </a:r>
            <a:r>
              <a:rPr lang="en-US" altLang="ko-KR" sz="1000" b="1" dirty="0"/>
              <a:t>PID=1 Epoch=1</a:t>
            </a:r>
            <a:endParaRPr lang="ko-KR" altLang="en-US" sz="1000" b="1" dirty="0"/>
          </a:p>
        </p:txBody>
      </p:sp>
      <p:sp>
        <p:nvSpPr>
          <p:cNvPr id="83" name="사각형: 둥근 모서리 6">
            <a:extLst>
              <a:ext uri="{FF2B5EF4-FFF2-40B4-BE49-F238E27FC236}">
                <a16:creationId xmlns:a16="http://schemas.microsoft.com/office/drawing/2014/main" id="{3E0D1FD6-11E7-3A9A-2BFB-0085A92D41D5}"/>
              </a:ext>
            </a:extLst>
          </p:cNvPr>
          <p:cNvSpPr/>
          <p:nvPr/>
        </p:nvSpPr>
        <p:spPr>
          <a:xfrm>
            <a:off x="2304547" y="654276"/>
            <a:ext cx="1665213" cy="661756"/>
          </a:xfrm>
          <a:prstGeom prst="roundRect">
            <a:avLst>
              <a:gd name="adj" fmla="val 9094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dirty="0"/>
              <a:t>Topic A</a:t>
            </a:r>
          </a:p>
          <a:p>
            <a:pPr algn="ctr"/>
            <a:endParaRPr lang="en-US" altLang="ko-KR" sz="1050" dirty="0"/>
          </a:p>
        </p:txBody>
      </p:sp>
      <p:sp>
        <p:nvSpPr>
          <p:cNvPr id="84" name="사각형: 둥근 모서리 6">
            <a:extLst>
              <a:ext uri="{FF2B5EF4-FFF2-40B4-BE49-F238E27FC236}">
                <a16:creationId xmlns:a16="http://schemas.microsoft.com/office/drawing/2014/main" id="{E62FF9C4-27C2-F76D-F095-65FCDCEA47AA}"/>
              </a:ext>
            </a:extLst>
          </p:cNvPr>
          <p:cNvSpPr/>
          <p:nvPr/>
        </p:nvSpPr>
        <p:spPr>
          <a:xfrm>
            <a:off x="2403869" y="919693"/>
            <a:ext cx="1466564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Partition 0 Records</a:t>
            </a:r>
          </a:p>
          <a:p>
            <a:pPr algn="ctr"/>
            <a:r>
              <a:rPr lang="en-US" altLang="ko-KR" sz="900" b="1" dirty="0">
                <a:solidFill>
                  <a:schemeClr val="tx2"/>
                </a:solidFill>
              </a:rPr>
              <a:t>SEQ=113~106</a:t>
            </a:r>
          </a:p>
        </p:txBody>
      </p:sp>
      <p:sp>
        <p:nvSpPr>
          <p:cNvPr id="85" name="사각형: 둥근 모서리 6">
            <a:extLst>
              <a:ext uri="{FF2B5EF4-FFF2-40B4-BE49-F238E27FC236}">
                <a16:creationId xmlns:a16="http://schemas.microsoft.com/office/drawing/2014/main" id="{66367512-633D-80F9-649C-13B22A4F44E3}"/>
              </a:ext>
            </a:extLst>
          </p:cNvPr>
          <p:cNvSpPr/>
          <p:nvPr/>
        </p:nvSpPr>
        <p:spPr>
          <a:xfrm>
            <a:off x="2311273" y="1406823"/>
            <a:ext cx="1665213" cy="1018553"/>
          </a:xfrm>
          <a:prstGeom prst="roundRect">
            <a:avLst>
              <a:gd name="adj" fmla="val 7267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dirty="0"/>
              <a:t>Topic B</a:t>
            </a:r>
          </a:p>
          <a:p>
            <a:pPr algn="ctr"/>
            <a:endParaRPr lang="en-US" altLang="ko-KR" sz="1050" dirty="0"/>
          </a:p>
        </p:txBody>
      </p:sp>
      <p:sp>
        <p:nvSpPr>
          <p:cNvPr id="86" name="사각형: 둥근 모서리 6">
            <a:extLst>
              <a:ext uri="{FF2B5EF4-FFF2-40B4-BE49-F238E27FC236}">
                <a16:creationId xmlns:a16="http://schemas.microsoft.com/office/drawing/2014/main" id="{C18B78A1-2D1D-1800-6BC8-C1857D922DD0}"/>
              </a:ext>
            </a:extLst>
          </p:cNvPr>
          <p:cNvSpPr/>
          <p:nvPr/>
        </p:nvSpPr>
        <p:spPr>
          <a:xfrm>
            <a:off x="2410595" y="1672242"/>
            <a:ext cx="1466564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Partition 0 Records</a:t>
            </a:r>
          </a:p>
          <a:p>
            <a:pPr algn="ctr"/>
            <a:r>
              <a:rPr lang="en-US" altLang="ko-KR" sz="900" b="1" dirty="0">
                <a:solidFill>
                  <a:schemeClr val="tx2"/>
                </a:solidFill>
              </a:rPr>
              <a:t>SEQ=215~208</a:t>
            </a:r>
            <a:endParaRPr lang="ko-KR" altLang="en-US" sz="900" b="1" dirty="0">
              <a:solidFill>
                <a:schemeClr val="tx2"/>
              </a:solidFill>
            </a:endParaRPr>
          </a:p>
        </p:txBody>
      </p:sp>
      <p:sp>
        <p:nvSpPr>
          <p:cNvPr id="87" name="사각형: 둥근 모서리 6">
            <a:extLst>
              <a:ext uri="{FF2B5EF4-FFF2-40B4-BE49-F238E27FC236}">
                <a16:creationId xmlns:a16="http://schemas.microsoft.com/office/drawing/2014/main" id="{F83928CB-FAD4-4A39-17D5-5B362E02EB88}"/>
              </a:ext>
            </a:extLst>
          </p:cNvPr>
          <p:cNvSpPr/>
          <p:nvPr/>
        </p:nvSpPr>
        <p:spPr>
          <a:xfrm>
            <a:off x="2410595" y="2043519"/>
            <a:ext cx="1466564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Partition 3 Records</a:t>
            </a:r>
          </a:p>
          <a:p>
            <a:pPr algn="ctr"/>
            <a:r>
              <a:rPr lang="en-US" altLang="ko-KR" sz="900" b="1" dirty="0">
                <a:solidFill>
                  <a:schemeClr val="tx2"/>
                </a:solidFill>
              </a:rPr>
              <a:t>SEQ=195~186</a:t>
            </a:r>
            <a:endParaRPr lang="ko-KR" altLang="en-US" sz="900" b="1" dirty="0">
              <a:solidFill>
                <a:schemeClr val="tx2"/>
              </a:solidFill>
            </a:endParaRPr>
          </a:p>
        </p:txBody>
      </p:sp>
      <p:sp>
        <p:nvSpPr>
          <p:cNvPr id="106" name="사각형: 둥근 모서리 6">
            <a:extLst>
              <a:ext uri="{FF2B5EF4-FFF2-40B4-BE49-F238E27FC236}">
                <a16:creationId xmlns:a16="http://schemas.microsoft.com/office/drawing/2014/main" id="{273944DB-0E05-E5FC-0A63-B883BC1F0270}"/>
              </a:ext>
            </a:extLst>
          </p:cNvPr>
          <p:cNvSpPr/>
          <p:nvPr/>
        </p:nvSpPr>
        <p:spPr>
          <a:xfrm>
            <a:off x="4187347" y="288356"/>
            <a:ext cx="1843418" cy="2206638"/>
          </a:xfrm>
          <a:prstGeom prst="roundRect">
            <a:avLst>
              <a:gd name="adj" fmla="val 6369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dirty="0"/>
              <a:t>Request A </a:t>
            </a:r>
            <a:r>
              <a:rPr lang="en-US" altLang="ko-KR" sz="1000" b="1" dirty="0"/>
              <a:t>PID=1 Epoch=1 </a:t>
            </a:r>
            <a:endParaRPr lang="ko-KR" altLang="en-US" sz="1000" b="1" dirty="0"/>
          </a:p>
        </p:txBody>
      </p:sp>
      <p:sp>
        <p:nvSpPr>
          <p:cNvPr id="107" name="사각형: 둥근 모서리 6">
            <a:extLst>
              <a:ext uri="{FF2B5EF4-FFF2-40B4-BE49-F238E27FC236}">
                <a16:creationId xmlns:a16="http://schemas.microsoft.com/office/drawing/2014/main" id="{2A4AFDC7-61A6-6C23-1A64-F23AF42C8E45}"/>
              </a:ext>
            </a:extLst>
          </p:cNvPr>
          <p:cNvSpPr/>
          <p:nvPr/>
        </p:nvSpPr>
        <p:spPr>
          <a:xfrm>
            <a:off x="4276448" y="645626"/>
            <a:ext cx="1665213" cy="661756"/>
          </a:xfrm>
          <a:prstGeom prst="roundRect">
            <a:avLst>
              <a:gd name="adj" fmla="val 9094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dirty="0"/>
              <a:t>Topic A</a:t>
            </a:r>
          </a:p>
          <a:p>
            <a:pPr algn="ctr"/>
            <a:endParaRPr lang="en-US" altLang="ko-KR" sz="1050" dirty="0"/>
          </a:p>
        </p:txBody>
      </p:sp>
      <p:sp>
        <p:nvSpPr>
          <p:cNvPr id="108" name="사각형: 둥근 모서리 6">
            <a:extLst>
              <a:ext uri="{FF2B5EF4-FFF2-40B4-BE49-F238E27FC236}">
                <a16:creationId xmlns:a16="http://schemas.microsoft.com/office/drawing/2014/main" id="{31C12D2A-612A-DF2E-CCE4-BB4CD7680606}"/>
              </a:ext>
            </a:extLst>
          </p:cNvPr>
          <p:cNvSpPr/>
          <p:nvPr/>
        </p:nvSpPr>
        <p:spPr>
          <a:xfrm>
            <a:off x="4375770" y="911043"/>
            <a:ext cx="1466564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Partition 0 Records</a:t>
            </a:r>
          </a:p>
          <a:p>
            <a:pPr algn="ctr"/>
            <a:r>
              <a:rPr lang="en-US" altLang="ko-KR" sz="900" b="1" dirty="0">
                <a:solidFill>
                  <a:srgbClr val="C00000"/>
                </a:solidFill>
              </a:rPr>
              <a:t>SEQ=105~100</a:t>
            </a:r>
          </a:p>
        </p:txBody>
      </p:sp>
      <p:sp>
        <p:nvSpPr>
          <p:cNvPr id="109" name="사각형: 둥근 모서리 6">
            <a:extLst>
              <a:ext uri="{FF2B5EF4-FFF2-40B4-BE49-F238E27FC236}">
                <a16:creationId xmlns:a16="http://schemas.microsoft.com/office/drawing/2014/main" id="{6F8F9C36-4943-AD01-9D7E-672BCF3AEEBA}"/>
              </a:ext>
            </a:extLst>
          </p:cNvPr>
          <p:cNvSpPr/>
          <p:nvPr/>
        </p:nvSpPr>
        <p:spPr>
          <a:xfrm>
            <a:off x="4283173" y="1398173"/>
            <a:ext cx="1665213" cy="1018553"/>
          </a:xfrm>
          <a:prstGeom prst="roundRect">
            <a:avLst>
              <a:gd name="adj" fmla="val 7267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dirty="0"/>
              <a:t>Topic B</a:t>
            </a:r>
          </a:p>
          <a:p>
            <a:pPr algn="ctr"/>
            <a:endParaRPr lang="en-US" altLang="ko-KR" sz="1050" dirty="0"/>
          </a:p>
        </p:txBody>
      </p:sp>
      <p:sp>
        <p:nvSpPr>
          <p:cNvPr id="110" name="사각형: 둥근 모서리 6">
            <a:extLst>
              <a:ext uri="{FF2B5EF4-FFF2-40B4-BE49-F238E27FC236}">
                <a16:creationId xmlns:a16="http://schemas.microsoft.com/office/drawing/2014/main" id="{B1A18E1F-3125-270F-94BC-82B3EEFFD583}"/>
              </a:ext>
            </a:extLst>
          </p:cNvPr>
          <p:cNvSpPr/>
          <p:nvPr/>
        </p:nvSpPr>
        <p:spPr>
          <a:xfrm>
            <a:off x="4382496" y="1663592"/>
            <a:ext cx="1466564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Partition 0 Records</a:t>
            </a:r>
          </a:p>
          <a:p>
            <a:pPr algn="ctr"/>
            <a:r>
              <a:rPr lang="en-US" altLang="ko-KR" sz="900" b="1" dirty="0">
                <a:solidFill>
                  <a:srgbClr val="C00000"/>
                </a:solidFill>
              </a:rPr>
              <a:t>SEQ=207~200</a:t>
            </a:r>
            <a:endParaRPr lang="ko-KR" altLang="en-US" sz="900" b="1" dirty="0">
              <a:solidFill>
                <a:srgbClr val="C00000"/>
              </a:solidFill>
            </a:endParaRPr>
          </a:p>
        </p:txBody>
      </p:sp>
      <p:sp>
        <p:nvSpPr>
          <p:cNvPr id="119" name="사각형: 둥근 모서리 6">
            <a:extLst>
              <a:ext uri="{FF2B5EF4-FFF2-40B4-BE49-F238E27FC236}">
                <a16:creationId xmlns:a16="http://schemas.microsoft.com/office/drawing/2014/main" id="{8ED9F845-0081-3B20-7840-2CA5CEFD9BB9}"/>
              </a:ext>
            </a:extLst>
          </p:cNvPr>
          <p:cNvSpPr/>
          <p:nvPr/>
        </p:nvSpPr>
        <p:spPr>
          <a:xfrm>
            <a:off x="4382496" y="2034869"/>
            <a:ext cx="1466564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Partition 3 Records</a:t>
            </a:r>
          </a:p>
          <a:p>
            <a:pPr algn="ctr"/>
            <a:r>
              <a:rPr lang="en-US" altLang="ko-KR" sz="900" b="1" dirty="0">
                <a:solidFill>
                  <a:srgbClr val="C00000"/>
                </a:solidFill>
              </a:rPr>
              <a:t>SEQ=185~180</a:t>
            </a:r>
            <a:endParaRPr lang="ko-KR" altLang="en-US" sz="900" b="1" dirty="0">
              <a:solidFill>
                <a:srgbClr val="C00000"/>
              </a:solidFill>
            </a:endParaRPr>
          </a:p>
        </p:txBody>
      </p:sp>
      <p:sp>
        <p:nvSpPr>
          <p:cNvPr id="123" name="사각형: 둥근 모서리 6">
            <a:extLst>
              <a:ext uri="{FF2B5EF4-FFF2-40B4-BE49-F238E27FC236}">
                <a16:creationId xmlns:a16="http://schemas.microsoft.com/office/drawing/2014/main" id="{9A200515-6F9E-A40E-6A25-7343AA4384A5}"/>
              </a:ext>
            </a:extLst>
          </p:cNvPr>
          <p:cNvSpPr/>
          <p:nvPr/>
        </p:nvSpPr>
        <p:spPr>
          <a:xfrm>
            <a:off x="3203848" y="2708939"/>
            <a:ext cx="1843418" cy="2206638"/>
          </a:xfrm>
          <a:prstGeom prst="roundRect">
            <a:avLst>
              <a:gd name="adj" fmla="val 6369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dirty="0"/>
              <a:t>Request B </a:t>
            </a:r>
            <a:r>
              <a:rPr lang="en-US" altLang="ko-KR" sz="1000" b="1" dirty="0"/>
              <a:t>PID=2 Epoch=3</a:t>
            </a:r>
            <a:endParaRPr lang="ko-KR" altLang="en-US" sz="1000" b="1" dirty="0"/>
          </a:p>
        </p:txBody>
      </p:sp>
      <p:sp>
        <p:nvSpPr>
          <p:cNvPr id="127" name="사각형: 둥근 모서리 6">
            <a:extLst>
              <a:ext uri="{FF2B5EF4-FFF2-40B4-BE49-F238E27FC236}">
                <a16:creationId xmlns:a16="http://schemas.microsoft.com/office/drawing/2014/main" id="{DBC080C6-B0BB-57E1-B859-26113D3383F3}"/>
              </a:ext>
            </a:extLst>
          </p:cNvPr>
          <p:cNvSpPr/>
          <p:nvPr/>
        </p:nvSpPr>
        <p:spPr>
          <a:xfrm>
            <a:off x="3292949" y="3066209"/>
            <a:ext cx="1665213" cy="661756"/>
          </a:xfrm>
          <a:prstGeom prst="roundRect">
            <a:avLst>
              <a:gd name="adj" fmla="val 9094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dirty="0"/>
              <a:t>Topic A</a:t>
            </a:r>
          </a:p>
          <a:p>
            <a:pPr algn="ctr"/>
            <a:endParaRPr lang="en-US" altLang="ko-KR" sz="1000" dirty="0"/>
          </a:p>
        </p:txBody>
      </p:sp>
      <p:sp>
        <p:nvSpPr>
          <p:cNvPr id="128" name="사각형: 둥근 모서리 6">
            <a:extLst>
              <a:ext uri="{FF2B5EF4-FFF2-40B4-BE49-F238E27FC236}">
                <a16:creationId xmlns:a16="http://schemas.microsoft.com/office/drawing/2014/main" id="{BF4B9C42-C8B2-17DC-A615-33DAD252EF6E}"/>
              </a:ext>
            </a:extLst>
          </p:cNvPr>
          <p:cNvSpPr/>
          <p:nvPr/>
        </p:nvSpPr>
        <p:spPr>
          <a:xfrm>
            <a:off x="3392271" y="3331626"/>
            <a:ext cx="1466564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Partition 0 Records</a:t>
            </a:r>
          </a:p>
          <a:p>
            <a:pPr algn="ctr"/>
            <a:r>
              <a:rPr lang="en-US" altLang="ko-KR" sz="900" b="1" dirty="0">
                <a:solidFill>
                  <a:schemeClr val="accent3">
                    <a:lumMod val="75000"/>
                  </a:schemeClr>
                </a:solidFill>
              </a:rPr>
              <a:t>SEQ=315~302</a:t>
            </a:r>
            <a:endParaRPr lang="ko-KR" altLang="en-US" sz="900" b="1" dirty="0">
              <a:solidFill>
                <a:schemeClr val="accent3">
                  <a:lumMod val="75000"/>
                </a:schemeClr>
              </a:solidFill>
            </a:endParaRPr>
          </a:p>
        </p:txBody>
      </p:sp>
      <p:sp>
        <p:nvSpPr>
          <p:cNvPr id="129" name="사각형: 둥근 모서리 6">
            <a:extLst>
              <a:ext uri="{FF2B5EF4-FFF2-40B4-BE49-F238E27FC236}">
                <a16:creationId xmlns:a16="http://schemas.microsoft.com/office/drawing/2014/main" id="{906625B2-6C46-0548-0FBD-1EC58C709F58}"/>
              </a:ext>
            </a:extLst>
          </p:cNvPr>
          <p:cNvSpPr/>
          <p:nvPr/>
        </p:nvSpPr>
        <p:spPr>
          <a:xfrm>
            <a:off x="3299674" y="3818756"/>
            <a:ext cx="1665213" cy="1018553"/>
          </a:xfrm>
          <a:prstGeom prst="roundRect">
            <a:avLst>
              <a:gd name="adj" fmla="val 7267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dirty="0"/>
              <a:t>Topic B</a:t>
            </a:r>
          </a:p>
          <a:p>
            <a:pPr algn="ctr"/>
            <a:endParaRPr lang="en-US" altLang="ko-KR" sz="1000" dirty="0"/>
          </a:p>
        </p:txBody>
      </p:sp>
      <p:sp>
        <p:nvSpPr>
          <p:cNvPr id="133" name="사각형: 둥근 모서리 6">
            <a:extLst>
              <a:ext uri="{FF2B5EF4-FFF2-40B4-BE49-F238E27FC236}">
                <a16:creationId xmlns:a16="http://schemas.microsoft.com/office/drawing/2014/main" id="{80DA1036-4068-1379-00DE-A0C32DE4AF6D}"/>
              </a:ext>
            </a:extLst>
          </p:cNvPr>
          <p:cNvSpPr/>
          <p:nvPr/>
        </p:nvSpPr>
        <p:spPr>
          <a:xfrm>
            <a:off x="3398997" y="4084175"/>
            <a:ext cx="1466564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Partition 0 Records</a:t>
            </a:r>
          </a:p>
          <a:p>
            <a:pPr algn="ctr"/>
            <a:r>
              <a:rPr lang="en-US" altLang="ko-KR" sz="900" b="1" dirty="0">
                <a:solidFill>
                  <a:schemeClr val="accent3">
                    <a:lumMod val="75000"/>
                  </a:schemeClr>
                </a:solidFill>
              </a:rPr>
              <a:t>SEQ=524~520</a:t>
            </a:r>
            <a:endParaRPr lang="ko-KR" altLang="en-US" sz="900" b="1" dirty="0">
              <a:solidFill>
                <a:schemeClr val="accent3">
                  <a:lumMod val="75000"/>
                </a:schemeClr>
              </a:solidFill>
            </a:endParaRPr>
          </a:p>
        </p:txBody>
      </p:sp>
      <p:sp>
        <p:nvSpPr>
          <p:cNvPr id="134" name="사각형: 둥근 모서리 6">
            <a:extLst>
              <a:ext uri="{FF2B5EF4-FFF2-40B4-BE49-F238E27FC236}">
                <a16:creationId xmlns:a16="http://schemas.microsoft.com/office/drawing/2014/main" id="{63FD77AD-F201-B57B-5749-71382B9199C0}"/>
              </a:ext>
            </a:extLst>
          </p:cNvPr>
          <p:cNvSpPr/>
          <p:nvPr/>
        </p:nvSpPr>
        <p:spPr>
          <a:xfrm>
            <a:off x="3398997" y="4455452"/>
            <a:ext cx="1466564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Partition 3 Records</a:t>
            </a:r>
          </a:p>
          <a:p>
            <a:pPr algn="ctr"/>
            <a:r>
              <a:rPr lang="en-US" altLang="ko-KR" sz="900" b="1" dirty="0">
                <a:solidFill>
                  <a:schemeClr val="accent3">
                    <a:lumMod val="75000"/>
                  </a:schemeClr>
                </a:solidFill>
              </a:rPr>
              <a:t>SEQ=480~474</a:t>
            </a:r>
            <a:endParaRPr lang="ko-KR" altLang="en-US" sz="900" b="1" dirty="0">
              <a:solidFill>
                <a:schemeClr val="accent3">
                  <a:lumMod val="75000"/>
                </a:schemeClr>
              </a:solidFill>
            </a:endParaRPr>
          </a:p>
        </p:txBody>
      </p:sp>
      <p:sp>
        <p:nvSpPr>
          <p:cNvPr id="5" name="사각형: 둥근 모서리 56">
            <a:extLst>
              <a:ext uri="{FF2B5EF4-FFF2-40B4-BE49-F238E27FC236}">
                <a16:creationId xmlns:a16="http://schemas.microsoft.com/office/drawing/2014/main" id="{B4994807-546A-15FD-C21D-EDCC2F960C64}"/>
              </a:ext>
            </a:extLst>
          </p:cNvPr>
          <p:cNvSpPr/>
          <p:nvPr/>
        </p:nvSpPr>
        <p:spPr>
          <a:xfrm>
            <a:off x="6240422" y="187696"/>
            <a:ext cx="2720252" cy="1224523"/>
          </a:xfrm>
          <a:prstGeom prst="roundRect">
            <a:avLst>
              <a:gd name="adj" fmla="val 8779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Cached SEQ</a:t>
            </a:r>
            <a:r>
              <a:rPr lang="ko-KR" altLang="en-US" sz="1000" b="1"/>
              <a:t> </a:t>
            </a:r>
            <a:r>
              <a:rPr lang="en-US" altLang="ko-KR" sz="1000" b="1"/>
              <a:t>PID=1 Epoch=1</a:t>
            </a:r>
          </a:p>
          <a:p>
            <a:pPr algn="ctr"/>
            <a:endParaRPr lang="en-US" altLang="ko-KR" sz="1000" b="1" dirty="0"/>
          </a:p>
          <a:p>
            <a:r>
              <a:rPr lang="en-US" altLang="ko-KR" sz="900" dirty="0"/>
              <a:t>Topic A, Partition 0 : [</a:t>
            </a:r>
            <a:r>
              <a:rPr lang="en-US" altLang="ko-KR" sz="900" b="1" dirty="0">
                <a:solidFill>
                  <a:schemeClr val="tx2"/>
                </a:solidFill>
              </a:rPr>
              <a:t>113~106</a:t>
            </a:r>
            <a:r>
              <a:rPr lang="en-US" altLang="ko-KR" sz="900" dirty="0"/>
              <a:t>, </a:t>
            </a:r>
            <a:r>
              <a:rPr lang="en-US" altLang="ko-KR" sz="900" b="1" dirty="0">
                <a:solidFill>
                  <a:srgbClr val="C00000"/>
                </a:solidFill>
              </a:rPr>
              <a:t>105~100</a:t>
            </a:r>
            <a:r>
              <a:rPr lang="en-US" altLang="ko-KR" sz="900" dirty="0"/>
              <a:t>, 99~85, 84~78, 77~70]</a:t>
            </a:r>
          </a:p>
          <a:p>
            <a:r>
              <a:rPr lang="en-US" altLang="ko-KR" sz="900" dirty="0"/>
              <a:t>Topic B, Partition 0 : [</a:t>
            </a:r>
            <a:r>
              <a:rPr lang="en-US" altLang="ko-KR" sz="900" b="1" dirty="0">
                <a:solidFill>
                  <a:schemeClr val="tx2"/>
                </a:solidFill>
              </a:rPr>
              <a:t>215~208</a:t>
            </a:r>
            <a:r>
              <a:rPr lang="en-US" altLang="ko-KR" sz="900" dirty="0"/>
              <a:t>, </a:t>
            </a:r>
            <a:r>
              <a:rPr lang="en-US" altLang="ko-KR" sz="900" b="1" dirty="0">
                <a:solidFill>
                  <a:srgbClr val="C00000"/>
                </a:solidFill>
              </a:rPr>
              <a:t>207~200</a:t>
            </a:r>
            <a:r>
              <a:rPr lang="en-US" altLang="ko-KR" sz="900" dirty="0"/>
              <a:t>, 199~190, 189~179, 178~170]</a:t>
            </a:r>
          </a:p>
          <a:p>
            <a:r>
              <a:rPr lang="en-US" altLang="ko-KR" sz="900" dirty="0"/>
              <a:t>Topic B, Partition 3 : [</a:t>
            </a:r>
            <a:r>
              <a:rPr lang="en-US" altLang="ko-KR" sz="900" b="1" dirty="0">
                <a:solidFill>
                  <a:schemeClr val="tx2"/>
                </a:solidFill>
              </a:rPr>
              <a:t>195~186</a:t>
            </a:r>
            <a:r>
              <a:rPr lang="en-US" altLang="ko-KR" sz="900" dirty="0">
                <a:solidFill>
                  <a:schemeClr val="tx1"/>
                </a:solidFill>
              </a:rPr>
              <a:t>,</a:t>
            </a:r>
            <a:r>
              <a:rPr lang="ko-KR" altLang="en-US" sz="900" dirty="0">
                <a:solidFill>
                  <a:schemeClr val="tx1"/>
                </a:solidFill>
              </a:rPr>
              <a:t> </a:t>
            </a:r>
            <a:r>
              <a:rPr lang="en-US" altLang="ko-KR" sz="900" b="1" dirty="0">
                <a:solidFill>
                  <a:srgbClr val="C00000"/>
                </a:solidFill>
              </a:rPr>
              <a:t>185~180</a:t>
            </a:r>
            <a:r>
              <a:rPr lang="en-US" altLang="ko-KR" sz="900" dirty="0">
                <a:solidFill>
                  <a:schemeClr val="tx1"/>
                </a:solidFill>
              </a:rPr>
              <a:t>, 179~169, 168~161, 160~152]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  <p:sp>
        <p:nvSpPr>
          <p:cNvPr id="6" name="사각형: 둥근 모서리 56">
            <a:extLst>
              <a:ext uri="{FF2B5EF4-FFF2-40B4-BE49-F238E27FC236}">
                <a16:creationId xmlns:a16="http://schemas.microsoft.com/office/drawing/2014/main" id="{921BAF11-79FD-3C4C-8BF8-FD74F51AB54D}"/>
              </a:ext>
            </a:extLst>
          </p:cNvPr>
          <p:cNvSpPr/>
          <p:nvPr/>
        </p:nvSpPr>
        <p:spPr>
          <a:xfrm>
            <a:off x="6240422" y="1497443"/>
            <a:ext cx="2720252" cy="1224523"/>
          </a:xfrm>
          <a:prstGeom prst="roundRect">
            <a:avLst>
              <a:gd name="adj" fmla="val 8779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Cached SEQ PID=2 Epoch=3 </a:t>
            </a:r>
          </a:p>
          <a:p>
            <a:pPr algn="ctr"/>
            <a:endParaRPr lang="en-US" altLang="ko-KR" sz="1000" b="1" dirty="0"/>
          </a:p>
          <a:p>
            <a:r>
              <a:rPr lang="en-US" altLang="ko-KR" sz="900" dirty="0"/>
              <a:t>Topic A, Partition 0 : [</a:t>
            </a:r>
            <a:r>
              <a:rPr lang="en-US" altLang="ko-KR" sz="900" b="1" dirty="0">
                <a:solidFill>
                  <a:schemeClr val="accent3">
                    <a:lumMod val="75000"/>
                  </a:schemeClr>
                </a:solidFill>
              </a:rPr>
              <a:t>315~302</a:t>
            </a:r>
            <a:r>
              <a:rPr lang="en-US" altLang="ko-KR" sz="900" dirty="0"/>
              <a:t>, </a:t>
            </a:r>
            <a:r>
              <a:rPr lang="en-US" altLang="ko-KR" sz="900" dirty="0">
                <a:solidFill>
                  <a:schemeClr val="tx1"/>
                </a:solidFill>
              </a:rPr>
              <a:t>301~298, 297~290, 289~275, 274~270]</a:t>
            </a:r>
          </a:p>
          <a:p>
            <a:r>
              <a:rPr lang="en-US" altLang="ko-KR" sz="900" dirty="0"/>
              <a:t>Topic B, Partition 0 : [</a:t>
            </a:r>
            <a:r>
              <a:rPr lang="en-US" altLang="ko-KR" sz="900" b="1" dirty="0">
                <a:solidFill>
                  <a:schemeClr val="accent3">
                    <a:lumMod val="75000"/>
                  </a:schemeClr>
                </a:solidFill>
              </a:rPr>
              <a:t>524~502</a:t>
            </a:r>
            <a:r>
              <a:rPr lang="en-US" altLang="ko-KR" sz="900" dirty="0"/>
              <a:t>, </a:t>
            </a:r>
            <a:r>
              <a:rPr lang="en-US" altLang="ko-KR" sz="900" dirty="0">
                <a:solidFill>
                  <a:schemeClr val="tx1"/>
                </a:solidFill>
              </a:rPr>
              <a:t>501~493, 492~482, 481~472, 471~458]</a:t>
            </a:r>
            <a:endParaRPr lang="en-US" altLang="ko-KR" sz="900" dirty="0"/>
          </a:p>
          <a:p>
            <a:r>
              <a:rPr lang="en-US" altLang="ko-KR" sz="900" dirty="0"/>
              <a:t>Topic B, Partition 3 : [</a:t>
            </a:r>
            <a:r>
              <a:rPr lang="en-US" altLang="ko-KR" sz="900" b="1" dirty="0">
                <a:solidFill>
                  <a:schemeClr val="accent3">
                    <a:lumMod val="75000"/>
                  </a:schemeClr>
                </a:solidFill>
              </a:rPr>
              <a:t>480~474</a:t>
            </a:r>
            <a:r>
              <a:rPr lang="en-US" altLang="ko-KR" sz="900" dirty="0">
                <a:solidFill>
                  <a:schemeClr val="tx1"/>
                </a:solidFill>
              </a:rPr>
              <a:t>, 473~472,</a:t>
            </a:r>
            <a:r>
              <a:rPr lang="ko-KR" altLang="en-US" sz="900" dirty="0">
                <a:solidFill>
                  <a:schemeClr val="tx1"/>
                </a:solidFill>
              </a:rPr>
              <a:t> </a:t>
            </a:r>
            <a:r>
              <a:rPr lang="en-US" altLang="ko-KR" sz="900" dirty="0">
                <a:solidFill>
                  <a:schemeClr val="tx1"/>
                </a:solidFill>
              </a:rPr>
              <a:t>471~464, 463~454, 453~442]</a:t>
            </a:r>
          </a:p>
        </p:txBody>
      </p:sp>
      <p:sp>
        <p:nvSpPr>
          <p:cNvPr id="9" name="사각형: 둥근 모서리 56">
            <a:extLst>
              <a:ext uri="{FF2B5EF4-FFF2-40B4-BE49-F238E27FC236}">
                <a16:creationId xmlns:a16="http://schemas.microsoft.com/office/drawing/2014/main" id="{854F3DFC-911C-704B-E2D0-6833FE7B0399}"/>
              </a:ext>
            </a:extLst>
          </p:cNvPr>
          <p:cNvSpPr/>
          <p:nvPr/>
        </p:nvSpPr>
        <p:spPr>
          <a:xfrm>
            <a:off x="118134" y="720086"/>
            <a:ext cx="1910078" cy="1543857"/>
          </a:xfrm>
          <a:prstGeom prst="roundRect">
            <a:avLst>
              <a:gd name="adj" fmla="val 6126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In-flight Requests</a:t>
            </a:r>
          </a:p>
          <a:p>
            <a:pPr algn="ctr"/>
            <a:endParaRPr lang="en-US" altLang="ko-KR" sz="1000"/>
          </a:p>
          <a:p>
            <a:r>
              <a:rPr lang="en-US" altLang="ko-KR" sz="900"/>
              <a:t>Request A</a:t>
            </a:r>
            <a:br>
              <a:rPr lang="en-US" altLang="ko-KR" sz="900"/>
            </a:br>
            <a:r>
              <a:rPr lang="en-US" altLang="ko-KR" sz="900"/>
              <a:t>[(Topic A, Partition 0, </a:t>
            </a:r>
            <a:r>
              <a:rPr lang="en-US" altLang="ko-KR" sz="900" b="1">
                <a:solidFill>
                  <a:srgbClr val="C00000"/>
                </a:solidFill>
              </a:rPr>
              <a:t>105~100</a:t>
            </a:r>
            <a:r>
              <a:rPr lang="en-US" altLang="ko-KR" sz="900"/>
              <a:t>), (Topic B, Partition 0, </a:t>
            </a:r>
            <a:r>
              <a:rPr lang="en-US" altLang="ko-KR" sz="900" b="1">
                <a:solidFill>
                  <a:srgbClr val="C00000"/>
                </a:solidFill>
              </a:rPr>
              <a:t>207~200</a:t>
            </a:r>
            <a:r>
              <a:rPr lang="en-US" altLang="ko-KR" sz="900"/>
              <a:t>),</a:t>
            </a:r>
          </a:p>
          <a:p>
            <a:r>
              <a:rPr lang="en-US" altLang="ko-KR" sz="900"/>
              <a:t>(Topic B, Partition 1, </a:t>
            </a:r>
            <a:r>
              <a:rPr lang="en-US" altLang="ko-KR" sz="900" b="1">
                <a:solidFill>
                  <a:srgbClr val="C00000"/>
                </a:solidFill>
              </a:rPr>
              <a:t>185~180</a:t>
            </a:r>
            <a:r>
              <a:rPr lang="en-US" altLang="ko-KR" sz="900"/>
              <a:t>)]</a:t>
            </a:r>
          </a:p>
          <a:p>
            <a:r>
              <a:rPr lang="en-US" altLang="ko-KR" sz="900"/>
              <a:t>Request C</a:t>
            </a:r>
          </a:p>
          <a:p>
            <a:r>
              <a:rPr lang="en-US" altLang="ko-KR" sz="900"/>
              <a:t>[(Topic A, Partition 0, </a:t>
            </a:r>
            <a:r>
              <a:rPr lang="en-US" altLang="ko-KR" sz="900" b="1">
                <a:solidFill>
                  <a:schemeClr val="tx2"/>
                </a:solidFill>
              </a:rPr>
              <a:t>113~106</a:t>
            </a:r>
            <a:r>
              <a:rPr lang="en-US" altLang="ko-KR" sz="900"/>
              <a:t>), (Topic B, Partition 0, </a:t>
            </a:r>
            <a:r>
              <a:rPr lang="en-US" altLang="ko-KR" sz="900" b="1">
                <a:solidFill>
                  <a:schemeClr val="tx2"/>
                </a:solidFill>
              </a:rPr>
              <a:t>215~208</a:t>
            </a:r>
            <a:r>
              <a:rPr lang="en-US" altLang="ko-KR" sz="900"/>
              <a:t>),</a:t>
            </a:r>
          </a:p>
          <a:p>
            <a:r>
              <a:rPr lang="en-US" altLang="ko-KR" sz="900"/>
              <a:t>(Topic B, Partition 1, </a:t>
            </a:r>
            <a:r>
              <a:rPr lang="en-US" altLang="ko-KR" sz="900" b="1">
                <a:solidFill>
                  <a:schemeClr val="tx2"/>
                </a:solidFill>
              </a:rPr>
              <a:t>195~186</a:t>
            </a:r>
            <a:r>
              <a:rPr lang="en-US" altLang="ko-KR" sz="900"/>
              <a:t>)]</a:t>
            </a:r>
          </a:p>
        </p:txBody>
      </p:sp>
      <p:sp>
        <p:nvSpPr>
          <p:cNvPr id="47" name="사각형: 둥근 모서리 56">
            <a:extLst>
              <a:ext uri="{FF2B5EF4-FFF2-40B4-BE49-F238E27FC236}">
                <a16:creationId xmlns:a16="http://schemas.microsoft.com/office/drawing/2014/main" id="{95C348D6-9F72-0068-DA3E-24FECE24E5CC}"/>
              </a:ext>
            </a:extLst>
          </p:cNvPr>
          <p:cNvSpPr/>
          <p:nvPr/>
        </p:nvSpPr>
        <p:spPr>
          <a:xfrm>
            <a:off x="35497" y="3107769"/>
            <a:ext cx="2075354" cy="1396940"/>
          </a:xfrm>
          <a:prstGeom prst="roundRect">
            <a:avLst>
              <a:gd name="adj" fmla="val 3942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/>
              <a:t>Producer B</a:t>
            </a:r>
            <a:endParaRPr lang="ko-KR" altLang="en-US" sz="1000" dirty="0"/>
          </a:p>
        </p:txBody>
      </p:sp>
      <p:sp>
        <p:nvSpPr>
          <p:cNvPr id="48" name="사각형: 둥근 모서리 56">
            <a:extLst>
              <a:ext uri="{FF2B5EF4-FFF2-40B4-BE49-F238E27FC236}">
                <a16:creationId xmlns:a16="http://schemas.microsoft.com/office/drawing/2014/main" id="{9EF14BE3-6FB4-EBE7-4B82-F2C4EC192CB1}"/>
              </a:ext>
            </a:extLst>
          </p:cNvPr>
          <p:cNvSpPr/>
          <p:nvPr/>
        </p:nvSpPr>
        <p:spPr>
          <a:xfrm>
            <a:off x="118134" y="3420785"/>
            <a:ext cx="1910078" cy="998733"/>
          </a:xfrm>
          <a:prstGeom prst="roundRect">
            <a:avLst>
              <a:gd name="adj" fmla="val 6126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In-flight Requests</a:t>
            </a:r>
          </a:p>
          <a:p>
            <a:pPr algn="ctr"/>
            <a:endParaRPr lang="en-US" altLang="ko-KR" sz="1000"/>
          </a:p>
          <a:p>
            <a:r>
              <a:rPr lang="en-US" altLang="ko-KR" sz="900"/>
              <a:t>Request B</a:t>
            </a:r>
            <a:br>
              <a:rPr lang="en-US" altLang="ko-KR" sz="900"/>
            </a:br>
            <a:r>
              <a:rPr lang="en-US" altLang="ko-KR" sz="900"/>
              <a:t>[(Topic A, Partition 0, </a:t>
            </a:r>
            <a:r>
              <a:rPr lang="en-US" altLang="ko-KR" sz="900" b="1" dirty="0">
                <a:solidFill>
                  <a:schemeClr val="accent3">
                    <a:lumMod val="75000"/>
                  </a:schemeClr>
                </a:solidFill>
              </a:rPr>
              <a:t>315~302</a:t>
            </a:r>
            <a:r>
              <a:rPr lang="en-US" altLang="ko-KR" sz="900"/>
              <a:t>), (Topic B, Partition 0, </a:t>
            </a:r>
            <a:r>
              <a:rPr lang="en-US" altLang="ko-KR" sz="900" b="1" dirty="0">
                <a:solidFill>
                  <a:schemeClr val="accent3">
                    <a:lumMod val="75000"/>
                  </a:schemeClr>
                </a:solidFill>
              </a:rPr>
              <a:t>524~520</a:t>
            </a:r>
            <a:r>
              <a:rPr lang="en-US" altLang="ko-KR" sz="900"/>
              <a:t>),</a:t>
            </a:r>
          </a:p>
          <a:p>
            <a:r>
              <a:rPr lang="en-US" altLang="ko-KR" sz="900"/>
              <a:t>(Topic B, Partition 1, </a:t>
            </a:r>
            <a:r>
              <a:rPr lang="en-US" altLang="ko-KR" sz="900" b="1" dirty="0">
                <a:solidFill>
                  <a:schemeClr val="accent3">
                    <a:lumMod val="75000"/>
                  </a:schemeClr>
                </a:solidFill>
              </a:rPr>
              <a:t>480~474</a:t>
            </a:r>
            <a:r>
              <a:rPr lang="en-US" altLang="ko-KR" sz="900"/>
              <a:t>)]</a:t>
            </a:r>
          </a:p>
        </p:txBody>
      </p:sp>
    </p:spTree>
    <p:extLst>
      <p:ext uri="{BB962C8B-B14F-4D97-AF65-F5344CB8AC3E}">
        <p14:creationId xmlns:p14="http://schemas.microsoft.com/office/powerpoint/2010/main" val="220878576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FFE357-42B6-59AE-3AA0-D9AAA71E29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사각형: 둥근 모서리 56">
            <a:extLst>
              <a:ext uri="{FF2B5EF4-FFF2-40B4-BE49-F238E27FC236}">
                <a16:creationId xmlns:a16="http://schemas.microsoft.com/office/drawing/2014/main" id="{A84AD674-43D4-2FD0-DEEA-2852C300FB97}"/>
              </a:ext>
            </a:extLst>
          </p:cNvPr>
          <p:cNvSpPr/>
          <p:nvPr/>
        </p:nvSpPr>
        <p:spPr>
          <a:xfrm>
            <a:off x="137320" y="123448"/>
            <a:ext cx="1122025" cy="576124"/>
          </a:xfrm>
          <a:prstGeom prst="roundRect">
            <a:avLst>
              <a:gd name="adj" fmla="val 14105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Producer A</a:t>
            </a:r>
            <a:endParaRPr lang="ko-KR" altLang="en-US" sz="1000" dirty="0"/>
          </a:p>
        </p:txBody>
      </p:sp>
      <p:sp>
        <p:nvSpPr>
          <p:cNvPr id="25" name="사각형: 둥근 모서리 6">
            <a:extLst>
              <a:ext uri="{FF2B5EF4-FFF2-40B4-BE49-F238E27FC236}">
                <a16:creationId xmlns:a16="http://schemas.microsoft.com/office/drawing/2014/main" id="{59F5ABF8-6980-77E0-B86C-15F06E67D491}"/>
              </a:ext>
            </a:extLst>
          </p:cNvPr>
          <p:cNvSpPr/>
          <p:nvPr/>
        </p:nvSpPr>
        <p:spPr>
          <a:xfrm>
            <a:off x="6300192" y="195486"/>
            <a:ext cx="2728850" cy="746980"/>
          </a:xfrm>
          <a:prstGeom prst="roundRect">
            <a:avLst>
              <a:gd name="adj" fmla="val 7955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dirty="0"/>
              <a:t>Kafka Broker</a:t>
            </a:r>
            <a:endParaRPr lang="ko-KR" altLang="en-US" sz="1000" dirty="0"/>
          </a:p>
        </p:txBody>
      </p:sp>
      <p:cxnSp>
        <p:nvCxnSpPr>
          <p:cNvPr id="31" name="직선 화살표 연결선 96">
            <a:extLst>
              <a:ext uri="{FF2B5EF4-FFF2-40B4-BE49-F238E27FC236}">
                <a16:creationId xmlns:a16="http://schemas.microsoft.com/office/drawing/2014/main" id="{26F13664-8504-B44D-91E1-71E31B9B09C3}"/>
              </a:ext>
            </a:extLst>
          </p:cNvPr>
          <p:cNvCxnSpPr>
            <a:cxnSpLocks/>
            <a:stCxn id="57" idx="3"/>
          </p:cNvCxnSpPr>
          <p:nvPr/>
        </p:nvCxnSpPr>
        <p:spPr>
          <a:xfrm>
            <a:off x="1259345" y="411510"/>
            <a:ext cx="4661950" cy="0"/>
          </a:xfrm>
          <a:prstGeom prst="straightConnector1">
            <a:avLst/>
          </a:prstGeom>
          <a:ln w="12700">
            <a:solidFill>
              <a:schemeClr val="tx2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4" name="사각형: 둥근 모서리 6">
            <a:extLst>
              <a:ext uri="{FF2B5EF4-FFF2-40B4-BE49-F238E27FC236}">
                <a16:creationId xmlns:a16="http://schemas.microsoft.com/office/drawing/2014/main" id="{84F687F1-FD23-671C-C3BD-00311C94B461}"/>
              </a:ext>
            </a:extLst>
          </p:cNvPr>
          <p:cNvSpPr/>
          <p:nvPr/>
        </p:nvSpPr>
        <p:spPr>
          <a:xfrm>
            <a:off x="1871507" y="2278747"/>
            <a:ext cx="1044309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>
                <a:solidFill>
                  <a:schemeClr val="tx1"/>
                </a:solidFill>
              </a:rPr>
              <a:t>SEQ=113~106</a:t>
            </a:r>
          </a:p>
        </p:txBody>
      </p:sp>
      <p:sp>
        <p:nvSpPr>
          <p:cNvPr id="108" name="사각형: 둥근 모서리 6">
            <a:extLst>
              <a:ext uri="{FF2B5EF4-FFF2-40B4-BE49-F238E27FC236}">
                <a16:creationId xmlns:a16="http://schemas.microsoft.com/office/drawing/2014/main" id="{B851613C-9E4F-48E4-9488-444B45AF415D}"/>
              </a:ext>
            </a:extLst>
          </p:cNvPr>
          <p:cNvSpPr/>
          <p:nvPr/>
        </p:nvSpPr>
        <p:spPr>
          <a:xfrm>
            <a:off x="3166486" y="2278747"/>
            <a:ext cx="1044309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>
                <a:solidFill>
                  <a:schemeClr val="tx1"/>
                </a:solidFill>
              </a:rPr>
              <a:t>SEQ=105~100</a:t>
            </a:r>
          </a:p>
        </p:txBody>
      </p:sp>
      <p:sp>
        <p:nvSpPr>
          <p:cNvPr id="5" name="사각형: 둥근 모서리 56">
            <a:extLst>
              <a:ext uri="{FF2B5EF4-FFF2-40B4-BE49-F238E27FC236}">
                <a16:creationId xmlns:a16="http://schemas.microsoft.com/office/drawing/2014/main" id="{FC6ED50C-1474-E5CD-D548-253E8C00E727}"/>
              </a:ext>
            </a:extLst>
          </p:cNvPr>
          <p:cNvSpPr/>
          <p:nvPr/>
        </p:nvSpPr>
        <p:spPr>
          <a:xfrm>
            <a:off x="6384438" y="288499"/>
            <a:ext cx="2572596" cy="367829"/>
          </a:xfrm>
          <a:prstGeom prst="roundRect">
            <a:avLst>
              <a:gd name="adj" fmla="val 8779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1000" b="1"/>
          </a:p>
          <a:p>
            <a:r>
              <a:rPr lang="en-US" altLang="ko-KR" sz="900" dirty="0">
                <a:solidFill>
                  <a:schemeClr val="tx1"/>
                </a:solidFill>
              </a:rPr>
              <a:t>113~106, 105~100, 99~85, 84~78, 77~70</a:t>
            </a:r>
          </a:p>
        </p:txBody>
      </p:sp>
    </p:spTree>
    <p:extLst>
      <p:ext uri="{BB962C8B-B14F-4D97-AF65-F5344CB8AC3E}">
        <p14:creationId xmlns:p14="http://schemas.microsoft.com/office/powerpoint/2010/main" val="70408508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4A4947E-ED35-400B-A070-F5C82E717E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65BCA73-BAFB-463B-8961-D3E290BC14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3693845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5019D1-EAF7-E19C-5B42-7B7B20BCC8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사각형: 둥근 모서리 56">
            <a:extLst>
              <a:ext uri="{FF2B5EF4-FFF2-40B4-BE49-F238E27FC236}">
                <a16:creationId xmlns:a16="http://schemas.microsoft.com/office/drawing/2014/main" id="{D9EF659E-B0FC-6FB9-4D52-36DBCC619A3E}"/>
              </a:ext>
            </a:extLst>
          </p:cNvPr>
          <p:cNvSpPr/>
          <p:nvPr/>
        </p:nvSpPr>
        <p:spPr>
          <a:xfrm>
            <a:off x="182639" y="945078"/>
            <a:ext cx="1501154" cy="941418"/>
          </a:xfrm>
          <a:prstGeom prst="roundRect">
            <a:avLst>
              <a:gd name="adj" fmla="val 10105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/>
              <a:t>Producer A</a:t>
            </a:r>
            <a:endParaRPr lang="ko-KR" altLang="en-US" sz="1000" dirty="0"/>
          </a:p>
        </p:txBody>
      </p:sp>
      <p:sp>
        <p:nvSpPr>
          <p:cNvPr id="25" name="사각형: 둥근 모서리 6">
            <a:extLst>
              <a:ext uri="{FF2B5EF4-FFF2-40B4-BE49-F238E27FC236}">
                <a16:creationId xmlns:a16="http://schemas.microsoft.com/office/drawing/2014/main" id="{687D6FB8-4A86-44E8-FBE4-A05FF5DF6EE6}"/>
              </a:ext>
            </a:extLst>
          </p:cNvPr>
          <p:cNvSpPr/>
          <p:nvPr/>
        </p:nvSpPr>
        <p:spPr>
          <a:xfrm>
            <a:off x="6156176" y="102472"/>
            <a:ext cx="2888746" cy="4845542"/>
          </a:xfrm>
          <a:prstGeom prst="roundRect">
            <a:avLst>
              <a:gd name="adj" fmla="val 4353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dirty="0"/>
              <a:t>Kafka Broker A</a:t>
            </a:r>
            <a:endParaRPr lang="ko-KR" altLang="en-US" sz="1000" dirty="0"/>
          </a:p>
        </p:txBody>
      </p:sp>
      <p:sp>
        <p:nvSpPr>
          <p:cNvPr id="26" name="사각형: 둥근 모서리 12">
            <a:extLst>
              <a:ext uri="{FF2B5EF4-FFF2-40B4-BE49-F238E27FC236}">
                <a16:creationId xmlns:a16="http://schemas.microsoft.com/office/drawing/2014/main" id="{8F7DF387-0E33-1A02-BA78-BDC46D03E53A}"/>
              </a:ext>
            </a:extLst>
          </p:cNvPr>
          <p:cNvSpPr/>
          <p:nvPr/>
        </p:nvSpPr>
        <p:spPr>
          <a:xfrm>
            <a:off x="6880469" y="3101751"/>
            <a:ext cx="1440160" cy="26894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Partition </a:t>
            </a:r>
            <a:r>
              <a:rPr lang="en-US" altLang="ko-KR" sz="900" dirty="0"/>
              <a:t>0</a:t>
            </a:r>
            <a:endParaRPr lang="ko-KR" altLang="en-US" sz="900" dirty="0"/>
          </a:p>
        </p:txBody>
      </p:sp>
      <p:sp>
        <p:nvSpPr>
          <p:cNvPr id="27" name="사각형: 둥근 모서리 12">
            <a:extLst>
              <a:ext uri="{FF2B5EF4-FFF2-40B4-BE49-F238E27FC236}">
                <a16:creationId xmlns:a16="http://schemas.microsoft.com/office/drawing/2014/main" id="{D1C5E04C-F14F-4DC2-58B7-930BCA52507F}"/>
              </a:ext>
            </a:extLst>
          </p:cNvPr>
          <p:cNvSpPr/>
          <p:nvPr/>
        </p:nvSpPr>
        <p:spPr>
          <a:xfrm>
            <a:off x="6880469" y="3885810"/>
            <a:ext cx="1440160" cy="26894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Partition </a:t>
            </a:r>
            <a:r>
              <a:rPr lang="en-US" altLang="ko-KR" sz="900" dirty="0"/>
              <a:t>0</a:t>
            </a:r>
            <a:endParaRPr lang="ko-KR" altLang="en-US" sz="900" dirty="0"/>
          </a:p>
        </p:txBody>
      </p:sp>
      <p:sp>
        <p:nvSpPr>
          <p:cNvPr id="28" name="사각형: 둥근 모서리 70">
            <a:extLst>
              <a:ext uri="{FF2B5EF4-FFF2-40B4-BE49-F238E27FC236}">
                <a16:creationId xmlns:a16="http://schemas.microsoft.com/office/drawing/2014/main" id="{CAA633AD-4E94-B295-51D5-1982F6350463}"/>
              </a:ext>
            </a:extLst>
          </p:cNvPr>
          <p:cNvSpPr/>
          <p:nvPr/>
        </p:nvSpPr>
        <p:spPr>
          <a:xfrm>
            <a:off x="6777625" y="2807190"/>
            <a:ext cx="1645849" cy="631715"/>
          </a:xfrm>
          <a:prstGeom prst="roundRect">
            <a:avLst>
              <a:gd name="adj" fmla="val 10885"/>
            </a:avLst>
          </a:prstGeom>
          <a:noFill/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dirty="0"/>
              <a:t>Topic A</a:t>
            </a:r>
            <a:endParaRPr lang="ko-KR" altLang="en-US" sz="1000" dirty="0"/>
          </a:p>
        </p:txBody>
      </p:sp>
      <p:sp>
        <p:nvSpPr>
          <p:cNvPr id="29" name="사각형: 둥근 모서리 70">
            <a:extLst>
              <a:ext uri="{FF2B5EF4-FFF2-40B4-BE49-F238E27FC236}">
                <a16:creationId xmlns:a16="http://schemas.microsoft.com/office/drawing/2014/main" id="{AB814A52-E1E9-023A-D280-1D2AC9507EA5}"/>
              </a:ext>
            </a:extLst>
          </p:cNvPr>
          <p:cNvSpPr/>
          <p:nvPr/>
        </p:nvSpPr>
        <p:spPr>
          <a:xfrm>
            <a:off x="6777625" y="3531791"/>
            <a:ext cx="1645849" cy="1104768"/>
          </a:xfrm>
          <a:prstGeom prst="roundRect">
            <a:avLst>
              <a:gd name="adj" fmla="val 7875"/>
            </a:avLst>
          </a:prstGeom>
          <a:noFill/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dirty="0"/>
              <a:t>Topic B</a:t>
            </a:r>
            <a:endParaRPr lang="ko-KR" altLang="en-US" sz="1000" dirty="0"/>
          </a:p>
        </p:txBody>
      </p:sp>
      <p:sp>
        <p:nvSpPr>
          <p:cNvPr id="30" name="사각형: 둥근 모서리 12">
            <a:extLst>
              <a:ext uri="{FF2B5EF4-FFF2-40B4-BE49-F238E27FC236}">
                <a16:creationId xmlns:a16="http://schemas.microsoft.com/office/drawing/2014/main" id="{6FAC6F3D-7C36-064A-0C92-4EEC85D6B550}"/>
              </a:ext>
            </a:extLst>
          </p:cNvPr>
          <p:cNvSpPr/>
          <p:nvPr/>
        </p:nvSpPr>
        <p:spPr>
          <a:xfrm>
            <a:off x="6880469" y="4257106"/>
            <a:ext cx="1440160" cy="26894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Partition </a:t>
            </a:r>
            <a:r>
              <a:rPr lang="en-US" altLang="ko-KR" sz="900" dirty="0"/>
              <a:t>3</a:t>
            </a:r>
            <a:endParaRPr lang="ko-KR" altLang="en-US" sz="900" dirty="0"/>
          </a:p>
        </p:txBody>
      </p:sp>
      <p:cxnSp>
        <p:nvCxnSpPr>
          <p:cNvPr id="31" name="직선 화살표 연결선 96">
            <a:extLst>
              <a:ext uri="{FF2B5EF4-FFF2-40B4-BE49-F238E27FC236}">
                <a16:creationId xmlns:a16="http://schemas.microsoft.com/office/drawing/2014/main" id="{513E29FF-EFD9-CCEA-EEF6-5161C30E2B31}"/>
              </a:ext>
            </a:extLst>
          </p:cNvPr>
          <p:cNvCxnSpPr>
            <a:cxnSpLocks/>
            <a:stCxn id="57" idx="3"/>
          </p:cNvCxnSpPr>
          <p:nvPr/>
        </p:nvCxnSpPr>
        <p:spPr>
          <a:xfrm>
            <a:off x="1683793" y="1415787"/>
            <a:ext cx="4472385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직선 화살표 연결선 96">
            <a:extLst>
              <a:ext uri="{FF2B5EF4-FFF2-40B4-BE49-F238E27FC236}">
                <a16:creationId xmlns:a16="http://schemas.microsoft.com/office/drawing/2014/main" id="{AED935F1-071E-34FB-70AB-8CAA5ADFDD93}"/>
              </a:ext>
            </a:extLst>
          </p:cNvPr>
          <p:cNvCxnSpPr>
            <a:cxnSpLocks/>
            <a:stCxn id="20" idx="3"/>
          </p:cNvCxnSpPr>
          <p:nvPr/>
        </p:nvCxnSpPr>
        <p:spPr>
          <a:xfrm>
            <a:off x="1683078" y="3812258"/>
            <a:ext cx="4473098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" name="사각형: 둥근 모서리 6">
            <a:extLst>
              <a:ext uri="{FF2B5EF4-FFF2-40B4-BE49-F238E27FC236}">
                <a16:creationId xmlns:a16="http://schemas.microsoft.com/office/drawing/2014/main" id="{5573ED60-CF47-E3C0-50A5-300F63E2396F}"/>
              </a:ext>
            </a:extLst>
          </p:cNvPr>
          <p:cNvSpPr/>
          <p:nvPr/>
        </p:nvSpPr>
        <p:spPr>
          <a:xfrm>
            <a:off x="1913857" y="297006"/>
            <a:ext cx="1843418" cy="2206638"/>
          </a:xfrm>
          <a:prstGeom prst="roundRect">
            <a:avLst>
              <a:gd name="adj" fmla="val 6369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dirty="0"/>
              <a:t>Request C </a:t>
            </a:r>
            <a:r>
              <a:rPr lang="en-US" altLang="ko-KR" sz="1000" b="1" dirty="0"/>
              <a:t>PID=1 Epoch=1</a:t>
            </a:r>
            <a:endParaRPr lang="ko-KR" altLang="en-US" sz="1000" b="1" dirty="0"/>
          </a:p>
        </p:txBody>
      </p:sp>
      <p:sp>
        <p:nvSpPr>
          <p:cNvPr id="83" name="사각형: 둥근 모서리 6">
            <a:extLst>
              <a:ext uri="{FF2B5EF4-FFF2-40B4-BE49-F238E27FC236}">
                <a16:creationId xmlns:a16="http://schemas.microsoft.com/office/drawing/2014/main" id="{3F822CB4-D128-2482-6F4A-3894BEDCD9E7}"/>
              </a:ext>
            </a:extLst>
          </p:cNvPr>
          <p:cNvSpPr/>
          <p:nvPr/>
        </p:nvSpPr>
        <p:spPr>
          <a:xfrm>
            <a:off x="2002958" y="654276"/>
            <a:ext cx="1665213" cy="661756"/>
          </a:xfrm>
          <a:prstGeom prst="roundRect">
            <a:avLst>
              <a:gd name="adj" fmla="val 9094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dirty="0"/>
              <a:t>Topic A</a:t>
            </a:r>
          </a:p>
          <a:p>
            <a:pPr algn="ctr"/>
            <a:endParaRPr lang="en-US" altLang="ko-KR" sz="1050" dirty="0"/>
          </a:p>
        </p:txBody>
      </p:sp>
      <p:sp>
        <p:nvSpPr>
          <p:cNvPr id="84" name="사각형: 둥근 모서리 6">
            <a:extLst>
              <a:ext uri="{FF2B5EF4-FFF2-40B4-BE49-F238E27FC236}">
                <a16:creationId xmlns:a16="http://schemas.microsoft.com/office/drawing/2014/main" id="{C3A8BE1E-4EC9-60EC-07C5-9494E1086B6A}"/>
              </a:ext>
            </a:extLst>
          </p:cNvPr>
          <p:cNvSpPr/>
          <p:nvPr/>
        </p:nvSpPr>
        <p:spPr>
          <a:xfrm>
            <a:off x="2102280" y="919693"/>
            <a:ext cx="1466564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Partition 0 Records</a:t>
            </a:r>
          </a:p>
          <a:p>
            <a:pPr algn="ctr"/>
            <a:r>
              <a:rPr lang="en-US" altLang="ko-KR" sz="900" b="1" dirty="0">
                <a:solidFill>
                  <a:schemeClr val="tx2"/>
                </a:solidFill>
              </a:rPr>
              <a:t>SEQ=113~106</a:t>
            </a:r>
          </a:p>
        </p:txBody>
      </p:sp>
      <p:sp>
        <p:nvSpPr>
          <p:cNvPr id="85" name="사각형: 둥근 모서리 6">
            <a:extLst>
              <a:ext uri="{FF2B5EF4-FFF2-40B4-BE49-F238E27FC236}">
                <a16:creationId xmlns:a16="http://schemas.microsoft.com/office/drawing/2014/main" id="{F8D22DFB-8823-1305-C31E-857595DFE5FC}"/>
              </a:ext>
            </a:extLst>
          </p:cNvPr>
          <p:cNvSpPr/>
          <p:nvPr/>
        </p:nvSpPr>
        <p:spPr>
          <a:xfrm>
            <a:off x="2009684" y="1406823"/>
            <a:ext cx="1665213" cy="1018553"/>
          </a:xfrm>
          <a:prstGeom prst="roundRect">
            <a:avLst>
              <a:gd name="adj" fmla="val 7267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dirty="0"/>
              <a:t>Topic B</a:t>
            </a:r>
          </a:p>
          <a:p>
            <a:pPr algn="ctr"/>
            <a:endParaRPr lang="en-US" altLang="ko-KR" sz="1050" dirty="0"/>
          </a:p>
        </p:txBody>
      </p:sp>
      <p:sp>
        <p:nvSpPr>
          <p:cNvPr id="86" name="사각형: 둥근 모서리 6">
            <a:extLst>
              <a:ext uri="{FF2B5EF4-FFF2-40B4-BE49-F238E27FC236}">
                <a16:creationId xmlns:a16="http://schemas.microsoft.com/office/drawing/2014/main" id="{8AF0C5FD-877C-885F-9F02-47967590D4F7}"/>
              </a:ext>
            </a:extLst>
          </p:cNvPr>
          <p:cNvSpPr/>
          <p:nvPr/>
        </p:nvSpPr>
        <p:spPr>
          <a:xfrm>
            <a:off x="2109006" y="1672242"/>
            <a:ext cx="1466564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Partition 0 Records</a:t>
            </a:r>
          </a:p>
          <a:p>
            <a:pPr algn="ctr"/>
            <a:r>
              <a:rPr lang="en-US" altLang="ko-KR" sz="900" b="1" dirty="0">
                <a:solidFill>
                  <a:schemeClr val="tx2"/>
                </a:solidFill>
              </a:rPr>
              <a:t>SEQ=215~208</a:t>
            </a:r>
            <a:endParaRPr lang="ko-KR" altLang="en-US" sz="900" b="1" dirty="0">
              <a:solidFill>
                <a:schemeClr val="tx2"/>
              </a:solidFill>
            </a:endParaRPr>
          </a:p>
        </p:txBody>
      </p:sp>
      <p:sp>
        <p:nvSpPr>
          <p:cNvPr id="87" name="사각형: 둥근 모서리 6">
            <a:extLst>
              <a:ext uri="{FF2B5EF4-FFF2-40B4-BE49-F238E27FC236}">
                <a16:creationId xmlns:a16="http://schemas.microsoft.com/office/drawing/2014/main" id="{33B8110B-C029-451C-B226-C4D013AC0698}"/>
              </a:ext>
            </a:extLst>
          </p:cNvPr>
          <p:cNvSpPr/>
          <p:nvPr/>
        </p:nvSpPr>
        <p:spPr>
          <a:xfrm>
            <a:off x="2109006" y="2043519"/>
            <a:ext cx="1466564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Partition 3 Records</a:t>
            </a:r>
          </a:p>
          <a:p>
            <a:pPr algn="ctr"/>
            <a:r>
              <a:rPr lang="en-US" altLang="ko-KR" sz="900" b="1" dirty="0">
                <a:solidFill>
                  <a:schemeClr val="tx2"/>
                </a:solidFill>
              </a:rPr>
              <a:t>SEQ=195~186</a:t>
            </a:r>
            <a:endParaRPr lang="ko-KR" altLang="en-US" sz="900" b="1" dirty="0">
              <a:solidFill>
                <a:schemeClr val="tx2"/>
              </a:solidFill>
            </a:endParaRPr>
          </a:p>
        </p:txBody>
      </p:sp>
      <p:sp>
        <p:nvSpPr>
          <p:cNvPr id="106" name="사각형: 둥근 모서리 6">
            <a:extLst>
              <a:ext uri="{FF2B5EF4-FFF2-40B4-BE49-F238E27FC236}">
                <a16:creationId xmlns:a16="http://schemas.microsoft.com/office/drawing/2014/main" id="{AF69E912-D683-CCCF-CA9A-1C0BFFC8E23D}"/>
              </a:ext>
            </a:extLst>
          </p:cNvPr>
          <p:cNvSpPr/>
          <p:nvPr/>
        </p:nvSpPr>
        <p:spPr>
          <a:xfrm>
            <a:off x="4082693" y="297006"/>
            <a:ext cx="1843418" cy="2206638"/>
          </a:xfrm>
          <a:prstGeom prst="roundRect">
            <a:avLst>
              <a:gd name="adj" fmla="val 6369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dirty="0"/>
              <a:t>Request A </a:t>
            </a:r>
            <a:r>
              <a:rPr lang="en-US" altLang="ko-KR" sz="1000" b="1" dirty="0"/>
              <a:t>PID=1 Epoch=1 </a:t>
            </a:r>
            <a:endParaRPr lang="ko-KR" altLang="en-US" sz="1000" b="1" dirty="0"/>
          </a:p>
        </p:txBody>
      </p:sp>
      <p:sp>
        <p:nvSpPr>
          <p:cNvPr id="107" name="사각형: 둥근 모서리 6">
            <a:extLst>
              <a:ext uri="{FF2B5EF4-FFF2-40B4-BE49-F238E27FC236}">
                <a16:creationId xmlns:a16="http://schemas.microsoft.com/office/drawing/2014/main" id="{4D53EAB8-D832-99B3-C379-B743D5414AF4}"/>
              </a:ext>
            </a:extLst>
          </p:cNvPr>
          <p:cNvSpPr/>
          <p:nvPr/>
        </p:nvSpPr>
        <p:spPr>
          <a:xfrm>
            <a:off x="4171794" y="654276"/>
            <a:ext cx="1665213" cy="661756"/>
          </a:xfrm>
          <a:prstGeom prst="roundRect">
            <a:avLst>
              <a:gd name="adj" fmla="val 9094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dirty="0"/>
              <a:t>Topic A</a:t>
            </a:r>
          </a:p>
          <a:p>
            <a:pPr algn="ctr"/>
            <a:endParaRPr lang="en-US" altLang="ko-KR" sz="1050" dirty="0"/>
          </a:p>
        </p:txBody>
      </p:sp>
      <p:sp>
        <p:nvSpPr>
          <p:cNvPr id="108" name="사각형: 둥근 모서리 6">
            <a:extLst>
              <a:ext uri="{FF2B5EF4-FFF2-40B4-BE49-F238E27FC236}">
                <a16:creationId xmlns:a16="http://schemas.microsoft.com/office/drawing/2014/main" id="{8F6A3457-38B9-D809-EA36-7308E08BC7DC}"/>
              </a:ext>
            </a:extLst>
          </p:cNvPr>
          <p:cNvSpPr/>
          <p:nvPr/>
        </p:nvSpPr>
        <p:spPr>
          <a:xfrm>
            <a:off x="4271116" y="919693"/>
            <a:ext cx="1466564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Partition 0 Records</a:t>
            </a:r>
          </a:p>
          <a:p>
            <a:pPr algn="ctr"/>
            <a:r>
              <a:rPr lang="en-US" altLang="ko-KR" sz="900" b="1" dirty="0">
                <a:solidFill>
                  <a:srgbClr val="C00000"/>
                </a:solidFill>
              </a:rPr>
              <a:t>SEQ=105~100</a:t>
            </a:r>
          </a:p>
        </p:txBody>
      </p:sp>
      <p:sp>
        <p:nvSpPr>
          <p:cNvPr id="109" name="사각형: 둥근 모서리 6">
            <a:extLst>
              <a:ext uri="{FF2B5EF4-FFF2-40B4-BE49-F238E27FC236}">
                <a16:creationId xmlns:a16="http://schemas.microsoft.com/office/drawing/2014/main" id="{AEEB3CC4-98D5-E257-0768-BD8139DCC30A}"/>
              </a:ext>
            </a:extLst>
          </p:cNvPr>
          <p:cNvSpPr/>
          <p:nvPr/>
        </p:nvSpPr>
        <p:spPr>
          <a:xfrm>
            <a:off x="4178519" y="1406823"/>
            <a:ext cx="1665213" cy="1018553"/>
          </a:xfrm>
          <a:prstGeom prst="roundRect">
            <a:avLst>
              <a:gd name="adj" fmla="val 7267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dirty="0"/>
              <a:t>Topic B</a:t>
            </a:r>
          </a:p>
          <a:p>
            <a:pPr algn="ctr"/>
            <a:endParaRPr lang="en-US" altLang="ko-KR" sz="1050" dirty="0"/>
          </a:p>
        </p:txBody>
      </p:sp>
      <p:sp>
        <p:nvSpPr>
          <p:cNvPr id="110" name="사각형: 둥근 모서리 6">
            <a:extLst>
              <a:ext uri="{FF2B5EF4-FFF2-40B4-BE49-F238E27FC236}">
                <a16:creationId xmlns:a16="http://schemas.microsoft.com/office/drawing/2014/main" id="{B8FCAA27-C946-C68B-5BB9-3F1C396FE22C}"/>
              </a:ext>
            </a:extLst>
          </p:cNvPr>
          <p:cNvSpPr/>
          <p:nvPr/>
        </p:nvSpPr>
        <p:spPr>
          <a:xfrm>
            <a:off x="4277842" y="1672242"/>
            <a:ext cx="1466564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Partition 0 Records</a:t>
            </a:r>
          </a:p>
          <a:p>
            <a:pPr algn="ctr"/>
            <a:r>
              <a:rPr lang="en-US" altLang="ko-KR" sz="900" b="1" dirty="0">
                <a:solidFill>
                  <a:srgbClr val="C00000"/>
                </a:solidFill>
              </a:rPr>
              <a:t>SEQ=207~200</a:t>
            </a:r>
            <a:endParaRPr lang="ko-KR" altLang="en-US" sz="900" b="1" dirty="0">
              <a:solidFill>
                <a:srgbClr val="C00000"/>
              </a:solidFill>
            </a:endParaRPr>
          </a:p>
        </p:txBody>
      </p:sp>
      <p:sp>
        <p:nvSpPr>
          <p:cNvPr id="119" name="사각형: 둥근 모서리 6">
            <a:extLst>
              <a:ext uri="{FF2B5EF4-FFF2-40B4-BE49-F238E27FC236}">
                <a16:creationId xmlns:a16="http://schemas.microsoft.com/office/drawing/2014/main" id="{AA8D49D3-3EE8-D35D-0E14-D9BA3204E30D}"/>
              </a:ext>
            </a:extLst>
          </p:cNvPr>
          <p:cNvSpPr/>
          <p:nvPr/>
        </p:nvSpPr>
        <p:spPr>
          <a:xfrm>
            <a:off x="4277842" y="2043519"/>
            <a:ext cx="1466564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Partition 3 Records</a:t>
            </a:r>
          </a:p>
          <a:p>
            <a:pPr algn="ctr"/>
            <a:r>
              <a:rPr lang="en-US" altLang="ko-KR" sz="900" b="1" dirty="0">
                <a:solidFill>
                  <a:srgbClr val="C00000"/>
                </a:solidFill>
              </a:rPr>
              <a:t>SEQ=185~180</a:t>
            </a:r>
            <a:endParaRPr lang="ko-KR" altLang="en-US" sz="900" b="1" dirty="0">
              <a:solidFill>
                <a:srgbClr val="C00000"/>
              </a:solidFill>
            </a:endParaRPr>
          </a:p>
        </p:txBody>
      </p:sp>
      <p:sp>
        <p:nvSpPr>
          <p:cNvPr id="123" name="사각형: 둥근 모서리 6">
            <a:extLst>
              <a:ext uri="{FF2B5EF4-FFF2-40B4-BE49-F238E27FC236}">
                <a16:creationId xmlns:a16="http://schemas.microsoft.com/office/drawing/2014/main" id="{C104D460-108E-8723-7334-C81271AF4B51}"/>
              </a:ext>
            </a:extLst>
          </p:cNvPr>
          <p:cNvSpPr/>
          <p:nvPr/>
        </p:nvSpPr>
        <p:spPr>
          <a:xfrm>
            <a:off x="2992644" y="2708939"/>
            <a:ext cx="1843418" cy="2206638"/>
          </a:xfrm>
          <a:prstGeom prst="roundRect">
            <a:avLst>
              <a:gd name="adj" fmla="val 6369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dirty="0"/>
              <a:t>Request B </a:t>
            </a:r>
            <a:r>
              <a:rPr lang="en-US" altLang="ko-KR" sz="1000" b="1" dirty="0"/>
              <a:t>PID=2 Epoch=3</a:t>
            </a:r>
            <a:endParaRPr lang="ko-KR" altLang="en-US" sz="1000" b="1" dirty="0"/>
          </a:p>
        </p:txBody>
      </p:sp>
      <p:sp>
        <p:nvSpPr>
          <p:cNvPr id="127" name="사각형: 둥근 모서리 6">
            <a:extLst>
              <a:ext uri="{FF2B5EF4-FFF2-40B4-BE49-F238E27FC236}">
                <a16:creationId xmlns:a16="http://schemas.microsoft.com/office/drawing/2014/main" id="{BD187995-DC83-513A-C566-2566CB71DC8E}"/>
              </a:ext>
            </a:extLst>
          </p:cNvPr>
          <p:cNvSpPr/>
          <p:nvPr/>
        </p:nvSpPr>
        <p:spPr>
          <a:xfrm>
            <a:off x="3081745" y="3066209"/>
            <a:ext cx="1665213" cy="661756"/>
          </a:xfrm>
          <a:prstGeom prst="roundRect">
            <a:avLst>
              <a:gd name="adj" fmla="val 9094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dirty="0"/>
              <a:t>Topic A</a:t>
            </a:r>
          </a:p>
          <a:p>
            <a:pPr algn="ctr"/>
            <a:endParaRPr lang="en-US" altLang="ko-KR" sz="1000" dirty="0"/>
          </a:p>
        </p:txBody>
      </p:sp>
      <p:sp>
        <p:nvSpPr>
          <p:cNvPr id="128" name="사각형: 둥근 모서리 6">
            <a:extLst>
              <a:ext uri="{FF2B5EF4-FFF2-40B4-BE49-F238E27FC236}">
                <a16:creationId xmlns:a16="http://schemas.microsoft.com/office/drawing/2014/main" id="{6163F28E-1A13-0A65-DD36-A270D11333D0}"/>
              </a:ext>
            </a:extLst>
          </p:cNvPr>
          <p:cNvSpPr/>
          <p:nvPr/>
        </p:nvSpPr>
        <p:spPr>
          <a:xfrm>
            <a:off x="3181067" y="3331626"/>
            <a:ext cx="1466564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Partition 0 Records</a:t>
            </a:r>
          </a:p>
          <a:p>
            <a:pPr algn="ctr"/>
            <a:r>
              <a:rPr lang="en-US" altLang="ko-KR" sz="900" b="1" dirty="0">
                <a:solidFill>
                  <a:schemeClr val="accent3">
                    <a:lumMod val="75000"/>
                  </a:schemeClr>
                </a:solidFill>
              </a:rPr>
              <a:t>SEQ=315~302</a:t>
            </a:r>
            <a:endParaRPr lang="ko-KR" altLang="en-US" sz="900" b="1" dirty="0">
              <a:solidFill>
                <a:schemeClr val="accent3">
                  <a:lumMod val="75000"/>
                </a:schemeClr>
              </a:solidFill>
            </a:endParaRPr>
          </a:p>
        </p:txBody>
      </p:sp>
      <p:sp>
        <p:nvSpPr>
          <p:cNvPr id="129" name="사각형: 둥근 모서리 6">
            <a:extLst>
              <a:ext uri="{FF2B5EF4-FFF2-40B4-BE49-F238E27FC236}">
                <a16:creationId xmlns:a16="http://schemas.microsoft.com/office/drawing/2014/main" id="{E75F20C7-0DD1-BFF7-7AFD-94AFCF36B31C}"/>
              </a:ext>
            </a:extLst>
          </p:cNvPr>
          <p:cNvSpPr/>
          <p:nvPr/>
        </p:nvSpPr>
        <p:spPr>
          <a:xfrm>
            <a:off x="3088470" y="3818756"/>
            <a:ext cx="1665213" cy="1018553"/>
          </a:xfrm>
          <a:prstGeom prst="roundRect">
            <a:avLst>
              <a:gd name="adj" fmla="val 7267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dirty="0"/>
              <a:t>Topic B</a:t>
            </a:r>
          </a:p>
          <a:p>
            <a:pPr algn="ctr"/>
            <a:endParaRPr lang="en-US" altLang="ko-KR" sz="1000" dirty="0"/>
          </a:p>
        </p:txBody>
      </p:sp>
      <p:sp>
        <p:nvSpPr>
          <p:cNvPr id="133" name="사각형: 둥근 모서리 6">
            <a:extLst>
              <a:ext uri="{FF2B5EF4-FFF2-40B4-BE49-F238E27FC236}">
                <a16:creationId xmlns:a16="http://schemas.microsoft.com/office/drawing/2014/main" id="{79642867-40A7-B299-E073-77693DD35632}"/>
              </a:ext>
            </a:extLst>
          </p:cNvPr>
          <p:cNvSpPr/>
          <p:nvPr/>
        </p:nvSpPr>
        <p:spPr>
          <a:xfrm>
            <a:off x="3187793" y="4084175"/>
            <a:ext cx="1466564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Partition 0 Records</a:t>
            </a:r>
          </a:p>
          <a:p>
            <a:pPr algn="ctr"/>
            <a:r>
              <a:rPr lang="en-US" altLang="ko-KR" sz="900" b="1" dirty="0">
                <a:solidFill>
                  <a:schemeClr val="accent3">
                    <a:lumMod val="75000"/>
                  </a:schemeClr>
                </a:solidFill>
              </a:rPr>
              <a:t>SEQ=524~520</a:t>
            </a:r>
            <a:endParaRPr lang="ko-KR" altLang="en-US" sz="900" b="1" dirty="0">
              <a:solidFill>
                <a:schemeClr val="accent3">
                  <a:lumMod val="75000"/>
                </a:schemeClr>
              </a:solidFill>
            </a:endParaRPr>
          </a:p>
        </p:txBody>
      </p:sp>
      <p:sp>
        <p:nvSpPr>
          <p:cNvPr id="134" name="사각형: 둥근 모서리 6">
            <a:extLst>
              <a:ext uri="{FF2B5EF4-FFF2-40B4-BE49-F238E27FC236}">
                <a16:creationId xmlns:a16="http://schemas.microsoft.com/office/drawing/2014/main" id="{9F59C30A-EFD6-20E8-721B-1FF2DDCEB572}"/>
              </a:ext>
            </a:extLst>
          </p:cNvPr>
          <p:cNvSpPr/>
          <p:nvPr/>
        </p:nvSpPr>
        <p:spPr>
          <a:xfrm>
            <a:off x="3187793" y="4455452"/>
            <a:ext cx="1466564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Partition 3 Records</a:t>
            </a:r>
          </a:p>
          <a:p>
            <a:pPr algn="ctr"/>
            <a:r>
              <a:rPr lang="en-US" altLang="ko-KR" sz="900" b="1" dirty="0">
                <a:solidFill>
                  <a:schemeClr val="accent3">
                    <a:lumMod val="75000"/>
                  </a:schemeClr>
                </a:solidFill>
              </a:rPr>
              <a:t>SEQ=480~474</a:t>
            </a:r>
            <a:endParaRPr lang="ko-KR" altLang="en-US" sz="900" b="1" dirty="0">
              <a:solidFill>
                <a:schemeClr val="accent3">
                  <a:lumMod val="75000"/>
                </a:schemeClr>
              </a:solidFill>
            </a:endParaRPr>
          </a:p>
        </p:txBody>
      </p:sp>
      <p:sp>
        <p:nvSpPr>
          <p:cNvPr id="5" name="사각형: 둥근 모서리 56">
            <a:extLst>
              <a:ext uri="{FF2B5EF4-FFF2-40B4-BE49-F238E27FC236}">
                <a16:creationId xmlns:a16="http://schemas.microsoft.com/office/drawing/2014/main" id="{11737866-FF56-05B0-B7D5-BC3664E55D79}"/>
              </a:ext>
            </a:extLst>
          </p:cNvPr>
          <p:cNvSpPr/>
          <p:nvPr/>
        </p:nvSpPr>
        <p:spPr>
          <a:xfrm>
            <a:off x="6240422" y="187696"/>
            <a:ext cx="2720252" cy="1224523"/>
          </a:xfrm>
          <a:prstGeom prst="roundRect">
            <a:avLst>
              <a:gd name="adj" fmla="val 8779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Cached SEQ</a:t>
            </a:r>
            <a:r>
              <a:rPr lang="ko-KR" altLang="en-US" sz="1000" b="1"/>
              <a:t> </a:t>
            </a:r>
            <a:r>
              <a:rPr lang="en-US" altLang="ko-KR" sz="1000" b="1"/>
              <a:t>PID=1 Epoch=1 </a:t>
            </a:r>
          </a:p>
          <a:p>
            <a:pPr algn="ctr"/>
            <a:endParaRPr lang="en-US" altLang="ko-KR" sz="1000" b="1" dirty="0"/>
          </a:p>
          <a:p>
            <a:r>
              <a:rPr lang="en-US" altLang="ko-KR" sz="900" dirty="0"/>
              <a:t>Topic A, Partition 0 / </a:t>
            </a:r>
            <a:r>
              <a:rPr lang="en-US" altLang="ko-KR" sz="900" b="1" dirty="0">
                <a:solidFill>
                  <a:schemeClr val="tx2"/>
                </a:solidFill>
              </a:rPr>
              <a:t>113~106</a:t>
            </a:r>
            <a:r>
              <a:rPr lang="en-US" altLang="ko-KR" sz="900" dirty="0"/>
              <a:t>, </a:t>
            </a:r>
            <a:r>
              <a:rPr lang="en-US" altLang="ko-KR" sz="900" b="1" dirty="0">
                <a:solidFill>
                  <a:srgbClr val="C00000"/>
                </a:solidFill>
              </a:rPr>
              <a:t>105~100</a:t>
            </a:r>
            <a:r>
              <a:rPr lang="en-US" altLang="ko-KR" sz="900" dirty="0"/>
              <a:t>, 99~85, 84~78, 77~70</a:t>
            </a:r>
          </a:p>
          <a:p>
            <a:r>
              <a:rPr lang="en-US" altLang="ko-KR" sz="900" dirty="0"/>
              <a:t>Topic B, Partition 0 / </a:t>
            </a:r>
            <a:r>
              <a:rPr lang="en-US" altLang="ko-KR" sz="900" b="1" dirty="0">
                <a:solidFill>
                  <a:schemeClr val="tx2"/>
                </a:solidFill>
              </a:rPr>
              <a:t>215~208</a:t>
            </a:r>
            <a:r>
              <a:rPr lang="en-US" altLang="ko-KR" sz="900" dirty="0"/>
              <a:t>, </a:t>
            </a:r>
            <a:r>
              <a:rPr lang="en-US" altLang="ko-KR" sz="900" b="1" dirty="0">
                <a:solidFill>
                  <a:srgbClr val="C00000"/>
                </a:solidFill>
              </a:rPr>
              <a:t>207~200</a:t>
            </a:r>
            <a:r>
              <a:rPr lang="en-US" altLang="ko-KR" sz="900" dirty="0"/>
              <a:t>, 199~190, 189~179, 178~170</a:t>
            </a:r>
          </a:p>
          <a:p>
            <a:r>
              <a:rPr lang="en-US" altLang="ko-KR" sz="900" dirty="0"/>
              <a:t>Topic B, Partition 3 / </a:t>
            </a:r>
            <a:r>
              <a:rPr lang="en-US" altLang="ko-KR" sz="900" b="1" dirty="0">
                <a:solidFill>
                  <a:schemeClr val="tx2"/>
                </a:solidFill>
              </a:rPr>
              <a:t>195~186</a:t>
            </a:r>
            <a:r>
              <a:rPr lang="en-US" altLang="ko-KR" sz="900" dirty="0">
                <a:solidFill>
                  <a:schemeClr val="tx1"/>
                </a:solidFill>
              </a:rPr>
              <a:t>,</a:t>
            </a:r>
            <a:r>
              <a:rPr lang="ko-KR" altLang="en-US" sz="900" dirty="0">
                <a:solidFill>
                  <a:schemeClr val="tx1"/>
                </a:solidFill>
              </a:rPr>
              <a:t> </a:t>
            </a:r>
            <a:r>
              <a:rPr lang="en-US" altLang="ko-KR" sz="900" b="1" dirty="0">
                <a:solidFill>
                  <a:srgbClr val="C00000"/>
                </a:solidFill>
              </a:rPr>
              <a:t>185~180</a:t>
            </a:r>
            <a:r>
              <a:rPr lang="en-US" altLang="ko-KR" sz="900" dirty="0">
                <a:solidFill>
                  <a:schemeClr val="tx1"/>
                </a:solidFill>
              </a:rPr>
              <a:t>, 179~169, 168~161, 160~152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  <p:sp>
        <p:nvSpPr>
          <p:cNvPr id="6" name="사각형: 둥근 모서리 56">
            <a:extLst>
              <a:ext uri="{FF2B5EF4-FFF2-40B4-BE49-F238E27FC236}">
                <a16:creationId xmlns:a16="http://schemas.microsoft.com/office/drawing/2014/main" id="{E19E03ED-5046-9E20-758A-35B6467EEC8F}"/>
              </a:ext>
            </a:extLst>
          </p:cNvPr>
          <p:cNvSpPr/>
          <p:nvPr/>
        </p:nvSpPr>
        <p:spPr>
          <a:xfrm>
            <a:off x="6240422" y="1497443"/>
            <a:ext cx="2720252" cy="1224523"/>
          </a:xfrm>
          <a:prstGeom prst="roundRect">
            <a:avLst>
              <a:gd name="adj" fmla="val 8779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Cached SEQ PID=2 Epoch=3 </a:t>
            </a:r>
          </a:p>
          <a:p>
            <a:pPr algn="ctr"/>
            <a:endParaRPr lang="en-US" altLang="ko-KR" sz="1000" b="1" dirty="0"/>
          </a:p>
          <a:p>
            <a:r>
              <a:rPr lang="en-US" altLang="ko-KR" sz="900" dirty="0"/>
              <a:t>Topic A, Partition 0 / </a:t>
            </a:r>
            <a:r>
              <a:rPr lang="en-US" altLang="ko-KR" sz="900" b="1" dirty="0">
                <a:solidFill>
                  <a:schemeClr val="accent3">
                    <a:lumMod val="75000"/>
                  </a:schemeClr>
                </a:solidFill>
              </a:rPr>
              <a:t>315~302</a:t>
            </a:r>
            <a:r>
              <a:rPr lang="en-US" altLang="ko-KR" sz="900" dirty="0"/>
              <a:t>, </a:t>
            </a:r>
            <a:r>
              <a:rPr lang="en-US" altLang="ko-KR" sz="900" dirty="0">
                <a:solidFill>
                  <a:schemeClr val="tx1"/>
                </a:solidFill>
              </a:rPr>
              <a:t>301~298, 297~290, 289~275, 274~270</a:t>
            </a:r>
          </a:p>
          <a:p>
            <a:r>
              <a:rPr lang="en-US" altLang="ko-KR" sz="900" dirty="0"/>
              <a:t>Topic B, Partition 0 / </a:t>
            </a:r>
            <a:r>
              <a:rPr lang="en-US" altLang="ko-KR" sz="900" b="1" dirty="0">
                <a:solidFill>
                  <a:schemeClr val="accent3">
                    <a:lumMod val="75000"/>
                  </a:schemeClr>
                </a:solidFill>
              </a:rPr>
              <a:t>524~502</a:t>
            </a:r>
            <a:r>
              <a:rPr lang="en-US" altLang="ko-KR" sz="900" dirty="0"/>
              <a:t>, </a:t>
            </a:r>
            <a:r>
              <a:rPr lang="en-US" altLang="ko-KR" sz="900" dirty="0">
                <a:solidFill>
                  <a:schemeClr val="tx1"/>
                </a:solidFill>
              </a:rPr>
              <a:t>501~493, 492~482, 481~472, 471~458</a:t>
            </a:r>
            <a:endParaRPr lang="en-US" altLang="ko-KR" sz="900" dirty="0"/>
          </a:p>
          <a:p>
            <a:r>
              <a:rPr lang="en-US" altLang="ko-KR" sz="900" dirty="0"/>
              <a:t>Topic B, Partition 3 / </a:t>
            </a:r>
            <a:r>
              <a:rPr lang="en-US" altLang="ko-KR" sz="900" b="1" dirty="0">
                <a:solidFill>
                  <a:schemeClr val="accent3">
                    <a:lumMod val="75000"/>
                  </a:schemeClr>
                </a:solidFill>
              </a:rPr>
              <a:t>480~474</a:t>
            </a:r>
            <a:r>
              <a:rPr lang="en-US" altLang="ko-KR" sz="900" dirty="0">
                <a:solidFill>
                  <a:schemeClr val="tx1"/>
                </a:solidFill>
              </a:rPr>
              <a:t>, 473~472,</a:t>
            </a:r>
            <a:r>
              <a:rPr lang="ko-KR" altLang="en-US" sz="900" dirty="0">
                <a:solidFill>
                  <a:schemeClr val="tx1"/>
                </a:solidFill>
              </a:rPr>
              <a:t> </a:t>
            </a:r>
            <a:r>
              <a:rPr lang="en-US" altLang="ko-KR" sz="900" dirty="0">
                <a:solidFill>
                  <a:schemeClr val="tx1"/>
                </a:solidFill>
              </a:rPr>
              <a:t>471~464, 463~454, 453~442</a:t>
            </a:r>
          </a:p>
        </p:txBody>
      </p:sp>
      <p:sp>
        <p:nvSpPr>
          <p:cNvPr id="9" name="사각형: 둥근 모서리 56">
            <a:extLst>
              <a:ext uri="{FF2B5EF4-FFF2-40B4-BE49-F238E27FC236}">
                <a16:creationId xmlns:a16="http://schemas.microsoft.com/office/drawing/2014/main" id="{AA43C9DC-0B64-B108-E81A-47001F804AB5}"/>
              </a:ext>
            </a:extLst>
          </p:cNvPr>
          <p:cNvSpPr/>
          <p:nvPr/>
        </p:nvSpPr>
        <p:spPr>
          <a:xfrm>
            <a:off x="254214" y="1272864"/>
            <a:ext cx="1358006" cy="541855"/>
          </a:xfrm>
          <a:prstGeom prst="roundRect">
            <a:avLst>
              <a:gd name="adj" fmla="val 14735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In-flight Requests</a:t>
            </a:r>
          </a:p>
          <a:p>
            <a:pPr algn="ctr"/>
            <a:r>
              <a:rPr lang="en-US" altLang="ko-KR" sz="1000" dirty="0"/>
              <a:t>A, C</a:t>
            </a:r>
          </a:p>
        </p:txBody>
      </p:sp>
      <p:sp>
        <p:nvSpPr>
          <p:cNvPr id="20" name="사각형: 둥근 모서리 56">
            <a:extLst>
              <a:ext uri="{FF2B5EF4-FFF2-40B4-BE49-F238E27FC236}">
                <a16:creationId xmlns:a16="http://schemas.microsoft.com/office/drawing/2014/main" id="{B48E9E42-7874-5428-0F2F-26DEF89C53E0}"/>
              </a:ext>
            </a:extLst>
          </p:cNvPr>
          <p:cNvSpPr/>
          <p:nvPr/>
        </p:nvSpPr>
        <p:spPr>
          <a:xfrm>
            <a:off x="181924" y="3341549"/>
            <a:ext cx="1501154" cy="941418"/>
          </a:xfrm>
          <a:prstGeom prst="roundRect">
            <a:avLst>
              <a:gd name="adj" fmla="val 10105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/>
              <a:t>Producer A</a:t>
            </a:r>
            <a:endParaRPr lang="ko-KR" altLang="en-US" sz="1000" dirty="0"/>
          </a:p>
        </p:txBody>
      </p:sp>
      <p:sp>
        <p:nvSpPr>
          <p:cNvPr id="21" name="사각형: 둥근 모서리 56">
            <a:extLst>
              <a:ext uri="{FF2B5EF4-FFF2-40B4-BE49-F238E27FC236}">
                <a16:creationId xmlns:a16="http://schemas.microsoft.com/office/drawing/2014/main" id="{7F2915B5-7DAD-7541-4C96-A2B2667B65D9}"/>
              </a:ext>
            </a:extLst>
          </p:cNvPr>
          <p:cNvSpPr/>
          <p:nvPr/>
        </p:nvSpPr>
        <p:spPr>
          <a:xfrm>
            <a:off x="253499" y="3669335"/>
            <a:ext cx="1358006" cy="541855"/>
          </a:xfrm>
          <a:prstGeom prst="roundRect">
            <a:avLst>
              <a:gd name="adj" fmla="val 14735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In-flight Requests</a:t>
            </a:r>
          </a:p>
          <a:p>
            <a:pPr algn="ctr"/>
            <a:r>
              <a:rPr lang="en-US" altLang="ko-KR" sz="1000" dirty="0"/>
              <a:t>B</a:t>
            </a:r>
          </a:p>
        </p:txBody>
      </p:sp>
    </p:spTree>
    <p:extLst>
      <p:ext uri="{BB962C8B-B14F-4D97-AF65-F5344CB8AC3E}">
        <p14:creationId xmlns:p14="http://schemas.microsoft.com/office/powerpoint/2010/main" val="299499611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1B234D-40D7-1F1B-5A1D-2D48EBA0DF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사각형: 둥근 모서리 121">
            <a:extLst>
              <a:ext uri="{FF2B5EF4-FFF2-40B4-BE49-F238E27FC236}">
                <a16:creationId xmlns:a16="http://schemas.microsoft.com/office/drawing/2014/main" id="{B32F192D-2629-18AA-A6F5-0609FC7D8FE9}"/>
              </a:ext>
            </a:extLst>
          </p:cNvPr>
          <p:cNvSpPr/>
          <p:nvPr/>
        </p:nvSpPr>
        <p:spPr>
          <a:xfrm>
            <a:off x="235641" y="3422907"/>
            <a:ext cx="1122025" cy="576124"/>
          </a:xfrm>
          <a:prstGeom prst="roundRect">
            <a:avLst>
              <a:gd name="adj" fmla="val 14105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Producer B</a:t>
            </a:r>
            <a:endParaRPr lang="ko-KR" altLang="en-US" sz="1050" dirty="0"/>
          </a:p>
        </p:txBody>
      </p:sp>
      <p:sp>
        <p:nvSpPr>
          <p:cNvPr id="57" name="사각형: 둥근 모서리 56">
            <a:extLst>
              <a:ext uri="{FF2B5EF4-FFF2-40B4-BE49-F238E27FC236}">
                <a16:creationId xmlns:a16="http://schemas.microsoft.com/office/drawing/2014/main" id="{7CEA34A4-E1A9-F74C-17BA-A392D147CC0B}"/>
              </a:ext>
            </a:extLst>
          </p:cNvPr>
          <p:cNvSpPr/>
          <p:nvPr/>
        </p:nvSpPr>
        <p:spPr>
          <a:xfrm>
            <a:off x="235641" y="1170221"/>
            <a:ext cx="1122025" cy="576124"/>
          </a:xfrm>
          <a:prstGeom prst="roundRect">
            <a:avLst>
              <a:gd name="adj" fmla="val 14105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Producer A</a:t>
            </a:r>
            <a:endParaRPr lang="ko-KR" altLang="en-US" sz="1050" dirty="0"/>
          </a:p>
        </p:txBody>
      </p:sp>
      <p:sp>
        <p:nvSpPr>
          <p:cNvPr id="25" name="사각형: 둥근 모서리 6">
            <a:extLst>
              <a:ext uri="{FF2B5EF4-FFF2-40B4-BE49-F238E27FC236}">
                <a16:creationId xmlns:a16="http://schemas.microsoft.com/office/drawing/2014/main" id="{9D82B714-7D65-208A-6CC5-BDDB4DFA9940}"/>
              </a:ext>
            </a:extLst>
          </p:cNvPr>
          <p:cNvSpPr/>
          <p:nvPr/>
        </p:nvSpPr>
        <p:spPr>
          <a:xfrm>
            <a:off x="6019616" y="1307673"/>
            <a:ext cx="1872208" cy="2534610"/>
          </a:xfrm>
          <a:prstGeom prst="roundRect">
            <a:avLst>
              <a:gd name="adj" fmla="val 4353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dirty="0"/>
              <a:t>Kafka Broker A</a:t>
            </a:r>
            <a:endParaRPr lang="ko-KR" altLang="en-US" sz="1000" dirty="0"/>
          </a:p>
        </p:txBody>
      </p:sp>
      <p:sp>
        <p:nvSpPr>
          <p:cNvPr id="26" name="사각형: 둥근 모서리 12">
            <a:extLst>
              <a:ext uri="{FF2B5EF4-FFF2-40B4-BE49-F238E27FC236}">
                <a16:creationId xmlns:a16="http://schemas.microsoft.com/office/drawing/2014/main" id="{4E7A7EF0-1CF5-19CC-875E-CC7940DCC44E}"/>
              </a:ext>
            </a:extLst>
          </p:cNvPr>
          <p:cNvSpPr/>
          <p:nvPr/>
        </p:nvSpPr>
        <p:spPr>
          <a:xfrm>
            <a:off x="6235639" y="2059325"/>
            <a:ext cx="1440160" cy="26894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Partition </a:t>
            </a:r>
            <a:r>
              <a:rPr lang="en-US" altLang="ko-KR" sz="1000" dirty="0"/>
              <a:t>0</a:t>
            </a:r>
            <a:endParaRPr lang="ko-KR" altLang="en-US" sz="1000" dirty="0"/>
          </a:p>
        </p:txBody>
      </p:sp>
      <p:sp>
        <p:nvSpPr>
          <p:cNvPr id="27" name="사각형: 둥근 모서리 12">
            <a:extLst>
              <a:ext uri="{FF2B5EF4-FFF2-40B4-BE49-F238E27FC236}">
                <a16:creationId xmlns:a16="http://schemas.microsoft.com/office/drawing/2014/main" id="{1F64F997-6190-9E79-5DFC-2FF91A9BA8A6}"/>
              </a:ext>
            </a:extLst>
          </p:cNvPr>
          <p:cNvSpPr/>
          <p:nvPr/>
        </p:nvSpPr>
        <p:spPr>
          <a:xfrm>
            <a:off x="6235639" y="2819260"/>
            <a:ext cx="1440160" cy="26894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Partition </a:t>
            </a:r>
            <a:r>
              <a:rPr lang="en-US" altLang="ko-KR" sz="1000" dirty="0"/>
              <a:t>0</a:t>
            </a:r>
            <a:endParaRPr lang="ko-KR" altLang="en-US" sz="1000" dirty="0"/>
          </a:p>
        </p:txBody>
      </p:sp>
      <p:sp>
        <p:nvSpPr>
          <p:cNvPr id="28" name="사각형: 둥근 모서리 70">
            <a:extLst>
              <a:ext uri="{FF2B5EF4-FFF2-40B4-BE49-F238E27FC236}">
                <a16:creationId xmlns:a16="http://schemas.microsoft.com/office/drawing/2014/main" id="{AA7C2AD7-8E94-466C-202A-E23DCE457CE5}"/>
              </a:ext>
            </a:extLst>
          </p:cNvPr>
          <p:cNvSpPr/>
          <p:nvPr/>
        </p:nvSpPr>
        <p:spPr>
          <a:xfrm>
            <a:off x="6132795" y="1764764"/>
            <a:ext cx="1645849" cy="631715"/>
          </a:xfrm>
          <a:prstGeom prst="roundRect">
            <a:avLst>
              <a:gd name="adj" fmla="val 10885"/>
            </a:avLst>
          </a:prstGeom>
          <a:noFill/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50" dirty="0"/>
              <a:t>Topic A</a:t>
            </a:r>
            <a:endParaRPr lang="ko-KR" altLang="en-US" sz="1050" dirty="0"/>
          </a:p>
        </p:txBody>
      </p:sp>
      <p:sp>
        <p:nvSpPr>
          <p:cNvPr id="29" name="사각형: 둥근 모서리 70">
            <a:extLst>
              <a:ext uri="{FF2B5EF4-FFF2-40B4-BE49-F238E27FC236}">
                <a16:creationId xmlns:a16="http://schemas.microsoft.com/office/drawing/2014/main" id="{A2B0BED5-4A7B-53F6-48D9-717F9E20EBFA}"/>
              </a:ext>
            </a:extLst>
          </p:cNvPr>
          <p:cNvSpPr/>
          <p:nvPr/>
        </p:nvSpPr>
        <p:spPr>
          <a:xfrm>
            <a:off x="6132795" y="2465241"/>
            <a:ext cx="1645849" cy="1104768"/>
          </a:xfrm>
          <a:prstGeom prst="roundRect">
            <a:avLst>
              <a:gd name="adj" fmla="val 7875"/>
            </a:avLst>
          </a:prstGeom>
          <a:noFill/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50" dirty="0"/>
              <a:t>Topic B</a:t>
            </a:r>
            <a:endParaRPr lang="ko-KR" altLang="en-US" sz="1050" dirty="0"/>
          </a:p>
        </p:txBody>
      </p:sp>
      <p:sp>
        <p:nvSpPr>
          <p:cNvPr id="30" name="사각형: 둥근 모서리 12">
            <a:extLst>
              <a:ext uri="{FF2B5EF4-FFF2-40B4-BE49-F238E27FC236}">
                <a16:creationId xmlns:a16="http://schemas.microsoft.com/office/drawing/2014/main" id="{D79B1CDF-72FB-DAAD-AA0D-347C8F2EBFA1}"/>
              </a:ext>
            </a:extLst>
          </p:cNvPr>
          <p:cNvSpPr/>
          <p:nvPr/>
        </p:nvSpPr>
        <p:spPr>
          <a:xfrm>
            <a:off x="6235639" y="3190556"/>
            <a:ext cx="1440160" cy="26894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Partition </a:t>
            </a:r>
            <a:r>
              <a:rPr lang="en-US" altLang="ko-KR" sz="1000" dirty="0"/>
              <a:t>3</a:t>
            </a:r>
            <a:endParaRPr lang="ko-KR" altLang="en-US" sz="1000" dirty="0"/>
          </a:p>
        </p:txBody>
      </p:sp>
      <p:cxnSp>
        <p:nvCxnSpPr>
          <p:cNvPr id="31" name="직선 화살표 연결선 96">
            <a:extLst>
              <a:ext uri="{FF2B5EF4-FFF2-40B4-BE49-F238E27FC236}">
                <a16:creationId xmlns:a16="http://schemas.microsoft.com/office/drawing/2014/main" id="{4377B713-AF8B-95CD-394B-01E649374F33}"/>
              </a:ext>
            </a:extLst>
          </p:cNvPr>
          <p:cNvCxnSpPr>
            <a:cxnSpLocks/>
            <a:stCxn id="57" idx="3"/>
          </p:cNvCxnSpPr>
          <p:nvPr/>
        </p:nvCxnSpPr>
        <p:spPr>
          <a:xfrm>
            <a:off x="1357666" y="1458283"/>
            <a:ext cx="4661950" cy="0"/>
          </a:xfrm>
          <a:prstGeom prst="straightConnector1">
            <a:avLst/>
          </a:prstGeom>
          <a:ln w="12700">
            <a:solidFill>
              <a:schemeClr val="tx2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직선 화살표 연결선 96">
            <a:extLst>
              <a:ext uri="{FF2B5EF4-FFF2-40B4-BE49-F238E27FC236}">
                <a16:creationId xmlns:a16="http://schemas.microsoft.com/office/drawing/2014/main" id="{7D381C1A-4635-05A0-8CE7-27C7DBB3CDF0}"/>
              </a:ext>
            </a:extLst>
          </p:cNvPr>
          <p:cNvCxnSpPr>
            <a:cxnSpLocks/>
            <a:stCxn id="122" idx="3"/>
          </p:cNvCxnSpPr>
          <p:nvPr/>
        </p:nvCxnSpPr>
        <p:spPr>
          <a:xfrm>
            <a:off x="1357666" y="3710969"/>
            <a:ext cx="4661950" cy="0"/>
          </a:xfrm>
          <a:prstGeom prst="straightConnector1">
            <a:avLst/>
          </a:prstGeom>
          <a:ln w="12700">
            <a:solidFill>
              <a:schemeClr val="tx2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" name="사각형: 둥근 모서리 6">
            <a:extLst>
              <a:ext uri="{FF2B5EF4-FFF2-40B4-BE49-F238E27FC236}">
                <a16:creationId xmlns:a16="http://schemas.microsoft.com/office/drawing/2014/main" id="{33468461-9C66-4EB8-2E22-845F21EDFFFB}"/>
              </a:ext>
            </a:extLst>
          </p:cNvPr>
          <p:cNvSpPr/>
          <p:nvPr/>
        </p:nvSpPr>
        <p:spPr>
          <a:xfrm>
            <a:off x="1683084" y="339502"/>
            <a:ext cx="1843418" cy="2206638"/>
          </a:xfrm>
          <a:prstGeom prst="roundRect">
            <a:avLst>
              <a:gd name="adj" fmla="val 6369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dirty="0"/>
              <a:t>Request C </a:t>
            </a:r>
            <a:r>
              <a:rPr lang="en-US" altLang="ko-KR" sz="1000" b="1" dirty="0"/>
              <a:t>PID=1 Epoch=1</a:t>
            </a:r>
            <a:endParaRPr lang="ko-KR" altLang="en-US" sz="1000" b="1" dirty="0"/>
          </a:p>
        </p:txBody>
      </p:sp>
      <p:sp>
        <p:nvSpPr>
          <p:cNvPr id="83" name="사각형: 둥근 모서리 6">
            <a:extLst>
              <a:ext uri="{FF2B5EF4-FFF2-40B4-BE49-F238E27FC236}">
                <a16:creationId xmlns:a16="http://schemas.microsoft.com/office/drawing/2014/main" id="{BB6DF3F2-AD2C-42C3-CC39-AFAAC0A78415}"/>
              </a:ext>
            </a:extLst>
          </p:cNvPr>
          <p:cNvSpPr/>
          <p:nvPr/>
        </p:nvSpPr>
        <p:spPr>
          <a:xfrm>
            <a:off x="1772185" y="696772"/>
            <a:ext cx="1665213" cy="661756"/>
          </a:xfrm>
          <a:prstGeom prst="roundRect">
            <a:avLst>
              <a:gd name="adj" fmla="val 9094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dirty="0"/>
              <a:t>Topic A</a:t>
            </a:r>
          </a:p>
          <a:p>
            <a:pPr algn="ctr"/>
            <a:endParaRPr lang="en-US" altLang="ko-KR" sz="1000" dirty="0"/>
          </a:p>
        </p:txBody>
      </p:sp>
      <p:sp>
        <p:nvSpPr>
          <p:cNvPr id="84" name="사각형: 둥근 모서리 6">
            <a:extLst>
              <a:ext uri="{FF2B5EF4-FFF2-40B4-BE49-F238E27FC236}">
                <a16:creationId xmlns:a16="http://schemas.microsoft.com/office/drawing/2014/main" id="{4332C36B-2903-4A3C-2A4B-D5FE208E12D5}"/>
              </a:ext>
            </a:extLst>
          </p:cNvPr>
          <p:cNvSpPr/>
          <p:nvPr/>
        </p:nvSpPr>
        <p:spPr>
          <a:xfrm>
            <a:off x="1871507" y="962189"/>
            <a:ext cx="1466564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Partition 0 Records</a:t>
            </a:r>
          </a:p>
          <a:p>
            <a:pPr algn="ctr"/>
            <a:r>
              <a:rPr lang="en-US" altLang="ko-KR" sz="900" b="1" dirty="0">
                <a:solidFill>
                  <a:schemeClr val="tx2"/>
                </a:solidFill>
              </a:rPr>
              <a:t>SEQ=113~106</a:t>
            </a:r>
          </a:p>
        </p:txBody>
      </p:sp>
      <p:sp>
        <p:nvSpPr>
          <p:cNvPr id="85" name="사각형: 둥근 모서리 6">
            <a:extLst>
              <a:ext uri="{FF2B5EF4-FFF2-40B4-BE49-F238E27FC236}">
                <a16:creationId xmlns:a16="http://schemas.microsoft.com/office/drawing/2014/main" id="{778DB065-99C4-C860-8069-F3F79CA7370D}"/>
              </a:ext>
            </a:extLst>
          </p:cNvPr>
          <p:cNvSpPr/>
          <p:nvPr/>
        </p:nvSpPr>
        <p:spPr>
          <a:xfrm>
            <a:off x="1778911" y="1449319"/>
            <a:ext cx="1665213" cy="1018553"/>
          </a:xfrm>
          <a:prstGeom prst="roundRect">
            <a:avLst>
              <a:gd name="adj" fmla="val 7267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dirty="0"/>
              <a:t>Topic B</a:t>
            </a:r>
          </a:p>
          <a:p>
            <a:pPr algn="ctr"/>
            <a:endParaRPr lang="en-US" altLang="ko-KR" sz="1000" dirty="0"/>
          </a:p>
        </p:txBody>
      </p:sp>
      <p:sp>
        <p:nvSpPr>
          <p:cNvPr id="86" name="사각형: 둥근 모서리 6">
            <a:extLst>
              <a:ext uri="{FF2B5EF4-FFF2-40B4-BE49-F238E27FC236}">
                <a16:creationId xmlns:a16="http://schemas.microsoft.com/office/drawing/2014/main" id="{861D0269-7666-433F-00AB-B04CE2044E6E}"/>
              </a:ext>
            </a:extLst>
          </p:cNvPr>
          <p:cNvSpPr/>
          <p:nvPr/>
        </p:nvSpPr>
        <p:spPr>
          <a:xfrm>
            <a:off x="1878233" y="1714738"/>
            <a:ext cx="1466564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Partition 0 Records</a:t>
            </a:r>
          </a:p>
          <a:p>
            <a:pPr algn="ctr"/>
            <a:r>
              <a:rPr lang="en-US" altLang="ko-KR" sz="900" b="1" dirty="0">
                <a:solidFill>
                  <a:schemeClr val="tx2"/>
                </a:solidFill>
              </a:rPr>
              <a:t>SEQ=215~208</a:t>
            </a:r>
            <a:endParaRPr lang="ko-KR" altLang="en-US" sz="900" b="1" dirty="0">
              <a:solidFill>
                <a:schemeClr val="tx2"/>
              </a:solidFill>
            </a:endParaRPr>
          </a:p>
        </p:txBody>
      </p:sp>
      <p:sp>
        <p:nvSpPr>
          <p:cNvPr id="87" name="사각형: 둥근 모서리 6">
            <a:extLst>
              <a:ext uri="{FF2B5EF4-FFF2-40B4-BE49-F238E27FC236}">
                <a16:creationId xmlns:a16="http://schemas.microsoft.com/office/drawing/2014/main" id="{8499D262-347C-961D-C5C5-5B6347ABB08D}"/>
              </a:ext>
            </a:extLst>
          </p:cNvPr>
          <p:cNvSpPr/>
          <p:nvPr/>
        </p:nvSpPr>
        <p:spPr>
          <a:xfrm>
            <a:off x="1878233" y="2086015"/>
            <a:ext cx="1466564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Partition 3 Records</a:t>
            </a:r>
          </a:p>
          <a:p>
            <a:pPr algn="ctr"/>
            <a:r>
              <a:rPr lang="en-US" altLang="ko-KR" sz="900" b="1" dirty="0">
                <a:solidFill>
                  <a:schemeClr val="tx2"/>
                </a:solidFill>
              </a:rPr>
              <a:t>SEQ=195~186</a:t>
            </a:r>
            <a:endParaRPr lang="ko-KR" altLang="en-US" sz="900" b="1" dirty="0">
              <a:solidFill>
                <a:schemeClr val="tx2"/>
              </a:solidFill>
            </a:endParaRPr>
          </a:p>
        </p:txBody>
      </p:sp>
      <p:sp>
        <p:nvSpPr>
          <p:cNvPr id="106" name="사각형: 둥근 모서리 6">
            <a:extLst>
              <a:ext uri="{FF2B5EF4-FFF2-40B4-BE49-F238E27FC236}">
                <a16:creationId xmlns:a16="http://schemas.microsoft.com/office/drawing/2014/main" id="{068D4B35-CB18-D724-7AA8-5ED81DBB9398}"/>
              </a:ext>
            </a:extLst>
          </p:cNvPr>
          <p:cNvSpPr/>
          <p:nvPr/>
        </p:nvSpPr>
        <p:spPr>
          <a:xfrm>
            <a:off x="3851920" y="339502"/>
            <a:ext cx="1843418" cy="2206638"/>
          </a:xfrm>
          <a:prstGeom prst="roundRect">
            <a:avLst>
              <a:gd name="adj" fmla="val 6369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dirty="0"/>
              <a:t>Request A </a:t>
            </a:r>
            <a:r>
              <a:rPr lang="en-US" altLang="ko-KR" sz="1000" b="1" dirty="0"/>
              <a:t>PID=1 Epoch=1 </a:t>
            </a:r>
            <a:endParaRPr lang="ko-KR" altLang="en-US" sz="1000" b="1" dirty="0"/>
          </a:p>
        </p:txBody>
      </p:sp>
      <p:sp>
        <p:nvSpPr>
          <p:cNvPr id="107" name="사각형: 둥근 모서리 6">
            <a:extLst>
              <a:ext uri="{FF2B5EF4-FFF2-40B4-BE49-F238E27FC236}">
                <a16:creationId xmlns:a16="http://schemas.microsoft.com/office/drawing/2014/main" id="{B3F16972-0A85-170B-0049-6FB65F194208}"/>
              </a:ext>
            </a:extLst>
          </p:cNvPr>
          <p:cNvSpPr/>
          <p:nvPr/>
        </p:nvSpPr>
        <p:spPr>
          <a:xfrm>
            <a:off x="3941021" y="696772"/>
            <a:ext cx="1665213" cy="661756"/>
          </a:xfrm>
          <a:prstGeom prst="roundRect">
            <a:avLst>
              <a:gd name="adj" fmla="val 9094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dirty="0"/>
              <a:t>Topic A</a:t>
            </a:r>
          </a:p>
          <a:p>
            <a:pPr algn="ctr"/>
            <a:endParaRPr lang="en-US" altLang="ko-KR" sz="1000" dirty="0"/>
          </a:p>
        </p:txBody>
      </p:sp>
      <p:sp>
        <p:nvSpPr>
          <p:cNvPr id="108" name="사각형: 둥근 모서리 6">
            <a:extLst>
              <a:ext uri="{FF2B5EF4-FFF2-40B4-BE49-F238E27FC236}">
                <a16:creationId xmlns:a16="http://schemas.microsoft.com/office/drawing/2014/main" id="{2947CFDB-A8C7-42A3-4AE0-CAC557A048E1}"/>
              </a:ext>
            </a:extLst>
          </p:cNvPr>
          <p:cNvSpPr/>
          <p:nvPr/>
        </p:nvSpPr>
        <p:spPr>
          <a:xfrm>
            <a:off x="4040343" y="962189"/>
            <a:ext cx="1466564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Partition 0 Records</a:t>
            </a:r>
          </a:p>
          <a:p>
            <a:pPr algn="ctr"/>
            <a:r>
              <a:rPr lang="en-US" altLang="ko-KR" sz="900" b="1" dirty="0">
                <a:solidFill>
                  <a:srgbClr val="C00000"/>
                </a:solidFill>
              </a:rPr>
              <a:t>SEQ=106~100</a:t>
            </a:r>
          </a:p>
        </p:txBody>
      </p:sp>
      <p:sp>
        <p:nvSpPr>
          <p:cNvPr id="109" name="사각형: 둥근 모서리 6">
            <a:extLst>
              <a:ext uri="{FF2B5EF4-FFF2-40B4-BE49-F238E27FC236}">
                <a16:creationId xmlns:a16="http://schemas.microsoft.com/office/drawing/2014/main" id="{6E8B0E36-A796-B00E-EFB6-E1292D63DD3C}"/>
              </a:ext>
            </a:extLst>
          </p:cNvPr>
          <p:cNvSpPr/>
          <p:nvPr/>
        </p:nvSpPr>
        <p:spPr>
          <a:xfrm>
            <a:off x="3947746" y="1449319"/>
            <a:ext cx="1665213" cy="1018553"/>
          </a:xfrm>
          <a:prstGeom prst="roundRect">
            <a:avLst>
              <a:gd name="adj" fmla="val 7267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dirty="0"/>
              <a:t>Topic B</a:t>
            </a:r>
          </a:p>
          <a:p>
            <a:pPr algn="ctr"/>
            <a:endParaRPr lang="en-US" altLang="ko-KR" sz="1000" dirty="0"/>
          </a:p>
        </p:txBody>
      </p:sp>
      <p:sp>
        <p:nvSpPr>
          <p:cNvPr id="110" name="사각형: 둥근 모서리 6">
            <a:extLst>
              <a:ext uri="{FF2B5EF4-FFF2-40B4-BE49-F238E27FC236}">
                <a16:creationId xmlns:a16="http://schemas.microsoft.com/office/drawing/2014/main" id="{D6552DF4-EC1B-3556-16FD-7255B1104B1A}"/>
              </a:ext>
            </a:extLst>
          </p:cNvPr>
          <p:cNvSpPr/>
          <p:nvPr/>
        </p:nvSpPr>
        <p:spPr>
          <a:xfrm>
            <a:off x="4047069" y="1714738"/>
            <a:ext cx="1466564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Partition 0 Records</a:t>
            </a:r>
          </a:p>
          <a:p>
            <a:pPr algn="ctr"/>
            <a:r>
              <a:rPr lang="en-US" altLang="ko-KR" sz="900" b="1" dirty="0">
                <a:solidFill>
                  <a:srgbClr val="C00000"/>
                </a:solidFill>
              </a:rPr>
              <a:t>SEQ=207~200</a:t>
            </a:r>
            <a:endParaRPr lang="ko-KR" altLang="en-US" sz="900" b="1" dirty="0">
              <a:solidFill>
                <a:srgbClr val="C00000"/>
              </a:solidFill>
            </a:endParaRPr>
          </a:p>
        </p:txBody>
      </p:sp>
      <p:sp>
        <p:nvSpPr>
          <p:cNvPr id="119" name="사각형: 둥근 모서리 6">
            <a:extLst>
              <a:ext uri="{FF2B5EF4-FFF2-40B4-BE49-F238E27FC236}">
                <a16:creationId xmlns:a16="http://schemas.microsoft.com/office/drawing/2014/main" id="{F71361DF-B0BA-0179-9001-A74800A07AA6}"/>
              </a:ext>
            </a:extLst>
          </p:cNvPr>
          <p:cNvSpPr/>
          <p:nvPr/>
        </p:nvSpPr>
        <p:spPr>
          <a:xfrm>
            <a:off x="4047069" y="2086015"/>
            <a:ext cx="1466564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Partition 3 Records</a:t>
            </a:r>
          </a:p>
          <a:p>
            <a:pPr algn="ctr"/>
            <a:r>
              <a:rPr lang="en-US" altLang="ko-KR" sz="900" b="1" dirty="0">
                <a:solidFill>
                  <a:srgbClr val="C00000"/>
                </a:solidFill>
              </a:rPr>
              <a:t>SEQ=185~180</a:t>
            </a:r>
            <a:endParaRPr lang="ko-KR" altLang="en-US" sz="900" b="1" dirty="0">
              <a:solidFill>
                <a:srgbClr val="C00000"/>
              </a:solidFill>
            </a:endParaRPr>
          </a:p>
        </p:txBody>
      </p:sp>
      <p:sp>
        <p:nvSpPr>
          <p:cNvPr id="123" name="사각형: 둥근 모서리 6">
            <a:extLst>
              <a:ext uri="{FF2B5EF4-FFF2-40B4-BE49-F238E27FC236}">
                <a16:creationId xmlns:a16="http://schemas.microsoft.com/office/drawing/2014/main" id="{32C5F7D8-3C44-CADF-5D04-195E56D12D5E}"/>
              </a:ext>
            </a:extLst>
          </p:cNvPr>
          <p:cNvSpPr/>
          <p:nvPr/>
        </p:nvSpPr>
        <p:spPr>
          <a:xfrm>
            <a:off x="2761538" y="2636931"/>
            <a:ext cx="1843418" cy="2206638"/>
          </a:xfrm>
          <a:prstGeom prst="roundRect">
            <a:avLst>
              <a:gd name="adj" fmla="val 6369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dirty="0"/>
              <a:t>Request B </a:t>
            </a:r>
            <a:r>
              <a:rPr lang="en-US" altLang="ko-KR" sz="1000" b="1" dirty="0"/>
              <a:t>PID=2 Epoch=3</a:t>
            </a:r>
            <a:endParaRPr lang="ko-KR" altLang="en-US" sz="1000" b="1" dirty="0"/>
          </a:p>
        </p:txBody>
      </p:sp>
      <p:sp>
        <p:nvSpPr>
          <p:cNvPr id="127" name="사각형: 둥근 모서리 6">
            <a:extLst>
              <a:ext uri="{FF2B5EF4-FFF2-40B4-BE49-F238E27FC236}">
                <a16:creationId xmlns:a16="http://schemas.microsoft.com/office/drawing/2014/main" id="{5E5A5266-D0BF-99A5-C92B-6081C5510B66}"/>
              </a:ext>
            </a:extLst>
          </p:cNvPr>
          <p:cNvSpPr/>
          <p:nvPr/>
        </p:nvSpPr>
        <p:spPr>
          <a:xfrm>
            <a:off x="2850639" y="2994201"/>
            <a:ext cx="1665213" cy="661756"/>
          </a:xfrm>
          <a:prstGeom prst="roundRect">
            <a:avLst>
              <a:gd name="adj" fmla="val 9094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dirty="0"/>
              <a:t>Topic A</a:t>
            </a:r>
          </a:p>
          <a:p>
            <a:pPr algn="ctr"/>
            <a:endParaRPr lang="en-US" altLang="ko-KR" sz="1000" dirty="0"/>
          </a:p>
        </p:txBody>
      </p:sp>
      <p:sp>
        <p:nvSpPr>
          <p:cNvPr id="128" name="사각형: 둥근 모서리 6">
            <a:extLst>
              <a:ext uri="{FF2B5EF4-FFF2-40B4-BE49-F238E27FC236}">
                <a16:creationId xmlns:a16="http://schemas.microsoft.com/office/drawing/2014/main" id="{FCF8E11E-A197-0413-4819-E9A735D68475}"/>
              </a:ext>
            </a:extLst>
          </p:cNvPr>
          <p:cNvSpPr/>
          <p:nvPr/>
        </p:nvSpPr>
        <p:spPr>
          <a:xfrm>
            <a:off x="2949961" y="3259618"/>
            <a:ext cx="1466564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Partition 0 Records</a:t>
            </a:r>
          </a:p>
          <a:p>
            <a:pPr algn="ctr"/>
            <a:r>
              <a:rPr lang="en-US" altLang="ko-KR" sz="900" b="1" dirty="0">
                <a:solidFill>
                  <a:schemeClr val="accent3">
                    <a:lumMod val="75000"/>
                  </a:schemeClr>
                </a:solidFill>
              </a:rPr>
              <a:t>SEQ=315~302</a:t>
            </a:r>
            <a:endParaRPr lang="ko-KR" altLang="en-US" sz="900" b="1" dirty="0">
              <a:solidFill>
                <a:schemeClr val="accent3">
                  <a:lumMod val="75000"/>
                </a:schemeClr>
              </a:solidFill>
            </a:endParaRPr>
          </a:p>
        </p:txBody>
      </p:sp>
      <p:sp>
        <p:nvSpPr>
          <p:cNvPr id="129" name="사각형: 둥근 모서리 6">
            <a:extLst>
              <a:ext uri="{FF2B5EF4-FFF2-40B4-BE49-F238E27FC236}">
                <a16:creationId xmlns:a16="http://schemas.microsoft.com/office/drawing/2014/main" id="{D6077058-AA90-61BF-C4C6-A50E9480C48F}"/>
              </a:ext>
            </a:extLst>
          </p:cNvPr>
          <p:cNvSpPr/>
          <p:nvPr/>
        </p:nvSpPr>
        <p:spPr>
          <a:xfrm>
            <a:off x="2857364" y="3746748"/>
            <a:ext cx="1665213" cy="1018553"/>
          </a:xfrm>
          <a:prstGeom prst="roundRect">
            <a:avLst>
              <a:gd name="adj" fmla="val 7267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dirty="0"/>
              <a:t>Topic B</a:t>
            </a:r>
          </a:p>
          <a:p>
            <a:pPr algn="ctr"/>
            <a:endParaRPr lang="en-US" altLang="ko-KR" sz="1000" dirty="0"/>
          </a:p>
        </p:txBody>
      </p:sp>
      <p:sp>
        <p:nvSpPr>
          <p:cNvPr id="133" name="사각형: 둥근 모서리 6">
            <a:extLst>
              <a:ext uri="{FF2B5EF4-FFF2-40B4-BE49-F238E27FC236}">
                <a16:creationId xmlns:a16="http://schemas.microsoft.com/office/drawing/2014/main" id="{C46556D9-FF49-7835-778C-61845A047FDE}"/>
              </a:ext>
            </a:extLst>
          </p:cNvPr>
          <p:cNvSpPr/>
          <p:nvPr/>
        </p:nvSpPr>
        <p:spPr>
          <a:xfrm>
            <a:off x="2956687" y="4012167"/>
            <a:ext cx="1466564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Partition 0 Records</a:t>
            </a:r>
          </a:p>
          <a:p>
            <a:pPr algn="ctr"/>
            <a:r>
              <a:rPr lang="en-US" altLang="ko-KR" sz="900" b="1" dirty="0">
                <a:solidFill>
                  <a:schemeClr val="accent3">
                    <a:lumMod val="75000"/>
                  </a:schemeClr>
                </a:solidFill>
              </a:rPr>
              <a:t>SEQ=524~520</a:t>
            </a:r>
            <a:endParaRPr lang="ko-KR" altLang="en-US" sz="900" b="1" dirty="0">
              <a:solidFill>
                <a:schemeClr val="accent3">
                  <a:lumMod val="75000"/>
                </a:schemeClr>
              </a:solidFill>
            </a:endParaRPr>
          </a:p>
        </p:txBody>
      </p:sp>
      <p:sp>
        <p:nvSpPr>
          <p:cNvPr id="134" name="사각형: 둥근 모서리 6">
            <a:extLst>
              <a:ext uri="{FF2B5EF4-FFF2-40B4-BE49-F238E27FC236}">
                <a16:creationId xmlns:a16="http://schemas.microsoft.com/office/drawing/2014/main" id="{89753E4D-B38F-E75C-CF22-7FDF10125747}"/>
              </a:ext>
            </a:extLst>
          </p:cNvPr>
          <p:cNvSpPr/>
          <p:nvPr/>
        </p:nvSpPr>
        <p:spPr>
          <a:xfrm>
            <a:off x="2956687" y="4383444"/>
            <a:ext cx="1466564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Partition 3 Records</a:t>
            </a:r>
          </a:p>
          <a:p>
            <a:pPr algn="ctr"/>
            <a:r>
              <a:rPr lang="en-US" altLang="ko-KR" sz="900" b="1" dirty="0">
                <a:solidFill>
                  <a:schemeClr val="accent3">
                    <a:lumMod val="75000"/>
                  </a:schemeClr>
                </a:solidFill>
              </a:rPr>
              <a:t>SEQ=480~474</a:t>
            </a:r>
            <a:endParaRPr lang="ko-KR" altLang="en-US" sz="900" b="1" dirty="0">
              <a:solidFill>
                <a:schemeClr val="accent3">
                  <a:lumMod val="75000"/>
                </a:schemeClr>
              </a:solidFill>
            </a:endParaRPr>
          </a:p>
        </p:txBody>
      </p:sp>
      <p:sp>
        <p:nvSpPr>
          <p:cNvPr id="5" name="사각형: 둥근 모서리 56">
            <a:extLst>
              <a:ext uri="{FF2B5EF4-FFF2-40B4-BE49-F238E27FC236}">
                <a16:creationId xmlns:a16="http://schemas.microsoft.com/office/drawing/2014/main" id="{4D660A13-48E7-7F09-FEEF-918C39E7AFF8}"/>
              </a:ext>
            </a:extLst>
          </p:cNvPr>
          <p:cNvSpPr/>
          <p:nvPr/>
        </p:nvSpPr>
        <p:spPr>
          <a:xfrm>
            <a:off x="6017406" y="98565"/>
            <a:ext cx="2720252" cy="1107796"/>
          </a:xfrm>
          <a:prstGeom prst="roundRect">
            <a:avLst>
              <a:gd name="adj" fmla="val 10825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PID=1 Epoch=1 SEQ</a:t>
            </a:r>
            <a:r>
              <a:rPr lang="ko-KR" altLang="en-US" sz="1000" b="1"/>
              <a:t> </a:t>
            </a:r>
            <a:r>
              <a:rPr lang="en-US" altLang="ko-KR" sz="1000" b="1"/>
              <a:t>State</a:t>
            </a:r>
            <a:endParaRPr lang="en-US" altLang="ko-KR" sz="1000" b="1" dirty="0"/>
          </a:p>
          <a:p>
            <a:r>
              <a:rPr lang="en-US" altLang="ko-KR" sz="1050" dirty="0"/>
              <a:t>Topic A, Partition 0 / </a:t>
            </a:r>
            <a:r>
              <a:rPr lang="en-US" altLang="ko-KR" sz="1050" b="1" dirty="0">
                <a:solidFill>
                  <a:schemeClr val="tx2"/>
                </a:solidFill>
              </a:rPr>
              <a:t>113~106</a:t>
            </a:r>
            <a:r>
              <a:rPr lang="en-US" altLang="ko-KR" sz="1050" dirty="0"/>
              <a:t>, </a:t>
            </a:r>
            <a:r>
              <a:rPr lang="en-US" altLang="ko-KR" sz="1050" b="1" dirty="0">
                <a:solidFill>
                  <a:srgbClr val="C00000"/>
                </a:solidFill>
              </a:rPr>
              <a:t>105~100</a:t>
            </a:r>
            <a:r>
              <a:rPr lang="en-US" altLang="ko-KR" sz="1050" dirty="0"/>
              <a:t>, 99~85, 84~78, 77~70</a:t>
            </a:r>
          </a:p>
          <a:p>
            <a:r>
              <a:rPr lang="en-US" altLang="ko-KR" sz="1050" dirty="0"/>
              <a:t>Topic B, Partition 0 / </a:t>
            </a:r>
            <a:r>
              <a:rPr lang="en-US" altLang="ko-KR" sz="1050" b="1" dirty="0">
                <a:solidFill>
                  <a:schemeClr val="tx2"/>
                </a:solidFill>
              </a:rPr>
              <a:t>215~208</a:t>
            </a:r>
            <a:r>
              <a:rPr lang="en-US" altLang="ko-KR" sz="1050" dirty="0"/>
              <a:t>, </a:t>
            </a:r>
            <a:r>
              <a:rPr lang="en-US" altLang="ko-KR" sz="1050" b="1" dirty="0">
                <a:solidFill>
                  <a:srgbClr val="C00000"/>
                </a:solidFill>
              </a:rPr>
              <a:t>207~200</a:t>
            </a:r>
            <a:r>
              <a:rPr lang="en-US" altLang="ko-KR" sz="1050" dirty="0"/>
              <a:t>, 199~190, 189~179, 178~170</a:t>
            </a:r>
          </a:p>
          <a:p>
            <a:r>
              <a:rPr lang="en-US" altLang="ko-KR" sz="1050" dirty="0"/>
              <a:t>Topic B, Partition 3 / </a:t>
            </a:r>
            <a:r>
              <a:rPr lang="en-US" altLang="ko-KR" sz="1050" b="1" dirty="0">
                <a:solidFill>
                  <a:schemeClr val="tx2"/>
                </a:solidFill>
              </a:rPr>
              <a:t>195~186</a:t>
            </a:r>
            <a:r>
              <a:rPr lang="en-US" altLang="ko-KR" sz="1050" dirty="0">
                <a:solidFill>
                  <a:schemeClr val="tx1"/>
                </a:solidFill>
              </a:rPr>
              <a:t>,</a:t>
            </a:r>
          </a:p>
          <a:p>
            <a:r>
              <a:rPr lang="en-US" altLang="ko-KR" sz="1050" b="1" dirty="0">
                <a:solidFill>
                  <a:srgbClr val="C00000"/>
                </a:solidFill>
              </a:rPr>
              <a:t>185~180</a:t>
            </a:r>
            <a:r>
              <a:rPr lang="en-US" altLang="ko-KR" sz="1050" dirty="0">
                <a:solidFill>
                  <a:schemeClr val="tx1"/>
                </a:solidFill>
              </a:rPr>
              <a:t>, 179~169, 168~161, 160~152</a:t>
            </a:r>
          </a:p>
        </p:txBody>
      </p:sp>
      <p:sp>
        <p:nvSpPr>
          <p:cNvPr id="6" name="사각형: 둥근 모서리 56">
            <a:extLst>
              <a:ext uri="{FF2B5EF4-FFF2-40B4-BE49-F238E27FC236}">
                <a16:creationId xmlns:a16="http://schemas.microsoft.com/office/drawing/2014/main" id="{A6777AFA-53BF-9595-434E-75418CBC6717}"/>
              </a:ext>
            </a:extLst>
          </p:cNvPr>
          <p:cNvSpPr/>
          <p:nvPr/>
        </p:nvSpPr>
        <p:spPr>
          <a:xfrm>
            <a:off x="6017406" y="3944061"/>
            <a:ext cx="2720252" cy="1107796"/>
          </a:xfrm>
          <a:prstGeom prst="roundRect">
            <a:avLst>
              <a:gd name="adj" fmla="val 10825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PID=1 Epoch=1 SEQ State</a:t>
            </a:r>
            <a:endParaRPr lang="en-US" altLang="ko-KR" sz="1000" b="1" dirty="0"/>
          </a:p>
          <a:p>
            <a:r>
              <a:rPr lang="en-US" altLang="ko-KR" sz="1050" dirty="0"/>
              <a:t>Topic A, Partition 0 / </a:t>
            </a:r>
            <a:r>
              <a:rPr lang="en-US" altLang="ko-KR" sz="1050" b="1" dirty="0">
                <a:solidFill>
                  <a:schemeClr val="accent3">
                    <a:lumMod val="75000"/>
                  </a:schemeClr>
                </a:solidFill>
              </a:rPr>
              <a:t>315~302</a:t>
            </a:r>
            <a:r>
              <a:rPr lang="en-US" altLang="ko-KR" sz="1050" dirty="0"/>
              <a:t>, </a:t>
            </a:r>
            <a:r>
              <a:rPr lang="en-US" altLang="ko-KR" sz="1050" dirty="0">
                <a:solidFill>
                  <a:schemeClr val="tx1"/>
                </a:solidFill>
              </a:rPr>
              <a:t>301~298, 297~290, 289~275, 274~270</a:t>
            </a:r>
          </a:p>
          <a:p>
            <a:r>
              <a:rPr lang="en-US" altLang="ko-KR" sz="1050" dirty="0"/>
              <a:t>Topic B, Partition 0 / </a:t>
            </a:r>
            <a:r>
              <a:rPr lang="en-US" altLang="ko-KR" sz="1050" b="1" dirty="0">
                <a:solidFill>
                  <a:schemeClr val="accent3">
                    <a:lumMod val="75000"/>
                  </a:schemeClr>
                </a:solidFill>
              </a:rPr>
              <a:t>524~502</a:t>
            </a:r>
            <a:r>
              <a:rPr lang="en-US" altLang="ko-KR" sz="1050" dirty="0"/>
              <a:t>, </a:t>
            </a:r>
            <a:r>
              <a:rPr lang="en-US" altLang="ko-KR" sz="1050" dirty="0">
                <a:solidFill>
                  <a:schemeClr val="tx1"/>
                </a:solidFill>
              </a:rPr>
              <a:t>501~493, 492~482, 481~472, 471~458</a:t>
            </a:r>
            <a:endParaRPr lang="en-US" altLang="ko-KR" sz="1050" dirty="0"/>
          </a:p>
          <a:p>
            <a:r>
              <a:rPr lang="en-US" altLang="ko-KR" sz="1050" dirty="0"/>
              <a:t>Topic B, Partition 3 / </a:t>
            </a:r>
            <a:r>
              <a:rPr lang="en-US" altLang="ko-KR" sz="1050" b="1" dirty="0">
                <a:solidFill>
                  <a:schemeClr val="accent3">
                    <a:lumMod val="75000"/>
                  </a:schemeClr>
                </a:solidFill>
              </a:rPr>
              <a:t>480~474</a:t>
            </a:r>
            <a:r>
              <a:rPr lang="en-US" altLang="ko-KR" sz="1050" dirty="0">
                <a:solidFill>
                  <a:schemeClr val="tx1"/>
                </a:solidFill>
              </a:rPr>
              <a:t>, 473~472,</a:t>
            </a:r>
            <a:r>
              <a:rPr lang="ko-KR" altLang="en-US" sz="1050" dirty="0">
                <a:solidFill>
                  <a:schemeClr val="tx1"/>
                </a:solidFill>
              </a:rPr>
              <a:t> </a:t>
            </a:r>
            <a:r>
              <a:rPr lang="en-US" altLang="ko-KR" sz="1050" dirty="0">
                <a:solidFill>
                  <a:schemeClr val="tx1"/>
                </a:solidFill>
              </a:rPr>
              <a:t>471~464, 463~454, 453~442</a:t>
            </a:r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78BEA487-DF97-8BB9-0209-F73AE9FA4BAC}"/>
              </a:ext>
            </a:extLst>
          </p:cNvPr>
          <p:cNvSpPr/>
          <p:nvPr/>
        </p:nvSpPr>
        <p:spPr>
          <a:xfrm>
            <a:off x="6132795" y="1379271"/>
            <a:ext cx="1440160" cy="26894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Partition </a:t>
            </a:r>
            <a:r>
              <a:rPr lang="en-US" altLang="ko-KR" sz="1000" dirty="0"/>
              <a:t>0</a:t>
            </a:r>
            <a:endParaRPr lang="ko-KR" altLang="en-US" sz="1000" dirty="0"/>
          </a:p>
        </p:txBody>
      </p:sp>
    </p:spTree>
    <p:extLst>
      <p:ext uri="{BB962C8B-B14F-4D97-AF65-F5344CB8AC3E}">
        <p14:creationId xmlns:p14="http://schemas.microsoft.com/office/powerpoint/2010/main" val="374440612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3B7B0F-BF68-07D3-4C3B-21FE8505A4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모서리가 둥근 직사각형 18">
            <a:extLst>
              <a:ext uri="{FF2B5EF4-FFF2-40B4-BE49-F238E27FC236}">
                <a16:creationId xmlns:a16="http://schemas.microsoft.com/office/drawing/2014/main" id="{F2ED092F-ACC2-2100-9293-543116AAA04A}"/>
              </a:ext>
            </a:extLst>
          </p:cNvPr>
          <p:cNvSpPr/>
          <p:nvPr/>
        </p:nvSpPr>
        <p:spPr>
          <a:xfrm>
            <a:off x="3427356" y="2268951"/>
            <a:ext cx="1828712" cy="1512169"/>
          </a:xfrm>
          <a:prstGeom prst="roundRect">
            <a:avLst>
              <a:gd name="adj" fmla="val 6644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r"/>
            <a:r>
              <a:rPr lang="en-US" altLang="ko-KR" sz="1000"/>
              <a:t>Kafka</a:t>
            </a:r>
          </a:p>
        </p:txBody>
      </p:sp>
      <p:pic>
        <p:nvPicPr>
          <p:cNvPr id="29" name="Picture 12" descr="kafka icon&quot; Icon - Download for free – Iconduck">
            <a:extLst>
              <a:ext uri="{FF2B5EF4-FFF2-40B4-BE49-F238E27FC236}">
                <a16:creationId xmlns:a16="http://schemas.microsoft.com/office/drawing/2014/main" id="{A08BF677-9AFB-B6A5-F1E6-1BC6B787274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91135" y="3401460"/>
            <a:ext cx="176967" cy="2851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0" name="모서리가 둥근 직사각형 18">
            <a:extLst>
              <a:ext uri="{FF2B5EF4-FFF2-40B4-BE49-F238E27FC236}">
                <a16:creationId xmlns:a16="http://schemas.microsoft.com/office/drawing/2014/main" id="{02D3FEE0-6F34-08B2-9CBC-DB5F0C08C865}"/>
              </a:ext>
            </a:extLst>
          </p:cNvPr>
          <p:cNvSpPr/>
          <p:nvPr/>
        </p:nvSpPr>
        <p:spPr>
          <a:xfrm>
            <a:off x="3528604" y="2368701"/>
            <a:ext cx="1626216" cy="418488"/>
          </a:xfrm>
          <a:prstGeom prst="roundRect">
            <a:avLst>
              <a:gd name="adj" fmla="val 20203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_schemas</a:t>
            </a:r>
          </a:p>
          <a:p>
            <a:pPr algn="ctr"/>
            <a:r>
              <a:rPr lang="en-US" altLang="ko-KR" sz="900"/>
              <a:t>Topic</a:t>
            </a:r>
          </a:p>
        </p:txBody>
      </p:sp>
      <p:sp>
        <p:nvSpPr>
          <p:cNvPr id="52" name="모서리가 둥근 직사각형 18">
            <a:extLst>
              <a:ext uri="{FF2B5EF4-FFF2-40B4-BE49-F238E27FC236}">
                <a16:creationId xmlns:a16="http://schemas.microsoft.com/office/drawing/2014/main" id="{AC17B257-0D98-5E5A-283F-E368FFA598C0}"/>
              </a:ext>
            </a:extLst>
          </p:cNvPr>
          <p:cNvSpPr/>
          <p:nvPr/>
        </p:nvSpPr>
        <p:spPr>
          <a:xfrm>
            <a:off x="3528604" y="2883223"/>
            <a:ext cx="1626217" cy="418488"/>
          </a:xfrm>
          <a:prstGeom prst="roundRect">
            <a:avLst>
              <a:gd name="adj" fmla="val 20203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message</a:t>
            </a:r>
          </a:p>
          <a:p>
            <a:pPr algn="ctr"/>
            <a:r>
              <a:rPr lang="en-US" altLang="ko-KR" sz="900"/>
              <a:t>Topic</a:t>
            </a:r>
          </a:p>
        </p:txBody>
      </p:sp>
      <p:sp>
        <p:nvSpPr>
          <p:cNvPr id="77" name="모서리가 둥근 직사각형 18">
            <a:extLst>
              <a:ext uri="{FF2B5EF4-FFF2-40B4-BE49-F238E27FC236}">
                <a16:creationId xmlns:a16="http://schemas.microsoft.com/office/drawing/2014/main" id="{16ED8D8A-CF09-476A-81B3-CC34FA1B48DE}"/>
              </a:ext>
            </a:extLst>
          </p:cNvPr>
          <p:cNvSpPr/>
          <p:nvPr/>
        </p:nvSpPr>
        <p:spPr>
          <a:xfrm>
            <a:off x="3635896" y="1059582"/>
            <a:ext cx="1411634" cy="776019"/>
          </a:xfrm>
          <a:prstGeom prst="roundRect">
            <a:avLst>
              <a:gd name="adj" fmla="val 15414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1000"/>
          </a:p>
          <a:p>
            <a:pPr algn="ctr"/>
            <a:endParaRPr lang="en-US" altLang="ko-KR" sz="1000"/>
          </a:p>
          <a:p>
            <a:pPr algn="ctr"/>
            <a:r>
              <a:rPr lang="en-US" altLang="ko-KR" sz="1000"/>
              <a:t>Kafka Schema</a:t>
            </a:r>
          </a:p>
          <a:p>
            <a:pPr algn="ctr"/>
            <a:r>
              <a:rPr lang="en-US" altLang="ko-KR" sz="1000"/>
              <a:t>Registry</a:t>
            </a:r>
          </a:p>
        </p:txBody>
      </p:sp>
      <p:pic>
        <p:nvPicPr>
          <p:cNvPr id="79" name="Picture 12" descr="kafka icon&quot; Icon - Download for free – Iconduck">
            <a:extLst>
              <a:ext uri="{FF2B5EF4-FFF2-40B4-BE49-F238E27FC236}">
                <a16:creationId xmlns:a16="http://schemas.microsoft.com/office/drawing/2014/main" id="{4B39612B-28CA-E93B-49B2-92FF6003D3C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53229" y="1143416"/>
            <a:ext cx="176967" cy="2851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모서리가 둥근 직사각형 18">
            <a:extLst>
              <a:ext uri="{FF2B5EF4-FFF2-40B4-BE49-F238E27FC236}">
                <a16:creationId xmlns:a16="http://schemas.microsoft.com/office/drawing/2014/main" id="{BD17C77D-CCE7-28BB-77D8-AF1097A0ECB2}"/>
              </a:ext>
            </a:extLst>
          </p:cNvPr>
          <p:cNvSpPr/>
          <p:nvPr/>
        </p:nvSpPr>
        <p:spPr>
          <a:xfrm>
            <a:off x="1115616" y="2883223"/>
            <a:ext cx="1411645" cy="418488"/>
          </a:xfrm>
          <a:prstGeom prst="roundRect">
            <a:avLst>
              <a:gd name="adj" fmla="val 17911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Producer</a:t>
            </a:r>
          </a:p>
        </p:txBody>
      </p:sp>
      <p:sp>
        <p:nvSpPr>
          <p:cNvPr id="6" name="모서리가 둥근 직사각형 18">
            <a:extLst>
              <a:ext uri="{FF2B5EF4-FFF2-40B4-BE49-F238E27FC236}">
                <a16:creationId xmlns:a16="http://schemas.microsoft.com/office/drawing/2014/main" id="{7D44A04E-B3FE-D369-6684-CC7CCB9BADDA}"/>
              </a:ext>
            </a:extLst>
          </p:cNvPr>
          <p:cNvSpPr/>
          <p:nvPr/>
        </p:nvSpPr>
        <p:spPr>
          <a:xfrm>
            <a:off x="6156163" y="2883223"/>
            <a:ext cx="1411645" cy="418488"/>
          </a:xfrm>
          <a:prstGeom prst="roundRect">
            <a:avLst>
              <a:gd name="adj" fmla="val 17911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Consumer</a:t>
            </a:r>
          </a:p>
        </p:txBody>
      </p:sp>
      <p:cxnSp>
        <p:nvCxnSpPr>
          <p:cNvPr id="11" name="Elbow Connector 10">
            <a:extLst>
              <a:ext uri="{FF2B5EF4-FFF2-40B4-BE49-F238E27FC236}">
                <a16:creationId xmlns:a16="http://schemas.microsoft.com/office/drawing/2014/main" id="{4DE0D9F5-09CC-8B3E-EED4-39325E27E5B3}"/>
              </a:ext>
            </a:extLst>
          </p:cNvPr>
          <p:cNvCxnSpPr>
            <a:cxnSpLocks/>
            <a:stCxn id="2" idx="0"/>
            <a:endCxn id="77" idx="1"/>
          </p:cNvCxnSpPr>
          <p:nvPr/>
        </p:nvCxnSpPr>
        <p:spPr>
          <a:xfrm rot="5400000" flipH="1" flipV="1">
            <a:off x="2010852" y="1258180"/>
            <a:ext cx="1435631" cy="1814457"/>
          </a:xfrm>
          <a:prstGeom prst="bent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381C07A8-C38F-6D2B-0E6F-A966EB11A226}"/>
              </a:ext>
            </a:extLst>
          </p:cNvPr>
          <p:cNvCxnSpPr>
            <a:cxnSpLocks/>
            <a:stCxn id="2" idx="3"/>
            <a:endCxn id="52" idx="1"/>
          </p:cNvCxnSpPr>
          <p:nvPr/>
        </p:nvCxnSpPr>
        <p:spPr>
          <a:xfrm>
            <a:off x="2527261" y="3092467"/>
            <a:ext cx="1001343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63E93053-6467-9510-1E84-8A0238B3D19F}"/>
              </a:ext>
            </a:extLst>
          </p:cNvPr>
          <p:cNvCxnSpPr>
            <a:cxnSpLocks/>
            <a:stCxn id="6" idx="1"/>
            <a:endCxn id="52" idx="3"/>
          </p:cNvCxnSpPr>
          <p:nvPr/>
        </p:nvCxnSpPr>
        <p:spPr>
          <a:xfrm flipH="1">
            <a:off x="5154821" y="3092467"/>
            <a:ext cx="1001342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8CAB4796-A71C-4BA2-6E06-7D641AA95869}"/>
              </a:ext>
            </a:extLst>
          </p:cNvPr>
          <p:cNvCxnSpPr>
            <a:cxnSpLocks/>
            <a:stCxn id="77" idx="2"/>
            <a:endCxn id="30" idx="0"/>
          </p:cNvCxnSpPr>
          <p:nvPr/>
        </p:nvCxnSpPr>
        <p:spPr>
          <a:xfrm flipH="1">
            <a:off x="4341712" y="1835601"/>
            <a:ext cx="1" cy="533100"/>
          </a:xfrm>
          <a:prstGeom prst="straightConnector1">
            <a:avLst/>
          </a:prstGeom>
          <a:ln>
            <a:solidFill>
              <a:schemeClr val="accent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Elbow Connector 32">
            <a:extLst>
              <a:ext uri="{FF2B5EF4-FFF2-40B4-BE49-F238E27FC236}">
                <a16:creationId xmlns:a16="http://schemas.microsoft.com/office/drawing/2014/main" id="{E1A2E96D-C8D9-AF5D-6133-920A6EAE2F89}"/>
              </a:ext>
            </a:extLst>
          </p:cNvPr>
          <p:cNvCxnSpPr>
            <a:cxnSpLocks/>
            <a:stCxn id="6" idx="0"/>
            <a:endCxn id="77" idx="3"/>
          </p:cNvCxnSpPr>
          <p:nvPr/>
        </p:nvCxnSpPr>
        <p:spPr>
          <a:xfrm rot="16200000" flipV="1">
            <a:off x="5236943" y="1258180"/>
            <a:ext cx="1435631" cy="1814456"/>
          </a:xfrm>
          <a:prstGeom prst="bent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5480BA95-5F81-9C39-B87B-F489E4CE3D53}"/>
              </a:ext>
            </a:extLst>
          </p:cNvPr>
          <p:cNvCxnSpPr>
            <a:cxnSpLocks/>
            <a:endCxn id="77" idx="0"/>
          </p:cNvCxnSpPr>
          <p:nvPr/>
        </p:nvCxnSpPr>
        <p:spPr>
          <a:xfrm>
            <a:off x="4341713" y="724928"/>
            <a:ext cx="0" cy="334654"/>
          </a:xfrm>
          <a:prstGeom prst="straightConnector1">
            <a:avLst/>
          </a:prstGeom>
          <a:ln>
            <a:solidFill>
              <a:schemeClr val="accent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201AEF36-A98E-A5F4-9A7F-4C1BCAC37FB7}"/>
              </a:ext>
            </a:extLst>
          </p:cNvPr>
          <p:cNvCxnSpPr>
            <a:cxnSpLocks/>
            <a:endCxn id="45" idx="1"/>
          </p:cNvCxnSpPr>
          <p:nvPr/>
        </p:nvCxnSpPr>
        <p:spPr>
          <a:xfrm>
            <a:off x="1115616" y="933837"/>
            <a:ext cx="360039" cy="0"/>
          </a:xfrm>
          <a:prstGeom prst="straightConnector1">
            <a:avLst/>
          </a:prstGeom>
          <a:ln>
            <a:solidFill>
              <a:schemeClr val="accent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모서리가 둥근 직사각형 18">
            <a:extLst>
              <a:ext uri="{FF2B5EF4-FFF2-40B4-BE49-F238E27FC236}">
                <a16:creationId xmlns:a16="http://schemas.microsoft.com/office/drawing/2014/main" id="{5AE314BA-8CFF-6464-4663-C646D6607C79}"/>
              </a:ext>
            </a:extLst>
          </p:cNvPr>
          <p:cNvSpPr/>
          <p:nvPr/>
        </p:nvSpPr>
        <p:spPr>
          <a:xfrm>
            <a:off x="1475655" y="786723"/>
            <a:ext cx="1411645" cy="294228"/>
          </a:xfrm>
          <a:prstGeom prst="roundRect">
            <a:avLst>
              <a:gd name="adj" fmla="val 17911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000"/>
              <a:t>Register Schema</a:t>
            </a:r>
          </a:p>
        </p:txBody>
      </p: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3C581939-DE4D-F59C-B652-FC198E10277C}"/>
              </a:ext>
            </a:extLst>
          </p:cNvPr>
          <p:cNvCxnSpPr>
            <a:cxnSpLocks/>
            <a:endCxn id="54" idx="1"/>
          </p:cNvCxnSpPr>
          <p:nvPr/>
        </p:nvCxnSpPr>
        <p:spPr>
          <a:xfrm>
            <a:off x="1114740" y="1185573"/>
            <a:ext cx="360039" cy="0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모서리가 둥근 직사각형 18">
            <a:extLst>
              <a:ext uri="{FF2B5EF4-FFF2-40B4-BE49-F238E27FC236}">
                <a16:creationId xmlns:a16="http://schemas.microsoft.com/office/drawing/2014/main" id="{90692C20-B2C0-66DC-A6EB-82AFC2737B56}"/>
              </a:ext>
            </a:extLst>
          </p:cNvPr>
          <p:cNvSpPr/>
          <p:nvPr/>
        </p:nvSpPr>
        <p:spPr>
          <a:xfrm>
            <a:off x="1474779" y="1038459"/>
            <a:ext cx="1411645" cy="294228"/>
          </a:xfrm>
          <a:prstGeom prst="roundRect">
            <a:avLst>
              <a:gd name="adj" fmla="val 17911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000"/>
              <a:t>Pub/Sub Messages</a:t>
            </a:r>
          </a:p>
        </p:txBody>
      </p:sp>
      <p:sp>
        <p:nvSpPr>
          <p:cNvPr id="62" name="Oval 61">
            <a:extLst>
              <a:ext uri="{FF2B5EF4-FFF2-40B4-BE49-F238E27FC236}">
                <a16:creationId xmlns:a16="http://schemas.microsoft.com/office/drawing/2014/main" id="{63741B50-8902-7461-5A09-2F2F81056B04}"/>
              </a:ext>
            </a:extLst>
          </p:cNvPr>
          <p:cNvSpPr/>
          <p:nvPr/>
        </p:nvSpPr>
        <p:spPr>
          <a:xfrm>
            <a:off x="4233700" y="724928"/>
            <a:ext cx="216024" cy="216024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>
                <a:solidFill>
                  <a:schemeClr val="accent1"/>
                </a:solidFill>
              </a:rPr>
              <a:t>1</a:t>
            </a:r>
            <a:endParaRPr lang="en-KR" sz="1000">
              <a:solidFill>
                <a:schemeClr val="accent1"/>
              </a:solidFill>
            </a:endParaRPr>
          </a:p>
        </p:txBody>
      </p:sp>
      <p:sp>
        <p:nvSpPr>
          <p:cNvPr id="63" name="모서리가 둥근 직사각형 18">
            <a:extLst>
              <a:ext uri="{FF2B5EF4-FFF2-40B4-BE49-F238E27FC236}">
                <a16:creationId xmlns:a16="http://schemas.microsoft.com/office/drawing/2014/main" id="{7816A207-43EF-F2F3-C9FE-0572C62A1987}"/>
              </a:ext>
            </a:extLst>
          </p:cNvPr>
          <p:cNvSpPr/>
          <p:nvPr/>
        </p:nvSpPr>
        <p:spPr>
          <a:xfrm>
            <a:off x="4341712" y="685826"/>
            <a:ext cx="1237040" cy="294228"/>
          </a:xfrm>
          <a:prstGeom prst="roundRect">
            <a:avLst>
              <a:gd name="adj" fmla="val 17911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i="1">
                <a:solidFill>
                  <a:schemeClr val="accent1"/>
                </a:solidFill>
              </a:rPr>
              <a:t>Register schema</a:t>
            </a:r>
          </a:p>
        </p:txBody>
      </p:sp>
      <p:sp>
        <p:nvSpPr>
          <p:cNvPr id="64" name="Oval 63">
            <a:extLst>
              <a:ext uri="{FF2B5EF4-FFF2-40B4-BE49-F238E27FC236}">
                <a16:creationId xmlns:a16="http://schemas.microsoft.com/office/drawing/2014/main" id="{12E9C49E-6607-A510-F4AA-12EFFDE3112A}"/>
              </a:ext>
            </a:extLst>
          </p:cNvPr>
          <p:cNvSpPr/>
          <p:nvPr/>
        </p:nvSpPr>
        <p:spPr>
          <a:xfrm>
            <a:off x="4233700" y="1943471"/>
            <a:ext cx="216024" cy="216024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>
                <a:solidFill>
                  <a:schemeClr val="accent1"/>
                </a:solidFill>
              </a:rPr>
              <a:t>2</a:t>
            </a:r>
            <a:endParaRPr lang="en-KR" sz="1000">
              <a:solidFill>
                <a:schemeClr val="accent1"/>
              </a:solidFill>
            </a:endParaRPr>
          </a:p>
        </p:txBody>
      </p:sp>
      <p:sp>
        <p:nvSpPr>
          <p:cNvPr id="65" name="모서리가 둥근 직사각형 18">
            <a:extLst>
              <a:ext uri="{FF2B5EF4-FFF2-40B4-BE49-F238E27FC236}">
                <a16:creationId xmlns:a16="http://schemas.microsoft.com/office/drawing/2014/main" id="{DB6378C3-E800-12B1-C286-52876428B1D9}"/>
              </a:ext>
            </a:extLst>
          </p:cNvPr>
          <p:cNvSpPr/>
          <p:nvPr/>
        </p:nvSpPr>
        <p:spPr>
          <a:xfrm>
            <a:off x="3923928" y="1904369"/>
            <a:ext cx="1893101" cy="294228"/>
          </a:xfrm>
          <a:prstGeom prst="roundRect">
            <a:avLst>
              <a:gd name="adj" fmla="val 17911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i="1">
                <a:solidFill>
                  <a:schemeClr val="accent1"/>
                </a:solidFill>
              </a:rPr>
              <a:t>Store schema</a:t>
            </a:r>
          </a:p>
        </p:txBody>
      </p:sp>
      <p:sp>
        <p:nvSpPr>
          <p:cNvPr id="66" name="Oval 65">
            <a:extLst>
              <a:ext uri="{FF2B5EF4-FFF2-40B4-BE49-F238E27FC236}">
                <a16:creationId xmlns:a16="http://schemas.microsoft.com/office/drawing/2014/main" id="{BF6F6AEA-83D5-BC76-465A-A79B02CA0167}"/>
              </a:ext>
            </a:extLst>
          </p:cNvPr>
          <p:cNvSpPr/>
          <p:nvPr/>
        </p:nvSpPr>
        <p:spPr>
          <a:xfrm>
            <a:off x="1713425" y="2519864"/>
            <a:ext cx="216024" cy="216024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>
                <a:solidFill>
                  <a:schemeClr val="tx1"/>
                </a:solidFill>
              </a:rPr>
              <a:t>1</a:t>
            </a:r>
            <a:endParaRPr lang="en-KR" sz="1000">
              <a:solidFill>
                <a:schemeClr val="tx1"/>
              </a:solidFill>
            </a:endParaRPr>
          </a:p>
        </p:txBody>
      </p:sp>
      <p:sp>
        <p:nvSpPr>
          <p:cNvPr id="67" name="모서리가 둥근 직사각형 18">
            <a:extLst>
              <a:ext uri="{FF2B5EF4-FFF2-40B4-BE49-F238E27FC236}">
                <a16:creationId xmlns:a16="http://schemas.microsoft.com/office/drawing/2014/main" id="{58217613-4F56-6449-69AC-AC6AACF85D4C}"/>
              </a:ext>
            </a:extLst>
          </p:cNvPr>
          <p:cNvSpPr/>
          <p:nvPr/>
        </p:nvSpPr>
        <p:spPr>
          <a:xfrm>
            <a:off x="1818056" y="2480762"/>
            <a:ext cx="1411645" cy="294228"/>
          </a:xfrm>
          <a:prstGeom prst="roundRect">
            <a:avLst>
              <a:gd name="adj" fmla="val 17911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i="1">
                <a:solidFill>
                  <a:schemeClr val="tx1"/>
                </a:solidFill>
              </a:rPr>
              <a:t>Get schema</a:t>
            </a:r>
            <a:br>
              <a:rPr lang="en-US" altLang="ko-KR" sz="1000" i="1">
                <a:solidFill>
                  <a:schemeClr val="tx1"/>
                </a:solidFill>
              </a:rPr>
            </a:br>
            <a:r>
              <a:rPr lang="en-US" altLang="ko-KR" sz="1000" i="1">
                <a:solidFill>
                  <a:schemeClr val="tx1"/>
                </a:solidFill>
              </a:rPr>
              <a:t>&amp; schema ID</a:t>
            </a:r>
          </a:p>
          <a:p>
            <a:pPr algn="ctr"/>
            <a:r>
              <a:rPr lang="en-US" altLang="ko-KR" sz="1000" i="1">
                <a:solidFill>
                  <a:schemeClr val="tx1"/>
                </a:solidFill>
              </a:rPr>
              <a:t>by name &amp; version</a:t>
            </a:r>
          </a:p>
        </p:txBody>
      </p:sp>
      <p:sp>
        <p:nvSpPr>
          <p:cNvPr id="68" name="Oval 67">
            <a:extLst>
              <a:ext uri="{FF2B5EF4-FFF2-40B4-BE49-F238E27FC236}">
                <a16:creationId xmlns:a16="http://schemas.microsoft.com/office/drawing/2014/main" id="{C5263329-1D09-6D02-AD2F-4F97BA784405}"/>
              </a:ext>
            </a:extLst>
          </p:cNvPr>
          <p:cNvSpPr/>
          <p:nvPr/>
        </p:nvSpPr>
        <p:spPr>
          <a:xfrm>
            <a:off x="2509514" y="2979517"/>
            <a:ext cx="216024" cy="216024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>
                <a:solidFill>
                  <a:schemeClr val="tx1"/>
                </a:solidFill>
              </a:rPr>
              <a:t>2</a:t>
            </a:r>
            <a:endParaRPr lang="en-KR" sz="1000">
              <a:solidFill>
                <a:schemeClr val="tx1"/>
              </a:solidFill>
            </a:endParaRPr>
          </a:p>
        </p:txBody>
      </p:sp>
      <p:sp>
        <p:nvSpPr>
          <p:cNvPr id="69" name="모서리가 둥근 직사각형 18">
            <a:extLst>
              <a:ext uri="{FF2B5EF4-FFF2-40B4-BE49-F238E27FC236}">
                <a16:creationId xmlns:a16="http://schemas.microsoft.com/office/drawing/2014/main" id="{C9998529-9BC3-CB2D-3DAA-0659528280E0}"/>
              </a:ext>
            </a:extLst>
          </p:cNvPr>
          <p:cNvSpPr/>
          <p:nvPr/>
        </p:nvSpPr>
        <p:spPr>
          <a:xfrm>
            <a:off x="1681422" y="3273301"/>
            <a:ext cx="1872208" cy="418481"/>
          </a:xfrm>
          <a:prstGeom prst="roundRect">
            <a:avLst>
              <a:gd name="adj" fmla="val 17911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i="1">
                <a:solidFill>
                  <a:schemeClr val="tx1"/>
                </a:solidFill>
              </a:rPr>
              <a:t>Serialized &amp; send message</a:t>
            </a:r>
          </a:p>
          <a:p>
            <a:pPr algn="ctr"/>
            <a:r>
              <a:rPr lang="en-US" altLang="ko-KR" sz="1000" i="1">
                <a:solidFill>
                  <a:schemeClr val="tx1"/>
                </a:solidFill>
              </a:rPr>
              <a:t>with schema ID</a:t>
            </a:r>
          </a:p>
        </p:txBody>
      </p:sp>
      <p:sp>
        <p:nvSpPr>
          <p:cNvPr id="71" name="Oval 70">
            <a:extLst>
              <a:ext uri="{FF2B5EF4-FFF2-40B4-BE49-F238E27FC236}">
                <a16:creationId xmlns:a16="http://schemas.microsoft.com/office/drawing/2014/main" id="{9569D087-D70C-FB02-1104-26A6083779B8}"/>
              </a:ext>
            </a:extLst>
          </p:cNvPr>
          <p:cNvSpPr/>
          <p:nvPr/>
        </p:nvSpPr>
        <p:spPr>
          <a:xfrm>
            <a:off x="6752032" y="2515543"/>
            <a:ext cx="216024" cy="216024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>
                <a:solidFill>
                  <a:schemeClr val="tx1"/>
                </a:solidFill>
              </a:rPr>
              <a:t>4</a:t>
            </a:r>
            <a:endParaRPr lang="en-KR" sz="1000">
              <a:solidFill>
                <a:schemeClr val="tx1"/>
              </a:solidFill>
            </a:endParaRPr>
          </a:p>
        </p:txBody>
      </p:sp>
      <p:sp>
        <p:nvSpPr>
          <p:cNvPr id="73" name="Oval 72">
            <a:extLst>
              <a:ext uri="{FF2B5EF4-FFF2-40B4-BE49-F238E27FC236}">
                <a16:creationId xmlns:a16="http://schemas.microsoft.com/office/drawing/2014/main" id="{94D693A9-BA0C-9492-B985-AFA2B553201E}"/>
              </a:ext>
            </a:extLst>
          </p:cNvPr>
          <p:cNvSpPr/>
          <p:nvPr/>
        </p:nvSpPr>
        <p:spPr>
          <a:xfrm>
            <a:off x="5961889" y="2979517"/>
            <a:ext cx="216024" cy="216024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>
                <a:solidFill>
                  <a:schemeClr val="tx1"/>
                </a:solidFill>
              </a:rPr>
              <a:t>3</a:t>
            </a:r>
            <a:endParaRPr lang="en-KR" sz="1000">
              <a:solidFill>
                <a:schemeClr val="tx1"/>
              </a:solidFill>
            </a:endParaRPr>
          </a:p>
        </p:txBody>
      </p:sp>
      <p:sp>
        <p:nvSpPr>
          <p:cNvPr id="75" name="모서리가 둥근 직사각형 18">
            <a:extLst>
              <a:ext uri="{FF2B5EF4-FFF2-40B4-BE49-F238E27FC236}">
                <a16:creationId xmlns:a16="http://schemas.microsoft.com/office/drawing/2014/main" id="{1F9EF69C-41EF-7B71-2901-2C8BD78B4C15}"/>
              </a:ext>
            </a:extLst>
          </p:cNvPr>
          <p:cNvSpPr/>
          <p:nvPr/>
        </p:nvSpPr>
        <p:spPr>
          <a:xfrm>
            <a:off x="5443721" y="2481379"/>
            <a:ext cx="1411645" cy="294228"/>
          </a:xfrm>
          <a:prstGeom prst="roundRect">
            <a:avLst>
              <a:gd name="adj" fmla="val 17911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i="1">
                <a:solidFill>
                  <a:schemeClr val="tx1"/>
                </a:solidFill>
              </a:rPr>
              <a:t>Get schema by ID</a:t>
            </a:r>
          </a:p>
        </p:txBody>
      </p:sp>
      <p:sp>
        <p:nvSpPr>
          <p:cNvPr id="76" name="모서리가 둥근 직사각형 18">
            <a:extLst>
              <a:ext uri="{FF2B5EF4-FFF2-40B4-BE49-F238E27FC236}">
                <a16:creationId xmlns:a16="http://schemas.microsoft.com/office/drawing/2014/main" id="{08AACADD-70D5-D936-4477-49F8DBB80C34}"/>
              </a:ext>
            </a:extLst>
          </p:cNvPr>
          <p:cNvSpPr/>
          <p:nvPr/>
        </p:nvSpPr>
        <p:spPr>
          <a:xfrm>
            <a:off x="5133797" y="3277647"/>
            <a:ext cx="1872208" cy="418481"/>
          </a:xfrm>
          <a:prstGeom prst="roundRect">
            <a:avLst>
              <a:gd name="adj" fmla="val 17911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i="1">
                <a:solidFill>
                  <a:schemeClr val="tx1"/>
                </a:solidFill>
              </a:rPr>
              <a:t>Get serialized messages </a:t>
            </a:r>
            <a:br>
              <a:rPr lang="en-US" altLang="ko-KR" sz="1000" i="1">
                <a:solidFill>
                  <a:schemeClr val="tx1"/>
                </a:solidFill>
              </a:rPr>
            </a:br>
            <a:r>
              <a:rPr lang="en-US" altLang="ko-KR" sz="1000" i="1">
                <a:solidFill>
                  <a:schemeClr val="tx1"/>
                </a:solidFill>
              </a:rPr>
              <a:t>&amp; schema ID</a:t>
            </a:r>
          </a:p>
        </p:txBody>
      </p:sp>
      <p:sp>
        <p:nvSpPr>
          <p:cNvPr id="78" name="Oval 77">
            <a:extLst>
              <a:ext uri="{FF2B5EF4-FFF2-40B4-BE49-F238E27FC236}">
                <a16:creationId xmlns:a16="http://schemas.microsoft.com/office/drawing/2014/main" id="{CCDA9F6E-A179-2120-1C55-7A4EAA0D7088}"/>
              </a:ext>
            </a:extLst>
          </p:cNvPr>
          <p:cNvSpPr/>
          <p:nvPr/>
        </p:nvSpPr>
        <p:spPr>
          <a:xfrm>
            <a:off x="7407175" y="3165289"/>
            <a:ext cx="216024" cy="216024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>
                <a:solidFill>
                  <a:schemeClr val="tx1"/>
                </a:solidFill>
              </a:rPr>
              <a:t>5</a:t>
            </a:r>
            <a:endParaRPr lang="en-KR" sz="1000">
              <a:solidFill>
                <a:schemeClr val="tx1"/>
              </a:solidFill>
            </a:endParaRPr>
          </a:p>
        </p:txBody>
      </p:sp>
      <p:sp>
        <p:nvSpPr>
          <p:cNvPr id="80" name="모서리가 둥근 직사각형 18">
            <a:extLst>
              <a:ext uri="{FF2B5EF4-FFF2-40B4-BE49-F238E27FC236}">
                <a16:creationId xmlns:a16="http://schemas.microsoft.com/office/drawing/2014/main" id="{B82C7360-C53D-7268-E337-33FB9C843B7A}"/>
              </a:ext>
            </a:extLst>
          </p:cNvPr>
          <p:cNvSpPr/>
          <p:nvPr/>
        </p:nvSpPr>
        <p:spPr>
          <a:xfrm>
            <a:off x="6579083" y="3350762"/>
            <a:ext cx="1872208" cy="418481"/>
          </a:xfrm>
          <a:prstGeom prst="roundRect">
            <a:avLst>
              <a:gd name="adj" fmla="val 17911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i="1">
                <a:solidFill>
                  <a:schemeClr val="tx1"/>
                </a:solidFill>
              </a:rPr>
              <a:t>Deserialized messages </a:t>
            </a:r>
          </a:p>
          <a:p>
            <a:pPr algn="ctr"/>
            <a:r>
              <a:rPr lang="en-US" altLang="ko-KR" sz="1000" i="1">
                <a:solidFill>
                  <a:schemeClr val="tx1"/>
                </a:solidFill>
              </a:rPr>
              <a:t>with schema</a:t>
            </a:r>
          </a:p>
        </p:txBody>
      </p:sp>
      <p:sp>
        <p:nvSpPr>
          <p:cNvPr id="83" name="Oval 82">
            <a:extLst>
              <a:ext uri="{FF2B5EF4-FFF2-40B4-BE49-F238E27FC236}">
                <a16:creationId xmlns:a16="http://schemas.microsoft.com/office/drawing/2014/main" id="{FB81F128-2883-6B98-6936-3DFB8C693503}"/>
              </a:ext>
            </a:extLst>
          </p:cNvPr>
          <p:cNvSpPr/>
          <p:nvPr/>
        </p:nvSpPr>
        <p:spPr>
          <a:xfrm>
            <a:off x="4917773" y="1669452"/>
            <a:ext cx="216024" cy="216024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chemeClr val="accent1"/>
                </a:solidFill>
              </a:rPr>
              <a:t>3</a:t>
            </a:r>
          </a:p>
        </p:txBody>
      </p:sp>
      <p:sp>
        <p:nvSpPr>
          <p:cNvPr id="84" name="모서리가 둥근 직사각형 18">
            <a:extLst>
              <a:ext uri="{FF2B5EF4-FFF2-40B4-BE49-F238E27FC236}">
                <a16:creationId xmlns:a16="http://schemas.microsoft.com/office/drawing/2014/main" id="{3EA10CA4-A879-9EFE-8096-25CB88090A8A}"/>
              </a:ext>
            </a:extLst>
          </p:cNvPr>
          <p:cNvSpPr/>
          <p:nvPr/>
        </p:nvSpPr>
        <p:spPr>
          <a:xfrm>
            <a:off x="4917773" y="1634994"/>
            <a:ext cx="1893101" cy="294228"/>
          </a:xfrm>
          <a:prstGeom prst="roundRect">
            <a:avLst>
              <a:gd name="adj" fmla="val 17911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i="1">
                <a:solidFill>
                  <a:schemeClr val="accent1"/>
                </a:solidFill>
              </a:rPr>
              <a:t>Caching stored schema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96155F22-F3A1-7453-C14E-A56D393257A8}"/>
              </a:ext>
            </a:extLst>
          </p:cNvPr>
          <p:cNvSpPr txBox="1"/>
          <p:nvPr/>
        </p:nvSpPr>
        <p:spPr>
          <a:xfrm>
            <a:off x="3610708" y="4349262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124663715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494487-4050-42AB-2DE1-A9F442CF64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모서리가 둥근 직사각형 18">
            <a:extLst>
              <a:ext uri="{FF2B5EF4-FFF2-40B4-BE49-F238E27FC236}">
                <a16:creationId xmlns:a16="http://schemas.microsoft.com/office/drawing/2014/main" id="{4FFF2E80-DD2D-D5EC-42E6-0802AFA5359A}"/>
              </a:ext>
            </a:extLst>
          </p:cNvPr>
          <p:cNvSpPr/>
          <p:nvPr/>
        </p:nvSpPr>
        <p:spPr>
          <a:xfrm>
            <a:off x="3427356" y="2268951"/>
            <a:ext cx="1828712" cy="1512169"/>
          </a:xfrm>
          <a:prstGeom prst="roundRect">
            <a:avLst>
              <a:gd name="adj" fmla="val 6644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r"/>
            <a:r>
              <a:rPr lang="en-US" altLang="ko-KR" sz="1000"/>
              <a:t>Kafka</a:t>
            </a:r>
          </a:p>
        </p:txBody>
      </p:sp>
      <p:pic>
        <p:nvPicPr>
          <p:cNvPr id="29" name="Picture 12" descr="kafka icon&quot; Icon - Download for free – Iconduck">
            <a:extLst>
              <a:ext uri="{FF2B5EF4-FFF2-40B4-BE49-F238E27FC236}">
                <a16:creationId xmlns:a16="http://schemas.microsoft.com/office/drawing/2014/main" id="{34D5A486-FCE0-5552-BA7D-9ABA487F60E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91135" y="3401460"/>
            <a:ext cx="176967" cy="2851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0" name="모서리가 둥근 직사각형 18">
            <a:extLst>
              <a:ext uri="{FF2B5EF4-FFF2-40B4-BE49-F238E27FC236}">
                <a16:creationId xmlns:a16="http://schemas.microsoft.com/office/drawing/2014/main" id="{47E7C4F5-9B2D-848B-6542-54F4E56BCF0B}"/>
              </a:ext>
            </a:extLst>
          </p:cNvPr>
          <p:cNvSpPr/>
          <p:nvPr/>
        </p:nvSpPr>
        <p:spPr>
          <a:xfrm>
            <a:off x="3528604" y="2368701"/>
            <a:ext cx="1626216" cy="418488"/>
          </a:xfrm>
          <a:prstGeom prst="roundRect">
            <a:avLst>
              <a:gd name="adj" fmla="val 20203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_schemas</a:t>
            </a:r>
          </a:p>
          <a:p>
            <a:pPr algn="ctr"/>
            <a:r>
              <a:rPr lang="en-US" altLang="ko-KR" sz="900"/>
              <a:t>Topic</a:t>
            </a:r>
          </a:p>
        </p:txBody>
      </p:sp>
      <p:sp>
        <p:nvSpPr>
          <p:cNvPr id="52" name="모서리가 둥근 직사각형 18">
            <a:extLst>
              <a:ext uri="{FF2B5EF4-FFF2-40B4-BE49-F238E27FC236}">
                <a16:creationId xmlns:a16="http://schemas.microsoft.com/office/drawing/2014/main" id="{184E15CD-D035-6CB8-9904-D5F9B97ECE00}"/>
              </a:ext>
            </a:extLst>
          </p:cNvPr>
          <p:cNvSpPr/>
          <p:nvPr/>
        </p:nvSpPr>
        <p:spPr>
          <a:xfrm>
            <a:off x="3528604" y="2883223"/>
            <a:ext cx="1626217" cy="418488"/>
          </a:xfrm>
          <a:prstGeom prst="roundRect">
            <a:avLst>
              <a:gd name="adj" fmla="val 20203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user-events</a:t>
            </a:r>
          </a:p>
          <a:p>
            <a:pPr algn="ctr"/>
            <a:r>
              <a:rPr lang="en-US" altLang="ko-KR" sz="900"/>
              <a:t>Topic</a:t>
            </a:r>
          </a:p>
        </p:txBody>
      </p:sp>
      <p:sp>
        <p:nvSpPr>
          <p:cNvPr id="77" name="모서리가 둥근 직사각형 18">
            <a:extLst>
              <a:ext uri="{FF2B5EF4-FFF2-40B4-BE49-F238E27FC236}">
                <a16:creationId xmlns:a16="http://schemas.microsoft.com/office/drawing/2014/main" id="{AD92DB93-553B-728E-C010-840E27856378}"/>
              </a:ext>
            </a:extLst>
          </p:cNvPr>
          <p:cNvSpPr/>
          <p:nvPr/>
        </p:nvSpPr>
        <p:spPr>
          <a:xfrm>
            <a:off x="3635896" y="1059582"/>
            <a:ext cx="1411634" cy="776019"/>
          </a:xfrm>
          <a:prstGeom prst="roundRect">
            <a:avLst>
              <a:gd name="adj" fmla="val 15414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1000"/>
          </a:p>
          <a:p>
            <a:pPr algn="ctr"/>
            <a:endParaRPr lang="en-US" altLang="ko-KR" sz="1000"/>
          </a:p>
          <a:p>
            <a:pPr algn="ctr"/>
            <a:r>
              <a:rPr lang="en-US" altLang="ko-KR" sz="1000"/>
              <a:t>Kafka Schema</a:t>
            </a:r>
          </a:p>
          <a:p>
            <a:pPr algn="ctr"/>
            <a:r>
              <a:rPr lang="en-US" altLang="ko-KR" sz="1000"/>
              <a:t>Registry</a:t>
            </a:r>
          </a:p>
        </p:txBody>
      </p:sp>
      <p:pic>
        <p:nvPicPr>
          <p:cNvPr id="79" name="Picture 12" descr="kafka icon&quot; Icon - Download for free – Iconduck">
            <a:extLst>
              <a:ext uri="{FF2B5EF4-FFF2-40B4-BE49-F238E27FC236}">
                <a16:creationId xmlns:a16="http://schemas.microsoft.com/office/drawing/2014/main" id="{50EE0B99-6F0E-05A6-D85F-1102974F6D9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53229" y="1143416"/>
            <a:ext cx="176967" cy="2851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모서리가 둥근 직사각형 18">
            <a:extLst>
              <a:ext uri="{FF2B5EF4-FFF2-40B4-BE49-F238E27FC236}">
                <a16:creationId xmlns:a16="http://schemas.microsoft.com/office/drawing/2014/main" id="{0EA42608-676E-5C74-4F91-5609FEAF8BA4}"/>
              </a:ext>
            </a:extLst>
          </p:cNvPr>
          <p:cNvSpPr/>
          <p:nvPr/>
        </p:nvSpPr>
        <p:spPr>
          <a:xfrm>
            <a:off x="1115616" y="2883223"/>
            <a:ext cx="1411645" cy="418488"/>
          </a:xfrm>
          <a:prstGeom prst="roundRect">
            <a:avLst>
              <a:gd name="adj" fmla="val 17911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Producer</a:t>
            </a:r>
          </a:p>
        </p:txBody>
      </p:sp>
      <p:sp>
        <p:nvSpPr>
          <p:cNvPr id="6" name="모서리가 둥근 직사각형 18">
            <a:extLst>
              <a:ext uri="{FF2B5EF4-FFF2-40B4-BE49-F238E27FC236}">
                <a16:creationId xmlns:a16="http://schemas.microsoft.com/office/drawing/2014/main" id="{5A486939-BDB2-BF60-22B4-26AE885D113F}"/>
              </a:ext>
            </a:extLst>
          </p:cNvPr>
          <p:cNvSpPr/>
          <p:nvPr/>
        </p:nvSpPr>
        <p:spPr>
          <a:xfrm>
            <a:off x="6156163" y="2883223"/>
            <a:ext cx="1411645" cy="418488"/>
          </a:xfrm>
          <a:prstGeom prst="roundRect">
            <a:avLst>
              <a:gd name="adj" fmla="val 17911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Consumer</a:t>
            </a:r>
          </a:p>
        </p:txBody>
      </p:sp>
      <p:cxnSp>
        <p:nvCxnSpPr>
          <p:cNvPr id="11" name="Elbow Connector 10">
            <a:extLst>
              <a:ext uri="{FF2B5EF4-FFF2-40B4-BE49-F238E27FC236}">
                <a16:creationId xmlns:a16="http://schemas.microsoft.com/office/drawing/2014/main" id="{3E1DFFA9-2E8E-F324-A60F-CD8591B0C698}"/>
              </a:ext>
            </a:extLst>
          </p:cNvPr>
          <p:cNvCxnSpPr>
            <a:cxnSpLocks/>
            <a:stCxn id="2" idx="0"/>
            <a:endCxn id="77" idx="1"/>
          </p:cNvCxnSpPr>
          <p:nvPr/>
        </p:nvCxnSpPr>
        <p:spPr>
          <a:xfrm rot="5400000" flipH="1" flipV="1">
            <a:off x="2010852" y="1258180"/>
            <a:ext cx="1435631" cy="1814457"/>
          </a:xfrm>
          <a:prstGeom prst="bent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C01B635B-CB25-A9A8-CADB-3F127DDBCD6B}"/>
              </a:ext>
            </a:extLst>
          </p:cNvPr>
          <p:cNvCxnSpPr>
            <a:cxnSpLocks/>
            <a:stCxn id="2" idx="3"/>
            <a:endCxn id="52" idx="1"/>
          </p:cNvCxnSpPr>
          <p:nvPr/>
        </p:nvCxnSpPr>
        <p:spPr>
          <a:xfrm>
            <a:off x="2527261" y="3092467"/>
            <a:ext cx="1001343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89D583F0-CC0B-2583-2974-60DD017B7200}"/>
              </a:ext>
            </a:extLst>
          </p:cNvPr>
          <p:cNvCxnSpPr>
            <a:cxnSpLocks/>
            <a:stCxn id="6" idx="1"/>
            <a:endCxn id="52" idx="3"/>
          </p:cNvCxnSpPr>
          <p:nvPr/>
        </p:nvCxnSpPr>
        <p:spPr>
          <a:xfrm flipH="1">
            <a:off x="5154821" y="3092467"/>
            <a:ext cx="1001342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AF96B05A-617C-BCB0-FBA4-347051D9B38C}"/>
              </a:ext>
            </a:extLst>
          </p:cNvPr>
          <p:cNvCxnSpPr>
            <a:cxnSpLocks/>
            <a:stCxn id="77" idx="2"/>
            <a:endCxn id="30" idx="0"/>
          </p:cNvCxnSpPr>
          <p:nvPr/>
        </p:nvCxnSpPr>
        <p:spPr>
          <a:xfrm flipH="1">
            <a:off x="4341712" y="1835601"/>
            <a:ext cx="1" cy="533100"/>
          </a:xfrm>
          <a:prstGeom prst="straightConnector1">
            <a:avLst/>
          </a:prstGeom>
          <a:ln>
            <a:solidFill>
              <a:schemeClr val="accent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Elbow Connector 32">
            <a:extLst>
              <a:ext uri="{FF2B5EF4-FFF2-40B4-BE49-F238E27FC236}">
                <a16:creationId xmlns:a16="http://schemas.microsoft.com/office/drawing/2014/main" id="{D6AA3729-342B-E6FA-B7D6-7C1EFCCDD5CA}"/>
              </a:ext>
            </a:extLst>
          </p:cNvPr>
          <p:cNvCxnSpPr>
            <a:cxnSpLocks/>
            <a:stCxn id="6" idx="0"/>
            <a:endCxn id="77" idx="3"/>
          </p:cNvCxnSpPr>
          <p:nvPr/>
        </p:nvCxnSpPr>
        <p:spPr>
          <a:xfrm rot="16200000" flipV="1">
            <a:off x="5236943" y="1258180"/>
            <a:ext cx="1435631" cy="1814456"/>
          </a:xfrm>
          <a:prstGeom prst="bent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D68E0631-393D-F1CA-6F4D-4EDF9622F3A7}"/>
              </a:ext>
            </a:extLst>
          </p:cNvPr>
          <p:cNvCxnSpPr>
            <a:cxnSpLocks/>
            <a:endCxn id="77" idx="0"/>
          </p:cNvCxnSpPr>
          <p:nvPr/>
        </p:nvCxnSpPr>
        <p:spPr>
          <a:xfrm>
            <a:off x="4341713" y="724928"/>
            <a:ext cx="0" cy="334654"/>
          </a:xfrm>
          <a:prstGeom prst="straightConnector1">
            <a:avLst/>
          </a:prstGeom>
          <a:ln>
            <a:solidFill>
              <a:schemeClr val="accent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0C9836AB-7C4D-96A0-88B8-1281EFDDB83F}"/>
              </a:ext>
            </a:extLst>
          </p:cNvPr>
          <p:cNvCxnSpPr>
            <a:cxnSpLocks/>
            <a:endCxn id="45" idx="1"/>
          </p:cNvCxnSpPr>
          <p:nvPr/>
        </p:nvCxnSpPr>
        <p:spPr>
          <a:xfrm>
            <a:off x="1115616" y="933837"/>
            <a:ext cx="360039" cy="0"/>
          </a:xfrm>
          <a:prstGeom prst="straightConnector1">
            <a:avLst/>
          </a:prstGeom>
          <a:ln>
            <a:solidFill>
              <a:schemeClr val="accent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모서리가 둥근 직사각형 18">
            <a:extLst>
              <a:ext uri="{FF2B5EF4-FFF2-40B4-BE49-F238E27FC236}">
                <a16:creationId xmlns:a16="http://schemas.microsoft.com/office/drawing/2014/main" id="{2B41B531-0F03-4695-8B21-28BBA245F150}"/>
              </a:ext>
            </a:extLst>
          </p:cNvPr>
          <p:cNvSpPr/>
          <p:nvPr/>
        </p:nvSpPr>
        <p:spPr>
          <a:xfrm>
            <a:off x="1475655" y="786723"/>
            <a:ext cx="1411645" cy="294228"/>
          </a:xfrm>
          <a:prstGeom prst="roundRect">
            <a:avLst>
              <a:gd name="adj" fmla="val 17911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000"/>
              <a:t>Register Schema</a:t>
            </a:r>
          </a:p>
        </p:txBody>
      </p: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FBF74004-30F4-621C-B66E-CA92A9D2B39A}"/>
              </a:ext>
            </a:extLst>
          </p:cNvPr>
          <p:cNvCxnSpPr>
            <a:cxnSpLocks/>
            <a:endCxn id="54" idx="1"/>
          </p:cNvCxnSpPr>
          <p:nvPr/>
        </p:nvCxnSpPr>
        <p:spPr>
          <a:xfrm>
            <a:off x="1114740" y="1233719"/>
            <a:ext cx="360039" cy="0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모서리가 둥근 직사각형 18">
            <a:extLst>
              <a:ext uri="{FF2B5EF4-FFF2-40B4-BE49-F238E27FC236}">
                <a16:creationId xmlns:a16="http://schemas.microsoft.com/office/drawing/2014/main" id="{8F45AFCF-7C7E-C104-C1D6-4C3650EF0728}"/>
              </a:ext>
            </a:extLst>
          </p:cNvPr>
          <p:cNvSpPr/>
          <p:nvPr/>
        </p:nvSpPr>
        <p:spPr>
          <a:xfrm>
            <a:off x="1474779" y="1086605"/>
            <a:ext cx="1411645" cy="294228"/>
          </a:xfrm>
          <a:prstGeom prst="roundRect">
            <a:avLst>
              <a:gd name="adj" fmla="val 17911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000"/>
              <a:t>Pub/Sub Messages</a:t>
            </a:r>
          </a:p>
        </p:txBody>
      </p:sp>
      <p:sp>
        <p:nvSpPr>
          <p:cNvPr id="62" name="Oval 61">
            <a:extLst>
              <a:ext uri="{FF2B5EF4-FFF2-40B4-BE49-F238E27FC236}">
                <a16:creationId xmlns:a16="http://schemas.microsoft.com/office/drawing/2014/main" id="{00B0B6C5-1238-A42E-E7EB-1A37444EC3B8}"/>
              </a:ext>
            </a:extLst>
          </p:cNvPr>
          <p:cNvSpPr/>
          <p:nvPr/>
        </p:nvSpPr>
        <p:spPr>
          <a:xfrm>
            <a:off x="4233700" y="724928"/>
            <a:ext cx="216024" cy="216024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>
                <a:solidFill>
                  <a:schemeClr val="accent1"/>
                </a:solidFill>
              </a:rPr>
              <a:t>1</a:t>
            </a:r>
            <a:endParaRPr lang="en-KR" sz="1000">
              <a:solidFill>
                <a:schemeClr val="accent1"/>
              </a:solidFill>
            </a:endParaRPr>
          </a:p>
        </p:txBody>
      </p:sp>
      <p:sp>
        <p:nvSpPr>
          <p:cNvPr id="63" name="모서리가 둥근 직사각형 18">
            <a:extLst>
              <a:ext uri="{FF2B5EF4-FFF2-40B4-BE49-F238E27FC236}">
                <a16:creationId xmlns:a16="http://schemas.microsoft.com/office/drawing/2014/main" id="{F55DC18E-241C-B0B3-9D65-10AFCC43CD53}"/>
              </a:ext>
            </a:extLst>
          </p:cNvPr>
          <p:cNvSpPr/>
          <p:nvPr/>
        </p:nvSpPr>
        <p:spPr>
          <a:xfrm>
            <a:off x="4341712" y="685826"/>
            <a:ext cx="1237040" cy="294228"/>
          </a:xfrm>
          <a:prstGeom prst="roundRect">
            <a:avLst>
              <a:gd name="adj" fmla="val 17911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i="1">
                <a:solidFill>
                  <a:schemeClr val="accent1"/>
                </a:solidFill>
              </a:rPr>
              <a:t>Register Schema</a:t>
            </a:r>
          </a:p>
        </p:txBody>
      </p:sp>
      <p:sp>
        <p:nvSpPr>
          <p:cNvPr id="64" name="Oval 63">
            <a:extLst>
              <a:ext uri="{FF2B5EF4-FFF2-40B4-BE49-F238E27FC236}">
                <a16:creationId xmlns:a16="http://schemas.microsoft.com/office/drawing/2014/main" id="{2180A70C-8081-F007-A501-3A9856B003FE}"/>
              </a:ext>
            </a:extLst>
          </p:cNvPr>
          <p:cNvSpPr/>
          <p:nvPr/>
        </p:nvSpPr>
        <p:spPr>
          <a:xfrm>
            <a:off x="4233700" y="1943471"/>
            <a:ext cx="216024" cy="216024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>
                <a:solidFill>
                  <a:schemeClr val="accent1"/>
                </a:solidFill>
              </a:rPr>
              <a:t>2</a:t>
            </a:r>
            <a:endParaRPr lang="en-KR" sz="1000">
              <a:solidFill>
                <a:schemeClr val="accent1"/>
              </a:solidFill>
            </a:endParaRPr>
          </a:p>
        </p:txBody>
      </p:sp>
      <p:sp>
        <p:nvSpPr>
          <p:cNvPr id="65" name="모서리가 둥근 직사각형 18">
            <a:extLst>
              <a:ext uri="{FF2B5EF4-FFF2-40B4-BE49-F238E27FC236}">
                <a16:creationId xmlns:a16="http://schemas.microsoft.com/office/drawing/2014/main" id="{AE62495D-10E5-324A-0A60-3CE40675F1F3}"/>
              </a:ext>
            </a:extLst>
          </p:cNvPr>
          <p:cNvSpPr/>
          <p:nvPr/>
        </p:nvSpPr>
        <p:spPr>
          <a:xfrm>
            <a:off x="4263061" y="1904369"/>
            <a:ext cx="1893101" cy="294228"/>
          </a:xfrm>
          <a:prstGeom prst="roundRect">
            <a:avLst>
              <a:gd name="adj" fmla="val 17911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i="1">
                <a:solidFill>
                  <a:schemeClr val="accent1"/>
                </a:solidFill>
              </a:rPr>
              <a:t>Store &amp;</a:t>
            </a:r>
            <a:r>
              <a:rPr lang="ko-KR" altLang="en-US" sz="1000" i="1">
                <a:solidFill>
                  <a:schemeClr val="accent1"/>
                </a:solidFill>
              </a:rPr>
              <a:t> </a:t>
            </a:r>
            <a:r>
              <a:rPr lang="en-US" altLang="ko-KR" sz="1000" i="1">
                <a:solidFill>
                  <a:schemeClr val="accent1"/>
                </a:solidFill>
              </a:rPr>
              <a:t>Caching Schema</a:t>
            </a:r>
          </a:p>
        </p:txBody>
      </p:sp>
      <p:sp>
        <p:nvSpPr>
          <p:cNvPr id="66" name="Oval 65">
            <a:extLst>
              <a:ext uri="{FF2B5EF4-FFF2-40B4-BE49-F238E27FC236}">
                <a16:creationId xmlns:a16="http://schemas.microsoft.com/office/drawing/2014/main" id="{8AB348A6-FAAD-54B8-2A17-EBB8280FBD1C}"/>
              </a:ext>
            </a:extLst>
          </p:cNvPr>
          <p:cNvSpPr/>
          <p:nvPr/>
        </p:nvSpPr>
        <p:spPr>
          <a:xfrm>
            <a:off x="1713425" y="2570906"/>
            <a:ext cx="216024" cy="216024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>
                <a:solidFill>
                  <a:schemeClr val="tx1"/>
                </a:solidFill>
              </a:rPr>
              <a:t>1</a:t>
            </a:r>
            <a:endParaRPr lang="en-KR" sz="1000">
              <a:solidFill>
                <a:schemeClr val="tx1"/>
              </a:solidFill>
            </a:endParaRPr>
          </a:p>
        </p:txBody>
      </p:sp>
      <p:sp>
        <p:nvSpPr>
          <p:cNvPr id="67" name="모서리가 둥근 직사각형 18">
            <a:extLst>
              <a:ext uri="{FF2B5EF4-FFF2-40B4-BE49-F238E27FC236}">
                <a16:creationId xmlns:a16="http://schemas.microsoft.com/office/drawing/2014/main" id="{70500521-0F97-CDB4-7E64-119AF493CC30}"/>
              </a:ext>
            </a:extLst>
          </p:cNvPr>
          <p:cNvSpPr/>
          <p:nvPr/>
        </p:nvSpPr>
        <p:spPr>
          <a:xfrm>
            <a:off x="1850077" y="2531804"/>
            <a:ext cx="1411645" cy="294228"/>
          </a:xfrm>
          <a:prstGeom prst="roundRect">
            <a:avLst>
              <a:gd name="adj" fmla="val 17911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i="1">
                <a:solidFill>
                  <a:schemeClr val="tx1"/>
                </a:solidFill>
              </a:rPr>
              <a:t>Get Schema ID</a:t>
            </a:r>
          </a:p>
          <a:p>
            <a:pPr algn="ctr"/>
            <a:r>
              <a:rPr lang="en-US" altLang="ko-KR" sz="1000" i="1">
                <a:solidFill>
                  <a:schemeClr val="tx1"/>
                </a:solidFill>
              </a:rPr>
              <a:t>by Name &amp; Version</a:t>
            </a:r>
          </a:p>
        </p:txBody>
      </p:sp>
      <p:sp>
        <p:nvSpPr>
          <p:cNvPr id="68" name="Oval 67">
            <a:extLst>
              <a:ext uri="{FF2B5EF4-FFF2-40B4-BE49-F238E27FC236}">
                <a16:creationId xmlns:a16="http://schemas.microsoft.com/office/drawing/2014/main" id="{DE8B2969-3CD5-69E2-8F7A-7E6B193FAD2A}"/>
              </a:ext>
            </a:extLst>
          </p:cNvPr>
          <p:cNvSpPr/>
          <p:nvPr/>
        </p:nvSpPr>
        <p:spPr>
          <a:xfrm>
            <a:off x="2509514" y="2979517"/>
            <a:ext cx="216024" cy="216024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>
                <a:solidFill>
                  <a:schemeClr val="tx1"/>
                </a:solidFill>
              </a:rPr>
              <a:t>3</a:t>
            </a:r>
            <a:endParaRPr lang="en-KR" sz="1000">
              <a:solidFill>
                <a:schemeClr val="tx1"/>
              </a:solidFill>
            </a:endParaRPr>
          </a:p>
        </p:txBody>
      </p:sp>
      <p:sp>
        <p:nvSpPr>
          <p:cNvPr id="69" name="모서리가 둥근 직사각형 18">
            <a:extLst>
              <a:ext uri="{FF2B5EF4-FFF2-40B4-BE49-F238E27FC236}">
                <a16:creationId xmlns:a16="http://schemas.microsoft.com/office/drawing/2014/main" id="{AF8563C3-87C1-9B7C-9659-D3FD8241E88D}"/>
              </a:ext>
            </a:extLst>
          </p:cNvPr>
          <p:cNvSpPr/>
          <p:nvPr/>
        </p:nvSpPr>
        <p:spPr>
          <a:xfrm>
            <a:off x="1681422" y="3273301"/>
            <a:ext cx="1872208" cy="418481"/>
          </a:xfrm>
          <a:prstGeom prst="roundRect">
            <a:avLst>
              <a:gd name="adj" fmla="val 17911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i="1">
                <a:solidFill>
                  <a:schemeClr val="tx1"/>
                </a:solidFill>
              </a:rPr>
              <a:t>Serialized &amp; Send Message</a:t>
            </a:r>
          </a:p>
          <a:p>
            <a:pPr algn="ctr"/>
            <a:r>
              <a:rPr lang="en-US" altLang="ko-KR" sz="1000" i="1">
                <a:solidFill>
                  <a:schemeClr val="tx1"/>
                </a:solidFill>
              </a:rPr>
              <a:t>with Schema ID</a:t>
            </a:r>
          </a:p>
        </p:txBody>
      </p:sp>
      <p:sp>
        <p:nvSpPr>
          <p:cNvPr id="71" name="Oval 70">
            <a:extLst>
              <a:ext uri="{FF2B5EF4-FFF2-40B4-BE49-F238E27FC236}">
                <a16:creationId xmlns:a16="http://schemas.microsoft.com/office/drawing/2014/main" id="{A096D47D-3D33-FFCA-238B-9D10CCC048EB}"/>
              </a:ext>
            </a:extLst>
          </p:cNvPr>
          <p:cNvSpPr/>
          <p:nvPr/>
        </p:nvSpPr>
        <p:spPr>
          <a:xfrm>
            <a:off x="6752032" y="2565968"/>
            <a:ext cx="216024" cy="216024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>
                <a:solidFill>
                  <a:schemeClr val="tx1"/>
                </a:solidFill>
              </a:rPr>
              <a:t>4</a:t>
            </a:r>
            <a:endParaRPr lang="en-KR" sz="1000">
              <a:solidFill>
                <a:schemeClr val="tx1"/>
              </a:solidFill>
            </a:endParaRPr>
          </a:p>
        </p:txBody>
      </p:sp>
      <p:sp>
        <p:nvSpPr>
          <p:cNvPr id="73" name="Oval 72">
            <a:extLst>
              <a:ext uri="{FF2B5EF4-FFF2-40B4-BE49-F238E27FC236}">
                <a16:creationId xmlns:a16="http://schemas.microsoft.com/office/drawing/2014/main" id="{4053DB77-C8F7-9A1F-E3FE-AE969851C9F7}"/>
              </a:ext>
            </a:extLst>
          </p:cNvPr>
          <p:cNvSpPr/>
          <p:nvPr/>
        </p:nvSpPr>
        <p:spPr>
          <a:xfrm>
            <a:off x="5961889" y="2979517"/>
            <a:ext cx="216024" cy="216024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>
                <a:solidFill>
                  <a:schemeClr val="tx1"/>
                </a:solidFill>
              </a:rPr>
              <a:t>3</a:t>
            </a:r>
            <a:endParaRPr lang="en-KR" sz="1000">
              <a:solidFill>
                <a:schemeClr val="tx1"/>
              </a:solidFill>
            </a:endParaRPr>
          </a:p>
        </p:txBody>
      </p:sp>
      <p:sp>
        <p:nvSpPr>
          <p:cNvPr id="75" name="모서리가 둥근 직사각형 18">
            <a:extLst>
              <a:ext uri="{FF2B5EF4-FFF2-40B4-BE49-F238E27FC236}">
                <a16:creationId xmlns:a16="http://schemas.microsoft.com/office/drawing/2014/main" id="{78689172-3AFD-BFE6-7019-1EC6EACA00A7}"/>
              </a:ext>
            </a:extLst>
          </p:cNvPr>
          <p:cNvSpPr/>
          <p:nvPr/>
        </p:nvSpPr>
        <p:spPr>
          <a:xfrm>
            <a:off x="5443721" y="2531804"/>
            <a:ext cx="1411645" cy="294228"/>
          </a:xfrm>
          <a:prstGeom prst="roundRect">
            <a:avLst>
              <a:gd name="adj" fmla="val 17911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i="1">
                <a:solidFill>
                  <a:schemeClr val="tx1"/>
                </a:solidFill>
              </a:rPr>
              <a:t>Get Schema by ID</a:t>
            </a:r>
          </a:p>
        </p:txBody>
      </p:sp>
      <p:sp>
        <p:nvSpPr>
          <p:cNvPr id="76" name="모서리가 둥근 직사각형 18">
            <a:extLst>
              <a:ext uri="{FF2B5EF4-FFF2-40B4-BE49-F238E27FC236}">
                <a16:creationId xmlns:a16="http://schemas.microsoft.com/office/drawing/2014/main" id="{49F7783C-7B4E-1E51-2957-3E20737431E6}"/>
              </a:ext>
            </a:extLst>
          </p:cNvPr>
          <p:cNvSpPr/>
          <p:nvPr/>
        </p:nvSpPr>
        <p:spPr>
          <a:xfrm>
            <a:off x="5133797" y="3277647"/>
            <a:ext cx="1872208" cy="418481"/>
          </a:xfrm>
          <a:prstGeom prst="roundRect">
            <a:avLst>
              <a:gd name="adj" fmla="val 17911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i="1">
                <a:solidFill>
                  <a:schemeClr val="tx1"/>
                </a:solidFill>
              </a:rPr>
              <a:t>Get Serialized Message &amp; Schema ID</a:t>
            </a:r>
          </a:p>
        </p:txBody>
      </p:sp>
      <p:sp>
        <p:nvSpPr>
          <p:cNvPr id="78" name="Oval 77">
            <a:extLst>
              <a:ext uri="{FF2B5EF4-FFF2-40B4-BE49-F238E27FC236}">
                <a16:creationId xmlns:a16="http://schemas.microsoft.com/office/drawing/2014/main" id="{C45D0F2A-0E97-5B2F-3670-DC731AA5677E}"/>
              </a:ext>
            </a:extLst>
          </p:cNvPr>
          <p:cNvSpPr/>
          <p:nvPr/>
        </p:nvSpPr>
        <p:spPr>
          <a:xfrm>
            <a:off x="7459796" y="2979517"/>
            <a:ext cx="216024" cy="216024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>
                <a:solidFill>
                  <a:schemeClr val="tx1"/>
                </a:solidFill>
              </a:rPr>
              <a:t>5</a:t>
            </a:r>
            <a:endParaRPr lang="en-KR" sz="1000">
              <a:solidFill>
                <a:schemeClr val="tx1"/>
              </a:solidFill>
            </a:endParaRPr>
          </a:p>
        </p:txBody>
      </p:sp>
      <p:sp>
        <p:nvSpPr>
          <p:cNvPr id="80" name="모서리가 둥근 직사각형 18">
            <a:extLst>
              <a:ext uri="{FF2B5EF4-FFF2-40B4-BE49-F238E27FC236}">
                <a16:creationId xmlns:a16="http://schemas.microsoft.com/office/drawing/2014/main" id="{CF02B3DC-518B-8FF8-164E-C4060AACE2EE}"/>
              </a:ext>
            </a:extLst>
          </p:cNvPr>
          <p:cNvSpPr/>
          <p:nvPr/>
        </p:nvSpPr>
        <p:spPr>
          <a:xfrm>
            <a:off x="6631704" y="3277647"/>
            <a:ext cx="1872208" cy="418481"/>
          </a:xfrm>
          <a:prstGeom prst="roundRect">
            <a:avLst>
              <a:gd name="adj" fmla="val 17911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i="1">
                <a:solidFill>
                  <a:schemeClr val="tx1"/>
                </a:solidFill>
              </a:rPr>
              <a:t>Deserialized Message </a:t>
            </a:r>
          </a:p>
          <a:p>
            <a:pPr algn="ctr"/>
            <a:r>
              <a:rPr lang="en-US" altLang="ko-KR" sz="1000" i="1">
                <a:solidFill>
                  <a:schemeClr val="tx1"/>
                </a:solidFill>
              </a:rPr>
              <a:t>with Schema</a:t>
            </a:r>
          </a:p>
        </p:txBody>
      </p:sp>
    </p:spTree>
    <p:extLst>
      <p:ext uri="{BB962C8B-B14F-4D97-AF65-F5344CB8AC3E}">
        <p14:creationId xmlns:p14="http://schemas.microsoft.com/office/powerpoint/2010/main" val="295235855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095541-9C69-0AEC-4210-98DF220AF1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모서리가 둥근 직사각형 18">
            <a:extLst>
              <a:ext uri="{FF2B5EF4-FFF2-40B4-BE49-F238E27FC236}">
                <a16:creationId xmlns:a16="http://schemas.microsoft.com/office/drawing/2014/main" id="{78649504-6592-F8F5-85B4-E56237289B30}"/>
              </a:ext>
            </a:extLst>
          </p:cNvPr>
          <p:cNvSpPr/>
          <p:nvPr/>
        </p:nvSpPr>
        <p:spPr>
          <a:xfrm>
            <a:off x="1187624" y="1852730"/>
            <a:ext cx="1656184" cy="2249945"/>
          </a:xfrm>
          <a:prstGeom prst="roundRect">
            <a:avLst>
              <a:gd name="adj" fmla="val 6644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r"/>
            <a:r>
              <a:rPr lang="en-US" altLang="ko-KR" sz="1000"/>
              <a:t>PostgreSQL</a:t>
            </a:r>
          </a:p>
        </p:txBody>
      </p:sp>
      <p:pic>
        <p:nvPicPr>
          <p:cNvPr id="4" name="Picture 34" descr="PostgreSQL&quot; Icon - Download for free – Iconduck">
            <a:extLst>
              <a:ext uri="{FF2B5EF4-FFF2-40B4-BE49-F238E27FC236}">
                <a16:creationId xmlns:a16="http://schemas.microsoft.com/office/drawing/2014/main" id="{29202823-75F0-840C-5CEB-4DE03402009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27686" y="3780344"/>
            <a:ext cx="278851" cy="2874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모서리가 둥근 직사각형 18">
            <a:extLst>
              <a:ext uri="{FF2B5EF4-FFF2-40B4-BE49-F238E27FC236}">
                <a16:creationId xmlns:a16="http://schemas.microsoft.com/office/drawing/2014/main" id="{0EAD2EE7-C6DF-5717-C7D7-F4EE2C6DFE65}"/>
              </a:ext>
            </a:extLst>
          </p:cNvPr>
          <p:cNvSpPr/>
          <p:nvPr/>
        </p:nvSpPr>
        <p:spPr>
          <a:xfrm>
            <a:off x="1311347" y="1924738"/>
            <a:ext cx="1411645" cy="810229"/>
          </a:xfrm>
          <a:prstGeom prst="roundRect">
            <a:avLst>
              <a:gd name="adj" fmla="val 11578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900" b="1"/>
              <a:t>kafka_connect_src</a:t>
            </a:r>
          </a:p>
          <a:p>
            <a:pPr algn="ctr"/>
            <a:r>
              <a:rPr lang="en-US" altLang="ko-KR" sz="900"/>
              <a:t>Database</a:t>
            </a:r>
          </a:p>
        </p:txBody>
      </p:sp>
      <p:sp>
        <p:nvSpPr>
          <p:cNvPr id="7" name="모서리가 둥근 직사각형 18">
            <a:extLst>
              <a:ext uri="{FF2B5EF4-FFF2-40B4-BE49-F238E27FC236}">
                <a16:creationId xmlns:a16="http://schemas.microsoft.com/office/drawing/2014/main" id="{2293BAA7-6702-01FA-CC0A-BBE1ACE880D3}"/>
              </a:ext>
            </a:extLst>
          </p:cNvPr>
          <p:cNvSpPr/>
          <p:nvPr/>
        </p:nvSpPr>
        <p:spPr>
          <a:xfrm>
            <a:off x="1309895" y="2852541"/>
            <a:ext cx="1411645" cy="810229"/>
          </a:xfrm>
          <a:prstGeom prst="roundRect">
            <a:avLst>
              <a:gd name="adj" fmla="val 11578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900" b="1"/>
              <a:t>kafka_connect_dst</a:t>
            </a:r>
          </a:p>
          <a:p>
            <a:pPr algn="ctr"/>
            <a:r>
              <a:rPr lang="en-US" altLang="ko-KR" sz="900"/>
              <a:t>Database</a:t>
            </a:r>
          </a:p>
        </p:txBody>
      </p:sp>
      <p:sp>
        <p:nvSpPr>
          <p:cNvPr id="8" name="모서리가 둥근 직사각형 18">
            <a:extLst>
              <a:ext uri="{FF2B5EF4-FFF2-40B4-BE49-F238E27FC236}">
                <a16:creationId xmlns:a16="http://schemas.microsoft.com/office/drawing/2014/main" id="{85F6F8B3-02B7-9BD5-45B3-16BA375B653C}"/>
              </a:ext>
            </a:extLst>
          </p:cNvPr>
          <p:cNvSpPr/>
          <p:nvPr/>
        </p:nvSpPr>
        <p:spPr>
          <a:xfrm>
            <a:off x="1592249" y="2011480"/>
            <a:ext cx="849839" cy="333175"/>
          </a:xfrm>
          <a:prstGeom prst="roundRect">
            <a:avLst>
              <a:gd name="adj" fmla="val 11578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User </a:t>
            </a:r>
            <a:r>
              <a:rPr lang="en-US" altLang="ko-KR" sz="900"/>
              <a:t>Table</a:t>
            </a:r>
          </a:p>
        </p:txBody>
      </p:sp>
      <p:sp>
        <p:nvSpPr>
          <p:cNvPr id="9" name="모서리가 둥근 직사각형 18">
            <a:extLst>
              <a:ext uri="{FF2B5EF4-FFF2-40B4-BE49-F238E27FC236}">
                <a16:creationId xmlns:a16="http://schemas.microsoft.com/office/drawing/2014/main" id="{6DFD520A-A0AB-7EC4-6C77-76E88F271AA1}"/>
              </a:ext>
            </a:extLst>
          </p:cNvPr>
          <p:cNvSpPr/>
          <p:nvPr/>
        </p:nvSpPr>
        <p:spPr>
          <a:xfrm>
            <a:off x="1590797" y="2939283"/>
            <a:ext cx="849839" cy="333175"/>
          </a:xfrm>
          <a:prstGeom prst="roundRect">
            <a:avLst>
              <a:gd name="adj" fmla="val 11578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User </a:t>
            </a:r>
            <a:r>
              <a:rPr lang="en-US" altLang="ko-KR" sz="900"/>
              <a:t>Table</a:t>
            </a:r>
          </a:p>
        </p:txBody>
      </p:sp>
      <p:sp>
        <p:nvSpPr>
          <p:cNvPr id="12" name="모서리가 둥근 직사각형 18">
            <a:extLst>
              <a:ext uri="{FF2B5EF4-FFF2-40B4-BE49-F238E27FC236}">
                <a16:creationId xmlns:a16="http://schemas.microsoft.com/office/drawing/2014/main" id="{F02193C2-B3D9-C077-2CDD-24E8580DE57E}"/>
              </a:ext>
            </a:extLst>
          </p:cNvPr>
          <p:cNvSpPr/>
          <p:nvPr/>
        </p:nvSpPr>
        <p:spPr>
          <a:xfrm>
            <a:off x="3635896" y="1851670"/>
            <a:ext cx="1656184" cy="2249945"/>
          </a:xfrm>
          <a:prstGeom prst="roundRect">
            <a:avLst>
              <a:gd name="adj" fmla="val 6644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r"/>
            <a:r>
              <a:rPr lang="en-US" altLang="ko-KR" sz="1000"/>
              <a:t>Kafka Connect</a:t>
            </a:r>
          </a:p>
        </p:txBody>
      </p:sp>
      <p:pic>
        <p:nvPicPr>
          <p:cNvPr id="25" name="Picture 12" descr="kafka icon&quot; Icon - Download for free – Iconduck">
            <a:extLst>
              <a:ext uri="{FF2B5EF4-FFF2-40B4-BE49-F238E27FC236}">
                <a16:creationId xmlns:a16="http://schemas.microsoft.com/office/drawing/2014/main" id="{F62BE1E2-2F91-7ECD-7F79-C9FDF98EE13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67944" y="3780344"/>
            <a:ext cx="176967" cy="2851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6" name="모서리가 둥근 직사각형 18">
            <a:extLst>
              <a:ext uri="{FF2B5EF4-FFF2-40B4-BE49-F238E27FC236}">
                <a16:creationId xmlns:a16="http://schemas.microsoft.com/office/drawing/2014/main" id="{A4431C5F-EE34-9168-EABF-53AC8E2A2089}"/>
              </a:ext>
            </a:extLst>
          </p:cNvPr>
          <p:cNvSpPr/>
          <p:nvPr/>
        </p:nvSpPr>
        <p:spPr>
          <a:xfrm>
            <a:off x="3758165" y="1924737"/>
            <a:ext cx="1411645" cy="810229"/>
          </a:xfrm>
          <a:prstGeom prst="roundRect">
            <a:avLst>
              <a:gd name="adj" fmla="val 11578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postgresql-src-connector</a:t>
            </a:r>
            <a:endParaRPr lang="en-US" altLang="ko-KR" sz="900"/>
          </a:p>
          <a:p>
            <a:pPr algn="ctr"/>
            <a:r>
              <a:rPr lang="en-US" altLang="ko-KR" sz="900"/>
              <a:t>Kafka Source</a:t>
            </a:r>
          </a:p>
          <a:p>
            <a:pPr algn="ctr"/>
            <a:r>
              <a:rPr lang="en-US" altLang="ko-KR" sz="900"/>
              <a:t>JDBC Connector</a:t>
            </a:r>
          </a:p>
        </p:txBody>
      </p:sp>
      <p:sp>
        <p:nvSpPr>
          <p:cNvPr id="27" name="모서리가 둥근 직사각형 18">
            <a:extLst>
              <a:ext uri="{FF2B5EF4-FFF2-40B4-BE49-F238E27FC236}">
                <a16:creationId xmlns:a16="http://schemas.microsoft.com/office/drawing/2014/main" id="{421B3EA0-AAED-1C00-DFF0-F9CE233BD40A}"/>
              </a:ext>
            </a:extLst>
          </p:cNvPr>
          <p:cNvSpPr/>
          <p:nvPr/>
        </p:nvSpPr>
        <p:spPr>
          <a:xfrm>
            <a:off x="3758165" y="2852541"/>
            <a:ext cx="1411645" cy="810229"/>
          </a:xfrm>
          <a:prstGeom prst="roundRect">
            <a:avLst>
              <a:gd name="adj" fmla="val 11578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postgresql-dst-connector</a:t>
            </a:r>
            <a:endParaRPr lang="en-US" altLang="ko-KR" sz="900"/>
          </a:p>
          <a:p>
            <a:pPr algn="ctr"/>
            <a:r>
              <a:rPr lang="en-US" altLang="ko-KR" sz="900"/>
              <a:t>Kafka Sink</a:t>
            </a:r>
          </a:p>
          <a:p>
            <a:pPr algn="ctr"/>
            <a:r>
              <a:rPr lang="en-US" altLang="ko-KR" sz="900"/>
              <a:t>JDBC Connector</a:t>
            </a:r>
          </a:p>
        </p:txBody>
      </p:sp>
      <p:sp>
        <p:nvSpPr>
          <p:cNvPr id="28" name="모서리가 둥근 직사각형 18">
            <a:extLst>
              <a:ext uri="{FF2B5EF4-FFF2-40B4-BE49-F238E27FC236}">
                <a16:creationId xmlns:a16="http://schemas.microsoft.com/office/drawing/2014/main" id="{D070C02F-E5E6-F00F-7C41-C7A606E08AB6}"/>
              </a:ext>
            </a:extLst>
          </p:cNvPr>
          <p:cNvSpPr/>
          <p:nvPr/>
        </p:nvSpPr>
        <p:spPr>
          <a:xfrm>
            <a:off x="6084168" y="1851669"/>
            <a:ext cx="1872208" cy="2520281"/>
          </a:xfrm>
          <a:prstGeom prst="roundRect">
            <a:avLst>
              <a:gd name="adj" fmla="val 6644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r"/>
            <a:r>
              <a:rPr lang="en-US" altLang="ko-KR" sz="1000"/>
              <a:t>Kafka</a:t>
            </a:r>
          </a:p>
        </p:txBody>
      </p:sp>
      <p:pic>
        <p:nvPicPr>
          <p:cNvPr id="29" name="Picture 12" descr="kafka icon&quot; Icon - Download for free – Iconduck">
            <a:extLst>
              <a:ext uri="{FF2B5EF4-FFF2-40B4-BE49-F238E27FC236}">
                <a16:creationId xmlns:a16="http://schemas.microsoft.com/office/drawing/2014/main" id="{8CD3CB9A-E2F2-CBA0-2E88-3AB7A7EFC98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39347" y="4011541"/>
            <a:ext cx="176967" cy="2851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0" name="모서리가 둥근 직사각형 18">
            <a:extLst>
              <a:ext uri="{FF2B5EF4-FFF2-40B4-BE49-F238E27FC236}">
                <a16:creationId xmlns:a16="http://schemas.microsoft.com/office/drawing/2014/main" id="{E5934A0D-B423-52B3-B25B-D262726A3E82}"/>
              </a:ext>
            </a:extLst>
          </p:cNvPr>
          <p:cNvSpPr/>
          <p:nvPr/>
        </p:nvSpPr>
        <p:spPr>
          <a:xfrm>
            <a:off x="6206437" y="1924737"/>
            <a:ext cx="1626216" cy="418488"/>
          </a:xfrm>
          <a:prstGeom prst="roundRect">
            <a:avLst>
              <a:gd name="adj" fmla="val 20203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postgresql-users</a:t>
            </a:r>
          </a:p>
          <a:p>
            <a:pPr algn="ctr"/>
            <a:r>
              <a:rPr lang="en-US" altLang="ko-KR" sz="900"/>
              <a:t>Topic</a:t>
            </a:r>
          </a:p>
        </p:txBody>
      </p:sp>
      <p:cxnSp>
        <p:nvCxnSpPr>
          <p:cNvPr id="35" name="Elbow Connector 34">
            <a:extLst>
              <a:ext uri="{FF2B5EF4-FFF2-40B4-BE49-F238E27FC236}">
                <a16:creationId xmlns:a16="http://schemas.microsoft.com/office/drawing/2014/main" id="{93F50397-BB5A-698A-B097-CA832A874E7B}"/>
              </a:ext>
            </a:extLst>
          </p:cNvPr>
          <p:cNvCxnSpPr>
            <a:cxnSpLocks/>
            <a:stCxn id="8" idx="3"/>
            <a:endCxn id="26" idx="1"/>
          </p:cNvCxnSpPr>
          <p:nvPr/>
        </p:nvCxnSpPr>
        <p:spPr>
          <a:xfrm>
            <a:off x="2442088" y="2178068"/>
            <a:ext cx="1316077" cy="151784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Elbow Connector 38">
            <a:extLst>
              <a:ext uri="{FF2B5EF4-FFF2-40B4-BE49-F238E27FC236}">
                <a16:creationId xmlns:a16="http://schemas.microsoft.com/office/drawing/2014/main" id="{1D5628CA-9BA0-1B1D-7EF3-15ADAAC95149}"/>
              </a:ext>
            </a:extLst>
          </p:cNvPr>
          <p:cNvCxnSpPr>
            <a:cxnSpLocks/>
            <a:stCxn id="26" idx="3"/>
            <a:endCxn id="30" idx="0"/>
          </p:cNvCxnSpPr>
          <p:nvPr/>
        </p:nvCxnSpPr>
        <p:spPr>
          <a:xfrm flipV="1">
            <a:off x="5169810" y="1924737"/>
            <a:ext cx="1849735" cy="405115"/>
          </a:xfrm>
          <a:prstGeom prst="bentConnector4">
            <a:avLst>
              <a:gd name="adj1" fmla="val 18575"/>
              <a:gd name="adj2" fmla="val 156428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Elbow Connector 41">
            <a:extLst>
              <a:ext uri="{FF2B5EF4-FFF2-40B4-BE49-F238E27FC236}">
                <a16:creationId xmlns:a16="http://schemas.microsoft.com/office/drawing/2014/main" id="{014FA48C-06EA-9225-57B7-171C48A61620}"/>
              </a:ext>
            </a:extLst>
          </p:cNvPr>
          <p:cNvCxnSpPr>
            <a:cxnSpLocks/>
            <a:stCxn id="30" idx="1"/>
            <a:endCxn id="27" idx="3"/>
          </p:cNvCxnSpPr>
          <p:nvPr/>
        </p:nvCxnSpPr>
        <p:spPr>
          <a:xfrm rot="10800000" flipV="1">
            <a:off x="5169811" y="2133980"/>
            <a:ext cx="1036627" cy="1123675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Elbow Connector 47">
            <a:extLst>
              <a:ext uri="{FF2B5EF4-FFF2-40B4-BE49-F238E27FC236}">
                <a16:creationId xmlns:a16="http://schemas.microsoft.com/office/drawing/2014/main" id="{AA30E194-B126-6C70-171B-2ECC730A7868}"/>
              </a:ext>
            </a:extLst>
          </p:cNvPr>
          <p:cNvCxnSpPr>
            <a:cxnSpLocks/>
            <a:stCxn id="27" idx="1"/>
            <a:endCxn id="9" idx="3"/>
          </p:cNvCxnSpPr>
          <p:nvPr/>
        </p:nvCxnSpPr>
        <p:spPr>
          <a:xfrm rot="10800000">
            <a:off x="2440637" y="3105872"/>
            <a:ext cx="1317529" cy="151785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모서리가 둥근 직사각형 18">
            <a:extLst>
              <a:ext uri="{FF2B5EF4-FFF2-40B4-BE49-F238E27FC236}">
                <a16:creationId xmlns:a16="http://schemas.microsoft.com/office/drawing/2014/main" id="{16787265-9FD4-3465-890C-2D52F851D5A4}"/>
              </a:ext>
            </a:extLst>
          </p:cNvPr>
          <p:cNvSpPr/>
          <p:nvPr/>
        </p:nvSpPr>
        <p:spPr>
          <a:xfrm>
            <a:off x="6206436" y="2439259"/>
            <a:ext cx="1626217" cy="418488"/>
          </a:xfrm>
          <a:prstGeom prst="roundRect">
            <a:avLst>
              <a:gd name="adj" fmla="val 20203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connect-cluster-configs</a:t>
            </a:r>
          </a:p>
          <a:p>
            <a:pPr algn="ctr"/>
            <a:r>
              <a:rPr lang="en-US" altLang="ko-KR" sz="900"/>
              <a:t>Topic</a:t>
            </a:r>
          </a:p>
        </p:txBody>
      </p:sp>
      <p:sp>
        <p:nvSpPr>
          <p:cNvPr id="55" name="모서리가 둥근 직사각형 18">
            <a:extLst>
              <a:ext uri="{FF2B5EF4-FFF2-40B4-BE49-F238E27FC236}">
                <a16:creationId xmlns:a16="http://schemas.microsoft.com/office/drawing/2014/main" id="{C6BD22C9-2A06-4FF8-EB98-A4BE9BFAE38D}"/>
              </a:ext>
            </a:extLst>
          </p:cNvPr>
          <p:cNvSpPr/>
          <p:nvPr/>
        </p:nvSpPr>
        <p:spPr>
          <a:xfrm>
            <a:off x="6212786" y="2953782"/>
            <a:ext cx="1626217" cy="418488"/>
          </a:xfrm>
          <a:prstGeom prst="roundRect">
            <a:avLst>
              <a:gd name="adj" fmla="val 20203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connect-cluster-offsets</a:t>
            </a:r>
          </a:p>
          <a:p>
            <a:pPr algn="ctr"/>
            <a:r>
              <a:rPr lang="en-US" altLang="ko-KR" sz="900"/>
              <a:t>Topic</a:t>
            </a:r>
          </a:p>
        </p:txBody>
      </p:sp>
      <p:sp>
        <p:nvSpPr>
          <p:cNvPr id="58" name="모서리가 둥근 직사각형 18">
            <a:extLst>
              <a:ext uri="{FF2B5EF4-FFF2-40B4-BE49-F238E27FC236}">
                <a16:creationId xmlns:a16="http://schemas.microsoft.com/office/drawing/2014/main" id="{6E538E9E-2D35-9B3D-5406-5F6EC73C373B}"/>
              </a:ext>
            </a:extLst>
          </p:cNvPr>
          <p:cNvSpPr/>
          <p:nvPr/>
        </p:nvSpPr>
        <p:spPr>
          <a:xfrm>
            <a:off x="6212786" y="3468304"/>
            <a:ext cx="1626217" cy="418488"/>
          </a:xfrm>
          <a:prstGeom prst="roundRect">
            <a:avLst>
              <a:gd name="adj" fmla="val 20203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connect-cluster-status</a:t>
            </a:r>
          </a:p>
          <a:p>
            <a:pPr algn="ctr"/>
            <a:r>
              <a:rPr lang="en-US" altLang="ko-KR" sz="900"/>
              <a:t>Topic</a:t>
            </a:r>
          </a:p>
        </p:txBody>
      </p:sp>
      <p:cxnSp>
        <p:nvCxnSpPr>
          <p:cNvPr id="70" name="Elbow Connector 69">
            <a:extLst>
              <a:ext uri="{FF2B5EF4-FFF2-40B4-BE49-F238E27FC236}">
                <a16:creationId xmlns:a16="http://schemas.microsoft.com/office/drawing/2014/main" id="{C114515B-263C-82CA-4AAB-B8EA48A213CE}"/>
              </a:ext>
            </a:extLst>
          </p:cNvPr>
          <p:cNvCxnSpPr>
            <a:cxnSpLocks/>
            <a:stCxn id="12" idx="2"/>
            <a:endCxn id="112" idx="2"/>
          </p:cNvCxnSpPr>
          <p:nvPr/>
        </p:nvCxnSpPr>
        <p:spPr>
          <a:xfrm rot="5400000" flipH="1" flipV="1">
            <a:off x="5662149" y="2744220"/>
            <a:ext cx="159233" cy="2555557"/>
          </a:xfrm>
          <a:prstGeom prst="bentConnector3">
            <a:avLst>
              <a:gd name="adj1" fmla="val -97764"/>
            </a:avLst>
          </a:prstGeom>
          <a:ln w="12700">
            <a:solidFill>
              <a:schemeClr val="accent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모서리가 둥근 직사각형 18">
            <a:extLst>
              <a:ext uri="{FF2B5EF4-FFF2-40B4-BE49-F238E27FC236}">
                <a16:creationId xmlns:a16="http://schemas.microsoft.com/office/drawing/2014/main" id="{895BBEF6-8A8B-5323-D5AF-944B56548B6E}"/>
              </a:ext>
            </a:extLst>
          </p:cNvPr>
          <p:cNvSpPr/>
          <p:nvPr/>
        </p:nvSpPr>
        <p:spPr>
          <a:xfrm>
            <a:off x="3758170" y="714309"/>
            <a:ext cx="1411634" cy="776019"/>
          </a:xfrm>
          <a:prstGeom prst="roundRect">
            <a:avLst>
              <a:gd name="adj" fmla="val 15414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1000"/>
          </a:p>
          <a:p>
            <a:pPr algn="ctr"/>
            <a:endParaRPr lang="en-US" altLang="ko-KR" sz="1000"/>
          </a:p>
          <a:p>
            <a:pPr algn="ctr"/>
            <a:r>
              <a:rPr lang="en-US" altLang="ko-KR" sz="1000"/>
              <a:t>Strimzi Cluster </a:t>
            </a:r>
          </a:p>
          <a:p>
            <a:pPr algn="ctr"/>
            <a:r>
              <a:rPr lang="en-US" altLang="ko-KR" sz="1000"/>
              <a:t>Operator</a:t>
            </a:r>
          </a:p>
        </p:txBody>
      </p:sp>
      <p:pic>
        <p:nvPicPr>
          <p:cNvPr id="79" name="Picture 12" descr="kafka icon&quot; Icon - Download for free – Iconduck">
            <a:extLst>
              <a:ext uri="{FF2B5EF4-FFF2-40B4-BE49-F238E27FC236}">
                <a16:creationId xmlns:a16="http://schemas.microsoft.com/office/drawing/2014/main" id="{F80E6D2B-2FBB-0012-F881-871D74B133E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75503" y="798143"/>
            <a:ext cx="176967" cy="2851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81" name="Elbow Connector 80">
            <a:extLst>
              <a:ext uri="{FF2B5EF4-FFF2-40B4-BE49-F238E27FC236}">
                <a16:creationId xmlns:a16="http://schemas.microsoft.com/office/drawing/2014/main" id="{38C75A43-F4C1-30E0-1E34-EE9F9984FCA7}"/>
              </a:ext>
            </a:extLst>
          </p:cNvPr>
          <p:cNvCxnSpPr>
            <a:cxnSpLocks/>
          </p:cNvCxnSpPr>
          <p:nvPr/>
        </p:nvCxnSpPr>
        <p:spPr>
          <a:xfrm rot="16200000" flipH="1">
            <a:off x="3765006" y="1671000"/>
            <a:ext cx="361342" cy="1"/>
          </a:xfrm>
          <a:prstGeom prst="bentConnector3">
            <a:avLst>
              <a:gd name="adj1" fmla="val 51613"/>
            </a:avLst>
          </a:prstGeom>
          <a:ln w="12700">
            <a:solidFill>
              <a:srgbClr val="C0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Elbow Connector 88">
            <a:extLst>
              <a:ext uri="{FF2B5EF4-FFF2-40B4-BE49-F238E27FC236}">
                <a16:creationId xmlns:a16="http://schemas.microsoft.com/office/drawing/2014/main" id="{0CC62A75-6203-8084-1CBB-D91DF2195D32}"/>
              </a:ext>
            </a:extLst>
          </p:cNvPr>
          <p:cNvCxnSpPr>
            <a:cxnSpLocks/>
            <a:stCxn id="77" idx="3"/>
          </p:cNvCxnSpPr>
          <p:nvPr/>
        </p:nvCxnSpPr>
        <p:spPr>
          <a:xfrm>
            <a:off x="5169804" y="1102319"/>
            <a:ext cx="2370155" cy="749350"/>
          </a:xfrm>
          <a:prstGeom prst="bentConnector3">
            <a:avLst>
              <a:gd name="adj1" fmla="val 99940"/>
            </a:avLst>
          </a:prstGeom>
          <a:ln w="12700">
            <a:solidFill>
              <a:srgbClr val="C0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Elbow Connector 96">
            <a:extLst>
              <a:ext uri="{FF2B5EF4-FFF2-40B4-BE49-F238E27FC236}">
                <a16:creationId xmlns:a16="http://schemas.microsoft.com/office/drawing/2014/main" id="{969384C2-BC4E-C6E4-60C1-ACD5B2A335D4}"/>
              </a:ext>
            </a:extLst>
          </p:cNvPr>
          <p:cNvCxnSpPr>
            <a:cxnSpLocks/>
            <a:stCxn id="77" idx="2"/>
            <a:endCxn id="26" idx="0"/>
          </p:cNvCxnSpPr>
          <p:nvPr/>
        </p:nvCxnSpPr>
        <p:spPr>
          <a:xfrm rot="16200000" flipH="1">
            <a:off x="4246783" y="1707531"/>
            <a:ext cx="434409" cy="1"/>
          </a:xfrm>
          <a:prstGeom prst="bentConnector3">
            <a:avLst>
              <a:gd name="adj1" fmla="val 50000"/>
            </a:avLst>
          </a:prstGeom>
          <a:ln w="12700">
            <a:solidFill>
              <a:srgbClr val="C0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Elbow Connector 100">
            <a:extLst>
              <a:ext uri="{FF2B5EF4-FFF2-40B4-BE49-F238E27FC236}">
                <a16:creationId xmlns:a16="http://schemas.microsoft.com/office/drawing/2014/main" id="{F577BEEC-0CBC-D83D-418F-DAA9922FFE2C}"/>
              </a:ext>
            </a:extLst>
          </p:cNvPr>
          <p:cNvCxnSpPr>
            <a:cxnSpLocks/>
          </p:cNvCxnSpPr>
          <p:nvPr/>
        </p:nvCxnSpPr>
        <p:spPr>
          <a:xfrm rot="16200000" flipH="1">
            <a:off x="4301192" y="2171433"/>
            <a:ext cx="1362213" cy="1"/>
          </a:xfrm>
          <a:prstGeom prst="bentConnector3">
            <a:avLst>
              <a:gd name="adj1" fmla="val 50000"/>
            </a:avLst>
          </a:prstGeom>
          <a:ln w="12700">
            <a:solidFill>
              <a:srgbClr val="C0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2" name="모서리가 둥근 직사각형 18">
            <a:extLst>
              <a:ext uri="{FF2B5EF4-FFF2-40B4-BE49-F238E27FC236}">
                <a16:creationId xmlns:a16="http://schemas.microsoft.com/office/drawing/2014/main" id="{14CE87F7-482B-3149-26FA-F64653EF7FDF}"/>
              </a:ext>
            </a:extLst>
          </p:cNvPr>
          <p:cNvSpPr/>
          <p:nvPr/>
        </p:nvSpPr>
        <p:spPr>
          <a:xfrm>
            <a:off x="6148151" y="2399011"/>
            <a:ext cx="1742787" cy="1543371"/>
          </a:xfrm>
          <a:prstGeom prst="roundRect">
            <a:avLst>
              <a:gd name="adj" fmla="val 5274"/>
            </a:avLst>
          </a:prstGeom>
          <a:noFill/>
          <a:ln w="12700">
            <a:solidFill>
              <a:schemeClr val="accent1"/>
            </a:solidFill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en-US" altLang="ko-KR" sz="800"/>
          </a:p>
        </p:txBody>
      </p:sp>
    </p:spTree>
    <p:extLst>
      <p:ext uri="{BB962C8B-B14F-4D97-AF65-F5344CB8AC3E}">
        <p14:creationId xmlns:p14="http://schemas.microsoft.com/office/powerpoint/2010/main" val="343304348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878503-3A30-E905-1EE0-EC3002CB3F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모서리가 둥근 직사각형 18">
            <a:extLst>
              <a:ext uri="{FF2B5EF4-FFF2-40B4-BE49-F238E27FC236}">
                <a16:creationId xmlns:a16="http://schemas.microsoft.com/office/drawing/2014/main" id="{F7D8BE2F-8283-50A0-FA99-BEEF04202651}"/>
              </a:ext>
            </a:extLst>
          </p:cNvPr>
          <p:cNvSpPr/>
          <p:nvPr/>
        </p:nvSpPr>
        <p:spPr>
          <a:xfrm>
            <a:off x="1187624" y="1852730"/>
            <a:ext cx="1656184" cy="2249945"/>
          </a:xfrm>
          <a:prstGeom prst="roundRect">
            <a:avLst>
              <a:gd name="adj" fmla="val 6644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r"/>
            <a:r>
              <a:rPr lang="en-US" altLang="ko-KR" sz="1000"/>
              <a:t>PostgreSQL</a:t>
            </a:r>
          </a:p>
        </p:txBody>
      </p:sp>
      <p:pic>
        <p:nvPicPr>
          <p:cNvPr id="4" name="Picture 34" descr="PostgreSQL&quot; Icon - Download for free – Iconduck">
            <a:extLst>
              <a:ext uri="{FF2B5EF4-FFF2-40B4-BE49-F238E27FC236}">
                <a16:creationId xmlns:a16="http://schemas.microsoft.com/office/drawing/2014/main" id="{8D13FBA0-D30B-76FA-F3C4-4D5DA06ED05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27686" y="3780344"/>
            <a:ext cx="278851" cy="2874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모서리가 둥근 직사각형 18">
            <a:extLst>
              <a:ext uri="{FF2B5EF4-FFF2-40B4-BE49-F238E27FC236}">
                <a16:creationId xmlns:a16="http://schemas.microsoft.com/office/drawing/2014/main" id="{FF0750F8-084B-F778-4783-B20C75BBEFCE}"/>
              </a:ext>
            </a:extLst>
          </p:cNvPr>
          <p:cNvSpPr/>
          <p:nvPr/>
        </p:nvSpPr>
        <p:spPr>
          <a:xfrm>
            <a:off x="1311347" y="1924738"/>
            <a:ext cx="1411645" cy="810229"/>
          </a:xfrm>
          <a:prstGeom prst="roundRect">
            <a:avLst>
              <a:gd name="adj" fmla="val 11578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900" b="1"/>
              <a:t>kafka_connect_src</a:t>
            </a:r>
          </a:p>
          <a:p>
            <a:pPr algn="ctr"/>
            <a:r>
              <a:rPr lang="en-US" altLang="ko-KR" sz="900"/>
              <a:t>Database</a:t>
            </a:r>
          </a:p>
        </p:txBody>
      </p:sp>
      <p:sp>
        <p:nvSpPr>
          <p:cNvPr id="7" name="모서리가 둥근 직사각형 18">
            <a:extLst>
              <a:ext uri="{FF2B5EF4-FFF2-40B4-BE49-F238E27FC236}">
                <a16:creationId xmlns:a16="http://schemas.microsoft.com/office/drawing/2014/main" id="{91C752CD-5C69-756C-E3C7-6E4ECCED6895}"/>
              </a:ext>
            </a:extLst>
          </p:cNvPr>
          <p:cNvSpPr/>
          <p:nvPr/>
        </p:nvSpPr>
        <p:spPr>
          <a:xfrm>
            <a:off x="1309895" y="2852541"/>
            <a:ext cx="1411645" cy="810229"/>
          </a:xfrm>
          <a:prstGeom prst="roundRect">
            <a:avLst>
              <a:gd name="adj" fmla="val 11578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900" b="1"/>
              <a:t>kafka_connect_dst</a:t>
            </a:r>
          </a:p>
          <a:p>
            <a:pPr algn="ctr"/>
            <a:r>
              <a:rPr lang="en-US" altLang="ko-KR" sz="900"/>
              <a:t>Database</a:t>
            </a:r>
          </a:p>
        </p:txBody>
      </p:sp>
      <p:sp>
        <p:nvSpPr>
          <p:cNvPr id="8" name="모서리가 둥근 직사각형 18">
            <a:extLst>
              <a:ext uri="{FF2B5EF4-FFF2-40B4-BE49-F238E27FC236}">
                <a16:creationId xmlns:a16="http://schemas.microsoft.com/office/drawing/2014/main" id="{F049222B-ECE8-D02C-E9EB-E17943512C08}"/>
              </a:ext>
            </a:extLst>
          </p:cNvPr>
          <p:cNvSpPr/>
          <p:nvPr/>
        </p:nvSpPr>
        <p:spPr>
          <a:xfrm>
            <a:off x="1592249" y="2011480"/>
            <a:ext cx="849839" cy="333175"/>
          </a:xfrm>
          <a:prstGeom prst="roundRect">
            <a:avLst>
              <a:gd name="adj" fmla="val 11578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User </a:t>
            </a:r>
            <a:r>
              <a:rPr lang="en-US" altLang="ko-KR" sz="900"/>
              <a:t>Table</a:t>
            </a:r>
          </a:p>
        </p:txBody>
      </p:sp>
      <p:sp>
        <p:nvSpPr>
          <p:cNvPr id="9" name="모서리가 둥근 직사각형 18">
            <a:extLst>
              <a:ext uri="{FF2B5EF4-FFF2-40B4-BE49-F238E27FC236}">
                <a16:creationId xmlns:a16="http://schemas.microsoft.com/office/drawing/2014/main" id="{497A3440-5633-329E-BCA9-F6860460F229}"/>
              </a:ext>
            </a:extLst>
          </p:cNvPr>
          <p:cNvSpPr/>
          <p:nvPr/>
        </p:nvSpPr>
        <p:spPr>
          <a:xfrm>
            <a:off x="1590797" y="2939283"/>
            <a:ext cx="849839" cy="333175"/>
          </a:xfrm>
          <a:prstGeom prst="roundRect">
            <a:avLst>
              <a:gd name="adj" fmla="val 11578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User </a:t>
            </a:r>
            <a:r>
              <a:rPr lang="en-US" altLang="ko-KR" sz="900"/>
              <a:t>Table</a:t>
            </a:r>
          </a:p>
        </p:txBody>
      </p:sp>
      <p:sp>
        <p:nvSpPr>
          <p:cNvPr id="12" name="모서리가 둥근 직사각형 18">
            <a:extLst>
              <a:ext uri="{FF2B5EF4-FFF2-40B4-BE49-F238E27FC236}">
                <a16:creationId xmlns:a16="http://schemas.microsoft.com/office/drawing/2014/main" id="{F5586930-9367-83E1-E51D-8AAF23FDCD56}"/>
              </a:ext>
            </a:extLst>
          </p:cNvPr>
          <p:cNvSpPr/>
          <p:nvPr/>
        </p:nvSpPr>
        <p:spPr>
          <a:xfrm>
            <a:off x="3635896" y="1851670"/>
            <a:ext cx="1656184" cy="2249945"/>
          </a:xfrm>
          <a:prstGeom prst="roundRect">
            <a:avLst>
              <a:gd name="adj" fmla="val 6644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r"/>
            <a:r>
              <a:rPr lang="en-US" altLang="ko-KR" sz="1000"/>
              <a:t>Kafka Connect</a:t>
            </a:r>
          </a:p>
        </p:txBody>
      </p:sp>
      <p:pic>
        <p:nvPicPr>
          <p:cNvPr id="25" name="Picture 12" descr="kafka icon&quot; Icon - Download for free – Iconduck">
            <a:extLst>
              <a:ext uri="{FF2B5EF4-FFF2-40B4-BE49-F238E27FC236}">
                <a16:creationId xmlns:a16="http://schemas.microsoft.com/office/drawing/2014/main" id="{9BFE631C-EECA-A29A-CA5C-E5DC396DCB9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67944" y="3780344"/>
            <a:ext cx="176967" cy="2851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6" name="모서리가 둥근 직사각형 18">
            <a:extLst>
              <a:ext uri="{FF2B5EF4-FFF2-40B4-BE49-F238E27FC236}">
                <a16:creationId xmlns:a16="http://schemas.microsoft.com/office/drawing/2014/main" id="{60BAD0BC-9751-7906-399A-370AC48EB71C}"/>
              </a:ext>
            </a:extLst>
          </p:cNvPr>
          <p:cNvSpPr/>
          <p:nvPr/>
        </p:nvSpPr>
        <p:spPr>
          <a:xfrm>
            <a:off x="3758165" y="1924737"/>
            <a:ext cx="1411645" cy="810229"/>
          </a:xfrm>
          <a:prstGeom prst="roundRect">
            <a:avLst>
              <a:gd name="adj" fmla="val 11578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postgresql-src-connector</a:t>
            </a:r>
            <a:endParaRPr lang="en-US" altLang="ko-KR" sz="900"/>
          </a:p>
          <a:p>
            <a:pPr algn="ctr"/>
            <a:r>
              <a:rPr lang="en-US" altLang="ko-KR" sz="900"/>
              <a:t>Kafka Source</a:t>
            </a:r>
          </a:p>
          <a:p>
            <a:pPr algn="ctr"/>
            <a:r>
              <a:rPr lang="en-US" altLang="ko-KR" sz="900"/>
              <a:t>Connector</a:t>
            </a:r>
          </a:p>
        </p:txBody>
      </p:sp>
      <p:sp>
        <p:nvSpPr>
          <p:cNvPr id="27" name="모서리가 둥근 직사각형 18">
            <a:extLst>
              <a:ext uri="{FF2B5EF4-FFF2-40B4-BE49-F238E27FC236}">
                <a16:creationId xmlns:a16="http://schemas.microsoft.com/office/drawing/2014/main" id="{87DC8609-9080-190E-1672-716DA5B4973F}"/>
              </a:ext>
            </a:extLst>
          </p:cNvPr>
          <p:cNvSpPr/>
          <p:nvPr/>
        </p:nvSpPr>
        <p:spPr>
          <a:xfrm>
            <a:off x="3758165" y="2852541"/>
            <a:ext cx="1411645" cy="810229"/>
          </a:xfrm>
          <a:prstGeom prst="roundRect">
            <a:avLst>
              <a:gd name="adj" fmla="val 11578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postgresql-dst-connector</a:t>
            </a:r>
            <a:endParaRPr lang="en-US" altLang="ko-KR" sz="900"/>
          </a:p>
          <a:p>
            <a:pPr algn="ctr"/>
            <a:r>
              <a:rPr lang="en-US" altLang="ko-KR" sz="900"/>
              <a:t>Kafka Sink</a:t>
            </a:r>
          </a:p>
          <a:p>
            <a:pPr algn="ctr"/>
            <a:r>
              <a:rPr lang="en-US" altLang="ko-KR" sz="900"/>
              <a:t>Connector</a:t>
            </a:r>
          </a:p>
        </p:txBody>
      </p:sp>
      <p:sp>
        <p:nvSpPr>
          <p:cNvPr id="28" name="모서리가 둥근 직사각형 18">
            <a:extLst>
              <a:ext uri="{FF2B5EF4-FFF2-40B4-BE49-F238E27FC236}">
                <a16:creationId xmlns:a16="http://schemas.microsoft.com/office/drawing/2014/main" id="{74D8AEDB-DEAC-FF47-FB40-30F142923D11}"/>
              </a:ext>
            </a:extLst>
          </p:cNvPr>
          <p:cNvSpPr/>
          <p:nvPr/>
        </p:nvSpPr>
        <p:spPr>
          <a:xfrm>
            <a:off x="6084168" y="1851669"/>
            <a:ext cx="1872208" cy="2520281"/>
          </a:xfrm>
          <a:prstGeom prst="roundRect">
            <a:avLst>
              <a:gd name="adj" fmla="val 6644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r"/>
            <a:r>
              <a:rPr lang="en-US" altLang="ko-KR" sz="1000"/>
              <a:t>Kafka</a:t>
            </a:r>
          </a:p>
        </p:txBody>
      </p:sp>
      <p:pic>
        <p:nvPicPr>
          <p:cNvPr id="29" name="Picture 12" descr="kafka icon&quot; Icon - Download for free – Iconduck">
            <a:extLst>
              <a:ext uri="{FF2B5EF4-FFF2-40B4-BE49-F238E27FC236}">
                <a16:creationId xmlns:a16="http://schemas.microsoft.com/office/drawing/2014/main" id="{90CBDB2E-DC36-B885-9033-C88853E3D18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39347" y="4011541"/>
            <a:ext cx="176967" cy="2851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0" name="모서리가 둥근 직사각형 18">
            <a:extLst>
              <a:ext uri="{FF2B5EF4-FFF2-40B4-BE49-F238E27FC236}">
                <a16:creationId xmlns:a16="http://schemas.microsoft.com/office/drawing/2014/main" id="{CECC0C1A-5CF4-8F06-6089-E3B6BE939521}"/>
              </a:ext>
            </a:extLst>
          </p:cNvPr>
          <p:cNvSpPr/>
          <p:nvPr/>
        </p:nvSpPr>
        <p:spPr>
          <a:xfrm>
            <a:off x="6206437" y="1924737"/>
            <a:ext cx="1626216" cy="418488"/>
          </a:xfrm>
          <a:prstGeom prst="roundRect">
            <a:avLst>
              <a:gd name="adj" fmla="val 20203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postgresql-users</a:t>
            </a:r>
          </a:p>
          <a:p>
            <a:pPr algn="ctr"/>
            <a:r>
              <a:rPr lang="en-US" altLang="ko-KR" sz="900"/>
              <a:t>Topic</a:t>
            </a:r>
          </a:p>
        </p:txBody>
      </p:sp>
      <p:cxnSp>
        <p:nvCxnSpPr>
          <p:cNvPr id="35" name="Elbow Connector 34">
            <a:extLst>
              <a:ext uri="{FF2B5EF4-FFF2-40B4-BE49-F238E27FC236}">
                <a16:creationId xmlns:a16="http://schemas.microsoft.com/office/drawing/2014/main" id="{30576FDB-0F68-EB01-C63B-DD1B3BAEF4E0}"/>
              </a:ext>
            </a:extLst>
          </p:cNvPr>
          <p:cNvCxnSpPr>
            <a:cxnSpLocks/>
            <a:stCxn id="8" idx="3"/>
            <a:endCxn id="26" idx="1"/>
          </p:cNvCxnSpPr>
          <p:nvPr/>
        </p:nvCxnSpPr>
        <p:spPr>
          <a:xfrm>
            <a:off x="2442088" y="2178068"/>
            <a:ext cx="1316077" cy="151784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Elbow Connector 38">
            <a:extLst>
              <a:ext uri="{FF2B5EF4-FFF2-40B4-BE49-F238E27FC236}">
                <a16:creationId xmlns:a16="http://schemas.microsoft.com/office/drawing/2014/main" id="{DC502473-B8CB-1568-3A9B-5B433675C0FE}"/>
              </a:ext>
            </a:extLst>
          </p:cNvPr>
          <p:cNvCxnSpPr>
            <a:cxnSpLocks/>
            <a:stCxn id="26" idx="3"/>
            <a:endCxn id="30" idx="0"/>
          </p:cNvCxnSpPr>
          <p:nvPr/>
        </p:nvCxnSpPr>
        <p:spPr>
          <a:xfrm flipV="1">
            <a:off x="5169810" y="1924737"/>
            <a:ext cx="1849735" cy="405115"/>
          </a:xfrm>
          <a:prstGeom prst="bentConnector4">
            <a:avLst>
              <a:gd name="adj1" fmla="val 18575"/>
              <a:gd name="adj2" fmla="val 156428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Elbow Connector 41">
            <a:extLst>
              <a:ext uri="{FF2B5EF4-FFF2-40B4-BE49-F238E27FC236}">
                <a16:creationId xmlns:a16="http://schemas.microsoft.com/office/drawing/2014/main" id="{3258F753-DAB5-7D7D-DBF1-4A1EAC233205}"/>
              </a:ext>
            </a:extLst>
          </p:cNvPr>
          <p:cNvCxnSpPr>
            <a:cxnSpLocks/>
            <a:stCxn id="30" idx="1"/>
            <a:endCxn id="27" idx="3"/>
          </p:cNvCxnSpPr>
          <p:nvPr/>
        </p:nvCxnSpPr>
        <p:spPr>
          <a:xfrm rot="10800000" flipV="1">
            <a:off x="5169811" y="2133980"/>
            <a:ext cx="1036627" cy="1123675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Elbow Connector 47">
            <a:extLst>
              <a:ext uri="{FF2B5EF4-FFF2-40B4-BE49-F238E27FC236}">
                <a16:creationId xmlns:a16="http://schemas.microsoft.com/office/drawing/2014/main" id="{6731AF85-D64C-91D9-E0BA-AEC1386BFE35}"/>
              </a:ext>
            </a:extLst>
          </p:cNvPr>
          <p:cNvCxnSpPr>
            <a:cxnSpLocks/>
            <a:stCxn id="27" idx="1"/>
            <a:endCxn id="9" idx="3"/>
          </p:cNvCxnSpPr>
          <p:nvPr/>
        </p:nvCxnSpPr>
        <p:spPr>
          <a:xfrm rot="10800000">
            <a:off x="2440637" y="3105872"/>
            <a:ext cx="1317529" cy="151785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모서리가 둥근 직사각형 18">
            <a:extLst>
              <a:ext uri="{FF2B5EF4-FFF2-40B4-BE49-F238E27FC236}">
                <a16:creationId xmlns:a16="http://schemas.microsoft.com/office/drawing/2014/main" id="{49513BC4-6925-650E-B718-0167F337B099}"/>
              </a:ext>
            </a:extLst>
          </p:cNvPr>
          <p:cNvSpPr/>
          <p:nvPr/>
        </p:nvSpPr>
        <p:spPr>
          <a:xfrm>
            <a:off x="6206436" y="2439259"/>
            <a:ext cx="1626217" cy="418488"/>
          </a:xfrm>
          <a:prstGeom prst="roundRect">
            <a:avLst>
              <a:gd name="adj" fmla="val 20203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connect-cluster-configs</a:t>
            </a:r>
          </a:p>
          <a:p>
            <a:pPr algn="ctr"/>
            <a:r>
              <a:rPr lang="en-US" altLang="ko-KR" sz="900"/>
              <a:t>Topic</a:t>
            </a:r>
          </a:p>
        </p:txBody>
      </p:sp>
      <p:sp>
        <p:nvSpPr>
          <p:cNvPr id="55" name="모서리가 둥근 직사각형 18">
            <a:extLst>
              <a:ext uri="{FF2B5EF4-FFF2-40B4-BE49-F238E27FC236}">
                <a16:creationId xmlns:a16="http://schemas.microsoft.com/office/drawing/2014/main" id="{74A9639C-8269-D1E7-D774-1F2EA947D882}"/>
              </a:ext>
            </a:extLst>
          </p:cNvPr>
          <p:cNvSpPr/>
          <p:nvPr/>
        </p:nvSpPr>
        <p:spPr>
          <a:xfrm>
            <a:off x="6212786" y="2953782"/>
            <a:ext cx="1626217" cy="418488"/>
          </a:xfrm>
          <a:prstGeom prst="roundRect">
            <a:avLst>
              <a:gd name="adj" fmla="val 20203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connect-cluster-offsets</a:t>
            </a:r>
          </a:p>
          <a:p>
            <a:pPr algn="ctr"/>
            <a:r>
              <a:rPr lang="en-US" altLang="ko-KR" sz="900"/>
              <a:t>Topic</a:t>
            </a:r>
          </a:p>
        </p:txBody>
      </p:sp>
      <p:sp>
        <p:nvSpPr>
          <p:cNvPr id="58" name="모서리가 둥근 직사각형 18">
            <a:extLst>
              <a:ext uri="{FF2B5EF4-FFF2-40B4-BE49-F238E27FC236}">
                <a16:creationId xmlns:a16="http://schemas.microsoft.com/office/drawing/2014/main" id="{013757C0-FF2F-92A2-ED0B-C780D723316B}"/>
              </a:ext>
            </a:extLst>
          </p:cNvPr>
          <p:cNvSpPr/>
          <p:nvPr/>
        </p:nvSpPr>
        <p:spPr>
          <a:xfrm>
            <a:off x="6212786" y="3468304"/>
            <a:ext cx="1626217" cy="418488"/>
          </a:xfrm>
          <a:prstGeom prst="roundRect">
            <a:avLst>
              <a:gd name="adj" fmla="val 20203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connect-cluster-status</a:t>
            </a:r>
          </a:p>
          <a:p>
            <a:pPr algn="ctr"/>
            <a:r>
              <a:rPr lang="en-US" altLang="ko-KR" sz="900"/>
              <a:t>Topic</a:t>
            </a:r>
          </a:p>
        </p:txBody>
      </p:sp>
      <p:cxnSp>
        <p:nvCxnSpPr>
          <p:cNvPr id="70" name="Elbow Connector 69">
            <a:extLst>
              <a:ext uri="{FF2B5EF4-FFF2-40B4-BE49-F238E27FC236}">
                <a16:creationId xmlns:a16="http://schemas.microsoft.com/office/drawing/2014/main" id="{EC429135-3AA0-53DE-2F68-BF50401D4E1F}"/>
              </a:ext>
            </a:extLst>
          </p:cNvPr>
          <p:cNvCxnSpPr>
            <a:cxnSpLocks/>
            <a:stCxn id="12" idx="2"/>
            <a:endCxn id="112" idx="2"/>
          </p:cNvCxnSpPr>
          <p:nvPr/>
        </p:nvCxnSpPr>
        <p:spPr>
          <a:xfrm rot="5400000" flipH="1" flipV="1">
            <a:off x="5662149" y="2744220"/>
            <a:ext cx="159233" cy="2555557"/>
          </a:xfrm>
          <a:prstGeom prst="bentConnector3">
            <a:avLst>
              <a:gd name="adj1" fmla="val -97764"/>
            </a:avLst>
          </a:prstGeom>
          <a:ln w="12700">
            <a:solidFill>
              <a:schemeClr val="accent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모서리가 둥근 직사각형 18">
            <a:extLst>
              <a:ext uri="{FF2B5EF4-FFF2-40B4-BE49-F238E27FC236}">
                <a16:creationId xmlns:a16="http://schemas.microsoft.com/office/drawing/2014/main" id="{7EDAE339-6383-C338-8C9D-729C75ED73C8}"/>
              </a:ext>
            </a:extLst>
          </p:cNvPr>
          <p:cNvSpPr/>
          <p:nvPr/>
        </p:nvSpPr>
        <p:spPr>
          <a:xfrm>
            <a:off x="3758170" y="714309"/>
            <a:ext cx="1411634" cy="776019"/>
          </a:xfrm>
          <a:prstGeom prst="roundRect">
            <a:avLst>
              <a:gd name="adj" fmla="val 15414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1000"/>
          </a:p>
          <a:p>
            <a:pPr algn="ctr"/>
            <a:endParaRPr lang="en-US" altLang="ko-KR" sz="1000"/>
          </a:p>
          <a:p>
            <a:pPr algn="ctr"/>
            <a:r>
              <a:rPr lang="en-US" altLang="ko-KR" sz="1000"/>
              <a:t>Strimzi Cluster </a:t>
            </a:r>
          </a:p>
          <a:p>
            <a:pPr algn="ctr"/>
            <a:r>
              <a:rPr lang="en-US" altLang="ko-KR" sz="1000"/>
              <a:t>Operator</a:t>
            </a:r>
          </a:p>
        </p:txBody>
      </p:sp>
      <p:pic>
        <p:nvPicPr>
          <p:cNvPr id="79" name="Picture 12" descr="kafka icon&quot; Icon - Download for free – Iconduck">
            <a:extLst>
              <a:ext uri="{FF2B5EF4-FFF2-40B4-BE49-F238E27FC236}">
                <a16:creationId xmlns:a16="http://schemas.microsoft.com/office/drawing/2014/main" id="{E2E57FFC-A745-D1D4-74A3-11A65B0B85D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75503" y="798143"/>
            <a:ext cx="176967" cy="2851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81" name="Elbow Connector 80">
            <a:extLst>
              <a:ext uri="{FF2B5EF4-FFF2-40B4-BE49-F238E27FC236}">
                <a16:creationId xmlns:a16="http://schemas.microsoft.com/office/drawing/2014/main" id="{4F8D0ED9-0EAD-C33A-2B60-1DA14A4CAA24}"/>
              </a:ext>
            </a:extLst>
          </p:cNvPr>
          <p:cNvCxnSpPr>
            <a:cxnSpLocks/>
          </p:cNvCxnSpPr>
          <p:nvPr/>
        </p:nvCxnSpPr>
        <p:spPr>
          <a:xfrm rot="16200000" flipH="1">
            <a:off x="3765006" y="1671000"/>
            <a:ext cx="361342" cy="1"/>
          </a:xfrm>
          <a:prstGeom prst="bentConnector3">
            <a:avLst>
              <a:gd name="adj1" fmla="val 51613"/>
            </a:avLst>
          </a:prstGeom>
          <a:ln w="12700">
            <a:solidFill>
              <a:srgbClr val="C0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Elbow Connector 88">
            <a:extLst>
              <a:ext uri="{FF2B5EF4-FFF2-40B4-BE49-F238E27FC236}">
                <a16:creationId xmlns:a16="http://schemas.microsoft.com/office/drawing/2014/main" id="{71D2781D-6700-5B2E-D31B-1565E6AA5293}"/>
              </a:ext>
            </a:extLst>
          </p:cNvPr>
          <p:cNvCxnSpPr>
            <a:cxnSpLocks/>
            <a:stCxn id="77" idx="3"/>
          </p:cNvCxnSpPr>
          <p:nvPr/>
        </p:nvCxnSpPr>
        <p:spPr>
          <a:xfrm>
            <a:off x="5169804" y="1102319"/>
            <a:ext cx="2370155" cy="749350"/>
          </a:xfrm>
          <a:prstGeom prst="bentConnector3">
            <a:avLst>
              <a:gd name="adj1" fmla="val 99940"/>
            </a:avLst>
          </a:prstGeom>
          <a:ln w="12700">
            <a:solidFill>
              <a:srgbClr val="C0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Elbow Connector 96">
            <a:extLst>
              <a:ext uri="{FF2B5EF4-FFF2-40B4-BE49-F238E27FC236}">
                <a16:creationId xmlns:a16="http://schemas.microsoft.com/office/drawing/2014/main" id="{D42919A2-E01A-990A-F6E9-7652F3B5FF04}"/>
              </a:ext>
            </a:extLst>
          </p:cNvPr>
          <p:cNvCxnSpPr>
            <a:cxnSpLocks/>
            <a:stCxn id="77" idx="2"/>
            <a:endCxn id="26" idx="0"/>
          </p:cNvCxnSpPr>
          <p:nvPr/>
        </p:nvCxnSpPr>
        <p:spPr>
          <a:xfrm rot="16200000" flipH="1">
            <a:off x="4246783" y="1707531"/>
            <a:ext cx="434409" cy="1"/>
          </a:xfrm>
          <a:prstGeom prst="bentConnector3">
            <a:avLst>
              <a:gd name="adj1" fmla="val 50000"/>
            </a:avLst>
          </a:prstGeom>
          <a:ln w="12700">
            <a:solidFill>
              <a:srgbClr val="C0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Elbow Connector 100">
            <a:extLst>
              <a:ext uri="{FF2B5EF4-FFF2-40B4-BE49-F238E27FC236}">
                <a16:creationId xmlns:a16="http://schemas.microsoft.com/office/drawing/2014/main" id="{D5F4F34C-BE5E-35AE-7098-121EABE0D4A8}"/>
              </a:ext>
            </a:extLst>
          </p:cNvPr>
          <p:cNvCxnSpPr>
            <a:cxnSpLocks/>
          </p:cNvCxnSpPr>
          <p:nvPr/>
        </p:nvCxnSpPr>
        <p:spPr>
          <a:xfrm rot="16200000" flipH="1">
            <a:off x="4301192" y="2171433"/>
            <a:ext cx="1362213" cy="1"/>
          </a:xfrm>
          <a:prstGeom prst="bentConnector3">
            <a:avLst>
              <a:gd name="adj1" fmla="val 50000"/>
            </a:avLst>
          </a:prstGeom>
          <a:ln w="12700">
            <a:solidFill>
              <a:srgbClr val="C0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2" name="모서리가 둥근 직사각형 18">
            <a:extLst>
              <a:ext uri="{FF2B5EF4-FFF2-40B4-BE49-F238E27FC236}">
                <a16:creationId xmlns:a16="http://schemas.microsoft.com/office/drawing/2014/main" id="{1C160E8A-5D86-90EF-C855-FB2DBAD7286F}"/>
              </a:ext>
            </a:extLst>
          </p:cNvPr>
          <p:cNvSpPr/>
          <p:nvPr/>
        </p:nvSpPr>
        <p:spPr>
          <a:xfrm>
            <a:off x="6148151" y="2399011"/>
            <a:ext cx="1742787" cy="1543371"/>
          </a:xfrm>
          <a:prstGeom prst="roundRect">
            <a:avLst>
              <a:gd name="adj" fmla="val 5274"/>
            </a:avLst>
          </a:prstGeom>
          <a:noFill/>
          <a:ln w="12700">
            <a:solidFill>
              <a:schemeClr val="accent1"/>
            </a:solidFill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en-US" altLang="ko-KR" sz="800"/>
          </a:p>
        </p:txBody>
      </p:sp>
    </p:spTree>
    <p:extLst>
      <p:ext uri="{BB962C8B-B14F-4D97-AF65-F5344CB8AC3E}">
        <p14:creationId xmlns:p14="http://schemas.microsoft.com/office/powerpoint/2010/main" val="286721555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53517</TotalTime>
  <Words>983</Words>
  <Application>Microsoft Macintosh PowerPoint</Application>
  <PresentationFormat>On-screen Show (16:9)</PresentationFormat>
  <Paragraphs>280</Paragraphs>
  <Slides>9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맑은 고딕</vt:lpstr>
      <vt:lpstr>Arial</vt:lpstr>
      <vt:lpstr>Office 테마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R&amp;D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Microsoft Corporation</dc:creator>
  <cp:lastModifiedBy>정섭 신</cp:lastModifiedBy>
  <cp:revision>5780</cp:revision>
  <dcterms:created xsi:type="dcterms:W3CDTF">2006-10-05T04:04:58Z</dcterms:created>
  <dcterms:modified xsi:type="dcterms:W3CDTF">2025-11-30T03:31:18Z</dcterms:modified>
</cp:coreProperties>
</file>
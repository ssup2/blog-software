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456" r:id="rId2"/>
    <p:sldId id="446" r:id="rId3"/>
    <p:sldId id="450" r:id="rId4"/>
    <p:sldId id="453" r:id="rId5"/>
    <p:sldId id="454" r:id="rId6"/>
    <p:sldId id="455" r:id="rId7"/>
    <p:sldId id="452" r:id="rId8"/>
    <p:sldId id="451" r:id="rId9"/>
    <p:sldId id="447" r:id="rId10"/>
    <p:sldId id="448" r:id="rId1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96" autoAdjust="0"/>
    <p:restoredTop sz="95864" autoAdjust="0"/>
  </p:normalViewPr>
  <p:slideViewPr>
    <p:cSldViewPr>
      <p:cViewPr>
        <p:scale>
          <a:sx n="200" d="100"/>
          <a:sy n="200" d="100"/>
        </p:scale>
        <p:origin x="176" y="1552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511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414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144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900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653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0884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8856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3246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6CB9D-5E7C-CAAC-F181-3F56A3E42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9D7D378-70B3-FBC5-EFEB-512A3AB6F5FB}"/>
              </a:ext>
            </a:extLst>
          </p:cNvPr>
          <p:cNvSpPr/>
          <p:nvPr/>
        </p:nvSpPr>
        <p:spPr>
          <a:xfrm>
            <a:off x="715306" y="14196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</a:t>
            </a:r>
            <a:endParaRPr lang="ko-KR" altLang="en-US" sz="800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460E890-09C4-F4F8-990E-DE8BB9A2F8AC}"/>
              </a:ext>
            </a:extLst>
          </p:cNvPr>
          <p:cNvSpPr/>
          <p:nvPr/>
        </p:nvSpPr>
        <p:spPr>
          <a:xfrm>
            <a:off x="711486" y="2800259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 </a:t>
            </a:r>
            <a:endParaRPr lang="ko-KR" altLang="en-US" sz="800"/>
          </a:p>
        </p:txBody>
      </p:sp>
      <p:sp>
        <p:nvSpPr>
          <p:cNvPr id="8" name="모서리가 둥근 직사각형 2">
            <a:extLst>
              <a:ext uri="{FF2B5EF4-FFF2-40B4-BE49-F238E27FC236}">
                <a16:creationId xmlns:a16="http://schemas.microsoft.com/office/drawing/2014/main" id="{AB392C2F-1F3A-1C56-18DE-488E7E21E628}"/>
              </a:ext>
            </a:extLst>
          </p:cNvPr>
          <p:cNvSpPr/>
          <p:nvPr/>
        </p:nvSpPr>
        <p:spPr>
          <a:xfrm>
            <a:off x="3959932" y="195486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Equi-join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9" name="모서리가 둥근 직사각형 2">
            <a:extLst>
              <a:ext uri="{FF2B5EF4-FFF2-40B4-BE49-F238E27FC236}">
                <a16:creationId xmlns:a16="http://schemas.microsoft.com/office/drawing/2014/main" id="{85450235-B4A6-9A15-3522-77F7E089233A}"/>
              </a:ext>
            </a:extLst>
          </p:cNvPr>
          <p:cNvSpPr/>
          <p:nvPr/>
        </p:nvSpPr>
        <p:spPr>
          <a:xfrm>
            <a:off x="2731530" y="73234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Hint Applicable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10" name="모서리가 둥근 직사각형 2">
            <a:extLst>
              <a:ext uri="{FF2B5EF4-FFF2-40B4-BE49-F238E27FC236}">
                <a16:creationId xmlns:a16="http://schemas.microsoft.com/office/drawing/2014/main" id="{162F91B2-FF40-156E-297B-1ECD052428AB}"/>
              </a:ext>
            </a:extLst>
          </p:cNvPr>
          <p:cNvSpPr/>
          <p:nvPr/>
        </p:nvSpPr>
        <p:spPr>
          <a:xfrm>
            <a:off x="5184068" y="733256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Hint Applicable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92D6140-AF4A-1142-89F6-C1D4E2AEB196}"/>
              </a:ext>
            </a:extLst>
          </p:cNvPr>
          <p:cNvSpPr/>
          <p:nvPr/>
        </p:nvSpPr>
        <p:spPr>
          <a:xfrm>
            <a:off x="715306" y="73234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From Hint</a:t>
            </a:r>
            <a:endParaRPr lang="ko-KR" altLang="en-US" sz="800"/>
          </a:p>
        </p:txBody>
      </p:sp>
      <p:cxnSp>
        <p:nvCxnSpPr>
          <p:cNvPr id="13" name="꺾인 연결선[E] 12">
            <a:extLst>
              <a:ext uri="{FF2B5EF4-FFF2-40B4-BE49-F238E27FC236}">
                <a16:creationId xmlns:a16="http://schemas.microsoft.com/office/drawing/2014/main" id="{26DFAB01-43F2-BF9D-2334-2EF1629D84EF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5184068" y="366927"/>
            <a:ext cx="612068" cy="366329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꺾인 연결선[E] 13">
            <a:extLst>
              <a:ext uri="{FF2B5EF4-FFF2-40B4-BE49-F238E27FC236}">
                <a16:creationId xmlns:a16="http://schemas.microsoft.com/office/drawing/2014/main" id="{39A80D30-15D4-CC88-7FEE-2DB3F3C6A273}"/>
              </a:ext>
            </a:extLst>
          </p:cNvPr>
          <p:cNvCxnSpPr>
            <a:cxnSpLocks/>
            <a:stCxn id="8" idx="1"/>
            <a:endCxn id="9" idx="0"/>
          </p:cNvCxnSpPr>
          <p:nvPr/>
        </p:nvCxnSpPr>
        <p:spPr>
          <a:xfrm rot="10800000" flipV="1">
            <a:off x="3343598" y="366926"/>
            <a:ext cx="616334" cy="36541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719BD0E-EA84-7FCD-AB87-C747DF82FAAA}"/>
              </a:ext>
            </a:extLst>
          </p:cNvPr>
          <p:cNvCxnSpPr>
            <a:stCxn id="9" idx="1"/>
            <a:endCxn id="11" idx="3"/>
          </p:cNvCxnSpPr>
          <p:nvPr/>
        </p:nvCxnSpPr>
        <p:spPr>
          <a:xfrm flipH="1">
            <a:off x="2155466" y="903783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모서리가 둥근 직사각형 2">
            <a:extLst>
              <a:ext uri="{FF2B5EF4-FFF2-40B4-BE49-F238E27FC236}">
                <a16:creationId xmlns:a16="http://schemas.microsoft.com/office/drawing/2014/main" id="{D202354A-BD3C-C3DF-6E7B-535DE149566E}"/>
              </a:ext>
            </a:extLst>
          </p:cNvPr>
          <p:cNvSpPr/>
          <p:nvPr/>
        </p:nvSpPr>
        <p:spPr>
          <a:xfrm>
            <a:off x="6990010" y="727785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From Hint</a:t>
            </a:r>
            <a:endParaRPr lang="ko-KR" altLang="en-US" sz="80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B897C67-54ED-DF09-6062-B2A8D78FCC1F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 flipV="1">
            <a:off x="6408204" y="899226"/>
            <a:ext cx="581806" cy="547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144EBD4E-5342-801E-7073-7A8A8A4F2299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3343598" y="1075223"/>
            <a:ext cx="0" cy="34439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2">
            <a:extLst>
              <a:ext uri="{FF2B5EF4-FFF2-40B4-BE49-F238E27FC236}">
                <a16:creationId xmlns:a16="http://schemas.microsoft.com/office/drawing/2014/main" id="{79995265-9831-8123-6D36-FB438A4AD6F5}"/>
              </a:ext>
            </a:extLst>
          </p:cNvPr>
          <p:cNvSpPr/>
          <p:nvPr/>
        </p:nvSpPr>
        <p:spPr>
          <a:xfrm>
            <a:off x="2731530" y="141962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Able to Broadcast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36" name="모서리가 둥근 직사각형 2">
            <a:extLst>
              <a:ext uri="{FF2B5EF4-FFF2-40B4-BE49-F238E27FC236}">
                <a16:creationId xmlns:a16="http://schemas.microsoft.com/office/drawing/2014/main" id="{8FC813EF-6D05-6D61-700D-9CD076D6CFFD}"/>
              </a:ext>
            </a:extLst>
          </p:cNvPr>
          <p:cNvSpPr/>
          <p:nvPr/>
        </p:nvSpPr>
        <p:spPr>
          <a:xfrm>
            <a:off x="5184068" y="141962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Able to Broadcast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1805E334-BBF2-6805-F8D4-EBB89CCF34DE}"/>
              </a:ext>
            </a:extLst>
          </p:cNvPr>
          <p:cNvCxnSpPr>
            <a:cxnSpLocks/>
            <a:stCxn id="10" idx="2"/>
            <a:endCxn id="36" idx="0"/>
          </p:cNvCxnSpPr>
          <p:nvPr/>
        </p:nvCxnSpPr>
        <p:spPr>
          <a:xfrm>
            <a:off x="5796136" y="1076137"/>
            <a:ext cx="0" cy="3434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BA8FF61F-293F-DFD1-62B6-941B187C310B}"/>
              </a:ext>
            </a:extLst>
          </p:cNvPr>
          <p:cNvCxnSpPr>
            <a:cxnSpLocks/>
            <a:stCxn id="35" idx="1"/>
            <a:endCxn id="3" idx="3"/>
          </p:cNvCxnSpPr>
          <p:nvPr/>
        </p:nvCxnSpPr>
        <p:spPr>
          <a:xfrm flipH="1">
            <a:off x="2155466" y="1591063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397E902-B383-CB5F-17F2-DA736A4D3176}"/>
              </a:ext>
            </a:extLst>
          </p:cNvPr>
          <p:cNvSpPr/>
          <p:nvPr/>
        </p:nvSpPr>
        <p:spPr>
          <a:xfrm>
            <a:off x="6992354" y="2800260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Shuffle Hash Join</a:t>
            </a:r>
            <a:endParaRPr lang="ko-KR" altLang="en-US" sz="800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1E377ECA-6D9C-230A-6A0E-50ED7328D63A}"/>
              </a:ext>
            </a:extLst>
          </p:cNvPr>
          <p:cNvSpPr/>
          <p:nvPr/>
        </p:nvSpPr>
        <p:spPr>
          <a:xfrm>
            <a:off x="6990010" y="14196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2">
              <a:lumMod val="7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Hash Join</a:t>
            </a:r>
            <a:endParaRPr lang="ko-KR" altLang="en-US" sz="8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9AAC65-4256-3377-813A-A25F3BDC6FD2}"/>
              </a:ext>
            </a:extLst>
          </p:cNvPr>
          <p:cNvCxnSpPr>
            <a:cxnSpLocks/>
            <a:stCxn id="36" idx="3"/>
            <a:endCxn id="50" idx="1"/>
          </p:cNvCxnSpPr>
          <p:nvPr/>
        </p:nvCxnSpPr>
        <p:spPr>
          <a:xfrm>
            <a:off x="6408204" y="1591063"/>
            <a:ext cx="581806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C152D0A7-8359-FC82-AF6E-EBA9AF8C9130}"/>
              </a:ext>
            </a:extLst>
          </p:cNvPr>
          <p:cNvSpPr/>
          <p:nvPr/>
        </p:nvSpPr>
        <p:spPr>
          <a:xfrm>
            <a:off x="2731530" y="2111461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Inner Join Like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4884D017-B303-D42B-4C8F-F24D41AC1DF9}"/>
              </a:ext>
            </a:extLst>
          </p:cNvPr>
          <p:cNvCxnSpPr>
            <a:cxnSpLocks/>
            <a:stCxn id="35" idx="2"/>
            <a:endCxn id="60" idx="0"/>
          </p:cNvCxnSpPr>
          <p:nvPr/>
        </p:nvCxnSpPr>
        <p:spPr>
          <a:xfrm>
            <a:off x="3343598" y="1762503"/>
            <a:ext cx="0" cy="34895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8F1162A4-BFC1-332C-2686-7D02C7E3FDFB}"/>
              </a:ext>
            </a:extLst>
          </p:cNvPr>
          <p:cNvSpPr/>
          <p:nvPr/>
        </p:nvSpPr>
        <p:spPr>
          <a:xfrm>
            <a:off x="715306" y="2111461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Cartesian Product</a:t>
            </a:r>
          </a:p>
          <a:p>
            <a:pPr algn="ctr"/>
            <a:r>
              <a:rPr lang="en-US" altLang="ko-KR" sz="800"/>
              <a:t>(for Non Equi-join)</a:t>
            </a: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9F523309-0C36-B96C-D128-492D624E4415}"/>
              </a:ext>
            </a:extLst>
          </p:cNvPr>
          <p:cNvCxnSpPr>
            <a:cxnSpLocks/>
            <a:stCxn id="60" idx="1"/>
            <a:endCxn id="65" idx="3"/>
          </p:cNvCxnSpPr>
          <p:nvPr/>
        </p:nvCxnSpPr>
        <p:spPr>
          <a:xfrm flipH="1">
            <a:off x="2155466" y="2282902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983C4D7B-CF74-BC8C-9EA4-0714EEE810BD}"/>
              </a:ext>
            </a:extLst>
          </p:cNvPr>
          <p:cNvSpPr/>
          <p:nvPr/>
        </p:nvSpPr>
        <p:spPr>
          <a:xfrm>
            <a:off x="5184068" y="2111460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Prefer </a:t>
            </a:r>
            <a:br>
              <a:rPr kumimoji="1" lang="en-US" altLang="ko-KR" sz="800">
                <a:solidFill>
                  <a:sysClr val="windowText" lastClr="000000"/>
                </a:solidFill>
              </a:rPr>
            </a:br>
            <a:r>
              <a:rPr kumimoji="1" lang="en-US" altLang="ko-KR" sz="800">
                <a:solidFill>
                  <a:sysClr val="windowText" lastClr="000000"/>
                </a:solidFill>
              </a:rPr>
              <a:t>Sort Merge Join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254BDB10-0C1B-43DC-FB3F-70A1F98FD169}"/>
              </a:ext>
            </a:extLst>
          </p:cNvPr>
          <p:cNvCxnSpPr>
            <a:cxnSpLocks/>
            <a:stCxn id="36" idx="2"/>
            <a:endCxn id="71" idx="0"/>
          </p:cNvCxnSpPr>
          <p:nvPr/>
        </p:nvCxnSpPr>
        <p:spPr>
          <a:xfrm>
            <a:off x="5796136" y="1762503"/>
            <a:ext cx="0" cy="3489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모서리가 둥근 직사각형 2">
            <a:extLst>
              <a:ext uri="{FF2B5EF4-FFF2-40B4-BE49-F238E27FC236}">
                <a16:creationId xmlns:a16="http://schemas.microsoft.com/office/drawing/2014/main" id="{CE2D8750-DB7C-E206-530E-3C4248F48927}"/>
              </a:ext>
            </a:extLst>
          </p:cNvPr>
          <p:cNvSpPr/>
          <p:nvPr/>
        </p:nvSpPr>
        <p:spPr>
          <a:xfrm>
            <a:off x="5184068" y="2803298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Local Hash Possible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77" name="모서리가 둥근 직사각형 2">
            <a:extLst>
              <a:ext uri="{FF2B5EF4-FFF2-40B4-BE49-F238E27FC236}">
                <a16:creationId xmlns:a16="http://schemas.microsoft.com/office/drawing/2014/main" id="{6D5248A1-6195-043E-E2F4-0FC9DA4BC6C0}"/>
              </a:ext>
            </a:extLst>
          </p:cNvPr>
          <p:cNvSpPr/>
          <p:nvPr/>
        </p:nvSpPr>
        <p:spPr>
          <a:xfrm>
            <a:off x="5184068" y="3489061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Rows Sortable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B9387E00-81AA-A710-43CE-74DD732C01AC}"/>
              </a:ext>
            </a:extLst>
          </p:cNvPr>
          <p:cNvCxnSpPr>
            <a:cxnSpLocks/>
            <a:stCxn id="71" idx="2"/>
            <a:endCxn id="76" idx="0"/>
          </p:cNvCxnSpPr>
          <p:nvPr/>
        </p:nvCxnSpPr>
        <p:spPr>
          <a:xfrm>
            <a:off x="5796136" y="2454341"/>
            <a:ext cx="0" cy="3489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EF84DF59-9E7A-33AB-9251-830ACC4EC2CA}"/>
              </a:ext>
            </a:extLst>
          </p:cNvPr>
          <p:cNvCxnSpPr>
            <a:cxnSpLocks/>
            <a:stCxn id="71" idx="1"/>
            <a:endCxn id="77" idx="1"/>
          </p:cNvCxnSpPr>
          <p:nvPr/>
        </p:nvCxnSpPr>
        <p:spPr>
          <a:xfrm rot="10800000" flipV="1">
            <a:off x="5184068" y="2282900"/>
            <a:ext cx="12700" cy="1377601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8DA98C9-466A-2107-EAAC-E156DD215AFB}"/>
              </a:ext>
            </a:extLst>
          </p:cNvPr>
          <p:cNvCxnSpPr>
            <a:cxnSpLocks/>
            <a:stCxn id="76" idx="2"/>
            <a:endCxn id="77" idx="0"/>
          </p:cNvCxnSpPr>
          <p:nvPr/>
        </p:nvCxnSpPr>
        <p:spPr>
          <a:xfrm>
            <a:off x="5796136" y="3146179"/>
            <a:ext cx="0" cy="34288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7907550A-019E-B68E-41B6-449FD0495025}"/>
              </a:ext>
            </a:extLst>
          </p:cNvPr>
          <p:cNvCxnSpPr>
            <a:cxnSpLocks/>
            <a:stCxn id="76" idx="3"/>
            <a:endCxn id="48" idx="1"/>
          </p:cNvCxnSpPr>
          <p:nvPr/>
        </p:nvCxnSpPr>
        <p:spPr>
          <a:xfrm flipV="1">
            <a:off x="6408204" y="2971701"/>
            <a:ext cx="584150" cy="303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9555392-E23D-4BF6-BBCE-483CB3A59C16}"/>
              </a:ext>
            </a:extLst>
          </p:cNvPr>
          <p:cNvSpPr/>
          <p:nvPr/>
        </p:nvSpPr>
        <p:spPr>
          <a:xfrm>
            <a:off x="6994326" y="3489060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Shuffle Sort Merge Join </a:t>
            </a:r>
            <a:endParaRPr lang="ko-KR" altLang="en-US" sz="800"/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2B6C129-90B4-C4D1-4AB1-A1B800A5C29F}"/>
              </a:ext>
            </a:extLst>
          </p:cNvPr>
          <p:cNvCxnSpPr>
            <a:cxnSpLocks/>
            <a:stCxn id="77" idx="3"/>
            <a:endCxn id="95" idx="1"/>
          </p:cNvCxnSpPr>
          <p:nvPr/>
        </p:nvCxnSpPr>
        <p:spPr>
          <a:xfrm flipV="1">
            <a:off x="6408204" y="3660501"/>
            <a:ext cx="586122" cy="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꺾인 연결선[E] 109">
            <a:extLst>
              <a:ext uri="{FF2B5EF4-FFF2-40B4-BE49-F238E27FC236}">
                <a16:creationId xmlns:a16="http://schemas.microsoft.com/office/drawing/2014/main" id="{62EE1AFD-9E13-BC6F-396B-251D9F3382E0}"/>
              </a:ext>
            </a:extLst>
          </p:cNvPr>
          <p:cNvCxnSpPr>
            <a:cxnSpLocks/>
            <a:stCxn id="60" idx="2"/>
            <a:endCxn id="6" idx="3"/>
          </p:cNvCxnSpPr>
          <p:nvPr/>
        </p:nvCxnSpPr>
        <p:spPr>
          <a:xfrm rot="5400000">
            <a:off x="2488943" y="2117045"/>
            <a:ext cx="517358" cy="1191952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2BBC9B10-2B76-9F3F-A68A-D66C70C7E566}"/>
              </a:ext>
            </a:extLst>
          </p:cNvPr>
          <p:cNvSpPr/>
          <p:nvPr/>
        </p:nvSpPr>
        <p:spPr>
          <a:xfrm>
            <a:off x="5184068" y="4175427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Inner Join Like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2940FCA5-34F8-A37A-E20E-73F00AEBBB45}"/>
              </a:ext>
            </a:extLst>
          </p:cNvPr>
          <p:cNvCxnSpPr>
            <a:cxnSpLocks/>
            <a:stCxn id="77" idx="2"/>
            <a:endCxn id="113" idx="0"/>
          </p:cNvCxnSpPr>
          <p:nvPr/>
        </p:nvCxnSpPr>
        <p:spPr>
          <a:xfrm>
            <a:off x="5796136" y="3831942"/>
            <a:ext cx="0" cy="3434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03F9726B-C802-3993-68DD-51167388B08B}"/>
              </a:ext>
            </a:extLst>
          </p:cNvPr>
          <p:cNvSpPr/>
          <p:nvPr/>
        </p:nvSpPr>
        <p:spPr>
          <a:xfrm>
            <a:off x="6990010" y="41748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Cartesian Product</a:t>
            </a:r>
          </a:p>
          <a:p>
            <a:pPr algn="ctr"/>
            <a:r>
              <a:rPr lang="en-US" altLang="ko-KR" sz="800"/>
              <a:t>(for Equi-join)</a:t>
            </a:r>
          </a:p>
        </p:txBody>
      </p:sp>
      <p:sp>
        <p:nvSpPr>
          <p:cNvPr id="136" name="모서리가 둥근 직사각형 135">
            <a:extLst>
              <a:ext uri="{FF2B5EF4-FFF2-40B4-BE49-F238E27FC236}">
                <a16:creationId xmlns:a16="http://schemas.microsoft.com/office/drawing/2014/main" id="{EF254F01-5614-B4B4-D29E-8C45203D6DED}"/>
              </a:ext>
            </a:extLst>
          </p:cNvPr>
          <p:cNvSpPr/>
          <p:nvPr/>
        </p:nvSpPr>
        <p:spPr>
          <a:xfrm>
            <a:off x="3157787" y="41748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 </a:t>
            </a:r>
            <a:endParaRPr lang="ko-KR" altLang="en-US" sz="800"/>
          </a:p>
        </p:txBody>
      </p: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10AD9F66-22B5-AD99-3467-F30C57301821}"/>
              </a:ext>
            </a:extLst>
          </p:cNvPr>
          <p:cNvCxnSpPr>
            <a:cxnSpLocks/>
            <a:stCxn id="113" idx="3"/>
            <a:endCxn id="135" idx="1"/>
          </p:cNvCxnSpPr>
          <p:nvPr/>
        </p:nvCxnSpPr>
        <p:spPr>
          <a:xfrm flipV="1">
            <a:off x="6408204" y="4346263"/>
            <a:ext cx="581806" cy="6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2114E9A4-185D-C4A5-962A-BC86F7BB1CD3}"/>
              </a:ext>
            </a:extLst>
          </p:cNvPr>
          <p:cNvCxnSpPr>
            <a:cxnSpLocks/>
            <a:stCxn id="113" idx="1"/>
            <a:endCxn id="136" idx="3"/>
          </p:cNvCxnSpPr>
          <p:nvPr/>
        </p:nvCxnSpPr>
        <p:spPr>
          <a:xfrm flipH="1" flipV="1">
            <a:off x="4597947" y="4346263"/>
            <a:ext cx="586121" cy="6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D00D0452-F4F3-6215-B40D-A04A5AD5C323}"/>
              </a:ext>
            </a:extLst>
          </p:cNvPr>
          <p:cNvCxnSpPr>
            <a:cxnSpLocks/>
          </p:cNvCxnSpPr>
          <p:nvPr/>
        </p:nvCxnSpPr>
        <p:spPr>
          <a:xfrm>
            <a:off x="711486" y="411510"/>
            <a:ext cx="404130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8DF6A355-9129-DC1B-317E-52EFE17F6FBD}"/>
              </a:ext>
            </a:extLst>
          </p:cNvPr>
          <p:cNvCxnSpPr>
            <a:cxnSpLocks/>
          </p:cNvCxnSpPr>
          <p:nvPr/>
        </p:nvCxnSpPr>
        <p:spPr>
          <a:xfrm>
            <a:off x="1611660" y="411510"/>
            <a:ext cx="40413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30BE49B0-5E56-E27A-1CB6-3B0263F4D979}"/>
              </a:ext>
            </a:extLst>
          </p:cNvPr>
          <p:cNvSpPr txBox="1"/>
          <p:nvPr/>
        </p:nvSpPr>
        <p:spPr>
          <a:xfrm>
            <a:off x="1135266" y="296094"/>
            <a:ext cx="3626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Yes</a:t>
            </a:r>
            <a:endParaRPr lang="en-KR" sz="90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BDB82B4-2DB2-2053-51E9-0A85148F79DB}"/>
              </a:ext>
            </a:extLst>
          </p:cNvPr>
          <p:cNvSpPr txBox="1"/>
          <p:nvPr/>
        </p:nvSpPr>
        <p:spPr>
          <a:xfrm>
            <a:off x="2015790" y="296094"/>
            <a:ext cx="34176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No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015254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1077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 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80" y="1131589"/>
            <a:ext cx="6024232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4863498" y="203741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4934662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5878737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6799456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 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51371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Event Log S3 Info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155483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071316" y="4498995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runner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371507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6448231" y="800770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296201" y="814663"/>
            <a:ext cx="152031" cy="15538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076637" y="152770"/>
            <a:ext cx="2784375" cy="5049148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36238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906688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329476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94472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518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 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142933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38446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296673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542921-40E0-1C06-8450-772409D02D30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8AE6B2E-6416-C6C2-5B25-380DAE40FC0F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92884-EBA5-C226-4F5C-7463901FCA09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F0A7F50-FBC3-8588-5454-57C92E4FC599}"/>
              </a:ext>
            </a:extLst>
          </p:cNvPr>
          <p:cNvCxnSpPr>
            <a:cxnSpLocks/>
          </p:cNvCxnSpPr>
          <p:nvPr/>
        </p:nvCxnSpPr>
        <p:spPr>
          <a:xfrm>
            <a:off x="116764" y="320467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7153216-4FCD-07E0-2422-3C68A4F609E9}"/>
              </a:ext>
            </a:extLst>
          </p:cNvPr>
          <p:cNvSpPr txBox="1"/>
          <p:nvPr/>
        </p:nvSpPr>
        <p:spPr>
          <a:xfrm>
            <a:off x="461069" y="200436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3F1207-400F-3364-0829-BB8671C64CC2}"/>
              </a:ext>
            </a:extLst>
          </p:cNvPr>
          <p:cNvCxnSpPr>
            <a:cxnSpLocks/>
          </p:cNvCxnSpPr>
          <p:nvPr/>
        </p:nvCxnSpPr>
        <p:spPr>
          <a:xfrm>
            <a:off x="111002" y="507606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FDD6B8-47F5-CB3E-66FE-C8236788B947}"/>
              </a:ext>
            </a:extLst>
          </p:cNvPr>
          <p:cNvSpPr txBox="1"/>
          <p:nvPr/>
        </p:nvSpPr>
        <p:spPr>
          <a:xfrm>
            <a:off x="461069" y="387575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310CB46E-6C9F-BC9D-2B60-94447393A5FA}"/>
              </a:ext>
            </a:extLst>
          </p:cNvPr>
          <p:cNvSpPr/>
          <p:nvPr/>
        </p:nvSpPr>
        <p:spPr>
          <a:xfrm>
            <a:off x="101678" y="683309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934712-5AEE-C557-B706-A0BB9DE86A62}"/>
              </a:ext>
            </a:extLst>
          </p:cNvPr>
          <p:cNvSpPr txBox="1"/>
          <p:nvPr/>
        </p:nvSpPr>
        <p:spPr>
          <a:xfrm>
            <a:off x="461069" y="570090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6F1F416-FA4B-828C-2F77-9CDB3BF71247}"/>
              </a:ext>
            </a:extLst>
          </p:cNvPr>
          <p:cNvCxnSpPr>
            <a:cxnSpLocks/>
            <a:endCxn id="1028" idx="1"/>
          </p:cNvCxnSpPr>
          <p:nvPr/>
        </p:nvCxnSpPr>
        <p:spPr>
          <a:xfrm rot="5400000" flipH="1" flipV="1">
            <a:off x="4134827" y="2169338"/>
            <a:ext cx="571648" cy="89189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09ED272E-1A19-6344-0BAF-6185A670CB12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36627" y="2468508"/>
            <a:ext cx="71425" cy="184144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4765FCB-3631-7131-BF3C-72C3D2AE764C}"/>
              </a:ext>
            </a:extLst>
          </p:cNvPr>
          <p:cNvSpPr txBox="1"/>
          <p:nvPr/>
        </p:nvSpPr>
        <p:spPr>
          <a:xfrm>
            <a:off x="7020272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</p:spTree>
    <p:extLst>
      <p:ext uri="{BB962C8B-B14F-4D97-AF65-F5344CB8AC3E}">
        <p14:creationId xmlns:p14="http://schemas.microsoft.com/office/powerpoint/2010/main" val="3434700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 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79" y="1131589"/>
            <a:ext cx="7400949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 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Event Log S3 Info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88063" y="3693297"/>
            <a:ext cx="5613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US" sz="800">
                <a:solidFill>
                  <a:schemeClr val="tx2"/>
                </a:solidFill>
              </a:rPr>
              <a:t>Job Run</a:t>
            </a:r>
          </a:p>
          <a:p>
            <a:pPr algn="ctr"/>
            <a:r>
              <a:rPr lang="en-US" sz="800">
                <a:solidFill>
                  <a:schemeClr val="tx2"/>
                </a:solidFill>
              </a:rPr>
              <a:t>CR</a:t>
            </a:r>
            <a:endParaRPr lang="en-KR" sz="800">
              <a:solidFill>
                <a:schemeClr val="tx2"/>
              </a:solidFill>
            </a:endParaRP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16764" y="320467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461069" y="200436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11002" y="507606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461069" y="387575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020272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01678" y="683309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461069" y="570090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036627" y="2468508"/>
            <a:ext cx="71425" cy="184144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325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 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4AF73F1-9BF8-4CE4-C638-8A80349C80E2}"/>
              </a:ext>
            </a:extLst>
          </p:cNvPr>
          <p:cNvSpPr/>
          <p:nvPr/>
        </p:nvSpPr>
        <p:spPr>
          <a:xfrm>
            <a:off x="7828873" y="3599234"/>
            <a:ext cx="1177462" cy="124484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D</a:t>
            </a:r>
            <a:endParaRPr lang="ko-KR" altLang="en-US" sz="100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F0DA952-F073-F229-EE5F-6E360517B5CB}"/>
              </a:ext>
            </a:extLst>
          </p:cNvPr>
          <p:cNvSpPr/>
          <p:nvPr/>
        </p:nvSpPr>
        <p:spPr>
          <a:xfrm>
            <a:off x="7797800" y="1211792"/>
            <a:ext cx="1241744" cy="3395697"/>
          </a:xfrm>
          <a:prstGeom prst="roundRect">
            <a:avLst>
              <a:gd name="adj" fmla="val 7786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ACK Controller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12" name="모서리가 둥근 직사각형 2">
            <a:extLst>
              <a:ext uri="{FF2B5EF4-FFF2-40B4-BE49-F238E27FC236}">
                <a16:creationId xmlns:a16="http://schemas.microsoft.com/office/drawing/2014/main" id="{E326A126-282C-8B2D-DBA2-2739A21B321A}"/>
              </a:ext>
            </a:extLst>
          </p:cNvPr>
          <p:cNvSpPr/>
          <p:nvPr/>
        </p:nvSpPr>
        <p:spPr>
          <a:xfrm>
            <a:off x="7883433" y="3657408"/>
            <a:ext cx="1068342" cy="840833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ack-emr-containers-controller Pod</a:t>
            </a:r>
          </a:p>
          <a:p>
            <a:pPr algn="ctr"/>
            <a:r>
              <a:rPr lang="en-US" altLang="ko-KR" sz="900" b="1"/>
              <a:t>(startJobRun</a:t>
            </a:r>
            <a:r>
              <a:rPr lang="ko-KR" altLang="en-US" sz="900" b="1"/>
              <a:t> </a:t>
            </a:r>
            <a:r>
              <a:rPr lang="en-US" altLang="ko-KR" sz="900" b="1"/>
              <a:t>API)</a:t>
            </a:r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1976E243-DAB3-12BD-36A3-79B107B6AB58}"/>
              </a:ext>
            </a:extLst>
          </p:cNvPr>
          <p:cNvSpPr/>
          <p:nvPr/>
        </p:nvSpPr>
        <p:spPr>
          <a:xfrm>
            <a:off x="7883433" y="1712648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 Cluster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900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123B121B-673D-1F33-584F-930600D75A69}"/>
              </a:ext>
            </a:extLst>
          </p:cNvPr>
          <p:cNvSpPr/>
          <p:nvPr/>
        </p:nvSpPr>
        <p:spPr>
          <a:xfrm>
            <a:off x="7883433" y="2644363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Job Run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1000"/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8439C7BA-4A7D-DDBD-EE91-A42DA3D20D86}"/>
              </a:ext>
            </a:extLst>
          </p:cNvPr>
          <p:cNvCxnSpPr>
            <a:cxnSpLocks/>
            <a:stCxn id="1482" idx="4"/>
            <a:endCxn id="16" idx="1"/>
          </p:cNvCxnSpPr>
          <p:nvPr/>
        </p:nvCxnSpPr>
        <p:spPr>
          <a:xfrm rot="5400000" flipH="1" flipV="1">
            <a:off x="3755692" y="-416378"/>
            <a:ext cx="701523" cy="7553957"/>
          </a:xfrm>
          <a:prstGeom prst="bentConnector4">
            <a:avLst>
              <a:gd name="adj1" fmla="val -198984"/>
              <a:gd name="adj2" fmla="val 98362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</p:cNvCxnSpPr>
          <p:nvPr/>
        </p:nvCxnSpPr>
        <p:spPr>
          <a:xfrm rot="16200000" flipV="1">
            <a:off x="7252963" y="1970465"/>
            <a:ext cx="1873508" cy="1215897"/>
          </a:xfrm>
          <a:prstGeom prst="bentConnector3">
            <a:avLst>
              <a:gd name="adj1" fmla="val 100027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689653" y="351516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7790793" y="393170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34D3F18-74F6-5A18-1492-3A5A77AF7731}"/>
              </a:ext>
            </a:extLst>
          </p:cNvPr>
          <p:cNvCxnSpPr>
            <a:cxnSpLocks/>
            <a:stCxn id="1239" idx="2"/>
            <a:endCxn id="112" idx="3"/>
          </p:cNvCxnSpPr>
          <p:nvPr/>
        </p:nvCxnSpPr>
        <p:spPr>
          <a:xfrm flipH="1">
            <a:off x="3232336" y="4039720"/>
            <a:ext cx="4558457" cy="477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2">
            <a:extLst>
              <a:ext uri="{FF2B5EF4-FFF2-40B4-BE49-F238E27FC236}">
                <a16:creationId xmlns:a16="http://schemas.microsoft.com/office/drawing/2014/main" id="{E670AA20-665C-28E1-EF38-67D56804E11D}"/>
              </a:ext>
            </a:extLst>
          </p:cNvPr>
          <p:cNvSpPr/>
          <p:nvPr/>
        </p:nvSpPr>
        <p:spPr>
          <a:xfrm>
            <a:off x="4863498" y="203741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20" name="모서리가 둥근 직사각형 2">
            <a:extLst>
              <a:ext uri="{FF2B5EF4-FFF2-40B4-BE49-F238E27FC236}">
                <a16:creationId xmlns:a16="http://schemas.microsoft.com/office/drawing/2014/main" id="{9594F444-C7F0-8354-4B68-6A620D12A73F}"/>
              </a:ext>
            </a:extLst>
          </p:cNvPr>
          <p:cNvSpPr/>
          <p:nvPr/>
        </p:nvSpPr>
        <p:spPr>
          <a:xfrm>
            <a:off x="4934662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21" name="모서리가 둥근 직사각형 2">
            <a:extLst>
              <a:ext uri="{FF2B5EF4-FFF2-40B4-BE49-F238E27FC236}">
                <a16:creationId xmlns:a16="http://schemas.microsoft.com/office/drawing/2014/main" id="{FA50F673-DB30-C07A-5EDB-227DD4FFA32C}"/>
              </a:ext>
            </a:extLst>
          </p:cNvPr>
          <p:cNvSpPr/>
          <p:nvPr/>
        </p:nvSpPr>
        <p:spPr>
          <a:xfrm>
            <a:off x="5878737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24" name="모서리가 둥근 직사각형 2">
            <a:extLst>
              <a:ext uri="{FF2B5EF4-FFF2-40B4-BE49-F238E27FC236}">
                <a16:creationId xmlns:a16="http://schemas.microsoft.com/office/drawing/2014/main" id="{907F0B10-B167-BFD9-EED4-AECB3F320714}"/>
              </a:ext>
            </a:extLst>
          </p:cNvPr>
          <p:cNvSpPr/>
          <p:nvPr/>
        </p:nvSpPr>
        <p:spPr>
          <a:xfrm>
            <a:off x="6799456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E7C007-66B3-765F-C8D1-D7196CD3198B}"/>
              </a:ext>
            </a:extLst>
          </p:cNvPr>
          <p:cNvSpPr txBox="1"/>
          <p:nvPr/>
        </p:nvSpPr>
        <p:spPr>
          <a:xfrm>
            <a:off x="6448231" y="800770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F4B0EA2E-CB5F-A6AA-F339-1DE0C375BB09}"/>
              </a:ext>
            </a:extLst>
          </p:cNvPr>
          <p:cNvCxnSpPr>
            <a:cxnSpLocks/>
            <a:stCxn id="25" idx="1"/>
            <a:endCxn id="18" idx="2"/>
          </p:cNvCxnSpPr>
          <p:nvPr/>
        </p:nvCxnSpPr>
        <p:spPr>
          <a:xfrm rot="10800000">
            <a:off x="6296201" y="814663"/>
            <a:ext cx="152031" cy="15538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9D69FE1F-61A6-CCCF-3742-243598CDB780}"/>
              </a:ext>
            </a:extLst>
          </p:cNvPr>
          <p:cNvSpPr/>
          <p:nvPr/>
        </p:nvSpPr>
        <p:spPr>
          <a:xfrm>
            <a:off x="4142933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1141C78-4C33-28BB-F18C-F4E2E97F5BBD}"/>
              </a:ext>
            </a:extLst>
          </p:cNvPr>
          <p:cNvSpPr/>
          <p:nvPr/>
        </p:nvSpPr>
        <p:spPr>
          <a:xfrm>
            <a:off x="438446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14BE98-6438-E0C9-1249-5A8536E2824F}"/>
              </a:ext>
            </a:extLst>
          </p:cNvPr>
          <p:cNvSpPr txBox="1"/>
          <p:nvPr/>
        </p:nvSpPr>
        <p:spPr>
          <a:xfrm>
            <a:off x="4296673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36A91833-31F0-792F-9986-094B9C2BDCF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134827" y="2169338"/>
            <a:ext cx="571648" cy="89189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39BD4C7-0834-9440-DE00-DF6F62BF2F01}"/>
              </a:ext>
            </a:extLst>
          </p:cNvPr>
          <p:cNvSpPr txBox="1"/>
          <p:nvPr/>
        </p:nvSpPr>
        <p:spPr>
          <a:xfrm>
            <a:off x="7728902" y="3197824"/>
            <a:ext cx="1163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 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4F2310-DD76-DA2A-2982-417BDBA6C397}"/>
              </a:ext>
            </a:extLst>
          </p:cNvPr>
          <p:cNvSpPr txBox="1"/>
          <p:nvPr/>
        </p:nvSpPr>
        <p:spPr>
          <a:xfrm>
            <a:off x="3361470" y="3998843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runner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</a:t>
            </a:r>
          </a:p>
        </p:txBody>
      </p:sp>
    </p:spTree>
    <p:extLst>
      <p:ext uri="{BB962C8B-B14F-4D97-AF65-F5344CB8AC3E}">
        <p14:creationId xmlns:p14="http://schemas.microsoft.com/office/powerpoint/2010/main" val="4279916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80" y="1131589"/>
            <a:ext cx="6024232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4863498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4798381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493466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587873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6799456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51371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155483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068912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371507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6921407" y="936927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296201" y="903138"/>
            <a:ext cx="625207" cy="2030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076637" y="152770"/>
            <a:ext cx="2784375" cy="5049148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36238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906688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329476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94472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16764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461069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11002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461069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029928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01678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461069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023381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518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25540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496935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409144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413F7C0-C302-093C-BB82-2D653BA883E7}"/>
              </a:ext>
            </a:extLst>
          </p:cNvPr>
          <p:cNvCxnSpPr>
            <a:cxnSpLocks/>
          </p:cNvCxnSpPr>
          <p:nvPr/>
        </p:nvCxnSpPr>
        <p:spPr>
          <a:xfrm flipV="1">
            <a:off x="4485939" y="2093889"/>
            <a:ext cx="0" cy="41176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B4542921-40E0-1C06-8450-772409D02D30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8AE6B2E-6416-C6C2-5B25-380DAE40FC0F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92884-EBA5-C226-4F5C-7463901FCA09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16983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79" y="1131589"/>
            <a:ext cx="7400949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4863498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4798381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493466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587873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6799456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068912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6921407" y="936927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296201" y="903138"/>
            <a:ext cx="625207" cy="2030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906688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96878" y="3693297"/>
            <a:ext cx="5437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Jobruns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16764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461069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11002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461069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029928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01678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461069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023381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2854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25540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496935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409144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413F7C0-C302-093C-BB82-2D653BA883E7}"/>
              </a:ext>
            </a:extLst>
          </p:cNvPr>
          <p:cNvCxnSpPr>
            <a:cxnSpLocks/>
          </p:cNvCxnSpPr>
          <p:nvPr/>
        </p:nvCxnSpPr>
        <p:spPr>
          <a:xfrm flipV="1">
            <a:off x="4485939" y="2093889"/>
            <a:ext cx="0" cy="41176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4AF73F1-9BF8-4CE4-C638-8A80349C80E2}"/>
              </a:ext>
            </a:extLst>
          </p:cNvPr>
          <p:cNvSpPr/>
          <p:nvPr/>
        </p:nvSpPr>
        <p:spPr>
          <a:xfrm>
            <a:off x="7828873" y="3599234"/>
            <a:ext cx="1177462" cy="124484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D</a:t>
            </a:r>
            <a:endParaRPr lang="ko-KR" altLang="en-US" sz="100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F0DA952-F073-F229-EE5F-6E360517B5CB}"/>
              </a:ext>
            </a:extLst>
          </p:cNvPr>
          <p:cNvSpPr/>
          <p:nvPr/>
        </p:nvSpPr>
        <p:spPr>
          <a:xfrm>
            <a:off x="7797800" y="1211792"/>
            <a:ext cx="1241744" cy="3395697"/>
          </a:xfrm>
          <a:prstGeom prst="roundRect">
            <a:avLst>
              <a:gd name="adj" fmla="val 7786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ACK Controller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12" name="모서리가 둥근 직사각형 2">
            <a:extLst>
              <a:ext uri="{FF2B5EF4-FFF2-40B4-BE49-F238E27FC236}">
                <a16:creationId xmlns:a16="http://schemas.microsoft.com/office/drawing/2014/main" id="{E326A126-282C-8B2D-DBA2-2739A21B321A}"/>
              </a:ext>
            </a:extLst>
          </p:cNvPr>
          <p:cNvSpPr/>
          <p:nvPr/>
        </p:nvSpPr>
        <p:spPr>
          <a:xfrm>
            <a:off x="7883433" y="3657408"/>
            <a:ext cx="1068342" cy="840833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ack-emr-containers-controller Pod</a:t>
            </a:r>
          </a:p>
          <a:p>
            <a:pPr algn="ctr"/>
            <a:r>
              <a:rPr lang="en-US" altLang="ko-KR" sz="900" b="1"/>
              <a:t>(startJobRun</a:t>
            </a:r>
            <a:r>
              <a:rPr lang="ko-KR" altLang="en-US" sz="900" b="1"/>
              <a:t> </a:t>
            </a:r>
            <a:r>
              <a:rPr lang="en-US" altLang="ko-KR" sz="900" b="1"/>
              <a:t>API)</a:t>
            </a:r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1976E243-DAB3-12BD-36A3-79B107B6AB58}"/>
              </a:ext>
            </a:extLst>
          </p:cNvPr>
          <p:cNvSpPr/>
          <p:nvPr/>
        </p:nvSpPr>
        <p:spPr>
          <a:xfrm>
            <a:off x="7883433" y="1712648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 Cluster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900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123B121B-673D-1F33-584F-930600D75A69}"/>
              </a:ext>
            </a:extLst>
          </p:cNvPr>
          <p:cNvSpPr/>
          <p:nvPr/>
        </p:nvSpPr>
        <p:spPr>
          <a:xfrm>
            <a:off x="7883433" y="2644363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Jobrun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1000"/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8439C7BA-4A7D-DDBD-EE91-A42DA3D20D86}"/>
              </a:ext>
            </a:extLst>
          </p:cNvPr>
          <p:cNvCxnSpPr>
            <a:cxnSpLocks/>
            <a:stCxn id="1482" idx="4"/>
            <a:endCxn id="16" idx="1"/>
          </p:cNvCxnSpPr>
          <p:nvPr/>
        </p:nvCxnSpPr>
        <p:spPr>
          <a:xfrm rot="5400000" flipH="1" flipV="1">
            <a:off x="3755692" y="-416378"/>
            <a:ext cx="701523" cy="7553957"/>
          </a:xfrm>
          <a:prstGeom prst="bentConnector4">
            <a:avLst>
              <a:gd name="adj1" fmla="val -198984"/>
              <a:gd name="adj2" fmla="val 98362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</p:cNvCxnSpPr>
          <p:nvPr/>
        </p:nvCxnSpPr>
        <p:spPr>
          <a:xfrm rot="16200000" flipV="1">
            <a:off x="7252963" y="1970465"/>
            <a:ext cx="1873508" cy="1215897"/>
          </a:xfrm>
          <a:prstGeom prst="bentConnector3">
            <a:avLst>
              <a:gd name="adj1" fmla="val 100027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689653" y="351516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7790793" y="393170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34D3F18-74F6-5A18-1492-3A5A77AF7731}"/>
              </a:ext>
            </a:extLst>
          </p:cNvPr>
          <p:cNvCxnSpPr>
            <a:cxnSpLocks/>
            <a:stCxn id="1239" idx="2"/>
            <a:endCxn id="112" idx="3"/>
          </p:cNvCxnSpPr>
          <p:nvPr/>
        </p:nvCxnSpPr>
        <p:spPr>
          <a:xfrm flipH="1">
            <a:off x="3232336" y="4039720"/>
            <a:ext cx="4558457" cy="477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7220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2974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291337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2" y="1131589"/>
            <a:ext cx="6024232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540994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600312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6016005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708630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134380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644383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315826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600312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644383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315826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069263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921160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912721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205544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149619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070338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736128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2232233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979406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979406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978150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319748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110249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109500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421182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2228365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6282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735758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713438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3219882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322253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473385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2176722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917228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736128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426365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39794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283387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642389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632066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627975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7192289" y="936927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567083" y="903138"/>
            <a:ext cx="625207" cy="2030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347519" y="152770"/>
            <a:ext cx="2784375" cy="5049148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107120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77570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2172974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2172974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2187294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1123856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299501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669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408547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600358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492346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565354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387646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731951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381884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731951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598082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721031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1079025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561433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4182766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314488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702527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7270655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00810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372560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731951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675913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6091050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6150368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6194439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865882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6150368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6194439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865882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4252592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9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A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/ 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3181918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590559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3073906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3111601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802057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494484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4071844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307892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409634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162643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2259502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294263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716175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6239540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2189677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336734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2191489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7067564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984232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6116984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6021905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571343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292784" y="1012658"/>
            <a:ext cx="2711824" cy="4407901"/>
          </a:xfrm>
          <a:prstGeom prst="bentConnector4">
            <a:avLst>
              <a:gd name="adj1" fmla="val -8430"/>
              <a:gd name="adj2" fmla="val 10518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361780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526286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767817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680026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519734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7761265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7673474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413F7C0-C302-093C-BB82-2D653BA883E7}"/>
              </a:ext>
            </a:extLst>
          </p:cNvPr>
          <p:cNvCxnSpPr>
            <a:cxnSpLocks/>
          </p:cNvCxnSpPr>
          <p:nvPr/>
        </p:nvCxnSpPr>
        <p:spPr>
          <a:xfrm flipV="1">
            <a:off x="4756821" y="2093889"/>
            <a:ext cx="0" cy="41176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5717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2974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291337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1" y="1131589"/>
            <a:ext cx="6740965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540994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600312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6121268" y="1344331"/>
            <a:ext cx="905666" cy="918283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899423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764483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644383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315826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600312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644383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315826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699366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921160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7103514" y="1344330"/>
            <a:ext cx="1384982" cy="923219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83564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77972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700441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841391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2232233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7175431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7796005" y="1409323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7175431" y="1665295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>
            <a:off x="779600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272124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27137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421182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2228365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6282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8115366" y="2262614"/>
            <a:ext cx="0" cy="24303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713438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3219882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322253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473385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2176722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917228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841391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426365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39794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283387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642389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632066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627975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4922693" y="674812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0"/>
            <a:endCxn id="62" idx="1"/>
          </p:cNvCxnSpPr>
          <p:nvPr/>
        </p:nvCxnSpPr>
        <p:spPr>
          <a:xfrm rot="5400000" flipH="1" flipV="1">
            <a:off x="5518594" y="428923"/>
            <a:ext cx="77135" cy="4146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548755" y="-48466"/>
            <a:ext cx="2784375" cy="5451620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107120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77570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2172974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2172974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2187294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1123856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299501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669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408547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600358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492346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565354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387646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731951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381884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731951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598082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721031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1079025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561433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4182766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314488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702527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7270655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00810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372560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731951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781175" y="1285156"/>
            <a:ext cx="3771153" cy="1151081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6091050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6150368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6194439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865882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6150368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6194439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865882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4252592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8" y="1211792"/>
            <a:ext cx="6521882" cy="3395697"/>
          </a:xfrm>
          <a:prstGeom prst="roundRect">
            <a:avLst>
              <a:gd name="adj" fmla="val 3227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A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/ 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3181918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590559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3073906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3111601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802057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494484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4071844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307892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409634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162643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2259502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294263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716175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6239540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2189677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336734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2191489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7067564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984232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6116984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6021905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571343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642625" y="662818"/>
            <a:ext cx="2711824" cy="5107582"/>
          </a:xfrm>
          <a:prstGeom prst="bentConnector4">
            <a:avLst>
              <a:gd name="adj1" fmla="val -8430"/>
              <a:gd name="adj2" fmla="val 10447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568051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cxnSp>
        <p:nvCxnSpPr>
          <p:cNvPr id="1158" name="Elbow Connector 1157">
            <a:extLst>
              <a:ext uri="{FF2B5EF4-FFF2-40B4-BE49-F238E27FC236}">
                <a16:creationId xmlns:a16="http://schemas.microsoft.com/office/drawing/2014/main" id="{A8252B4C-14E5-1775-8474-A17F6858190B}"/>
              </a:ext>
            </a:extLst>
          </p:cNvPr>
          <p:cNvCxnSpPr>
            <a:cxnSpLocks/>
            <a:endCxn id="1028" idx="1"/>
          </p:cNvCxnSpPr>
          <p:nvPr/>
        </p:nvCxnSpPr>
        <p:spPr>
          <a:xfrm rot="5400000" flipH="1" flipV="1">
            <a:off x="4472200" y="2150155"/>
            <a:ext cx="591237" cy="147145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463988" y="250565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705519" y="250565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617728" y="2488315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884615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812614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8038355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23763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2974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291337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1" y="1131589"/>
            <a:ext cx="6740965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540994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600312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6121268" y="1344331"/>
            <a:ext cx="905666" cy="918283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899423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764483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644383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315826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600312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644383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315826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699366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921160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7103514" y="1344330"/>
            <a:ext cx="1384982" cy="923219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83564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77972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700441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841391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2232233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7175431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7796005" y="1409323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7175431" y="1665295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>
            <a:off x="779600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272124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27137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421182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2228365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6282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  <a:stCxn id="1139" idx="0"/>
          </p:cNvCxnSpPr>
          <p:nvPr/>
        </p:nvCxnSpPr>
        <p:spPr>
          <a:xfrm flipV="1">
            <a:off x="8115366" y="2208313"/>
            <a:ext cx="0" cy="2694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9" name="TextBox 1138">
            <a:extLst>
              <a:ext uri="{FF2B5EF4-FFF2-40B4-BE49-F238E27FC236}">
                <a16:creationId xmlns:a16="http://schemas.microsoft.com/office/drawing/2014/main" id="{9845C353-20AB-2343-9930-3FA93E5C923C}"/>
              </a:ext>
            </a:extLst>
          </p:cNvPr>
          <p:cNvSpPr txBox="1"/>
          <p:nvPr/>
        </p:nvSpPr>
        <p:spPr>
          <a:xfrm>
            <a:off x="7538784" y="2477764"/>
            <a:ext cx="11531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Collector &amp;</a:t>
            </a:r>
          </a:p>
          <a:p>
            <a:pPr algn="ctr"/>
            <a:r>
              <a:rPr lang="en-KR" sz="800"/>
              <a:t>All fluentd Loggers</a:t>
            </a:r>
          </a:p>
        </p:txBody>
      </p: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713438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3219882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322253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473385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2176722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917228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841391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426365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39794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283387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642389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632066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627975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4922693" y="674812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0"/>
            <a:endCxn id="62" idx="1"/>
          </p:cNvCxnSpPr>
          <p:nvPr/>
        </p:nvCxnSpPr>
        <p:spPr>
          <a:xfrm rot="5400000" flipH="1" flipV="1">
            <a:off x="5518594" y="428923"/>
            <a:ext cx="77135" cy="4146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548755" y="-48466"/>
            <a:ext cx="2784375" cy="5451620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107120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58801" y="1038743"/>
            <a:ext cx="780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2172974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2172974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2187294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1123856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299501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669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408547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600358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492346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565354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387646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731951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381884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731951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598082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721031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1079025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561433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4182766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314488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702527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7270655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00810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372560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731951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781175" y="1285156"/>
            <a:ext cx="3771153" cy="1151081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startJobRun API’s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6091050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6150368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6194439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865882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6150368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6194439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865882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4252592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8" y="1211792"/>
            <a:ext cx="6521882" cy="3395697"/>
          </a:xfrm>
          <a:prstGeom prst="roundRect">
            <a:avLst>
              <a:gd name="adj" fmla="val 3227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/ 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3181918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590559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3073906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3111601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802057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494484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4071844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307892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409634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162643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2228378" y="2400063"/>
            <a:ext cx="810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294263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716175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6239540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executor’s </a:t>
            </a:r>
          </a:p>
          <a:p>
            <a:pPr algn="ctr"/>
            <a:r>
              <a:rPr lang="en-US" sz="800">
                <a:solidFill>
                  <a:schemeClr val="tx2"/>
                </a:solidFill>
              </a:rPr>
              <a:t>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2189677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305436" y="3680454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2191489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7067564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984232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6116984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6021905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571343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964997" y="309148"/>
            <a:ext cx="2035781" cy="5138880"/>
          </a:xfrm>
          <a:prstGeom prst="bentConnector4">
            <a:avLst>
              <a:gd name="adj1" fmla="val -33264"/>
              <a:gd name="adj2" fmla="val 10444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606757" y="4560468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spark-submit Configs</a:t>
            </a:r>
          </a:p>
        </p:txBody>
      </p:sp>
      <p:cxnSp>
        <p:nvCxnSpPr>
          <p:cNvPr id="1158" name="Elbow Connector 1157">
            <a:extLst>
              <a:ext uri="{FF2B5EF4-FFF2-40B4-BE49-F238E27FC236}">
                <a16:creationId xmlns:a16="http://schemas.microsoft.com/office/drawing/2014/main" id="{A8252B4C-14E5-1775-8474-A17F6858190B}"/>
              </a:ext>
            </a:extLst>
          </p:cNvPr>
          <p:cNvCxnSpPr>
            <a:cxnSpLocks/>
            <a:endCxn id="1028" idx="1"/>
          </p:cNvCxnSpPr>
          <p:nvPr/>
        </p:nvCxnSpPr>
        <p:spPr>
          <a:xfrm rot="5400000" flipH="1" flipV="1">
            <a:off x="4441718" y="2181296"/>
            <a:ext cx="652860" cy="146485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463988" y="257078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705519" y="257078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617728" y="255345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72385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3105992"/>
            <a:ext cx="1631390" cy="1738091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6721" y="3756366"/>
            <a:ext cx="1322750" cy="784179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356544" y="3803118"/>
            <a:ext cx="964130" cy="21603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(spark-submit)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1" y="1131589"/>
            <a:ext cx="6740965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100" b="1">
                <a:solidFill>
                  <a:sysClr val="windowText" lastClr="000000"/>
                </a:solidFill>
              </a:rPr>
              <a:t>EKS/Kubernetes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5030940" y="3105994"/>
            <a:ext cx="1631390" cy="17380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5178689" y="316313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850861" y="1290030"/>
            <a:ext cx="1096289" cy="918283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899423" y="1910873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764483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5222760" y="322013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894203" y="322013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5178689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5222760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894203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95" name="모서리가 둥근 직사각형 2">
            <a:extLst>
              <a:ext uri="{FF2B5EF4-FFF2-40B4-BE49-F238E27FC236}">
                <a16:creationId xmlns:a16="http://schemas.microsoft.com/office/drawing/2014/main" id="{5CC75511-F635-D607-4E98-308A70EE2FC0}"/>
              </a:ext>
            </a:extLst>
          </p:cNvPr>
          <p:cNvSpPr/>
          <p:nvPr/>
        </p:nvSpPr>
        <p:spPr>
          <a:xfrm>
            <a:off x="6925192" y="3105993"/>
            <a:ext cx="1631390" cy="1738088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97" name="모서리가 둥근 직사각형 2">
            <a:extLst>
              <a:ext uri="{FF2B5EF4-FFF2-40B4-BE49-F238E27FC236}">
                <a16:creationId xmlns:a16="http://schemas.microsoft.com/office/drawing/2014/main" id="{4FF8627E-F8FA-AE67-4C00-4E2154629D99}"/>
              </a:ext>
            </a:extLst>
          </p:cNvPr>
          <p:cNvSpPr/>
          <p:nvPr/>
        </p:nvSpPr>
        <p:spPr>
          <a:xfrm>
            <a:off x="7072941" y="316313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98" name="모서리가 둥근 직사각형 2">
            <a:extLst>
              <a:ext uri="{FF2B5EF4-FFF2-40B4-BE49-F238E27FC236}">
                <a16:creationId xmlns:a16="http://schemas.microsoft.com/office/drawing/2014/main" id="{D083FE77-F766-53D7-5FE9-0171070F003E}"/>
              </a:ext>
            </a:extLst>
          </p:cNvPr>
          <p:cNvSpPr/>
          <p:nvPr/>
        </p:nvSpPr>
        <p:spPr>
          <a:xfrm>
            <a:off x="7117012" y="322013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99" name="모서리가 둥근 직사각형 2">
            <a:extLst>
              <a:ext uri="{FF2B5EF4-FFF2-40B4-BE49-F238E27FC236}">
                <a16:creationId xmlns:a16="http://schemas.microsoft.com/office/drawing/2014/main" id="{E4BCE5D8-EC70-EBE7-A7BD-FF47DC9550A9}"/>
              </a:ext>
            </a:extLst>
          </p:cNvPr>
          <p:cNvSpPr/>
          <p:nvPr/>
        </p:nvSpPr>
        <p:spPr>
          <a:xfrm>
            <a:off x="7788455" y="322013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3" name="모서리가 둥근 직사각형 2">
            <a:extLst>
              <a:ext uri="{FF2B5EF4-FFF2-40B4-BE49-F238E27FC236}">
                <a16:creationId xmlns:a16="http://schemas.microsoft.com/office/drawing/2014/main" id="{3A28222F-B861-FBF8-4E22-FBD0AF6BB78F}"/>
              </a:ext>
            </a:extLst>
          </p:cNvPr>
          <p:cNvSpPr/>
          <p:nvPr/>
        </p:nvSpPr>
        <p:spPr>
          <a:xfrm>
            <a:off x="7072941" y="397277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04" name="모서리가 둥근 직사각형 2">
            <a:extLst>
              <a:ext uri="{FF2B5EF4-FFF2-40B4-BE49-F238E27FC236}">
                <a16:creationId xmlns:a16="http://schemas.microsoft.com/office/drawing/2014/main" id="{DE30B5BA-90B9-C1FF-E82C-D69FEB064416}"/>
              </a:ext>
            </a:extLst>
          </p:cNvPr>
          <p:cNvSpPr/>
          <p:nvPr/>
        </p:nvSpPr>
        <p:spPr>
          <a:xfrm>
            <a:off x="7117012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5" name="모서리가 둥근 직사각형 2">
            <a:extLst>
              <a:ext uri="{FF2B5EF4-FFF2-40B4-BE49-F238E27FC236}">
                <a16:creationId xmlns:a16="http://schemas.microsoft.com/office/drawing/2014/main" id="{236C680F-FFF9-C124-70B7-9FAB85A832D9}"/>
              </a:ext>
            </a:extLst>
          </p:cNvPr>
          <p:cNvSpPr/>
          <p:nvPr/>
        </p:nvSpPr>
        <p:spPr>
          <a:xfrm>
            <a:off x="7788455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5128468" y="2889575"/>
            <a:ext cx="3322385" cy="165974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8" y="1211792"/>
            <a:ext cx="6521882" cy="3395697"/>
          </a:xfrm>
          <a:prstGeom prst="roundRect">
            <a:avLst>
              <a:gd name="adj" fmla="val 3227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1000" b="1">
                <a:solidFill>
                  <a:sysClr val="windowText" lastClr="000000"/>
                </a:solidFill>
              </a:rPr>
              <a:t>EMR Virtual Cluster / Namespace</a:t>
            </a:r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699366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316313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3220134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892235" y="3220134"/>
            <a:ext cx="560755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7036232" y="1290029"/>
            <a:ext cx="1519546" cy="923219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83564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77972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700441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2176722" y="1526295"/>
            <a:ext cx="960946" cy="41872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3302134" y="177623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7175431" y="1355022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7796005" y="1355022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7175431" y="161099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>
            <a:off x="7796005" y="1610994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097029" y="1355022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096280" y="1610994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4535190" y="1877728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3302134" y="216351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722999" y="2343050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078" name="Straight Arrow Connector 1077">
            <a:extLst>
              <a:ext uri="{FF2B5EF4-FFF2-40B4-BE49-F238E27FC236}">
                <a16:creationId xmlns:a16="http://schemas.microsoft.com/office/drawing/2014/main" id="{5134E773-DB98-218D-06DC-F1D52E281507}"/>
              </a:ext>
            </a:extLst>
          </p:cNvPr>
          <p:cNvCxnSpPr>
            <a:cxnSpLocks/>
            <a:stCxn id="1087" idx="0"/>
            <a:endCxn id="1028" idx="2"/>
          </p:cNvCxnSpPr>
          <p:nvPr/>
        </p:nvCxnSpPr>
        <p:spPr>
          <a:xfrm flipV="1">
            <a:off x="2657195" y="1945021"/>
            <a:ext cx="0" cy="1207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7" name="TextBox 1086">
            <a:extLst>
              <a:ext uri="{FF2B5EF4-FFF2-40B4-BE49-F238E27FC236}">
                <a16:creationId xmlns:a16="http://schemas.microsoft.com/office/drawing/2014/main" id="{FA5D3708-CB2B-20F7-4AAA-B77F4AFC2709}"/>
              </a:ext>
            </a:extLst>
          </p:cNvPr>
          <p:cNvSpPr txBox="1"/>
          <p:nvPr/>
        </p:nvSpPr>
        <p:spPr>
          <a:xfrm>
            <a:off x="2174849" y="2065721"/>
            <a:ext cx="964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job-runner </a:t>
            </a:r>
            <a:br>
              <a:rPr lang="en-KR" sz="800"/>
            </a:br>
            <a:r>
              <a:rPr lang="en-KR" sz="800"/>
              <a:t>&amp; driver </a:t>
            </a:r>
            <a:br>
              <a:rPr lang="en-KR" sz="800"/>
            </a:br>
            <a:r>
              <a:rPr lang="en-KR" sz="800"/>
              <a:t>&amp; executor pods</a:t>
            </a:r>
          </a:p>
        </p:txBody>
      </p:sp>
      <p:cxnSp>
        <p:nvCxnSpPr>
          <p:cNvPr id="1135" name="Elbow Connector 1134">
            <a:extLst>
              <a:ext uri="{FF2B5EF4-FFF2-40B4-BE49-F238E27FC236}">
                <a16:creationId xmlns:a16="http://schemas.microsoft.com/office/drawing/2014/main" id="{E4ED5C30-17C7-5625-B959-89509EBA6A0F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3495522" y="2208313"/>
            <a:ext cx="2903484" cy="173143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  <a:stCxn id="1139" idx="0"/>
          </p:cNvCxnSpPr>
          <p:nvPr/>
        </p:nvCxnSpPr>
        <p:spPr>
          <a:xfrm flipH="1" flipV="1">
            <a:off x="8157232" y="2213324"/>
            <a:ext cx="1" cy="1223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9" name="TextBox 1138">
            <a:extLst>
              <a:ext uri="{FF2B5EF4-FFF2-40B4-BE49-F238E27FC236}">
                <a16:creationId xmlns:a16="http://schemas.microsoft.com/office/drawing/2014/main" id="{9845C353-20AB-2343-9930-3FA93E5C923C}"/>
              </a:ext>
            </a:extLst>
          </p:cNvPr>
          <p:cNvSpPr txBox="1"/>
          <p:nvPr/>
        </p:nvSpPr>
        <p:spPr>
          <a:xfrm>
            <a:off x="7580651" y="2335673"/>
            <a:ext cx="11531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Collector &amp;</a:t>
            </a:r>
          </a:p>
          <a:p>
            <a:pPr algn="ctr"/>
            <a:r>
              <a:rPr lang="en-KR" sz="800"/>
              <a:t>All fluentd Loggers</a:t>
            </a:r>
          </a:p>
        </p:txBody>
      </p: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  <a:stCxn id="125" idx="3"/>
            <a:endCxn id="126" idx="1"/>
          </p:cNvCxnSpPr>
          <p:nvPr/>
        </p:nvCxnSpPr>
        <p:spPr>
          <a:xfrm>
            <a:off x="2713438" y="3347734"/>
            <a:ext cx="17879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  <a:stCxn id="61" idx="1"/>
            <a:endCxn id="60" idx="3"/>
          </p:cNvCxnSpPr>
          <p:nvPr/>
        </p:nvCxnSpPr>
        <p:spPr>
          <a:xfrm flipH="1">
            <a:off x="3219882" y="695154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240112" y="4220744"/>
            <a:ext cx="1401376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aws CLI</a:t>
            </a:r>
          </a:p>
          <a:p>
            <a:pPr algn="ctr"/>
            <a:r>
              <a:rPr lang="en-US" altLang="ko-KR" sz="1000" b="1"/>
              <a:t>(startJobRun)</a:t>
            </a:r>
            <a:endParaRPr lang="ko-KR" altLang="en-US" sz="10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>
            <a:off x="604811" y="1873888"/>
            <a:ext cx="904178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</p:cNvCxnSpPr>
          <p:nvPr/>
        </p:nvCxnSpPr>
        <p:spPr>
          <a:xfrm rot="10800000">
            <a:off x="2137830" y="3447073"/>
            <a:ext cx="54092" cy="348953"/>
          </a:xfrm>
          <a:prstGeom prst="bentConnector3">
            <a:avLst>
              <a:gd name="adj1" fmla="val 1547367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1" name="Elbow Connector 1180">
            <a:extLst>
              <a:ext uri="{FF2B5EF4-FFF2-40B4-BE49-F238E27FC236}">
                <a16:creationId xmlns:a16="http://schemas.microsoft.com/office/drawing/2014/main" id="{ADBEFBBF-D2B6-D877-90D5-9096364EA5BB}"/>
              </a:ext>
            </a:extLst>
          </p:cNvPr>
          <p:cNvCxnSpPr>
            <a:cxnSpLocks/>
            <a:stCxn id="14" idx="0"/>
          </p:cNvCxnSpPr>
          <p:nvPr/>
        </p:nvCxnSpPr>
        <p:spPr>
          <a:xfrm rot="5400000" flipH="1" flipV="1">
            <a:off x="3910728" y="1840320"/>
            <a:ext cx="20465" cy="2447754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289" idx="2"/>
            <a:endCxn id="125" idx="2"/>
          </p:cNvCxnSpPr>
          <p:nvPr/>
        </p:nvCxnSpPr>
        <p:spPr>
          <a:xfrm rot="10800000">
            <a:off x="2467116" y="3475335"/>
            <a:ext cx="2550683" cy="250837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3" name="모서리가 둥근 직사각형 2">
            <a:extLst>
              <a:ext uri="{FF2B5EF4-FFF2-40B4-BE49-F238E27FC236}">
                <a16:creationId xmlns:a16="http://schemas.microsoft.com/office/drawing/2014/main" id="{2DA97100-1DDE-10B6-F93C-364CFF8DA848}"/>
              </a:ext>
            </a:extLst>
          </p:cNvPr>
          <p:cNvSpPr/>
          <p:nvPr/>
        </p:nvSpPr>
        <p:spPr>
          <a:xfrm>
            <a:off x="2172974" y="2634913"/>
            <a:ext cx="964693" cy="33168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Web UI </a:t>
            </a:r>
          </a:p>
          <a:p>
            <a:pPr algn="ctr"/>
            <a:r>
              <a:rPr lang="en-US" altLang="ko-KR" sz="800"/>
              <a:t>/ Service</a:t>
            </a:r>
            <a:endParaRPr lang="ko-KR" altLang="en-US" sz="800"/>
          </a:p>
        </p:txBody>
      </p: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623540" y="1294542"/>
            <a:ext cx="111947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754838"/>
            <a:ext cx="0" cy="1347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3" name="Elbow Connector 1232">
            <a:extLst>
              <a:ext uri="{FF2B5EF4-FFF2-40B4-BE49-F238E27FC236}">
                <a16:creationId xmlns:a16="http://schemas.microsoft.com/office/drawing/2014/main" id="{3B11851D-E411-C5C4-E5EA-2C57A9956B3A}"/>
              </a:ext>
            </a:extLst>
          </p:cNvPr>
          <p:cNvCxnSpPr>
            <a:cxnSpLocks/>
            <a:stCxn id="1245" idx="2"/>
            <a:endCxn id="1213" idx="1"/>
          </p:cNvCxnSpPr>
          <p:nvPr/>
        </p:nvCxnSpPr>
        <p:spPr>
          <a:xfrm rot="10800000">
            <a:off x="2172974" y="2800757"/>
            <a:ext cx="18948" cy="1218393"/>
          </a:xfrm>
          <a:prstGeom prst="bentConnector3">
            <a:avLst>
              <a:gd name="adj1" fmla="val 481859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530853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01492" y="4568850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45" name="Oval 1244">
            <a:extLst>
              <a:ext uri="{FF2B5EF4-FFF2-40B4-BE49-F238E27FC236}">
                <a16:creationId xmlns:a16="http://schemas.microsoft.com/office/drawing/2014/main" id="{6ACA7884-68B0-5893-7C8A-0BA31B714B25}"/>
              </a:ext>
            </a:extLst>
          </p:cNvPr>
          <p:cNvSpPr/>
          <p:nvPr/>
        </p:nvSpPr>
        <p:spPr>
          <a:xfrm>
            <a:off x="2191922" y="391113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68801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263" name="TextBox 1262">
            <a:extLst>
              <a:ext uri="{FF2B5EF4-FFF2-40B4-BE49-F238E27FC236}">
                <a16:creationId xmlns:a16="http://schemas.microsoft.com/office/drawing/2014/main" id="{5F24A700-9A76-02C0-0365-019C69A21337}"/>
              </a:ext>
            </a:extLst>
          </p:cNvPr>
          <p:cNvSpPr txBox="1"/>
          <p:nvPr/>
        </p:nvSpPr>
        <p:spPr>
          <a:xfrm>
            <a:off x="1278137" y="2806262"/>
            <a:ext cx="753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web UI Service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338031" y="3448882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746877" y="4148456"/>
            <a:ext cx="429844" cy="267848"/>
          </a:xfrm>
          <a:prstGeom prst="bentConnector3">
            <a:avLst>
              <a:gd name="adj1" fmla="val 4056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2" name="Straight Arrow Connector 1281">
            <a:extLst>
              <a:ext uri="{FF2B5EF4-FFF2-40B4-BE49-F238E27FC236}">
                <a16:creationId xmlns:a16="http://schemas.microsoft.com/office/drawing/2014/main" id="{F1C23D1F-B209-DA4B-189A-D0EDFD553FE6}"/>
              </a:ext>
            </a:extLst>
          </p:cNvPr>
          <p:cNvCxnSpPr>
            <a:cxnSpLocks/>
            <a:stCxn id="1513" idx="0"/>
          </p:cNvCxnSpPr>
          <p:nvPr/>
        </p:nvCxnSpPr>
        <p:spPr>
          <a:xfrm flipV="1">
            <a:off x="2237950" y="2966599"/>
            <a:ext cx="0" cy="10196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307442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4233935" y="3017225"/>
            <a:ext cx="1060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820544" y="3525289"/>
            <a:ext cx="10603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to driver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B40A2550-7DB3-FECB-3761-25460FF1545A}"/>
              </a:ext>
            </a:extLst>
          </p:cNvPr>
          <p:cNvSpPr/>
          <p:nvPr/>
        </p:nvSpPr>
        <p:spPr>
          <a:xfrm>
            <a:off x="5017798" y="36181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2"/>
                </a:solidFill>
              </a:rPr>
              <a:t>9</a:t>
            </a:r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4922693" y="674812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0"/>
            <a:endCxn id="62" idx="1"/>
          </p:cNvCxnSpPr>
          <p:nvPr/>
        </p:nvCxnSpPr>
        <p:spPr>
          <a:xfrm rot="5400000" flipH="1" flipV="1">
            <a:off x="5518594" y="428923"/>
            <a:ext cx="77135" cy="4146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23" idx="0"/>
          </p:cNvCxnSpPr>
          <p:nvPr/>
        </p:nvCxnSpPr>
        <p:spPr>
          <a:xfrm rot="5400000" flipH="1" flipV="1">
            <a:off x="2408614" y="79140"/>
            <a:ext cx="2779501" cy="5201283"/>
          </a:xfrm>
          <a:prstGeom prst="bentConnector3">
            <a:avLst>
              <a:gd name="adj1" fmla="val 108224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0" name="Elbow Connector 1389">
            <a:extLst>
              <a:ext uri="{FF2B5EF4-FFF2-40B4-BE49-F238E27FC236}">
                <a16:creationId xmlns:a16="http://schemas.microsoft.com/office/drawing/2014/main" id="{E7371D27-877A-EC5D-706B-BBE954236BF6}"/>
              </a:ext>
            </a:extLst>
          </p:cNvPr>
          <p:cNvCxnSpPr>
            <a:cxnSpLocks/>
            <a:stCxn id="1395" idx="0"/>
            <a:endCxn id="127" idx="0"/>
          </p:cNvCxnSpPr>
          <p:nvPr/>
        </p:nvCxnSpPr>
        <p:spPr>
          <a:xfrm rot="5400000" flipH="1" flipV="1">
            <a:off x="3107113" y="-619361"/>
            <a:ext cx="2779502" cy="6598282"/>
          </a:xfrm>
          <a:prstGeom prst="bentConnector3">
            <a:avLst>
              <a:gd name="adj1" fmla="val 108224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089711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cxnSp>
        <p:nvCxnSpPr>
          <p:cNvPr id="1398" name="Elbow Connector 1397">
            <a:extLst>
              <a:ext uri="{FF2B5EF4-FFF2-40B4-BE49-F238E27FC236}">
                <a16:creationId xmlns:a16="http://schemas.microsoft.com/office/drawing/2014/main" id="{8561BE5D-A1BA-8C39-9586-4F21FFD332E3}"/>
              </a:ext>
            </a:extLst>
          </p:cNvPr>
          <p:cNvCxnSpPr>
            <a:cxnSpLocks/>
            <a:stCxn id="1395" idx="0"/>
            <a:endCxn id="1028" idx="1"/>
          </p:cNvCxnSpPr>
          <p:nvPr/>
        </p:nvCxnSpPr>
        <p:spPr>
          <a:xfrm rot="5400000" flipH="1" flipV="1">
            <a:off x="520286" y="2413096"/>
            <a:ext cx="2333873" cy="978999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58801" y="1154930"/>
            <a:ext cx="780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3239812" y="1720870"/>
            <a:ext cx="2463451" cy="985255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1000">
                <a:solidFill>
                  <a:sysClr val="windowText" lastClr="000000"/>
                </a:solidFill>
              </a:rPr>
              <a:t>Driver </a:t>
            </a:r>
          </a:p>
          <a:p>
            <a:pPr algn="r"/>
            <a:r>
              <a:rPr lang="en-KR" sz="1000">
                <a:solidFill>
                  <a:sysClr val="windowText" lastClr="000000"/>
                </a:solidFill>
              </a:rPr>
              <a:t>ConfigMaps</a:t>
            </a:r>
          </a:p>
        </p:txBody>
      </p:sp>
      <p:cxnSp>
        <p:nvCxnSpPr>
          <p:cNvPr id="1420" name="Elbow Connector 1419">
            <a:extLst>
              <a:ext uri="{FF2B5EF4-FFF2-40B4-BE49-F238E27FC236}">
                <a16:creationId xmlns:a16="http://schemas.microsoft.com/office/drawing/2014/main" id="{937F3AE4-FF45-7DAD-31FD-EB30D08E5958}"/>
              </a:ext>
            </a:extLst>
          </p:cNvPr>
          <p:cNvCxnSpPr>
            <a:cxnSpLocks/>
            <a:stCxn id="1395" idx="0"/>
            <a:endCxn id="1216" idx="0"/>
          </p:cNvCxnSpPr>
          <p:nvPr/>
        </p:nvCxnSpPr>
        <p:spPr>
          <a:xfrm rot="5400000" flipH="1" flipV="1">
            <a:off x="1803007" y="689259"/>
            <a:ext cx="2774989" cy="3985557"/>
          </a:xfrm>
          <a:prstGeom prst="bentConnector3">
            <a:avLst>
              <a:gd name="adj1" fmla="val 10823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6"/>
          </p:cNvCxnSpPr>
          <p:nvPr/>
        </p:nvCxnSpPr>
        <p:spPr>
          <a:xfrm flipV="1">
            <a:off x="3442676" y="2703637"/>
            <a:ext cx="183405" cy="1193064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3226652" y="378868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3479047" y="3153375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>
            <a:off x="3334664" y="2703637"/>
            <a:ext cx="0" cy="4594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353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286231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478042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370030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437820" y="3676142"/>
            <a:ext cx="80022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900">
                <a:solidFill>
                  <a:schemeClr val="tx2"/>
                </a:solidFill>
              </a:rPr>
              <a:t>Submit 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79192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523497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73430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523497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1" name="Straight Arrow Connector 1490">
            <a:extLst>
              <a:ext uri="{FF2B5EF4-FFF2-40B4-BE49-F238E27FC236}">
                <a16:creationId xmlns:a16="http://schemas.microsoft.com/office/drawing/2014/main" id="{DDA65CD1-25F1-F9B5-D711-A78C45EFBE11}"/>
              </a:ext>
            </a:extLst>
          </p:cNvPr>
          <p:cNvCxnSpPr>
            <a:cxnSpLocks/>
            <a:endCxn id="1492" idx="1"/>
          </p:cNvCxnSpPr>
          <p:nvPr/>
        </p:nvCxnSpPr>
        <p:spPr>
          <a:xfrm>
            <a:off x="173430" y="504922"/>
            <a:ext cx="35006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2" name="TextBox 1491">
            <a:extLst>
              <a:ext uri="{FF2B5EF4-FFF2-40B4-BE49-F238E27FC236}">
                <a16:creationId xmlns:a16="http://schemas.microsoft.com/office/drawing/2014/main" id="{88BD5E18-782D-512F-5482-81C2C9DAC1FF}"/>
              </a:ext>
            </a:extLst>
          </p:cNvPr>
          <p:cNvSpPr txBox="1"/>
          <p:nvPr/>
        </p:nvSpPr>
        <p:spPr>
          <a:xfrm>
            <a:off x="523497" y="389506"/>
            <a:ext cx="9076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Spark Web UI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2"/>
          </p:cNvCxnSpPr>
          <p:nvPr/>
        </p:nvCxnSpPr>
        <p:spPr>
          <a:xfrm rot="5400000" flipH="1" flipV="1">
            <a:off x="2534301" y="1526838"/>
            <a:ext cx="2586808" cy="1310184"/>
          </a:xfrm>
          <a:prstGeom prst="bentConnector3">
            <a:avLst>
              <a:gd name="adj1" fmla="val -250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60" idx="2"/>
            <a:endCxn id="1470" idx="0"/>
          </p:cNvCxnSpPr>
          <p:nvPr/>
        </p:nvCxnSpPr>
        <p:spPr>
          <a:xfrm rot="5400000">
            <a:off x="574304" y="793600"/>
            <a:ext cx="1953632" cy="2146613"/>
          </a:xfrm>
          <a:prstGeom prst="bentConnector3">
            <a:avLst>
              <a:gd name="adj1" fmla="val 2521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8" name="Elbow Connector 1507">
            <a:extLst>
              <a:ext uri="{FF2B5EF4-FFF2-40B4-BE49-F238E27FC236}">
                <a16:creationId xmlns:a16="http://schemas.microsoft.com/office/drawing/2014/main" id="{8FAC0D80-5966-191C-1A2D-9BA43C8EAF1C}"/>
              </a:ext>
            </a:extLst>
          </p:cNvPr>
          <p:cNvCxnSpPr>
            <a:cxnSpLocks/>
            <a:stCxn id="1213" idx="0"/>
            <a:endCxn id="1470" idx="3"/>
          </p:cNvCxnSpPr>
          <p:nvPr/>
        </p:nvCxnSpPr>
        <p:spPr>
          <a:xfrm rot="16200000" flipH="1" flipV="1">
            <a:off x="1462162" y="1930022"/>
            <a:ext cx="488269" cy="1898049"/>
          </a:xfrm>
          <a:prstGeom prst="bentConnector4">
            <a:avLst>
              <a:gd name="adj1" fmla="val -10481"/>
              <a:gd name="adj2" fmla="val 90509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13" name="Oval 1512">
            <a:extLst>
              <a:ext uri="{FF2B5EF4-FFF2-40B4-BE49-F238E27FC236}">
                <a16:creationId xmlns:a16="http://schemas.microsoft.com/office/drawing/2014/main" id="{1A6A68C8-540C-E9E6-D9D7-303B42D2BF37}"/>
              </a:ext>
            </a:extLst>
          </p:cNvPr>
          <p:cNvSpPr/>
          <p:nvPr/>
        </p:nvSpPr>
        <p:spPr>
          <a:xfrm>
            <a:off x="2129938" y="306856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00B050"/>
                </a:solidFill>
              </a:rPr>
              <a:t>1</a:t>
            </a:r>
          </a:p>
        </p:txBody>
      </p: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 rot="16200000" flipH="1">
            <a:off x="1095296" y="2222237"/>
            <a:ext cx="1087101" cy="116389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737298" y="2343050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33" idx="4"/>
          </p:cNvCxnSpPr>
          <p:nvPr/>
        </p:nvCxnSpPr>
        <p:spPr>
          <a:xfrm rot="5400000" flipH="1" flipV="1">
            <a:off x="3998958" y="1214298"/>
            <a:ext cx="328289" cy="3391975"/>
          </a:xfrm>
          <a:prstGeom prst="bentConnector3">
            <a:avLst>
              <a:gd name="adj1" fmla="val 41833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589071" y="307442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675649" y="2740371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  <a:stCxn id="29" idx="0"/>
          </p:cNvCxnSpPr>
          <p:nvPr/>
        </p:nvCxnSpPr>
        <p:spPr>
          <a:xfrm flipV="1">
            <a:off x="7390094" y="2753093"/>
            <a:ext cx="0" cy="1148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282082" y="286791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2"/>
                </a:solidFill>
              </a:rPr>
              <a:t>8</a:t>
            </a:r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96406" y="2706267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64106" y="677058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523497" y="563839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502A174C-E4E1-288A-177E-E61E502D4D52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5400000" flipH="1" flipV="1">
            <a:off x="4672893" y="549061"/>
            <a:ext cx="319591" cy="4731147"/>
          </a:xfrm>
          <a:prstGeom prst="bentConnector3">
            <a:avLst>
              <a:gd name="adj1" fmla="val 43312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306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37632</TotalTime>
  <Words>2086</Words>
  <Application>Microsoft Macintosh PowerPoint</Application>
  <PresentationFormat>화면 슬라이드 쇼(16:9)</PresentationFormat>
  <Paragraphs>1082</Paragraphs>
  <Slides>10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5529</cp:revision>
  <dcterms:created xsi:type="dcterms:W3CDTF">2006-10-05T04:04:58Z</dcterms:created>
  <dcterms:modified xsi:type="dcterms:W3CDTF">2026-06-06T12:04:01Z</dcterms:modified>
</cp:coreProperties>
</file>
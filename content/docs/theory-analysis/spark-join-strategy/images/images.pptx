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456" r:id="rId2"/>
    <p:sldId id="446" r:id="rId3"/>
    <p:sldId id="461" r:id="rId4"/>
    <p:sldId id="464" r:id="rId5"/>
    <p:sldId id="465" r:id="rId6"/>
    <p:sldId id="467" r:id="rId7"/>
    <p:sldId id="457" r:id="rId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96" autoAdjust="0"/>
    <p:restoredTop sz="95864" autoAdjust="0"/>
  </p:normalViewPr>
  <p:slideViewPr>
    <p:cSldViewPr>
      <p:cViewPr varScale="1">
        <p:scale>
          <a:sx n="200" d="100"/>
          <a:sy n="200" d="100"/>
        </p:scale>
        <p:origin x="176" y="156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2026. 6. 7.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96771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2026. 6. 7.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2026. 6. 7.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2026. 6. 7.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2026. 6. 7.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6CB9D-5E7C-CAAC-F181-3F56A3E42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9D7D378-70B3-FBC5-EFEB-512A3AB6F5FB}"/>
              </a:ext>
            </a:extLst>
          </p:cNvPr>
          <p:cNvSpPr/>
          <p:nvPr/>
        </p:nvSpPr>
        <p:spPr>
          <a:xfrm>
            <a:off x="715306" y="14196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</a:t>
            </a:r>
            <a:br>
              <a:rPr lang="en-US" altLang="ko-KR" sz="800"/>
            </a:br>
            <a:r>
              <a:rPr lang="en-US" altLang="ko-KR" sz="800"/>
              <a:t>Nested Loop Join</a:t>
            </a:r>
            <a:endParaRPr lang="ko-KR" altLang="en-US" sz="800"/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460E890-09C4-F4F8-990E-DE8BB9A2F8AC}"/>
              </a:ext>
            </a:extLst>
          </p:cNvPr>
          <p:cNvSpPr/>
          <p:nvPr/>
        </p:nvSpPr>
        <p:spPr>
          <a:xfrm>
            <a:off x="711486" y="2800259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</a:t>
            </a:r>
            <a:br>
              <a:rPr lang="en-US" altLang="ko-KR" sz="800"/>
            </a:br>
            <a:r>
              <a:rPr lang="en-US" altLang="ko-KR" sz="800"/>
              <a:t>Nested Loop Join </a:t>
            </a:r>
            <a:endParaRPr lang="ko-KR" altLang="en-US" sz="800"/>
          </a:p>
        </p:txBody>
      </p:sp>
      <p:sp>
        <p:nvSpPr>
          <p:cNvPr id="8" name="모서리가 둥근 직사각형 2">
            <a:extLst>
              <a:ext uri="{FF2B5EF4-FFF2-40B4-BE49-F238E27FC236}">
                <a16:creationId xmlns:a16="http://schemas.microsoft.com/office/drawing/2014/main" id="{AB392C2F-1F3A-1C56-18DE-488E7E21E628}"/>
              </a:ext>
            </a:extLst>
          </p:cNvPr>
          <p:cNvSpPr/>
          <p:nvPr/>
        </p:nvSpPr>
        <p:spPr>
          <a:xfrm>
            <a:off x="3959932" y="195486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Equi-join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9" name="모서리가 둥근 직사각형 2">
            <a:extLst>
              <a:ext uri="{FF2B5EF4-FFF2-40B4-BE49-F238E27FC236}">
                <a16:creationId xmlns:a16="http://schemas.microsoft.com/office/drawing/2014/main" id="{85450235-B4A6-9A15-3522-77F7E089233A}"/>
              </a:ext>
            </a:extLst>
          </p:cNvPr>
          <p:cNvSpPr/>
          <p:nvPr/>
        </p:nvSpPr>
        <p:spPr>
          <a:xfrm>
            <a:off x="2731530" y="732342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Hint Applicable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10" name="모서리가 둥근 직사각형 2">
            <a:extLst>
              <a:ext uri="{FF2B5EF4-FFF2-40B4-BE49-F238E27FC236}">
                <a16:creationId xmlns:a16="http://schemas.microsoft.com/office/drawing/2014/main" id="{162F91B2-FF40-156E-297B-1ECD052428AB}"/>
              </a:ext>
            </a:extLst>
          </p:cNvPr>
          <p:cNvSpPr/>
          <p:nvPr/>
        </p:nvSpPr>
        <p:spPr>
          <a:xfrm>
            <a:off x="5184068" y="733256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Hint Applicable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11" name="모서리가 둥근 직사각형 2">
            <a:extLst>
              <a:ext uri="{FF2B5EF4-FFF2-40B4-BE49-F238E27FC236}">
                <a16:creationId xmlns:a16="http://schemas.microsoft.com/office/drawing/2014/main" id="{692D6140-AF4A-1142-89F6-C1D4E2AEB196}"/>
              </a:ext>
            </a:extLst>
          </p:cNvPr>
          <p:cNvSpPr/>
          <p:nvPr/>
        </p:nvSpPr>
        <p:spPr>
          <a:xfrm>
            <a:off x="715306" y="73234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From Hint</a:t>
            </a:r>
            <a:endParaRPr lang="ko-KR" altLang="en-US" sz="800"/>
          </a:p>
        </p:txBody>
      </p:sp>
      <p:cxnSp>
        <p:nvCxnSpPr>
          <p:cNvPr id="13" name="꺾인 연결선[E] 12">
            <a:extLst>
              <a:ext uri="{FF2B5EF4-FFF2-40B4-BE49-F238E27FC236}">
                <a16:creationId xmlns:a16="http://schemas.microsoft.com/office/drawing/2014/main" id="{26DFAB01-43F2-BF9D-2334-2EF1629D84EF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5184068" y="366927"/>
            <a:ext cx="612068" cy="366329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꺾인 연결선[E] 13">
            <a:extLst>
              <a:ext uri="{FF2B5EF4-FFF2-40B4-BE49-F238E27FC236}">
                <a16:creationId xmlns:a16="http://schemas.microsoft.com/office/drawing/2014/main" id="{39A80D30-15D4-CC88-7FEE-2DB3F3C6A273}"/>
              </a:ext>
            </a:extLst>
          </p:cNvPr>
          <p:cNvCxnSpPr>
            <a:cxnSpLocks/>
            <a:stCxn id="8" idx="1"/>
            <a:endCxn id="9" idx="0"/>
          </p:cNvCxnSpPr>
          <p:nvPr/>
        </p:nvCxnSpPr>
        <p:spPr>
          <a:xfrm rot="10800000" flipV="1">
            <a:off x="3343598" y="366926"/>
            <a:ext cx="616334" cy="36541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719BD0E-EA84-7FCD-AB87-C747DF82FAAA}"/>
              </a:ext>
            </a:extLst>
          </p:cNvPr>
          <p:cNvCxnSpPr>
            <a:stCxn id="9" idx="1"/>
            <a:endCxn id="11" idx="3"/>
          </p:cNvCxnSpPr>
          <p:nvPr/>
        </p:nvCxnSpPr>
        <p:spPr>
          <a:xfrm flipH="1">
            <a:off x="2155466" y="903783"/>
            <a:ext cx="576064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모서리가 둥근 직사각형 2">
            <a:extLst>
              <a:ext uri="{FF2B5EF4-FFF2-40B4-BE49-F238E27FC236}">
                <a16:creationId xmlns:a16="http://schemas.microsoft.com/office/drawing/2014/main" id="{D202354A-BD3C-C3DF-6E7B-535DE149566E}"/>
              </a:ext>
            </a:extLst>
          </p:cNvPr>
          <p:cNvSpPr/>
          <p:nvPr/>
        </p:nvSpPr>
        <p:spPr>
          <a:xfrm>
            <a:off x="6990010" y="727785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From Hint</a:t>
            </a:r>
            <a:endParaRPr lang="ko-KR" altLang="en-US" sz="800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B897C67-54ED-DF09-6062-B2A8D78FCC1F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 flipV="1">
            <a:off x="6408204" y="899226"/>
            <a:ext cx="581806" cy="547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144EBD4E-5342-801E-7073-7A8A8A4F2299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3343598" y="1075223"/>
            <a:ext cx="0" cy="34439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모서리가 둥근 직사각형 2">
            <a:extLst>
              <a:ext uri="{FF2B5EF4-FFF2-40B4-BE49-F238E27FC236}">
                <a16:creationId xmlns:a16="http://schemas.microsoft.com/office/drawing/2014/main" id="{79995265-9831-8123-6D36-FB438A4AD6F5}"/>
              </a:ext>
            </a:extLst>
          </p:cNvPr>
          <p:cNvSpPr/>
          <p:nvPr/>
        </p:nvSpPr>
        <p:spPr>
          <a:xfrm>
            <a:off x="2731530" y="1419622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Able to Broadcast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36" name="모서리가 둥근 직사각형 2">
            <a:extLst>
              <a:ext uri="{FF2B5EF4-FFF2-40B4-BE49-F238E27FC236}">
                <a16:creationId xmlns:a16="http://schemas.microsoft.com/office/drawing/2014/main" id="{8FC813EF-6D05-6D61-700D-9CD076D6CFFD}"/>
              </a:ext>
            </a:extLst>
          </p:cNvPr>
          <p:cNvSpPr/>
          <p:nvPr/>
        </p:nvSpPr>
        <p:spPr>
          <a:xfrm>
            <a:off x="5184068" y="1419622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Able to Broadcast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1805E334-BBF2-6805-F8D4-EBB89CCF34DE}"/>
              </a:ext>
            </a:extLst>
          </p:cNvPr>
          <p:cNvCxnSpPr>
            <a:cxnSpLocks/>
            <a:stCxn id="10" idx="2"/>
            <a:endCxn id="36" idx="0"/>
          </p:cNvCxnSpPr>
          <p:nvPr/>
        </p:nvCxnSpPr>
        <p:spPr>
          <a:xfrm>
            <a:off x="5796136" y="1076137"/>
            <a:ext cx="0" cy="34348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BA8FF61F-293F-DFD1-62B6-941B187C310B}"/>
              </a:ext>
            </a:extLst>
          </p:cNvPr>
          <p:cNvCxnSpPr>
            <a:cxnSpLocks/>
            <a:stCxn id="35" idx="1"/>
            <a:endCxn id="3" idx="3"/>
          </p:cNvCxnSpPr>
          <p:nvPr/>
        </p:nvCxnSpPr>
        <p:spPr>
          <a:xfrm flipH="1">
            <a:off x="2155466" y="1591063"/>
            <a:ext cx="576064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1397E902-B383-CB5F-17F2-DA736A4D3176}"/>
              </a:ext>
            </a:extLst>
          </p:cNvPr>
          <p:cNvSpPr/>
          <p:nvPr/>
        </p:nvSpPr>
        <p:spPr>
          <a:xfrm>
            <a:off x="6992354" y="2800260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Shuffle Hash Join</a:t>
            </a:r>
            <a:endParaRPr lang="ko-KR" altLang="en-US" sz="800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1E377ECA-6D9C-230A-6A0E-50ED7328D63A}"/>
              </a:ext>
            </a:extLst>
          </p:cNvPr>
          <p:cNvSpPr/>
          <p:nvPr/>
        </p:nvSpPr>
        <p:spPr>
          <a:xfrm>
            <a:off x="6990010" y="14196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2">
              <a:lumMod val="7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Hash Join</a:t>
            </a:r>
            <a:endParaRPr lang="ko-KR" altLang="en-US" sz="8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9AAC65-4256-3377-813A-A25F3BDC6FD2}"/>
              </a:ext>
            </a:extLst>
          </p:cNvPr>
          <p:cNvCxnSpPr>
            <a:cxnSpLocks/>
            <a:stCxn id="36" idx="3"/>
            <a:endCxn id="50" idx="1"/>
          </p:cNvCxnSpPr>
          <p:nvPr/>
        </p:nvCxnSpPr>
        <p:spPr>
          <a:xfrm>
            <a:off x="6408204" y="1591063"/>
            <a:ext cx="581806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C152D0A7-8359-FC82-AF6E-EBA9AF8C9130}"/>
              </a:ext>
            </a:extLst>
          </p:cNvPr>
          <p:cNvSpPr/>
          <p:nvPr/>
        </p:nvSpPr>
        <p:spPr>
          <a:xfrm>
            <a:off x="2731530" y="2111461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Inner Join Like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4884D017-B303-D42B-4C8F-F24D41AC1DF9}"/>
              </a:ext>
            </a:extLst>
          </p:cNvPr>
          <p:cNvCxnSpPr>
            <a:cxnSpLocks/>
            <a:stCxn id="35" idx="2"/>
            <a:endCxn id="60" idx="0"/>
          </p:cNvCxnSpPr>
          <p:nvPr/>
        </p:nvCxnSpPr>
        <p:spPr>
          <a:xfrm>
            <a:off x="3343598" y="1762503"/>
            <a:ext cx="0" cy="34895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8F1162A4-BFC1-332C-2686-7D02C7E3FDFB}"/>
              </a:ext>
            </a:extLst>
          </p:cNvPr>
          <p:cNvSpPr/>
          <p:nvPr/>
        </p:nvSpPr>
        <p:spPr>
          <a:xfrm>
            <a:off x="715306" y="2111461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Cartesian Product</a:t>
            </a:r>
          </a:p>
          <a:p>
            <a:pPr algn="ctr"/>
            <a:r>
              <a:rPr lang="en-US" altLang="ko-KR" sz="800"/>
              <a:t>(for Non Equi-join)</a:t>
            </a: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9F523309-0C36-B96C-D128-492D624E4415}"/>
              </a:ext>
            </a:extLst>
          </p:cNvPr>
          <p:cNvCxnSpPr>
            <a:cxnSpLocks/>
            <a:stCxn id="60" idx="1"/>
            <a:endCxn id="65" idx="3"/>
          </p:cNvCxnSpPr>
          <p:nvPr/>
        </p:nvCxnSpPr>
        <p:spPr>
          <a:xfrm flipH="1">
            <a:off x="2155466" y="2282902"/>
            <a:ext cx="576064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983C4D7B-CF74-BC8C-9EA4-0714EEE810BD}"/>
              </a:ext>
            </a:extLst>
          </p:cNvPr>
          <p:cNvSpPr/>
          <p:nvPr/>
        </p:nvSpPr>
        <p:spPr>
          <a:xfrm>
            <a:off x="5184068" y="2111460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Prefer </a:t>
            </a:r>
            <a:br>
              <a:rPr kumimoji="1" lang="en-US" altLang="ko-KR" sz="800">
                <a:solidFill>
                  <a:sysClr val="windowText" lastClr="000000"/>
                </a:solidFill>
              </a:rPr>
            </a:br>
            <a:r>
              <a:rPr kumimoji="1" lang="en-US" altLang="ko-KR" sz="800">
                <a:solidFill>
                  <a:sysClr val="windowText" lastClr="000000"/>
                </a:solidFill>
              </a:rPr>
              <a:t>Sort Merge Join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254BDB10-0C1B-43DC-FB3F-70A1F98FD169}"/>
              </a:ext>
            </a:extLst>
          </p:cNvPr>
          <p:cNvCxnSpPr>
            <a:cxnSpLocks/>
            <a:stCxn id="36" idx="2"/>
            <a:endCxn id="71" idx="0"/>
          </p:cNvCxnSpPr>
          <p:nvPr/>
        </p:nvCxnSpPr>
        <p:spPr>
          <a:xfrm>
            <a:off x="5796136" y="1762503"/>
            <a:ext cx="0" cy="34895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모서리가 둥근 직사각형 2">
            <a:extLst>
              <a:ext uri="{FF2B5EF4-FFF2-40B4-BE49-F238E27FC236}">
                <a16:creationId xmlns:a16="http://schemas.microsoft.com/office/drawing/2014/main" id="{CE2D8750-DB7C-E206-530E-3C4248F48927}"/>
              </a:ext>
            </a:extLst>
          </p:cNvPr>
          <p:cNvSpPr/>
          <p:nvPr/>
        </p:nvSpPr>
        <p:spPr>
          <a:xfrm>
            <a:off x="5184068" y="2803298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Local Hash Possible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77" name="모서리가 둥근 직사각형 2">
            <a:extLst>
              <a:ext uri="{FF2B5EF4-FFF2-40B4-BE49-F238E27FC236}">
                <a16:creationId xmlns:a16="http://schemas.microsoft.com/office/drawing/2014/main" id="{6D5248A1-6195-043E-E2F4-0FC9DA4BC6C0}"/>
              </a:ext>
            </a:extLst>
          </p:cNvPr>
          <p:cNvSpPr/>
          <p:nvPr/>
        </p:nvSpPr>
        <p:spPr>
          <a:xfrm>
            <a:off x="5184068" y="3489061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Rows Sortable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B9387E00-81AA-A710-43CE-74DD732C01AC}"/>
              </a:ext>
            </a:extLst>
          </p:cNvPr>
          <p:cNvCxnSpPr>
            <a:cxnSpLocks/>
            <a:stCxn id="71" idx="2"/>
            <a:endCxn id="76" idx="0"/>
          </p:cNvCxnSpPr>
          <p:nvPr/>
        </p:nvCxnSpPr>
        <p:spPr>
          <a:xfrm>
            <a:off x="5796136" y="2454341"/>
            <a:ext cx="0" cy="34895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EF84DF59-9E7A-33AB-9251-830ACC4EC2CA}"/>
              </a:ext>
            </a:extLst>
          </p:cNvPr>
          <p:cNvCxnSpPr>
            <a:cxnSpLocks/>
            <a:stCxn id="71" idx="1"/>
            <a:endCxn id="77" idx="1"/>
          </p:cNvCxnSpPr>
          <p:nvPr/>
        </p:nvCxnSpPr>
        <p:spPr>
          <a:xfrm rot="10800000" flipV="1">
            <a:off x="5184068" y="2282900"/>
            <a:ext cx="12700" cy="1377601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8DA98C9-466A-2107-EAAC-E156DD215AFB}"/>
              </a:ext>
            </a:extLst>
          </p:cNvPr>
          <p:cNvCxnSpPr>
            <a:cxnSpLocks/>
            <a:stCxn id="76" idx="2"/>
            <a:endCxn id="77" idx="0"/>
          </p:cNvCxnSpPr>
          <p:nvPr/>
        </p:nvCxnSpPr>
        <p:spPr>
          <a:xfrm>
            <a:off x="5796136" y="3146179"/>
            <a:ext cx="0" cy="34288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7907550A-019E-B68E-41B6-449FD0495025}"/>
              </a:ext>
            </a:extLst>
          </p:cNvPr>
          <p:cNvCxnSpPr>
            <a:cxnSpLocks/>
            <a:stCxn id="76" idx="3"/>
            <a:endCxn id="48" idx="1"/>
          </p:cNvCxnSpPr>
          <p:nvPr/>
        </p:nvCxnSpPr>
        <p:spPr>
          <a:xfrm flipV="1">
            <a:off x="6408204" y="2971701"/>
            <a:ext cx="584150" cy="303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89555392-E23D-4BF6-BBCE-483CB3A59C16}"/>
              </a:ext>
            </a:extLst>
          </p:cNvPr>
          <p:cNvSpPr/>
          <p:nvPr/>
        </p:nvSpPr>
        <p:spPr>
          <a:xfrm>
            <a:off x="6994326" y="3489060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Shuffle Sort Merge Join </a:t>
            </a:r>
            <a:endParaRPr lang="ko-KR" altLang="en-US" sz="800"/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2B6C129-90B4-C4D1-4AB1-A1B800A5C29F}"/>
              </a:ext>
            </a:extLst>
          </p:cNvPr>
          <p:cNvCxnSpPr>
            <a:cxnSpLocks/>
            <a:stCxn id="77" idx="3"/>
            <a:endCxn id="95" idx="1"/>
          </p:cNvCxnSpPr>
          <p:nvPr/>
        </p:nvCxnSpPr>
        <p:spPr>
          <a:xfrm flipV="1">
            <a:off x="6408204" y="3660501"/>
            <a:ext cx="586122" cy="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꺾인 연결선[E] 109">
            <a:extLst>
              <a:ext uri="{FF2B5EF4-FFF2-40B4-BE49-F238E27FC236}">
                <a16:creationId xmlns:a16="http://schemas.microsoft.com/office/drawing/2014/main" id="{62EE1AFD-9E13-BC6F-396B-251D9F3382E0}"/>
              </a:ext>
            </a:extLst>
          </p:cNvPr>
          <p:cNvCxnSpPr>
            <a:cxnSpLocks/>
            <a:stCxn id="60" idx="2"/>
            <a:endCxn id="6" idx="3"/>
          </p:cNvCxnSpPr>
          <p:nvPr/>
        </p:nvCxnSpPr>
        <p:spPr>
          <a:xfrm rot="5400000">
            <a:off x="2488943" y="2117045"/>
            <a:ext cx="517358" cy="1191952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2BBC9B10-2B76-9F3F-A68A-D66C70C7E566}"/>
              </a:ext>
            </a:extLst>
          </p:cNvPr>
          <p:cNvSpPr/>
          <p:nvPr/>
        </p:nvSpPr>
        <p:spPr>
          <a:xfrm>
            <a:off x="5184068" y="4175427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Inner Join Like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2940FCA5-34F8-A37A-E20E-73F00AEBBB45}"/>
              </a:ext>
            </a:extLst>
          </p:cNvPr>
          <p:cNvCxnSpPr>
            <a:cxnSpLocks/>
            <a:stCxn id="77" idx="2"/>
            <a:endCxn id="113" idx="0"/>
          </p:cNvCxnSpPr>
          <p:nvPr/>
        </p:nvCxnSpPr>
        <p:spPr>
          <a:xfrm>
            <a:off x="5796136" y="3831942"/>
            <a:ext cx="0" cy="34348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03F9726B-C802-3993-68DD-51167388B08B}"/>
              </a:ext>
            </a:extLst>
          </p:cNvPr>
          <p:cNvSpPr/>
          <p:nvPr/>
        </p:nvSpPr>
        <p:spPr>
          <a:xfrm>
            <a:off x="6990010" y="41748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Cartesian Product</a:t>
            </a:r>
          </a:p>
          <a:p>
            <a:pPr algn="ctr"/>
            <a:r>
              <a:rPr lang="en-US" altLang="ko-KR" sz="800"/>
              <a:t>(for Equi-join)</a:t>
            </a:r>
          </a:p>
        </p:txBody>
      </p:sp>
      <p:sp>
        <p:nvSpPr>
          <p:cNvPr id="136" name="모서리가 둥근 직사각형 135">
            <a:extLst>
              <a:ext uri="{FF2B5EF4-FFF2-40B4-BE49-F238E27FC236}">
                <a16:creationId xmlns:a16="http://schemas.microsoft.com/office/drawing/2014/main" id="{EF254F01-5614-B4B4-D29E-8C45203D6DED}"/>
              </a:ext>
            </a:extLst>
          </p:cNvPr>
          <p:cNvSpPr/>
          <p:nvPr/>
        </p:nvSpPr>
        <p:spPr>
          <a:xfrm>
            <a:off x="3157787" y="41748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</a:t>
            </a:r>
            <a:br>
              <a:rPr lang="en-US" altLang="ko-KR" sz="800"/>
            </a:br>
            <a:r>
              <a:rPr lang="en-US" altLang="ko-KR" sz="800"/>
              <a:t>Nested Loop Join </a:t>
            </a:r>
            <a:endParaRPr lang="ko-KR" altLang="en-US" sz="800"/>
          </a:p>
        </p:txBody>
      </p: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10AD9F66-22B5-AD99-3467-F30C57301821}"/>
              </a:ext>
            </a:extLst>
          </p:cNvPr>
          <p:cNvCxnSpPr>
            <a:cxnSpLocks/>
            <a:stCxn id="113" idx="3"/>
            <a:endCxn id="135" idx="1"/>
          </p:cNvCxnSpPr>
          <p:nvPr/>
        </p:nvCxnSpPr>
        <p:spPr>
          <a:xfrm flipV="1">
            <a:off x="6408204" y="4346263"/>
            <a:ext cx="581806" cy="60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D00D0452-F4F3-6215-B40D-A04A5AD5C323}"/>
              </a:ext>
            </a:extLst>
          </p:cNvPr>
          <p:cNvCxnSpPr>
            <a:cxnSpLocks/>
          </p:cNvCxnSpPr>
          <p:nvPr/>
        </p:nvCxnSpPr>
        <p:spPr>
          <a:xfrm>
            <a:off x="711486" y="411510"/>
            <a:ext cx="404130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8DF6A355-9129-DC1B-317E-52EFE17F6FBD}"/>
              </a:ext>
            </a:extLst>
          </p:cNvPr>
          <p:cNvCxnSpPr>
            <a:cxnSpLocks/>
          </p:cNvCxnSpPr>
          <p:nvPr/>
        </p:nvCxnSpPr>
        <p:spPr>
          <a:xfrm>
            <a:off x="1611660" y="411510"/>
            <a:ext cx="40413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30BE49B0-5E56-E27A-1CB6-3B0263F4D979}"/>
              </a:ext>
            </a:extLst>
          </p:cNvPr>
          <p:cNvSpPr txBox="1"/>
          <p:nvPr/>
        </p:nvSpPr>
        <p:spPr>
          <a:xfrm>
            <a:off x="1135266" y="296094"/>
            <a:ext cx="36260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/>
              <a:t>Yes</a:t>
            </a:r>
            <a:endParaRPr lang="en-KR" sz="90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9BDB82B4-2DB2-2053-51E9-0A85148F79DB}"/>
              </a:ext>
            </a:extLst>
          </p:cNvPr>
          <p:cNvSpPr txBox="1"/>
          <p:nvPr/>
        </p:nvSpPr>
        <p:spPr>
          <a:xfrm>
            <a:off x="2015790" y="296094"/>
            <a:ext cx="34176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/>
              <a:t>No</a:t>
            </a:r>
            <a:endParaRPr lang="en-KR" sz="900"/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F406D526-F454-D533-4C9F-2F797FC0EA67}"/>
              </a:ext>
            </a:extLst>
          </p:cNvPr>
          <p:cNvCxnSpPr>
            <a:cxnSpLocks/>
            <a:stCxn id="113" idx="1"/>
            <a:endCxn id="136" idx="3"/>
          </p:cNvCxnSpPr>
          <p:nvPr/>
        </p:nvCxnSpPr>
        <p:spPr>
          <a:xfrm flipH="1" flipV="1">
            <a:off x="4597947" y="4346263"/>
            <a:ext cx="586121" cy="60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52549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Rounded Rectangle 3">
            <a:extLst>
              <a:ext uri="{FF2B5EF4-FFF2-40B4-BE49-F238E27FC236}">
                <a16:creationId xmlns:a16="http://schemas.microsoft.com/office/drawing/2014/main" id="{6B1F2571-CAF2-FD74-B4B3-56098EE9A50E}"/>
              </a:ext>
            </a:extLst>
          </p:cNvPr>
          <p:cNvSpPr/>
          <p:nvPr/>
        </p:nvSpPr>
        <p:spPr>
          <a:xfrm>
            <a:off x="1859962" y="1193658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227" name="Rounded Rectangle 3">
            <a:extLst>
              <a:ext uri="{FF2B5EF4-FFF2-40B4-BE49-F238E27FC236}">
                <a16:creationId xmlns:a16="http://schemas.microsoft.com/office/drawing/2014/main" id="{D1C106E6-D8FB-6FFC-BE90-A1FE6DDE3D89}"/>
              </a:ext>
            </a:extLst>
          </p:cNvPr>
          <p:cNvSpPr/>
          <p:nvPr/>
        </p:nvSpPr>
        <p:spPr>
          <a:xfrm>
            <a:off x="1859962" y="1964514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2">
              <a:lumMod val="90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2" name="모서리가 둥근 직사각형 2">
            <a:extLst>
              <a:ext uri="{FF2B5EF4-FFF2-40B4-BE49-F238E27FC236}">
                <a16:creationId xmlns:a16="http://schemas.microsoft.com/office/drawing/2014/main" id="{FB238BCA-0799-0A6A-C5D0-D042AF6C6473}"/>
              </a:ext>
            </a:extLst>
          </p:cNvPr>
          <p:cNvSpPr/>
          <p:nvPr/>
        </p:nvSpPr>
        <p:spPr>
          <a:xfrm>
            <a:off x="638165" y="46882"/>
            <a:ext cx="2952327" cy="914609"/>
          </a:xfrm>
          <a:prstGeom prst="roundRect">
            <a:avLst>
              <a:gd name="adj" fmla="val 851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Driver</a:t>
            </a:r>
            <a:endParaRPr lang="ko-KR" altLang="en-US" sz="1000" b="1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90AF555-140D-D199-8675-C6F911DA0B2A}"/>
              </a:ext>
            </a:extLst>
          </p:cNvPr>
          <p:cNvSpPr/>
          <p:nvPr/>
        </p:nvSpPr>
        <p:spPr>
          <a:xfrm>
            <a:off x="755576" y="324980"/>
            <a:ext cx="1034718" cy="553709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009D104C-84C2-8896-FB3A-4A7F004F78AF}"/>
              </a:ext>
            </a:extLst>
          </p:cNvPr>
          <p:cNvSpPr/>
          <p:nvPr/>
        </p:nvSpPr>
        <p:spPr>
          <a:xfrm>
            <a:off x="638166" y="1121588"/>
            <a:ext cx="2562374" cy="3285312"/>
          </a:xfrm>
          <a:prstGeom prst="roundRect">
            <a:avLst>
              <a:gd name="adj" fmla="val 53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36FBE3CE-50E3-2043-08B4-5ABFA8BCA915}"/>
              </a:ext>
            </a:extLst>
          </p:cNvPr>
          <p:cNvSpPr/>
          <p:nvPr/>
        </p:nvSpPr>
        <p:spPr>
          <a:xfrm>
            <a:off x="3361167" y="1121588"/>
            <a:ext cx="2562374" cy="3285312"/>
          </a:xfrm>
          <a:prstGeom prst="roundRect">
            <a:avLst>
              <a:gd name="adj" fmla="val 5067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7" name="모서리가 둥근 직사각형 2">
            <a:extLst>
              <a:ext uri="{FF2B5EF4-FFF2-40B4-BE49-F238E27FC236}">
                <a16:creationId xmlns:a16="http://schemas.microsoft.com/office/drawing/2014/main" id="{B6335027-798D-6D3C-2080-445A12E68B7A}"/>
              </a:ext>
            </a:extLst>
          </p:cNvPr>
          <p:cNvSpPr/>
          <p:nvPr/>
        </p:nvSpPr>
        <p:spPr>
          <a:xfrm>
            <a:off x="6084168" y="1121588"/>
            <a:ext cx="2562374" cy="3285312"/>
          </a:xfrm>
          <a:prstGeom prst="roundRect">
            <a:avLst>
              <a:gd name="adj" fmla="val 482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8BCC79F-089B-EF74-41C2-865EC1B7706C}"/>
              </a:ext>
            </a:extLst>
          </p:cNvPr>
          <p:cNvSpPr/>
          <p:nvPr/>
        </p:nvSpPr>
        <p:spPr>
          <a:xfrm>
            <a:off x="3478577" y="2842158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3BFD4C7-F7B3-3146-4D9F-EA4BF26940AE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>
            <a:off x="1272935" y="878689"/>
            <a:ext cx="0" cy="19634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57ABF4A-D36C-545C-8281-094AFBFB7989}"/>
              </a:ext>
            </a:extLst>
          </p:cNvPr>
          <p:cNvSpPr/>
          <p:nvPr/>
        </p:nvSpPr>
        <p:spPr>
          <a:xfrm>
            <a:off x="6201578" y="2842158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2D5FAC22-D27B-058E-30D9-E9D7A6024D13}"/>
              </a:ext>
            </a:extLst>
          </p:cNvPr>
          <p:cNvSpPr/>
          <p:nvPr/>
        </p:nvSpPr>
        <p:spPr>
          <a:xfrm>
            <a:off x="755576" y="2842158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6D54DCBD-58EA-4DA0-2044-514166805808}"/>
              </a:ext>
            </a:extLst>
          </p:cNvPr>
          <p:cNvSpPr/>
          <p:nvPr/>
        </p:nvSpPr>
        <p:spPr>
          <a:xfrm>
            <a:off x="1913045" y="203002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8, 7, 6</a:t>
            </a:r>
            <a:endParaRPr lang="ko-KR" altLang="en-US" sz="900" b="1"/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10C6DF38-D467-9882-264A-DE351F8671C7}"/>
              </a:ext>
            </a:extLst>
          </p:cNvPr>
          <p:cNvSpPr/>
          <p:nvPr/>
        </p:nvSpPr>
        <p:spPr>
          <a:xfrm>
            <a:off x="4638548" y="203002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5, 4, 3</a:t>
            </a:r>
            <a:endParaRPr lang="ko-KR" altLang="en-US" sz="900" b="1"/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8CECEF48-0A8E-4B27-B7AA-5ECF77DB8953}"/>
              </a:ext>
            </a:extLst>
          </p:cNvPr>
          <p:cNvSpPr/>
          <p:nvPr/>
        </p:nvSpPr>
        <p:spPr>
          <a:xfrm>
            <a:off x="7353706" y="203002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2, 1, 0</a:t>
            </a:r>
            <a:endParaRPr lang="ko-KR" altLang="en-US" sz="900" b="1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C1E4E3D5-B4F3-0C47-9EE2-746CA9A0B582}"/>
              </a:ext>
            </a:extLst>
          </p:cNvPr>
          <p:cNvCxnSpPr>
            <a:cxnSpLocks/>
            <a:stCxn id="8" idx="2"/>
            <a:endCxn id="20" idx="0"/>
          </p:cNvCxnSpPr>
          <p:nvPr/>
        </p:nvCxnSpPr>
        <p:spPr>
          <a:xfrm rot="16200000" flipH="1">
            <a:off x="1652701" y="498922"/>
            <a:ext cx="1963469" cy="2723001"/>
          </a:xfrm>
          <a:prstGeom prst="bentConnector3">
            <a:avLst>
              <a:gd name="adj1" fmla="val 9366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꺾인 연결선[E] 76">
            <a:extLst>
              <a:ext uri="{FF2B5EF4-FFF2-40B4-BE49-F238E27FC236}">
                <a16:creationId xmlns:a16="http://schemas.microsoft.com/office/drawing/2014/main" id="{1B136A34-EF9D-F4FE-ED0B-A97D0DC25B09}"/>
              </a:ext>
            </a:extLst>
          </p:cNvPr>
          <p:cNvCxnSpPr>
            <a:cxnSpLocks/>
            <a:endCxn id="29" idx="0"/>
          </p:cNvCxnSpPr>
          <p:nvPr/>
        </p:nvCxnSpPr>
        <p:spPr>
          <a:xfrm flipV="1">
            <a:off x="4513295" y="2842158"/>
            <a:ext cx="2205642" cy="199947"/>
          </a:xfrm>
          <a:prstGeom prst="bentConnector4">
            <a:avLst>
              <a:gd name="adj1" fmla="val 9770"/>
              <a:gd name="adj2" fmla="val 16351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4281475F-B7C0-B2DD-65D4-9D8E95675A89}"/>
              </a:ext>
            </a:extLst>
          </p:cNvPr>
          <p:cNvSpPr/>
          <p:nvPr/>
        </p:nvSpPr>
        <p:spPr>
          <a:xfrm>
            <a:off x="1333175" y="3573824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8, 7, 6</a:t>
            </a:r>
            <a:r>
              <a:rPr lang="en-US" altLang="ko-KR" sz="900"/>
              <a:t> </a:t>
            </a:r>
            <a:endParaRPr lang="ko-KR" altLang="en-US" sz="900"/>
          </a:p>
        </p:txBody>
      </p: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4311EBB3-B745-9921-522E-9F6BF3582CB7}"/>
              </a:ext>
            </a:extLst>
          </p:cNvPr>
          <p:cNvCxnSpPr>
            <a:cxnSpLocks/>
            <a:stCxn id="46" idx="2"/>
            <a:endCxn id="83" idx="0"/>
          </p:cNvCxnSpPr>
          <p:nvPr/>
        </p:nvCxnSpPr>
        <p:spPr>
          <a:xfrm rot="5400000">
            <a:off x="1683108" y="2764016"/>
            <a:ext cx="1039745" cy="579870"/>
          </a:xfrm>
          <a:prstGeom prst="bentConnector3">
            <a:avLst>
              <a:gd name="adj1" fmla="val 8908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꺾인 연결선[E] 86">
            <a:extLst>
              <a:ext uri="{FF2B5EF4-FFF2-40B4-BE49-F238E27FC236}">
                <a16:creationId xmlns:a16="http://schemas.microsoft.com/office/drawing/2014/main" id="{10B0B6DD-B137-9EDF-AEBB-451BC4514F0A}"/>
              </a:ext>
            </a:extLst>
          </p:cNvPr>
          <p:cNvCxnSpPr>
            <a:cxnSpLocks/>
            <a:stCxn id="19" idx="2"/>
            <a:endCxn id="83" idx="0"/>
          </p:cNvCxnSpPr>
          <p:nvPr/>
        </p:nvCxnSpPr>
        <p:spPr>
          <a:xfrm rot="16200000" flipH="1">
            <a:off x="1479185" y="3139964"/>
            <a:ext cx="227610" cy="6401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59521213-31B0-C21C-E5AE-2E08F8F3B2EF}"/>
              </a:ext>
            </a:extLst>
          </p:cNvPr>
          <p:cNvSpPr/>
          <p:nvPr/>
        </p:nvSpPr>
        <p:spPr>
          <a:xfrm>
            <a:off x="4058678" y="3575065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5, 4, 3</a:t>
            </a:r>
            <a:r>
              <a:rPr lang="en-US" altLang="ko-KR" sz="900"/>
              <a:t> </a:t>
            </a:r>
            <a:endParaRPr lang="ko-KR" altLang="en-US" sz="900"/>
          </a:p>
        </p:txBody>
      </p:sp>
      <p:cxnSp>
        <p:nvCxnSpPr>
          <p:cNvPr id="94" name="꺾인 연결선[E] 93">
            <a:extLst>
              <a:ext uri="{FF2B5EF4-FFF2-40B4-BE49-F238E27FC236}">
                <a16:creationId xmlns:a16="http://schemas.microsoft.com/office/drawing/2014/main" id="{7FED630C-E1F4-F472-8331-3CC1872922E3}"/>
              </a:ext>
            </a:extLst>
          </p:cNvPr>
          <p:cNvCxnSpPr>
            <a:cxnSpLocks/>
            <a:stCxn id="49" idx="2"/>
            <a:endCxn id="92" idx="0"/>
          </p:cNvCxnSpPr>
          <p:nvPr/>
        </p:nvCxnSpPr>
        <p:spPr>
          <a:xfrm rot="5400000">
            <a:off x="4407990" y="2764637"/>
            <a:ext cx="1040986" cy="579870"/>
          </a:xfrm>
          <a:prstGeom prst="bentConnector3">
            <a:avLst>
              <a:gd name="adj1" fmla="val 8904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꺾인 연결선[E] 96">
            <a:extLst>
              <a:ext uri="{FF2B5EF4-FFF2-40B4-BE49-F238E27FC236}">
                <a16:creationId xmlns:a16="http://schemas.microsoft.com/office/drawing/2014/main" id="{ABBA290F-2B17-70CE-F2AC-C66472A2E811}"/>
              </a:ext>
            </a:extLst>
          </p:cNvPr>
          <p:cNvCxnSpPr>
            <a:cxnSpLocks/>
            <a:stCxn id="20" idx="2"/>
            <a:endCxn id="92" idx="0"/>
          </p:cNvCxnSpPr>
          <p:nvPr/>
        </p:nvCxnSpPr>
        <p:spPr>
          <a:xfrm rot="16200000" flipH="1">
            <a:off x="4202817" y="3139333"/>
            <a:ext cx="228851" cy="6426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꺾인 연결선[E] 113">
            <a:extLst>
              <a:ext uri="{FF2B5EF4-FFF2-40B4-BE49-F238E27FC236}">
                <a16:creationId xmlns:a16="http://schemas.microsoft.com/office/drawing/2014/main" id="{04380866-609B-42CC-D0AA-E200CFBA95CD}"/>
              </a:ext>
            </a:extLst>
          </p:cNvPr>
          <p:cNvCxnSpPr>
            <a:cxnSpLocks/>
            <a:stCxn id="52" idx="2"/>
            <a:endCxn id="130" idx="0"/>
          </p:cNvCxnSpPr>
          <p:nvPr/>
        </p:nvCxnSpPr>
        <p:spPr>
          <a:xfrm rot="5400000">
            <a:off x="7128973" y="2770462"/>
            <a:ext cx="1040986" cy="568221"/>
          </a:xfrm>
          <a:prstGeom prst="bentConnector3">
            <a:avLst>
              <a:gd name="adj1" fmla="val 8843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꺾인 연결선[E] 116">
            <a:extLst>
              <a:ext uri="{FF2B5EF4-FFF2-40B4-BE49-F238E27FC236}">
                <a16:creationId xmlns:a16="http://schemas.microsoft.com/office/drawing/2014/main" id="{CA17B2C0-B37A-2929-3B13-CB821714AD83}"/>
              </a:ext>
            </a:extLst>
          </p:cNvPr>
          <p:cNvCxnSpPr>
            <a:cxnSpLocks/>
            <a:stCxn id="29" idx="2"/>
            <a:endCxn id="130" idx="0"/>
          </p:cNvCxnSpPr>
          <p:nvPr/>
        </p:nvCxnSpPr>
        <p:spPr>
          <a:xfrm rot="16200000" flipH="1">
            <a:off x="6927721" y="3137430"/>
            <a:ext cx="228851" cy="64641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모서리가 둥근 직사각형 129">
            <a:extLst>
              <a:ext uri="{FF2B5EF4-FFF2-40B4-BE49-F238E27FC236}">
                <a16:creationId xmlns:a16="http://schemas.microsoft.com/office/drawing/2014/main" id="{F1199463-DCC9-95D9-8DCF-A5A75442A4C9}"/>
              </a:ext>
            </a:extLst>
          </p:cNvPr>
          <p:cNvSpPr/>
          <p:nvPr/>
        </p:nvSpPr>
        <p:spPr>
          <a:xfrm>
            <a:off x="6785485" y="3575065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2, 1, 0</a:t>
            </a:r>
            <a:endParaRPr lang="ko-KR" altLang="en-US" sz="900" b="1"/>
          </a:p>
        </p:txBody>
      </p:sp>
      <p:sp>
        <p:nvSpPr>
          <p:cNvPr id="161" name="모서리가 둥근 직사각형 160">
            <a:extLst>
              <a:ext uri="{FF2B5EF4-FFF2-40B4-BE49-F238E27FC236}">
                <a16:creationId xmlns:a16="http://schemas.microsoft.com/office/drawing/2014/main" id="{768C2F32-D905-AA18-F9A2-6143369183E2}"/>
              </a:ext>
            </a:extLst>
          </p:cNvPr>
          <p:cNvSpPr/>
          <p:nvPr/>
        </p:nvSpPr>
        <p:spPr>
          <a:xfrm>
            <a:off x="1913045" y="1256478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0, 1,</a:t>
            </a:r>
            <a:r>
              <a:rPr lang="ko-KR" altLang="en-US" sz="900" b="1"/>
              <a:t> </a:t>
            </a:r>
            <a:r>
              <a:rPr lang="en-US" altLang="ko-KR" sz="900" b="1"/>
              <a:t>2</a:t>
            </a:r>
            <a:endParaRPr lang="ko-KR" altLang="en-US" sz="900" b="1"/>
          </a:p>
        </p:txBody>
      </p:sp>
      <p:sp>
        <p:nvSpPr>
          <p:cNvPr id="162" name="모서리가 둥근 직사각형 161">
            <a:extLst>
              <a:ext uri="{FF2B5EF4-FFF2-40B4-BE49-F238E27FC236}">
                <a16:creationId xmlns:a16="http://schemas.microsoft.com/office/drawing/2014/main" id="{D68242EC-4705-08E9-BAC3-7C73C7D84DFD}"/>
              </a:ext>
            </a:extLst>
          </p:cNvPr>
          <p:cNvSpPr/>
          <p:nvPr/>
        </p:nvSpPr>
        <p:spPr>
          <a:xfrm>
            <a:off x="4638548" y="1256478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3,</a:t>
            </a:r>
            <a:r>
              <a:rPr lang="ko-KR" altLang="en-US" sz="900" b="1"/>
              <a:t> </a:t>
            </a:r>
            <a:r>
              <a:rPr lang="en-US" altLang="ko-KR" sz="900" b="1"/>
              <a:t>4,</a:t>
            </a:r>
            <a:r>
              <a:rPr lang="ko-KR" altLang="en-US" sz="900" b="1"/>
              <a:t> </a:t>
            </a:r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2AA75BD1-DCFB-6807-00B2-5CB37F966F87}"/>
              </a:ext>
            </a:extLst>
          </p:cNvPr>
          <p:cNvSpPr/>
          <p:nvPr/>
        </p:nvSpPr>
        <p:spPr>
          <a:xfrm>
            <a:off x="7353706" y="1256478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6,</a:t>
            </a:r>
            <a:r>
              <a:rPr lang="ko-KR" altLang="en-US" sz="900" b="1"/>
              <a:t> </a:t>
            </a:r>
            <a:r>
              <a:rPr lang="en-US" altLang="ko-KR" sz="900" b="1"/>
              <a:t>7,</a:t>
            </a:r>
            <a:r>
              <a:rPr lang="ko-KR" altLang="en-US" sz="900" b="1"/>
              <a:t> </a:t>
            </a:r>
            <a:r>
              <a:rPr lang="en-US" altLang="ko-KR" sz="900" b="1"/>
              <a:t>8</a:t>
            </a:r>
            <a:endParaRPr lang="ko-KR" altLang="en-US" sz="900" b="1"/>
          </a:p>
        </p:txBody>
      </p:sp>
      <p:cxnSp>
        <p:nvCxnSpPr>
          <p:cNvPr id="247" name="꺾인 연결선[E] 246">
            <a:extLst>
              <a:ext uri="{FF2B5EF4-FFF2-40B4-BE49-F238E27FC236}">
                <a16:creationId xmlns:a16="http://schemas.microsoft.com/office/drawing/2014/main" id="{ED8750BC-AD29-F2FD-E38C-9CA98D13C563}"/>
              </a:ext>
            </a:extLst>
          </p:cNvPr>
          <p:cNvCxnSpPr>
            <a:cxnSpLocks/>
            <a:stCxn id="23" idx="3"/>
            <a:endCxn id="227" idx="3"/>
          </p:cNvCxnSpPr>
          <p:nvPr/>
        </p:nvCxnSpPr>
        <p:spPr>
          <a:xfrm>
            <a:off x="6836273" y="601836"/>
            <a:ext cx="1740601" cy="1684217"/>
          </a:xfrm>
          <a:prstGeom prst="bentConnector3">
            <a:avLst>
              <a:gd name="adj1" fmla="val 11313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1" name="Oval 80">
            <a:extLst>
              <a:ext uri="{FF2B5EF4-FFF2-40B4-BE49-F238E27FC236}">
                <a16:creationId xmlns:a16="http://schemas.microsoft.com/office/drawing/2014/main" id="{A0FB67B3-7964-3CA9-B1ED-6DF726D03A54}"/>
              </a:ext>
            </a:extLst>
          </p:cNvPr>
          <p:cNvSpPr/>
          <p:nvPr/>
        </p:nvSpPr>
        <p:spPr>
          <a:xfrm>
            <a:off x="1156033" y="79733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2" name="Oval 80">
            <a:extLst>
              <a:ext uri="{FF2B5EF4-FFF2-40B4-BE49-F238E27FC236}">
                <a16:creationId xmlns:a16="http://schemas.microsoft.com/office/drawing/2014/main" id="{D68CA4DA-0BAF-9F7C-AEF3-BEFB3469AF19}"/>
              </a:ext>
            </a:extLst>
          </p:cNvPr>
          <p:cNvSpPr/>
          <p:nvPr/>
        </p:nvSpPr>
        <p:spPr>
          <a:xfrm>
            <a:off x="4398239" y="294485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3" name="Oval 80">
            <a:extLst>
              <a:ext uri="{FF2B5EF4-FFF2-40B4-BE49-F238E27FC236}">
                <a16:creationId xmlns:a16="http://schemas.microsoft.com/office/drawing/2014/main" id="{4E83AB25-BE48-BD03-397A-B8E1F5221240}"/>
              </a:ext>
            </a:extLst>
          </p:cNvPr>
          <p:cNvSpPr/>
          <p:nvPr/>
        </p:nvSpPr>
        <p:spPr>
          <a:xfrm>
            <a:off x="1800753" y="326357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6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4" name="Oval 80">
            <a:extLst>
              <a:ext uri="{FF2B5EF4-FFF2-40B4-BE49-F238E27FC236}">
                <a16:creationId xmlns:a16="http://schemas.microsoft.com/office/drawing/2014/main" id="{10890E7D-933A-5FC7-0F1E-D07C71BBF4D6}"/>
              </a:ext>
            </a:extLst>
          </p:cNvPr>
          <p:cNvSpPr/>
          <p:nvPr/>
        </p:nvSpPr>
        <p:spPr>
          <a:xfrm>
            <a:off x="4536887" y="326357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6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5" name="Oval 80">
            <a:extLst>
              <a:ext uri="{FF2B5EF4-FFF2-40B4-BE49-F238E27FC236}">
                <a16:creationId xmlns:a16="http://schemas.microsoft.com/office/drawing/2014/main" id="{F175F823-CA0E-BA8B-667F-9F0466CF66EE}"/>
              </a:ext>
            </a:extLst>
          </p:cNvPr>
          <p:cNvSpPr/>
          <p:nvPr/>
        </p:nvSpPr>
        <p:spPr>
          <a:xfrm>
            <a:off x="7257343" y="326357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6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14" name="Rounded Rectangle 3">
            <a:extLst>
              <a:ext uri="{FF2B5EF4-FFF2-40B4-BE49-F238E27FC236}">
                <a16:creationId xmlns:a16="http://schemas.microsoft.com/office/drawing/2014/main" id="{43B769B6-9F76-CDF1-5961-93684037FE13}"/>
              </a:ext>
            </a:extLst>
          </p:cNvPr>
          <p:cNvSpPr/>
          <p:nvPr/>
        </p:nvSpPr>
        <p:spPr>
          <a:xfrm>
            <a:off x="4093286" y="51471"/>
            <a:ext cx="2952327" cy="910020"/>
          </a:xfrm>
          <a:prstGeom prst="roundRect">
            <a:avLst>
              <a:gd name="adj" fmla="val 965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>
                <a:solidFill>
                  <a:sysClr val="windowText" lastClr="000000"/>
                </a:solidFill>
              </a:rPr>
              <a:t>External Storage</a:t>
            </a:r>
            <a:endParaRPr lang="en-KR" sz="1000" b="1">
              <a:solidFill>
                <a:sysClr val="windowText" lastClr="000000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2A09368-9BB2-D2B0-74A5-2DDC78451EF2}"/>
              </a:ext>
            </a:extLst>
          </p:cNvPr>
          <p:cNvGrpSpPr/>
          <p:nvPr/>
        </p:nvGrpSpPr>
        <p:grpSpPr>
          <a:xfrm>
            <a:off x="4290254" y="324981"/>
            <a:ext cx="2546019" cy="553710"/>
            <a:chOff x="3767476" y="865912"/>
            <a:chExt cx="2546019" cy="553710"/>
          </a:xfrm>
        </p:grpSpPr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74A51F47-43F8-67C2-2228-FF7F2E2BF444}"/>
                </a:ext>
              </a:extLst>
            </p:cNvPr>
            <p:cNvSpPr/>
            <p:nvPr/>
          </p:nvSpPr>
          <p:spPr>
            <a:xfrm>
              <a:off x="3767476" y="865912"/>
              <a:ext cx="1030948" cy="553710"/>
            </a:xfrm>
            <a:prstGeom prst="roundRect">
              <a:avLst>
                <a:gd name="adj" fmla="val 11033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Smaller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 b="1"/>
                <a:t>Partition 0~8</a:t>
              </a:r>
              <a:endParaRPr lang="ko-KR" altLang="en-US" sz="900" b="1"/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13C06ED0-F6BB-30C9-C6A1-E788436EBF05}"/>
                </a:ext>
              </a:extLst>
            </p:cNvPr>
            <p:cNvSpPr/>
            <p:nvPr/>
          </p:nvSpPr>
          <p:spPr>
            <a:xfrm>
              <a:off x="5290559" y="865912"/>
              <a:ext cx="1022936" cy="553710"/>
            </a:xfrm>
            <a:prstGeom prst="roundRect">
              <a:avLst>
                <a:gd name="adj" fmla="val 11033"/>
              </a:avLst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Bigger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 b="1"/>
                <a:t>Partition 0~8</a:t>
              </a:r>
              <a:endParaRPr lang="ko-KR" altLang="en-US" sz="900" b="1"/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A50D01AB-135C-6377-8CF6-A084E40BF989}"/>
              </a:ext>
            </a:extLst>
          </p:cNvPr>
          <p:cNvSpPr/>
          <p:nvPr/>
        </p:nvSpPr>
        <p:spPr>
          <a:xfrm>
            <a:off x="2387844" y="324981"/>
            <a:ext cx="1030948" cy="553710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0~8</a:t>
            </a:r>
            <a:endParaRPr lang="ko-KR" altLang="en-US" sz="900" b="1"/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A8B87E16-7C83-1650-E634-9D56E2898A53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4805728" y="878691"/>
            <a:ext cx="0" cy="3257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2F866765-7F30-E9D1-8E00-F5754C54BF36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2903318" y="878691"/>
            <a:ext cx="0" cy="3200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Oval 80">
            <a:extLst>
              <a:ext uri="{FF2B5EF4-FFF2-40B4-BE49-F238E27FC236}">
                <a16:creationId xmlns:a16="http://schemas.microsoft.com/office/drawing/2014/main" id="{E3705BB9-4354-B749-F2BD-E2F8EE6DBC58}"/>
              </a:ext>
            </a:extLst>
          </p:cNvPr>
          <p:cNvSpPr/>
          <p:nvPr/>
        </p:nvSpPr>
        <p:spPr>
          <a:xfrm>
            <a:off x="2797433" y="1085645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31C2CF2-0AA6-6A97-26A6-B4AD6AC06E2A}"/>
              </a:ext>
            </a:extLst>
          </p:cNvPr>
          <p:cNvCxnSpPr>
            <a:cxnSpLocks/>
            <a:stCxn id="28" idx="1"/>
            <a:endCxn id="8" idx="3"/>
          </p:cNvCxnSpPr>
          <p:nvPr/>
        </p:nvCxnSpPr>
        <p:spPr>
          <a:xfrm flipH="1" flipV="1">
            <a:off x="1790294" y="601835"/>
            <a:ext cx="59755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Oval 80">
            <a:extLst>
              <a:ext uri="{FF2B5EF4-FFF2-40B4-BE49-F238E27FC236}">
                <a16:creationId xmlns:a16="http://schemas.microsoft.com/office/drawing/2014/main" id="{9594DD09-6E4F-99F2-3160-6E713EF69E26}"/>
              </a:ext>
            </a:extLst>
          </p:cNvPr>
          <p:cNvSpPr/>
          <p:nvPr/>
        </p:nvSpPr>
        <p:spPr>
          <a:xfrm>
            <a:off x="2286670" y="483020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123" name="Oval 80">
            <a:extLst>
              <a:ext uri="{FF2B5EF4-FFF2-40B4-BE49-F238E27FC236}">
                <a16:creationId xmlns:a16="http://schemas.microsoft.com/office/drawing/2014/main" id="{4E91538F-6532-E944-9A53-38A13FE2786B}"/>
              </a:ext>
            </a:extLst>
          </p:cNvPr>
          <p:cNvSpPr/>
          <p:nvPr/>
        </p:nvSpPr>
        <p:spPr>
          <a:xfrm>
            <a:off x="4700633" y="81080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4" name="Oval 80">
            <a:extLst>
              <a:ext uri="{FF2B5EF4-FFF2-40B4-BE49-F238E27FC236}">
                <a16:creationId xmlns:a16="http://schemas.microsoft.com/office/drawing/2014/main" id="{B195A7A6-31C5-2D5E-9457-D0EAD77A0E1E}"/>
              </a:ext>
            </a:extLst>
          </p:cNvPr>
          <p:cNvSpPr/>
          <p:nvPr/>
        </p:nvSpPr>
        <p:spPr>
          <a:xfrm>
            <a:off x="6726975" y="48507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1077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D2200-36A8-C27C-66E0-5D095B4FE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Rounded Rectangle 3">
            <a:extLst>
              <a:ext uri="{FF2B5EF4-FFF2-40B4-BE49-F238E27FC236}">
                <a16:creationId xmlns:a16="http://schemas.microsoft.com/office/drawing/2014/main" id="{BF9C5B5F-E8B4-CB4E-E4A0-206EAF34C5C3}"/>
              </a:ext>
            </a:extLst>
          </p:cNvPr>
          <p:cNvSpPr/>
          <p:nvPr/>
        </p:nvSpPr>
        <p:spPr>
          <a:xfrm>
            <a:off x="1859962" y="2735424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2">
              <a:lumMod val="90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7F1D6D1-6197-036A-F3D5-F830C01DB4CD}"/>
              </a:ext>
            </a:extLst>
          </p:cNvPr>
          <p:cNvSpPr/>
          <p:nvPr/>
        </p:nvSpPr>
        <p:spPr>
          <a:xfrm>
            <a:off x="4093286" y="51471"/>
            <a:ext cx="2952327" cy="910020"/>
          </a:xfrm>
          <a:prstGeom prst="roundRect">
            <a:avLst>
              <a:gd name="adj" fmla="val 965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>
                <a:solidFill>
                  <a:sysClr val="windowText" lastClr="000000"/>
                </a:solidFill>
              </a:rPr>
              <a:t>External Storage</a:t>
            </a:r>
            <a:endParaRPr lang="en-KR" sz="1000" b="1">
              <a:solidFill>
                <a:sysClr val="windowText" lastClr="000000"/>
              </a:solidFill>
            </a:endParaRPr>
          </a:p>
        </p:txBody>
      </p:sp>
      <p:grpSp>
        <p:nvGrpSpPr>
          <p:cNvPr id="260" name="그룹 259">
            <a:extLst>
              <a:ext uri="{FF2B5EF4-FFF2-40B4-BE49-F238E27FC236}">
                <a16:creationId xmlns:a16="http://schemas.microsoft.com/office/drawing/2014/main" id="{775EAF62-0C92-5B1F-BD5B-36C4007BE091}"/>
              </a:ext>
            </a:extLst>
          </p:cNvPr>
          <p:cNvGrpSpPr/>
          <p:nvPr/>
        </p:nvGrpSpPr>
        <p:grpSpPr>
          <a:xfrm>
            <a:off x="4290254" y="324981"/>
            <a:ext cx="2546019" cy="553710"/>
            <a:chOff x="3767476" y="865912"/>
            <a:chExt cx="2546019" cy="553710"/>
          </a:xfrm>
        </p:grpSpPr>
        <p:sp>
          <p:nvSpPr>
            <p:cNvPr id="3" name="모서리가 둥근 직사각형 2">
              <a:extLst>
                <a:ext uri="{FF2B5EF4-FFF2-40B4-BE49-F238E27FC236}">
                  <a16:creationId xmlns:a16="http://schemas.microsoft.com/office/drawing/2014/main" id="{45A74832-26AC-FB32-1081-0B59855E2962}"/>
                </a:ext>
              </a:extLst>
            </p:cNvPr>
            <p:cNvSpPr/>
            <p:nvPr/>
          </p:nvSpPr>
          <p:spPr>
            <a:xfrm>
              <a:off x="3767476" y="865912"/>
              <a:ext cx="1030948" cy="553710"/>
            </a:xfrm>
            <a:prstGeom prst="roundRect">
              <a:avLst>
                <a:gd name="adj" fmla="val 11033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Smaller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 b="1"/>
                <a:t>Partition 0~8</a:t>
              </a:r>
              <a:endParaRPr lang="ko-KR" altLang="en-US" sz="900" b="1"/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766E1B48-E4DC-783D-0F55-9684BF0E7B6C}"/>
                </a:ext>
              </a:extLst>
            </p:cNvPr>
            <p:cNvSpPr/>
            <p:nvPr/>
          </p:nvSpPr>
          <p:spPr>
            <a:xfrm>
              <a:off x="5290559" y="865912"/>
              <a:ext cx="1022936" cy="553710"/>
            </a:xfrm>
            <a:prstGeom prst="roundRect">
              <a:avLst>
                <a:gd name="adj" fmla="val 11033"/>
              </a:avLst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Bigger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 b="1"/>
                <a:t>Partition 0~8</a:t>
              </a:r>
              <a:endParaRPr lang="ko-KR" altLang="en-US" sz="900" b="1"/>
            </a:p>
          </p:txBody>
        </p:sp>
      </p:grp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1963350F-F489-1043-05A8-85AD36D83C3F}"/>
              </a:ext>
            </a:extLst>
          </p:cNvPr>
          <p:cNvSpPr/>
          <p:nvPr/>
        </p:nvSpPr>
        <p:spPr>
          <a:xfrm>
            <a:off x="638166" y="1121587"/>
            <a:ext cx="2562374" cy="3970441"/>
          </a:xfrm>
          <a:prstGeom prst="roundRect">
            <a:avLst>
              <a:gd name="adj" fmla="val 53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029B9751-0768-BF66-AF07-E6F86A9E49B6}"/>
              </a:ext>
            </a:extLst>
          </p:cNvPr>
          <p:cNvSpPr/>
          <p:nvPr/>
        </p:nvSpPr>
        <p:spPr>
          <a:xfrm>
            <a:off x="3361167" y="1121587"/>
            <a:ext cx="2562374" cy="3970441"/>
          </a:xfrm>
          <a:prstGeom prst="roundRect">
            <a:avLst>
              <a:gd name="adj" fmla="val 5067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7" name="모서리가 둥근 직사각형 2">
            <a:extLst>
              <a:ext uri="{FF2B5EF4-FFF2-40B4-BE49-F238E27FC236}">
                <a16:creationId xmlns:a16="http://schemas.microsoft.com/office/drawing/2014/main" id="{4BAAFB78-93C0-B503-AB85-BFFD8226FB94}"/>
              </a:ext>
            </a:extLst>
          </p:cNvPr>
          <p:cNvSpPr/>
          <p:nvPr/>
        </p:nvSpPr>
        <p:spPr>
          <a:xfrm>
            <a:off x="6084168" y="1121587"/>
            <a:ext cx="2562374" cy="3970441"/>
          </a:xfrm>
          <a:prstGeom prst="roundRect">
            <a:avLst>
              <a:gd name="adj" fmla="val 482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CD99F43E-7CC2-FC47-4333-6ACC89AF80A4}"/>
              </a:ext>
            </a:extLst>
          </p:cNvPr>
          <p:cNvSpPr/>
          <p:nvPr/>
        </p:nvSpPr>
        <p:spPr>
          <a:xfrm>
            <a:off x="3478577" y="2027387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DECFA65-405F-099F-3782-4AC479995E25}"/>
              </a:ext>
            </a:extLst>
          </p:cNvPr>
          <p:cNvSpPr/>
          <p:nvPr/>
        </p:nvSpPr>
        <p:spPr>
          <a:xfrm>
            <a:off x="6201578" y="2027387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A87BD76-66DD-4F96-E5DC-216FAC3D4AC6}"/>
              </a:ext>
            </a:extLst>
          </p:cNvPr>
          <p:cNvSpPr/>
          <p:nvPr/>
        </p:nvSpPr>
        <p:spPr>
          <a:xfrm>
            <a:off x="755576" y="2027387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C3CB077D-D4A0-5166-021A-8E07B9A1E1B9}"/>
              </a:ext>
            </a:extLst>
          </p:cNvPr>
          <p:cNvSpPr/>
          <p:nvPr/>
        </p:nvSpPr>
        <p:spPr>
          <a:xfrm>
            <a:off x="1913045" y="280093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8, 7, 6</a:t>
            </a:r>
            <a:endParaRPr lang="ko-KR" altLang="en-US" sz="900" b="1"/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1FC5BBF8-5829-B2DF-FD8C-7492B7736FB7}"/>
              </a:ext>
            </a:extLst>
          </p:cNvPr>
          <p:cNvSpPr/>
          <p:nvPr/>
        </p:nvSpPr>
        <p:spPr>
          <a:xfrm>
            <a:off x="4638548" y="280093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5, 4, 3</a:t>
            </a:r>
            <a:endParaRPr lang="ko-KR" altLang="en-US" sz="900" b="1"/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C3B6CB9A-2930-2C3E-74FD-05478853CB59}"/>
              </a:ext>
            </a:extLst>
          </p:cNvPr>
          <p:cNvSpPr/>
          <p:nvPr/>
        </p:nvSpPr>
        <p:spPr>
          <a:xfrm>
            <a:off x="7353706" y="280093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2, 1, 0</a:t>
            </a:r>
            <a:endParaRPr lang="ko-KR" altLang="en-US" sz="900" b="1"/>
          </a:p>
        </p:txBody>
      </p: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7F19F460-8935-BD25-64EE-102D3D9DC11D}"/>
              </a:ext>
            </a:extLst>
          </p:cNvPr>
          <p:cNvSpPr/>
          <p:nvPr/>
        </p:nvSpPr>
        <p:spPr>
          <a:xfrm>
            <a:off x="1333175" y="4279181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0, 3, 6</a:t>
            </a:r>
            <a:r>
              <a:rPr lang="en-US" altLang="ko-KR" sz="900"/>
              <a:t> </a:t>
            </a:r>
            <a:endParaRPr lang="ko-KR" altLang="en-US" sz="900"/>
          </a:p>
        </p:txBody>
      </p:sp>
      <p:cxnSp>
        <p:nvCxnSpPr>
          <p:cNvPr id="87" name="꺾인 연결선[E] 86">
            <a:extLst>
              <a:ext uri="{FF2B5EF4-FFF2-40B4-BE49-F238E27FC236}">
                <a16:creationId xmlns:a16="http://schemas.microsoft.com/office/drawing/2014/main" id="{BCAF5311-742F-266D-18A0-DD8EF18E9FCD}"/>
              </a:ext>
            </a:extLst>
          </p:cNvPr>
          <p:cNvCxnSpPr>
            <a:cxnSpLocks/>
            <a:stCxn id="19" idx="2"/>
            <a:endCxn id="83" idx="0"/>
          </p:cNvCxnSpPr>
          <p:nvPr/>
        </p:nvCxnSpPr>
        <p:spPr>
          <a:xfrm rot="16200000" flipH="1">
            <a:off x="719121" y="3085257"/>
            <a:ext cx="1747738" cy="640110"/>
          </a:xfrm>
          <a:prstGeom prst="bentConnector3">
            <a:avLst>
              <a:gd name="adj1" fmla="val 9432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C8248B11-87C7-E897-E1FA-78A97EE6356F}"/>
              </a:ext>
            </a:extLst>
          </p:cNvPr>
          <p:cNvSpPr/>
          <p:nvPr/>
        </p:nvSpPr>
        <p:spPr>
          <a:xfrm>
            <a:off x="4058678" y="4279181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1, 4, 7 </a:t>
            </a:r>
            <a:endParaRPr lang="ko-KR" altLang="en-US" sz="900" b="1"/>
          </a:p>
        </p:txBody>
      </p:sp>
      <p:sp>
        <p:nvSpPr>
          <p:cNvPr id="130" name="모서리가 둥근 직사각형 129">
            <a:extLst>
              <a:ext uri="{FF2B5EF4-FFF2-40B4-BE49-F238E27FC236}">
                <a16:creationId xmlns:a16="http://schemas.microsoft.com/office/drawing/2014/main" id="{B716D036-A061-8843-F4BF-74DA93F8953A}"/>
              </a:ext>
            </a:extLst>
          </p:cNvPr>
          <p:cNvSpPr/>
          <p:nvPr/>
        </p:nvSpPr>
        <p:spPr>
          <a:xfrm>
            <a:off x="6785485" y="4279181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2, 5, 8</a:t>
            </a:r>
            <a:endParaRPr lang="ko-KR" altLang="en-US" sz="900" b="1"/>
          </a:p>
        </p:txBody>
      </p:sp>
      <p:sp>
        <p:nvSpPr>
          <p:cNvPr id="161" name="모서리가 둥근 직사각형 160">
            <a:extLst>
              <a:ext uri="{FF2B5EF4-FFF2-40B4-BE49-F238E27FC236}">
                <a16:creationId xmlns:a16="http://schemas.microsoft.com/office/drawing/2014/main" id="{9D04C9DF-5EB4-3B04-C942-7278588D1D0C}"/>
              </a:ext>
            </a:extLst>
          </p:cNvPr>
          <p:cNvSpPr/>
          <p:nvPr/>
        </p:nvSpPr>
        <p:spPr>
          <a:xfrm>
            <a:off x="1913045" y="2027388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Shuffled</a:t>
            </a:r>
            <a:br>
              <a:rPr lang="en-US" altLang="ko-KR" sz="900"/>
            </a:br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 b="1"/>
              <a:t>Partition : 0,</a:t>
            </a:r>
            <a:r>
              <a:rPr lang="ko-KR" altLang="en-US" sz="900" b="1"/>
              <a:t> </a:t>
            </a:r>
            <a:r>
              <a:rPr lang="en-US" altLang="ko-KR" sz="900" b="1"/>
              <a:t>3,</a:t>
            </a:r>
            <a:r>
              <a:rPr lang="ko-KR" altLang="en-US" sz="900" b="1"/>
              <a:t> </a:t>
            </a:r>
            <a:r>
              <a:rPr lang="en-US" altLang="ko-KR" sz="900" b="1"/>
              <a:t>6</a:t>
            </a:r>
            <a:endParaRPr lang="ko-KR" altLang="en-US" sz="900" b="1"/>
          </a:p>
        </p:txBody>
      </p:sp>
      <p:sp>
        <p:nvSpPr>
          <p:cNvPr id="162" name="모서리가 둥근 직사각형 161">
            <a:extLst>
              <a:ext uri="{FF2B5EF4-FFF2-40B4-BE49-F238E27FC236}">
                <a16:creationId xmlns:a16="http://schemas.microsoft.com/office/drawing/2014/main" id="{0142A438-D4C0-025F-3F0C-2BAAA2D83E9A}"/>
              </a:ext>
            </a:extLst>
          </p:cNvPr>
          <p:cNvSpPr/>
          <p:nvPr/>
        </p:nvSpPr>
        <p:spPr>
          <a:xfrm>
            <a:off x="4638548" y="2027388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Shuffled</a:t>
            </a:r>
            <a:br>
              <a:rPr lang="en-US" altLang="ko-KR" sz="900"/>
            </a:br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 b="1"/>
              <a:t>Partition : 1, 4, 7</a:t>
            </a:r>
            <a:endParaRPr lang="ko-KR" altLang="en-US" sz="900" b="1"/>
          </a:p>
        </p:txBody>
      </p: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3AC07100-6398-516D-27D4-81C45E84D180}"/>
              </a:ext>
            </a:extLst>
          </p:cNvPr>
          <p:cNvSpPr/>
          <p:nvPr/>
        </p:nvSpPr>
        <p:spPr>
          <a:xfrm>
            <a:off x="7353706" y="2027388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Shuffled</a:t>
            </a:r>
            <a:br>
              <a:rPr lang="en-US" altLang="ko-KR" sz="900"/>
            </a:br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 b="1"/>
              <a:t>Partition : 2, 5, 8</a:t>
            </a:r>
            <a:endParaRPr lang="ko-KR" altLang="en-US" sz="900" b="1"/>
          </a:p>
        </p:txBody>
      </p:sp>
      <p:cxnSp>
        <p:nvCxnSpPr>
          <p:cNvPr id="247" name="꺾인 연결선[E] 246">
            <a:extLst>
              <a:ext uri="{FF2B5EF4-FFF2-40B4-BE49-F238E27FC236}">
                <a16:creationId xmlns:a16="http://schemas.microsoft.com/office/drawing/2014/main" id="{4F8A6654-DA08-5329-5EE0-E4B3F8A3A11E}"/>
              </a:ext>
            </a:extLst>
          </p:cNvPr>
          <p:cNvCxnSpPr>
            <a:cxnSpLocks/>
            <a:stCxn id="5" idx="3"/>
            <a:endCxn id="227" idx="3"/>
          </p:cNvCxnSpPr>
          <p:nvPr/>
        </p:nvCxnSpPr>
        <p:spPr>
          <a:xfrm>
            <a:off x="6836273" y="601836"/>
            <a:ext cx="1740601" cy="2455127"/>
          </a:xfrm>
          <a:prstGeom prst="bentConnector3">
            <a:avLst>
              <a:gd name="adj1" fmla="val 11313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Oval 80">
            <a:extLst>
              <a:ext uri="{FF2B5EF4-FFF2-40B4-BE49-F238E27FC236}">
                <a16:creationId xmlns:a16="http://schemas.microsoft.com/office/drawing/2014/main" id="{F854F5CA-0B0D-F15B-71E6-76992AE7A63A}"/>
              </a:ext>
            </a:extLst>
          </p:cNvPr>
          <p:cNvSpPr/>
          <p:nvPr/>
        </p:nvSpPr>
        <p:spPr>
          <a:xfrm>
            <a:off x="6726975" y="48507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CDF26C9F-5CCD-69DA-672E-D09521353412}"/>
              </a:ext>
            </a:extLst>
          </p:cNvPr>
          <p:cNvSpPr/>
          <p:nvPr/>
        </p:nvSpPr>
        <p:spPr>
          <a:xfrm>
            <a:off x="1859962" y="1190074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C8200E3-C4DB-4B12-9271-C7F7B914EA47}"/>
              </a:ext>
            </a:extLst>
          </p:cNvPr>
          <p:cNvSpPr/>
          <p:nvPr/>
        </p:nvSpPr>
        <p:spPr>
          <a:xfrm>
            <a:off x="1913045" y="1252894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0, 1,</a:t>
            </a:r>
            <a:r>
              <a:rPr lang="ko-KR" altLang="en-US" sz="900" b="1"/>
              <a:t> </a:t>
            </a:r>
            <a:r>
              <a:rPr lang="en-US" altLang="ko-KR" sz="900" b="1"/>
              <a:t>2</a:t>
            </a:r>
            <a:endParaRPr lang="ko-KR" altLang="en-US" sz="900" b="1"/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D3AFB01-091A-DC58-5D65-B69052E6CC60}"/>
              </a:ext>
            </a:extLst>
          </p:cNvPr>
          <p:cNvSpPr/>
          <p:nvPr/>
        </p:nvSpPr>
        <p:spPr>
          <a:xfrm>
            <a:off x="4638548" y="1252894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3,</a:t>
            </a:r>
            <a:r>
              <a:rPr lang="ko-KR" altLang="en-US" sz="900" b="1"/>
              <a:t> </a:t>
            </a:r>
            <a:r>
              <a:rPr lang="en-US" altLang="ko-KR" sz="900" b="1"/>
              <a:t>4,</a:t>
            </a:r>
            <a:r>
              <a:rPr lang="ko-KR" altLang="en-US" sz="900" b="1"/>
              <a:t> </a:t>
            </a:r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223C908E-C31C-DC1D-10E2-B2275A9B450C}"/>
              </a:ext>
            </a:extLst>
          </p:cNvPr>
          <p:cNvSpPr/>
          <p:nvPr/>
        </p:nvSpPr>
        <p:spPr>
          <a:xfrm>
            <a:off x="7353706" y="1252894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6,</a:t>
            </a:r>
            <a:r>
              <a:rPr lang="ko-KR" altLang="en-US" sz="900" b="1"/>
              <a:t> </a:t>
            </a:r>
            <a:r>
              <a:rPr lang="en-US" altLang="ko-KR" sz="900" b="1"/>
              <a:t>7,</a:t>
            </a:r>
            <a:r>
              <a:rPr lang="ko-KR" altLang="en-US" sz="900" b="1"/>
              <a:t> </a:t>
            </a:r>
            <a:r>
              <a:rPr lang="en-US" altLang="ko-KR" sz="900" b="1"/>
              <a:t>8</a:t>
            </a:r>
            <a:endParaRPr lang="ko-KR" altLang="en-US" sz="900" b="1"/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8E6CE9A-17D1-3F99-7E3E-857711C34A85}"/>
              </a:ext>
            </a:extLst>
          </p:cNvPr>
          <p:cNvCxnSpPr>
            <a:cxnSpLocks/>
            <a:stCxn id="9" idx="2"/>
            <a:endCxn id="163" idx="0"/>
          </p:cNvCxnSpPr>
          <p:nvPr/>
        </p:nvCxnSpPr>
        <p:spPr>
          <a:xfrm>
            <a:off x="2492915" y="1756950"/>
            <a:ext cx="5440661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C307750-A7E2-6940-086F-29B1BD0F3745}"/>
              </a:ext>
            </a:extLst>
          </p:cNvPr>
          <p:cNvCxnSpPr>
            <a:cxnSpLocks/>
            <a:stCxn id="9" idx="2"/>
            <a:endCxn id="162" idx="0"/>
          </p:cNvCxnSpPr>
          <p:nvPr/>
        </p:nvCxnSpPr>
        <p:spPr>
          <a:xfrm>
            <a:off x="2492915" y="1756950"/>
            <a:ext cx="2725503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2818DA26-BA2A-3C40-E5AA-AD4E2D4FADA4}"/>
              </a:ext>
            </a:extLst>
          </p:cNvPr>
          <p:cNvCxnSpPr>
            <a:cxnSpLocks/>
            <a:stCxn id="9" idx="2"/>
            <a:endCxn id="161" idx="0"/>
          </p:cNvCxnSpPr>
          <p:nvPr/>
        </p:nvCxnSpPr>
        <p:spPr>
          <a:xfrm>
            <a:off x="2492915" y="1756950"/>
            <a:ext cx="0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956218C-A13D-A77D-BCE1-0C88C1BEBD12}"/>
              </a:ext>
            </a:extLst>
          </p:cNvPr>
          <p:cNvCxnSpPr>
            <a:cxnSpLocks/>
            <a:stCxn id="10" idx="2"/>
            <a:endCxn id="161" idx="0"/>
          </p:cNvCxnSpPr>
          <p:nvPr/>
        </p:nvCxnSpPr>
        <p:spPr>
          <a:xfrm flipH="1">
            <a:off x="2492915" y="1756950"/>
            <a:ext cx="2725503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A5FD2DC-D23C-32A9-52B4-B4C34087F858}"/>
              </a:ext>
            </a:extLst>
          </p:cNvPr>
          <p:cNvCxnSpPr>
            <a:cxnSpLocks/>
            <a:stCxn id="10" idx="2"/>
            <a:endCxn id="162" idx="0"/>
          </p:cNvCxnSpPr>
          <p:nvPr/>
        </p:nvCxnSpPr>
        <p:spPr>
          <a:xfrm>
            <a:off x="5218418" y="1756950"/>
            <a:ext cx="0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7FF15FF3-4A92-BBBE-169D-A7E3ACFD57D6}"/>
              </a:ext>
            </a:extLst>
          </p:cNvPr>
          <p:cNvCxnSpPr>
            <a:cxnSpLocks/>
            <a:stCxn id="10" idx="2"/>
            <a:endCxn id="163" idx="0"/>
          </p:cNvCxnSpPr>
          <p:nvPr/>
        </p:nvCxnSpPr>
        <p:spPr>
          <a:xfrm>
            <a:off x="5218418" y="1756950"/>
            <a:ext cx="2715158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9DCEBD5C-BF23-61A4-432A-20A78D4E41B3}"/>
              </a:ext>
            </a:extLst>
          </p:cNvPr>
          <p:cNvCxnSpPr>
            <a:cxnSpLocks/>
            <a:stCxn id="11" idx="2"/>
            <a:endCxn id="163" idx="0"/>
          </p:cNvCxnSpPr>
          <p:nvPr/>
        </p:nvCxnSpPr>
        <p:spPr>
          <a:xfrm>
            <a:off x="7933576" y="1756950"/>
            <a:ext cx="0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FC6A9203-2859-0336-544E-2585EF22D4DF}"/>
              </a:ext>
            </a:extLst>
          </p:cNvPr>
          <p:cNvCxnSpPr>
            <a:cxnSpLocks/>
            <a:stCxn id="11" idx="2"/>
            <a:endCxn id="162" idx="0"/>
          </p:cNvCxnSpPr>
          <p:nvPr/>
        </p:nvCxnSpPr>
        <p:spPr>
          <a:xfrm flipH="1">
            <a:off x="5218418" y="1756950"/>
            <a:ext cx="2715158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60CB66EC-30B0-8962-5AFF-9709F1810754}"/>
              </a:ext>
            </a:extLst>
          </p:cNvPr>
          <p:cNvCxnSpPr>
            <a:cxnSpLocks/>
            <a:stCxn id="11" idx="2"/>
            <a:endCxn id="161" idx="0"/>
          </p:cNvCxnSpPr>
          <p:nvPr/>
        </p:nvCxnSpPr>
        <p:spPr>
          <a:xfrm flipH="1">
            <a:off x="2492915" y="1756950"/>
            <a:ext cx="5440661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80">
            <a:extLst>
              <a:ext uri="{FF2B5EF4-FFF2-40B4-BE49-F238E27FC236}">
                <a16:creationId xmlns:a16="http://schemas.microsoft.com/office/drawing/2014/main" id="{31CFCE41-206A-E984-17A7-D3AD5EE5AD9F}"/>
              </a:ext>
            </a:extLst>
          </p:cNvPr>
          <p:cNvSpPr/>
          <p:nvPr/>
        </p:nvSpPr>
        <p:spPr>
          <a:xfrm>
            <a:off x="2384902" y="170070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3" name="Oval 80">
            <a:extLst>
              <a:ext uri="{FF2B5EF4-FFF2-40B4-BE49-F238E27FC236}">
                <a16:creationId xmlns:a16="http://schemas.microsoft.com/office/drawing/2014/main" id="{41844E52-CD2E-9A29-F55E-BEC8DD6C035F}"/>
              </a:ext>
            </a:extLst>
          </p:cNvPr>
          <p:cNvSpPr/>
          <p:nvPr/>
        </p:nvSpPr>
        <p:spPr>
          <a:xfrm>
            <a:off x="5113454" y="170070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4" name="Oval 80">
            <a:extLst>
              <a:ext uri="{FF2B5EF4-FFF2-40B4-BE49-F238E27FC236}">
                <a16:creationId xmlns:a16="http://schemas.microsoft.com/office/drawing/2014/main" id="{8F06F9C2-1939-9795-2DF7-CE1989FB9DE4}"/>
              </a:ext>
            </a:extLst>
          </p:cNvPr>
          <p:cNvSpPr/>
          <p:nvPr/>
        </p:nvSpPr>
        <p:spPr>
          <a:xfrm>
            <a:off x="7823699" y="170070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246C1AA4-143A-E219-BD69-CECBCAB4C527}"/>
              </a:ext>
            </a:extLst>
          </p:cNvPr>
          <p:cNvSpPr/>
          <p:nvPr/>
        </p:nvSpPr>
        <p:spPr>
          <a:xfrm>
            <a:off x="1913045" y="357681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Shuffled</a:t>
            </a:r>
          </a:p>
          <a:p>
            <a:pPr algn="ctr"/>
            <a:r>
              <a:rPr lang="en-US" altLang="ko-KR" sz="900"/>
              <a:t>Bigger Table</a:t>
            </a:r>
          </a:p>
          <a:p>
            <a:pPr algn="ctr"/>
            <a:r>
              <a:rPr lang="en-US" altLang="ko-KR" sz="900" b="1"/>
              <a:t>Partition : 0,</a:t>
            </a:r>
            <a:r>
              <a:rPr lang="ko-KR" altLang="en-US" sz="900" b="1"/>
              <a:t> </a:t>
            </a:r>
            <a:r>
              <a:rPr lang="en-US" altLang="ko-KR" sz="900" b="1"/>
              <a:t>3,</a:t>
            </a:r>
            <a:r>
              <a:rPr lang="ko-KR" altLang="en-US" sz="900" b="1"/>
              <a:t> </a:t>
            </a:r>
            <a:r>
              <a:rPr lang="en-US" altLang="ko-KR" sz="900" b="1"/>
              <a:t>6</a:t>
            </a:r>
            <a:endParaRPr lang="ko-KR" altLang="en-US" sz="900" b="1"/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7A213CBD-4731-8FF9-CA5E-9C0FD18F1B69}"/>
              </a:ext>
            </a:extLst>
          </p:cNvPr>
          <p:cNvSpPr/>
          <p:nvPr/>
        </p:nvSpPr>
        <p:spPr>
          <a:xfrm>
            <a:off x="4638548" y="357681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Shuffled</a:t>
            </a:r>
          </a:p>
          <a:p>
            <a:pPr algn="ctr"/>
            <a:r>
              <a:rPr lang="en-US" altLang="ko-KR" sz="900"/>
              <a:t>Bigger Table</a:t>
            </a:r>
          </a:p>
          <a:p>
            <a:pPr algn="ctr"/>
            <a:r>
              <a:rPr lang="en-US" altLang="ko-KR" sz="900" b="1"/>
              <a:t>Partition : 1, 4, 7</a:t>
            </a:r>
            <a:endParaRPr lang="ko-KR" altLang="en-US" sz="900" b="1"/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D8010B1-4420-B605-6D3F-F3ABE5ADA3BF}"/>
              </a:ext>
            </a:extLst>
          </p:cNvPr>
          <p:cNvSpPr/>
          <p:nvPr/>
        </p:nvSpPr>
        <p:spPr>
          <a:xfrm>
            <a:off x="7353706" y="357681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Shuffled</a:t>
            </a:r>
          </a:p>
          <a:p>
            <a:pPr algn="ctr"/>
            <a:r>
              <a:rPr lang="en-US" altLang="ko-KR" sz="900"/>
              <a:t>Bigger Table</a:t>
            </a:r>
          </a:p>
          <a:p>
            <a:pPr algn="ctr"/>
            <a:r>
              <a:rPr lang="en-US" altLang="ko-KR" sz="900" b="1"/>
              <a:t>Partition : 2, 5, 8</a:t>
            </a:r>
            <a:endParaRPr lang="ko-KR" altLang="en-US" sz="900" b="1"/>
          </a:p>
        </p:txBody>
      </p:sp>
      <p:sp>
        <p:nvSpPr>
          <p:cNvPr id="85" name="모서리가 둥근 직사각형 2">
            <a:extLst>
              <a:ext uri="{FF2B5EF4-FFF2-40B4-BE49-F238E27FC236}">
                <a16:creationId xmlns:a16="http://schemas.microsoft.com/office/drawing/2014/main" id="{9364B921-8D6E-C726-CCBA-037250704F57}"/>
              </a:ext>
            </a:extLst>
          </p:cNvPr>
          <p:cNvSpPr/>
          <p:nvPr/>
        </p:nvSpPr>
        <p:spPr>
          <a:xfrm>
            <a:off x="638165" y="46882"/>
            <a:ext cx="2952327" cy="914609"/>
          </a:xfrm>
          <a:prstGeom prst="roundRect">
            <a:avLst>
              <a:gd name="adj" fmla="val 851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Driver</a:t>
            </a:r>
            <a:endParaRPr lang="ko-KR" altLang="en-US" sz="1000" b="1"/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A876AF84-8A2D-8284-708C-95242C8A0C70}"/>
              </a:ext>
            </a:extLst>
          </p:cNvPr>
          <p:cNvCxnSpPr>
            <a:cxnSpLocks/>
            <a:stCxn id="161" idx="1"/>
            <a:endCxn id="19" idx="3"/>
          </p:cNvCxnSpPr>
          <p:nvPr/>
        </p:nvCxnSpPr>
        <p:spPr>
          <a:xfrm flipH="1" flipV="1">
            <a:off x="1790294" y="2279415"/>
            <a:ext cx="12275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8C278BD-2D0D-E58D-2674-CD87C88007FE}"/>
              </a:ext>
            </a:extLst>
          </p:cNvPr>
          <p:cNvCxnSpPr>
            <a:cxnSpLocks/>
            <a:stCxn id="162" idx="1"/>
            <a:endCxn id="20" idx="3"/>
          </p:cNvCxnSpPr>
          <p:nvPr/>
        </p:nvCxnSpPr>
        <p:spPr>
          <a:xfrm flipH="1" flipV="1">
            <a:off x="4513295" y="2279415"/>
            <a:ext cx="125253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94FC956-EEB5-43A7-1BAE-1AC412115BBD}"/>
              </a:ext>
            </a:extLst>
          </p:cNvPr>
          <p:cNvCxnSpPr>
            <a:cxnSpLocks/>
            <a:stCxn id="163" idx="1"/>
            <a:endCxn id="29" idx="3"/>
          </p:cNvCxnSpPr>
          <p:nvPr/>
        </p:nvCxnSpPr>
        <p:spPr>
          <a:xfrm flipH="1" flipV="1">
            <a:off x="7236296" y="2279415"/>
            <a:ext cx="11741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80">
            <a:extLst>
              <a:ext uri="{FF2B5EF4-FFF2-40B4-BE49-F238E27FC236}">
                <a16:creationId xmlns:a16="http://schemas.microsoft.com/office/drawing/2014/main" id="{7A61C656-8FD8-80F8-C142-410D52BA98C6}"/>
              </a:ext>
            </a:extLst>
          </p:cNvPr>
          <p:cNvSpPr/>
          <p:nvPr/>
        </p:nvSpPr>
        <p:spPr>
          <a:xfrm>
            <a:off x="1887942" y="2179545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107" name="Oval 80">
            <a:extLst>
              <a:ext uri="{FF2B5EF4-FFF2-40B4-BE49-F238E27FC236}">
                <a16:creationId xmlns:a16="http://schemas.microsoft.com/office/drawing/2014/main" id="{3F003BDE-1BD0-1C0F-34A6-636CD28D630D}"/>
              </a:ext>
            </a:extLst>
          </p:cNvPr>
          <p:cNvSpPr/>
          <p:nvPr/>
        </p:nvSpPr>
        <p:spPr>
          <a:xfrm>
            <a:off x="4616494" y="2179545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108" name="Oval 80">
            <a:extLst>
              <a:ext uri="{FF2B5EF4-FFF2-40B4-BE49-F238E27FC236}">
                <a16:creationId xmlns:a16="http://schemas.microsoft.com/office/drawing/2014/main" id="{671EA3A4-CFD9-DE1B-5C93-A4E60E436184}"/>
              </a:ext>
            </a:extLst>
          </p:cNvPr>
          <p:cNvSpPr/>
          <p:nvPr/>
        </p:nvSpPr>
        <p:spPr>
          <a:xfrm>
            <a:off x="7326739" y="2179545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7C5AD4CC-0444-2EA2-00F4-F135B5F32A23}"/>
              </a:ext>
            </a:extLst>
          </p:cNvPr>
          <p:cNvCxnSpPr>
            <a:cxnSpLocks/>
            <a:stCxn id="46" idx="2"/>
            <a:endCxn id="28" idx="0"/>
          </p:cNvCxnSpPr>
          <p:nvPr/>
        </p:nvCxnSpPr>
        <p:spPr>
          <a:xfrm>
            <a:off x="2492915" y="3304989"/>
            <a:ext cx="0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AF122E2D-72DA-AEAF-D6AB-690F7DC027C6}"/>
              </a:ext>
            </a:extLst>
          </p:cNvPr>
          <p:cNvCxnSpPr>
            <a:cxnSpLocks/>
            <a:stCxn id="49" idx="2"/>
            <a:endCxn id="30" idx="0"/>
          </p:cNvCxnSpPr>
          <p:nvPr/>
        </p:nvCxnSpPr>
        <p:spPr>
          <a:xfrm>
            <a:off x="5218418" y="3304989"/>
            <a:ext cx="0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C7A59D6A-BE8D-30B0-0881-07C454D28EAD}"/>
              </a:ext>
            </a:extLst>
          </p:cNvPr>
          <p:cNvCxnSpPr>
            <a:cxnSpLocks/>
            <a:stCxn id="52" idx="2"/>
            <a:endCxn id="32" idx="0"/>
          </p:cNvCxnSpPr>
          <p:nvPr/>
        </p:nvCxnSpPr>
        <p:spPr>
          <a:xfrm>
            <a:off x="7933576" y="3304989"/>
            <a:ext cx="0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641AD926-1311-071F-DD35-FBD59D88F199}"/>
              </a:ext>
            </a:extLst>
          </p:cNvPr>
          <p:cNvCxnSpPr>
            <a:cxnSpLocks/>
            <a:stCxn id="46" idx="2"/>
            <a:endCxn id="30" idx="0"/>
          </p:cNvCxnSpPr>
          <p:nvPr/>
        </p:nvCxnSpPr>
        <p:spPr>
          <a:xfrm>
            <a:off x="2492915" y="3304989"/>
            <a:ext cx="2725503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3423A0FE-EE9E-D368-3DB9-013AB898DF59}"/>
              </a:ext>
            </a:extLst>
          </p:cNvPr>
          <p:cNvCxnSpPr>
            <a:cxnSpLocks/>
            <a:stCxn id="46" idx="2"/>
            <a:endCxn id="32" idx="0"/>
          </p:cNvCxnSpPr>
          <p:nvPr/>
        </p:nvCxnSpPr>
        <p:spPr>
          <a:xfrm>
            <a:off x="2492915" y="3304989"/>
            <a:ext cx="5440661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9134868C-15B2-F1C7-27B9-6DBCE0B7C6A1}"/>
              </a:ext>
            </a:extLst>
          </p:cNvPr>
          <p:cNvCxnSpPr>
            <a:cxnSpLocks/>
            <a:stCxn id="49" idx="2"/>
            <a:endCxn id="28" idx="0"/>
          </p:cNvCxnSpPr>
          <p:nvPr/>
        </p:nvCxnSpPr>
        <p:spPr>
          <a:xfrm flipH="1">
            <a:off x="2492915" y="3304989"/>
            <a:ext cx="2725503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A79D6736-2B96-6CBC-5529-4A2F51369DAC}"/>
              </a:ext>
            </a:extLst>
          </p:cNvPr>
          <p:cNvCxnSpPr>
            <a:cxnSpLocks/>
            <a:stCxn id="49" idx="2"/>
            <a:endCxn id="32" idx="0"/>
          </p:cNvCxnSpPr>
          <p:nvPr/>
        </p:nvCxnSpPr>
        <p:spPr>
          <a:xfrm>
            <a:off x="5218418" y="3304989"/>
            <a:ext cx="2715158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87078444-9EEB-9667-8ADA-20F90DC4F2C5}"/>
              </a:ext>
            </a:extLst>
          </p:cNvPr>
          <p:cNvCxnSpPr>
            <a:cxnSpLocks/>
            <a:stCxn id="52" idx="2"/>
            <a:endCxn id="30" idx="0"/>
          </p:cNvCxnSpPr>
          <p:nvPr/>
        </p:nvCxnSpPr>
        <p:spPr>
          <a:xfrm flipH="1">
            <a:off x="5218418" y="3304989"/>
            <a:ext cx="2715158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44DAB64D-DA10-E47B-1607-1468E85BC2F2}"/>
              </a:ext>
            </a:extLst>
          </p:cNvPr>
          <p:cNvCxnSpPr>
            <a:cxnSpLocks/>
            <a:stCxn id="52" idx="2"/>
            <a:endCxn id="28" idx="0"/>
          </p:cNvCxnSpPr>
          <p:nvPr/>
        </p:nvCxnSpPr>
        <p:spPr>
          <a:xfrm flipH="1">
            <a:off x="2492915" y="3304989"/>
            <a:ext cx="5440661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Oval 80">
            <a:extLst>
              <a:ext uri="{FF2B5EF4-FFF2-40B4-BE49-F238E27FC236}">
                <a16:creationId xmlns:a16="http://schemas.microsoft.com/office/drawing/2014/main" id="{943425DA-85CF-7B2F-FCD6-C6C2BA65999E}"/>
              </a:ext>
            </a:extLst>
          </p:cNvPr>
          <p:cNvSpPr/>
          <p:nvPr/>
        </p:nvSpPr>
        <p:spPr>
          <a:xfrm>
            <a:off x="2384902" y="324906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143" name="Oval 80">
            <a:extLst>
              <a:ext uri="{FF2B5EF4-FFF2-40B4-BE49-F238E27FC236}">
                <a16:creationId xmlns:a16="http://schemas.microsoft.com/office/drawing/2014/main" id="{E733C414-74FA-FC98-530C-8383EF307381}"/>
              </a:ext>
            </a:extLst>
          </p:cNvPr>
          <p:cNvSpPr/>
          <p:nvPr/>
        </p:nvSpPr>
        <p:spPr>
          <a:xfrm>
            <a:off x="5113454" y="324906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144" name="Oval 80">
            <a:extLst>
              <a:ext uri="{FF2B5EF4-FFF2-40B4-BE49-F238E27FC236}">
                <a16:creationId xmlns:a16="http://schemas.microsoft.com/office/drawing/2014/main" id="{C844D6B9-8530-8D99-4583-1F46B9F31D46}"/>
              </a:ext>
            </a:extLst>
          </p:cNvPr>
          <p:cNvSpPr/>
          <p:nvPr/>
        </p:nvSpPr>
        <p:spPr>
          <a:xfrm>
            <a:off x="7823699" y="324906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cxnSp>
        <p:nvCxnSpPr>
          <p:cNvPr id="146" name="꺾인 연결선[E] 145">
            <a:extLst>
              <a:ext uri="{FF2B5EF4-FFF2-40B4-BE49-F238E27FC236}">
                <a16:creationId xmlns:a16="http://schemas.microsoft.com/office/drawing/2014/main" id="{A0E00D07-1B20-80F7-DA44-AE2357A22CC9}"/>
              </a:ext>
            </a:extLst>
          </p:cNvPr>
          <p:cNvCxnSpPr>
            <a:cxnSpLocks/>
            <a:stCxn id="28" idx="2"/>
            <a:endCxn id="83" idx="0"/>
          </p:cNvCxnSpPr>
          <p:nvPr/>
        </p:nvCxnSpPr>
        <p:spPr>
          <a:xfrm rot="5400000">
            <a:off x="2103824" y="3890090"/>
            <a:ext cx="198312" cy="5798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꺾인 연결선[E] 149">
            <a:extLst>
              <a:ext uri="{FF2B5EF4-FFF2-40B4-BE49-F238E27FC236}">
                <a16:creationId xmlns:a16="http://schemas.microsoft.com/office/drawing/2014/main" id="{21443E5B-5E15-BEAC-0226-A0B46AD4AB6B}"/>
              </a:ext>
            </a:extLst>
          </p:cNvPr>
          <p:cNvCxnSpPr>
            <a:cxnSpLocks/>
            <a:stCxn id="20" idx="2"/>
            <a:endCxn id="92" idx="0"/>
          </p:cNvCxnSpPr>
          <p:nvPr/>
        </p:nvCxnSpPr>
        <p:spPr>
          <a:xfrm rot="16200000" flipH="1">
            <a:off x="3443373" y="3084006"/>
            <a:ext cx="1747738" cy="642612"/>
          </a:xfrm>
          <a:prstGeom prst="bentConnector3">
            <a:avLst>
              <a:gd name="adj1" fmla="val 9432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꺾인 연결선[E] 152">
            <a:extLst>
              <a:ext uri="{FF2B5EF4-FFF2-40B4-BE49-F238E27FC236}">
                <a16:creationId xmlns:a16="http://schemas.microsoft.com/office/drawing/2014/main" id="{E275F7FE-2B8E-B94F-9B1C-C3BF7E537131}"/>
              </a:ext>
            </a:extLst>
          </p:cNvPr>
          <p:cNvCxnSpPr>
            <a:cxnSpLocks/>
            <a:stCxn id="30" idx="2"/>
            <a:endCxn id="92" idx="0"/>
          </p:cNvCxnSpPr>
          <p:nvPr/>
        </p:nvCxnSpPr>
        <p:spPr>
          <a:xfrm rot="5400000">
            <a:off x="4829327" y="3890090"/>
            <a:ext cx="198312" cy="5798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꺾인 연결선[E] 156">
            <a:extLst>
              <a:ext uri="{FF2B5EF4-FFF2-40B4-BE49-F238E27FC236}">
                <a16:creationId xmlns:a16="http://schemas.microsoft.com/office/drawing/2014/main" id="{4DC814CD-48D7-3C3A-10A9-1F2EFAD9275D}"/>
              </a:ext>
            </a:extLst>
          </p:cNvPr>
          <p:cNvCxnSpPr>
            <a:cxnSpLocks/>
            <a:stCxn id="32" idx="2"/>
            <a:endCxn id="130" idx="0"/>
          </p:cNvCxnSpPr>
          <p:nvPr/>
        </p:nvCxnSpPr>
        <p:spPr>
          <a:xfrm rot="5400000">
            <a:off x="7550310" y="3895915"/>
            <a:ext cx="198312" cy="56822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꺾인 연결선[E] 159">
            <a:extLst>
              <a:ext uri="{FF2B5EF4-FFF2-40B4-BE49-F238E27FC236}">
                <a16:creationId xmlns:a16="http://schemas.microsoft.com/office/drawing/2014/main" id="{847AD5D2-E103-17C6-154E-014B1ACB1900}"/>
              </a:ext>
            </a:extLst>
          </p:cNvPr>
          <p:cNvCxnSpPr>
            <a:cxnSpLocks/>
            <a:stCxn id="29" idx="2"/>
            <a:endCxn id="130" idx="0"/>
          </p:cNvCxnSpPr>
          <p:nvPr/>
        </p:nvCxnSpPr>
        <p:spPr>
          <a:xfrm rot="16200000" flipH="1">
            <a:off x="6168277" y="3082103"/>
            <a:ext cx="1747738" cy="646418"/>
          </a:xfrm>
          <a:prstGeom prst="bentConnector3">
            <a:avLst>
              <a:gd name="adj1" fmla="val 9432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80">
            <a:extLst>
              <a:ext uri="{FF2B5EF4-FFF2-40B4-BE49-F238E27FC236}">
                <a16:creationId xmlns:a16="http://schemas.microsoft.com/office/drawing/2014/main" id="{22D5945E-26C6-EBFD-960E-5C9CACD48B2C}"/>
              </a:ext>
            </a:extLst>
          </p:cNvPr>
          <p:cNvSpPr/>
          <p:nvPr/>
        </p:nvSpPr>
        <p:spPr>
          <a:xfrm>
            <a:off x="1800753" y="398310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168" name="Oval 80">
            <a:extLst>
              <a:ext uri="{FF2B5EF4-FFF2-40B4-BE49-F238E27FC236}">
                <a16:creationId xmlns:a16="http://schemas.microsoft.com/office/drawing/2014/main" id="{A60D0183-70CF-5989-F028-8C7991E04ADE}"/>
              </a:ext>
            </a:extLst>
          </p:cNvPr>
          <p:cNvSpPr/>
          <p:nvPr/>
        </p:nvSpPr>
        <p:spPr>
          <a:xfrm>
            <a:off x="4536887" y="398310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169" name="Oval 80">
            <a:extLst>
              <a:ext uri="{FF2B5EF4-FFF2-40B4-BE49-F238E27FC236}">
                <a16:creationId xmlns:a16="http://schemas.microsoft.com/office/drawing/2014/main" id="{521F68A8-AB65-8BCB-660E-264E07EA53B8}"/>
              </a:ext>
            </a:extLst>
          </p:cNvPr>
          <p:cNvSpPr/>
          <p:nvPr/>
        </p:nvSpPr>
        <p:spPr>
          <a:xfrm>
            <a:off x="7257343" y="398310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431C049C-7020-6BED-9827-37D10EC1F0C0}"/>
              </a:ext>
            </a:extLst>
          </p:cNvPr>
          <p:cNvCxnSpPr>
            <a:cxnSpLocks/>
          </p:cNvCxnSpPr>
          <p:nvPr/>
        </p:nvCxnSpPr>
        <p:spPr>
          <a:xfrm>
            <a:off x="4805728" y="878691"/>
            <a:ext cx="0" cy="3257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Oval 80">
            <a:extLst>
              <a:ext uri="{FF2B5EF4-FFF2-40B4-BE49-F238E27FC236}">
                <a16:creationId xmlns:a16="http://schemas.microsoft.com/office/drawing/2014/main" id="{073D8599-97A1-5DD7-7075-79AB2EE62921}"/>
              </a:ext>
            </a:extLst>
          </p:cNvPr>
          <p:cNvSpPr/>
          <p:nvPr/>
        </p:nvSpPr>
        <p:spPr>
          <a:xfrm>
            <a:off x="4700633" y="81080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1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917734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A8800-82E9-D344-352F-9437F9BDE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Rounded Rectangle 3">
            <a:extLst>
              <a:ext uri="{FF2B5EF4-FFF2-40B4-BE49-F238E27FC236}">
                <a16:creationId xmlns:a16="http://schemas.microsoft.com/office/drawing/2014/main" id="{25B3797D-58A3-886F-4155-B78177AF008E}"/>
              </a:ext>
            </a:extLst>
          </p:cNvPr>
          <p:cNvSpPr/>
          <p:nvPr/>
        </p:nvSpPr>
        <p:spPr>
          <a:xfrm>
            <a:off x="1859962" y="2735424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2">
              <a:lumMod val="90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4E1BD2E-5018-BAD0-6E82-8745044991C3}"/>
              </a:ext>
            </a:extLst>
          </p:cNvPr>
          <p:cNvSpPr/>
          <p:nvPr/>
        </p:nvSpPr>
        <p:spPr>
          <a:xfrm>
            <a:off x="4093286" y="51471"/>
            <a:ext cx="2952327" cy="910020"/>
          </a:xfrm>
          <a:prstGeom prst="roundRect">
            <a:avLst>
              <a:gd name="adj" fmla="val 965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>
                <a:solidFill>
                  <a:sysClr val="windowText" lastClr="000000"/>
                </a:solidFill>
              </a:rPr>
              <a:t>External Storage</a:t>
            </a:r>
            <a:endParaRPr lang="en-KR" sz="1000" b="1">
              <a:solidFill>
                <a:sysClr val="windowText" lastClr="000000"/>
              </a:solidFill>
            </a:endParaRPr>
          </a:p>
        </p:txBody>
      </p:sp>
      <p:grpSp>
        <p:nvGrpSpPr>
          <p:cNvPr id="260" name="그룹 259">
            <a:extLst>
              <a:ext uri="{FF2B5EF4-FFF2-40B4-BE49-F238E27FC236}">
                <a16:creationId xmlns:a16="http://schemas.microsoft.com/office/drawing/2014/main" id="{7F7F5FA5-4718-ABEF-DCD9-E442C19FD004}"/>
              </a:ext>
            </a:extLst>
          </p:cNvPr>
          <p:cNvGrpSpPr/>
          <p:nvPr/>
        </p:nvGrpSpPr>
        <p:grpSpPr>
          <a:xfrm>
            <a:off x="4290254" y="324981"/>
            <a:ext cx="2546019" cy="553710"/>
            <a:chOff x="3767476" y="865912"/>
            <a:chExt cx="2546019" cy="553710"/>
          </a:xfrm>
        </p:grpSpPr>
        <p:sp>
          <p:nvSpPr>
            <p:cNvPr id="3" name="모서리가 둥근 직사각형 2">
              <a:extLst>
                <a:ext uri="{FF2B5EF4-FFF2-40B4-BE49-F238E27FC236}">
                  <a16:creationId xmlns:a16="http://schemas.microsoft.com/office/drawing/2014/main" id="{AC931DC9-DC99-B097-4980-530E7F013AD7}"/>
                </a:ext>
              </a:extLst>
            </p:cNvPr>
            <p:cNvSpPr/>
            <p:nvPr/>
          </p:nvSpPr>
          <p:spPr>
            <a:xfrm>
              <a:off x="3767476" y="865912"/>
              <a:ext cx="1030948" cy="553710"/>
            </a:xfrm>
            <a:prstGeom prst="roundRect">
              <a:avLst>
                <a:gd name="adj" fmla="val 11033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Smaller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 b="1"/>
                <a:t>Partition 0~8</a:t>
              </a:r>
              <a:endParaRPr lang="ko-KR" altLang="en-US" sz="900" b="1"/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2C1898AD-A487-4365-4CE6-89BB72DCAE5F}"/>
                </a:ext>
              </a:extLst>
            </p:cNvPr>
            <p:cNvSpPr/>
            <p:nvPr/>
          </p:nvSpPr>
          <p:spPr>
            <a:xfrm>
              <a:off x="5290559" y="865912"/>
              <a:ext cx="1022936" cy="553710"/>
            </a:xfrm>
            <a:prstGeom prst="roundRect">
              <a:avLst>
                <a:gd name="adj" fmla="val 11033"/>
              </a:avLst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Bigger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 b="1"/>
                <a:t>Partition 0~8</a:t>
              </a:r>
              <a:endParaRPr lang="ko-KR" altLang="en-US" sz="900" b="1"/>
            </a:p>
          </p:txBody>
        </p:sp>
      </p:grp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F1C308B6-52E3-E196-E0C3-11E52FF188B3}"/>
              </a:ext>
            </a:extLst>
          </p:cNvPr>
          <p:cNvSpPr/>
          <p:nvPr/>
        </p:nvSpPr>
        <p:spPr>
          <a:xfrm>
            <a:off x="638166" y="1121587"/>
            <a:ext cx="2562374" cy="3970441"/>
          </a:xfrm>
          <a:prstGeom prst="roundRect">
            <a:avLst>
              <a:gd name="adj" fmla="val 53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080CD465-C038-EEB7-C584-6658005184D0}"/>
              </a:ext>
            </a:extLst>
          </p:cNvPr>
          <p:cNvSpPr/>
          <p:nvPr/>
        </p:nvSpPr>
        <p:spPr>
          <a:xfrm>
            <a:off x="3361167" y="1121587"/>
            <a:ext cx="2562374" cy="3970441"/>
          </a:xfrm>
          <a:prstGeom prst="roundRect">
            <a:avLst>
              <a:gd name="adj" fmla="val 5067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7" name="모서리가 둥근 직사각형 2">
            <a:extLst>
              <a:ext uri="{FF2B5EF4-FFF2-40B4-BE49-F238E27FC236}">
                <a16:creationId xmlns:a16="http://schemas.microsoft.com/office/drawing/2014/main" id="{1D8AE91D-FE09-78D3-1744-5B7C0B515C9C}"/>
              </a:ext>
            </a:extLst>
          </p:cNvPr>
          <p:cNvSpPr/>
          <p:nvPr/>
        </p:nvSpPr>
        <p:spPr>
          <a:xfrm>
            <a:off x="6084168" y="1121587"/>
            <a:ext cx="2562374" cy="3970441"/>
          </a:xfrm>
          <a:prstGeom prst="roundRect">
            <a:avLst>
              <a:gd name="adj" fmla="val 482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87276902-0CA0-4966-9C10-289F5DD37870}"/>
              </a:ext>
            </a:extLst>
          </p:cNvPr>
          <p:cNvSpPr/>
          <p:nvPr/>
        </p:nvSpPr>
        <p:spPr>
          <a:xfrm>
            <a:off x="3478577" y="2027387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Sorted</a:t>
            </a:r>
          </a:p>
          <a:p>
            <a:pPr algn="ctr"/>
            <a:r>
              <a:rPr lang="en-US" altLang="ko-KR" sz="900"/>
              <a:t>Smaller Table</a:t>
            </a:r>
            <a:br>
              <a:rPr lang="en-US" altLang="ko-KR" sz="900"/>
            </a:br>
            <a:r>
              <a:rPr lang="en-US" altLang="ko-KR" sz="900"/>
              <a:t>by Join Key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A5811764-E07F-3501-F8BF-6473F37C690D}"/>
              </a:ext>
            </a:extLst>
          </p:cNvPr>
          <p:cNvSpPr/>
          <p:nvPr/>
        </p:nvSpPr>
        <p:spPr>
          <a:xfrm>
            <a:off x="6201578" y="2027387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Sorted</a:t>
            </a:r>
          </a:p>
          <a:p>
            <a:pPr algn="ctr"/>
            <a:r>
              <a:rPr lang="en-US" altLang="ko-KR" sz="900"/>
              <a:t>Smaller Table</a:t>
            </a:r>
            <a:br>
              <a:rPr lang="en-US" altLang="ko-KR" sz="900"/>
            </a:br>
            <a:r>
              <a:rPr lang="en-US" altLang="ko-KR" sz="900"/>
              <a:t>by Join Key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80D243AF-249A-B2AF-5432-A54D5C7449CC}"/>
              </a:ext>
            </a:extLst>
          </p:cNvPr>
          <p:cNvSpPr/>
          <p:nvPr/>
        </p:nvSpPr>
        <p:spPr>
          <a:xfrm>
            <a:off x="755576" y="2027387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Sorted</a:t>
            </a:r>
          </a:p>
          <a:p>
            <a:pPr algn="ctr"/>
            <a:r>
              <a:rPr lang="en-US" altLang="ko-KR" sz="900"/>
              <a:t>Smaller Table</a:t>
            </a:r>
            <a:br>
              <a:rPr lang="en-US" altLang="ko-KR" sz="900"/>
            </a:br>
            <a:r>
              <a:rPr lang="en-US" altLang="ko-KR" sz="900"/>
              <a:t>by Join Key</a:t>
            </a: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2838BBA9-B3F3-A630-91BF-44EBC5704E27}"/>
              </a:ext>
            </a:extLst>
          </p:cNvPr>
          <p:cNvSpPr/>
          <p:nvPr/>
        </p:nvSpPr>
        <p:spPr>
          <a:xfrm>
            <a:off x="1913045" y="280093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8, 7, 6</a:t>
            </a:r>
            <a:endParaRPr lang="ko-KR" altLang="en-US" sz="900" b="1"/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A79B7E30-FAED-9D3E-49D1-F79D20C9B0AB}"/>
              </a:ext>
            </a:extLst>
          </p:cNvPr>
          <p:cNvSpPr/>
          <p:nvPr/>
        </p:nvSpPr>
        <p:spPr>
          <a:xfrm>
            <a:off x="4638548" y="280093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5, 4, 3</a:t>
            </a:r>
            <a:endParaRPr lang="ko-KR" altLang="en-US" sz="900" b="1"/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534810C0-10B4-9D9F-2612-A6B250B6053B}"/>
              </a:ext>
            </a:extLst>
          </p:cNvPr>
          <p:cNvSpPr/>
          <p:nvPr/>
        </p:nvSpPr>
        <p:spPr>
          <a:xfrm>
            <a:off x="7353706" y="280093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2, 1, 0</a:t>
            </a:r>
            <a:endParaRPr lang="ko-KR" altLang="en-US" sz="900" b="1"/>
          </a:p>
        </p:txBody>
      </p: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4E3AB99F-0EFC-2F2E-2740-9A4FF774C6F7}"/>
              </a:ext>
            </a:extLst>
          </p:cNvPr>
          <p:cNvSpPr/>
          <p:nvPr/>
        </p:nvSpPr>
        <p:spPr>
          <a:xfrm>
            <a:off x="1333175" y="4279181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0, 3, 6</a:t>
            </a:r>
            <a:r>
              <a:rPr lang="en-US" altLang="ko-KR" sz="900"/>
              <a:t> </a:t>
            </a:r>
            <a:endParaRPr lang="ko-KR" altLang="en-US" sz="900"/>
          </a:p>
        </p:txBody>
      </p:sp>
      <p:cxnSp>
        <p:nvCxnSpPr>
          <p:cNvPr id="87" name="꺾인 연결선[E] 86">
            <a:extLst>
              <a:ext uri="{FF2B5EF4-FFF2-40B4-BE49-F238E27FC236}">
                <a16:creationId xmlns:a16="http://schemas.microsoft.com/office/drawing/2014/main" id="{962D1555-7A9C-5657-903C-1C1B3BAEBD83}"/>
              </a:ext>
            </a:extLst>
          </p:cNvPr>
          <p:cNvCxnSpPr>
            <a:cxnSpLocks/>
            <a:stCxn id="19" idx="1"/>
            <a:endCxn id="83" idx="1"/>
          </p:cNvCxnSpPr>
          <p:nvPr/>
        </p:nvCxnSpPr>
        <p:spPr>
          <a:xfrm rot="10800000" flipH="1" flipV="1">
            <a:off x="755575" y="2279414"/>
            <a:ext cx="577599" cy="2274949"/>
          </a:xfrm>
          <a:prstGeom prst="bentConnector3">
            <a:avLst>
              <a:gd name="adj1" fmla="val -989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956069C5-9BAC-79A8-7E85-4062A29C7B69}"/>
              </a:ext>
            </a:extLst>
          </p:cNvPr>
          <p:cNvSpPr/>
          <p:nvPr/>
        </p:nvSpPr>
        <p:spPr>
          <a:xfrm>
            <a:off x="4058678" y="4279181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1, 4, 7 </a:t>
            </a:r>
            <a:endParaRPr lang="ko-KR" altLang="en-US" sz="900" b="1"/>
          </a:p>
        </p:txBody>
      </p:sp>
      <p:sp>
        <p:nvSpPr>
          <p:cNvPr id="130" name="모서리가 둥근 직사각형 129">
            <a:extLst>
              <a:ext uri="{FF2B5EF4-FFF2-40B4-BE49-F238E27FC236}">
                <a16:creationId xmlns:a16="http://schemas.microsoft.com/office/drawing/2014/main" id="{71EBEB3D-D902-D21B-72E7-AD3963E76F02}"/>
              </a:ext>
            </a:extLst>
          </p:cNvPr>
          <p:cNvSpPr/>
          <p:nvPr/>
        </p:nvSpPr>
        <p:spPr>
          <a:xfrm>
            <a:off x="6785485" y="4279181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2, 5, 8</a:t>
            </a:r>
            <a:endParaRPr lang="ko-KR" altLang="en-US" sz="900" b="1"/>
          </a:p>
        </p:txBody>
      </p:sp>
      <p:sp>
        <p:nvSpPr>
          <p:cNvPr id="161" name="모서리가 둥근 직사각형 160">
            <a:extLst>
              <a:ext uri="{FF2B5EF4-FFF2-40B4-BE49-F238E27FC236}">
                <a16:creationId xmlns:a16="http://schemas.microsoft.com/office/drawing/2014/main" id="{DFC31CF9-5F46-B74B-3595-266374229D8F}"/>
              </a:ext>
            </a:extLst>
          </p:cNvPr>
          <p:cNvSpPr/>
          <p:nvPr/>
        </p:nvSpPr>
        <p:spPr>
          <a:xfrm>
            <a:off x="1913045" y="2027388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Shuffled</a:t>
            </a:r>
            <a:br>
              <a:rPr lang="en-US" altLang="ko-KR" sz="900"/>
            </a:br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 b="1"/>
              <a:t>Partition : 0,</a:t>
            </a:r>
            <a:r>
              <a:rPr lang="ko-KR" altLang="en-US" sz="900" b="1"/>
              <a:t> </a:t>
            </a:r>
            <a:r>
              <a:rPr lang="en-US" altLang="ko-KR" sz="900" b="1"/>
              <a:t>3,</a:t>
            </a:r>
            <a:r>
              <a:rPr lang="ko-KR" altLang="en-US" sz="900" b="1"/>
              <a:t> </a:t>
            </a:r>
            <a:r>
              <a:rPr lang="en-US" altLang="ko-KR" sz="900" b="1"/>
              <a:t>6</a:t>
            </a:r>
            <a:endParaRPr lang="ko-KR" altLang="en-US" sz="900" b="1"/>
          </a:p>
        </p:txBody>
      </p:sp>
      <p:sp>
        <p:nvSpPr>
          <p:cNvPr id="162" name="모서리가 둥근 직사각형 161">
            <a:extLst>
              <a:ext uri="{FF2B5EF4-FFF2-40B4-BE49-F238E27FC236}">
                <a16:creationId xmlns:a16="http://schemas.microsoft.com/office/drawing/2014/main" id="{6DE7061F-9604-C9A4-52BC-33573122D156}"/>
              </a:ext>
            </a:extLst>
          </p:cNvPr>
          <p:cNvSpPr/>
          <p:nvPr/>
        </p:nvSpPr>
        <p:spPr>
          <a:xfrm>
            <a:off x="4638548" y="2027388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Shuffled</a:t>
            </a:r>
            <a:br>
              <a:rPr lang="en-US" altLang="ko-KR" sz="900"/>
            </a:br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 b="1"/>
              <a:t>Partition : 1, 4, 7</a:t>
            </a:r>
            <a:endParaRPr lang="ko-KR" altLang="en-US" sz="900" b="1"/>
          </a:p>
        </p:txBody>
      </p: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E66176D-2984-1938-7697-BD86C5A6C2BF}"/>
              </a:ext>
            </a:extLst>
          </p:cNvPr>
          <p:cNvSpPr/>
          <p:nvPr/>
        </p:nvSpPr>
        <p:spPr>
          <a:xfrm>
            <a:off x="7353706" y="2027388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Shuffled</a:t>
            </a:r>
            <a:br>
              <a:rPr lang="en-US" altLang="ko-KR" sz="900"/>
            </a:br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 b="1"/>
              <a:t>Partition : 2, 5, 8</a:t>
            </a:r>
            <a:endParaRPr lang="ko-KR" altLang="en-US" sz="900" b="1"/>
          </a:p>
        </p:txBody>
      </p:sp>
      <p:cxnSp>
        <p:nvCxnSpPr>
          <p:cNvPr id="247" name="꺾인 연결선[E] 246">
            <a:extLst>
              <a:ext uri="{FF2B5EF4-FFF2-40B4-BE49-F238E27FC236}">
                <a16:creationId xmlns:a16="http://schemas.microsoft.com/office/drawing/2014/main" id="{07DAFEC1-170D-E2EC-6DA6-B30C469B3A73}"/>
              </a:ext>
            </a:extLst>
          </p:cNvPr>
          <p:cNvCxnSpPr>
            <a:cxnSpLocks/>
            <a:stCxn id="5" idx="3"/>
            <a:endCxn id="227" idx="3"/>
          </p:cNvCxnSpPr>
          <p:nvPr/>
        </p:nvCxnSpPr>
        <p:spPr>
          <a:xfrm>
            <a:off x="6836273" y="601836"/>
            <a:ext cx="1740601" cy="2455127"/>
          </a:xfrm>
          <a:prstGeom prst="bentConnector3">
            <a:avLst>
              <a:gd name="adj1" fmla="val 11313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Oval 80">
            <a:extLst>
              <a:ext uri="{FF2B5EF4-FFF2-40B4-BE49-F238E27FC236}">
                <a16:creationId xmlns:a16="http://schemas.microsoft.com/office/drawing/2014/main" id="{70BF87A0-7C34-FF47-4C43-5F5B3C330766}"/>
              </a:ext>
            </a:extLst>
          </p:cNvPr>
          <p:cNvSpPr/>
          <p:nvPr/>
        </p:nvSpPr>
        <p:spPr>
          <a:xfrm>
            <a:off x="6726975" y="48507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03A5BC45-2029-5AE4-59D9-4682B10F956C}"/>
              </a:ext>
            </a:extLst>
          </p:cNvPr>
          <p:cNvSpPr/>
          <p:nvPr/>
        </p:nvSpPr>
        <p:spPr>
          <a:xfrm>
            <a:off x="1859962" y="1190074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24535C2-61B1-22A0-D04D-F1E247901BD0}"/>
              </a:ext>
            </a:extLst>
          </p:cNvPr>
          <p:cNvSpPr/>
          <p:nvPr/>
        </p:nvSpPr>
        <p:spPr>
          <a:xfrm>
            <a:off x="1913045" y="1252894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0, 1,</a:t>
            </a:r>
            <a:r>
              <a:rPr lang="ko-KR" altLang="en-US" sz="900" b="1"/>
              <a:t> </a:t>
            </a:r>
            <a:r>
              <a:rPr lang="en-US" altLang="ko-KR" sz="900" b="1"/>
              <a:t>2</a:t>
            </a:r>
            <a:endParaRPr lang="ko-KR" altLang="en-US" sz="900" b="1"/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BA9C7DC1-66F1-7BF9-DA52-135CEA66E96D}"/>
              </a:ext>
            </a:extLst>
          </p:cNvPr>
          <p:cNvSpPr/>
          <p:nvPr/>
        </p:nvSpPr>
        <p:spPr>
          <a:xfrm>
            <a:off x="4638548" y="1252894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3,</a:t>
            </a:r>
            <a:r>
              <a:rPr lang="ko-KR" altLang="en-US" sz="900" b="1"/>
              <a:t> </a:t>
            </a:r>
            <a:r>
              <a:rPr lang="en-US" altLang="ko-KR" sz="900" b="1"/>
              <a:t>4,</a:t>
            </a:r>
            <a:r>
              <a:rPr lang="ko-KR" altLang="en-US" sz="900" b="1"/>
              <a:t> </a:t>
            </a:r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4744F4F9-8A22-FFC7-D219-16AD3557252B}"/>
              </a:ext>
            </a:extLst>
          </p:cNvPr>
          <p:cNvSpPr/>
          <p:nvPr/>
        </p:nvSpPr>
        <p:spPr>
          <a:xfrm>
            <a:off x="7353706" y="1252894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6,</a:t>
            </a:r>
            <a:r>
              <a:rPr lang="ko-KR" altLang="en-US" sz="900" b="1"/>
              <a:t> </a:t>
            </a:r>
            <a:r>
              <a:rPr lang="en-US" altLang="ko-KR" sz="900" b="1"/>
              <a:t>7,</a:t>
            </a:r>
            <a:r>
              <a:rPr lang="ko-KR" altLang="en-US" sz="900" b="1"/>
              <a:t> </a:t>
            </a:r>
            <a:r>
              <a:rPr lang="en-US" altLang="ko-KR" sz="900" b="1"/>
              <a:t>8</a:t>
            </a:r>
            <a:endParaRPr lang="ko-KR" altLang="en-US" sz="900" b="1"/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105C320D-2583-0C59-4354-937FE004C2E6}"/>
              </a:ext>
            </a:extLst>
          </p:cNvPr>
          <p:cNvCxnSpPr>
            <a:cxnSpLocks/>
            <a:stCxn id="9" idx="2"/>
            <a:endCxn id="163" idx="0"/>
          </p:cNvCxnSpPr>
          <p:nvPr/>
        </p:nvCxnSpPr>
        <p:spPr>
          <a:xfrm>
            <a:off x="2492915" y="1756950"/>
            <a:ext cx="5440661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C98E461-6781-E797-E385-92C748ECF80A}"/>
              </a:ext>
            </a:extLst>
          </p:cNvPr>
          <p:cNvCxnSpPr>
            <a:cxnSpLocks/>
            <a:stCxn id="9" idx="2"/>
            <a:endCxn id="162" idx="0"/>
          </p:cNvCxnSpPr>
          <p:nvPr/>
        </p:nvCxnSpPr>
        <p:spPr>
          <a:xfrm>
            <a:off x="2492915" y="1756950"/>
            <a:ext cx="2725503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9C89A94-5E39-AAFA-E735-74A1A3005ABC}"/>
              </a:ext>
            </a:extLst>
          </p:cNvPr>
          <p:cNvCxnSpPr>
            <a:cxnSpLocks/>
            <a:stCxn id="9" idx="2"/>
            <a:endCxn id="161" idx="0"/>
          </p:cNvCxnSpPr>
          <p:nvPr/>
        </p:nvCxnSpPr>
        <p:spPr>
          <a:xfrm>
            <a:off x="2492915" y="1756950"/>
            <a:ext cx="0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0407210-8459-A97F-FB19-BF952CCA53B2}"/>
              </a:ext>
            </a:extLst>
          </p:cNvPr>
          <p:cNvCxnSpPr>
            <a:cxnSpLocks/>
            <a:stCxn id="10" idx="2"/>
            <a:endCxn id="161" idx="0"/>
          </p:cNvCxnSpPr>
          <p:nvPr/>
        </p:nvCxnSpPr>
        <p:spPr>
          <a:xfrm flipH="1">
            <a:off x="2492915" y="1756950"/>
            <a:ext cx="2725503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165CCB1E-F38A-F9A2-7D02-A40BAB7BD1EE}"/>
              </a:ext>
            </a:extLst>
          </p:cNvPr>
          <p:cNvCxnSpPr>
            <a:cxnSpLocks/>
            <a:stCxn id="10" idx="2"/>
            <a:endCxn id="162" idx="0"/>
          </p:cNvCxnSpPr>
          <p:nvPr/>
        </p:nvCxnSpPr>
        <p:spPr>
          <a:xfrm>
            <a:off x="5218418" y="1756950"/>
            <a:ext cx="0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CBAB3D7-F245-E39F-DB8E-93BD2EC9CEB0}"/>
              </a:ext>
            </a:extLst>
          </p:cNvPr>
          <p:cNvCxnSpPr>
            <a:cxnSpLocks/>
            <a:stCxn id="10" idx="2"/>
            <a:endCxn id="163" idx="0"/>
          </p:cNvCxnSpPr>
          <p:nvPr/>
        </p:nvCxnSpPr>
        <p:spPr>
          <a:xfrm>
            <a:off x="5218418" y="1756950"/>
            <a:ext cx="2715158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1F5AAB-D33F-6650-2033-0D4871B6A76F}"/>
              </a:ext>
            </a:extLst>
          </p:cNvPr>
          <p:cNvCxnSpPr>
            <a:cxnSpLocks/>
            <a:stCxn id="11" idx="2"/>
            <a:endCxn id="163" idx="0"/>
          </p:cNvCxnSpPr>
          <p:nvPr/>
        </p:nvCxnSpPr>
        <p:spPr>
          <a:xfrm>
            <a:off x="7933576" y="1756950"/>
            <a:ext cx="0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E1059B10-C3C4-1F79-88B9-F9E5E2F81B9C}"/>
              </a:ext>
            </a:extLst>
          </p:cNvPr>
          <p:cNvCxnSpPr>
            <a:cxnSpLocks/>
            <a:stCxn id="11" idx="2"/>
            <a:endCxn id="162" idx="0"/>
          </p:cNvCxnSpPr>
          <p:nvPr/>
        </p:nvCxnSpPr>
        <p:spPr>
          <a:xfrm flipH="1">
            <a:off x="5218418" y="1756950"/>
            <a:ext cx="2715158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1A1D2F5A-6DCD-C0F2-8CD8-FB181B69DA8E}"/>
              </a:ext>
            </a:extLst>
          </p:cNvPr>
          <p:cNvCxnSpPr>
            <a:cxnSpLocks/>
            <a:stCxn id="11" idx="2"/>
            <a:endCxn id="161" idx="0"/>
          </p:cNvCxnSpPr>
          <p:nvPr/>
        </p:nvCxnSpPr>
        <p:spPr>
          <a:xfrm flipH="1">
            <a:off x="2492915" y="1756950"/>
            <a:ext cx="5440661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80">
            <a:extLst>
              <a:ext uri="{FF2B5EF4-FFF2-40B4-BE49-F238E27FC236}">
                <a16:creationId xmlns:a16="http://schemas.microsoft.com/office/drawing/2014/main" id="{8C140C94-5F66-5394-BEBF-F9CD1C4FC314}"/>
              </a:ext>
            </a:extLst>
          </p:cNvPr>
          <p:cNvSpPr/>
          <p:nvPr/>
        </p:nvSpPr>
        <p:spPr>
          <a:xfrm>
            <a:off x="2384902" y="170070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3" name="Oval 80">
            <a:extLst>
              <a:ext uri="{FF2B5EF4-FFF2-40B4-BE49-F238E27FC236}">
                <a16:creationId xmlns:a16="http://schemas.microsoft.com/office/drawing/2014/main" id="{BFF881A7-AA9B-9075-EA57-4AB3BF1A37B3}"/>
              </a:ext>
            </a:extLst>
          </p:cNvPr>
          <p:cNvSpPr/>
          <p:nvPr/>
        </p:nvSpPr>
        <p:spPr>
          <a:xfrm>
            <a:off x="5113454" y="170070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4" name="Oval 80">
            <a:extLst>
              <a:ext uri="{FF2B5EF4-FFF2-40B4-BE49-F238E27FC236}">
                <a16:creationId xmlns:a16="http://schemas.microsoft.com/office/drawing/2014/main" id="{EAB9FA3E-0FB3-00A3-E659-4332725A48A5}"/>
              </a:ext>
            </a:extLst>
          </p:cNvPr>
          <p:cNvSpPr/>
          <p:nvPr/>
        </p:nvSpPr>
        <p:spPr>
          <a:xfrm>
            <a:off x="7823699" y="170070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4C3A81A-4D03-8E4E-D31E-9880A5DA7535}"/>
              </a:ext>
            </a:extLst>
          </p:cNvPr>
          <p:cNvSpPr/>
          <p:nvPr/>
        </p:nvSpPr>
        <p:spPr>
          <a:xfrm>
            <a:off x="1913045" y="357681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Shuffled</a:t>
            </a:r>
          </a:p>
          <a:p>
            <a:pPr algn="ctr"/>
            <a:r>
              <a:rPr lang="en-US" altLang="ko-KR" sz="900"/>
              <a:t>Bigger Table</a:t>
            </a:r>
          </a:p>
          <a:p>
            <a:pPr algn="ctr"/>
            <a:r>
              <a:rPr lang="en-US" altLang="ko-KR" sz="900" b="1"/>
              <a:t>Partition : 0,</a:t>
            </a:r>
            <a:r>
              <a:rPr lang="ko-KR" altLang="en-US" sz="900" b="1"/>
              <a:t> </a:t>
            </a:r>
            <a:r>
              <a:rPr lang="en-US" altLang="ko-KR" sz="900" b="1"/>
              <a:t>3,</a:t>
            </a:r>
            <a:r>
              <a:rPr lang="ko-KR" altLang="en-US" sz="900" b="1"/>
              <a:t> </a:t>
            </a:r>
            <a:r>
              <a:rPr lang="en-US" altLang="ko-KR" sz="900" b="1"/>
              <a:t>6</a:t>
            </a:r>
            <a:endParaRPr lang="ko-KR" altLang="en-US" sz="900" b="1"/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EA0771C2-78A0-7971-6E20-CB20B6EADF82}"/>
              </a:ext>
            </a:extLst>
          </p:cNvPr>
          <p:cNvSpPr/>
          <p:nvPr/>
        </p:nvSpPr>
        <p:spPr>
          <a:xfrm>
            <a:off x="4638548" y="357681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Shuffled</a:t>
            </a:r>
          </a:p>
          <a:p>
            <a:pPr algn="ctr"/>
            <a:r>
              <a:rPr lang="en-US" altLang="ko-KR" sz="900"/>
              <a:t>Bigger Table</a:t>
            </a:r>
          </a:p>
          <a:p>
            <a:pPr algn="ctr"/>
            <a:r>
              <a:rPr lang="en-US" altLang="ko-KR" sz="900" b="1"/>
              <a:t>Partition : 1, 4, 7</a:t>
            </a:r>
            <a:endParaRPr lang="ko-KR" altLang="en-US" sz="900" b="1"/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3E76D48-43F4-FAB4-BD02-4DE3CFED8345}"/>
              </a:ext>
            </a:extLst>
          </p:cNvPr>
          <p:cNvSpPr/>
          <p:nvPr/>
        </p:nvSpPr>
        <p:spPr>
          <a:xfrm>
            <a:off x="7353706" y="357681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Shuffled</a:t>
            </a:r>
          </a:p>
          <a:p>
            <a:pPr algn="ctr"/>
            <a:r>
              <a:rPr lang="en-US" altLang="ko-KR" sz="900"/>
              <a:t>Bigger Table</a:t>
            </a:r>
          </a:p>
          <a:p>
            <a:pPr algn="ctr"/>
            <a:r>
              <a:rPr lang="en-US" altLang="ko-KR" sz="900" b="1"/>
              <a:t>Partition : 2, 5, 8</a:t>
            </a:r>
            <a:endParaRPr lang="ko-KR" altLang="en-US" sz="900" b="1"/>
          </a:p>
        </p:txBody>
      </p:sp>
      <p:sp>
        <p:nvSpPr>
          <p:cNvPr id="85" name="모서리가 둥근 직사각형 2">
            <a:extLst>
              <a:ext uri="{FF2B5EF4-FFF2-40B4-BE49-F238E27FC236}">
                <a16:creationId xmlns:a16="http://schemas.microsoft.com/office/drawing/2014/main" id="{3962A719-2BE0-26BE-AFAC-070CE4DF7C45}"/>
              </a:ext>
            </a:extLst>
          </p:cNvPr>
          <p:cNvSpPr/>
          <p:nvPr/>
        </p:nvSpPr>
        <p:spPr>
          <a:xfrm>
            <a:off x="638165" y="46882"/>
            <a:ext cx="2952327" cy="914609"/>
          </a:xfrm>
          <a:prstGeom prst="roundRect">
            <a:avLst>
              <a:gd name="adj" fmla="val 851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Driver</a:t>
            </a:r>
            <a:endParaRPr lang="ko-KR" altLang="en-US" sz="1000" b="1"/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6725B9F8-C702-19BA-F09D-C478EE7F5746}"/>
              </a:ext>
            </a:extLst>
          </p:cNvPr>
          <p:cNvCxnSpPr>
            <a:cxnSpLocks/>
            <a:stCxn id="161" idx="1"/>
            <a:endCxn id="19" idx="3"/>
          </p:cNvCxnSpPr>
          <p:nvPr/>
        </p:nvCxnSpPr>
        <p:spPr>
          <a:xfrm flipH="1" flipV="1">
            <a:off x="1790294" y="2279415"/>
            <a:ext cx="12275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43CB7F57-4D3C-C84A-756C-9B69585BEDA7}"/>
              </a:ext>
            </a:extLst>
          </p:cNvPr>
          <p:cNvCxnSpPr>
            <a:cxnSpLocks/>
            <a:stCxn id="162" idx="1"/>
            <a:endCxn id="20" idx="3"/>
          </p:cNvCxnSpPr>
          <p:nvPr/>
        </p:nvCxnSpPr>
        <p:spPr>
          <a:xfrm flipH="1" flipV="1">
            <a:off x="4513295" y="2279415"/>
            <a:ext cx="125253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FD5CA4E-02AE-C8DD-D7A6-F4621DF40B22}"/>
              </a:ext>
            </a:extLst>
          </p:cNvPr>
          <p:cNvCxnSpPr>
            <a:cxnSpLocks/>
            <a:stCxn id="163" idx="1"/>
            <a:endCxn id="29" idx="3"/>
          </p:cNvCxnSpPr>
          <p:nvPr/>
        </p:nvCxnSpPr>
        <p:spPr>
          <a:xfrm flipH="1" flipV="1">
            <a:off x="7236296" y="2279415"/>
            <a:ext cx="11741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80">
            <a:extLst>
              <a:ext uri="{FF2B5EF4-FFF2-40B4-BE49-F238E27FC236}">
                <a16:creationId xmlns:a16="http://schemas.microsoft.com/office/drawing/2014/main" id="{D2D4E4C0-92CE-0BC3-65E3-6A1123B923A3}"/>
              </a:ext>
            </a:extLst>
          </p:cNvPr>
          <p:cNvSpPr/>
          <p:nvPr/>
        </p:nvSpPr>
        <p:spPr>
          <a:xfrm>
            <a:off x="1887942" y="2179545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107" name="Oval 80">
            <a:extLst>
              <a:ext uri="{FF2B5EF4-FFF2-40B4-BE49-F238E27FC236}">
                <a16:creationId xmlns:a16="http://schemas.microsoft.com/office/drawing/2014/main" id="{021B2116-7D26-9B77-EDC8-8E0B6EB04CCB}"/>
              </a:ext>
            </a:extLst>
          </p:cNvPr>
          <p:cNvSpPr/>
          <p:nvPr/>
        </p:nvSpPr>
        <p:spPr>
          <a:xfrm>
            <a:off x="4616494" y="2179545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108" name="Oval 80">
            <a:extLst>
              <a:ext uri="{FF2B5EF4-FFF2-40B4-BE49-F238E27FC236}">
                <a16:creationId xmlns:a16="http://schemas.microsoft.com/office/drawing/2014/main" id="{3ED44ECD-4891-65CB-3BBD-87291F226E4C}"/>
              </a:ext>
            </a:extLst>
          </p:cNvPr>
          <p:cNvSpPr/>
          <p:nvPr/>
        </p:nvSpPr>
        <p:spPr>
          <a:xfrm>
            <a:off x="7326739" y="2179545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2643DF00-64A1-AE9B-6383-E60D2C41CB8A}"/>
              </a:ext>
            </a:extLst>
          </p:cNvPr>
          <p:cNvCxnSpPr>
            <a:cxnSpLocks/>
            <a:stCxn id="46" idx="2"/>
            <a:endCxn id="28" idx="0"/>
          </p:cNvCxnSpPr>
          <p:nvPr/>
        </p:nvCxnSpPr>
        <p:spPr>
          <a:xfrm>
            <a:off x="2492915" y="3304989"/>
            <a:ext cx="0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F31FEFC0-D95E-E21B-9357-240FA5882C19}"/>
              </a:ext>
            </a:extLst>
          </p:cNvPr>
          <p:cNvCxnSpPr>
            <a:cxnSpLocks/>
            <a:stCxn id="49" idx="2"/>
            <a:endCxn id="30" idx="0"/>
          </p:cNvCxnSpPr>
          <p:nvPr/>
        </p:nvCxnSpPr>
        <p:spPr>
          <a:xfrm>
            <a:off x="5218418" y="3304989"/>
            <a:ext cx="0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18D64A51-F2F3-2118-FA13-96DB70436BAD}"/>
              </a:ext>
            </a:extLst>
          </p:cNvPr>
          <p:cNvCxnSpPr>
            <a:cxnSpLocks/>
            <a:stCxn id="52" idx="2"/>
            <a:endCxn id="32" idx="0"/>
          </p:cNvCxnSpPr>
          <p:nvPr/>
        </p:nvCxnSpPr>
        <p:spPr>
          <a:xfrm>
            <a:off x="7933576" y="3304989"/>
            <a:ext cx="0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AEDCA060-ABAD-455B-8FC9-3F0467AD4D88}"/>
              </a:ext>
            </a:extLst>
          </p:cNvPr>
          <p:cNvCxnSpPr>
            <a:cxnSpLocks/>
            <a:stCxn id="46" idx="2"/>
            <a:endCxn id="30" idx="0"/>
          </p:cNvCxnSpPr>
          <p:nvPr/>
        </p:nvCxnSpPr>
        <p:spPr>
          <a:xfrm>
            <a:off x="2492915" y="3304989"/>
            <a:ext cx="2725503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5125DB0C-8381-CFAA-A33F-138488D22414}"/>
              </a:ext>
            </a:extLst>
          </p:cNvPr>
          <p:cNvCxnSpPr>
            <a:cxnSpLocks/>
            <a:stCxn id="46" idx="2"/>
            <a:endCxn id="32" idx="0"/>
          </p:cNvCxnSpPr>
          <p:nvPr/>
        </p:nvCxnSpPr>
        <p:spPr>
          <a:xfrm>
            <a:off x="2492915" y="3304989"/>
            <a:ext cx="5440661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4906B432-51EB-A90C-1C8B-946D4B7E815C}"/>
              </a:ext>
            </a:extLst>
          </p:cNvPr>
          <p:cNvCxnSpPr>
            <a:cxnSpLocks/>
            <a:stCxn id="49" idx="2"/>
            <a:endCxn id="28" idx="0"/>
          </p:cNvCxnSpPr>
          <p:nvPr/>
        </p:nvCxnSpPr>
        <p:spPr>
          <a:xfrm flipH="1">
            <a:off x="2492915" y="3304989"/>
            <a:ext cx="2725503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A8BD49BE-8B73-8873-66F2-9F9599748206}"/>
              </a:ext>
            </a:extLst>
          </p:cNvPr>
          <p:cNvCxnSpPr>
            <a:cxnSpLocks/>
            <a:stCxn id="49" idx="2"/>
            <a:endCxn id="32" idx="0"/>
          </p:cNvCxnSpPr>
          <p:nvPr/>
        </p:nvCxnSpPr>
        <p:spPr>
          <a:xfrm>
            <a:off x="5218418" y="3304989"/>
            <a:ext cx="2715158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7CA091D3-F7AB-D409-1318-0667CB6F472E}"/>
              </a:ext>
            </a:extLst>
          </p:cNvPr>
          <p:cNvCxnSpPr>
            <a:cxnSpLocks/>
            <a:stCxn id="52" idx="2"/>
            <a:endCxn id="30" idx="0"/>
          </p:cNvCxnSpPr>
          <p:nvPr/>
        </p:nvCxnSpPr>
        <p:spPr>
          <a:xfrm flipH="1">
            <a:off x="5218418" y="3304989"/>
            <a:ext cx="2715158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D4FD3930-43A4-812A-C68B-65B9791669FC}"/>
              </a:ext>
            </a:extLst>
          </p:cNvPr>
          <p:cNvCxnSpPr>
            <a:cxnSpLocks/>
            <a:stCxn id="52" idx="2"/>
            <a:endCxn id="28" idx="0"/>
          </p:cNvCxnSpPr>
          <p:nvPr/>
        </p:nvCxnSpPr>
        <p:spPr>
          <a:xfrm flipH="1">
            <a:off x="2492915" y="3304989"/>
            <a:ext cx="5440661" cy="2718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Oval 80">
            <a:extLst>
              <a:ext uri="{FF2B5EF4-FFF2-40B4-BE49-F238E27FC236}">
                <a16:creationId xmlns:a16="http://schemas.microsoft.com/office/drawing/2014/main" id="{4A309490-3B1C-1EC1-C4B9-CADEF08FD09A}"/>
              </a:ext>
            </a:extLst>
          </p:cNvPr>
          <p:cNvSpPr/>
          <p:nvPr/>
        </p:nvSpPr>
        <p:spPr>
          <a:xfrm>
            <a:off x="2384902" y="324906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143" name="Oval 80">
            <a:extLst>
              <a:ext uri="{FF2B5EF4-FFF2-40B4-BE49-F238E27FC236}">
                <a16:creationId xmlns:a16="http://schemas.microsoft.com/office/drawing/2014/main" id="{6078D24D-D952-020A-7A1C-3C01D1F27F24}"/>
              </a:ext>
            </a:extLst>
          </p:cNvPr>
          <p:cNvSpPr/>
          <p:nvPr/>
        </p:nvSpPr>
        <p:spPr>
          <a:xfrm>
            <a:off x="5113454" y="324906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144" name="Oval 80">
            <a:extLst>
              <a:ext uri="{FF2B5EF4-FFF2-40B4-BE49-F238E27FC236}">
                <a16:creationId xmlns:a16="http://schemas.microsoft.com/office/drawing/2014/main" id="{45F322E9-EA8C-EF55-0117-EF45C8EC4D23}"/>
              </a:ext>
            </a:extLst>
          </p:cNvPr>
          <p:cNvSpPr/>
          <p:nvPr/>
        </p:nvSpPr>
        <p:spPr>
          <a:xfrm>
            <a:off x="7823699" y="324906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cxnSp>
        <p:nvCxnSpPr>
          <p:cNvPr id="146" name="꺾인 연결선[E] 145">
            <a:extLst>
              <a:ext uri="{FF2B5EF4-FFF2-40B4-BE49-F238E27FC236}">
                <a16:creationId xmlns:a16="http://schemas.microsoft.com/office/drawing/2014/main" id="{DFF10107-448B-187B-7AA0-CC724685C3F6}"/>
              </a:ext>
            </a:extLst>
          </p:cNvPr>
          <p:cNvCxnSpPr>
            <a:cxnSpLocks/>
            <a:stCxn id="22" idx="1"/>
            <a:endCxn id="83" idx="1"/>
          </p:cNvCxnSpPr>
          <p:nvPr/>
        </p:nvCxnSpPr>
        <p:spPr>
          <a:xfrm rot="10800000" flipH="1" flipV="1">
            <a:off x="755575" y="3828742"/>
            <a:ext cx="577599" cy="725622"/>
          </a:xfrm>
          <a:prstGeom prst="bentConnector3">
            <a:avLst>
              <a:gd name="adj1" fmla="val -989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꺾인 연결선[E] 149">
            <a:extLst>
              <a:ext uri="{FF2B5EF4-FFF2-40B4-BE49-F238E27FC236}">
                <a16:creationId xmlns:a16="http://schemas.microsoft.com/office/drawing/2014/main" id="{E57354E9-8687-9A1B-B28A-0AADD9B2B3B5}"/>
              </a:ext>
            </a:extLst>
          </p:cNvPr>
          <p:cNvCxnSpPr>
            <a:cxnSpLocks/>
            <a:stCxn id="20" idx="1"/>
            <a:endCxn id="92" idx="1"/>
          </p:cNvCxnSpPr>
          <p:nvPr/>
        </p:nvCxnSpPr>
        <p:spPr>
          <a:xfrm rot="10800000" flipH="1" flipV="1">
            <a:off x="3478576" y="2279414"/>
            <a:ext cx="580101" cy="2274949"/>
          </a:xfrm>
          <a:prstGeom prst="bentConnector3">
            <a:avLst>
              <a:gd name="adj1" fmla="val -1094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꺾인 연결선[E] 152">
            <a:extLst>
              <a:ext uri="{FF2B5EF4-FFF2-40B4-BE49-F238E27FC236}">
                <a16:creationId xmlns:a16="http://schemas.microsoft.com/office/drawing/2014/main" id="{E254D5DF-9F86-EBC9-FE17-160E81BBBD71}"/>
              </a:ext>
            </a:extLst>
          </p:cNvPr>
          <p:cNvCxnSpPr>
            <a:cxnSpLocks/>
            <a:stCxn id="18" idx="1"/>
            <a:endCxn id="92" idx="1"/>
          </p:cNvCxnSpPr>
          <p:nvPr/>
        </p:nvCxnSpPr>
        <p:spPr>
          <a:xfrm rot="10800000" flipH="1" flipV="1">
            <a:off x="3478576" y="3828742"/>
            <a:ext cx="580101" cy="725622"/>
          </a:xfrm>
          <a:prstGeom prst="bentConnector3">
            <a:avLst>
              <a:gd name="adj1" fmla="val -1094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꺾인 연결선[E] 159">
            <a:extLst>
              <a:ext uri="{FF2B5EF4-FFF2-40B4-BE49-F238E27FC236}">
                <a16:creationId xmlns:a16="http://schemas.microsoft.com/office/drawing/2014/main" id="{76443C4E-CE2F-E968-5821-C2A08B30413A}"/>
              </a:ext>
            </a:extLst>
          </p:cNvPr>
          <p:cNvCxnSpPr>
            <a:cxnSpLocks/>
            <a:stCxn id="29" idx="1"/>
            <a:endCxn id="130" idx="1"/>
          </p:cNvCxnSpPr>
          <p:nvPr/>
        </p:nvCxnSpPr>
        <p:spPr>
          <a:xfrm rot="10800000" flipH="1" flipV="1">
            <a:off x="6201577" y="2279414"/>
            <a:ext cx="583907" cy="2274949"/>
          </a:xfrm>
          <a:prstGeom prst="bentConnector3">
            <a:avLst>
              <a:gd name="adj1" fmla="val -1087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7F254BCB-F6D3-A57A-6943-FE9020CF7B4A}"/>
              </a:ext>
            </a:extLst>
          </p:cNvPr>
          <p:cNvCxnSpPr>
            <a:cxnSpLocks/>
          </p:cNvCxnSpPr>
          <p:nvPr/>
        </p:nvCxnSpPr>
        <p:spPr>
          <a:xfrm>
            <a:off x="4805728" y="878691"/>
            <a:ext cx="0" cy="3257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Oval 80">
            <a:extLst>
              <a:ext uri="{FF2B5EF4-FFF2-40B4-BE49-F238E27FC236}">
                <a16:creationId xmlns:a16="http://schemas.microsoft.com/office/drawing/2014/main" id="{EE498423-A6F0-66CD-6E91-EEF975248116}"/>
              </a:ext>
            </a:extLst>
          </p:cNvPr>
          <p:cNvSpPr/>
          <p:nvPr/>
        </p:nvSpPr>
        <p:spPr>
          <a:xfrm>
            <a:off x="4700633" y="81080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F0CEA46-FA8B-D475-4CBE-2AE27EEF739A}"/>
              </a:ext>
            </a:extLst>
          </p:cNvPr>
          <p:cNvSpPr/>
          <p:nvPr/>
        </p:nvSpPr>
        <p:spPr>
          <a:xfrm>
            <a:off x="3478577" y="3576714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Sorted</a:t>
            </a:r>
          </a:p>
          <a:p>
            <a:pPr algn="ctr"/>
            <a:r>
              <a:rPr lang="en-US" altLang="ko-KR" sz="900"/>
              <a:t>Bigger Table</a:t>
            </a:r>
            <a:br>
              <a:rPr lang="en-US" altLang="ko-KR" sz="900"/>
            </a:br>
            <a:r>
              <a:rPr lang="en-US" altLang="ko-KR" sz="900"/>
              <a:t>by Join Key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FDC4FCB-CB54-63B2-01CB-32FF2AD22E53}"/>
              </a:ext>
            </a:extLst>
          </p:cNvPr>
          <p:cNvSpPr/>
          <p:nvPr/>
        </p:nvSpPr>
        <p:spPr>
          <a:xfrm>
            <a:off x="6201578" y="3576714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Sorted</a:t>
            </a:r>
          </a:p>
          <a:p>
            <a:pPr algn="ctr"/>
            <a:r>
              <a:rPr lang="en-US" altLang="ko-KR" sz="900"/>
              <a:t>Bigger Table</a:t>
            </a:r>
            <a:br>
              <a:rPr lang="en-US" altLang="ko-KR" sz="900"/>
            </a:br>
            <a:r>
              <a:rPr lang="en-US" altLang="ko-KR" sz="900"/>
              <a:t>by Join Key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9AF7EB34-C6FC-F32E-0770-AAAE4DCB03A6}"/>
              </a:ext>
            </a:extLst>
          </p:cNvPr>
          <p:cNvSpPr/>
          <p:nvPr/>
        </p:nvSpPr>
        <p:spPr>
          <a:xfrm>
            <a:off x="755576" y="3576714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Sorted</a:t>
            </a:r>
          </a:p>
          <a:p>
            <a:pPr algn="ctr"/>
            <a:r>
              <a:rPr lang="en-US" altLang="ko-KR" sz="900"/>
              <a:t>Bigger Table</a:t>
            </a:r>
            <a:br>
              <a:rPr lang="en-US" altLang="ko-KR" sz="900"/>
            </a:br>
            <a:r>
              <a:rPr lang="en-US" altLang="ko-KR" sz="900"/>
              <a:t>by Join Key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F82F9B8-6A5D-CB74-DE7F-4BA0537A491B}"/>
              </a:ext>
            </a:extLst>
          </p:cNvPr>
          <p:cNvCxnSpPr>
            <a:cxnSpLocks/>
            <a:stCxn id="28" idx="1"/>
            <a:endCxn id="22" idx="3"/>
          </p:cNvCxnSpPr>
          <p:nvPr/>
        </p:nvCxnSpPr>
        <p:spPr>
          <a:xfrm flipH="1" flipV="1">
            <a:off x="1790294" y="3828742"/>
            <a:ext cx="122751" cy="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69464345-3F66-3759-1560-A54C589296BE}"/>
              </a:ext>
            </a:extLst>
          </p:cNvPr>
          <p:cNvCxnSpPr>
            <a:cxnSpLocks/>
            <a:stCxn id="30" idx="1"/>
            <a:endCxn id="18" idx="3"/>
          </p:cNvCxnSpPr>
          <p:nvPr/>
        </p:nvCxnSpPr>
        <p:spPr>
          <a:xfrm flipH="1" flipV="1">
            <a:off x="4513295" y="3828742"/>
            <a:ext cx="125253" cy="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058D109-2B2C-5334-0C42-214BD7429CDC}"/>
              </a:ext>
            </a:extLst>
          </p:cNvPr>
          <p:cNvCxnSpPr>
            <a:cxnSpLocks/>
            <a:stCxn id="32" idx="1"/>
            <a:endCxn id="21" idx="3"/>
          </p:cNvCxnSpPr>
          <p:nvPr/>
        </p:nvCxnSpPr>
        <p:spPr>
          <a:xfrm flipH="1" flipV="1">
            <a:off x="7236296" y="3828742"/>
            <a:ext cx="117410" cy="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80">
            <a:extLst>
              <a:ext uri="{FF2B5EF4-FFF2-40B4-BE49-F238E27FC236}">
                <a16:creationId xmlns:a16="http://schemas.microsoft.com/office/drawing/2014/main" id="{267A9DE5-FF9B-FCAD-7FD0-1AB4574A166F}"/>
              </a:ext>
            </a:extLst>
          </p:cNvPr>
          <p:cNvSpPr/>
          <p:nvPr/>
        </p:nvSpPr>
        <p:spPr>
          <a:xfrm>
            <a:off x="1887942" y="372374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47" name="Oval 80">
            <a:extLst>
              <a:ext uri="{FF2B5EF4-FFF2-40B4-BE49-F238E27FC236}">
                <a16:creationId xmlns:a16="http://schemas.microsoft.com/office/drawing/2014/main" id="{6B1CCC5D-6FF9-9E14-5036-D6B3E356A4F1}"/>
              </a:ext>
            </a:extLst>
          </p:cNvPr>
          <p:cNvSpPr/>
          <p:nvPr/>
        </p:nvSpPr>
        <p:spPr>
          <a:xfrm>
            <a:off x="4616494" y="372374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50" name="Oval 80">
            <a:extLst>
              <a:ext uri="{FF2B5EF4-FFF2-40B4-BE49-F238E27FC236}">
                <a16:creationId xmlns:a16="http://schemas.microsoft.com/office/drawing/2014/main" id="{79A6CC94-52F8-8763-96E5-2163E3A6BBF2}"/>
              </a:ext>
            </a:extLst>
          </p:cNvPr>
          <p:cNvSpPr/>
          <p:nvPr/>
        </p:nvSpPr>
        <p:spPr>
          <a:xfrm>
            <a:off x="7326739" y="372374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cxnSp>
        <p:nvCxnSpPr>
          <p:cNvPr id="61" name="꺾인 연결선[E] 60">
            <a:extLst>
              <a:ext uri="{FF2B5EF4-FFF2-40B4-BE49-F238E27FC236}">
                <a16:creationId xmlns:a16="http://schemas.microsoft.com/office/drawing/2014/main" id="{CF47EBA1-171E-6D02-ADAE-D56F20DEDAA4}"/>
              </a:ext>
            </a:extLst>
          </p:cNvPr>
          <p:cNvCxnSpPr>
            <a:cxnSpLocks/>
            <a:stCxn id="21" idx="1"/>
            <a:endCxn id="130" idx="1"/>
          </p:cNvCxnSpPr>
          <p:nvPr/>
        </p:nvCxnSpPr>
        <p:spPr>
          <a:xfrm rot="10800000" flipH="1" flipV="1">
            <a:off x="6201577" y="3828742"/>
            <a:ext cx="583907" cy="725622"/>
          </a:xfrm>
          <a:prstGeom prst="bentConnector3">
            <a:avLst>
              <a:gd name="adj1" fmla="val -1087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80">
            <a:extLst>
              <a:ext uri="{FF2B5EF4-FFF2-40B4-BE49-F238E27FC236}">
                <a16:creationId xmlns:a16="http://schemas.microsoft.com/office/drawing/2014/main" id="{C4FBD9A0-4A5B-F9D7-6A74-191B553399FC}"/>
              </a:ext>
            </a:extLst>
          </p:cNvPr>
          <p:cNvSpPr/>
          <p:nvPr/>
        </p:nvSpPr>
        <p:spPr>
          <a:xfrm>
            <a:off x="978473" y="4446352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8" name="Oval 80">
            <a:extLst>
              <a:ext uri="{FF2B5EF4-FFF2-40B4-BE49-F238E27FC236}">
                <a16:creationId xmlns:a16="http://schemas.microsoft.com/office/drawing/2014/main" id="{559CA616-24CF-4C13-2062-CE4B008928E6}"/>
              </a:ext>
            </a:extLst>
          </p:cNvPr>
          <p:cNvSpPr/>
          <p:nvPr/>
        </p:nvSpPr>
        <p:spPr>
          <a:xfrm>
            <a:off x="3714607" y="4446352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9" name="Oval 80">
            <a:extLst>
              <a:ext uri="{FF2B5EF4-FFF2-40B4-BE49-F238E27FC236}">
                <a16:creationId xmlns:a16="http://schemas.microsoft.com/office/drawing/2014/main" id="{75741AC3-6471-A19F-97E0-88E8D954EDF3}"/>
              </a:ext>
            </a:extLst>
          </p:cNvPr>
          <p:cNvSpPr/>
          <p:nvPr/>
        </p:nvSpPr>
        <p:spPr>
          <a:xfrm>
            <a:off x="6435063" y="4446352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6300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45255-B991-0C22-C0F7-12B0D1D00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Rounded Rectangle 3">
            <a:extLst>
              <a:ext uri="{FF2B5EF4-FFF2-40B4-BE49-F238E27FC236}">
                <a16:creationId xmlns:a16="http://schemas.microsoft.com/office/drawing/2014/main" id="{C4ACEE60-CDDD-C231-1C08-7EA63A1E5AAB}"/>
              </a:ext>
            </a:extLst>
          </p:cNvPr>
          <p:cNvSpPr/>
          <p:nvPr/>
        </p:nvSpPr>
        <p:spPr>
          <a:xfrm>
            <a:off x="1859962" y="2043676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2">
              <a:lumMod val="90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70436A7-7F26-B139-DB1B-AB00D953DC01}"/>
              </a:ext>
            </a:extLst>
          </p:cNvPr>
          <p:cNvSpPr/>
          <p:nvPr/>
        </p:nvSpPr>
        <p:spPr>
          <a:xfrm>
            <a:off x="4093286" y="51471"/>
            <a:ext cx="2952327" cy="910020"/>
          </a:xfrm>
          <a:prstGeom prst="roundRect">
            <a:avLst>
              <a:gd name="adj" fmla="val 965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>
                <a:solidFill>
                  <a:sysClr val="windowText" lastClr="000000"/>
                </a:solidFill>
              </a:rPr>
              <a:t>External Storage</a:t>
            </a:r>
            <a:endParaRPr lang="en-KR" sz="1000" b="1">
              <a:solidFill>
                <a:sysClr val="windowText" lastClr="000000"/>
              </a:solidFill>
            </a:endParaRPr>
          </a:p>
        </p:txBody>
      </p:sp>
      <p:grpSp>
        <p:nvGrpSpPr>
          <p:cNvPr id="260" name="그룹 259">
            <a:extLst>
              <a:ext uri="{FF2B5EF4-FFF2-40B4-BE49-F238E27FC236}">
                <a16:creationId xmlns:a16="http://schemas.microsoft.com/office/drawing/2014/main" id="{8F559A10-CFF8-BB02-C4D0-C24C211E63D4}"/>
              </a:ext>
            </a:extLst>
          </p:cNvPr>
          <p:cNvGrpSpPr/>
          <p:nvPr/>
        </p:nvGrpSpPr>
        <p:grpSpPr>
          <a:xfrm>
            <a:off x="4290254" y="324981"/>
            <a:ext cx="2546019" cy="553710"/>
            <a:chOff x="3767476" y="865912"/>
            <a:chExt cx="2546019" cy="553710"/>
          </a:xfrm>
        </p:grpSpPr>
        <p:sp>
          <p:nvSpPr>
            <p:cNvPr id="3" name="모서리가 둥근 직사각형 2">
              <a:extLst>
                <a:ext uri="{FF2B5EF4-FFF2-40B4-BE49-F238E27FC236}">
                  <a16:creationId xmlns:a16="http://schemas.microsoft.com/office/drawing/2014/main" id="{1F822ED4-6036-C2E7-DDAC-D257DDF49A2F}"/>
                </a:ext>
              </a:extLst>
            </p:cNvPr>
            <p:cNvSpPr/>
            <p:nvPr/>
          </p:nvSpPr>
          <p:spPr>
            <a:xfrm>
              <a:off x="3767476" y="865912"/>
              <a:ext cx="1030948" cy="553710"/>
            </a:xfrm>
            <a:prstGeom prst="roundRect">
              <a:avLst>
                <a:gd name="adj" fmla="val 11033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Smaller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 b="1"/>
                <a:t>Partition 0~8</a:t>
              </a:r>
              <a:endParaRPr lang="ko-KR" altLang="en-US" sz="900" b="1"/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E07FDD4B-CFB2-6690-2C9F-D6283F0027DD}"/>
                </a:ext>
              </a:extLst>
            </p:cNvPr>
            <p:cNvSpPr/>
            <p:nvPr/>
          </p:nvSpPr>
          <p:spPr>
            <a:xfrm>
              <a:off x="5290559" y="865912"/>
              <a:ext cx="1022936" cy="553710"/>
            </a:xfrm>
            <a:prstGeom prst="roundRect">
              <a:avLst>
                <a:gd name="adj" fmla="val 11033"/>
              </a:avLst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Bigger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 b="1"/>
                <a:t>Partition 0~8</a:t>
              </a:r>
              <a:endParaRPr lang="ko-KR" altLang="en-US" sz="900" b="1"/>
            </a:p>
          </p:txBody>
        </p:sp>
      </p:grp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5054113E-426B-B4D1-7675-541DC42A0CE2}"/>
              </a:ext>
            </a:extLst>
          </p:cNvPr>
          <p:cNvSpPr/>
          <p:nvPr/>
        </p:nvSpPr>
        <p:spPr>
          <a:xfrm>
            <a:off x="638166" y="1121587"/>
            <a:ext cx="2562374" cy="2612213"/>
          </a:xfrm>
          <a:prstGeom prst="roundRect">
            <a:avLst>
              <a:gd name="adj" fmla="val 53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B9D675EF-32B7-6B10-AC8D-03E72DD2B15B}"/>
              </a:ext>
            </a:extLst>
          </p:cNvPr>
          <p:cNvSpPr/>
          <p:nvPr/>
        </p:nvSpPr>
        <p:spPr>
          <a:xfrm>
            <a:off x="3361167" y="1121587"/>
            <a:ext cx="2562374" cy="2612213"/>
          </a:xfrm>
          <a:prstGeom prst="roundRect">
            <a:avLst>
              <a:gd name="adj" fmla="val 5067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7" name="모서리가 둥근 직사각형 2">
            <a:extLst>
              <a:ext uri="{FF2B5EF4-FFF2-40B4-BE49-F238E27FC236}">
                <a16:creationId xmlns:a16="http://schemas.microsoft.com/office/drawing/2014/main" id="{41ABAFC1-4B8C-ACA3-7436-D8A1CFD73693}"/>
              </a:ext>
            </a:extLst>
          </p:cNvPr>
          <p:cNvSpPr/>
          <p:nvPr/>
        </p:nvSpPr>
        <p:spPr>
          <a:xfrm>
            <a:off x="6084168" y="1121587"/>
            <a:ext cx="2562374" cy="2612213"/>
          </a:xfrm>
          <a:prstGeom prst="roundRect">
            <a:avLst>
              <a:gd name="adj" fmla="val 482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3AD87851-0F0D-B4C6-392D-8B031F93B649}"/>
              </a:ext>
            </a:extLst>
          </p:cNvPr>
          <p:cNvSpPr/>
          <p:nvPr/>
        </p:nvSpPr>
        <p:spPr>
          <a:xfrm>
            <a:off x="1913045" y="2109185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8, 7, 6</a:t>
            </a:r>
            <a:endParaRPr lang="ko-KR" altLang="en-US" sz="900" b="1"/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8177CC65-95CD-F568-7180-0813371303BE}"/>
              </a:ext>
            </a:extLst>
          </p:cNvPr>
          <p:cNvSpPr/>
          <p:nvPr/>
        </p:nvSpPr>
        <p:spPr>
          <a:xfrm>
            <a:off x="4638548" y="2109185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5, 4, 3</a:t>
            </a:r>
            <a:endParaRPr lang="ko-KR" altLang="en-US" sz="900" b="1"/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131A4B32-76F0-8EF8-3FC0-5116C8991FA1}"/>
              </a:ext>
            </a:extLst>
          </p:cNvPr>
          <p:cNvSpPr/>
          <p:nvPr/>
        </p:nvSpPr>
        <p:spPr>
          <a:xfrm>
            <a:off x="7353706" y="2109185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2, 1, 0</a:t>
            </a:r>
            <a:endParaRPr lang="ko-KR" altLang="en-US" sz="900" b="1"/>
          </a:p>
        </p:txBody>
      </p: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E8A649F2-9BA0-76A4-59AF-96338021F4B8}"/>
              </a:ext>
            </a:extLst>
          </p:cNvPr>
          <p:cNvSpPr/>
          <p:nvPr/>
        </p:nvSpPr>
        <p:spPr>
          <a:xfrm>
            <a:off x="1333175" y="2897278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9</a:t>
            </a:r>
            <a:r>
              <a:rPr lang="ko-KR" altLang="en-US" sz="900" b="1"/>
              <a:t> * </a:t>
            </a:r>
            <a:r>
              <a:rPr lang="en-US" altLang="ko-KR" sz="900" b="1"/>
              <a:t>3</a:t>
            </a:r>
            <a:endParaRPr lang="ko-KR" altLang="en-US" sz="900"/>
          </a:p>
        </p:txBody>
      </p:sp>
      <p:cxnSp>
        <p:nvCxnSpPr>
          <p:cNvPr id="87" name="꺾인 연결선[E] 86">
            <a:extLst>
              <a:ext uri="{FF2B5EF4-FFF2-40B4-BE49-F238E27FC236}">
                <a16:creationId xmlns:a16="http://schemas.microsoft.com/office/drawing/2014/main" id="{4E547E8C-4AFF-6AFC-5182-A726E80260BA}"/>
              </a:ext>
            </a:extLst>
          </p:cNvPr>
          <p:cNvCxnSpPr>
            <a:cxnSpLocks/>
            <a:stCxn id="46" idx="1"/>
            <a:endCxn id="83" idx="1"/>
          </p:cNvCxnSpPr>
          <p:nvPr/>
        </p:nvCxnSpPr>
        <p:spPr>
          <a:xfrm rot="10800000" flipV="1">
            <a:off x="1333175" y="2361213"/>
            <a:ext cx="579870" cy="811248"/>
          </a:xfrm>
          <a:prstGeom prst="bentConnector3">
            <a:avLst>
              <a:gd name="adj1" fmla="val 13942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7C0480F6-8677-06D4-A60D-56ABBC7EE8C1}"/>
              </a:ext>
            </a:extLst>
          </p:cNvPr>
          <p:cNvSpPr/>
          <p:nvPr/>
        </p:nvSpPr>
        <p:spPr>
          <a:xfrm>
            <a:off x="4058678" y="2897278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9</a:t>
            </a:r>
            <a:r>
              <a:rPr lang="ko-KR" altLang="en-US" sz="900" b="1"/>
              <a:t> * </a:t>
            </a:r>
            <a:r>
              <a:rPr lang="en-US" altLang="ko-KR" sz="900" b="1"/>
              <a:t>3</a:t>
            </a:r>
            <a:endParaRPr lang="ko-KR" altLang="en-US" sz="900" b="1"/>
          </a:p>
        </p:txBody>
      </p:sp>
      <p:sp>
        <p:nvSpPr>
          <p:cNvPr id="130" name="모서리가 둥근 직사각형 129">
            <a:extLst>
              <a:ext uri="{FF2B5EF4-FFF2-40B4-BE49-F238E27FC236}">
                <a16:creationId xmlns:a16="http://schemas.microsoft.com/office/drawing/2014/main" id="{22E08283-73BA-9186-9DAC-8FD4AAF89CE8}"/>
              </a:ext>
            </a:extLst>
          </p:cNvPr>
          <p:cNvSpPr/>
          <p:nvPr/>
        </p:nvSpPr>
        <p:spPr>
          <a:xfrm>
            <a:off x="6785485" y="2897278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9</a:t>
            </a:r>
            <a:r>
              <a:rPr lang="ko-KR" altLang="en-US" sz="900" b="1"/>
              <a:t> * </a:t>
            </a:r>
            <a:r>
              <a:rPr lang="en-US" altLang="ko-KR" sz="900" b="1"/>
              <a:t>3</a:t>
            </a:r>
            <a:endParaRPr lang="ko-KR" altLang="en-US" sz="900" b="1"/>
          </a:p>
        </p:txBody>
      </p:sp>
      <p:cxnSp>
        <p:nvCxnSpPr>
          <p:cNvPr id="247" name="꺾인 연결선[E] 246">
            <a:extLst>
              <a:ext uri="{FF2B5EF4-FFF2-40B4-BE49-F238E27FC236}">
                <a16:creationId xmlns:a16="http://schemas.microsoft.com/office/drawing/2014/main" id="{F8C0BAE4-5A21-6F08-8C45-2BC62F825938}"/>
              </a:ext>
            </a:extLst>
          </p:cNvPr>
          <p:cNvCxnSpPr>
            <a:cxnSpLocks/>
            <a:stCxn id="5" idx="3"/>
            <a:endCxn id="227" idx="3"/>
          </p:cNvCxnSpPr>
          <p:nvPr/>
        </p:nvCxnSpPr>
        <p:spPr>
          <a:xfrm>
            <a:off x="6836273" y="601836"/>
            <a:ext cx="1740601" cy="1763379"/>
          </a:xfrm>
          <a:prstGeom prst="bentConnector3">
            <a:avLst>
              <a:gd name="adj1" fmla="val 11313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Oval 80">
            <a:extLst>
              <a:ext uri="{FF2B5EF4-FFF2-40B4-BE49-F238E27FC236}">
                <a16:creationId xmlns:a16="http://schemas.microsoft.com/office/drawing/2014/main" id="{01D8DC57-4FF8-DE87-EF9D-5C6A51C5621E}"/>
              </a:ext>
            </a:extLst>
          </p:cNvPr>
          <p:cNvSpPr/>
          <p:nvPr/>
        </p:nvSpPr>
        <p:spPr>
          <a:xfrm>
            <a:off x="6726975" y="48507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9583D8E9-1D5A-FBC0-2F99-A53ACFE3F3FA}"/>
              </a:ext>
            </a:extLst>
          </p:cNvPr>
          <p:cNvSpPr/>
          <p:nvPr/>
        </p:nvSpPr>
        <p:spPr>
          <a:xfrm>
            <a:off x="1859962" y="1190074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9617EEF-2C15-90FF-8BE8-6EAA155F896A}"/>
              </a:ext>
            </a:extLst>
          </p:cNvPr>
          <p:cNvSpPr/>
          <p:nvPr/>
        </p:nvSpPr>
        <p:spPr>
          <a:xfrm>
            <a:off x="1913045" y="1252894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0~8</a:t>
            </a:r>
            <a:endParaRPr lang="ko-KR" altLang="en-US" sz="900" b="1"/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3CC9346F-3A38-E096-C116-14780ED3CB1A}"/>
              </a:ext>
            </a:extLst>
          </p:cNvPr>
          <p:cNvSpPr/>
          <p:nvPr/>
        </p:nvSpPr>
        <p:spPr>
          <a:xfrm>
            <a:off x="4638548" y="1252894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0~8</a:t>
            </a:r>
            <a:endParaRPr lang="ko-KR" altLang="en-US" sz="900" b="1"/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0D929646-18E8-AD92-BE41-8054806723DB}"/>
              </a:ext>
            </a:extLst>
          </p:cNvPr>
          <p:cNvSpPr/>
          <p:nvPr/>
        </p:nvSpPr>
        <p:spPr>
          <a:xfrm>
            <a:off x="7353706" y="1252894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0~8</a:t>
            </a:r>
            <a:endParaRPr lang="ko-KR" altLang="en-US" sz="900" b="1"/>
          </a:p>
        </p:txBody>
      </p:sp>
      <p:sp>
        <p:nvSpPr>
          <p:cNvPr id="85" name="모서리가 둥근 직사각형 2">
            <a:extLst>
              <a:ext uri="{FF2B5EF4-FFF2-40B4-BE49-F238E27FC236}">
                <a16:creationId xmlns:a16="http://schemas.microsoft.com/office/drawing/2014/main" id="{7A63DAE4-217D-0502-BB2F-EE7F25DE44C1}"/>
              </a:ext>
            </a:extLst>
          </p:cNvPr>
          <p:cNvSpPr/>
          <p:nvPr/>
        </p:nvSpPr>
        <p:spPr>
          <a:xfrm>
            <a:off x="638165" y="46882"/>
            <a:ext cx="2952327" cy="914609"/>
          </a:xfrm>
          <a:prstGeom prst="roundRect">
            <a:avLst>
              <a:gd name="adj" fmla="val 851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Driver</a:t>
            </a:r>
            <a:endParaRPr lang="ko-KR" altLang="en-US" sz="1000" b="1"/>
          </a:p>
        </p:txBody>
      </p: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2D9500BF-79ED-A5B4-5547-70ED56B63246}"/>
              </a:ext>
            </a:extLst>
          </p:cNvPr>
          <p:cNvCxnSpPr>
            <a:cxnSpLocks/>
          </p:cNvCxnSpPr>
          <p:nvPr/>
        </p:nvCxnSpPr>
        <p:spPr>
          <a:xfrm>
            <a:off x="4805728" y="878691"/>
            <a:ext cx="0" cy="3257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Oval 80">
            <a:extLst>
              <a:ext uri="{FF2B5EF4-FFF2-40B4-BE49-F238E27FC236}">
                <a16:creationId xmlns:a16="http://schemas.microsoft.com/office/drawing/2014/main" id="{FFD879D7-194A-6BEC-3F2B-7B707E0D191D}"/>
              </a:ext>
            </a:extLst>
          </p:cNvPr>
          <p:cNvSpPr/>
          <p:nvPr/>
        </p:nvSpPr>
        <p:spPr>
          <a:xfrm>
            <a:off x="4700633" y="81080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꺾인 연결선[E] 6">
            <a:extLst>
              <a:ext uri="{FF2B5EF4-FFF2-40B4-BE49-F238E27FC236}">
                <a16:creationId xmlns:a16="http://schemas.microsoft.com/office/drawing/2014/main" id="{E0A773C9-3CCE-480E-B284-F61D7675B7B0}"/>
              </a:ext>
            </a:extLst>
          </p:cNvPr>
          <p:cNvCxnSpPr>
            <a:cxnSpLocks/>
            <a:stCxn id="9" idx="1"/>
            <a:endCxn id="83" idx="1"/>
          </p:cNvCxnSpPr>
          <p:nvPr/>
        </p:nvCxnSpPr>
        <p:spPr>
          <a:xfrm rot="10800000" flipV="1">
            <a:off x="1333175" y="1504921"/>
            <a:ext cx="579870" cy="1667539"/>
          </a:xfrm>
          <a:prstGeom prst="bentConnector3">
            <a:avLst>
              <a:gd name="adj1" fmla="val 13942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연결선[E] 21">
            <a:extLst>
              <a:ext uri="{FF2B5EF4-FFF2-40B4-BE49-F238E27FC236}">
                <a16:creationId xmlns:a16="http://schemas.microsoft.com/office/drawing/2014/main" id="{B3597A7E-3086-F8DF-F789-A87E8E5D9900}"/>
              </a:ext>
            </a:extLst>
          </p:cNvPr>
          <p:cNvCxnSpPr>
            <a:cxnSpLocks/>
            <a:stCxn id="10" idx="1"/>
            <a:endCxn id="92" idx="1"/>
          </p:cNvCxnSpPr>
          <p:nvPr/>
        </p:nvCxnSpPr>
        <p:spPr>
          <a:xfrm rot="10800000" flipV="1">
            <a:off x="4058678" y="1504921"/>
            <a:ext cx="579870" cy="1667539"/>
          </a:xfrm>
          <a:prstGeom prst="bentConnector3">
            <a:avLst>
              <a:gd name="adj1" fmla="val 13942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연결선[E] 24">
            <a:extLst>
              <a:ext uri="{FF2B5EF4-FFF2-40B4-BE49-F238E27FC236}">
                <a16:creationId xmlns:a16="http://schemas.microsoft.com/office/drawing/2014/main" id="{45DA37C8-6968-9E95-197E-2B0A3EE41B3C}"/>
              </a:ext>
            </a:extLst>
          </p:cNvPr>
          <p:cNvCxnSpPr>
            <a:cxnSpLocks/>
            <a:stCxn id="49" idx="1"/>
            <a:endCxn id="92" idx="1"/>
          </p:cNvCxnSpPr>
          <p:nvPr/>
        </p:nvCxnSpPr>
        <p:spPr>
          <a:xfrm rot="10800000" flipV="1">
            <a:off x="4058678" y="2361213"/>
            <a:ext cx="579870" cy="811248"/>
          </a:xfrm>
          <a:prstGeom prst="bentConnector3">
            <a:avLst>
              <a:gd name="adj1" fmla="val 13942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꺾인 연결선[E] 32">
            <a:extLst>
              <a:ext uri="{FF2B5EF4-FFF2-40B4-BE49-F238E27FC236}">
                <a16:creationId xmlns:a16="http://schemas.microsoft.com/office/drawing/2014/main" id="{9F6CC06E-18E3-83C5-A7EB-D74885F53012}"/>
              </a:ext>
            </a:extLst>
          </p:cNvPr>
          <p:cNvCxnSpPr>
            <a:cxnSpLocks/>
            <a:stCxn id="52" idx="1"/>
            <a:endCxn id="130" idx="1"/>
          </p:cNvCxnSpPr>
          <p:nvPr/>
        </p:nvCxnSpPr>
        <p:spPr>
          <a:xfrm rot="10800000" flipV="1">
            <a:off x="6785486" y="2361213"/>
            <a:ext cx="568221" cy="811248"/>
          </a:xfrm>
          <a:prstGeom prst="bentConnector3">
            <a:avLst>
              <a:gd name="adj1" fmla="val 14023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꺾인 연결선[E] 36">
            <a:extLst>
              <a:ext uri="{FF2B5EF4-FFF2-40B4-BE49-F238E27FC236}">
                <a16:creationId xmlns:a16="http://schemas.microsoft.com/office/drawing/2014/main" id="{59C0AD28-72FF-F9E2-9128-FB9049BF3741}"/>
              </a:ext>
            </a:extLst>
          </p:cNvPr>
          <p:cNvCxnSpPr>
            <a:cxnSpLocks/>
            <a:stCxn id="11" idx="1"/>
            <a:endCxn id="130" idx="1"/>
          </p:cNvCxnSpPr>
          <p:nvPr/>
        </p:nvCxnSpPr>
        <p:spPr>
          <a:xfrm rot="10800000" flipV="1">
            <a:off x="6785486" y="1504921"/>
            <a:ext cx="568221" cy="1667539"/>
          </a:xfrm>
          <a:prstGeom prst="bentConnector3">
            <a:avLst>
              <a:gd name="adj1" fmla="val 14023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80">
            <a:extLst>
              <a:ext uri="{FF2B5EF4-FFF2-40B4-BE49-F238E27FC236}">
                <a16:creationId xmlns:a16="http://schemas.microsoft.com/office/drawing/2014/main" id="{30D22693-5CF7-B2FF-51CA-240124CE8952}"/>
              </a:ext>
            </a:extLst>
          </p:cNvPr>
          <p:cNvSpPr/>
          <p:nvPr/>
        </p:nvSpPr>
        <p:spPr>
          <a:xfrm>
            <a:off x="1007575" y="306444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45" name="Oval 80">
            <a:extLst>
              <a:ext uri="{FF2B5EF4-FFF2-40B4-BE49-F238E27FC236}">
                <a16:creationId xmlns:a16="http://schemas.microsoft.com/office/drawing/2014/main" id="{A2773850-431C-9B61-A78A-56A57AB75525}"/>
              </a:ext>
            </a:extLst>
          </p:cNvPr>
          <p:cNvSpPr/>
          <p:nvPr/>
        </p:nvSpPr>
        <p:spPr>
          <a:xfrm>
            <a:off x="3743709" y="306444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47" name="Oval 80">
            <a:extLst>
              <a:ext uri="{FF2B5EF4-FFF2-40B4-BE49-F238E27FC236}">
                <a16:creationId xmlns:a16="http://schemas.microsoft.com/office/drawing/2014/main" id="{15E8617F-D047-786F-BAA9-41EC009133E7}"/>
              </a:ext>
            </a:extLst>
          </p:cNvPr>
          <p:cNvSpPr/>
          <p:nvPr/>
        </p:nvSpPr>
        <p:spPr>
          <a:xfrm>
            <a:off x="6464165" y="306444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345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6EF62-D033-1176-4390-43C7F899A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Rounded Rectangle 3">
            <a:extLst>
              <a:ext uri="{FF2B5EF4-FFF2-40B4-BE49-F238E27FC236}">
                <a16:creationId xmlns:a16="http://schemas.microsoft.com/office/drawing/2014/main" id="{F830DFE9-DD90-4046-AF26-6CD91E6206D8}"/>
              </a:ext>
            </a:extLst>
          </p:cNvPr>
          <p:cNvSpPr/>
          <p:nvPr/>
        </p:nvSpPr>
        <p:spPr>
          <a:xfrm>
            <a:off x="1859962" y="1193658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227" name="Rounded Rectangle 3">
            <a:extLst>
              <a:ext uri="{FF2B5EF4-FFF2-40B4-BE49-F238E27FC236}">
                <a16:creationId xmlns:a16="http://schemas.microsoft.com/office/drawing/2014/main" id="{706E9634-07AD-91DC-A1A7-8A9D2180BE8E}"/>
              </a:ext>
            </a:extLst>
          </p:cNvPr>
          <p:cNvSpPr/>
          <p:nvPr/>
        </p:nvSpPr>
        <p:spPr>
          <a:xfrm>
            <a:off x="1859962" y="1964514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2">
              <a:lumMod val="90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2" name="모서리가 둥근 직사각형 2">
            <a:extLst>
              <a:ext uri="{FF2B5EF4-FFF2-40B4-BE49-F238E27FC236}">
                <a16:creationId xmlns:a16="http://schemas.microsoft.com/office/drawing/2014/main" id="{CB9411AE-0F9A-DEEC-0EFE-202B62EBDE44}"/>
              </a:ext>
            </a:extLst>
          </p:cNvPr>
          <p:cNvSpPr/>
          <p:nvPr/>
        </p:nvSpPr>
        <p:spPr>
          <a:xfrm>
            <a:off x="638165" y="46882"/>
            <a:ext cx="2952327" cy="914609"/>
          </a:xfrm>
          <a:prstGeom prst="roundRect">
            <a:avLst>
              <a:gd name="adj" fmla="val 851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Driver</a:t>
            </a:r>
            <a:endParaRPr lang="ko-KR" altLang="en-US" sz="1000" b="1"/>
          </a:p>
        </p:txBody>
      </p: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EF0D077F-5427-DCF4-7546-401A8BFBE0A8}"/>
              </a:ext>
            </a:extLst>
          </p:cNvPr>
          <p:cNvSpPr/>
          <p:nvPr/>
        </p:nvSpPr>
        <p:spPr>
          <a:xfrm>
            <a:off x="638166" y="1121588"/>
            <a:ext cx="2562374" cy="3285312"/>
          </a:xfrm>
          <a:prstGeom prst="roundRect">
            <a:avLst>
              <a:gd name="adj" fmla="val 53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112569ED-0F42-6BF9-5827-3F4248C24749}"/>
              </a:ext>
            </a:extLst>
          </p:cNvPr>
          <p:cNvSpPr/>
          <p:nvPr/>
        </p:nvSpPr>
        <p:spPr>
          <a:xfrm>
            <a:off x="3361167" y="1121588"/>
            <a:ext cx="2562374" cy="3285312"/>
          </a:xfrm>
          <a:prstGeom prst="roundRect">
            <a:avLst>
              <a:gd name="adj" fmla="val 5067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7" name="모서리가 둥근 직사각형 2">
            <a:extLst>
              <a:ext uri="{FF2B5EF4-FFF2-40B4-BE49-F238E27FC236}">
                <a16:creationId xmlns:a16="http://schemas.microsoft.com/office/drawing/2014/main" id="{6C6188B5-572E-0914-1533-7F9DC5F7076A}"/>
              </a:ext>
            </a:extLst>
          </p:cNvPr>
          <p:cNvSpPr/>
          <p:nvPr/>
        </p:nvSpPr>
        <p:spPr>
          <a:xfrm>
            <a:off x="6084168" y="1121588"/>
            <a:ext cx="2562374" cy="3285312"/>
          </a:xfrm>
          <a:prstGeom prst="roundRect">
            <a:avLst>
              <a:gd name="adj" fmla="val 482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6EFB2213-027D-8498-690A-88EB48B2A3A3}"/>
              </a:ext>
            </a:extLst>
          </p:cNvPr>
          <p:cNvSpPr/>
          <p:nvPr/>
        </p:nvSpPr>
        <p:spPr>
          <a:xfrm>
            <a:off x="3478577" y="2842158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0~8</a:t>
            </a:r>
            <a:endParaRPr lang="ko-KR" altLang="en-US" sz="900" b="1"/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FDE993F0-191B-6431-CA3D-6B69989F3691}"/>
              </a:ext>
            </a:extLst>
          </p:cNvPr>
          <p:cNvSpPr/>
          <p:nvPr/>
        </p:nvSpPr>
        <p:spPr>
          <a:xfrm>
            <a:off x="6201578" y="2842158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0~8</a:t>
            </a:r>
            <a:endParaRPr lang="ko-KR" altLang="en-US" sz="900" b="1"/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023A07C-BCFE-C9AA-1111-F0E86481BDD6}"/>
              </a:ext>
            </a:extLst>
          </p:cNvPr>
          <p:cNvSpPr/>
          <p:nvPr/>
        </p:nvSpPr>
        <p:spPr>
          <a:xfrm>
            <a:off x="755576" y="2842158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0~8</a:t>
            </a:r>
            <a:endParaRPr lang="ko-KR" altLang="en-US" sz="900" b="1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3A33CE3B-44C3-0FD4-95F2-4B5D6448E6F6}"/>
              </a:ext>
            </a:extLst>
          </p:cNvPr>
          <p:cNvSpPr/>
          <p:nvPr/>
        </p:nvSpPr>
        <p:spPr>
          <a:xfrm>
            <a:off x="1913045" y="203002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8, 7, 6</a:t>
            </a:r>
            <a:endParaRPr lang="ko-KR" altLang="en-US" sz="900" b="1"/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3F9C07D8-482E-51C4-8C9A-290D77F90EF6}"/>
              </a:ext>
            </a:extLst>
          </p:cNvPr>
          <p:cNvSpPr/>
          <p:nvPr/>
        </p:nvSpPr>
        <p:spPr>
          <a:xfrm>
            <a:off x="4638548" y="203002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5, 4, 3</a:t>
            </a:r>
            <a:endParaRPr lang="ko-KR" altLang="en-US" sz="900" b="1"/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B7B28E9-B9F8-9968-99B4-1036417B610B}"/>
              </a:ext>
            </a:extLst>
          </p:cNvPr>
          <p:cNvSpPr/>
          <p:nvPr/>
        </p:nvSpPr>
        <p:spPr>
          <a:xfrm>
            <a:off x="7353706" y="203002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2, 1, 0</a:t>
            </a:r>
            <a:endParaRPr lang="ko-KR" altLang="en-US" sz="900" b="1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D6A7479B-2507-C443-C462-D65EFE66DDFA}"/>
              </a:ext>
            </a:extLst>
          </p:cNvPr>
          <p:cNvCxnSpPr>
            <a:cxnSpLocks/>
            <a:endCxn id="20" idx="0"/>
          </p:cNvCxnSpPr>
          <p:nvPr/>
        </p:nvCxnSpPr>
        <p:spPr>
          <a:xfrm rot="16200000" flipH="1">
            <a:off x="1652701" y="498922"/>
            <a:ext cx="1963469" cy="2723001"/>
          </a:xfrm>
          <a:prstGeom prst="bentConnector3">
            <a:avLst>
              <a:gd name="adj1" fmla="val 9366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꺾인 연결선[E] 76">
            <a:extLst>
              <a:ext uri="{FF2B5EF4-FFF2-40B4-BE49-F238E27FC236}">
                <a16:creationId xmlns:a16="http://schemas.microsoft.com/office/drawing/2014/main" id="{6A9B8EE6-37DF-7873-1AA4-F46C25DD2725}"/>
              </a:ext>
            </a:extLst>
          </p:cNvPr>
          <p:cNvCxnSpPr>
            <a:cxnSpLocks/>
            <a:endCxn id="29" idx="0"/>
          </p:cNvCxnSpPr>
          <p:nvPr/>
        </p:nvCxnSpPr>
        <p:spPr>
          <a:xfrm flipV="1">
            <a:off x="4513295" y="2842158"/>
            <a:ext cx="2205642" cy="199947"/>
          </a:xfrm>
          <a:prstGeom prst="bentConnector4">
            <a:avLst>
              <a:gd name="adj1" fmla="val 9770"/>
              <a:gd name="adj2" fmla="val 16351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53FC3E28-7BFB-8951-4DDC-E446ACBAB54C}"/>
              </a:ext>
            </a:extLst>
          </p:cNvPr>
          <p:cNvSpPr/>
          <p:nvPr/>
        </p:nvSpPr>
        <p:spPr>
          <a:xfrm>
            <a:off x="1333175" y="3573824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8, 7, 6</a:t>
            </a:r>
            <a:r>
              <a:rPr lang="en-US" altLang="ko-KR" sz="900"/>
              <a:t> </a:t>
            </a:r>
            <a:endParaRPr lang="ko-KR" altLang="en-US" sz="900"/>
          </a:p>
        </p:txBody>
      </p: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1FA155F6-623A-36BB-6A73-601DEB21FF50}"/>
              </a:ext>
            </a:extLst>
          </p:cNvPr>
          <p:cNvCxnSpPr>
            <a:cxnSpLocks/>
            <a:stCxn id="46" idx="2"/>
            <a:endCxn id="83" idx="0"/>
          </p:cNvCxnSpPr>
          <p:nvPr/>
        </p:nvCxnSpPr>
        <p:spPr>
          <a:xfrm rot="5400000">
            <a:off x="1683108" y="2764016"/>
            <a:ext cx="1039745" cy="579870"/>
          </a:xfrm>
          <a:prstGeom prst="bentConnector3">
            <a:avLst>
              <a:gd name="adj1" fmla="val 8908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꺾인 연결선[E] 86">
            <a:extLst>
              <a:ext uri="{FF2B5EF4-FFF2-40B4-BE49-F238E27FC236}">
                <a16:creationId xmlns:a16="http://schemas.microsoft.com/office/drawing/2014/main" id="{2E417EB1-9465-0A8A-72DA-C1367253EFDA}"/>
              </a:ext>
            </a:extLst>
          </p:cNvPr>
          <p:cNvCxnSpPr>
            <a:cxnSpLocks/>
            <a:stCxn id="19" idx="2"/>
            <a:endCxn id="83" idx="0"/>
          </p:cNvCxnSpPr>
          <p:nvPr/>
        </p:nvCxnSpPr>
        <p:spPr>
          <a:xfrm rot="16200000" flipH="1">
            <a:off x="1479185" y="3139964"/>
            <a:ext cx="227610" cy="6401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D655E4BA-FE7F-3D65-5E14-761F5B2E4917}"/>
              </a:ext>
            </a:extLst>
          </p:cNvPr>
          <p:cNvSpPr/>
          <p:nvPr/>
        </p:nvSpPr>
        <p:spPr>
          <a:xfrm>
            <a:off x="4058678" y="3575065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5, 4, 3</a:t>
            </a:r>
            <a:r>
              <a:rPr lang="en-US" altLang="ko-KR" sz="900"/>
              <a:t> </a:t>
            </a:r>
            <a:endParaRPr lang="ko-KR" altLang="en-US" sz="900"/>
          </a:p>
        </p:txBody>
      </p:sp>
      <p:cxnSp>
        <p:nvCxnSpPr>
          <p:cNvPr id="94" name="꺾인 연결선[E] 93">
            <a:extLst>
              <a:ext uri="{FF2B5EF4-FFF2-40B4-BE49-F238E27FC236}">
                <a16:creationId xmlns:a16="http://schemas.microsoft.com/office/drawing/2014/main" id="{90FEB80A-7CEE-EEFD-7062-F789B3781EEF}"/>
              </a:ext>
            </a:extLst>
          </p:cNvPr>
          <p:cNvCxnSpPr>
            <a:cxnSpLocks/>
            <a:stCxn id="49" idx="2"/>
            <a:endCxn id="92" idx="0"/>
          </p:cNvCxnSpPr>
          <p:nvPr/>
        </p:nvCxnSpPr>
        <p:spPr>
          <a:xfrm rot="5400000">
            <a:off x="4407990" y="2764637"/>
            <a:ext cx="1040986" cy="579870"/>
          </a:xfrm>
          <a:prstGeom prst="bentConnector3">
            <a:avLst>
              <a:gd name="adj1" fmla="val 8904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꺾인 연결선[E] 96">
            <a:extLst>
              <a:ext uri="{FF2B5EF4-FFF2-40B4-BE49-F238E27FC236}">
                <a16:creationId xmlns:a16="http://schemas.microsoft.com/office/drawing/2014/main" id="{044C9607-80F3-51C1-ABA8-C5291A789638}"/>
              </a:ext>
            </a:extLst>
          </p:cNvPr>
          <p:cNvCxnSpPr>
            <a:cxnSpLocks/>
            <a:stCxn id="20" idx="2"/>
            <a:endCxn id="92" idx="0"/>
          </p:cNvCxnSpPr>
          <p:nvPr/>
        </p:nvCxnSpPr>
        <p:spPr>
          <a:xfrm rot="16200000" flipH="1">
            <a:off x="4202817" y="3139333"/>
            <a:ext cx="228851" cy="6426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꺾인 연결선[E] 113">
            <a:extLst>
              <a:ext uri="{FF2B5EF4-FFF2-40B4-BE49-F238E27FC236}">
                <a16:creationId xmlns:a16="http://schemas.microsoft.com/office/drawing/2014/main" id="{C8C34B06-4C40-3306-4099-F113F387543D}"/>
              </a:ext>
            </a:extLst>
          </p:cNvPr>
          <p:cNvCxnSpPr>
            <a:cxnSpLocks/>
            <a:stCxn id="52" idx="2"/>
            <a:endCxn id="130" idx="0"/>
          </p:cNvCxnSpPr>
          <p:nvPr/>
        </p:nvCxnSpPr>
        <p:spPr>
          <a:xfrm rot="5400000">
            <a:off x="7128973" y="2770462"/>
            <a:ext cx="1040986" cy="568221"/>
          </a:xfrm>
          <a:prstGeom prst="bentConnector3">
            <a:avLst>
              <a:gd name="adj1" fmla="val 8843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꺾인 연결선[E] 116">
            <a:extLst>
              <a:ext uri="{FF2B5EF4-FFF2-40B4-BE49-F238E27FC236}">
                <a16:creationId xmlns:a16="http://schemas.microsoft.com/office/drawing/2014/main" id="{E7B48510-C8C1-E2EB-6447-14897E7C693B}"/>
              </a:ext>
            </a:extLst>
          </p:cNvPr>
          <p:cNvCxnSpPr>
            <a:cxnSpLocks/>
            <a:stCxn id="29" idx="2"/>
            <a:endCxn id="130" idx="0"/>
          </p:cNvCxnSpPr>
          <p:nvPr/>
        </p:nvCxnSpPr>
        <p:spPr>
          <a:xfrm rot="16200000" flipH="1">
            <a:off x="6927721" y="3137430"/>
            <a:ext cx="228851" cy="64641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모서리가 둥근 직사각형 129">
            <a:extLst>
              <a:ext uri="{FF2B5EF4-FFF2-40B4-BE49-F238E27FC236}">
                <a16:creationId xmlns:a16="http://schemas.microsoft.com/office/drawing/2014/main" id="{11E6A965-B83E-B345-4B66-FA8E760ACE8F}"/>
              </a:ext>
            </a:extLst>
          </p:cNvPr>
          <p:cNvSpPr/>
          <p:nvPr/>
        </p:nvSpPr>
        <p:spPr>
          <a:xfrm>
            <a:off x="6785485" y="3575065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2, 1, 0</a:t>
            </a:r>
            <a:endParaRPr lang="ko-KR" altLang="en-US" sz="900" b="1"/>
          </a:p>
        </p:txBody>
      </p:sp>
      <p:sp>
        <p:nvSpPr>
          <p:cNvPr id="161" name="모서리가 둥근 직사각형 160">
            <a:extLst>
              <a:ext uri="{FF2B5EF4-FFF2-40B4-BE49-F238E27FC236}">
                <a16:creationId xmlns:a16="http://schemas.microsoft.com/office/drawing/2014/main" id="{4A84E93D-CC90-574F-508B-5353C06F5048}"/>
              </a:ext>
            </a:extLst>
          </p:cNvPr>
          <p:cNvSpPr/>
          <p:nvPr/>
        </p:nvSpPr>
        <p:spPr>
          <a:xfrm>
            <a:off x="1913045" y="1256478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0, 1,</a:t>
            </a:r>
            <a:r>
              <a:rPr lang="ko-KR" altLang="en-US" sz="900" b="1"/>
              <a:t> </a:t>
            </a:r>
            <a:r>
              <a:rPr lang="en-US" altLang="ko-KR" sz="900" b="1"/>
              <a:t>2</a:t>
            </a:r>
            <a:endParaRPr lang="ko-KR" altLang="en-US" sz="900" b="1"/>
          </a:p>
        </p:txBody>
      </p:sp>
      <p:sp>
        <p:nvSpPr>
          <p:cNvPr id="162" name="모서리가 둥근 직사각형 161">
            <a:extLst>
              <a:ext uri="{FF2B5EF4-FFF2-40B4-BE49-F238E27FC236}">
                <a16:creationId xmlns:a16="http://schemas.microsoft.com/office/drawing/2014/main" id="{D86973F3-45F4-D28F-5DA2-5378BEE310C0}"/>
              </a:ext>
            </a:extLst>
          </p:cNvPr>
          <p:cNvSpPr/>
          <p:nvPr/>
        </p:nvSpPr>
        <p:spPr>
          <a:xfrm>
            <a:off x="4638548" y="1256478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3,</a:t>
            </a:r>
            <a:r>
              <a:rPr lang="ko-KR" altLang="en-US" sz="900" b="1"/>
              <a:t> </a:t>
            </a:r>
            <a:r>
              <a:rPr lang="en-US" altLang="ko-KR" sz="900" b="1"/>
              <a:t>4,</a:t>
            </a:r>
            <a:r>
              <a:rPr lang="ko-KR" altLang="en-US" sz="900" b="1"/>
              <a:t> </a:t>
            </a:r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0275FA2C-9DC6-32CF-990A-2B8DCDE6FF96}"/>
              </a:ext>
            </a:extLst>
          </p:cNvPr>
          <p:cNvSpPr/>
          <p:nvPr/>
        </p:nvSpPr>
        <p:spPr>
          <a:xfrm>
            <a:off x="7353706" y="1256478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: 6,</a:t>
            </a:r>
            <a:r>
              <a:rPr lang="ko-KR" altLang="en-US" sz="900" b="1"/>
              <a:t> </a:t>
            </a:r>
            <a:r>
              <a:rPr lang="en-US" altLang="ko-KR" sz="900" b="1"/>
              <a:t>7,</a:t>
            </a:r>
            <a:r>
              <a:rPr lang="ko-KR" altLang="en-US" sz="900" b="1"/>
              <a:t> </a:t>
            </a:r>
            <a:r>
              <a:rPr lang="en-US" altLang="ko-KR" sz="900" b="1"/>
              <a:t>8</a:t>
            </a:r>
            <a:endParaRPr lang="ko-KR" altLang="en-US" sz="900" b="1"/>
          </a:p>
        </p:txBody>
      </p:sp>
      <p:cxnSp>
        <p:nvCxnSpPr>
          <p:cNvPr id="247" name="꺾인 연결선[E] 246">
            <a:extLst>
              <a:ext uri="{FF2B5EF4-FFF2-40B4-BE49-F238E27FC236}">
                <a16:creationId xmlns:a16="http://schemas.microsoft.com/office/drawing/2014/main" id="{3DE78294-E38F-FBE6-9062-4A4C323739F4}"/>
              </a:ext>
            </a:extLst>
          </p:cNvPr>
          <p:cNvCxnSpPr>
            <a:cxnSpLocks/>
            <a:stCxn id="23" idx="3"/>
            <a:endCxn id="227" idx="3"/>
          </p:cNvCxnSpPr>
          <p:nvPr/>
        </p:nvCxnSpPr>
        <p:spPr>
          <a:xfrm>
            <a:off x="6836273" y="601836"/>
            <a:ext cx="1740601" cy="1684217"/>
          </a:xfrm>
          <a:prstGeom prst="bentConnector3">
            <a:avLst>
              <a:gd name="adj1" fmla="val 11313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Oval 80">
            <a:extLst>
              <a:ext uri="{FF2B5EF4-FFF2-40B4-BE49-F238E27FC236}">
                <a16:creationId xmlns:a16="http://schemas.microsoft.com/office/drawing/2014/main" id="{70B465AB-5192-959A-FEFE-D6820FB193B2}"/>
              </a:ext>
            </a:extLst>
          </p:cNvPr>
          <p:cNvSpPr/>
          <p:nvPr/>
        </p:nvSpPr>
        <p:spPr>
          <a:xfrm>
            <a:off x="4398239" y="294485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3" name="Oval 80">
            <a:extLst>
              <a:ext uri="{FF2B5EF4-FFF2-40B4-BE49-F238E27FC236}">
                <a16:creationId xmlns:a16="http://schemas.microsoft.com/office/drawing/2014/main" id="{D8F0DB82-612A-18E2-00A6-770C0CD6AD92}"/>
              </a:ext>
            </a:extLst>
          </p:cNvPr>
          <p:cNvSpPr/>
          <p:nvPr/>
        </p:nvSpPr>
        <p:spPr>
          <a:xfrm>
            <a:off x="1800753" y="326357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4" name="Oval 80">
            <a:extLst>
              <a:ext uri="{FF2B5EF4-FFF2-40B4-BE49-F238E27FC236}">
                <a16:creationId xmlns:a16="http://schemas.microsoft.com/office/drawing/2014/main" id="{28ABF123-2FCF-4BA0-2A6F-1F58500FF6FA}"/>
              </a:ext>
            </a:extLst>
          </p:cNvPr>
          <p:cNvSpPr/>
          <p:nvPr/>
        </p:nvSpPr>
        <p:spPr>
          <a:xfrm>
            <a:off x="4536887" y="326357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5" name="Oval 80">
            <a:extLst>
              <a:ext uri="{FF2B5EF4-FFF2-40B4-BE49-F238E27FC236}">
                <a16:creationId xmlns:a16="http://schemas.microsoft.com/office/drawing/2014/main" id="{39D5E1E6-FE72-ACF5-6A9E-D7114234DAA9}"/>
              </a:ext>
            </a:extLst>
          </p:cNvPr>
          <p:cNvSpPr/>
          <p:nvPr/>
        </p:nvSpPr>
        <p:spPr>
          <a:xfrm>
            <a:off x="7257343" y="326357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14" name="Rounded Rectangle 3">
            <a:extLst>
              <a:ext uri="{FF2B5EF4-FFF2-40B4-BE49-F238E27FC236}">
                <a16:creationId xmlns:a16="http://schemas.microsoft.com/office/drawing/2014/main" id="{61AA3329-2BD9-2C0B-FA4E-1EEC48F82EFA}"/>
              </a:ext>
            </a:extLst>
          </p:cNvPr>
          <p:cNvSpPr/>
          <p:nvPr/>
        </p:nvSpPr>
        <p:spPr>
          <a:xfrm>
            <a:off x="4093286" y="51471"/>
            <a:ext cx="2952327" cy="910020"/>
          </a:xfrm>
          <a:prstGeom prst="roundRect">
            <a:avLst>
              <a:gd name="adj" fmla="val 965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>
                <a:solidFill>
                  <a:sysClr val="windowText" lastClr="000000"/>
                </a:solidFill>
              </a:rPr>
              <a:t>External Storage</a:t>
            </a:r>
            <a:endParaRPr lang="en-KR" sz="1000" b="1">
              <a:solidFill>
                <a:sysClr val="windowText" lastClr="000000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83CA1EA-FD3E-90EA-8D67-AB4277F51508}"/>
              </a:ext>
            </a:extLst>
          </p:cNvPr>
          <p:cNvGrpSpPr/>
          <p:nvPr/>
        </p:nvGrpSpPr>
        <p:grpSpPr>
          <a:xfrm>
            <a:off x="4290254" y="324981"/>
            <a:ext cx="2546019" cy="553710"/>
            <a:chOff x="3767476" y="865912"/>
            <a:chExt cx="2546019" cy="553710"/>
          </a:xfrm>
        </p:grpSpPr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E03D16FD-0A18-6A95-8A43-F3D585C27FE7}"/>
                </a:ext>
              </a:extLst>
            </p:cNvPr>
            <p:cNvSpPr/>
            <p:nvPr/>
          </p:nvSpPr>
          <p:spPr>
            <a:xfrm>
              <a:off x="3767476" y="865912"/>
              <a:ext cx="1030948" cy="553710"/>
            </a:xfrm>
            <a:prstGeom prst="roundRect">
              <a:avLst>
                <a:gd name="adj" fmla="val 11033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Smaller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 b="1"/>
                <a:t>Partition 0~8</a:t>
              </a:r>
              <a:endParaRPr lang="ko-KR" altLang="en-US" sz="900" b="1"/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4F9458F0-6C3C-41EE-94F0-852290D1F5D3}"/>
                </a:ext>
              </a:extLst>
            </p:cNvPr>
            <p:cNvSpPr/>
            <p:nvPr/>
          </p:nvSpPr>
          <p:spPr>
            <a:xfrm>
              <a:off x="5290559" y="865912"/>
              <a:ext cx="1022936" cy="553710"/>
            </a:xfrm>
            <a:prstGeom prst="roundRect">
              <a:avLst>
                <a:gd name="adj" fmla="val 11033"/>
              </a:avLst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Bigger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 b="1"/>
                <a:t>Partition 0~8</a:t>
              </a:r>
              <a:endParaRPr lang="ko-KR" altLang="en-US" sz="900" b="1"/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248EA56E-CBD3-CD55-B825-E787614A9544}"/>
              </a:ext>
            </a:extLst>
          </p:cNvPr>
          <p:cNvSpPr/>
          <p:nvPr/>
        </p:nvSpPr>
        <p:spPr>
          <a:xfrm>
            <a:off x="2387844" y="324981"/>
            <a:ext cx="1030948" cy="553710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 b="1"/>
              <a:t>Partition 0~8</a:t>
            </a:r>
            <a:endParaRPr lang="ko-KR" altLang="en-US" sz="900" b="1"/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6B944DE2-EDD3-0BC3-E662-B627B7C11F6F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4805728" y="878691"/>
            <a:ext cx="0" cy="3257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D834DCF7-487C-48E8-EA06-6D0A7AF3624C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2903318" y="878691"/>
            <a:ext cx="0" cy="3200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Oval 80">
            <a:extLst>
              <a:ext uri="{FF2B5EF4-FFF2-40B4-BE49-F238E27FC236}">
                <a16:creationId xmlns:a16="http://schemas.microsoft.com/office/drawing/2014/main" id="{85DEF9BD-543C-A7B2-2824-DC12FF49CA2C}"/>
              </a:ext>
            </a:extLst>
          </p:cNvPr>
          <p:cNvSpPr/>
          <p:nvPr/>
        </p:nvSpPr>
        <p:spPr>
          <a:xfrm>
            <a:off x="2797433" y="1085645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95" name="Oval 80">
            <a:extLst>
              <a:ext uri="{FF2B5EF4-FFF2-40B4-BE49-F238E27FC236}">
                <a16:creationId xmlns:a16="http://schemas.microsoft.com/office/drawing/2014/main" id="{D6645A9B-2D71-9C14-8B91-B10181895C19}"/>
              </a:ext>
            </a:extLst>
          </p:cNvPr>
          <p:cNvSpPr/>
          <p:nvPr/>
        </p:nvSpPr>
        <p:spPr>
          <a:xfrm>
            <a:off x="2286670" y="483020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123" name="Oval 80">
            <a:extLst>
              <a:ext uri="{FF2B5EF4-FFF2-40B4-BE49-F238E27FC236}">
                <a16:creationId xmlns:a16="http://schemas.microsoft.com/office/drawing/2014/main" id="{995FD27A-5BAF-FE1D-6C67-149B5E5E9CF9}"/>
              </a:ext>
            </a:extLst>
          </p:cNvPr>
          <p:cNvSpPr/>
          <p:nvPr/>
        </p:nvSpPr>
        <p:spPr>
          <a:xfrm>
            <a:off x="4700633" y="81080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4" name="Oval 80">
            <a:extLst>
              <a:ext uri="{FF2B5EF4-FFF2-40B4-BE49-F238E27FC236}">
                <a16:creationId xmlns:a16="http://schemas.microsoft.com/office/drawing/2014/main" id="{71F413B1-BA52-3B91-D120-F5B53DC93D10}"/>
              </a:ext>
            </a:extLst>
          </p:cNvPr>
          <p:cNvSpPr/>
          <p:nvPr/>
        </p:nvSpPr>
        <p:spPr>
          <a:xfrm>
            <a:off x="6726975" y="48507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cxnSp>
        <p:nvCxnSpPr>
          <p:cNvPr id="3" name="꺾인 연결선[E] 2">
            <a:extLst>
              <a:ext uri="{FF2B5EF4-FFF2-40B4-BE49-F238E27FC236}">
                <a16:creationId xmlns:a16="http://schemas.microsoft.com/office/drawing/2014/main" id="{8F5E98F9-7286-FD95-C663-BDDA327ABB4C}"/>
              </a:ext>
            </a:extLst>
          </p:cNvPr>
          <p:cNvCxnSpPr>
            <a:cxnSpLocks/>
            <a:stCxn id="95" idx="2"/>
            <a:endCxn id="19" idx="0"/>
          </p:cNvCxnSpPr>
          <p:nvPr/>
        </p:nvCxnSpPr>
        <p:spPr>
          <a:xfrm rot="10800000" flipV="1">
            <a:off x="1272936" y="591032"/>
            <a:ext cx="1013735" cy="225112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1657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203F8-821B-130C-743A-FE9B69EDC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539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37951</TotalTime>
  <Words>798</Words>
  <Application>Microsoft Macintosh PowerPoint</Application>
  <PresentationFormat>화면 슬라이드 쇼(16:9)</PresentationFormat>
  <Paragraphs>339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5710</cp:revision>
  <dcterms:created xsi:type="dcterms:W3CDTF">2006-10-05T04:04:58Z</dcterms:created>
  <dcterms:modified xsi:type="dcterms:W3CDTF">2026-06-07T12:12:23Z</dcterms:modified>
</cp:coreProperties>
</file>
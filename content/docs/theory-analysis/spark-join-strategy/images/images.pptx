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56" r:id="rId2"/>
    <p:sldId id="446" r:id="rId3"/>
    <p:sldId id="461" r:id="rId4"/>
    <p:sldId id="464" r:id="rId5"/>
    <p:sldId id="465" r:id="rId6"/>
    <p:sldId id="457" r:id="rId7"/>
    <p:sldId id="458" r:id="rId8"/>
    <p:sldId id="466" r:id="rId9"/>
    <p:sldId id="463" r:id="rId10"/>
    <p:sldId id="462" r:id="rId11"/>
    <p:sldId id="459" r:id="rId12"/>
    <p:sldId id="450" r:id="rId13"/>
    <p:sldId id="453" r:id="rId14"/>
    <p:sldId id="454" r:id="rId15"/>
    <p:sldId id="455" r:id="rId16"/>
    <p:sldId id="452" r:id="rId17"/>
    <p:sldId id="451" r:id="rId18"/>
    <p:sldId id="447" r:id="rId19"/>
    <p:sldId id="448" r:id="rId2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6" autoAdjust="0"/>
    <p:restoredTop sz="95864" autoAdjust="0"/>
  </p:normalViewPr>
  <p:slideViewPr>
    <p:cSldViewPr>
      <p:cViewPr varScale="1">
        <p:scale>
          <a:sx n="200" d="100"/>
          <a:sy n="200" d="100"/>
        </p:scale>
        <p:origin x="176" y="156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677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511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414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44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90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653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884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885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4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2026. 6. 7.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CB9D-5E7C-CAAC-F181-3F56A3E4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9D7D378-70B3-FBC5-EFEB-512A3AB6F5FB}"/>
              </a:ext>
            </a:extLst>
          </p:cNvPr>
          <p:cNvSpPr/>
          <p:nvPr/>
        </p:nvSpPr>
        <p:spPr>
          <a:xfrm>
            <a:off x="715306" y="1419622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Broadcast </a:t>
            </a:r>
            <a:br>
              <a:rPr lang="en-US" altLang="ko-KR" sz="800"/>
            </a:br>
            <a:r>
              <a:rPr lang="en-US" altLang="ko-KR" sz="800"/>
              <a:t>Nested Loop Join</a:t>
            </a:r>
            <a:endParaRPr lang="ko-KR" altLang="en-US" sz="80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460E890-09C4-F4F8-990E-DE8BB9A2F8AC}"/>
              </a:ext>
            </a:extLst>
          </p:cNvPr>
          <p:cNvSpPr/>
          <p:nvPr/>
        </p:nvSpPr>
        <p:spPr>
          <a:xfrm>
            <a:off x="711486" y="2800259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Broadcast </a:t>
            </a:r>
            <a:br>
              <a:rPr lang="en-US" altLang="ko-KR" sz="800"/>
            </a:br>
            <a:r>
              <a:rPr lang="en-US" altLang="ko-KR" sz="800"/>
              <a:t>Nested Loop Join </a:t>
            </a:r>
            <a:endParaRPr lang="ko-KR" altLang="en-US" sz="800"/>
          </a:p>
        </p:txBody>
      </p:sp>
      <p:sp>
        <p:nvSpPr>
          <p:cNvPr id="8" name="모서리가 둥근 직사각형 2">
            <a:extLst>
              <a:ext uri="{FF2B5EF4-FFF2-40B4-BE49-F238E27FC236}">
                <a16:creationId xmlns:a16="http://schemas.microsoft.com/office/drawing/2014/main" id="{AB392C2F-1F3A-1C56-18DE-488E7E21E628}"/>
              </a:ext>
            </a:extLst>
          </p:cNvPr>
          <p:cNvSpPr/>
          <p:nvPr/>
        </p:nvSpPr>
        <p:spPr>
          <a:xfrm>
            <a:off x="3959932" y="195486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Equi-join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85450235-B4A6-9A15-3522-77F7E089233A}"/>
              </a:ext>
            </a:extLst>
          </p:cNvPr>
          <p:cNvSpPr/>
          <p:nvPr/>
        </p:nvSpPr>
        <p:spPr>
          <a:xfrm>
            <a:off x="2731530" y="732342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Hint Applicable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2">
            <a:extLst>
              <a:ext uri="{FF2B5EF4-FFF2-40B4-BE49-F238E27FC236}">
                <a16:creationId xmlns:a16="http://schemas.microsoft.com/office/drawing/2014/main" id="{162F91B2-FF40-156E-297B-1ECD052428AB}"/>
              </a:ext>
            </a:extLst>
          </p:cNvPr>
          <p:cNvSpPr/>
          <p:nvPr/>
        </p:nvSpPr>
        <p:spPr>
          <a:xfrm>
            <a:off x="5184068" y="733256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Hint Applicable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sp>
        <p:nvSpPr>
          <p:cNvPr id="11" name="모서리가 둥근 직사각형 2">
            <a:extLst>
              <a:ext uri="{FF2B5EF4-FFF2-40B4-BE49-F238E27FC236}">
                <a16:creationId xmlns:a16="http://schemas.microsoft.com/office/drawing/2014/main" id="{692D6140-AF4A-1142-89F6-C1D4E2AEB196}"/>
              </a:ext>
            </a:extLst>
          </p:cNvPr>
          <p:cNvSpPr/>
          <p:nvPr/>
        </p:nvSpPr>
        <p:spPr>
          <a:xfrm>
            <a:off x="715306" y="732342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From Hint</a:t>
            </a:r>
            <a:endParaRPr lang="ko-KR" altLang="en-US" sz="800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26DFAB01-43F2-BF9D-2334-2EF1629D84EF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5184068" y="366927"/>
            <a:ext cx="612068" cy="366329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[E] 13">
            <a:extLst>
              <a:ext uri="{FF2B5EF4-FFF2-40B4-BE49-F238E27FC236}">
                <a16:creationId xmlns:a16="http://schemas.microsoft.com/office/drawing/2014/main" id="{39A80D30-15D4-CC88-7FEE-2DB3F3C6A273}"/>
              </a:ext>
            </a:extLst>
          </p:cNvPr>
          <p:cNvCxnSpPr>
            <a:cxnSpLocks/>
            <a:stCxn id="8" idx="1"/>
            <a:endCxn id="9" idx="0"/>
          </p:cNvCxnSpPr>
          <p:nvPr/>
        </p:nvCxnSpPr>
        <p:spPr>
          <a:xfrm rot="10800000" flipV="1">
            <a:off x="3343598" y="366926"/>
            <a:ext cx="616334" cy="36541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719BD0E-EA84-7FCD-AB87-C747DF82FAAA}"/>
              </a:ext>
            </a:extLst>
          </p:cNvPr>
          <p:cNvCxnSpPr>
            <a:stCxn id="9" idx="1"/>
            <a:endCxn id="11" idx="3"/>
          </p:cNvCxnSpPr>
          <p:nvPr/>
        </p:nvCxnSpPr>
        <p:spPr>
          <a:xfrm flipH="1">
            <a:off x="2155466" y="903783"/>
            <a:ext cx="576064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">
            <a:extLst>
              <a:ext uri="{FF2B5EF4-FFF2-40B4-BE49-F238E27FC236}">
                <a16:creationId xmlns:a16="http://schemas.microsoft.com/office/drawing/2014/main" id="{D202354A-BD3C-C3DF-6E7B-535DE149566E}"/>
              </a:ext>
            </a:extLst>
          </p:cNvPr>
          <p:cNvSpPr/>
          <p:nvPr/>
        </p:nvSpPr>
        <p:spPr>
          <a:xfrm>
            <a:off x="6990010" y="727785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From Hint</a:t>
            </a:r>
            <a:endParaRPr lang="ko-KR" altLang="en-US" sz="80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B897C67-54ED-DF09-6062-B2A8D78FCC1F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 flipV="1">
            <a:off x="6408204" y="899226"/>
            <a:ext cx="581806" cy="54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44EBD4E-5342-801E-7073-7A8A8A4F2299}"/>
              </a:ext>
            </a:extLst>
          </p:cNvPr>
          <p:cNvCxnSpPr>
            <a:cxnSpLocks/>
            <a:stCxn id="9" idx="2"/>
            <a:endCxn id="35" idx="0"/>
          </p:cNvCxnSpPr>
          <p:nvPr/>
        </p:nvCxnSpPr>
        <p:spPr>
          <a:xfrm>
            <a:off x="3343598" y="1075223"/>
            <a:ext cx="0" cy="3443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2">
            <a:extLst>
              <a:ext uri="{FF2B5EF4-FFF2-40B4-BE49-F238E27FC236}">
                <a16:creationId xmlns:a16="http://schemas.microsoft.com/office/drawing/2014/main" id="{79995265-9831-8123-6D36-FB438A4AD6F5}"/>
              </a:ext>
            </a:extLst>
          </p:cNvPr>
          <p:cNvSpPr/>
          <p:nvPr/>
        </p:nvSpPr>
        <p:spPr>
          <a:xfrm>
            <a:off x="2731530" y="1419622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Able to Broadcast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sp>
        <p:nvSpPr>
          <p:cNvPr id="36" name="모서리가 둥근 직사각형 2">
            <a:extLst>
              <a:ext uri="{FF2B5EF4-FFF2-40B4-BE49-F238E27FC236}">
                <a16:creationId xmlns:a16="http://schemas.microsoft.com/office/drawing/2014/main" id="{8FC813EF-6D05-6D61-700D-9CD076D6CFFD}"/>
              </a:ext>
            </a:extLst>
          </p:cNvPr>
          <p:cNvSpPr/>
          <p:nvPr/>
        </p:nvSpPr>
        <p:spPr>
          <a:xfrm>
            <a:off x="5184068" y="1419622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Able to Broadcast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805E334-BBF2-6805-F8D4-EBB89CCF34DE}"/>
              </a:ext>
            </a:extLst>
          </p:cNvPr>
          <p:cNvCxnSpPr>
            <a:cxnSpLocks/>
            <a:stCxn id="10" idx="2"/>
            <a:endCxn id="36" idx="0"/>
          </p:cNvCxnSpPr>
          <p:nvPr/>
        </p:nvCxnSpPr>
        <p:spPr>
          <a:xfrm>
            <a:off x="5796136" y="1076137"/>
            <a:ext cx="0" cy="3434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A8FF61F-293F-DFD1-62B6-941B187C310B}"/>
              </a:ext>
            </a:extLst>
          </p:cNvPr>
          <p:cNvCxnSpPr>
            <a:cxnSpLocks/>
            <a:stCxn id="35" idx="1"/>
            <a:endCxn id="3" idx="3"/>
          </p:cNvCxnSpPr>
          <p:nvPr/>
        </p:nvCxnSpPr>
        <p:spPr>
          <a:xfrm flipH="1">
            <a:off x="2155466" y="1591063"/>
            <a:ext cx="576064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1397E902-B383-CB5F-17F2-DA736A4D3176}"/>
              </a:ext>
            </a:extLst>
          </p:cNvPr>
          <p:cNvSpPr/>
          <p:nvPr/>
        </p:nvSpPr>
        <p:spPr>
          <a:xfrm>
            <a:off x="6992354" y="2800260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Shuffle Hash Join</a:t>
            </a:r>
            <a:endParaRPr lang="ko-KR" altLang="en-US" sz="800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1E377ECA-6D9C-230A-6A0E-50ED7328D63A}"/>
              </a:ext>
            </a:extLst>
          </p:cNvPr>
          <p:cNvSpPr/>
          <p:nvPr/>
        </p:nvSpPr>
        <p:spPr>
          <a:xfrm>
            <a:off x="6990010" y="1419622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bg2">
              <a:lumMod val="7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Broadcast Hash Join</a:t>
            </a:r>
            <a:endParaRPr lang="ko-KR" altLang="en-US" sz="80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99AAC65-4256-3377-813A-A25F3BDC6FD2}"/>
              </a:ext>
            </a:extLst>
          </p:cNvPr>
          <p:cNvCxnSpPr>
            <a:cxnSpLocks/>
            <a:stCxn id="36" idx="3"/>
            <a:endCxn id="50" idx="1"/>
          </p:cNvCxnSpPr>
          <p:nvPr/>
        </p:nvCxnSpPr>
        <p:spPr>
          <a:xfrm>
            <a:off x="6408204" y="1591063"/>
            <a:ext cx="58180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C152D0A7-8359-FC82-AF6E-EBA9AF8C9130}"/>
              </a:ext>
            </a:extLst>
          </p:cNvPr>
          <p:cNvSpPr/>
          <p:nvPr/>
        </p:nvSpPr>
        <p:spPr>
          <a:xfrm>
            <a:off x="2731530" y="2111461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Inner Join Like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884D017-B303-D42B-4C8F-F24D41AC1DF9}"/>
              </a:ext>
            </a:extLst>
          </p:cNvPr>
          <p:cNvCxnSpPr>
            <a:cxnSpLocks/>
            <a:stCxn id="35" idx="2"/>
            <a:endCxn id="60" idx="0"/>
          </p:cNvCxnSpPr>
          <p:nvPr/>
        </p:nvCxnSpPr>
        <p:spPr>
          <a:xfrm>
            <a:off x="3343598" y="1762503"/>
            <a:ext cx="0" cy="3489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8F1162A4-BFC1-332C-2686-7D02C7E3FDFB}"/>
              </a:ext>
            </a:extLst>
          </p:cNvPr>
          <p:cNvSpPr/>
          <p:nvPr/>
        </p:nvSpPr>
        <p:spPr>
          <a:xfrm>
            <a:off x="715306" y="2111461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Cartesian Product</a:t>
            </a:r>
          </a:p>
          <a:p>
            <a:pPr algn="ctr"/>
            <a:r>
              <a:rPr lang="en-US" altLang="ko-KR" sz="800"/>
              <a:t>(for Non Equi-join)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F523309-0C36-B96C-D128-492D624E4415}"/>
              </a:ext>
            </a:extLst>
          </p:cNvPr>
          <p:cNvCxnSpPr>
            <a:cxnSpLocks/>
            <a:stCxn id="60" idx="1"/>
            <a:endCxn id="65" idx="3"/>
          </p:cNvCxnSpPr>
          <p:nvPr/>
        </p:nvCxnSpPr>
        <p:spPr>
          <a:xfrm flipH="1">
            <a:off x="2155466" y="2282902"/>
            <a:ext cx="576064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983C4D7B-CF74-BC8C-9EA4-0714EEE810BD}"/>
              </a:ext>
            </a:extLst>
          </p:cNvPr>
          <p:cNvSpPr/>
          <p:nvPr/>
        </p:nvSpPr>
        <p:spPr>
          <a:xfrm>
            <a:off x="5184068" y="2111460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Prefer </a:t>
            </a:r>
            <a:br>
              <a:rPr kumimoji="1" lang="en-US" altLang="ko-KR" sz="800">
                <a:solidFill>
                  <a:sysClr val="windowText" lastClr="000000"/>
                </a:solidFill>
              </a:rPr>
            </a:br>
            <a:r>
              <a:rPr kumimoji="1" lang="en-US" altLang="ko-KR" sz="800">
                <a:solidFill>
                  <a:sysClr val="windowText" lastClr="000000"/>
                </a:solidFill>
              </a:rPr>
              <a:t>Sort Merge Join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54BDB10-0C1B-43DC-FB3F-70A1F98FD169}"/>
              </a:ext>
            </a:extLst>
          </p:cNvPr>
          <p:cNvCxnSpPr>
            <a:cxnSpLocks/>
            <a:stCxn id="36" idx="2"/>
            <a:endCxn id="71" idx="0"/>
          </p:cNvCxnSpPr>
          <p:nvPr/>
        </p:nvCxnSpPr>
        <p:spPr>
          <a:xfrm>
            <a:off x="5796136" y="1762503"/>
            <a:ext cx="0" cy="3489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2">
            <a:extLst>
              <a:ext uri="{FF2B5EF4-FFF2-40B4-BE49-F238E27FC236}">
                <a16:creationId xmlns:a16="http://schemas.microsoft.com/office/drawing/2014/main" id="{CE2D8750-DB7C-E206-530E-3C4248F48927}"/>
              </a:ext>
            </a:extLst>
          </p:cNvPr>
          <p:cNvSpPr/>
          <p:nvPr/>
        </p:nvSpPr>
        <p:spPr>
          <a:xfrm>
            <a:off x="5184068" y="2803298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Local Hash Possible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sp>
        <p:nvSpPr>
          <p:cNvPr id="77" name="모서리가 둥근 직사각형 2">
            <a:extLst>
              <a:ext uri="{FF2B5EF4-FFF2-40B4-BE49-F238E27FC236}">
                <a16:creationId xmlns:a16="http://schemas.microsoft.com/office/drawing/2014/main" id="{6D5248A1-6195-043E-E2F4-0FC9DA4BC6C0}"/>
              </a:ext>
            </a:extLst>
          </p:cNvPr>
          <p:cNvSpPr/>
          <p:nvPr/>
        </p:nvSpPr>
        <p:spPr>
          <a:xfrm>
            <a:off x="5184068" y="3489061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Rows Sortable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B9387E00-81AA-A710-43CE-74DD732C01AC}"/>
              </a:ext>
            </a:extLst>
          </p:cNvPr>
          <p:cNvCxnSpPr>
            <a:cxnSpLocks/>
            <a:stCxn id="71" idx="2"/>
            <a:endCxn id="76" idx="0"/>
          </p:cNvCxnSpPr>
          <p:nvPr/>
        </p:nvCxnSpPr>
        <p:spPr>
          <a:xfrm>
            <a:off x="5796136" y="2454341"/>
            <a:ext cx="0" cy="3489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EF84DF59-9E7A-33AB-9251-830ACC4EC2CA}"/>
              </a:ext>
            </a:extLst>
          </p:cNvPr>
          <p:cNvCxnSpPr>
            <a:cxnSpLocks/>
            <a:stCxn id="71" idx="1"/>
            <a:endCxn id="77" idx="1"/>
          </p:cNvCxnSpPr>
          <p:nvPr/>
        </p:nvCxnSpPr>
        <p:spPr>
          <a:xfrm rot="10800000" flipV="1">
            <a:off x="5184068" y="2282900"/>
            <a:ext cx="12700" cy="1377601"/>
          </a:xfrm>
          <a:prstGeom prst="bentConnector3">
            <a:avLst>
              <a:gd name="adj1" fmla="val 180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18DA98C9-466A-2107-EAAC-E156DD215AFB}"/>
              </a:ext>
            </a:extLst>
          </p:cNvPr>
          <p:cNvCxnSpPr>
            <a:cxnSpLocks/>
            <a:stCxn id="76" idx="2"/>
            <a:endCxn id="77" idx="0"/>
          </p:cNvCxnSpPr>
          <p:nvPr/>
        </p:nvCxnSpPr>
        <p:spPr>
          <a:xfrm>
            <a:off x="5796136" y="3146179"/>
            <a:ext cx="0" cy="3428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907550A-019E-B68E-41B6-449FD0495025}"/>
              </a:ext>
            </a:extLst>
          </p:cNvPr>
          <p:cNvCxnSpPr>
            <a:cxnSpLocks/>
            <a:stCxn id="76" idx="3"/>
            <a:endCxn id="48" idx="1"/>
          </p:cNvCxnSpPr>
          <p:nvPr/>
        </p:nvCxnSpPr>
        <p:spPr>
          <a:xfrm flipV="1">
            <a:off x="6408204" y="2971701"/>
            <a:ext cx="584150" cy="30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89555392-E23D-4BF6-BBCE-483CB3A59C16}"/>
              </a:ext>
            </a:extLst>
          </p:cNvPr>
          <p:cNvSpPr/>
          <p:nvPr/>
        </p:nvSpPr>
        <p:spPr>
          <a:xfrm>
            <a:off x="6994326" y="3489060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Shuffle Sort Merge Join </a:t>
            </a:r>
            <a:endParaRPr lang="ko-KR" altLang="en-US" sz="80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2B6C129-90B4-C4D1-4AB1-A1B800A5C29F}"/>
              </a:ext>
            </a:extLst>
          </p:cNvPr>
          <p:cNvCxnSpPr>
            <a:cxnSpLocks/>
            <a:stCxn id="77" idx="3"/>
            <a:endCxn id="95" idx="1"/>
          </p:cNvCxnSpPr>
          <p:nvPr/>
        </p:nvCxnSpPr>
        <p:spPr>
          <a:xfrm flipV="1">
            <a:off x="6408204" y="3660501"/>
            <a:ext cx="586122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[E] 109">
            <a:extLst>
              <a:ext uri="{FF2B5EF4-FFF2-40B4-BE49-F238E27FC236}">
                <a16:creationId xmlns:a16="http://schemas.microsoft.com/office/drawing/2014/main" id="{62EE1AFD-9E13-BC6F-396B-251D9F3382E0}"/>
              </a:ext>
            </a:extLst>
          </p:cNvPr>
          <p:cNvCxnSpPr>
            <a:cxnSpLocks/>
            <a:stCxn id="60" idx="2"/>
            <a:endCxn id="6" idx="3"/>
          </p:cNvCxnSpPr>
          <p:nvPr/>
        </p:nvCxnSpPr>
        <p:spPr>
          <a:xfrm rot="5400000">
            <a:off x="2488943" y="2117045"/>
            <a:ext cx="517358" cy="1191952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2BBC9B10-2B76-9F3F-A68A-D66C70C7E566}"/>
              </a:ext>
            </a:extLst>
          </p:cNvPr>
          <p:cNvSpPr/>
          <p:nvPr/>
        </p:nvSpPr>
        <p:spPr>
          <a:xfrm>
            <a:off x="5184068" y="4175427"/>
            <a:ext cx="1224136" cy="34288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ysClr val="windowText" lastClr="000000"/>
                </a:solidFill>
              </a:rPr>
              <a:t>Inner Join Like</a:t>
            </a:r>
            <a:endParaRPr kumimoji="1" lang="ko-KR" altLang="en-US" sz="800">
              <a:solidFill>
                <a:sysClr val="windowText" lastClr="000000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2940FCA5-34F8-A37A-E20E-73F00AEBBB45}"/>
              </a:ext>
            </a:extLst>
          </p:cNvPr>
          <p:cNvCxnSpPr>
            <a:cxnSpLocks/>
            <a:stCxn id="77" idx="2"/>
            <a:endCxn id="113" idx="0"/>
          </p:cNvCxnSpPr>
          <p:nvPr/>
        </p:nvCxnSpPr>
        <p:spPr>
          <a:xfrm>
            <a:off x="5796136" y="3831942"/>
            <a:ext cx="0" cy="3434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03F9726B-C802-3993-68DD-51167388B08B}"/>
              </a:ext>
            </a:extLst>
          </p:cNvPr>
          <p:cNvSpPr/>
          <p:nvPr/>
        </p:nvSpPr>
        <p:spPr>
          <a:xfrm>
            <a:off x="6990010" y="4174822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Cartesian Product</a:t>
            </a:r>
          </a:p>
          <a:p>
            <a:pPr algn="ctr"/>
            <a:r>
              <a:rPr lang="en-US" altLang="ko-KR" sz="800"/>
              <a:t>(for Equi-join)</a:t>
            </a:r>
          </a:p>
        </p:txBody>
      </p:sp>
      <p:sp>
        <p:nvSpPr>
          <p:cNvPr id="136" name="모서리가 둥근 직사각형 135">
            <a:extLst>
              <a:ext uri="{FF2B5EF4-FFF2-40B4-BE49-F238E27FC236}">
                <a16:creationId xmlns:a16="http://schemas.microsoft.com/office/drawing/2014/main" id="{EF254F01-5614-B4B4-D29E-8C45203D6DED}"/>
              </a:ext>
            </a:extLst>
          </p:cNvPr>
          <p:cNvSpPr/>
          <p:nvPr/>
        </p:nvSpPr>
        <p:spPr>
          <a:xfrm>
            <a:off x="3157787" y="4174822"/>
            <a:ext cx="1440160" cy="342881"/>
          </a:xfrm>
          <a:prstGeom prst="roundRect">
            <a:avLst>
              <a:gd name="adj" fmla="val 13068"/>
            </a:avLst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Broadcast </a:t>
            </a:r>
            <a:br>
              <a:rPr lang="en-US" altLang="ko-KR" sz="800"/>
            </a:br>
            <a:r>
              <a:rPr lang="en-US" altLang="ko-KR" sz="800"/>
              <a:t>Nested Loop Join </a:t>
            </a:r>
            <a:endParaRPr lang="ko-KR" altLang="en-US" sz="800"/>
          </a:p>
        </p:txBody>
      </p: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10AD9F66-22B5-AD99-3467-F30C57301821}"/>
              </a:ext>
            </a:extLst>
          </p:cNvPr>
          <p:cNvCxnSpPr>
            <a:cxnSpLocks/>
            <a:stCxn id="113" idx="3"/>
            <a:endCxn id="135" idx="1"/>
          </p:cNvCxnSpPr>
          <p:nvPr/>
        </p:nvCxnSpPr>
        <p:spPr>
          <a:xfrm flipV="1">
            <a:off x="6408204" y="4346263"/>
            <a:ext cx="581806" cy="6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2114E9A4-185D-C4A5-962A-BC86F7BB1CD3}"/>
              </a:ext>
            </a:extLst>
          </p:cNvPr>
          <p:cNvCxnSpPr>
            <a:cxnSpLocks/>
            <a:stCxn id="113" idx="1"/>
            <a:endCxn id="136" idx="3"/>
          </p:cNvCxnSpPr>
          <p:nvPr/>
        </p:nvCxnSpPr>
        <p:spPr>
          <a:xfrm flipH="1" flipV="1">
            <a:off x="4597947" y="4346263"/>
            <a:ext cx="586121" cy="6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D00D0452-F4F3-6215-B40D-A04A5AD5C323}"/>
              </a:ext>
            </a:extLst>
          </p:cNvPr>
          <p:cNvCxnSpPr>
            <a:cxnSpLocks/>
          </p:cNvCxnSpPr>
          <p:nvPr/>
        </p:nvCxnSpPr>
        <p:spPr>
          <a:xfrm>
            <a:off x="711486" y="411510"/>
            <a:ext cx="40413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8DF6A355-9129-DC1B-317E-52EFE17F6FBD}"/>
              </a:ext>
            </a:extLst>
          </p:cNvPr>
          <p:cNvCxnSpPr>
            <a:cxnSpLocks/>
          </p:cNvCxnSpPr>
          <p:nvPr/>
        </p:nvCxnSpPr>
        <p:spPr>
          <a:xfrm>
            <a:off x="1611660" y="411510"/>
            <a:ext cx="40413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30BE49B0-5E56-E27A-1CB6-3B0263F4D979}"/>
              </a:ext>
            </a:extLst>
          </p:cNvPr>
          <p:cNvSpPr txBox="1"/>
          <p:nvPr/>
        </p:nvSpPr>
        <p:spPr>
          <a:xfrm>
            <a:off x="1135266" y="296094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Yes</a:t>
            </a:r>
            <a:endParaRPr lang="en-KR" sz="9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BDB82B4-2DB2-2053-51E9-0A85148F79DB}"/>
              </a:ext>
            </a:extLst>
          </p:cNvPr>
          <p:cNvSpPr txBox="1"/>
          <p:nvPr/>
        </p:nvSpPr>
        <p:spPr>
          <a:xfrm>
            <a:off x="2015790" y="296094"/>
            <a:ext cx="3417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No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20152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ounded Rectangle 3">
            <a:extLst>
              <a:ext uri="{FF2B5EF4-FFF2-40B4-BE49-F238E27FC236}">
                <a16:creationId xmlns:a16="http://schemas.microsoft.com/office/drawing/2014/main" id="{6B1F2571-CAF2-FD74-B4B3-56098EE9A50E}"/>
              </a:ext>
            </a:extLst>
          </p:cNvPr>
          <p:cNvSpPr/>
          <p:nvPr/>
        </p:nvSpPr>
        <p:spPr>
          <a:xfrm>
            <a:off x="1859962" y="1193658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D1C106E6-D8FB-6FFC-BE90-A1FE6DDE3D89}"/>
              </a:ext>
            </a:extLst>
          </p:cNvPr>
          <p:cNvSpPr/>
          <p:nvPr/>
        </p:nvSpPr>
        <p:spPr>
          <a:xfrm>
            <a:off x="1859962" y="196451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2" name="모서리가 둥근 직사각형 2">
            <a:extLst>
              <a:ext uri="{FF2B5EF4-FFF2-40B4-BE49-F238E27FC236}">
                <a16:creationId xmlns:a16="http://schemas.microsoft.com/office/drawing/2014/main" id="{FB238BCA-0799-0A6A-C5D0-D042AF6C6473}"/>
              </a:ext>
            </a:extLst>
          </p:cNvPr>
          <p:cNvSpPr/>
          <p:nvPr/>
        </p:nvSpPr>
        <p:spPr>
          <a:xfrm>
            <a:off x="638165" y="46882"/>
            <a:ext cx="2952327" cy="914609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90AF555-140D-D199-8675-C6F911DA0B2A}"/>
              </a:ext>
            </a:extLst>
          </p:cNvPr>
          <p:cNvSpPr/>
          <p:nvPr/>
        </p:nvSpPr>
        <p:spPr>
          <a:xfrm>
            <a:off x="755576" y="324980"/>
            <a:ext cx="1034718" cy="553709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009D104C-84C2-8896-FB3A-4A7F004F78AF}"/>
              </a:ext>
            </a:extLst>
          </p:cNvPr>
          <p:cNvSpPr/>
          <p:nvPr/>
        </p:nvSpPr>
        <p:spPr>
          <a:xfrm>
            <a:off x="638166" y="1121588"/>
            <a:ext cx="2562374" cy="3322370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36FBE3CE-50E3-2043-08B4-5ABFA8BCA915}"/>
              </a:ext>
            </a:extLst>
          </p:cNvPr>
          <p:cNvSpPr/>
          <p:nvPr/>
        </p:nvSpPr>
        <p:spPr>
          <a:xfrm>
            <a:off x="3361167" y="1121588"/>
            <a:ext cx="2562374" cy="3322370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B6335027-798D-6D3C-2080-445A12E68B7A}"/>
              </a:ext>
            </a:extLst>
          </p:cNvPr>
          <p:cNvSpPr/>
          <p:nvPr/>
        </p:nvSpPr>
        <p:spPr>
          <a:xfrm>
            <a:off x="6084168" y="1121588"/>
            <a:ext cx="2562374" cy="3322370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8BCC79F-089B-EF74-41C2-865EC1B7706C}"/>
              </a:ext>
            </a:extLst>
          </p:cNvPr>
          <p:cNvSpPr/>
          <p:nvPr/>
        </p:nvSpPr>
        <p:spPr>
          <a:xfrm>
            <a:off x="3478577" y="284215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3BFD4C7-F7B3-3146-4D9F-EA4BF26940AE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>
            <a:off x="1272935" y="878689"/>
            <a:ext cx="0" cy="1963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957ABF4A-D36C-545C-8281-094AFBFB7989}"/>
              </a:ext>
            </a:extLst>
          </p:cNvPr>
          <p:cNvSpPr/>
          <p:nvPr/>
        </p:nvSpPr>
        <p:spPr>
          <a:xfrm>
            <a:off x="6201578" y="284215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D5FAC22-D27B-058E-30D9-E9D7A6024D13}"/>
              </a:ext>
            </a:extLst>
          </p:cNvPr>
          <p:cNvSpPr/>
          <p:nvPr/>
        </p:nvSpPr>
        <p:spPr>
          <a:xfrm>
            <a:off x="755576" y="284215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6D54DCBD-58EA-4DA0-2044-514166805808}"/>
              </a:ext>
            </a:extLst>
          </p:cNvPr>
          <p:cNvSpPr/>
          <p:nvPr/>
        </p:nvSpPr>
        <p:spPr>
          <a:xfrm>
            <a:off x="1913045" y="203002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10C6DF38-D467-9882-264A-DE351F8671C7}"/>
              </a:ext>
            </a:extLst>
          </p:cNvPr>
          <p:cNvSpPr/>
          <p:nvPr/>
        </p:nvSpPr>
        <p:spPr>
          <a:xfrm>
            <a:off x="4638548" y="203002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8CECEF48-0A8E-4B27-B7AA-5ECF77DB8953}"/>
              </a:ext>
            </a:extLst>
          </p:cNvPr>
          <p:cNvSpPr/>
          <p:nvPr/>
        </p:nvSpPr>
        <p:spPr>
          <a:xfrm>
            <a:off x="7353706" y="203002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C1E4E3D5-B4F3-0C47-9EE2-746CA9A0B582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16200000" flipH="1">
            <a:off x="1652701" y="498922"/>
            <a:ext cx="1963469" cy="2723001"/>
          </a:xfrm>
          <a:prstGeom prst="bentConnector3">
            <a:avLst>
              <a:gd name="adj1" fmla="val 936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1B136A34-EF9D-F4FE-ED0B-A97D0DC25B09}"/>
              </a:ext>
            </a:extLst>
          </p:cNvPr>
          <p:cNvCxnSpPr>
            <a:cxnSpLocks/>
            <a:endCxn id="29" idx="0"/>
          </p:cNvCxnSpPr>
          <p:nvPr/>
        </p:nvCxnSpPr>
        <p:spPr>
          <a:xfrm flipV="1">
            <a:off x="4513295" y="2842158"/>
            <a:ext cx="2205642" cy="199947"/>
          </a:xfrm>
          <a:prstGeom prst="bentConnector4">
            <a:avLst>
              <a:gd name="adj1" fmla="val 9770"/>
              <a:gd name="adj2" fmla="val 1635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281475F-B7C0-B2DD-65D4-9D8E95675A89}"/>
              </a:ext>
            </a:extLst>
          </p:cNvPr>
          <p:cNvSpPr/>
          <p:nvPr/>
        </p:nvSpPr>
        <p:spPr>
          <a:xfrm>
            <a:off x="1333175" y="3573824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4311EBB3-B745-9921-522E-9F6BF3582CB7}"/>
              </a:ext>
            </a:extLst>
          </p:cNvPr>
          <p:cNvCxnSpPr>
            <a:cxnSpLocks/>
            <a:stCxn id="46" idx="2"/>
            <a:endCxn id="83" idx="0"/>
          </p:cNvCxnSpPr>
          <p:nvPr/>
        </p:nvCxnSpPr>
        <p:spPr>
          <a:xfrm rot="5400000">
            <a:off x="1683108" y="2764016"/>
            <a:ext cx="1039745" cy="579870"/>
          </a:xfrm>
          <a:prstGeom prst="bentConnector3">
            <a:avLst>
              <a:gd name="adj1" fmla="val 890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10B0B6DD-B137-9EDF-AEBB-451BC4514F0A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16200000" flipH="1">
            <a:off x="1479185" y="3139964"/>
            <a:ext cx="227610" cy="6401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59521213-31B0-C21C-E5AE-2E08F8F3B2EF}"/>
              </a:ext>
            </a:extLst>
          </p:cNvPr>
          <p:cNvSpPr/>
          <p:nvPr/>
        </p:nvSpPr>
        <p:spPr>
          <a:xfrm>
            <a:off x="4058678" y="3575065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94" name="꺾인 연결선[E] 93">
            <a:extLst>
              <a:ext uri="{FF2B5EF4-FFF2-40B4-BE49-F238E27FC236}">
                <a16:creationId xmlns:a16="http://schemas.microsoft.com/office/drawing/2014/main" id="{7FED630C-E1F4-F472-8331-3CC1872922E3}"/>
              </a:ext>
            </a:extLst>
          </p:cNvPr>
          <p:cNvCxnSpPr>
            <a:cxnSpLocks/>
            <a:stCxn id="49" idx="2"/>
            <a:endCxn id="92" idx="0"/>
          </p:cNvCxnSpPr>
          <p:nvPr/>
        </p:nvCxnSpPr>
        <p:spPr>
          <a:xfrm rot="5400000">
            <a:off x="4407990" y="2764637"/>
            <a:ext cx="1040986" cy="579870"/>
          </a:xfrm>
          <a:prstGeom prst="bentConnector3">
            <a:avLst>
              <a:gd name="adj1" fmla="val 890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ABBA290F-2B17-70CE-F2AC-C66472A2E811}"/>
              </a:ext>
            </a:extLst>
          </p:cNvPr>
          <p:cNvCxnSpPr>
            <a:cxnSpLocks/>
            <a:stCxn id="20" idx="2"/>
            <a:endCxn id="92" idx="0"/>
          </p:cNvCxnSpPr>
          <p:nvPr/>
        </p:nvCxnSpPr>
        <p:spPr>
          <a:xfrm rot="16200000" flipH="1">
            <a:off x="4202817" y="3139333"/>
            <a:ext cx="228851" cy="6426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[E] 113">
            <a:extLst>
              <a:ext uri="{FF2B5EF4-FFF2-40B4-BE49-F238E27FC236}">
                <a16:creationId xmlns:a16="http://schemas.microsoft.com/office/drawing/2014/main" id="{04380866-609B-42CC-D0AA-E200CFBA95CD}"/>
              </a:ext>
            </a:extLst>
          </p:cNvPr>
          <p:cNvCxnSpPr>
            <a:cxnSpLocks/>
            <a:stCxn id="52" idx="2"/>
            <a:endCxn id="130" idx="0"/>
          </p:cNvCxnSpPr>
          <p:nvPr/>
        </p:nvCxnSpPr>
        <p:spPr>
          <a:xfrm rot="5400000">
            <a:off x="7128973" y="2770462"/>
            <a:ext cx="1040986" cy="568221"/>
          </a:xfrm>
          <a:prstGeom prst="bentConnector3">
            <a:avLst>
              <a:gd name="adj1" fmla="val 8843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[E] 116">
            <a:extLst>
              <a:ext uri="{FF2B5EF4-FFF2-40B4-BE49-F238E27FC236}">
                <a16:creationId xmlns:a16="http://schemas.microsoft.com/office/drawing/2014/main" id="{CA17B2C0-B37A-2929-3B13-CB821714AD83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927721" y="3137430"/>
            <a:ext cx="228851" cy="6464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F1199463-DCC9-95D9-8DCF-A5A75442A4C9}"/>
              </a:ext>
            </a:extLst>
          </p:cNvPr>
          <p:cNvSpPr/>
          <p:nvPr/>
        </p:nvSpPr>
        <p:spPr>
          <a:xfrm>
            <a:off x="6785485" y="3575065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768C2F32-D905-AA18-F9A2-6143369183E2}"/>
              </a:ext>
            </a:extLst>
          </p:cNvPr>
          <p:cNvSpPr/>
          <p:nvPr/>
        </p:nvSpPr>
        <p:spPr>
          <a:xfrm>
            <a:off x="1913045" y="125647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1,</a:t>
            </a:r>
            <a:r>
              <a:rPr lang="ko-KR" altLang="en-US" sz="900" b="1"/>
              <a:t> 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162" name="모서리가 둥근 직사각형 161">
            <a:extLst>
              <a:ext uri="{FF2B5EF4-FFF2-40B4-BE49-F238E27FC236}">
                <a16:creationId xmlns:a16="http://schemas.microsoft.com/office/drawing/2014/main" id="{D68242EC-4705-08E9-BAC3-7C73C7D84DFD}"/>
              </a:ext>
            </a:extLst>
          </p:cNvPr>
          <p:cNvSpPr/>
          <p:nvPr/>
        </p:nvSpPr>
        <p:spPr>
          <a:xfrm>
            <a:off x="4638548" y="125647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3,</a:t>
            </a:r>
            <a:r>
              <a:rPr lang="ko-KR" altLang="en-US" sz="900" b="1"/>
              <a:t> </a:t>
            </a:r>
            <a:r>
              <a:rPr lang="en-US" altLang="ko-KR" sz="900" b="1"/>
              <a:t>4,</a:t>
            </a:r>
            <a:r>
              <a:rPr lang="ko-KR" altLang="en-US" sz="900" b="1"/>
              <a:t> </a:t>
            </a:r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2AA75BD1-DCFB-6807-00B2-5CB37F966F87}"/>
              </a:ext>
            </a:extLst>
          </p:cNvPr>
          <p:cNvSpPr/>
          <p:nvPr/>
        </p:nvSpPr>
        <p:spPr>
          <a:xfrm>
            <a:off x="7353706" y="125647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6,</a:t>
            </a:r>
            <a:r>
              <a:rPr lang="ko-KR" altLang="en-US" sz="900" b="1"/>
              <a:t> </a:t>
            </a:r>
            <a:r>
              <a:rPr lang="en-US" altLang="ko-KR" sz="900" b="1"/>
              <a:t>7,</a:t>
            </a:r>
            <a:r>
              <a:rPr lang="ko-KR" altLang="en-US" sz="900" b="1"/>
              <a:t> 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ED8750BC-AD29-F2FD-E38C-9CA98D13C563}"/>
              </a:ext>
            </a:extLst>
          </p:cNvPr>
          <p:cNvCxnSpPr>
            <a:cxnSpLocks/>
            <a:stCxn id="23" idx="3"/>
            <a:endCxn id="227" idx="3"/>
          </p:cNvCxnSpPr>
          <p:nvPr/>
        </p:nvCxnSpPr>
        <p:spPr>
          <a:xfrm>
            <a:off x="6836273" y="601836"/>
            <a:ext cx="1740601" cy="1684217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Oval 80">
            <a:extLst>
              <a:ext uri="{FF2B5EF4-FFF2-40B4-BE49-F238E27FC236}">
                <a16:creationId xmlns:a16="http://schemas.microsoft.com/office/drawing/2014/main" id="{A0FB67B3-7964-3CA9-B1ED-6DF726D03A54}"/>
              </a:ext>
            </a:extLst>
          </p:cNvPr>
          <p:cNvSpPr/>
          <p:nvPr/>
        </p:nvSpPr>
        <p:spPr>
          <a:xfrm>
            <a:off x="1156033" y="79733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2" name="Oval 80">
            <a:extLst>
              <a:ext uri="{FF2B5EF4-FFF2-40B4-BE49-F238E27FC236}">
                <a16:creationId xmlns:a16="http://schemas.microsoft.com/office/drawing/2014/main" id="{D68CA4DA-0BAF-9F7C-AEF3-BEFB3469AF19}"/>
              </a:ext>
            </a:extLst>
          </p:cNvPr>
          <p:cNvSpPr/>
          <p:nvPr/>
        </p:nvSpPr>
        <p:spPr>
          <a:xfrm>
            <a:off x="4398239" y="294485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3" name="Oval 80">
            <a:extLst>
              <a:ext uri="{FF2B5EF4-FFF2-40B4-BE49-F238E27FC236}">
                <a16:creationId xmlns:a16="http://schemas.microsoft.com/office/drawing/2014/main" id="{4E83AB25-BE48-BD03-397A-B8E1F5221240}"/>
              </a:ext>
            </a:extLst>
          </p:cNvPr>
          <p:cNvSpPr/>
          <p:nvPr/>
        </p:nvSpPr>
        <p:spPr>
          <a:xfrm>
            <a:off x="1800753" y="326357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6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4" name="Oval 80">
            <a:extLst>
              <a:ext uri="{FF2B5EF4-FFF2-40B4-BE49-F238E27FC236}">
                <a16:creationId xmlns:a16="http://schemas.microsoft.com/office/drawing/2014/main" id="{10890E7D-933A-5FC7-0F1E-D07C71BBF4D6}"/>
              </a:ext>
            </a:extLst>
          </p:cNvPr>
          <p:cNvSpPr/>
          <p:nvPr/>
        </p:nvSpPr>
        <p:spPr>
          <a:xfrm>
            <a:off x="4536887" y="326357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6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5" name="Oval 80">
            <a:extLst>
              <a:ext uri="{FF2B5EF4-FFF2-40B4-BE49-F238E27FC236}">
                <a16:creationId xmlns:a16="http://schemas.microsoft.com/office/drawing/2014/main" id="{F175F823-CA0E-BA8B-667F-9F0466CF66EE}"/>
              </a:ext>
            </a:extLst>
          </p:cNvPr>
          <p:cNvSpPr/>
          <p:nvPr/>
        </p:nvSpPr>
        <p:spPr>
          <a:xfrm>
            <a:off x="7257343" y="326357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6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43B769B6-9F76-CDF1-5961-93684037FE13}"/>
              </a:ext>
            </a:extLst>
          </p:cNvPr>
          <p:cNvSpPr/>
          <p:nvPr/>
        </p:nvSpPr>
        <p:spPr>
          <a:xfrm>
            <a:off x="4093286" y="51471"/>
            <a:ext cx="2952327" cy="910020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2A09368-9BB2-D2B0-74A5-2DDC78451EF2}"/>
              </a:ext>
            </a:extLst>
          </p:cNvPr>
          <p:cNvGrpSpPr/>
          <p:nvPr/>
        </p:nvGrpSpPr>
        <p:grpSpPr>
          <a:xfrm>
            <a:off x="4290254" y="324981"/>
            <a:ext cx="2546019" cy="553710"/>
            <a:chOff x="3767476" y="865912"/>
            <a:chExt cx="2546019" cy="553710"/>
          </a:xfrm>
        </p:grpSpPr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74A51F47-43F8-67C2-2228-FF7F2E2BF444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13C06ED0-F6BB-30C9-C6A1-E788436EBF05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50D01AB-135C-6377-8CF6-A084E40BF989}"/>
              </a:ext>
            </a:extLst>
          </p:cNvPr>
          <p:cNvSpPr/>
          <p:nvPr/>
        </p:nvSpPr>
        <p:spPr>
          <a:xfrm>
            <a:off x="2387844" y="324981"/>
            <a:ext cx="1030948" cy="553710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0~8</a:t>
            </a:r>
            <a:endParaRPr lang="ko-KR" altLang="en-US" sz="900" b="1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8B87E16-7C83-1650-E634-9D56E2898A5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805728" y="878691"/>
            <a:ext cx="0" cy="325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F866765-7F30-E9D1-8E00-F5754C54BF36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903318" y="878691"/>
            <a:ext cx="0" cy="320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0">
            <a:extLst>
              <a:ext uri="{FF2B5EF4-FFF2-40B4-BE49-F238E27FC236}">
                <a16:creationId xmlns:a16="http://schemas.microsoft.com/office/drawing/2014/main" id="{E3705BB9-4354-B749-F2BD-E2F8EE6DBC58}"/>
              </a:ext>
            </a:extLst>
          </p:cNvPr>
          <p:cNvSpPr/>
          <p:nvPr/>
        </p:nvSpPr>
        <p:spPr>
          <a:xfrm>
            <a:off x="2797433" y="10856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31C2CF2-0AA6-6A97-26A6-B4AD6AC06E2A}"/>
              </a:ext>
            </a:extLst>
          </p:cNvPr>
          <p:cNvCxnSpPr>
            <a:cxnSpLocks/>
            <a:stCxn id="28" idx="1"/>
            <a:endCxn id="8" idx="3"/>
          </p:cNvCxnSpPr>
          <p:nvPr/>
        </p:nvCxnSpPr>
        <p:spPr>
          <a:xfrm flipH="1" flipV="1">
            <a:off x="1790294" y="601835"/>
            <a:ext cx="5975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80">
            <a:extLst>
              <a:ext uri="{FF2B5EF4-FFF2-40B4-BE49-F238E27FC236}">
                <a16:creationId xmlns:a16="http://schemas.microsoft.com/office/drawing/2014/main" id="{9594DD09-6E4F-99F2-3160-6E713EF69E26}"/>
              </a:ext>
            </a:extLst>
          </p:cNvPr>
          <p:cNvSpPr/>
          <p:nvPr/>
        </p:nvSpPr>
        <p:spPr>
          <a:xfrm>
            <a:off x="2286670" y="483020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23" name="Oval 80">
            <a:extLst>
              <a:ext uri="{FF2B5EF4-FFF2-40B4-BE49-F238E27FC236}">
                <a16:creationId xmlns:a16="http://schemas.microsoft.com/office/drawing/2014/main" id="{4E91538F-6532-E944-9A53-38A13FE2786B}"/>
              </a:ext>
            </a:extLst>
          </p:cNvPr>
          <p:cNvSpPr/>
          <p:nvPr/>
        </p:nvSpPr>
        <p:spPr>
          <a:xfrm>
            <a:off x="4700633" y="81080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4" name="Oval 80">
            <a:extLst>
              <a:ext uri="{FF2B5EF4-FFF2-40B4-BE49-F238E27FC236}">
                <a16:creationId xmlns:a16="http://schemas.microsoft.com/office/drawing/2014/main" id="{B195A7A6-31C5-2D5E-9457-D0EAD77A0E1E}"/>
              </a:ext>
            </a:extLst>
          </p:cNvPr>
          <p:cNvSpPr/>
          <p:nvPr/>
        </p:nvSpPr>
        <p:spPr>
          <a:xfrm>
            <a:off x="6726975" y="48507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07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2200-36A8-C27C-66E0-5D095B4F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BF9C5B5F-E8B4-CB4E-E4A0-206EAF34C5C3}"/>
              </a:ext>
            </a:extLst>
          </p:cNvPr>
          <p:cNvSpPr/>
          <p:nvPr/>
        </p:nvSpPr>
        <p:spPr>
          <a:xfrm>
            <a:off x="1859962" y="273542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F1D6D1-6197-036A-F3D5-F830C01DB4CD}"/>
              </a:ext>
            </a:extLst>
          </p:cNvPr>
          <p:cNvSpPr/>
          <p:nvPr/>
        </p:nvSpPr>
        <p:spPr>
          <a:xfrm>
            <a:off x="4093286" y="51471"/>
            <a:ext cx="2952327" cy="910020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775EAF62-0C92-5B1F-BD5B-36C4007BE091}"/>
              </a:ext>
            </a:extLst>
          </p:cNvPr>
          <p:cNvGrpSpPr/>
          <p:nvPr/>
        </p:nvGrpSpPr>
        <p:grpSpPr>
          <a:xfrm>
            <a:off x="4290254" y="324981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45A74832-26AC-FB32-1081-0B59855E2962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766E1B48-E4DC-783D-0F55-9684BF0E7B6C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1963350F-F489-1043-05A8-85AD36D83C3F}"/>
              </a:ext>
            </a:extLst>
          </p:cNvPr>
          <p:cNvSpPr/>
          <p:nvPr/>
        </p:nvSpPr>
        <p:spPr>
          <a:xfrm>
            <a:off x="638166" y="1121587"/>
            <a:ext cx="2562374" cy="3970441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029B9751-0768-BF66-AF07-E6F86A9E49B6}"/>
              </a:ext>
            </a:extLst>
          </p:cNvPr>
          <p:cNvSpPr/>
          <p:nvPr/>
        </p:nvSpPr>
        <p:spPr>
          <a:xfrm>
            <a:off x="3361167" y="1121587"/>
            <a:ext cx="2562374" cy="3970441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4BAAFB78-93C0-B503-AB85-BFFD8226FB94}"/>
              </a:ext>
            </a:extLst>
          </p:cNvPr>
          <p:cNvSpPr/>
          <p:nvPr/>
        </p:nvSpPr>
        <p:spPr>
          <a:xfrm>
            <a:off x="6084168" y="1121587"/>
            <a:ext cx="2562374" cy="3970441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D99F43E-7CC2-FC47-4333-6ACC89AF80A4}"/>
              </a:ext>
            </a:extLst>
          </p:cNvPr>
          <p:cNvSpPr/>
          <p:nvPr/>
        </p:nvSpPr>
        <p:spPr>
          <a:xfrm>
            <a:off x="3478577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DECFA65-405F-099F-3782-4AC479995E25}"/>
              </a:ext>
            </a:extLst>
          </p:cNvPr>
          <p:cNvSpPr/>
          <p:nvPr/>
        </p:nvSpPr>
        <p:spPr>
          <a:xfrm>
            <a:off x="6201578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A87BD76-66DD-4F96-E5DC-216FAC3D4AC6}"/>
              </a:ext>
            </a:extLst>
          </p:cNvPr>
          <p:cNvSpPr/>
          <p:nvPr/>
        </p:nvSpPr>
        <p:spPr>
          <a:xfrm>
            <a:off x="755576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C3CB077D-D4A0-5166-021A-8E07B9A1E1B9}"/>
              </a:ext>
            </a:extLst>
          </p:cNvPr>
          <p:cNvSpPr/>
          <p:nvPr/>
        </p:nvSpPr>
        <p:spPr>
          <a:xfrm>
            <a:off x="1913045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1FC5BBF8-5829-B2DF-FD8C-7492B7736FB7}"/>
              </a:ext>
            </a:extLst>
          </p:cNvPr>
          <p:cNvSpPr/>
          <p:nvPr/>
        </p:nvSpPr>
        <p:spPr>
          <a:xfrm>
            <a:off x="4638548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C3B6CB9A-2930-2C3E-74FD-05478853CB59}"/>
              </a:ext>
            </a:extLst>
          </p:cNvPr>
          <p:cNvSpPr/>
          <p:nvPr/>
        </p:nvSpPr>
        <p:spPr>
          <a:xfrm>
            <a:off x="7353706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7F19F460-8935-BD25-64EE-102D3D9DC11D}"/>
              </a:ext>
            </a:extLst>
          </p:cNvPr>
          <p:cNvSpPr/>
          <p:nvPr/>
        </p:nvSpPr>
        <p:spPr>
          <a:xfrm>
            <a:off x="1333175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3, 6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BCAF5311-742F-266D-18A0-DD8EF18E9FCD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16200000" flipH="1">
            <a:off x="719121" y="3085257"/>
            <a:ext cx="1747738" cy="640110"/>
          </a:xfrm>
          <a:prstGeom prst="bentConnector3">
            <a:avLst>
              <a:gd name="adj1" fmla="val 943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C8248B11-87C7-E897-E1FA-78A97EE6356F}"/>
              </a:ext>
            </a:extLst>
          </p:cNvPr>
          <p:cNvSpPr/>
          <p:nvPr/>
        </p:nvSpPr>
        <p:spPr>
          <a:xfrm>
            <a:off x="4058678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1, 4, 7 </a:t>
            </a:r>
            <a:endParaRPr lang="ko-KR" altLang="en-US" sz="900" b="1"/>
          </a:p>
        </p:txBody>
      </p: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B716D036-A061-8843-F4BF-74DA93F8953A}"/>
              </a:ext>
            </a:extLst>
          </p:cNvPr>
          <p:cNvSpPr/>
          <p:nvPr/>
        </p:nvSpPr>
        <p:spPr>
          <a:xfrm>
            <a:off x="6785485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9D04C9DF-5EB4-3B04-C942-7278588D1D0C}"/>
              </a:ext>
            </a:extLst>
          </p:cNvPr>
          <p:cNvSpPr/>
          <p:nvPr/>
        </p:nvSpPr>
        <p:spPr>
          <a:xfrm>
            <a:off x="1913045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0,</a:t>
            </a:r>
            <a:r>
              <a:rPr lang="ko-KR" altLang="en-US" sz="900" b="1"/>
              <a:t> </a:t>
            </a:r>
            <a:r>
              <a:rPr lang="en-US" altLang="ko-KR" sz="900" b="1"/>
              <a:t>3,</a:t>
            </a:r>
            <a:r>
              <a:rPr lang="ko-KR" altLang="en-US" sz="900" b="1"/>
              <a:t> 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162" name="모서리가 둥근 직사각형 161">
            <a:extLst>
              <a:ext uri="{FF2B5EF4-FFF2-40B4-BE49-F238E27FC236}">
                <a16:creationId xmlns:a16="http://schemas.microsoft.com/office/drawing/2014/main" id="{0142A438-D4C0-025F-3F0C-2BAAA2D83E9A}"/>
              </a:ext>
            </a:extLst>
          </p:cNvPr>
          <p:cNvSpPr/>
          <p:nvPr/>
        </p:nvSpPr>
        <p:spPr>
          <a:xfrm>
            <a:off x="4638548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1, 4, 7</a:t>
            </a:r>
            <a:endParaRPr lang="ko-KR" altLang="en-US" sz="900" b="1"/>
          </a:p>
        </p:txBody>
      </p: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3AC07100-6398-516D-27D4-81C45E84D180}"/>
              </a:ext>
            </a:extLst>
          </p:cNvPr>
          <p:cNvSpPr/>
          <p:nvPr/>
        </p:nvSpPr>
        <p:spPr>
          <a:xfrm>
            <a:off x="7353706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4F8A6654-DA08-5329-5EE0-E4B3F8A3A11E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601836"/>
            <a:ext cx="1740601" cy="2455127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80">
            <a:extLst>
              <a:ext uri="{FF2B5EF4-FFF2-40B4-BE49-F238E27FC236}">
                <a16:creationId xmlns:a16="http://schemas.microsoft.com/office/drawing/2014/main" id="{F854F5CA-0B0D-F15B-71E6-76992AE7A63A}"/>
              </a:ext>
            </a:extLst>
          </p:cNvPr>
          <p:cNvSpPr/>
          <p:nvPr/>
        </p:nvSpPr>
        <p:spPr>
          <a:xfrm>
            <a:off x="6726975" y="48507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DF26C9F-5CCD-69DA-672E-D09521353412}"/>
              </a:ext>
            </a:extLst>
          </p:cNvPr>
          <p:cNvSpPr/>
          <p:nvPr/>
        </p:nvSpPr>
        <p:spPr>
          <a:xfrm>
            <a:off x="1859962" y="119007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C8200E3-C4DB-4B12-9271-C7F7B914EA47}"/>
              </a:ext>
            </a:extLst>
          </p:cNvPr>
          <p:cNvSpPr/>
          <p:nvPr/>
        </p:nvSpPr>
        <p:spPr>
          <a:xfrm>
            <a:off x="1913045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1,</a:t>
            </a:r>
            <a:r>
              <a:rPr lang="ko-KR" altLang="en-US" sz="900" b="1"/>
              <a:t> 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D3AFB01-091A-DC58-5D65-B69052E6CC60}"/>
              </a:ext>
            </a:extLst>
          </p:cNvPr>
          <p:cNvSpPr/>
          <p:nvPr/>
        </p:nvSpPr>
        <p:spPr>
          <a:xfrm>
            <a:off x="4638548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3,</a:t>
            </a:r>
            <a:r>
              <a:rPr lang="ko-KR" altLang="en-US" sz="900" b="1"/>
              <a:t> </a:t>
            </a:r>
            <a:r>
              <a:rPr lang="en-US" altLang="ko-KR" sz="900" b="1"/>
              <a:t>4,</a:t>
            </a:r>
            <a:r>
              <a:rPr lang="ko-KR" altLang="en-US" sz="900" b="1"/>
              <a:t> </a:t>
            </a:r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23C908E-C31C-DC1D-10E2-B2275A9B450C}"/>
              </a:ext>
            </a:extLst>
          </p:cNvPr>
          <p:cNvSpPr/>
          <p:nvPr/>
        </p:nvSpPr>
        <p:spPr>
          <a:xfrm>
            <a:off x="7353706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6,</a:t>
            </a:r>
            <a:r>
              <a:rPr lang="ko-KR" altLang="en-US" sz="900" b="1"/>
              <a:t> </a:t>
            </a:r>
            <a:r>
              <a:rPr lang="en-US" altLang="ko-KR" sz="900" b="1"/>
              <a:t>7,</a:t>
            </a:r>
            <a:r>
              <a:rPr lang="ko-KR" altLang="en-US" sz="900" b="1"/>
              <a:t> 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8E6CE9A-17D1-3F99-7E3E-857711C34A85}"/>
              </a:ext>
            </a:extLst>
          </p:cNvPr>
          <p:cNvCxnSpPr>
            <a:cxnSpLocks/>
            <a:stCxn id="9" idx="2"/>
            <a:endCxn id="163" idx="0"/>
          </p:cNvCxnSpPr>
          <p:nvPr/>
        </p:nvCxnSpPr>
        <p:spPr>
          <a:xfrm>
            <a:off x="2492915" y="1756950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C307750-A7E2-6940-086F-29B1BD0F3745}"/>
              </a:ext>
            </a:extLst>
          </p:cNvPr>
          <p:cNvCxnSpPr>
            <a:cxnSpLocks/>
            <a:stCxn id="9" idx="2"/>
            <a:endCxn id="162" idx="0"/>
          </p:cNvCxnSpPr>
          <p:nvPr/>
        </p:nvCxnSpPr>
        <p:spPr>
          <a:xfrm>
            <a:off x="2492915" y="1756950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818DA26-BA2A-3C40-E5AA-AD4E2D4FADA4}"/>
              </a:ext>
            </a:extLst>
          </p:cNvPr>
          <p:cNvCxnSpPr>
            <a:cxnSpLocks/>
            <a:stCxn id="9" idx="2"/>
            <a:endCxn id="161" idx="0"/>
          </p:cNvCxnSpPr>
          <p:nvPr/>
        </p:nvCxnSpPr>
        <p:spPr>
          <a:xfrm>
            <a:off x="2492915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956218C-A13D-A77D-BCE1-0C88C1BEBD12}"/>
              </a:ext>
            </a:extLst>
          </p:cNvPr>
          <p:cNvCxnSpPr>
            <a:cxnSpLocks/>
            <a:stCxn id="10" idx="2"/>
            <a:endCxn id="161" idx="0"/>
          </p:cNvCxnSpPr>
          <p:nvPr/>
        </p:nvCxnSpPr>
        <p:spPr>
          <a:xfrm flipH="1">
            <a:off x="2492915" y="1756950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A5FD2DC-D23C-32A9-52B4-B4C34087F858}"/>
              </a:ext>
            </a:extLst>
          </p:cNvPr>
          <p:cNvCxnSpPr>
            <a:cxnSpLocks/>
            <a:stCxn id="10" idx="2"/>
            <a:endCxn id="162" idx="0"/>
          </p:cNvCxnSpPr>
          <p:nvPr/>
        </p:nvCxnSpPr>
        <p:spPr>
          <a:xfrm>
            <a:off x="5218418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FF15FF3-4A92-BBBE-169D-A7E3ACFD57D6}"/>
              </a:ext>
            </a:extLst>
          </p:cNvPr>
          <p:cNvCxnSpPr>
            <a:cxnSpLocks/>
            <a:stCxn id="10" idx="2"/>
            <a:endCxn id="163" idx="0"/>
          </p:cNvCxnSpPr>
          <p:nvPr/>
        </p:nvCxnSpPr>
        <p:spPr>
          <a:xfrm>
            <a:off x="5218418" y="1756950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DCEBD5C-BF23-61A4-432A-20A78D4E41B3}"/>
              </a:ext>
            </a:extLst>
          </p:cNvPr>
          <p:cNvCxnSpPr>
            <a:cxnSpLocks/>
            <a:stCxn id="11" idx="2"/>
            <a:endCxn id="163" idx="0"/>
          </p:cNvCxnSpPr>
          <p:nvPr/>
        </p:nvCxnSpPr>
        <p:spPr>
          <a:xfrm>
            <a:off x="7933576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C6A9203-2859-0336-544E-2585EF22D4DF}"/>
              </a:ext>
            </a:extLst>
          </p:cNvPr>
          <p:cNvCxnSpPr>
            <a:cxnSpLocks/>
            <a:stCxn id="11" idx="2"/>
            <a:endCxn id="162" idx="0"/>
          </p:cNvCxnSpPr>
          <p:nvPr/>
        </p:nvCxnSpPr>
        <p:spPr>
          <a:xfrm flipH="1">
            <a:off x="5218418" y="1756950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0CB66EC-30B0-8962-5AFF-9709F1810754}"/>
              </a:ext>
            </a:extLst>
          </p:cNvPr>
          <p:cNvCxnSpPr>
            <a:cxnSpLocks/>
            <a:stCxn id="11" idx="2"/>
            <a:endCxn id="161" idx="0"/>
          </p:cNvCxnSpPr>
          <p:nvPr/>
        </p:nvCxnSpPr>
        <p:spPr>
          <a:xfrm flipH="1">
            <a:off x="2492915" y="1756950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80">
            <a:extLst>
              <a:ext uri="{FF2B5EF4-FFF2-40B4-BE49-F238E27FC236}">
                <a16:creationId xmlns:a16="http://schemas.microsoft.com/office/drawing/2014/main" id="{31CFCE41-206A-E984-17A7-D3AD5EE5AD9F}"/>
              </a:ext>
            </a:extLst>
          </p:cNvPr>
          <p:cNvSpPr/>
          <p:nvPr/>
        </p:nvSpPr>
        <p:spPr>
          <a:xfrm>
            <a:off x="2384902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3" name="Oval 80">
            <a:extLst>
              <a:ext uri="{FF2B5EF4-FFF2-40B4-BE49-F238E27FC236}">
                <a16:creationId xmlns:a16="http://schemas.microsoft.com/office/drawing/2014/main" id="{41844E52-CD2E-9A29-F55E-BEC8DD6C035F}"/>
              </a:ext>
            </a:extLst>
          </p:cNvPr>
          <p:cNvSpPr/>
          <p:nvPr/>
        </p:nvSpPr>
        <p:spPr>
          <a:xfrm>
            <a:off x="5113454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4" name="Oval 80">
            <a:extLst>
              <a:ext uri="{FF2B5EF4-FFF2-40B4-BE49-F238E27FC236}">
                <a16:creationId xmlns:a16="http://schemas.microsoft.com/office/drawing/2014/main" id="{8F06F9C2-1939-9795-2DF7-CE1989FB9DE4}"/>
              </a:ext>
            </a:extLst>
          </p:cNvPr>
          <p:cNvSpPr/>
          <p:nvPr/>
        </p:nvSpPr>
        <p:spPr>
          <a:xfrm>
            <a:off x="7823699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246C1AA4-143A-E219-BD69-CECBCAB4C527}"/>
              </a:ext>
            </a:extLst>
          </p:cNvPr>
          <p:cNvSpPr/>
          <p:nvPr/>
        </p:nvSpPr>
        <p:spPr>
          <a:xfrm>
            <a:off x="1913045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0,</a:t>
            </a:r>
            <a:r>
              <a:rPr lang="ko-KR" altLang="en-US" sz="900" b="1"/>
              <a:t> </a:t>
            </a:r>
            <a:r>
              <a:rPr lang="en-US" altLang="ko-KR" sz="900" b="1"/>
              <a:t>3,</a:t>
            </a:r>
            <a:r>
              <a:rPr lang="ko-KR" altLang="en-US" sz="900" b="1"/>
              <a:t> 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A213CBD-4731-8FF9-CA5E-9C0FD18F1B69}"/>
              </a:ext>
            </a:extLst>
          </p:cNvPr>
          <p:cNvSpPr/>
          <p:nvPr/>
        </p:nvSpPr>
        <p:spPr>
          <a:xfrm>
            <a:off x="4638548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1, 4, 7</a:t>
            </a:r>
            <a:endParaRPr lang="ko-KR" altLang="en-US" sz="900" b="1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D8010B1-4420-B605-6D3F-F3ABE5ADA3BF}"/>
              </a:ext>
            </a:extLst>
          </p:cNvPr>
          <p:cNvSpPr/>
          <p:nvPr/>
        </p:nvSpPr>
        <p:spPr>
          <a:xfrm>
            <a:off x="7353706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sp>
        <p:nvSpPr>
          <p:cNvPr id="85" name="모서리가 둥근 직사각형 2">
            <a:extLst>
              <a:ext uri="{FF2B5EF4-FFF2-40B4-BE49-F238E27FC236}">
                <a16:creationId xmlns:a16="http://schemas.microsoft.com/office/drawing/2014/main" id="{9364B921-8D6E-C726-CCBA-037250704F57}"/>
              </a:ext>
            </a:extLst>
          </p:cNvPr>
          <p:cNvSpPr/>
          <p:nvPr/>
        </p:nvSpPr>
        <p:spPr>
          <a:xfrm>
            <a:off x="638165" y="46882"/>
            <a:ext cx="2952327" cy="914609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876AF84-8A2D-8284-708C-95242C8A0C70}"/>
              </a:ext>
            </a:extLst>
          </p:cNvPr>
          <p:cNvCxnSpPr>
            <a:cxnSpLocks/>
            <a:stCxn id="161" idx="1"/>
            <a:endCxn id="19" idx="3"/>
          </p:cNvCxnSpPr>
          <p:nvPr/>
        </p:nvCxnSpPr>
        <p:spPr>
          <a:xfrm flipH="1" flipV="1">
            <a:off x="1790294" y="2279415"/>
            <a:ext cx="12275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F8C278BD-2D0D-E58D-2674-CD87C88007FE}"/>
              </a:ext>
            </a:extLst>
          </p:cNvPr>
          <p:cNvCxnSpPr>
            <a:cxnSpLocks/>
            <a:stCxn id="162" idx="1"/>
            <a:endCxn id="20" idx="3"/>
          </p:cNvCxnSpPr>
          <p:nvPr/>
        </p:nvCxnSpPr>
        <p:spPr>
          <a:xfrm flipH="1" flipV="1">
            <a:off x="4513295" y="2279415"/>
            <a:ext cx="12525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94FC956-EEB5-43A7-1BAE-1AC412115BBD}"/>
              </a:ext>
            </a:extLst>
          </p:cNvPr>
          <p:cNvCxnSpPr>
            <a:cxnSpLocks/>
            <a:stCxn id="163" idx="1"/>
            <a:endCxn id="29" idx="3"/>
          </p:cNvCxnSpPr>
          <p:nvPr/>
        </p:nvCxnSpPr>
        <p:spPr>
          <a:xfrm flipH="1" flipV="1">
            <a:off x="7236296" y="2279415"/>
            <a:ext cx="11741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80">
            <a:extLst>
              <a:ext uri="{FF2B5EF4-FFF2-40B4-BE49-F238E27FC236}">
                <a16:creationId xmlns:a16="http://schemas.microsoft.com/office/drawing/2014/main" id="{7A61C656-8FD8-80F8-C142-410D52BA98C6}"/>
              </a:ext>
            </a:extLst>
          </p:cNvPr>
          <p:cNvSpPr/>
          <p:nvPr/>
        </p:nvSpPr>
        <p:spPr>
          <a:xfrm>
            <a:off x="1887942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7" name="Oval 80">
            <a:extLst>
              <a:ext uri="{FF2B5EF4-FFF2-40B4-BE49-F238E27FC236}">
                <a16:creationId xmlns:a16="http://schemas.microsoft.com/office/drawing/2014/main" id="{3F003BDE-1BD0-1C0F-34A6-636CD28D630D}"/>
              </a:ext>
            </a:extLst>
          </p:cNvPr>
          <p:cNvSpPr/>
          <p:nvPr/>
        </p:nvSpPr>
        <p:spPr>
          <a:xfrm>
            <a:off x="4616494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8" name="Oval 80">
            <a:extLst>
              <a:ext uri="{FF2B5EF4-FFF2-40B4-BE49-F238E27FC236}">
                <a16:creationId xmlns:a16="http://schemas.microsoft.com/office/drawing/2014/main" id="{671EA3A4-CFD9-DE1B-5C93-A4E60E436184}"/>
              </a:ext>
            </a:extLst>
          </p:cNvPr>
          <p:cNvSpPr/>
          <p:nvPr/>
        </p:nvSpPr>
        <p:spPr>
          <a:xfrm>
            <a:off x="7326739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7C5AD4CC-0444-2EA2-00F4-F135B5F32A23}"/>
              </a:ext>
            </a:extLst>
          </p:cNvPr>
          <p:cNvCxnSpPr>
            <a:cxnSpLocks/>
            <a:stCxn id="46" idx="2"/>
            <a:endCxn id="28" idx="0"/>
          </p:cNvCxnSpPr>
          <p:nvPr/>
        </p:nvCxnSpPr>
        <p:spPr>
          <a:xfrm>
            <a:off x="2492915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AF122E2D-72DA-AEAF-D6AB-690F7DC027C6}"/>
              </a:ext>
            </a:extLst>
          </p:cNvPr>
          <p:cNvCxnSpPr>
            <a:cxnSpLocks/>
            <a:stCxn id="49" idx="2"/>
            <a:endCxn id="30" idx="0"/>
          </p:cNvCxnSpPr>
          <p:nvPr/>
        </p:nvCxnSpPr>
        <p:spPr>
          <a:xfrm>
            <a:off x="5218418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C7A59D6A-BE8D-30B0-0881-07C454D28EAD}"/>
              </a:ext>
            </a:extLst>
          </p:cNvPr>
          <p:cNvCxnSpPr>
            <a:cxnSpLocks/>
            <a:stCxn id="52" idx="2"/>
            <a:endCxn id="32" idx="0"/>
          </p:cNvCxnSpPr>
          <p:nvPr/>
        </p:nvCxnSpPr>
        <p:spPr>
          <a:xfrm>
            <a:off x="7933576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641AD926-1311-071F-DD35-FBD59D88F199}"/>
              </a:ext>
            </a:extLst>
          </p:cNvPr>
          <p:cNvCxnSpPr>
            <a:cxnSpLocks/>
            <a:stCxn id="46" idx="2"/>
            <a:endCxn id="30" idx="0"/>
          </p:cNvCxnSpPr>
          <p:nvPr/>
        </p:nvCxnSpPr>
        <p:spPr>
          <a:xfrm>
            <a:off x="2492915" y="3304989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3423A0FE-EE9E-D368-3DB9-013AB898DF59}"/>
              </a:ext>
            </a:extLst>
          </p:cNvPr>
          <p:cNvCxnSpPr>
            <a:cxnSpLocks/>
            <a:stCxn id="46" idx="2"/>
            <a:endCxn id="32" idx="0"/>
          </p:cNvCxnSpPr>
          <p:nvPr/>
        </p:nvCxnSpPr>
        <p:spPr>
          <a:xfrm>
            <a:off x="2492915" y="3304989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134868C-15B2-F1C7-27B9-6DBCE0B7C6A1}"/>
              </a:ext>
            </a:extLst>
          </p:cNvPr>
          <p:cNvCxnSpPr>
            <a:cxnSpLocks/>
            <a:stCxn id="49" idx="2"/>
            <a:endCxn id="28" idx="0"/>
          </p:cNvCxnSpPr>
          <p:nvPr/>
        </p:nvCxnSpPr>
        <p:spPr>
          <a:xfrm flipH="1">
            <a:off x="2492915" y="3304989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A79D6736-2B96-6CBC-5529-4A2F51369DAC}"/>
              </a:ext>
            </a:extLst>
          </p:cNvPr>
          <p:cNvCxnSpPr>
            <a:cxnSpLocks/>
            <a:stCxn id="49" idx="2"/>
            <a:endCxn id="32" idx="0"/>
          </p:cNvCxnSpPr>
          <p:nvPr/>
        </p:nvCxnSpPr>
        <p:spPr>
          <a:xfrm>
            <a:off x="5218418" y="3304989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87078444-9EEB-9667-8ADA-20F90DC4F2C5}"/>
              </a:ext>
            </a:extLst>
          </p:cNvPr>
          <p:cNvCxnSpPr>
            <a:cxnSpLocks/>
            <a:stCxn id="52" idx="2"/>
            <a:endCxn id="30" idx="0"/>
          </p:cNvCxnSpPr>
          <p:nvPr/>
        </p:nvCxnSpPr>
        <p:spPr>
          <a:xfrm flipH="1">
            <a:off x="5218418" y="3304989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44DAB64D-DA10-E47B-1607-1468E85BC2F2}"/>
              </a:ext>
            </a:extLst>
          </p:cNvPr>
          <p:cNvCxnSpPr>
            <a:cxnSpLocks/>
            <a:stCxn id="52" idx="2"/>
            <a:endCxn id="28" idx="0"/>
          </p:cNvCxnSpPr>
          <p:nvPr/>
        </p:nvCxnSpPr>
        <p:spPr>
          <a:xfrm flipH="1">
            <a:off x="2492915" y="3304989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80">
            <a:extLst>
              <a:ext uri="{FF2B5EF4-FFF2-40B4-BE49-F238E27FC236}">
                <a16:creationId xmlns:a16="http://schemas.microsoft.com/office/drawing/2014/main" id="{943425DA-85CF-7B2F-FCD6-C6C2BA65999E}"/>
              </a:ext>
            </a:extLst>
          </p:cNvPr>
          <p:cNvSpPr/>
          <p:nvPr/>
        </p:nvSpPr>
        <p:spPr>
          <a:xfrm>
            <a:off x="2384902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3" name="Oval 80">
            <a:extLst>
              <a:ext uri="{FF2B5EF4-FFF2-40B4-BE49-F238E27FC236}">
                <a16:creationId xmlns:a16="http://schemas.microsoft.com/office/drawing/2014/main" id="{E733C414-74FA-FC98-530C-8383EF307381}"/>
              </a:ext>
            </a:extLst>
          </p:cNvPr>
          <p:cNvSpPr/>
          <p:nvPr/>
        </p:nvSpPr>
        <p:spPr>
          <a:xfrm>
            <a:off x="5113454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4" name="Oval 80">
            <a:extLst>
              <a:ext uri="{FF2B5EF4-FFF2-40B4-BE49-F238E27FC236}">
                <a16:creationId xmlns:a16="http://schemas.microsoft.com/office/drawing/2014/main" id="{C844D6B9-8530-8D99-4583-1F46B9F31D46}"/>
              </a:ext>
            </a:extLst>
          </p:cNvPr>
          <p:cNvSpPr/>
          <p:nvPr/>
        </p:nvSpPr>
        <p:spPr>
          <a:xfrm>
            <a:off x="7823699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46" name="꺾인 연결선[E] 145">
            <a:extLst>
              <a:ext uri="{FF2B5EF4-FFF2-40B4-BE49-F238E27FC236}">
                <a16:creationId xmlns:a16="http://schemas.microsoft.com/office/drawing/2014/main" id="{A0E00D07-1B20-80F7-DA44-AE2357A22CC9}"/>
              </a:ext>
            </a:extLst>
          </p:cNvPr>
          <p:cNvCxnSpPr>
            <a:cxnSpLocks/>
            <a:stCxn id="28" idx="2"/>
            <a:endCxn id="83" idx="0"/>
          </p:cNvCxnSpPr>
          <p:nvPr/>
        </p:nvCxnSpPr>
        <p:spPr>
          <a:xfrm rot="5400000">
            <a:off x="2103824" y="3890090"/>
            <a:ext cx="198312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[E] 149">
            <a:extLst>
              <a:ext uri="{FF2B5EF4-FFF2-40B4-BE49-F238E27FC236}">
                <a16:creationId xmlns:a16="http://schemas.microsoft.com/office/drawing/2014/main" id="{21443E5B-5E15-BEAC-0226-A0B46AD4AB6B}"/>
              </a:ext>
            </a:extLst>
          </p:cNvPr>
          <p:cNvCxnSpPr>
            <a:cxnSpLocks/>
            <a:stCxn id="20" idx="2"/>
            <a:endCxn id="92" idx="0"/>
          </p:cNvCxnSpPr>
          <p:nvPr/>
        </p:nvCxnSpPr>
        <p:spPr>
          <a:xfrm rot="16200000" flipH="1">
            <a:off x="3443373" y="3084006"/>
            <a:ext cx="1747738" cy="642612"/>
          </a:xfrm>
          <a:prstGeom prst="bentConnector3">
            <a:avLst>
              <a:gd name="adj1" fmla="val 943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[E] 152">
            <a:extLst>
              <a:ext uri="{FF2B5EF4-FFF2-40B4-BE49-F238E27FC236}">
                <a16:creationId xmlns:a16="http://schemas.microsoft.com/office/drawing/2014/main" id="{E275F7FE-2B8E-B94F-9B1C-C3BF7E537131}"/>
              </a:ext>
            </a:extLst>
          </p:cNvPr>
          <p:cNvCxnSpPr>
            <a:cxnSpLocks/>
            <a:stCxn id="30" idx="2"/>
            <a:endCxn id="92" idx="0"/>
          </p:cNvCxnSpPr>
          <p:nvPr/>
        </p:nvCxnSpPr>
        <p:spPr>
          <a:xfrm rot="5400000">
            <a:off x="4829327" y="3890090"/>
            <a:ext cx="198312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[E] 156">
            <a:extLst>
              <a:ext uri="{FF2B5EF4-FFF2-40B4-BE49-F238E27FC236}">
                <a16:creationId xmlns:a16="http://schemas.microsoft.com/office/drawing/2014/main" id="{4DC814CD-48D7-3C3A-10A9-1F2EFAD9275D}"/>
              </a:ext>
            </a:extLst>
          </p:cNvPr>
          <p:cNvCxnSpPr>
            <a:cxnSpLocks/>
            <a:stCxn id="32" idx="2"/>
            <a:endCxn id="130" idx="0"/>
          </p:cNvCxnSpPr>
          <p:nvPr/>
        </p:nvCxnSpPr>
        <p:spPr>
          <a:xfrm rot="5400000">
            <a:off x="7550310" y="3895915"/>
            <a:ext cx="198312" cy="5682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847AD5D2-E103-17C6-154E-014B1ACB1900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168277" y="3082103"/>
            <a:ext cx="1747738" cy="646418"/>
          </a:xfrm>
          <a:prstGeom prst="bentConnector3">
            <a:avLst>
              <a:gd name="adj1" fmla="val 943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80">
            <a:extLst>
              <a:ext uri="{FF2B5EF4-FFF2-40B4-BE49-F238E27FC236}">
                <a16:creationId xmlns:a16="http://schemas.microsoft.com/office/drawing/2014/main" id="{22D5945E-26C6-EBFD-960E-5C9CACD48B2C}"/>
              </a:ext>
            </a:extLst>
          </p:cNvPr>
          <p:cNvSpPr/>
          <p:nvPr/>
        </p:nvSpPr>
        <p:spPr>
          <a:xfrm>
            <a:off x="1800753" y="398310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68" name="Oval 80">
            <a:extLst>
              <a:ext uri="{FF2B5EF4-FFF2-40B4-BE49-F238E27FC236}">
                <a16:creationId xmlns:a16="http://schemas.microsoft.com/office/drawing/2014/main" id="{A60D0183-70CF-5989-F028-8C7991E04ADE}"/>
              </a:ext>
            </a:extLst>
          </p:cNvPr>
          <p:cNvSpPr/>
          <p:nvPr/>
        </p:nvSpPr>
        <p:spPr>
          <a:xfrm>
            <a:off x="4536887" y="398310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69" name="Oval 80">
            <a:extLst>
              <a:ext uri="{FF2B5EF4-FFF2-40B4-BE49-F238E27FC236}">
                <a16:creationId xmlns:a16="http://schemas.microsoft.com/office/drawing/2014/main" id="{521F68A8-AB65-8BCB-660E-264E07EA53B8}"/>
              </a:ext>
            </a:extLst>
          </p:cNvPr>
          <p:cNvSpPr/>
          <p:nvPr/>
        </p:nvSpPr>
        <p:spPr>
          <a:xfrm>
            <a:off x="7257343" y="398310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431C049C-7020-6BED-9827-37D10EC1F0C0}"/>
              </a:ext>
            </a:extLst>
          </p:cNvPr>
          <p:cNvCxnSpPr>
            <a:cxnSpLocks/>
          </p:cNvCxnSpPr>
          <p:nvPr/>
        </p:nvCxnSpPr>
        <p:spPr>
          <a:xfrm>
            <a:off x="4805728" y="878691"/>
            <a:ext cx="0" cy="325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80">
            <a:extLst>
              <a:ext uri="{FF2B5EF4-FFF2-40B4-BE49-F238E27FC236}">
                <a16:creationId xmlns:a16="http://schemas.microsoft.com/office/drawing/2014/main" id="{073D8599-97A1-5DD7-7075-79AB2EE62921}"/>
              </a:ext>
            </a:extLst>
          </p:cNvPr>
          <p:cNvSpPr/>
          <p:nvPr/>
        </p:nvSpPr>
        <p:spPr>
          <a:xfrm>
            <a:off x="4700633" y="81080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17734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8800-82E9-D344-352F-9437F9BD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25B3797D-58A3-886F-4155-B78177AF008E}"/>
              </a:ext>
            </a:extLst>
          </p:cNvPr>
          <p:cNvSpPr/>
          <p:nvPr/>
        </p:nvSpPr>
        <p:spPr>
          <a:xfrm>
            <a:off x="1859962" y="273542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E1BD2E-5018-BAD0-6E82-8745044991C3}"/>
              </a:ext>
            </a:extLst>
          </p:cNvPr>
          <p:cNvSpPr/>
          <p:nvPr/>
        </p:nvSpPr>
        <p:spPr>
          <a:xfrm>
            <a:off x="4093286" y="51471"/>
            <a:ext cx="2952327" cy="910020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7F7F5FA5-4718-ABEF-DCD9-E442C19FD004}"/>
              </a:ext>
            </a:extLst>
          </p:cNvPr>
          <p:cNvGrpSpPr/>
          <p:nvPr/>
        </p:nvGrpSpPr>
        <p:grpSpPr>
          <a:xfrm>
            <a:off x="4290254" y="324981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AC931DC9-DC99-B097-4980-530E7F013AD7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2C1898AD-A487-4365-4CE6-89BB72DCAE5F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F1C308B6-52E3-E196-E0C3-11E52FF188B3}"/>
              </a:ext>
            </a:extLst>
          </p:cNvPr>
          <p:cNvSpPr/>
          <p:nvPr/>
        </p:nvSpPr>
        <p:spPr>
          <a:xfrm>
            <a:off x="638166" y="1121587"/>
            <a:ext cx="2562374" cy="3970441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080CD465-C038-EEB7-C584-6658005184D0}"/>
              </a:ext>
            </a:extLst>
          </p:cNvPr>
          <p:cNvSpPr/>
          <p:nvPr/>
        </p:nvSpPr>
        <p:spPr>
          <a:xfrm>
            <a:off x="3361167" y="1121587"/>
            <a:ext cx="2562374" cy="3970441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1D8AE91D-FE09-78D3-1744-5B7C0B515C9C}"/>
              </a:ext>
            </a:extLst>
          </p:cNvPr>
          <p:cNvSpPr/>
          <p:nvPr/>
        </p:nvSpPr>
        <p:spPr>
          <a:xfrm>
            <a:off x="6084168" y="1121587"/>
            <a:ext cx="2562374" cy="3970441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7276902-0CA0-4966-9C10-289F5DD37870}"/>
              </a:ext>
            </a:extLst>
          </p:cNvPr>
          <p:cNvSpPr/>
          <p:nvPr/>
        </p:nvSpPr>
        <p:spPr>
          <a:xfrm>
            <a:off x="3478577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Smaller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A5811764-E07F-3501-F8BF-6473F37C690D}"/>
              </a:ext>
            </a:extLst>
          </p:cNvPr>
          <p:cNvSpPr/>
          <p:nvPr/>
        </p:nvSpPr>
        <p:spPr>
          <a:xfrm>
            <a:off x="6201578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Smaller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0D243AF-249A-B2AF-5432-A54D5C7449CC}"/>
              </a:ext>
            </a:extLst>
          </p:cNvPr>
          <p:cNvSpPr/>
          <p:nvPr/>
        </p:nvSpPr>
        <p:spPr>
          <a:xfrm>
            <a:off x="755576" y="2027387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Smaller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2838BBA9-B3F3-A630-91BF-44EBC5704E27}"/>
              </a:ext>
            </a:extLst>
          </p:cNvPr>
          <p:cNvSpPr/>
          <p:nvPr/>
        </p:nvSpPr>
        <p:spPr>
          <a:xfrm>
            <a:off x="1913045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A79B7E30-FAED-9D3E-49D1-F79D20C9B0AB}"/>
              </a:ext>
            </a:extLst>
          </p:cNvPr>
          <p:cNvSpPr/>
          <p:nvPr/>
        </p:nvSpPr>
        <p:spPr>
          <a:xfrm>
            <a:off x="4638548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534810C0-10B4-9D9F-2612-A6B250B6053B}"/>
              </a:ext>
            </a:extLst>
          </p:cNvPr>
          <p:cNvSpPr/>
          <p:nvPr/>
        </p:nvSpPr>
        <p:spPr>
          <a:xfrm>
            <a:off x="7353706" y="280093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E3AB99F-0EFC-2F2E-2740-9A4FF774C6F7}"/>
              </a:ext>
            </a:extLst>
          </p:cNvPr>
          <p:cNvSpPr/>
          <p:nvPr/>
        </p:nvSpPr>
        <p:spPr>
          <a:xfrm>
            <a:off x="1333175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3, 6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962D1555-7A9C-5657-903C-1C1B3BAEBD83}"/>
              </a:ext>
            </a:extLst>
          </p:cNvPr>
          <p:cNvCxnSpPr>
            <a:cxnSpLocks/>
            <a:stCxn id="19" idx="1"/>
            <a:endCxn id="83" idx="1"/>
          </p:cNvCxnSpPr>
          <p:nvPr/>
        </p:nvCxnSpPr>
        <p:spPr>
          <a:xfrm rot="10800000" flipH="1" flipV="1">
            <a:off x="755575" y="2279414"/>
            <a:ext cx="577599" cy="2274949"/>
          </a:xfrm>
          <a:prstGeom prst="bentConnector3">
            <a:avLst>
              <a:gd name="adj1" fmla="val -395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956069C5-9BAC-79A8-7E85-4062A29C7B69}"/>
              </a:ext>
            </a:extLst>
          </p:cNvPr>
          <p:cNvSpPr/>
          <p:nvPr/>
        </p:nvSpPr>
        <p:spPr>
          <a:xfrm>
            <a:off x="4058678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1, 4, 7 </a:t>
            </a:r>
            <a:endParaRPr lang="ko-KR" altLang="en-US" sz="900" b="1"/>
          </a:p>
        </p:txBody>
      </p: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71EBEB3D-D902-D21B-72E7-AD3963E76F02}"/>
              </a:ext>
            </a:extLst>
          </p:cNvPr>
          <p:cNvSpPr/>
          <p:nvPr/>
        </p:nvSpPr>
        <p:spPr>
          <a:xfrm>
            <a:off x="6785485" y="4279181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DFC31CF9-5F46-B74B-3595-266374229D8F}"/>
              </a:ext>
            </a:extLst>
          </p:cNvPr>
          <p:cNvSpPr/>
          <p:nvPr/>
        </p:nvSpPr>
        <p:spPr>
          <a:xfrm>
            <a:off x="1913045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0,</a:t>
            </a:r>
            <a:r>
              <a:rPr lang="ko-KR" altLang="en-US" sz="900" b="1"/>
              <a:t> </a:t>
            </a:r>
            <a:r>
              <a:rPr lang="en-US" altLang="ko-KR" sz="900" b="1"/>
              <a:t>3,</a:t>
            </a:r>
            <a:r>
              <a:rPr lang="ko-KR" altLang="en-US" sz="900" b="1"/>
              <a:t> 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162" name="모서리가 둥근 직사각형 161">
            <a:extLst>
              <a:ext uri="{FF2B5EF4-FFF2-40B4-BE49-F238E27FC236}">
                <a16:creationId xmlns:a16="http://schemas.microsoft.com/office/drawing/2014/main" id="{6DE7061F-9604-C9A4-52BC-33573122D156}"/>
              </a:ext>
            </a:extLst>
          </p:cNvPr>
          <p:cNvSpPr/>
          <p:nvPr/>
        </p:nvSpPr>
        <p:spPr>
          <a:xfrm>
            <a:off x="4638548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1, 4, 7</a:t>
            </a:r>
            <a:endParaRPr lang="ko-KR" altLang="en-US" sz="900" b="1"/>
          </a:p>
        </p:txBody>
      </p: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4E66176D-2984-1938-7697-BD86C5A6C2BF}"/>
              </a:ext>
            </a:extLst>
          </p:cNvPr>
          <p:cNvSpPr/>
          <p:nvPr/>
        </p:nvSpPr>
        <p:spPr>
          <a:xfrm>
            <a:off x="7353706" y="202738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07DAFEC1-170D-E2EC-6DA6-B30C469B3A73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601836"/>
            <a:ext cx="1740601" cy="2455127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80">
            <a:extLst>
              <a:ext uri="{FF2B5EF4-FFF2-40B4-BE49-F238E27FC236}">
                <a16:creationId xmlns:a16="http://schemas.microsoft.com/office/drawing/2014/main" id="{70BF87A0-7C34-FF47-4C43-5F5B3C330766}"/>
              </a:ext>
            </a:extLst>
          </p:cNvPr>
          <p:cNvSpPr/>
          <p:nvPr/>
        </p:nvSpPr>
        <p:spPr>
          <a:xfrm>
            <a:off x="6726975" y="48507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03A5BC45-2029-5AE4-59D9-4682B10F956C}"/>
              </a:ext>
            </a:extLst>
          </p:cNvPr>
          <p:cNvSpPr/>
          <p:nvPr/>
        </p:nvSpPr>
        <p:spPr>
          <a:xfrm>
            <a:off x="1859962" y="119007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24535C2-61B1-22A0-D04D-F1E247901BD0}"/>
              </a:ext>
            </a:extLst>
          </p:cNvPr>
          <p:cNvSpPr/>
          <p:nvPr/>
        </p:nvSpPr>
        <p:spPr>
          <a:xfrm>
            <a:off x="1913045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1,</a:t>
            </a:r>
            <a:r>
              <a:rPr lang="ko-KR" altLang="en-US" sz="900" b="1"/>
              <a:t> 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9C7DC1-66F1-7BF9-DA52-135CEA66E96D}"/>
              </a:ext>
            </a:extLst>
          </p:cNvPr>
          <p:cNvSpPr/>
          <p:nvPr/>
        </p:nvSpPr>
        <p:spPr>
          <a:xfrm>
            <a:off x="4638548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3,</a:t>
            </a:r>
            <a:r>
              <a:rPr lang="ko-KR" altLang="en-US" sz="900" b="1"/>
              <a:t> </a:t>
            </a:r>
            <a:r>
              <a:rPr lang="en-US" altLang="ko-KR" sz="900" b="1"/>
              <a:t>4,</a:t>
            </a:r>
            <a:r>
              <a:rPr lang="ko-KR" altLang="en-US" sz="900" b="1"/>
              <a:t> </a:t>
            </a:r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744F4F9-8A22-FFC7-D219-16AD3557252B}"/>
              </a:ext>
            </a:extLst>
          </p:cNvPr>
          <p:cNvSpPr/>
          <p:nvPr/>
        </p:nvSpPr>
        <p:spPr>
          <a:xfrm>
            <a:off x="7353706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6,</a:t>
            </a:r>
            <a:r>
              <a:rPr lang="ko-KR" altLang="en-US" sz="900" b="1"/>
              <a:t> </a:t>
            </a:r>
            <a:r>
              <a:rPr lang="en-US" altLang="ko-KR" sz="900" b="1"/>
              <a:t>7,</a:t>
            </a:r>
            <a:r>
              <a:rPr lang="ko-KR" altLang="en-US" sz="900" b="1"/>
              <a:t> 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05C320D-2583-0C59-4354-937FE004C2E6}"/>
              </a:ext>
            </a:extLst>
          </p:cNvPr>
          <p:cNvCxnSpPr>
            <a:cxnSpLocks/>
            <a:stCxn id="9" idx="2"/>
            <a:endCxn id="163" idx="0"/>
          </p:cNvCxnSpPr>
          <p:nvPr/>
        </p:nvCxnSpPr>
        <p:spPr>
          <a:xfrm>
            <a:off x="2492915" y="1756950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C98E461-6781-E797-E385-92C748ECF80A}"/>
              </a:ext>
            </a:extLst>
          </p:cNvPr>
          <p:cNvCxnSpPr>
            <a:cxnSpLocks/>
            <a:stCxn id="9" idx="2"/>
            <a:endCxn id="162" idx="0"/>
          </p:cNvCxnSpPr>
          <p:nvPr/>
        </p:nvCxnSpPr>
        <p:spPr>
          <a:xfrm>
            <a:off x="2492915" y="1756950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9C89A94-5E39-AAFA-E735-74A1A3005ABC}"/>
              </a:ext>
            </a:extLst>
          </p:cNvPr>
          <p:cNvCxnSpPr>
            <a:cxnSpLocks/>
            <a:stCxn id="9" idx="2"/>
            <a:endCxn id="161" idx="0"/>
          </p:cNvCxnSpPr>
          <p:nvPr/>
        </p:nvCxnSpPr>
        <p:spPr>
          <a:xfrm>
            <a:off x="2492915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0407210-8459-A97F-FB19-BF952CCA53B2}"/>
              </a:ext>
            </a:extLst>
          </p:cNvPr>
          <p:cNvCxnSpPr>
            <a:cxnSpLocks/>
            <a:stCxn id="10" idx="2"/>
            <a:endCxn id="161" idx="0"/>
          </p:cNvCxnSpPr>
          <p:nvPr/>
        </p:nvCxnSpPr>
        <p:spPr>
          <a:xfrm flipH="1">
            <a:off x="2492915" y="1756950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65CCB1E-F38A-F9A2-7D02-A40BAB7BD1EE}"/>
              </a:ext>
            </a:extLst>
          </p:cNvPr>
          <p:cNvCxnSpPr>
            <a:cxnSpLocks/>
            <a:stCxn id="10" idx="2"/>
            <a:endCxn id="162" idx="0"/>
          </p:cNvCxnSpPr>
          <p:nvPr/>
        </p:nvCxnSpPr>
        <p:spPr>
          <a:xfrm>
            <a:off x="5218418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CBAB3D7-F245-E39F-DB8E-93BD2EC9CEB0}"/>
              </a:ext>
            </a:extLst>
          </p:cNvPr>
          <p:cNvCxnSpPr>
            <a:cxnSpLocks/>
            <a:stCxn id="10" idx="2"/>
            <a:endCxn id="163" idx="0"/>
          </p:cNvCxnSpPr>
          <p:nvPr/>
        </p:nvCxnSpPr>
        <p:spPr>
          <a:xfrm>
            <a:off x="5218418" y="1756950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F1F5AAB-D33F-6650-2033-0D4871B6A76F}"/>
              </a:ext>
            </a:extLst>
          </p:cNvPr>
          <p:cNvCxnSpPr>
            <a:cxnSpLocks/>
            <a:stCxn id="11" idx="2"/>
            <a:endCxn id="163" idx="0"/>
          </p:cNvCxnSpPr>
          <p:nvPr/>
        </p:nvCxnSpPr>
        <p:spPr>
          <a:xfrm>
            <a:off x="7933576" y="1756950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1059B10-C3C4-1F79-88B9-F9E5E2F81B9C}"/>
              </a:ext>
            </a:extLst>
          </p:cNvPr>
          <p:cNvCxnSpPr>
            <a:cxnSpLocks/>
            <a:stCxn id="11" idx="2"/>
            <a:endCxn id="162" idx="0"/>
          </p:cNvCxnSpPr>
          <p:nvPr/>
        </p:nvCxnSpPr>
        <p:spPr>
          <a:xfrm flipH="1">
            <a:off x="5218418" y="1756950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A1D2F5A-6DCD-C0F2-8CD8-FB181B69DA8E}"/>
              </a:ext>
            </a:extLst>
          </p:cNvPr>
          <p:cNvCxnSpPr>
            <a:cxnSpLocks/>
            <a:stCxn id="11" idx="2"/>
            <a:endCxn id="161" idx="0"/>
          </p:cNvCxnSpPr>
          <p:nvPr/>
        </p:nvCxnSpPr>
        <p:spPr>
          <a:xfrm flipH="1">
            <a:off x="2492915" y="1756950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80">
            <a:extLst>
              <a:ext uri="{FF2B5EF4-FFF2-40B4-BE49-F238E27FC236}">
                <a16:creationId xmlns:a16="http://schemas.microsoft.com/office/drawing/2014/main" id="{8C140C94-5F66-5394-BEBF-F9CD1C4FC314}"/>
              </a:ext>
            </a:extLst>
          </p:cNvPr>
          <p:cNvSpPr/>
          <p:nvPr/>
        </p:nvSpPr>
        <p:spPr>
          <a:xfrm>
            <a:off x="2384902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3" name="Oval 80">
            <a:extLst>
              <a:ext uri="{FF2B5EF4-FFF2-40B4-BE49-F238E27FC236}">
                <a16:creationId xmlns:a16="http://schemas.microsoft.com/office/drawing/2014/main" id="{BFF881A7-AA9B-9075-EA57-4AB3BF1A37B3}"/>
              </a:ext>
            </a:extLst>
          </p:cNvPr>
          <p:cNvSpPr/>
          <p:nvPr/>
        </p:nvSpPr>
        <p:spPr>
          <a:xfrm>
            <a:off x="5113454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4" name="Oval 80">
            <a:extLst>
              <a:ext uri="{FF2B5EF4-FFF2-40B4-BE49-F238E27FC236}">
                <a16:creationId xmlns:a16="http://schemas.microsoft.com/office/drawing/2014/main" id="{EAB9FA3E-0FB3-00A3-E659-4332725A48A5}"/>
              </a:ext>
            </a:extLst>
          </p:cNvPr>
          <p:cNvSpPr/>
          <p:nvPr/>
        </p:nvSpPr>
        <p:spPr>
          <a:xfrm>
            <a:off x="7823699" y="17007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4C3A81A-4D03-8E4E-D31E-9880A5DA7535}"/>
              </a:ext>
            </a:extLst>
          </p:cNvPr>
          <p:cNvSpPr/>
          <p:nvPr/>
        </p:nvSpPr>
        <p:spPr>
          <a:xfrm>
            <a:off x="1913045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0,</a:t>
            </a:r>
            <a:r>
              <a:rPr lang="ko-KR" altLang="en-US" sz="900" b="1"/>
              <a:t> </a:t>
            </a:r>
            <a:r>
              <a:rPr lang="en-US" altLang="ko-KR" sz="900" b="1"/>
              <a:t>3,</a:t>
            </a:r>
            <a:r>
              <a:rPr lang="ko-KR" altLang="en-US" sz="900" b="1"/>
              <a:t> 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A0771C2-78A0-7971-6E20-CB20B6EADF82}"/>
              </a:ext>
            </a:extLst>
          </p:cNvPr>
          <p:cNvSpPr/>
          <p:nvPr/>
        </p:nvSpPr>
        <p:spPr>
          <a:xfrm>
            <a:off x="4638548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1, 4, 7</a:t>
            </a:r>
            <a:endParaRPr lang="ko-KR" altLang="en-US" sz="900" b="1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3E76D48-43F4-FAB4-BD02-4DE3CFED8345}"/>
              </a:ext>
            </a:extLst>
          </p:cNvPr>
          <p:cNvSpPr/>
          <p:nvPr/>
        </p:nvSpPr>
        <p:spPr>
          <a:xfrm>
            <a:off x="7353706" y="357681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sp>
        <p:nvSpPr>
          <p:cNvPr id="85" name="모서리가 둥근 직사각형 2">
            <a:extLst>
              <a:ext uri="{FF2B5EF4-FFF2-40B4-BE49-F238E27FC236}">
                <a16:creationId xmlns:a16="http://schemas.microsoft.com/office/drawing/2014/main" id="{3962A719-2BE0-26BE-AFAC-070CE4DF7C45}"/>
              </a:ext>
            </a:extLst>
          </p:cNvPr>
          <p:cNvSpPr/>
          <p:nvPr/>
        </p:nvSpPr>
        <p:spPr>
          <a:xfrm>
            <a:off x="638165" y="46882"/>
            <a:ext cx="2952327" cy="914609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725B9F8-C702-19BA-F09D-C478EE7F5746}"/>
              </a:ext>
            </a:extLst>
          </p:cNvPr>
          <p:cNvCxnSpPr>
            <a:cxnSpLocks/>
            <a:stCxn id="161" idx="1"/>
            <a:endCxn id="19" idx="3"/>
          </p:cNvCxnSpPr>
          <p:nvPr/>
        </p:nvCxnSpPr>
        <p:spPr>
          <a:xfrm flipH="1" flipV="1">
            <a:off x="1790294" y="2279415"/>
            <a:ext cx="12275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3CB7F57-4D3C-C84A-756C-9B69585BEDA7}"/>
              </a:ext>
            </a:extLst>
          </p:cNvPr>
          <p:cNvCxnSpPr>
            <a:cxnSpLocks/>
            <a:stCxn id="162" idx="1"/>
            <a:endCxn id="20" idx="3"/>
          </p:cNvCxnSpPr>
          <p:nvPr/>
        </p:nvCxnSpPr>
        <p:spPr>
          <a:xfrm flipH="1" flipV="1">
            <a:off x="4513295" y="2279415"/>
            <a:ext cx="12525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FD5CA4E-02AE-C8DD-D7A6-F4621DF40B22}"/>
              </a:ext>
            </a:extLst>
          </p:cNvPr>
          <p:cNvCxnSpPr>
            <a:cxnSpLocks/>
            <a:stCxn id="163" idx="1"/>
            <a:endCxn id="29" idx="3"/>
          </p:cNvCxnSpPr>
          <p:nvPr/>
        </p:nvCxnSpPr>
        <p:spPr>
          <a:xfrm flipH="1" flipV="1">
            <a:off x="7236296" y="2279415"/>
            <a:ext cx="11741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80">
            <a:extLst>
              <a:ext uri="{FF2B5EF4-FFF2-40B4-BE49-F238E27FC236}">
                <a16:creationId xmlns:a16="http://schemas.microsoft.com/office/drawing/2014/main" id="{D2D4E4C0-92CE-0BC3-65E3-6A1123B923A3}"/>
              </a:ext>
            </a:extLst>
          </p:cNvPr>
          <p:cNvSpPr/>
          <p:nvPr/>
        </p:nvSpPr>
        <p:spPr>
          <a:xfrm>
            <a:off x="1887942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7" name="Oval 80">
            <a:extLst>
              <a:ext uri="{FF2B5EF4-FFF2-40B4-BE49-F238E27FC236}">
                <a16:creationId xmlns:a16="http://schemas.microsoft.com/office/drawing/2014/main" id="{021B2116-7D26-9B77-EDC8-8E0B6EB04CCB}"/>
              </a:ext>
            </a:extLst>
          </p:cNvPr>
          <p:cNvSpPr/>
          <p:nvPr/>
        </p:nvSpPr>
        <p:spPr>
          <a:xfrm>
            <a:off x="4616494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8" name="Oval 80">
            <a:extLst>
              <a:ext uri="{FF2B5EF4-FFF2-40B4-BE49-F238E27FC236}">
                <a16:creationId xmlns:a16="http://schemas.microsoft.com/office/drawing/2014/main" id="{3ED44ECD-4891-65CB-3BBD-87291F226E4C}"/>
              </a:ext>
            </a:extLst>
          </p:cNvPr>
          <p:cNvSpPr/>
          <p:nvPr/>
        </p:nvSpPr>
        <p:spPr>
          <a:xfrm>
            <a:off x="7326739" y="2179545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2643DF00-64A1-AE9B-6383-E60D2C41CB8A}"/>
              </a:ext>
            </a:extLst>
          </p:cNvPr>
          <p:cNvCxnSpPr>
            <a:cxnSpLocks/>
            <a:stCxn id="46" idx="2"/>
            <a:endCxn id="28" idx="0"/>
          </p:cNvCxnSpPr>
          <p:nvPr/>
        </p:nvCxnSpPr>
        <p:spPr>
          <a:xfrm>
            <a:off x="2492915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F31FEFC0-D95E-E21B-9357-240FA5882C19}"/>
              </a:ext>
            </a:extLst>
          </p:cNvPr>
          <p:cNvCxnSpPr>
            <a:cxnSpLocks/>
            <a:stCxn id="49" idx="2"/>
            <a:endCxn id="30" idx="0"/>
          </p:cNvCxnSpPr>
          <p:nvPr/>
        </p:nvCxnSpPr>
        <p:spPr>
          <a:xfrm>
            <a:off x="5218418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8D64A51-F2F3-2118-FA13-96DB70436BAD}"/>
              </a:ext>
            </a:extLst>
          </p:cNvPr>
          <p:cNvCxnSpPr>
            <a:cxnSpLocks/>
            <a:stCxn id="52" idx="2"/>
            <a:endCxn id="32" idx="0"/>
          </p:cNvCxnSpPr>
          <p:nvPr/>
        </p:nvCxnSpPr>
        <p:spPr>
          <a:xfrm>
            <a:off x="7933576" y="3304989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EDCA060-ABAD-455B-8FC9-3F0467AD4D88}"/>
              </a:ext>
            </a:extLst>
          </p:cNvPr>
          <p:cNvCxnSpPr>
            <a:cxnSpLocks/>
            <a:stCxn id="46" idx="2"/>
            <a:endCxn id="30" idx="0"/>
          </p:cNvCxnSpPr>
          <p:nvPr/>
        </p:nvCxnSpPr>
        <p:spPr>
          <a:xfrm>
            <a:off x="2492915" y="3304989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5125DB0C-8381-CFAA-A33F-138488D22414}"/>
              </a:ext>
            </a:extLst>
          </p:cNvPr>
          <p:cNvCxnSpPr>
            <a:cxnSpLocks/>
            <a:stCxn id="46" idx="2"/>
            <a:endCxn id="32" idx="0"/>
          </p:cNvCxnSpPr>
          <p:nvPr/>
        </p:nvCxnSpPr>
        <p:spPr>
          <a:xfrm>
            <a:off x="2492915" y="3304989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4906B432-51EB-A90C-1C8B-946D4B7E815C}"/>
              </a:ext>
            </a:extLst>
          </p:cNvPr>
          <p:cNvCxnSpPr>
            <a:cxnSpLocks/>
            <a:stCxn id="49" idx="2"/>
            <a:endCxn id="28" idx="0"/>
          </p:cNvCxnSpPr>
          <p:nvPr/>
        </p:nvCxnSpPr>
        <p:spPr>
          <a:xfrm flipH="1">
            <a:off x="2492915" y="3304989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A8BD49BE-8B73-8873-66F2-9F9599748206}"/>
              </a:ext>
            </a:extLst>
          </p:cNvPr>
          <p:cNvCxnSpPr>
            <a:cxnSpLocks/>
            <a:stCxn id="49" idx="2"/>
            <a:endCxn id="32" idx="0"/>
          </p:cNvCxnSpPr>
          <p:nvPr/>
        </p:nvCxnSpPr>
        <p:spPr>
          <a:xfrm>
            <a:off x="5218418" y="3304989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7CA091D3-F7AB-D409-1318-0667CB6F472E}"/>
              </a:ext>
            </a:extLst>
          </p:cNvPr>
          <p:cNvCxnSpPr>
            <a:cxnSpLocks/>
            <a:stCxn id="52" idx="2"/>
            <a:endCxn id="30" idx="0"/>
          </p:cNvCxnSpPr>
          <p:nvPr/>
        </p:nvCxnSpPr>
        <p:spPr>
          <a:xfrm flipH="1">
            <a:off x="5218418" y="3304989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D4FD3930-43A4-812A-C68B-65B9791669FC}"/>
              </a:ext>
            </a:extLst>
          </p:cNvPr>
          <p:cNvCxnSpPr>
            <a:cxnSpLocks/>
            <a:stCxn id="52" idx="2"/>
            <a:endCxn id="28" idx="0"/>
          </p:cNvCxnSpPr>
          <p:nvPr/>
        </p:nvCxnSpPr>
        <p:spPr>
          <a:xfrm flipH="1">
            <a:off x="2492915" y="3304989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80">
            <a:extLst>
              <a:ext uri="{FF2B5EF4-FFF2-40B4-BE49-F238E27FC236}">
                <a16:creationId xmlns:a16="http://schemas.microsoft.com/office/drawing/2014/main" id="{4A309490-3B1C-1EC1-C4B9-CADEF08FD09A}"/>
              </a:ext>
            </a:extLst>
          </p:cNvPr>
          <p:cNvSpPr/>
          <p:nvPr/>
        </p:nvSpPr>
        <p:spPr>
          <a:xfrm>
            <a:off x="2384902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3" name="Oval 80">
            <a:extLst>
              <a:ext uri="{FF2B5EF4-FFF2-40B4-BE49-F238E27FC236}">
                <a16:creationId xmlns:a16="http://schemas.microsoft.com/office/drawing/2014/main" id="{6078D24D-D952-020A-7A1C-3C01D1F27F24}"/>
              </a:ext>
            </a:extLst>
          </p:cNvPr>
          <p:cNvSpPr/>
          <p:nvPr/>
        </p:nvSpPr>
        <p:spPr>
          <a:xfrm>
            <a:off x="5113454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4" name="Oval 80">
            <a:extLst>
              <a:ext uri="{FF2B5EF4-FFF2-40B4-BE49-F238E27FC236}">
                <a16:creationId xmlns:a16="http://schemas.microsoft.com/office/drawing/2014/main" id="{45F322E9-EA8C-EF55-0117-EF45C8EC4D23}"/>
              </a:ext>
            </a:extLst>
          </p:cNvPr>
          <p:cNvSpPr/>
          <p:nvPr/>
        </p:nvSpPr>
        <p:spPr>
          <a:xfrm>
            <a:off x="7823699" y="324906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46" name="꺾인 연결선[E] 145">
            <a:extLst>
              <a:ext uri="{FF2B5EF4-FFF2-40B4-BE49-F238E27FC236}">
                <a16:creationId xmlns:a16="http://schemas.microsoft.com/office/drawing/2014/main" id="{DFF10107-448B-187B-7AA0-CC724685C3F6}"/>
              </a:ext>
            </a:extLst>
          </p:cNvPr>
          <p:cNvCxnSpPr>
            <a:cxnSpLocks/>
            <a:stCxn id="22" idx="1"/>
            <a:endCxn id="83" idx="1"/>
          </p:cNvCxnSpPr>
          <p:nvPr/>
        </p:nvCxnSpPr>
        <p:spPr>
          <a:xfrm rot="10800000" flipH="1" flipV="1">
            <a:off x="755575" y="3828742"/>
            <a:ext cx="577599" cy="725622"/>
          </a:xfrm>
          <a:prstGeom prst="bentConnector3">
            <a:avLst>
              <a:gd name="adj1" fmla="val -395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[E] 149">
            <a:extLst>
              <a:ext uri="{FF2B5EF4-FFF2-40B4-BE49-F238E27FC236}">
                <a16:creationId xmlns:a16="http://schemas.microsoft.com/office/drawing/2014/main" id="{E57354E9-8687-9A1B-B28A-0AADD9B2B3B5}"/>
              </a:ext>
            </a:extLst>
          </p:cNvPr>
          <p:cNvCxnSpPr>
            <a:cxnSpLocks/>
            <a:stCxn id="20" idx="1"/>
            <a:endCxn id="92" idx="1"/>
          </p:cNvCxnSpPr>
          <p:nvPr/>
        </p:nvCxnSpPr>
        <p:spPr>
          <a:xfrm rot="10800000" flipH="1" flipV="1">
            <a:off x="3478576" y="2279414"/>
            <a:ext cx="580101" cy="2274949"/>
          </a:xfrm>
          <a:prstGeom prst="bentConnector3">
            <a:avLst>
              <a:gd name="adj1" fmla="val -394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[E] 152">
            <a:extLst>
              <a:ext uri="{FF2B5EF4-FFF2-40B4-BE49-F238E27FC236}">
                <a16:creationId xmlns:a16="http://schemas.microsoft.com/office/drawing/2014/main" id="{E254D5DF-9F86-EBC9-FE17-160E81BBBD71}"/>
              </a:ext>
            </a:extLst>
          </p:cNvPr>
          <p:cNvCxnSpPr>
            <a:cxnSpLocks/>
            <a:stCxn id="18" idx="1"/>
            <a:endCxn id="92" idx="1"/>
          </p:cNvCxnSpPr>
          <p:nvPr/>
        </p:nvCxnSpPr>
        <p:spPr>
          <a:xfrm rot="10800000" flipH="1" flipV="1">
            <a:off x="3478576" y="3828742"/>
            <a:ext cx="580101" cy="725622"/>
          </a:xfrm>
          <a:prstGeom prst="bentConnector3">
            <a:avLst>
              <a:gd name="adj1" fmla="val -394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[E] 159">
            <a:extLst>
              <a:ext uri="{FF2B5EF4-FFF2-40B4-BE49-F238E27FC236}">
                <a16:creationId xmlns:a16="http://schemas.microsoft.com/office/drawing/2014/main" id="{76443C4E-CE2F-E968-5821-C2A08B30413A}"/>
              </a:ext>
            </a:extLst>
          </p:cNvPr>
          <p:cNvCxnSpPr>
            <a:cxnSpLocks/>
            <a:stCxn id="29" idx="1"/>
            <a:endCxn id="130" idx="1"/>
          </p:cNvCxnSpPr>
          <p:nvPr/>
        </p:nvCxnSpPr>
        <p:spPr>
          <a:xfrm rot="10800000" flipH="1" flipV="1">
            <a:off x="6201577" y="2279414"/>
            <a:ext cx="583907" cy="2274949"/>
          </a:xfrm>
          <a:prstGeom prst="bentConnector3">
            <a:avLst>
              <a:gd name="adj1" fmla="val -391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7F254BCB-F6D3-A57A-6943-FE9020CF7B4A}"/>
              </a:ext>
            </a:extLst>
          </p:cNvPr>
          <p:cNvCxnSpPr>
            <a:cxnSpLocks/>
          </p:cNvCxnSpPr>
          <p:nvPr/>
        </p:nvCxnSpPr>
        <p:spPr>
          <a:xfrm>
            <a:off x="4805728" y="878691"/>
            <a:ext cx="0" cy="325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80">
            <a:extLst>
              <a:ext uri="{FF2B5EF4-FFF2-40B4-BE49-F238E27FC236}">
                <a16:creationId xmlns:a16="http://schemas.microsoft.com/office/drawing/2014/main" id="{EE498423-A6F0-66CD-6E91-EEF975248116}"/>
              </a:ext>
            </a:extLst>
          </p:cNvPr>
          <p:cNvSpPr/>
          <p:nvPr/>
        </p:nvSpPr>
        <p:spPr>
          <a:xfrm>
            <a:off x="4700633" y="81080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AF0CEA46-FA8B-D475-4CBE-2AE27EEF739A}"/>
              </a:ext>
            </a:extLst>
          </p:cNvPr>
          <p:cNvSpPr/>
          <p:nvPr/>
        </p:nvSpPr>
        <p:spPr>
          <a:xfrm>
            <a:off x="3478577" y="3576714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Bigger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FDC4FCB-CB54-63B2-01CB-32FF2AD22E53}"/>
              </a:ext>
            </a:extLst>
          </p:cNvPr>
          <p:cNvSpPr/>
          <p:nvPr/>
        </p:nvSpPr>
        <p:spPr>
          <a:xfrm>
            <a:off x="6201578" y="3576714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Bigger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AF7EB34-C6FC-F32E-0770-AAAE4DCB03A6}"/>
              </a:ext>
            </a:extLst>
          </p:cNvPr>
          <p:cNvSpPr/>
          <p:nvPr/>
        </p:nvSpPr>
        <p:spPr>
          <a:xfrm>
            <a:off x="755576" y="3576714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Sorted</a:t>
            </a:r>
          </a:p>
          <a:p>
            <a:pPr algn="ctr"/>
            <a:r>
              <a:rPr lang="en-US" altLang="ko-KR" sz="900"/>
              <a:t>Bigger Table</a:t>
            </a:r>
            <a:br>
              <a:rPr lang="en-US" altLang="ko-KR" sz="900"/>
            </a:br>
            <a:r>
              <a:rPr lang="en-US" altLang="ko-KR" sz="900"/>
              <a:t>by Join Key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F82F9B8-6A5D-CB74-DE7F-4BA0537A491B}"/>
              </a:ext>
            </a:extLst>
          </p:cNvPr>
          <p:cNvCxnSpPr>
            <a:cxnSpLocks/>
            <a:stCxn id="28" idx="1"/>
            <a:endCxn id="22" idx="3"/>
          </p:cNvCxnSpPr>
          <p:nvPr/>
        </p:nvCxnSpPr>
        <p:spPr>
          <a:xfrm flipH="1" flipV="1">
            <a:off x="1790294" y="3828742"/>
            <a:ext cx="122751" cy="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9464345-3F66-3759-1560-A54C589296BE}"/>
              </a:ext>
            </a:extLst>
          </p:cNvPr>
          <p:cNvCxnSpPr>
            <a:cxnSpLocks/>
            <a:stCxn id="30" idx="1"/>
            <a:endCxn id="18" idx="3"/>
          </p:cNvCxnSpPr>
          <p:nvPr/>
        </p:nvCxnSpPr>
        <p:spPr>
          <a:xfrm flipH="1" flipV="1">
            <a:off x="4513295" y="3828742"/>
            <a:ext cx="125253" cy="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058D109-2B2C-5334-0C42-214BD7429CDC}"/>
              </a:ext>
            </a:extLst>
          </p:cNvPr>
          <p:cNvCxnSpPr>
            <a:cxnSpLocks/>
            <a:stCxn id="32" idx="1"/>
            <a:endCxn id="21" idx="3"/>
          </p:cNvCxnSpPr>
          <p:nvPr/>
        </p:nvCxnSpPr>
        <p:spPr>
          <a:xfrm flipH="1" flipV="1">
            <a:off x="7236296" y="3828742"/>
            <a:ext cx="117410" cy="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80">
            <a:extLst>
              <a:ext uri="{FF2B5EF4-FFF2-40B4-BE49-F238E27FC236}">
                <a16:creationId xmlns:a16="http://schemas.microsoft.com/office/drawing/2014/main" id="{267A9DE5-FF9B-FCAD-7FD0-1AB4574A166F}"/>
              </a:ext>
            </a:extLst>
          </p:cNvPr>
          <p:cNvSpPr/>
          <p:nvPr/>
        </p:nvSpPr>
        <p:spPr>
          <a:xfrm>
            <a:off x="1887942" y="37237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7" name="Oval 80">
            <a:extLst>
              <a:ext uri="{FF2B5EF4-FFF2-40B4-BE49-F238E27FC236}">
                <a16:creationId xmlns:a16="http://schemas.microsoft.com/office/drawing/2014/main" id="{6B1CCC5D-6FF9-9E14-5036-D6B3E356A4F1}"/>
              </a:ext>
            </a:extLst>
          </p:cNvPr>
          <p:cNvSpPr/>
          <p:nvPr/>
        </p:nvSpPr>
        <p:spPr>
          <a:xfrm>
            <a:off x="4616494" y="37237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50" name="Oval 80">
            <a:extLst>
              <a:ext uri="{FF2B5EF4-FFF2-40B4-BE49-F238E27FC236}">
                <a16:creationId xmlns:a16="http://schemas.microsoft.com/office/drawing/2014/main" id="{79A6CC94-52F8-8763-96E5-2163E3A6BBF2}"/>
              </a:ext>
            </a:extLst>
          </p:cNvPr>
          <p:cNvSpPr/>
          <p:nvPr/>
        </p:nvSpPr>
        <p:spPr>
          <a:xfrm>
            <a:off x="7326739" y="37237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61" name="꺾인 연결선[E] 60">
            <a:extLst>
              <a:ext uri="{FF2B5EF4-FFF2-40B4-BE49-F238E27FC236}">
                <a16:creationId xmlns:a16="http://schemas.microsoft.com/office/drawing/2014/main" id="{CF47EBA1-171E-6D02-ADAE-D56F20DEDAA4}"/>
              </a:ext>
            </a:extLst>
          </p:cNvPr>
          <p:cNvCxnSpPr>
            <a:cxnSpLocks/>
            <a:stCxn id="21" idx="1"/>
            <a:endCxn id="130" idx="1"/>
          </p:cNvCxnSpPr>
          <p:nvPr/>
        </p:nvCxnSpPr>
        <p:spPr>
          <a:xfrm rot="10800000" flipH="1" flipV="1">
            <a:off x="6201577" y="3828742"/>
            <a:ext cx="583907" cy="725622"/>
          </a:xfrm>
          <a:prstGeom prst="bentConnector3">
            <a:avLst>
              <a:gd name="adj1" fmla="val -391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80">
            <a:extLst>
              <a:ext uri="{FF2B5EF4-FFF2-40B4-BE49-F238E27FC236}">
                <a16:creationId xmlns:a16="http://schemas.microsoft.com/office/drawing/2014/main" id="{C4FBD9A0-4A5B-F9D7-6A74-191B553399FC}"/>
              </a:ext>
            </a:extLst>
          </p:cNvPr>
          <p:cNvSpPr/>
          <p:nvPr/>
        </p:nvSpPr>
        <p:spPr>
          <a:xfrm>
            <a:off x="978473" y="44463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8" name="Oval 80">
            <a:extLst>
              <a:ext uri="{FF2B5EF4-FFF2-40B4-BE49-F238E27FC236}">
                <a16:creationId xmlns:a16="http://schemas.microsoft.com/office/drawing/2014/main" id="{559CA616-24CF-4C13-2062-CE4B008928E6}"/>
              </a:ext>
            </a:extLst>
          </p:cNvPr>
          <p:cNvSpPr/>
          <p:nvPr/>
        </p:nvSpPr>
        <p:spPr>
          <a:xfrm>
            <a:off x="3714607" y="44463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Oval 80">
            <a:extLst>
              <a:ext uri="{FF2B5EF4-FFF2-40B4-BE49-F238E27FC236}">
                <a16:creationId xmlns:a16="http://schemas.microsoft.com/office/drawing/2014/main" id="{75741AC3-6471-A19F-97E0-88E8D954EDF3}"/>
              </a:ext>
            </a:extLst>
          </p:cNvPr>
          <p:cNvSpPr/>
          <p:nvPr/>
        </p:nvSpPr>
        <p:spPr>
          <a:xfrm>
            <a:off x="6435063" y="44463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30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5255-B991-0C22-C0F7-12B0D1D0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C4ACEE60-CDDD-C231-1C08-7EA63A1E5AAB}"/>
              </a:ext>
            </a:extLst>
          </p:cNvPr>
          <p:cNvSpPr/>
          <p:nvPr/>
        </p:nvSpPr>
        <p:spPr>
          <a:xfrm>
            <a:off x="1859962" y="2043676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436A7-7F26-B139-DB1B-AB00D953DC01}"/>
              </a:ext>
            </a:extLst>
          </p:cNvPr>
          <p:cNvSpPr/>
          <p:nvPr/>
        </p:nvSpPr>
        <p:spPr>
          <a:xfrm>
            <a:off x="4093286" y="51471"/>
            <a:ext cx="2952327" cy="910020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8F559A10-CFF8-BB02-C4D0-C24C211E63D4}"/>
              </a:ext>
            </a:extLst>
          </p:cNvPr>
          <p:cNvGrpSpPr/>
          <p:nvPr/>
        </p:nvGrpSpPr>
        <p:grpSpPr>
          <a:xfrm>
            <a:off x="4290254" y="324981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1F822ED4-6036-C2E7-DDAC-D257DDF49A2F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E07FDD4B-CFB2-6690-2C9F-D6283F0027DD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5054113E-426B-B4D1-7675-541DC42A0CE2}"/>
              </a:ext>
            </a:extLst>
          </p:cNvPr>
          <p:cNvSpPr/>
          <p:nvPr/>
        </p:nvSpPr>
        <p:spPr>
          <a:xfrm>
            <a:off x="638166" y="1121587"/>
            <a:ext cx="2562374" cy="2674299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B9D675EF-32B7-6B10-AC8D-03E72DD2B15B}"/>
              </a:ext>
            </a:extLst>
          </p:cNvPr>
          <p:cNvSpPr/>
          <p:nvPr/>
        </p:nvSpPr>
        <p:spPr>
          <a:xfrm>
            <a:off x="3361167" y="1121587"/>
            <a:ext cx="2562374" cy="2674299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41ABAFC1-4B8C-ACA3-7436-D8A1CFD73693}"/>
              </a:ext>
            </a:extLst>
          </p:cNvPr>
          <p:cNvSpPr/>
          <p:nvPr/>
        </p:nvSpPr>
        <p:spPr>
          <a:xfrm>
            <a:off x="6084168" y="1121587"/>
            <a:ext cx="2562374" cy="2674299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3AD87851-0F0D-B4C6-392D-8B031F93B649}"/>
              </a:ext>
            </a:extLst>
          </p:cNvPr>
          <p:cNvSpPr/>
          <p:nvPr/>
        </p:nvSpPr>
        <p:spPr>
          <a:xfrm>
            <a:off x="1913045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8177CC65-95CD-F568-7180-0813371303BE}"/>
              </a:ext>
            </a:extLst>
          </p:cNvPr>
          <p:cNvSpPr/>
          <p:nvPr/>
        </p:nvSpPr>
        <p:spPr>
          <a:xfrm>
            <a:off x="4638548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131A4B32-76F0-8EF8-3FC0-5116C8991FA1}"/>
              </a:ext>
            </a:extLst>
          </p:cNvPr>
          <p:cNvSpPr/>
          <p:nvPr/>
        </p:nvSpPr>
        <p:spPr>
          <a:xfrm>
            <a:off x="7353706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E8A649F2-9BA0-76A4-59AF-96338021F4B8}"/>
              </a:ext>
            </a:extLst>
          </p:cNvPr>
          <p:cNvSpPr/>
          <p:nvPr/>
        </p:nvSpPr>
        <p:spPr>
          <a:xfrm>
            <a:off x="1333175" y="2897278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9</a:t>
            </a:r>
            <a:r>
              <a:rPr lang="ko-KR" altLang="en-US" sz="900" b="1"/>
              <a:t> * </a:t>
            </a:r>
            <a:r>
              <a:rPr lang="en-US" altLang="ko-KR" sz="900" b="1"/>
              <a:t>3</a:t>
            </a:r>
            <a:endParaRPr lang="ko-KR" altLang="en-US" sz="900"/>
          </a:p>
        </p:txBody>
      </p: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4E547E8C-4AFF-6AFC-5182-A726E80260BA}"/>
              </a:ext>
            </a:extLst>
          </p:cNvPr>
          <p:cNvCxnSpPr>
            <a:cxnSpLocks/>
            <a:stCxn id="46" idx="1"/>
            <a:endCxn id="83" idx="1"/>
          </p:cNvCxnSpPr>
          <p:nvPr/>
        </p:nvCxnSpPr>
        <p:spPr>
          <a:xfrm rot="10800000" flipV="1">
            <a:off x="1333175" y="2361213"/>
            <a:ext cx="579870" cy="811248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7C0480F6-8677-06D4-A60D-56ABBC7EE8C1}"/>
              </a:ext>
            </a:extLst>
          </p:cNvPr>
          <p:cNvSpPr/>
          <p:nvPr/>
        </p:nvSpPr>
        <p:spPr>
          <a:xfrm>
            <a:off x="4058678" y="2897278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9</a:t>
            </a:r>
            <a:r>
              <a:rPr lang="ko-KR" altLang="en-US" sz="900" b="1"/>
              <a:t> * </a:t>
            </a:r>
            <a:r>
              <a:rPr lang="en-US" altLang="ko-KR" sz="900" b="1"/>
              <a:t>3</a:t>
            </a:r>
            <a:endParaRPr lang="ko-KR" altLang="en-US" sz="900" b="1"/>
          </a:p>
        </p:txBody>
      </p: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22E08283-73BA-9186-9DAC-8FD4AAF89CE8}"/>
              </a:ext>
            </a:extLst>
          </p:cNvPr>
          <p:cNvSpPr/>
          <p:nvPr/>
        </p:nvSpPr>
        <p:spPr>
          <a:xfrm>
            <a:off x="6785485" y="2897278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9</a:t>
            </a:r>
            <a:r>
              <a:rPr lang="ko-KR" altLang="en-US" sz="900" b="1"/>
              <a:t> * </a:t>
            </a:r>
            <a:r>
              <a:rPr lang="en-US" altLang="ko-KR" sz="900" b="1"/>
              <a:t>3</a:t>
            </a:r>
            <a:endParaRPr lang="ko-KR" altLang="en-US" sz="900" b="1"/>
          </a:p>
        </p:txBody>
      </p: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F8C0BAE4-5A21-6F08-8C45-2BC62F825938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601836"/>
            <a:ext cx="1740601" cy="1763379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80">
            <a:extLst>
              <a:ext uri="{FF2B5EF4-FFF2-40B4-BE49-F238E27FC236}">
                <a16:creationId xmlns:a16="http://schemas.microsoft.com/office/drawing/2014/main" id="{01D8DC57-4FF8-DE87-EF9D-5C6A51C5621E}"/>
              </a:ext>
            </a:extLst>
          </p:cNvPr>
          <p:cNvSpPr/>
          <p:nvPr/>
        </p:nvSpPr>
        <p:spPr>
          <a:xfrm>
            <a:off x="6726975" y="48507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583D8E9-1D5A-FBC0-2F99-A53ACFE3F3FA}"/>
              </a:ext>
            </a:extLst>
          </p:cNvPr>
          <p:cNvSpPr/>
          <p:nvPr/>
        </p:nvSpPr>
        <p:spPr>
          <a:xfrm>
            <a:off x="1859962" y="119007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9617EEF-2C15-90FF-8BE8-6EAA155F896A}"/>
              </a:ext>
            </a:extLst>
          </p:cNvPr>
          <p:cNvSpPr/>
          <p:nvPr/>
        </p:nvSpPr>
        <p:spPr>
          <a:xfrm>
            <a:off x="1913045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CC9346F-3A38-E096-C116-14780ED3CB1A}"/>
              </a:ext>
            </a:extLst>
          </p:cNvPr>
          <p:cNvSpPr/>
          <p:nvPr/>
        </p:nvSpPr>
        <p:spPr>
          <a:xfrm>
            <a:off x="4638548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D929646-18E8-AD92-BE41-8054806723DB}"/>
              </a:ext>
            </a:extLst>
          </p:cNvPr>
          <p:cNvSpPr/>
          <p:nvPr/>
        </p:nvSpPr>
        <p:spPr>
          <a:xfrm>
            <a:off x="7353706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85" name="모서리가 둥근 직사각형 2">
            <a:extLst>
              <a:ext uri="{FF2B5EF4-FFF2-40B4-BE49-F238E27FC236}">
                <a16:creationId xmlns:a16="http://schemas.microsoft.com/office/drawing/2014/main" id="{7A63DAE4-217D-0502-BB2F-EE7F25DE44C1}"/>
              </a:ext>
            </a:extLst>
          </p:cNvPr>
          <p:cNvSpPr/>
          <p:nvPr/>
        </p:nvSpPr>
        <p:spPr>
          <a:xfrm>
            <a:off x="638165" y="46882"/>
            <a:ext cx="2952327" cy="914609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2D9500BF-79ED-A5B4-5547-70ED56B63246}"/>
              </a:ext>
            </a:extLst>
          </p:cNvPr>
          <p:cNvCxnSpPr>
            <a:cxnSpLocks/>
          </p:cNvCxnSpPr>
          <p:nvPr/>
        </p:nvCxnSpPr>
        <p:spPr>
          <a:xfrm>
            <a:off x="4805728" y="878691"/>
            <a:ext cx="0" cy="325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80">
            <a:extLst>
              <a:ext uri="{FF2B5EF4-FFF2-40B4-BE49-F238E27FC236}">
                <a16:creationId xmlns:a16="http://schemas.microsoft.com/office/drawing/2014/main" id="{FFD879D7-194A-6BEC-3F2B-7B707E0D191D}"/>
              </a:ext>
            </a:extLst>
          </p:cNvPr>
          <p:cNvSpPr/>
          <p:nvPr/>
        </p:nvSpPr>
        <p:spPr>
          <a:xfrm>
            <a:off x="4700633" y="81080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꺾인 연결선[E] 6">
            <a:extLst>
              <a:ext uri="{FF2B5EF4-FFF2-40B4-BE49-F238E27FC236}">
                <a16:creationId xmlns:a16="http://schemas.microsoft.com/office/drawing/2014/main" id="{E0A773C9-3CCE-480E-B284-F61D7675B7B0}"/>
              </a:ext>
            </a:extLst>
          </p:cNvPr>
          <p:cNvCxnSpPr>
            <a:cxnSpLocks/>
            <a:stCxn id="9" idx="1"/>
            <a:endCxn id="83" idx="1"/>
          </p:cNvCxnSpPr>
          <p:nvPr/>
        </p:nvCxnSpPr>
        <p:spPr>
          <a:xfrm rot="10800000" flipV="1">
            <a:off x="1333175" y="1504921"/>
            <a:ext cx="579870" cy="1667539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B3597A7E-3086-F8DF-F789-A87E8E5D9900}"/>
              </a:ext>
            </a:extLst>
          </p:cNvPr>
          <p:cNvCxnSpPr>
            <a:cxnSpLocks/>
            <a:stCxn id="10" idx="1"/>
            <a:endCxn id="92" idx="1"/>
          </p:cNvCxnSpPr>
          <p:nvPr/>
        </p:nvCxnSpPr>
        <p:spPr>
          <a:xfrm rot="10800000" flipV="1">
            <a:off x="4058678" y="1504921"/>
            <a:ext cx="579870" cy="1667539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45DA37C8-6968-9E95-197E-2B0A3EE41B3C}"/>
              </a:ext>
            </a:extLst>
          </p:cNvPr>
          <p:cNvCxnSpPr>
            <a:cxnSpLocks/>
            <a:stCxn id="49" idx="1"/>
            <a:endCxn id="92" idx="1"/>
          </p:cNvCxnSpPr>
          <p:nvPr/>
        </p:nvCxnSpPr>
        <p:spPr>
          <a:xfrm rot="10800000" flipV="1">
            <a:off x="4058678" y="2361213"/>
            <a:ext cx="579870" cy="811248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9F6CC06E-18E3-83C5-A7EB-D74885F53012}"/>
              </a:ext>
            </a:extLst>
          </p:cNvPr>
          <p:cNvCxnSpPr>
            <a:cxnSpLocks/>
            <a:stCxn id="52" idx="1"/>
            <a:endCxn id="130" idx="1"/>
          </p:cNvCxnSpPr>
          <p:nvPr/>
        </p:nvCxnSpPr>
        <p:spPr>
          <a:xfrm rot="10800000" flipV="1">
            <a:off x="6785486" y="2361213"/>
            <a:ext cx="568221" cy="811248"/>
          </a:xfrm>
          <a:prstGeom prst="bentConnector3">
            <a:avLst>
              <a:gd name="adj1" fmla="val 1402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59C0AD28-72FF-F9E2-9128-FB9049BF3741}"/>
              </a:ext>
            </a:extLst>
          </p:cNvPr>
          <p:cNvCxnSpPr>
            <a:cxnSpLocks/>
            <a:stCxn id="11" idx="1"/>
            <a:endCxn id="130" idx="1"/>
          </p:cNvCxnSpPr>
          <p:nvPr/>
        </p:nvCxnSpPr>
        <p:spPr>
          <a:xfrm rot="10800000" flipV="1">
            <a:off x="6785486" y="1504921"/>
            <a:ext cx="568221" cy="1667539"/>
          </a:xfrm>
          <a:prstGeom prst="bentConnector3">
            <a:avLst>
              <a:gd name="adj1" fmla="val 1402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80">
            <a:extLst>
              <a:ext uri="{FF2B5EF4-FFF2-40B4-BE49-F238E27FC236}">
                <a16:creationId xmlns:a16="http://schemas.microsoft.com/office/drawing/2014/main" id="{30D22693-5CF7-B2FF-51CA-240124CE8952}"/>
              </a:ext>
            </a:extLst>
          </p:cNvPr>
          <p:cNvSpPr/>
          <p:nvPr/>
        </p:nvSpPr>
        <p:spPr>
          <a:xfrm>
            <a:off x="1007575" y="30644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5" name="Oval 80">
            <a:extLst>
              <a:ext uri="{FF2B5EF4-FFF2-40B4-BE49-F238E27FC236}">
                <a16:creationId xmlns:a16="http://schemas.microsoft.com/office/drawing/2014/main" id="{A2773850-431C-9B61-A78A-56A57AB75525}"/>
              </a:ext>
            </a:extLst>
          </p:cNvPr>
          <p:cNvSpPr/>
          <p:nvPr/>
        </p:nvSpPr>
        <p:spPr>
          <a:xfrm>
            <a:off x="3743709" y="30644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7" name="Oval 80">
            <a:extLst>
              <a:ext uri="{FF2B5EF4-FFF2-40B4-BE49-F238E27FC236}">
                <a16:creationId xmlns:a16="http://schemas.microsoft.com/office/drawing/2014/main" id="{15E8617F-D047-786F-BAA9-41EC009133E7}"/>
              </a:ext>
            </a:extLst>
          </p:cNvPr>
          <p:cNvSpPr/>
          <p:nvPr/>
        </p:nvSpPr>
        <p:spPr>
          <a:xfrm>
            <a:off x="6464165" y="306444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03F8-821B-130C-743A-FE9B69EDC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53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50BE-5F55-3826-4A38-187170EB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284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6EF7-FDB5-94E9-6B0A-E5AE96D9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DC2AFACA-D6EB-B585-BB27-19BDD6DC7596}"/>
              </a:ext>
            </a:extLst>
          </p:cNvPr>
          <p:cNvSpPr/>
          <p:nvPr/>
        </p:nvSpPr>
        <p:spPr>
          <a:xfrm>
            <a:off x="1859962" y="2043676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E28EC0-34E8-DFFB-536D-67A54D3939A7}"/>
              </a:ext>
            </a:extLst>
          </p:cNvPr>
          <p:cNvSpPr/>
          <p:nvPr/>
        </p:nvSpPr>
        <p:spPr>
          <a:xfrm>
            <a:off x="4093286" y="51471"/>
            <a:ext cx="2952327" cy="910020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D0E46F98-00C3-653A-C46A-F4FCCB427E84}"/>
              </a:ext>
            </a:extLst>
          </p:cNvPr>
          <p:cNvGrpSpPr/>
          <p:nvPr/>
        </p:nvGrpSpPr>
        <p:grpSpPr>
          <a:xfrm>
            <a:off x="4290254" y="324981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EC20BB28-B93D-FDBD-AA54-00B05896713A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05AEC3A5-CDDA-8DDB-B7D8-EE12DA3A3236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DCF6464F-72BA-5F5C-62DB-3E9A0877D598}"/>
              </a:ext>
            </a:extLst>
          </p:cNvPr>
          <p:cNvSpPr/>
          <p:nvPr/>
        </p:nvSpPr>
        <p:spPr>
          <a:xfrm>
            <a:off x="638166" y="1121587"/>
            <a:ext cx="2562374" cy="3322371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0623600D-DF5B-43CC-425C-99117018B10D}"/>
              </a:ext>
            </a:extLst>
          </p:cNvPr>
          <p:cNvSpPr/>
          <p:nvPr/>
        </p:nvSpPr>
        <p:spPr>
          <a:xfrm>
            <a:off x="3361167" y="1121587"/>
            <a:ext cx="2562374" cy="3322371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F9673E90-2AB9-A625-C3DD-444D3ACFE895}"/>
              </a:ext>
            </a:extLst>
          </p:cNvPr>
          <p:cNvSpPr/>
          <p:nvPr/>
        </p:nvSpPr>
        <p:spPr>
          <a:xfrm>
            <a:off x="6084168" y="1121587"/>
            <a:ext cx="2562374" cy="3322371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205B6381-BC4C-6028-FD29-294E999F4374}"/>
              </a:ext>
            </a:extLst>
          </p:cNvPr>
          <p:cNvSpPr/>
          <p:nvPr/>
        </p:nvSpPr>
        <p:spPr>
          <a:xfrm>
            <a:off x="1913045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7E03C428-A00C-B870-BA7C-6DCA9776AE7F}"/>
              </a:ext>
            </a:extLst>
          </p:cNvPr>
          <p:cNvSpPr/>
          <p:nvPr/>
        </p:nvSpPr>
        <p:spPr>
          <a:xfrm>
            <a:off x="4638548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71E3A44D-28DC-8EE6-7515-5DF9E912F717}"/>
              </a:ext>
            </a:extLst>
          </p:cNvPr>
          <p:cNvSpPr/>
          <p:nvPr/>
        </p:nvSpPr>
        <p:spPr>
          <a:xfrm>
            <a:off x="7353706" y="210918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AF7E30E6-FF5C-4A46-F351-00407DFC15CA}"/>
              </a:ext>
            </a:extLst>
          </p:cNvPr>
          <p:cNvSpPr/>
          <p:nvPr/>
        </p:nvSpPr>
        <p:spPr>
          <a:xfrm>
            <a:off x="1333175" y="3587433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3, 6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7F3132B1-A33F-2589-1B07-3E1F2C564F26}"/>
              </a:ext>
            </a:extLst>
          </p:cNvPr>
          <p:cNvCxnSpPr>
            <a:cxnSpLocks/>
            <a:stCxn id="28" idx="1"/>
            <a:endCxn id="83" idx="1"/>
          </p:cNvCxnSpPr>
          <p:nvPr/>
        </p:nvCxnSpPr>
        <p:spPr>
          <a:xfrm rot="10800000" flipV="1">
            <a:off x="1333175" y="3137092"/>
            <a:ext cx="579870" cy="725523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1536E198-1EF5-5DF4-18DE-298905CC9495}"/>
              </a:ext>
            </a:extLst>
          </p:cNvPr>
          <p:cNvSpPr/>
          <p:nvPr/>
        </p:nvSpPr>
        <p:spPr>
          <a:xfrm>
            <a:off x="4058678" y="3587433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1, 4, 7 </a:t>
            </a:r>
            <a:endParaRPr lang="ko-KR" altLang="en-US" sz="900" b="1"/>
          </a:p>
        </p:txBody>
      </p: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1F5D745B-BF0C-2C60-3FA7-EB5C9A888268}"/>
              </a:ext>
            </a:extLst>
          </p:cNvPr>
          <p:cNvSpPr/>
          <p:nvPr/>
        </p:nvSpPr>
        <p:spPr>
          <a:xfrm>
            <a:off x="6785485" y="3587433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B6096B6A-5FDC-F7D0-5260-94E579CAA850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601836"/>
            <a:ext cx="1740601" cy="1763379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80">
            <a:extLst>
              <a:ext uri="{FF2B5EF4-FFF2-40B4-BE49-F238E27FC236}">
                <a16:creationId xmlns:a16="http://schemas.microsoft.com/office/drawing/2014/main" id="{7534068F-2C22-A60F-1504-C191298E3108}"/>
              </a:ext>
            </a:extLst>
          </p:cNvPr>
          <p:cNvSpPr/>
          <p:nvPr/>
        </p:nvSpPr>
        <p:spPr>
          <a:xfrm>
            <a:off x="6726975" y="48507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286F2086-E264-26E4-79B0-A02CAC3639F7}"/>
              </a:ext>
            </a:extLst>
          </p:cNvPr>
          <p:cNvSpPr/>
          <p:nvPr/>
        </p:nvSpPr>
        <p:spPr>
          <a:xfrm>
            <a:off x="1859962" y="1190074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E668D91-FB70-1DFA-DF84-F39B54E1DB62}"/>
              </a:ext>
            </a:extLst>
          </p:cNvPr>
          <p:cNvSpPr/>
          <p:nvPr/>
        </p:nvSpPr>
        <p:spPr>
          <a:xfrm>
            <a:off x="1913045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1FDF95D-6183-1850-F65A-1A42AFC2D864}"/>
              </a:ext>
            </a:extLst>
          </p:cNvPr>
          <p:cNvSpPr/>
          <p:nvPr/>
        </p:nvSpPr>
        <p:spPr>
          <a:xfrm>
            <a:off x="4638548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B33B12A-A69B-4832-7393-8286AD46A39F}"/>
              </a:ext>
            </a:extLst>
          </p:cNvPr>
          <p:cNvSpPr/>
          <p:nvPr/>
        </p:nvSpPr>
        <p:spPr>
          <a:xfrm>
            <a:off x="7353706" y="1252894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0~8</a:t>
            </a:r>
            <a:endParaRPr lang="ko-KR" altLang="en-US" sz="900" b="1"/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F055F954-73FC-F598-AFF3-6EFF221B135F}"/>
              </a:ext>
            </a:extLst>
          </p:cNvPr>
          <p:cNvSpPr/>
          <p:nvPr/>
        </p:nvSpPr>
        <p:spPr>
          <a:xfrm>
            <a:off x="1913045" y="288506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0,</a:t>
            </a:r>
            <a:r>
              <a:rPr lang="ko-KR" altLang="en-US" sz="900" b="1"/>
              <a:t> </a:t>
            </a:r>
            <a:r>
              <a:rPr lang="en-US" altLang="ko-KR" sz="900" b="1"/>
              <a:t>3,</a:t>
            </a:r>
            <a:r>
              <a:rPr lang="ko-KR" altLang="en-US" sz="900" b="1"/>
              <a:t> 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69BF64C-E8C0-F4D1-3E84-FB1FAACA14BC}"/>
              </a:ext>
            </a:extLst>
          </p:cNvPr>
          <p:cNvSpPr/>
          <p:nvPr/>
        </p:nvSpPr>
        <p:spPr>
          <a:xfrm>
            <a:off x="4638548" y="288506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1, 4, 7</a:t>
            </a:r>
            <a:endParaRPr lang="ko-KR" altLang="en-US" sz="900" b="1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7E6EAE69-6BCE-3934-6C6B-5516E1ADEBB6}"/>
              </a:ext>
            </a:extLst>
          </p:cNvPr>
          <p:cNvSpPr/>
          <p:nvPr/>
        </p:nvSpPr>
        <p:spPr>
          <a:xfrm>
            <a:off x="7353706" y="2885065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</a:p>
          <a:p>
            <a:pPr algn="ctr"/>
            <a:r>
              <a:rPr lang="en-US" altLang="ko-KR" sz="900"/>
              <a:t>Bigger Table</a:t>
            </a:r>
          </a:p>
          <a:p>
            <a:pPr algn="ctr"/>
            <a:r>
              <a:rPr lang="en-US" altLang="ko-KR" sz="900" b="1"/>
              <a:t>Partition : 2, 5, 8</a:t>
            </a:r>
            <a:endParaRPr lang="ko-KR" altLang="en-US" sz="900" b="1"/>
          </a:p>
        </p:txBody>
      </p:sp>
      <p:sp>
        <p:nvSpPr>
          <p:cNvPr id="85" name="모서리가 둥근 직사각형 2">
            <a:extLst>
              <a:ext uri="{FF2B5EF4-FFF2-40B4-BE49-F238E27FC236}">
                <a16:creationId xmlns:a16="http://schemas.microsoft.com/office/drawing/2014/main" id="{BA339D6E-17B1-1B41-7762-589F9C28ADC2}"/>
              </a:ext>
            </a:extLst>
          </p:cNvPr>
          <p:cNvSpPr/>
          <p:nvPr/>
        </p:nvSpPr>
        <p:spPr>
          <a:xfrm>
            <a:off x="638165" y="46882"/>
            <a:ext cx="2952327" cy="914609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32B41679-FB92-E8C8-E1CA-2104B2723730}"/>
              </a:ext>
            </a:extLst>
          </p:cNvPr>
          <p:cNvCxnSpPr>
            <a:cxnSpLocks/>
            <a:stCxn id="46" idx="2"/>
            <a:endCxn id="28" idx="0"/>
          </p:cNvCxnSpPr>
          <p:nvPr/>
        </p:nvCxnSpPr>
        <p:spPr>
          <a:xfrm>
            <a:off x="2492915" y="2613241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B4838EBB-1869-4540-937C-931A8ACCBA21}"/>
              </a:ext>
            </a:extLst>
          </p:cNvPr>
          <p:cNvCxnSpPr>
            <a:cxnSpLocks/>
            <a:stCxn id="49" idx="2"/>
            <a:endCxn id="30" idx="0"/>
          </p:cNvCxnSpPr>
          <p:nvPr/>
        </p:nvCxnSpPr>
        <p:spPr>
          <a:xfrm>
            <a:off x="5218418" y="2613241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6F8DE01-D789-D30D-DF1D-68E07C6565CE}"/>
              </a:ext>
            </a:extLst>
          </p:cNvPr>
          <p:cNvCxnSpPr>
            <a:cxnSpLocks/>
            <a:stCxn id="52" idx="2"/>
            <a:endCxn id="32" idx="0"/>
          </p:cNvCxnSpPr>
          <p:nvPr/>
        </p:nvCxnSpPr>
        <p:spPr>
          <a:xfrm>
            <a:off x="7933576" y="2613241"/>
            <a:ext cx="0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C5699C02-6E58-4992-E25E-5ECB963C325F}"/>
              </a:ext>
            </a:extLst>
          </p:cNvPr>
          <p:cNvCxnSpPr>
            <a:cxnSpLocks/>
            <a:stCxn id="46" idx="2"/>
            <a:endCxn id="30" idx="0"/>
          </p:cNvCxnSpPr>
          <p:nvPr/>
        </p:nvCxnSpPr>
        <p:spPr>
          <a:xfrm>
            <a:off x="2492915" y="2613241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D83169EC-6BD1-92E4-5223-526BC467E7C2}"/>
              </a:ext>
            </a:extLst>
          </p:cNvPr>
          <p:cNvCxnSpPr>
            <a:cxnSpLocks/>
            <a:stCxn id="46" idx="2"/>
            <a:endCxn id="32" idx="0"/>
          </p:cNvCxnSpPr>
          <p:nvPr/>
        </p:nvCxnSpPr>
        <p:spPr>
          <a:xfrm>
            <a:off x="2492915" y="2613241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F7E91C18-1BAA-F146-A779-4668B12C92E6}"/>
              </a:ext>
            </a:extLst>
          </p:cNvPr>
          <p:cNvCxnSpPr>
            <a:cxnSpLocks/>
            <a:stCxn id="49" idx="2"/>
            <a:endCxn id="28" idx="0"/>
          </p:cNvCxnSpPr>
          <p:nvPr/>
        </p:nvCxnSpPr>
        <p:spPr>
          <a:xfrm flipH="1">
            <a:off x="2492915" y="2613241"/>
            <a:ext cx="2725503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56A310D7-D95E-891A-02A5-30B3CC97FC83}"/>
              </a:ext>
            </a:extLst>
          </p:cNvPr>
          <p:cNvCxnSpPr>
            <a:cxnSpLocks/>
            <a:stCxn id="49" idx="2"/>
            <a:endCxn id="32" idx="0"/>
          </p:cNvCxnSpPr>
          <p:nvPr/>
        </p:nvCxnSpPr>
        <p:spPr>
          <a:xfrm>
            <a:off x="5218418" y="2613241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31F584A3-8956-9B87-396E-6BACF88574D2}"/>
              </a:ext>
            </a:extLst>
          </p:cNvPr>
          <p:cNvCxnSpPr>
            <a:cxnSpLocks/>
            <a:stCxn id="52" idx="2"/>
            <a:endCxn id="30" idx="0"/>
          </p:cNvCxnSpPr>
          <p:nvPr/>
        </p:nvCxnSpPr>
        <p:spPr>
          <a:xfrm flipH="1">
            <a:off x="5218418" y="2613241"/>
            <a:ext cx="2715158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6629D1B8-F92A-47B5-19D1-FD5B52C21B25}"/>
              </a:ext>
            </a:extLst>
          </p:cNvPr>
          <p:cNvCxnSpPr>
            <a:cxnSpLocks/>
            <a:stCxn id="52" idx="2"/>
            <a:endCxn id="28" idx="0"/>
          </p:cNvCxnSpPr>
          <p:nvPr/>
        </p:nvCxnSpPr>
        <p:spPr>
          <a:xfrm flipH="1">
            <a:off x="2492915" y="2613241"/>
            <a:ext cx="5440661" cy="27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80">
            <a:extLst>
              <a:ext uri="{FF2B5EF4-FFF2-40B4-BE49-F238E27FC236}">
                <a16:creationId xmlns:a16="http://schemas.microsoft.com/office/drawing/2014/main" id="{36C21701-CAB7-A452-F846-EC58A891F134}"/>
              </a:ext>
            </a:extLst>
          </p:cNvPr>
          <p:cNvSpPr/>
          <p:nvPr/>
        </p:nvSpPr>
        <p:spPr>
          <a:xfrm>
            <a:off x="2384902" y="255731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3" name="Oval 80">
            <a:extLst>
              <a:ext uri="{FF2B5EF4-FFF2-40B4-BE49-F238E27FC236}">
                <a16:creationId xmlns:a16="http://schemas.microsoft.com/office/drawing/2014/main" id="{3977D578-EEE0-C082-1572-DC07466D05D8}"/>
              </a:ext>
            </a:extLst>
          </p:cNvPr>
          <p:cNvSpPr/>
          <p:nvPr/>
        </p:nvSpPr>
        <p:spPr>
          <a:xfrm>
            <a:off x="5113454" y="255731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4" name="Oval 80">
            <a:extLst>
              <a:ext uri="{FF2B5EF4-FFF2-40B4-BE49-F238E27FC236}">
                <a16:creationId xmlns:a16="http://schemas.microsoft.com/office/drawing/2014/main" id="{367A6BAA-AB0F-6CAF-E7CC-FDA3617C6555}"/>
              </a:ext>
            </a:extLst>
          </p:cNvPr>
          <p:cNvSpPr/>
          <p:nvPr/>
        </p:nvSpPr>
        <p:spPr>
          <a:xfrm>
            <a:off x="7823699" y="255731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00E4539C-4F92-E2D9-9157-FC91FD72AE68}"/>
              </a:ext>
            </a:extLst>
          </p:cNvPr>
          <p:cNvCxnSpPr>
            <a:cxnSpLocks/>
          </p:cNvCxnSpPr>
          <p:nvPr/>
        </p:nvCxnSpPr>
        <p:spPr>
          <a:xfrm>
            <a:off x="4805728" y="878691"/>
            <a:ext cx="0" cy="325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80">
            <a:extLst>
              <a:ext uri="{FF2B5EF4-FFF2-40B4-BE49-F238E27FC236}">
                <a16:creationId xmlns:a16="http://schemas.microsoft.com/office/drawing/2014/main" id="{6C9646AA-65F4-39D1-74E8-37AC4E8836C6}"/>
              </a:ext>
            </a:extLst>
          </p:cNvPr>
          <p:cNvSpPr/>
          <p:nvPr/>
        </p:nvSpPr>
        <p:spPr>
          <a:xfrm>
            <a:off x="4700633" y="81080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꺾인 연결선[E] 6">
            <a:extLst>
              <a:ext uri="{FF2B5EF4-FFF2-40B4-BE49-F238E27FC236}">
                <a16:creationId xmlns:a16="http://schemas.microsoft.com/office/drawing/2014/main" id="{6FBA4C84-6029-7FD5-17D0-AC3E768E4154}"/>
              </a:ext>
            </a:extLst>
          </p:cNvPr>
          <p:cNvCxnSpPr>
            <a:cxnSpLocks/>
            <a:stCxn id="9" idx="1"/>
            <a:endCxn id="83" idx="1"/>
          </p:cNvCxnSpPr>
          <p:nvPr/>
        </p:nvCxnSpPr>
        <p:spPr>
          <a:xfrm rot="10800000" flipV="1">
            <a:off x="1333175" y="1504922"/>
            <a:ext cx="579870" cy="2357694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E90C5261-6AE1-C789-F11B-DB2D9EC28105}"/>
              </a:ext>
            </a:extLst>
          </p:cNvPr>
          <p:cNvCxnSpPr>
            <a:cxnSpLocks/>
            <a:stCxn id="10" idx="1"/>
            <a:endCxn id="92" idx="1"/>
          </p:cNvCxnSpPr>
          <p:nvPr/>
        </p:nvCxnSpPr>
        <p:spPr>
          <a:xfrm rot="10800000" flipV="1">
            <a:off x="4058678" y="1504922"/>
            <a:ext cx="579870" cy="2357694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AFEDBB5F-6AD1-A1ED-4CBD-1DB02C61C92B}"/>
              </a:ext>
            </a:extLst>
          </p:cNvPr>
          <p:cNvCxnSpPr>
            <a:cxnSpLocks/>
            <a:stCxn id="30" idx="1"/>
            <a:endCxn id="92" idx="1"/>
          </p:cNvCxnSpPr>
          <p:nvPr/>
        </p:nvCxnSpPr>
        <p:spPr>
          <a:xfrm rot="10800000" flipV="1">
            <a:off x="4058678" y="3137092"/>
            <a:ext cx="579870" cy="725523"/>
          </a:xfrm>
          <a:prstGeom prst="bentConnector3">
            <a:avLst>
              <a:gd name="adj1" fmla="val 1394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63028B4E-569A-3E8F-6C18-0A627F27046F}"/>
              </a:ext>
            </a:extLst>
          </p:cNvPr>
          <p:cNvCxnSpPr>
            <a:cxnSpLocks/>
            <a:stCxn id="32" idx="1"/>
            <a:endCxn id="130" idx="1"/>
          </p:cNvCxnSpPr>
          <p:nvPr/>
        </p:nvCxnSpPr>
        <p:spPr>
          <a:xfrm rot="10800000" flipV="1">
            <a:off x="6785486" y="3137092"/>
            <a:ext cx="568221" cy="725523"/>
          </a:xfrm>
          <a:prstGeom prst="bentConnector3">
            <a:avLst>
              <a:gd name="adj1" fmla="val 1402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EB58ABF7-CD58-3E7D-CA0C-2D8C1095295F}"/>
              </a:ext>
            </a:extLst>
          </p:cNvPr>
          <p:cNvCxnSpPr>
            <a:cxnSpLocks/>
            <a:stCxn id="11" idx="1"/>
            <a:endCxn id="130" idx="1"/>
          </p:cNvCxnSpPr>
          <p:nvPr/>
        </p:nvCxnSpPr>
        <p:spPr>
          <a:xfrm rot="10800000" flipV="1">
            <a:off x="6785486" y="1504922"/>
            <a:ext cx="568221" cy="2357694"/>
          </a:xfrm>
          <a:prstGeom prst="bentConnector3">
            <a:avLst>
              <a:gd name="adj1" fmla="val 1402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80">
            <a:extLst>
              <a:ext uri="{FF2B5EF4-FFF2-40B4-BE49-F238E27FC236}">
                <a16:creationId xmlns:a16="http://schemas.microsoft.com/office/drawing/2014/main" id="{9AF5E436-D811-8C9C-6475-B83E7D9E89AE}"/>
              </a:ext>
            </a:extLst>
          </p:cNvPr>
          <p:cNvSpPr/>
          <p:nvPr/>
        </p:nvSpPr>
        <p:spPr>
          <a:xfrm>
            <a:off x="1007575" y="37546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5" name="Oval 80">
            <a:extLst>
              <a:ext uri="{FF2B5EF4-FFF2-40B4-BE49-F238E27FC236}">
                <a16:creationId xmlns:a16="http://schemas.microsoft.com/office/drawing/2014/main" id="{D9BB4AD1-653E-EB96-AC44-02CC8AA83907}"/>
              </a:ext>
            </a:extLst>
          </p:cNvPr>
          <p:cNvSpPr/>
          <p:nvPr/>
        </p:nvSpPr>
        <p:spPr>
          <a:xfrm>
            <a:off x="3743709" y="37546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7" name="Oval 80">
            <a:extLst>
              <a:ext uri="{FF2B5EF4-FFF2-40B4-BE49-F238E27FC236}">
                <a16:creationId xmlns:a16="http://schemas.microsoft.com/office/drawing/2014/main" id="{C0E0EB35-7BE4-7FD3-4CD4-640809130263}"/>
              </a:ext>
            </a:extLst>
          </p:cNvPr>
          <p:cNvSpPr/>
          <p:nvPr/>
        </p:nvSpPr>
        <p:spPr>
          <a:xfrm>
            <a:off x="6464165" y="375460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3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1820-E0EF-7B2B-DAD6-D78B5F5A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ounded Rectangle 3">
            <a:extLst>
              <a:ext uri="{FF2B5EF4-FFF2-40B4-BE49-F238E27FC236}">
                <a16:creationId xmlns:a16="http://schemas.microsoft.com/office/drawing/2014/main" id="{FA0C6B45-178D-005D-9E7A-EDD45BE2C3FA}"/>
              </a:ext>
            </a:extLst>
          </p:cNvPr>
          <p:cNvSpPr/>
          <p:nvPr/>
        </p:nvSpPr>
        <p:spPr>
          <a:xfrm>
            <a:off x="1859962" y="2130921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8D2BE720-164F-7FAC-9131-673D5C9ECA41}"/>
              </a:ext>
            </a:extLst>
          </p:cNvPr>
          <p:cNvSpPr/>
          <p:nvPr/>
        </p:nvSpPr>
        <p:spPr>
          <a:xfrm>
            <a:off x="1859962" y="2901777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2" name="모서리가 둥근 직사각형 2">
            <a:extLst>
              <a:ext uri="{FF2B5EF4-FFF2-40B4-BE49-F238E27FC236}">
                <a16:creationId xmlns:a16="http://schemas.microsoft.com/office/drawing/2014/main" id="{7C568511-6D45-D32E-A747-22AF0F428486}"/>
              </a:ext>
            </a:extLst>
          </p:cNvPr>
          <p:cNvSpPr/>
          <p:nvPr/>
        </p:nvSpPr>
        <p:spPr>
          <a:xfrm>
            <a:off x="638166" y="326422"/>
            <a:ext cx="1274879" cy="1514035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E8D844-8851-D097-D5B9-1CD855480773}"/>
              </a:ext>
            </a:extLst>
          </p:cNvPr>
          <p:cNvSpPr/>
          <p:nvPr/>
        </p:nvSpPr>
        <p:spPr>
          <a:xfrm>
            <a:off x="4093286" y="690387"/>
            <a:ext cx="2952327" cy="1150071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82DB17EA-C362-1EC1-4B42-BC6091CB1826}"/>
              </a:ext>
            </a:extLst>
          </p:cNvPr>
          <p:cNvGrpSpPr/>
          <p:nvPr/>
        </p:nvGrpSpPr>
        <p:grpSpPr>
          <a:xfrm>
            <a:off x="4290254" y="1062012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06C0DE83-796D-36A3-8B28-443E6E7520C2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FB3E69F3-3966-302F-9961-8041BD36EFC9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 b="1"/>
                <a:t>Partition 0~8</a:t>
              </a:r>
              <a:endParaRPr lang="ko-KR" altLang="en-US" sz="900" b="1"/>
            </a:p>
          </p:txBody>
        </p:sp>
      </p:grp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BC99EE0-049F-B6A7-1EB7-A95AFCEF9F7D}"/>
              </a:ext>
            </a:extLst>
          </p:cNvPr>
          <p:cNvSpPr/>
          <p:nvPr/>
        </p:nvSpPr>
        <p:spPr>
          <a:xfrm>
            <a:off x="755576" y="630436"/>
            <a:ext cx="1034718" cy="360040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  <a:endParaRPr lang="ko-KR" altLang="en-US" sz="90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148C892-E1B4-21A6-EDCB-144711C3C52B}"/>
              </a:ext>
            </a:extLst>
          </p:cNvPr>
          <p:cNvSpPr/>
          <p:nvPr/>
        </p:nvSpPr>
        <p:spPr>
          <a:xfrm>
            <a:off x="755576" y="1364630"/>
            <a:ext cx="1034718" cy="360040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CC2162-8DCD-BAB7-9467-51EDE03B6F5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272935" y="990476"/>
            <a:ext cx="0" cy="374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E301D801-7038-4E4D-4400-AA2E0081E209}"/>
              </a:ext>
            </a:extLst>
          </p:cNvPr>
          <p:cNvSpPr/>
          <p:nvPr/>
        </p:nvSpPr>
        <p:spPr>
          <a:xfrm>
            <a:off x="638166" y="2067694"/>
            <a:ext cx="2562374" cy="2744508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C374D5D4-D5A7-C2EA-B8C6-401504246C6E}"/>
              </a:ext>
            </a:extLst>
          </p:cNvPr>
          <p:cNvSpPr/>
          <p:nvPr/>
        </p:nvSpPr>
        <p:spPr>
          <a:xfrm>
            <a:off x="3361167" y="2067694"/>
            <a:ext cx="2562374" cy="2744508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DA046492-957E-6142-46EF-61FC726A2440}"/>
              </a:ext>
            </a:extLst>
          </p:cNvPr>
          <p:cNvSpPr/>
          <p:nvPr/>
        </p:nvSpPr>
        <p:spPr>
          <a:xfrm>
            <a:off x="6084168" y="2067694"/>
            <a:ext cx="2562374" cy="2744508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B829C1E-B1BA-03F8-735D-D8C2394722C7}"/>
              </a:ext>
            </a:extLst>
          </p:cNvPr>
          <p:cNvSpPr/>
          <p:nvPr/>
        </p:nvSpPr>
        <p:spPr>
          <a:xfrm>
            <a:off x="3478577" y="296728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342954A-EB70-B194-7C37-0CD1F0BF7650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>
            <a:off x="1272935" y="1724670"/>
            <a:ext cx="0" cy="1242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8715257-F6EA-1051-34A3-2668D2C6E7FE}"/>
              </a:ext>
            </a:extLst>
          </p:cNvPr>
          <p:cNvSpPr/>
          <p:nvPr/>
        </p:nvSpPr>
        <p:spPr>
          <a:xfrm>
            <a:off x="6201578" y="296728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C18119C-D614-99C8-71C5-64DE51A0DB69}"/>
              </a:ext>
            </a:extLst>
          </p:cNvPr>
          <p:cNvSpPr/>
          <p:nvPr/>
        </p:nvSpPr>
        <p:spPr>
          <a:xfrm>
            <a:off x="755576" y="296728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3711A4EA-D773-157F-1FE7-BB3F7B34A718}"/>
              </a:ext>
            </a:extLst>
          </p:cNvPr>
          <p:cNvSpPr/>
          <p:nvPr/>
        </p:nvSpPr>
        <p:spPr>
          <a:xfrm>
            <a:off x="1913045" y="296728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endParaRPr lang="ko-KR" altLang="en-US" sz="900" b="1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8CB3C89F-9385-CA97-AE77-0EB18BB9AAF7}"/>
              </a:ext>
            </a:extLst>
          </p:cNvPr>
          <p:cNvSpPr/>
          <p:nvPr/>
        </p:nvSpPr>
        <p:spPr>
          <a:xfrm>
            <a:off x="4638548" y="296728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endParaRPr lang="ko-KR" altLang="en-US" sz="900" b="1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7C87CFA6-6B4B-4CA6-1F83-AEDED203FE37}"/>
              </a:ext>
            </a:extLst>
          </p:cNvPr>
          <p:cNvSpPr/>
          <p:nvPr/>
        </p:nvSpPr>
        <p:spPr>
          <a:xfrm>
            <a:off x="7353706" y="296728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60D33BB3-5310-155B-31FA-30D05B2266A5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16200000" flipH="1">
            <a:off x="2013127" y="984477"/>
            <a:ext cx="1242616" cy="2723001"/>
          </a:xfrm>
          <a:prstGeom prst="bentConnector3">
            <a:avLst>
              <a:gd name="adj1" fmla="val 890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88ADFE17-E491-F4C5-1755-961C7EBED913}"/>
              </a:ext>
            </a:extLst>
          </p:cNvPr>
          <p:cNvCxnSpPr>
            <a:cxnSpLocks/>
            <a:stCxn id="20" idx="3"/>
            <a:endCxn id="29" idx="0"/>
          </p:cNvCxnSpPr>
          <p:nvPr/>
        </p:nvCxnSpPr>
        <p:spPr>
          <a:xfrm flipV="1">
            <a:off x="4513295" y="2967286"/>
            <a:ext cx="2205642" cy="252028"/>
          </a:xfrm>
          <a:prstGeom prst="bentConnector4">
            <a:avLst>
              <a:gd name="adj1" fmla="val 2819"/>
              <a:gd name="adj2" fmla="val 15567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AA998A88-AA9F-F77E-3CC8-62FAAA921360}"/>
              </a:ext>
            </a:extLst>
          </p:cNvPr>
          <p:cNvSpPr/>
          <p:nvPr/>
        </p:nvSpPr>
        <p:spPr>
          <a:xfrm>
            <a:off x="1333175" y="390339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8, 7, 6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213BFB90-4222-CD95-63A0-6D31F69D0675}"/>
              </a:ext>
            </a:extLst>
          </p:cNvPr>
          <p:cNvCxnSpPr>
            <a:cxnSpLocks/>
            <a:stCxn id="46" idx="2"/>
            <a:endCxn id="83" idx="0"/>
          </p:cNvCxnSpPr>
          <p:nvPr/>
        </p:nvCxnSpPr>
        <p:spPr>
          <a:xfrm rot="5400000">
            <a:off x="1986956" y="3397431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C61D79F6-A469-90E7-28B2-4927683BC73F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16200000" flipH="1">
            <a:off x="1376966" y="3367311"/>
            <a:ext cx="432048" cy="6401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F86C253E-FD54-3628-A2CD-ADAB2A2814EF}"/>
              </a:ext>
            </a:extLst>
          </p:cNvPr>
          <p:cNvSpPr/>
          <p:nvPr/>
        </p:nvSpPr>
        <p:spPr>
          <a:xfrm>
            <a:off x="4058678" y="390339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5, 4, 3</a:t>
            </a:r>
            <a:r>
              <a:rPr lang="en-US" altLang="ko-KR" sz="900"/>
              <a:t> </a:t>
            </a:r>
            <a:endParaRPr lang="ko-KR" altLang="en-US" sz="900"/>
          </a:p>
        </p:txBody>
      </p:sp>
      <p:cxnSp>
        <p:nvCxnSpPr>
          <p:cNvPr id="94" name="꺾인 연결선[E] 93">
            <a:extLst>
              <a:ext uri="{FF2B5EF4-FFF2-40B4-BE49-F238E27FC236}">
                <a16:creationId xmlns:a16="http://schemas.microsoft.com/office/drawing/2014/main" id="{3051ABD6-3E77-9BD5-DE57-8881A76A4798}"/>
              </a:ext>
            </a:extLst>
          </p:cNvPr>
          <p:cNvCxnSpPr>
            <a:cxnSpLocks/>
            <a:stCxn id="49" idx="2"/>
            <a:endCxn id="92" idx="0"/>
          </p:cNvCxnSpPr>
          <p:nvPr/>
        </p:nvCxnSpPr>
        <p:spPr>
          <a:xfrm rot="5400000">
            <a:off x="4712459" y="3397431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E716B35E-F849-9338-E194-A7F8135A2E0F}"/>
              </a:ext>
            </a:extLst>
          </p:cNvPr>
          <p:cNvCxnSpPr>
            <a:cxnSpLocks/>
            <a:stCxn id="20" idx="2"/>
            <a:endCxn id="92" idx="0"/>
          </p:cNvCxnSpPr>
          <p:nvPr/>
        </p:nvCxnSpPr>
        <p:spPr>
          <a:xfrm rot="16200000" flipH="1">
            <a:off x="4101218" y="3366060"/>
            <a:ext cx="432048" cy="6426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[E] 113">
            <a:extLst>
              <a:ext uri="{FF2B5EF4-FFF2-40B4-BE49-F238E27FC236}">
                <a16:creationId xmlns:a16="http://schemas.microsoft.com/office/drawing/2014/main" id="{E0D91819-CE22-730A-0E4B-C8725692D8F2}"/>
              </a:ext>
            </a:extLst>
          </p:cNvPr>
          <p:cNvCxnSpPr>
            <a:cxnSpLocks/>
            <a:stCxn id="52" idx="2"/>
            <a:endCxn id="130" idx="0"/>
          </p:cNvCxnSpPr>
          <p:nvPr/>
        </p:nvCxnSpPr>
        <p:spPr>
          <a:xfrm rot="5400000">
            <a:off x="7433442" y="3403256"/>
            <a:ext cx="432048" cy="5682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[E] 116">
            <a:extLst>
              <a:ext uri="{FF2B5EF4-FFF2-40B4-BE49-F238E27FC236}">
                <a16:creationId xmlns:a16="http://schemas.microsoft.com/office/drawing/2014/main" id="{A8ADA376-0FA8-2C8C-1823-3C538CAAC2AB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826122" y="3364157"/>
            <a:ext cx="432048" cy="6464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57409D76-6CC0-786A-73EB-AE064CF4BFA6}"/>
              </a:ext>
            </a:extLst>
          </p:cNvPr>
          <p:cNvSpPr/>
          <p:nvPr/>
        </p:nvSpPr>
        <p:spPr>
          <a:xfrm>
            <a:off x="6785485" y="390339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2, 1, 0</a:t>
            </a:r>
            <a:endParaRPr lang="ko-KR" altLang="en-US" sz="900" b="1"/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4C9ABAEF-A692-5718-7334-9457A256408A}"/>
              </a:ext>
            </a:extLst>
          </p:cNvPr>
          <p:cNvSpPr/>
          <p:nvPr/>
        </p:nvSpPr>
        <p:spPr>
          <a:xfrm>
            <a:off x="1913045" y="2193741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0, 1,</a:t>
            </a:r>
            <a:r>
              <a:rPr lang="ko-KR" altLang="en-US" sz="900" b="1"/>
              <a:t> 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162" name="모서리가 둥근 직사각형 161">
            <a:extLst>
              <a:ext uri="{FF2B5EF4-FFF2-40B4-BE49-F238E27FC236}">
                <a16:creationId xmlns:a16="http://schemas.microsoft.com/office/drawing/2014/main" id="{E09FD883-FA5B-7B1C-1F3F-DDD8B91C8596}"/>
              </a:ext>
            </a:extLst>
          </p:cNvPr>
          <p:cNvSpPr/>
          <p:nvPr/>
        </p:nvSpPr>
        <p:spPr>
          <a:xfrm>
            <a:off x="4638548" y="2193741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3,</a:t>
            </a:r>
            <a:r>
              <a:rPr lang="ko-KR" altLang="en-US" sz="900" b="1"/>
              <a:t> </a:t>
            </a:r>
            <a:r>
              <a:rPr lang="en-US" altLang="ko-KR" sz="900" b="1"/>
              <a:t>4,</a:t>
            </a:r>
            <a:r>
              <a:rPr lang="ko-KR" altLang="en-US" sz="900" b="1"/>
              <a:t> </a:t>
            </a:r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0A93EF81-37AB-3BB2-1909-6A3E17358CAA}"/>
              </a:ext>
            </a:extLst>
          </p:cNvPr>
          <p:cNvSpPr/>
          <p:nvPr/>
        </p:nvSpPr>
        <p:spPr>
          <a:xfrm>
            <a:off x="7353706" y="2193741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 b="1"/>
              <a:t>Partition : 6,</a:t>
            </a:r>
            <a:r>
              <a:rPr lang="ko-KR" altLang="en-US" sz="900" b="1"/>
              <a:t> </a:t>
            </a:r>
            <a:r>
              <a:rPr lang="en-US" altLang="ko-KR" sz="900" b="1"/>
              <a:t>7,</a:t>
            </a:r>
            <a:r>
              <a:rPr lang="ko-KR" altLang="en-US" sz="900" b="1"/>
              <a:t> 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197" name="꺾인 연결선[E] 196">
            <a:extLst>
              <a:ext uri="{FF2B5EF4-FFF2-40B4-BE49-F238E27FC236}">
                <a16:creationId xmlns:a16="http://schemas.microsoft.com/office/drawing/2014/main" id="{3495A607-BA8F-EB00-66C2-95C16D69DD10}"/>
              </a:ext>
            </a:extLst>
          </p:cNvPr>
          <p:cNvCxnSpPr>
            <a:cxnSpLocks/>
            <a:endCxn id="7" idx="3"/>
          </p:cNvCxnSpPr>
          <p:nvPr/>
        </p:nvCxnSpPr>
        <p:spPr>
          <a:xfrm rot="16200000" flipV="1">
            <a:off x="1482521" y="1118230"/>
            <a:ext cx="1318169" cy="7026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꺾인 연결선[E] 222">
            <a:extLst>
              <a:ext uri="{FF2B5EF4-FFF2-40B4-BE49-F238E27FC236}">
                <a16:creationId xmlns:a16="http://schemas.microsoft.com/office/drawing/2014/main" id="{A41CB040-9E1C-A2F0-CE91-49812A253D78}"/>
              </a:ext>
            </a:extLst>
          </p:cNvPr>
          <p:cNvCxnSpPr>
            <a:cxnSpLocks/>
            <a:stCxn id="3" idx="2"/>
            <a:endCxn id="222" idx="0"/>
          </p:cNvCxnSpPr>
          <p:nvPr/>
        </p:nvCxnSpPr>
        <p:spPr>
          <a:xfrm rot="16200000" flipH="1">
            <a:off x="4754474" y="1666976"/>
            <a:ext cx="515199" cy="412690"/>
          </a:xfrm>
          <a:prstGeom prst="bentConnector3">
            <a:avLst>
              <a:gd name="adj1" fmla="val 230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8F622538-BA0C-368E-D8F8-CD03A01A08FB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1338867"/>
            <a:ext cx="1740601" cy="1884449"/>
          </a:xfrm>
          <a:prstGeom prst="bentConnector3">
            <a:avLst>
              <a:gd name="adj1" fmla="val 10951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Oval 80">
            <a:extLst>
              <a:ext uri="{FF2B5EF4-FFF2-40B4-BE49-F238E27FC236}">
                <a16:creationId xmlns:a16="http://schemas.microsoft.com/office/drawing/2014/main" id="{DE382D1B-CF26-26AA-4559-7EA76D2375E1}"/>
              </a:ext>
            </a:extLst>
          </p:cNvPr>
          <p:cNvSpPr/>
          <p:nvPr/>
        </p:nvSpPr>
        <p:spPr>
          <a:xfrm>
            <a:off x="4700633" y="154783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3" name="Oval 80">
            <a:extLst>
              <a:ext uri="{FF2B5EF4-FFF2-40B4-BE49-F238E27FC236}">
                <a16:creationId xmlns:a16="http://schemas.microsoft.com/office/drawing/2014/main" id="{502DD5BE-20E2-C811-5684-FA53FE97EE90}"/>
              </a:ext>
            </a:extLst>
          </p:cNvPr>
          <p:cNvSpPr/>
          <p:nvPr/>
        </p:nvSpPr>
        <p:spPr>
          <a:xfrm>
            <a:off x="2381987" y="201706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0" name="Oval 80">
            <a:extLst>
              <a:ext uri="{FF2B5EF4-FFF2-40B4-BE49-F238E27FC236}">
                <a16:creationId xmlns:a16="http://schemas.microsoft.com/office/drawing/2014/main" id="{E36B7B9E-5F1B-476A-62EA-3B3EB20731E6}"/>
              </a:ext>
            </a:extLst>
          </p:cNvPr>
          <p:cNvSpPr/>
          <p:nvPr/>
        </p:nvSpPr>
        <p:spPr>
          <a:xfrm>
            <a:off x="1164922" y="88246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1" name="Oval 80">
            <a:extLst>
              <a:ext uri="{FF2B5EF4-FFF2-40B4-BE49-F238E27FC236}">
                <a16:creationId xmlns:a16="http://schemas.microsoft.com/office/drawing/2014/main" id="{D0A69202-801F-BEEE-5B11-5CBBCCED0B14}"/>
              </a:ext>
            </a:extLst>
          </p:cNvPr>
          <p:cNvSpPr/>
          <p:nvPr/>
        </p:nvSpPr>
        <p:spPr>
          <a:xfrm>
            <a:off x="1164922" y="166728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2" name="Oval 80">
            <a:extLst>
              <a:ext uri="{FF2B5EF4-FFF2-40B4-BE49-F238E27FC236}">
                <a16:creationId xmlns:a16="http://schemas.microsoft.com/office/drawing/2014/main" id="{44954F1F-8A7A-8137-D8BD-135AE389C5ED}"/>
              </a:ext>
            </a:extLst>
          </p:cNvPr>
          <p:cNvSpPr/>
          <p:nvPr/>
        </p:nvSpPr>
        <p:spPr>
          <a:xfrm>
            <a:off x="4398239" y="311130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3" name="Oval 80">
            <a:extLst>
              <a:ext uri="{FF2B5EF4-FFF2-40B4-BE49-F238E27FC236}">
                <a16:creationId xmlns:a16="http://schemas.microsoft.com/office/drawing/2014/main" id="{718396E5-03ED-FC3C-75D8-DE49CAD2DE3C}"/>
              </a:ext>
            </a:extLst>
          </p:cNvPr>
          <p:cNvSpPr/>
          <p:nvPr/>
        </p:nvSpPr>
        <p:spPr>
          <a:xfrm>
            <a:off x="1800753" y="356462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4" name="Oval 80">
            <a:extLst>
              <a:ext uri="{FF2B5EF4-FFF2-40B4-BE49-F238E27FC236}">
                <a16:creationId xmlns:a16="http://schemas.microsoft.com/office/drawing/2014/main" id="{3B6E9C19-074C-B420-D197-70B789932166}"/>
              </a:ext>
            </a:extLst>
          </p:cNvPr>
          <p:cNvSpPr/>
          <p:nvPr/>
        </p:nvSpPr>
        <p:spPr>
          <a:xfrm>
            <a:off x="4536887" y="356462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5" name="Oval 80">
            <a:extLst>
              <a:ext uri="{FF2B5EF4-FFF2-40B4-BE49-F238E27FC236}">
                <a16:creationId xmlns:a16="http://schemas.microsoft.com/office/drawing/2014/main" id="{57A4AF02-A5A1-DF7B-997B-A871DC7BC17F}"/>
              </a:ext>
            </a:extLst>
          </p:cNvPr>
          <p:cNvSpPr/>
          <p:nvPr/>
        </p:nvSpPr>
        <p:spPr>
          <a:xfrm>
            <a:off x="7257343" y="356462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6" name="Oval 80">
            <a:extLst>
              <a:ext uri="{FF2B5EF4-FFF2-40B4-BE49-F238E27FC236}">
                <a16:creationId xmlns:a16="http://schemas.microsoft.com/office/drawing/2014/main" id="{ABD3A97F-E57F-652C-E6B5-84F31DA831D5}"/>
              </a:ext>
            </a:extLst>
          </p:cNvPr>
          <p:cNvSpPr/>
          <p:nvPr/>
        </p:nvSpPr>
        <p:spPr>
          <a:xfrm>
            <a:off x="6726975" y="122210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6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719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05A46-A081-8E0C-B01C-382B976E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E4F2C312-E3C2-7E3E-4965-2A4ED5119018}"/>
              </a:ext>
            </a:extLst>
          </p:cNvPr>
          <p:cNvSpPr/>
          <p:nvPr/>
        </p:nvSpPr>
        <p:spPr>
          <a:xfrm>
            <a:off x="1859962" y="3089489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7FBD0F-F1CC-A268-FBD6-DAA108238DBE}"/>
              </a:ext>
            </a:extLst>
          </p:cNvPr>
          <p:cNvSpPr/>
          <p:nvPr/>
        </p:nvSpPr>
        <p:spPr>
          <a:xfrm>
            <a:off x="4093286" y="189611"/>
            <a:ext cx="2952327" cy="1150071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44E2F2B2-46AB-D871-3A35-6DE450236056}"/>
              </a:ext>
            </a:extLst>
          </p:cNvPr>
          <p:cNvGrpSpPr/>
          <p:nvPr/>
        </p:nvGrpSpPr>
        <p:grpSpPr>
          <a:xfrm>
            <a:off x="4290254" y="561236"/>
            <a:ext cx="2546019" cy="553710"/>
            <a:chOff x="3767476" y="865912"/>
            <a:chExt cx="2546019" cy="55371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EAA01B11-32DB-0BB9-092E-FF0E206B921A}"/>
                </a:ext>
              </a:extLst>
            </p:cNvPr>
            <p:cNvSpPr/>
            <p:nvPr/>
          </p:nvSpPr>
          <p:spPr>
            <a:xfrm>
              <a:off x="3767476" y="865912"/>
              <a:ext cx="1030948" cy="553710"/>
            </a:xfrm>
            <a:prstGeom prst="roundRect">
              <a:avLst>
                <a:gd name="adj" fmla="val 11033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Smaller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/>
                <a:t>Partition 0 ~ 8</a:t>
              </a:r>
              <a:endParaRPr lang="ko-KR" altLang="en-US" sz="900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A8EA2D98-C48D-3D12-644F-4753E46FC911}"/>
                </a:ext>
              </a:extLst>
            </p:cNvPr>
            <p:cNvSpPr/>
            <p:nvPr/>
          </p:nvSpPr>
          <p:spPr>
            <a:xfrm>
              <a:off x="5290559" y="865912"/>
              <a:ext cx="1022936" cy="553710"/>
            </a:xfrm>
            <a:prstGeom prst="roundRect">
              <a:avLst>
                <a:gd name="adj" fmla="val 11033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900"/>
                <a:t>Bigger Table</a:t>
              </a:r>
            </a:p>
            <a:p>
              <a:pPr algn="ctr"/>
              <a:endParaRPr lang="en-US" altLang="ko-KR" sz="900"/>
            </a:p>
            <a:p>
              <a:pPr algn="ctr"/>
              <a:r>
                <a:rPr lang="en-US" altLang="ko-KR" sz="900"/>
                <a:t>Partition 0 ~ 8</a:t>
              </a:r>
              <a:endParaRPr lang="ko-KR" altLang="en-US" sz="900"/>
            </a:p>
          </p:txBody>
        </p:sp>
      </p:grp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D4785DEE-1F26-6268-9FFD-4F955ABDA715}"/>
              </a:ext>
            </a:extLst>
          </p:cNvPr>
          <p:cNvSpPr/>
          <p:nvPr/>
        </p:nvSpPr>
        <p:spPr>
          <a:xfrm>
            <a:off x="638166" y="1475653"/>
            <a:ext cx="2562374" cy="3524262"/>
          </a:xfrm>
          <a:prstGeom prst="roundRect">
            <a:avLst>
              <a:gd name="adj" fmla="val 53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B31175A0-59C7-B9FC-D18E-676356A6828D}"/>
              </a:ext>
            </a:extLst>
          </p:cNvPr>
          <p:cNvSpPr/>
          <p:nvPr/>
        </p:nvSpPr>
        <p:spPr>
          <a:xfrm>
            <a:off x="3361167" y="1475653"/>
            <a:ext cx="2562374" cy="3524262"/>
          </a:xfrm>
          <a:prstGeom prst="roundRect">
            <a:avLst>
              <a:gd name="adj" fmla="val 5067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018E777B-F67F-42F7-336A-8C27349DDE8A}"/>
              </a:ext>
            </a:extLst>
          </p:cNvPr>
          <p:cNvSpPr/>
          <p:nvPr/>
        </p:nvSpPr>
        <p:spPr>
          <a:xfrm>
            <a:off x="6084168" y="1475653"/>
            <a:ext cx="2562374" cy="3524262"/>
          </a:xfrm>
          <a:prstGeom prst="roundRect">
            <a:avLst>
              <a:gd name="adj" fmla="val 482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2E0534B-178B-0955-3BAB-44F8F67798A9}"/>
              </a:ext>
            </a:extLst>
          </p:cNvPr>
          <p:cNvSpPr/>
          <p:nvPr/>
        </p:nvSpPr>
        <p:spPr>
          <a:xfrm>
            <a:off x="3478577" y="315499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E29FD1B-83D1-C177-904D-8C3907794D7C}"/>
              </a:ext>
            </a:extLst>
          </p:cNvPr>
          <p:cNvSpPr/>
          <p:nvPr/>
        </p:nvSpPr>
        <p:spPr>
          <a:xfrm>
            <a:off x="6201578" y="315499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46947B7-1E81-0F91-1EB8-BD7EA0252DFA}"/>
              </a:ext>
            </a:extLst>
          </p:cNvPr>
          <p:cNvSpPr/>
          <p:nvPr/>
        </p:nvSpPr>
        <p:spPr>
          <a:xfrm>
            <a:off x="755576" y="3154998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6D379FDD-83B3-2E9B-3A74-133EF8B81CAA}"/>
              </a:ext>
            </a:extLst>
          </p:cNvPr>
          <p:cNvSpPr/>
          <p:nvPr/>
        </p:nvSpPr>
        <p:spPr>
          <a:xfrm>
            <a:off x="1913045" y="315499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0, 3, 6</a:t>
            </a:r>
            <a:endParaRPr lang="ko-KR" altLang="en-US" sz="900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BDD9267-70BA-C39C-1F71-48E51DABB7EE}"/>
              </a:ext>
            </a:extLst>
          </p:cNvPr>
          <p:cNvSpPr/>
          <p:nvPr/>
        </p:nvSpPr>
        <p:spPr>
          <a:xfrm>
            <a:off x="4638548" y="315499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1, 4, 7</a:t>
            </a:r>
            <a:endParaRPr lang="ko-KR" altLang="en-US" sz="900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00897B2A-955A-B97E-43A3-2947E7A08B81}"/>
              </a:ext>
            </a:extLst>
          </p:cNvPr>
          <p:cNvSpPr/>
          <p:nvPr/>
        </p:nvSpPr>
        <p:spPr>
          <a:xfrm>
            <a:off x="7353706" y="3154998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2, 5, 8</a:t>
            </a:r>
            <a:endParaRPr lang="ko-KR" altLang="en-US" sz="900"/>
          </a:p>
        </p:txBody>
      </p: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09E55BEC-9712-5FFF-A962-2AA8F5226563}"/>
              </a:ext>
            </a:extLst>
          </p:cNvPr>
          <p:cNvCxnSpPr>
            <a:cxnSpLocks/>
            <a:stCxn id="162" idx="1"/>
            <a:endCxn id="20" idx="0"/>
          </p:cNvCxnSpPr>
          <p:nvPr/>
        </p:nvCxnSpPr>
        <p:spPr>
          <a:xfrm rot="10800000" flipV="1">
            <a:off x="3995936" y="2633480"/>
            <a:ext cx="642612" cy="5215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72D3C287-5C28-DE7F-27AE-F26BEBCCE586}"/>
              </a:ext>
            </a:extLst>
          </p:cNvPr>
          <p:cNvSpPr/>
          <p:nvPr/>
        </p:nvSpPr>
        <p:spPr>
          <a:xfrm>
            <a:off x="1333175" y="4091102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0, 3, 6 </a:t>
            </a:r>
            <a:endParaRPr lang="ko-KR" altLang="en-US" sz="900"/>
          </a:p>
        </p:txBody>
      </p: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BB5A8244-592F-D868-F9C0-B76FA1EC71F1}"/>
              </a:ext>
            </a:extLst>
          </p:cNvPr>
          <p:cNvCxnSpPr>
            <a:cxnSpLocks/>
            <a:stCxn id="46" idx="2"/>
            <a:endCxn id="83" idx="0"/>
          </p:cNvCxnSpPr>
          <p:nvPr/>
        </p:nvCxnSpPr>
        <p:spPr>
          <a:xfrm rot="5400000">
            <a:off x="1986956" y="3585143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BE0BBDBD-4F46-7FEB-F88D-8032EBCD617D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16200000" flipH="1">
            <a:off x="1376966" y="3555023"/>
            <a:ext cx="432048" cy="6401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628F9EDA-7D84-496F-65BA-C75E8612A947}"/>
              </a:ext>
            </a:extLst>
          </p:cNvPr>
          <p:cNvSpPr/>
          <p:nvPr/>
        </p:nvSpPr>
        <p:spPr>
          <a:xfrm>
            <a:off x="4058678" y="4091102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1, 4, 7 </a:t>
            </a:r>
            <a:endParaRPr lang="ko-KR" altLang="en-US" sz="900"/>
          </a:p>
        </p:txBody>
      </p:sp>
      <p:cxnSp>
        <p:nvCxnSpPr>
          <p:cNvPr id="94" name="꺾인 연결선[E] 93">
            <a:extLst>
              <a:ext uri="{FF2B5EF4-FFF2-40B4-BE49-F238E27FC236}">
                <a16:creationId xmlns:a16="http://schemas.microsoft.com/office/drawing/2014/main" id="{05112DA3-6B67-EF6A-502F-998CD65AD82B}"/>
              </a:ext>
            </a:extLst>
          </p:cNvPr>
          <p:cNvCxnSpPr>
            <a:cxnSpLocks/>
            <a:stCxn id="49" idx="2"/>
            <a:endCxn id="92" idx="0"/>
          </p:cNvCxnSpPr>
          <p:nvPr/>
        </p:nvCxnSpPr>
        <p:spPr>
          <a:xfrm rot="5400000">
            <a:off x="4712459" y="3585143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CF62CC6B-84AE-A413-D9EC-34C44758C8D5}"/>
              </a:ext>
            </a:extLst>
          </p:cNvPr>
          <p:cNvCxnSpPr>
            <a:cxnSpLocks/>
            <a:stCxn id="20" idx="2"/>
            <a:endCxn id="92" idx="0"/>
          </p:cNvCxnSpPr>
          <p:nvPr/>
        </p:nvCxnSpPr>
        <p:spPr>
          <a:xfrm rot="16200000" flipH="1">
            <a:off x="4101218" y="3553772"/>
            <a:ext cx="432048" cy="6426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[E] 113">
            <a:extLst>
              <a:ext uri="{FF2B5EF4-FFF2-40B4-BE49-F238E27FC236}">
                <a16:creationId xmlns:a16="http://schemas.microsoft.com/office/drawing/2014/main" id="{A5BF9307-0707-E541-DFB9-625EA1DA506F}"/>
              </a:ext>
            </a:extLst>
          </p:cNvPr>
          <p:cNvCxnSpPr>
            <a:cxnSpLocks/>
            <a:stCxn id="52" idx="2"/>
            <a:endCxn id="130" idx="0"/>
          </p:cNvCxnSpPr>
          <p:nvPr/>
        </p:nvCxnSpPr>
        <p:spPr>
          <a:xfrm rot="5400000">
            <a:off x="7433442" y="3590968"/>
            <a:ext cx="432048" cy="5682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[E] 116">
            <a:extLst>
              <a:ext uri="{FF2B5EF4-FFF2-40B4-BE49-F238E27FC236}">
                <a16:creationId xmlns:a16="http://schemas.microsoft.com/office/drawing/2014/main" id="{C9F1BB28-3B01-4FB3-987F-BD6F17FE7ABC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826122" y="3551869"/>
            <a:ext cx="432048" cy="6464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396B8319-9EB2-43FA-E07D-C489AA9774E8}"/>
              </a:ext>
            </a:extLst>
          </p:cNvPr>
          <p:cNvSpPr/>
          <p:nvPr/>
        </p:nvSpPr>
        <p:spPr>
          <a:xfrm>
            <a:off x="6785485" y="4091102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2, 5, 8</a:t>
            </a:r>
            <a:endParaRPr lang="ko-KR" altLang="en-US" sz="900"/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F5BA866B-3CB0-088A-EDA9-1BCB406A60D0}"/>
              </a:ext>
            </a:extLst>
          </p:cNvPr>
          <p:cNvSpPr/>
          <p:nvPr/>
        </p:nvSpPr>
        <p:spPr>
          <a:xfrm>
            <a:off x="1913045" y="238145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Partition : 0,</a:t>
            </a:r>
            <a:r>
              <a:rPr lang="ko-KR" altLang="en-US" sz="900"/>
              <a:t> </a:t>
            </a:r>
            <a:r>
              <a:rPr lang="en-US" altLang="ko-KR" sz="900"/>
              <a:t>3,</a:t>
            </a:r>
            <a:r>
              <a:rPr lang="ko-KR" altLang="en-US" sz="900"/>
              <a:t> </a:t>
            </a:r>
            <a:r>
              <a:rPr lang="en-US" altLang="ko-KR" sz="900"/>
              <a:t>6</a:t>
            </a:r>
            <a:endParaRPr lang="ko-KR" altLang="en-US" sz="900"/>
          </a:p>
        </p:txBody>
      </p:sp>
      <p:sp>
        <p:nvSpPr>
          <p:cNvPr id="162" name="모서리가 둥근 직사각형 161">
            <a:extLst>
              <a:ext uri="{FF2B5EF4-FFF2-40B4-BE49-F238E27FC236}">
                <a16:creationId xmlns:a16="http://schemas.microsoft.com/office/drawing/2014/main" id="{61B00B93-23AF-20AC-43FD-AFEB1BE068EE}"/>
              </a:ext>
            </a:extLst>
          </p:cNvPr>
          <p:cNvSpPr/>
          <p:nvPr/>
        </p:nvSpPr>
        <p:spPr>
          <a:xfrm>
            <a:off x="4638548" y="238145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Partition : 1, 4, 7</a:t>
            </a:r>
            <a:endParaRPr lang="ko-KR" altLang="en-US" sz="900"/>
          </a:p>
        </p:txBody>
      </p: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C628C90F-2351-9309-CD1E-C8BF3D563F30}"/>
              </a:ext>
            </a:extLst>
          </p:cNvPr>
          <p:cNvSpPr/>
          <p:nvPr/>
        </p:nvSpPr>
        <p:spPr>
          <a:xfrm>
            <a:off x="7353706" y="2381453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Shuffled</a:t>
            </a:r>
            <a:br>
              <a:rPr lang="en-US" altLang="ko-KR" sz="900"/>
            </a:br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Partition : 2, 5, 8</a:t>
            </a:r>
            <a:endParaRPr lang="ko-KR" altLang="en-US" sz="900"/>
          </a:p>
        </p:txBody>
      </p:sp>
      <p:cxnSp>
        <p:nvCxnSpPr>
          <p:cNvPr id="223" name="꺾인 연결선[E] 222">
            <a:extLst>
              <a:ext uri="{FF2B5EF4-FFF2-40B4-BE49-F238E27FC236}">
                <a16:creationId xmlns:a16="http://schemas.microsoft.com/office/drawing/2014/main" id="{2FE0B43A-9627-4CEF-F3B6-02A1245A05E0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4797477" y="1123197"/>
            <a:ext cx="429193" cy="412690"/>
          </a:xfrm>
          <a:prstGeom prst="bentConnector3">
            <a:avLst>
              <a:gd name="adj1" fmla="val 691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F827871D-37FD-8C8E-CD12-430892462D2C}"/>
              </a:ext>
            </a:extLst>
          </p:cNvPr>
          <p:cNvCxnSpPr>
            <a:cxnSpLocks/>
            <a:stCxn id="5" idx="3"/>
            <a:endCxn id="227" idx="3"/>
          </p:cNvCxnSpPr>
          <p:nvPr/>
        </p:nvCxnSpPr>
        <p:spPr>
          <a:xfrm>
            <a:off x="6836273" y="838091"/>
            <a:ext cx="1740601" cy="2572937"/>
          </a:xfrm>
          <a:prstGeom prst="bentConnector3">
            <a:avLst>
              <a:gd name="adj1" fmla="val 113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Oval 80">
            <a:extLst>
              <a:ext uri="{FF2B5EF4-FFF2-40B4-BE49-F238E27FC236}">
                <a16:creationId xmlns:a16="http://schemas.microsoft.com/office/drawing/2014/main" id="{8603BAEB-E776-5F7A-2D7E-6DB91BED3709}"/>
              </a:ext>
            </a:extLst>
          </p:cNvPr>
          <p:cNvSpPr/>
          <p:nvPr/>
        </p:nvSpPr>
        <p:spPr>
          <a:xfrm>
            <a:off x="4700633" y="104705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3" name="Oval 80">
            <a:extLst>
              <a:ext uri="{FF2B5EF4-FFF2-40B4-BE49-F238E27FC236}">
                <a16:creationId xmlns:a16="http://schemas.microsoft.com/office/drawing/2014/main" id="{4D4C470D-C3B5-78B1-1BEE-F4F7B9F28330}"/>
              </a:ext>
            </a:extLst>
          </p:cNvPr>
          <p:cNvSpPr/>
          <p:nvPr/>
        </p:nvSpPr>
        <p:spPr>
          <a:xfrm>
            <a:off x="1800753" y="375233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4" name="Oval 80">
            <a:extLst>
              <a:ext uri="{FF2B5EF4-FFF2-40B4-BE49-F238E27FC236}">
                <a16:creationId xmlns:a16="http://schemas.microsoft.com/office/drawing/2014/main" id="{652989AC-746C-B005-73D5-C6973A03FA56}"/>
              </a:ext>
            </a:extLst>
          </p:cNvPr>
          <p:cNvSpPr/>
          <p:nvPr/>
        </p:nvSpPr>
        <p:spPr>
          <a:xfrm>
            <a:off x="4536887" y="375233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5" name="Oval 80">
            <a:extLst>
              <a:ext uri="{FF2B5EF4-FFF2-40B4-BE49-F238E27FC236}">
                <a16:creationId xmlns:a16="http://schemas.microsoft.com/office/drawing/2014/main" id="{58E5A844-8D91-3EF5-B999-F01E894F4709}"/>
              </a:ext>
            </a:extLst>
          </p:cNvPr>
          <p:cNvSpPr/>
          <p:nvPr/>
        </p:nvSpPr>
        <p:spPr>
          <a:xfrm>
            <a:off x="7257343" y="375233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96" name="Oval 80">
            <a:extLst>
              <a:ext uri="{FF2B5EF4-FFF2-40B4-BE49-F238E27FC236}">
                <a16:creationId xmlns:a16="http://schemas.microsoft.com/office/drawing/2014/main" id="{91F40D31-9EA9-615B-52BF-02EB6C9C6800}"/>
              </a:ext>
            </a:extLst>
          </p:cNvPr>
          <p:cNvSpPr/>
          <p:nvPr/>
        </p:nvSpPr>
        <p:spPr>
          <a:xfrm>
            <a:off x="6726975" y="72133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CB4F30B-B384-0DE6-D72D-FD2BDE104D5F}"/>
              </a:ext>
            </a:extLst>
          </p:cNvPr>
          <p:cNvSpPr/>
          <p:nvPr/>
        </p:nvSpPr>
        <p:spPr>
          <a:xfrm>
            <a:off x="1859962" y="1544139"/>
            <a:ext cx="6716912" cy="643077"/>
          </a:xfrm>
          <a:prstGeom prst="roundRect">
            <a:avLst>
              <a:gd name="adj" fmla="val 96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B176725-25B9-6117-17F9-E157B2F69C4E}"/>
              </a:ext>
            </a:extLst>
          </p:cNvPr>
          <p:cNvSpPr/>
          <p:nvPr/>
        </p:nvSpPr>
        <p:spPr>
          <a:xfrm>
            <a:off x="1913045" y="1606959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0, 1,</a:t>
            </a:r>
            <a:r>
              <a:rPr lang="ko-KR" altLang="en-US" sz="900"/>
              <a:t> </a:t>
            </a:r>
            <a:r>
              <a:rPr lang="en-US" altLang="ko-KR" sz="900"/>
              <a:t>2</a:t>
            </a:r>
            <a:endParaRPr lang="ko-KR" altLang="en-US" sz="90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B20E075-7A77-4C6E-A2A2-09D0F7FE2E71}"/>
              </a:ext>
            </a:extLst>
          </p:cNvPr>
          <p:cNvSpPr/>
          <p:nvPr/>
        </p:nvSpPr>
        <p:spPr>
          <a:xfrm>
            <a:off x="4638548" y="1606959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3,</a:t>
            </a:r>
            <a:r>
              <a:rPr lang="ko-KR" altLang="en-US" sz="900"/>
              <a:t> </a:t>
            </a:r>
            <a:r>
              <a:rPr lang="en-US" altLang="ko-KR" sz="900"/>
              <a:t>4,</a:t>
            </a:r>
            <a:r>
              <a:rPr lang="ko-KR" altLang="en-US" sz="900"/>
              <a:t> </a:t>
            </a:r>
            <a:r>
              <a:rPr lang="en-US" altLang="ko-KR" sz="900"/>
              <a:t>5</a:t>
            </a:r>
            <a:endParaRPr lang="ko-KR" altLang="en-US" sz="90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CA93337-1918-225F-9007-F00A8A6440A1}"/>
              </a:ext>
            </a:extLst>
          </p:cNvPr>
          <p:cNvSpPr/>
          <p:nvPr/>
        </p:nvSpPr>
        <p:spPr>
          <a:xfrm>
            <a:off x="7353706" y="1606959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6,</a:t>
            </a:r>
            <a:r>
              <a:rPr lang="ko-KR" altLang="en-US" sz="900"/>
              <a:t> </a:t>
            </a:r>
            <a:r>
              <a:rPr lang="en-US" altLang="ko-KR" sz="900"/>
              <a:t>7,</a:t>
            </a:r>
            <a:r>
              <a:rPr lang="ko-KR" altLang="en-US" sz="900"/>
              <a:t> </a:t>
            </a:r>
            <a:r>
              <a:rPr lang="en-US" altLang="ko-KR" sz="900"/>
              <a:t>8</a:t>
            </a:r>
            <a:endParaRPr lang="ko-KR" altLang="en-US" sz="900"/>
          </a:p>
        </p:txBody>
      </p: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8A19F75C-9661-5213-1E4F-4A0060A02421}"/>
              </a:ext>
            </a:extLst>
          </p:cNvPr>
          <p:cNvCxnSpPr>
            <a:cxnSpLocks/>
            <a:stCxn id="161" idx="1"/>
            <a:endCxn id="19" idx="0"/>
          </p:cNvCxnSpPr>
          <p:nvPr/>
        </p:nvCxnSpPr>
        <p:spPr>
          <a:xfrm rot="10800000" flipV="1">
            <a:off x="1272935" y="2633480"/>
            <a:ext cx="640110" cy="5215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[E] 26">
            <a:extLst>
              <a:ext uri="{FF2B5EF4-FFF2-40B4-BE49-F238E27FC236}">
                <a16:creationId xmlns:a16="http://schemas.microsoft.com/office/drawing/2014/main" id="{F3F0032C-979E-6A0C-33B4-9EF433C79C15}"/>
              </a:ext>
            </a:extLst>
          </p:cNvPr>
          <p:cNvCxnSpPr>
            <a:cxnSpLocks/>
            <a:stCxn id="163" idx="1"/>
            <a:endCxn id="29" idx="0"/>
          </p:cNvCxnSpPr>
          <p:nvPr/>
        </p:nvCxnSpPr>
        <p:spPr>
          <a:xfrm rot="10800000" flipV="1">
            <a:off x="6718938" y="2633480"/>
            <a:ext cx="634769" cy="5215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AF3E7AD-AAB1-AA06-13DC-8957D661DE1F}"/>
              </a:ext>
            </a:extLst>
          </p:cNvPr>
          <p:cNvCxnSpPr>
            <a:cxnSpLocks/>
            <a:stCxn id="9" idx="2"/>
            <a:endCxn id="163" idx="0"/>
          </p:cNvCxnSpPr>
          <p:nvPr/>
        </p:nvCxnSpPr>
        <p:spPr>
          <a:xfrm>
            <a:off x="2492915" y="2111015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4063E66-C58F-7295-916C-69F49C80AFFE}"/>
              </a:ext>
            </a:extLst>
          </p:cNvPr>
          <p:cNvCxnSpPr>
            <a:cxnSpLocks/>
            <a:stCxn id="9" idx="2"/>
            <a:endCxn id="162" idx="0"/>
          </p:cNvCxnSpPr>
          <p:nvPr/>
        </p:nvCxnSpPr>
        <p:spPr>
          <a:xfrm>
            <a:off x="2492915" y="2111015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4C6183E-918E-6B33-8487-E1AF259694DD}"/>
              </a:ext>
            </a:extLst>
          </p:cNvPr>
          <p:cNvCxnSpPr>
            <a:cxnSpLocks/>
            <a:stCxn id="9" idx="2"/>
            <a:endCxn id="161" idx="0"/>
          </p:cNvCxnSpPr>
          <p:nvPr/>
        </p:nvCxnSpPr>
        <p:spPr>
          <a:xfrm>
            <a:off x="2492915" y="2111015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6DDEB5B-1D42-D613-31C1-66E50277CC5C}"/>
              </a:ext>
            </a:extLst>
          </p:cNvPr>
          <p:cNvCxnSpPr>
            <a:cxnSpLocks/>
            <a:stCxn id="10" idx="2"/>
            <a:endCxn id="161" idx="0"/>
          </p:cNvCxnSpPr>
          <p:nvPr/>
        </p:nvCxnSpPr>
        <p:spPr>
          <a:xfrm flipH="1">
            <a:off x="2492915" y="2111015"/>
            <a:ext cx="2725503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CE3E352-4ABB-DC58-0679-42BA74E18DDC}"/>
              </a:ext>
            </a:extLst>
          </p:cNvPr>
          <p:cNvCxnSpPr>
            <a:cxnSpLocks/>
            <a:stCxn id="10" idx="2"/>
            <a:endCxn id="162" idx="0"/>
          </p:cNvCxnSpPr>
          <p:nvPr/>
        </p:nvCxnSpPr>
        <p:spPr>
          <a:xfrm>
            <a:off x="5218418" y="2111015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7F3787-F793-7A95-29F8-756C6024C3E4}"/>
              </a:ext>
            </a:extLst>
          </p:cNvPr>
          <p:cNvCxnSpPr>
            <a:cxnSpLocks/>
            <a:stCxn id="10" idx="2"/>
            <a:endCxn id="163" idx="0"/>
          </p:cNvCxnSpPr>
          <p:nvPr/>
        </p:nvCxnSpPr>
        <p:spPr>
          <a:xfrm>
            <a:off x="5218418" y="2111015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8A57E90-8B73-6950-195C-0640A01EFB7C}"/>
              </a:ext>
            </a:extLst>
          </p:cNvPr>
          <p:cNvCxnSpPr>
            <a:cxnSpLocks/>
            <a:stCxn id="11" idx="2"/>
            <a:endCxn id="163" idx="0"/>
          </p:cNvCxnSpPr>
          <p:nvPr/>
        </p:nvCxnSpPr>
        <p:spPr>
          <a:xfrm>
            <a:off x="7933576" y="2111015"/>
            <a:ext cx="0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82D7952-4EC5-75D7-0A6A-ADE908986EC8}"/>
              </a:ext>
            </a:extLst>
          </p:cNvPr>
          <p:cNvCxnSpPr>
            <a:cxnSpLocks/>
            <a:stCxn id="11" idx="2"/>
            <a:endCxn id="162" idx="0"/>
          </p:cNvCxnSpPr>
          <p:nvPr/>
        </p:nvCxnSpPr>
        <p:spPr>
          <a:xfrm flipH="1">
            <a:off x="5218418" y="2111015"/>
            <a:ext cx="2715158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3F466FF-9590-917A-9880-38F46B9259C5}"/>
              </a:ext>
            </a:extLst>
          </p:cNvPr>
          <p:cNvCxnSpPr>
            <a:cxnSpLocks/>
            <a:stCxn id="11" idx="2"/>
            <a:endCxn id="161" idx="0"/>
          </p:cNvCxnSpPr>
          <p:nvPr/>
        </p:nvCxnSpPr>
        <p:spPr>
          <a:xfrm flipH="1">
            <a:off x="2492915" y="2111015"/>
            <a:ext cx="5440661" cy="27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80">
            <a:extLst>
              <a:ext uri="{FF2B5EF4-FFF2-40B4-BE49-F238E27FC236}">
                <a16:creationId xmlns:a16="http://schemas.microsoft.com/office/drawing/2014/main" id="{B8189058-F858-EDF4-75E3-D1B73CC94989}"/>
              </a:ext>
            </a:extLst>
          </p:cNvPr>
          <p:cNvSpPr/>
          <p:nvPr/>
        </p:nvSpPr>
        <p:spPr>
          <a:xfrm>
            <a:off x="2384902" y="205476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3" name="Oval 80">
            <a:extLst>
              <a:ext uri="{FF2B5EF4-FFF2-40B4-BE49-F238E27FC236}">
                <a16:creationId xmlns:a16="http://schemas.microsoft.com/office/drawing/2014/main" id="{7717183F-37B5-A533-7DC5-23E81842D994}"/>
              </a:ext>
            </a:extLst>
          </p:cNvPr>
          <p:cNvSpPr/>
          <p:nvPr/>
        </p:nvSpPr>
        <p:spPr>
          <a:xfrm>
            <a:off x="5113454" y="205476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4" name="Oval 80">
            <a:extLst>
              <a:ext uri="{FF2B5EF4-FFF2-40B4-BE49-F238E27FC236}">
                <a16:creationId xmlns:a16="http://schemas.microsoft.com/office/drawing/2014/main" id="{181828B6-8356-F1A7-5940-3A1C0D1013C5}"/>
              </a:ext>
            </a:extLst>
          </p:cNvPr>
          <p:cNvSpPr/>
          <p:nvPr/>
        </p:nvSpPr>
        <p:spPr>
          <a:xfrm>
            <a:off x="7823699" y="205476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6" name="Oval 80">
            <a:extLst>
              <a:ext uri="{FF2B5EF4-FFF2-40B4-BE49-F238E27FC236}">
                <a16:creationId xmlns:a16="http://schemas.microsoft.com/office/drawing/2014/main" id="{E201E5A3-102F-FD39-8CCF-B064225214C9}"/>
              </a:ext>
            </a:extLst>
          </p:cNvPr>
          <p:cNvSpPr/>
          <p:nvPr/>
        </p:nvSpPr>
        <p:spPr>
          <a:xfrm>
            <a:off x="1792158" y="2533610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Oval 80">
            <a:extLst>
              <a:ext uri="{FF2B5EF4-FFF2-40B4-BE49-F238E27FC236}">
                <a16:creationId xmlns:a16="http://schemas.microsoft.com/office/drawing/2014/main" id="{BA7FCE37-1FBE-20C2-02F8-A5B1F55BD02C}"/>
              </a:ext>
            </a:extLst>
          </p:cNvPr>
          <p:cNvSpPr/>
          <p:nvPr/>
        </p:nvSpPr>
        <p:spPr>
          <a:xfrm>
            <a:off x="4520710" y="2533610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8" name="Oval 80">
            <a:extLst>
              <a:ext uri="{FF2B5EF4-FFF2-40B4-BE49-F238E27FC236}">
                <a16:creationId xmlns:a16="http://schemas.microsoft.com/office/drawing/2014/main" id="{559C62E3-E400-EF79-DFEC-6D33E2EB7851}"/>
              </a:ext>
            </a:extLst>
          </p:cNvPr>
          <p:cNvSpPr/>
          <p:nvPr/>
        </p:nvSpPr>
        <p:spPr>
          <a:xfrm>
            <a:off x="7230955" y="2533610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077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EDF4-7B4D-EAFC-9A85-4244899F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2">
            <a:extLst>
              <a:ext uri="{FF2B5EF4-FFF2-40B4-BE49-F238E27FC236}">
                <a16:creationId xmlns:a16="http://schemas.microsoft.com/office/drawing/2014/main" id="{A2CED87C-5EF3-97F1-BB4D-4F6FB1216D05}"/>
              </a:ext>
            </a:extLst>
          </p:cNvPr>
          <p:cNvSpPr/>
          <p:nvPr/>
        </p:nvSpPr>
        <p:spPr>
          <a:xfrm>
            <a:off x="710174" y="483518"/>
            <a:ext cx="1274879" cy="1584176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Driver</a:t>
            </a:r>
            <a:endParaRPr lang="ko-KR" altLang="en-US" sz="1000" b="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30A0C6-CD3A-D080-44FA-6615E93A5F1C}"/>
              </a:ext>
            </a:extLst>
          </p:cNvPr>
          <p:cNvSpPr/>
          <p:nvPr/>
        </p:nvSpPr>
        <p:spPr>
          <a:xfrm>
            <a:off x="3563889" y="483518"/>
            <a:ext cx="4441695" cy="864096"/>
          </a:xfrm>
          <a:prstGeom prst="roundRect">
            <a:avLst>
              <a:gd name="adj" fmla="val 965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</a:rPr>
              <a:t>External Storage</a:t>
            </a:r>
            <a:endParaRPr lang="en-KR" sz="1000" b="1">
              <a:solidFill>
                <a:sysClr val="windowText" lastClr="000000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0033435-DB08-D545-4DBC-6697AADD4C09}"/>
              </a:ext>
            </a:extLst>
          </p:cNvPr>
          <p:cNvSpPr/>
          <p:nvPr/>
        </p:nvSpPr>
        <p:spPr>
          <a:xfrm>
            <a:off x="3767476" y="855142"/>
            <a:ext cx="1030948" cy="360040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  <a:endParaRPr lang="ko-KR" altLang="en-US" sz="90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243ACBD-526F-4C8A-D3BD-933C5ED55E6D}"/>
              </a:ext>
            </a:extLst>
          </p:cNvPr>
          <p:cNvSpPr/>
          <p:nvPr/>
        </p:nvSpPr>
        <p:spPr>
          <a:xfrm>
            <a:off x="5290559" y="855142"/>
            <a:ext cx="1022936" cy="360040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  <a:endParaRPr lang="ko-KR" altLang="en-US" sz="900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E586236-A883-AE17-231F-B4703984E76D}"/>
              </a:ext>
            </a:extLst>
          </p:cNvPr>
          <p:cNvSpPr/>
          <p:nvPr/>
        </p:nvSpPr>
        <p:spPr>
          <a:xfrm>
            <a:off x="827584" y="857672"/>
            <a:ext cx="1034718" cy="360040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  <a:endParaRPr lang="ko-KR" altLang="en-US" sz="90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CCBF675-43E8-73FF-CD1D-0D89A63CEAEE}"/>
              </a:ext>
            </a:extLst>
          </p:cNvPr>
          <p:cNvSpPr/>
          <p:nvPr/>
        </p:nvSpPr>
        <p:spPr>
          <a:xfrm>
            <a:off x="827584" y="1591866"/>
            <a:ext cx="1034718" cy="360040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32DA10-303E-214E-63B2-1FA4F91816FC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1862302" y="1035162"/>
            <a:ext cx="1905174" cy="25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8B406E1-F1FF-0A7C-9EF9-0B84EE2A409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44943" y="1217712"/>
            <a:ext cx="0" cy="374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9F2B06BF-6667-4E2E-6123-1E6EF8F4E4E4}"/>
              </a:ext>
            </a:extLst>
          </p:cNvPr>
          <p:cNvSpPr/>
          <p:nvPr/>
        </p:nvSpPr>
        <p:spPr>
          <a:xfrm>
            <a:off x="710174" y="2701651"/>
            <a:ext cx="2562374" cy="1977555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C3F208CC-A1FA-410D-A998-E07C96DE01C0}"/>
              </a:ext>
            </a:extLst>
          </p:cNvPr>
          <p:cNvSpPr/>
          <p:nvPr/>
        </p:nvSpPr>
        <p:spPr>
          <a:xfrm>
            <a:off x="3433175" y="2701651"/>
            <a:ext cx="2562374" cy="1977555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A6EA06D1-D68E-91C3-2EEE-F840CA71E77A}"/>
              </a:ext>
            </a:extLst>
          </p:cNvPr>
          <p:cNvSpPr/>
          <p:nvPr/>
        </p:nvSpPr>
        <p:spPr>
          <a:xfrm>
            <a:off x="6156176" y="2701651"/>
            <a:ext cx="2562374" cy="1977555"/>
          </a:xfrm>
          <a:prstGeom prst="roundRect">
            <a:avLst>
              <a:gd name="adj" fmla="val 851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4C93AE5-180A-C8D4-476B-F1C79EA8A1B4}"/>
              </a:ext>
            </a:extLst>
          </p:cNvPr>
          <p:cNvSpPr/>
          <p:nvPr/>
        </p:nvSpPr>
        <p:spPr>
          <a:xfrm>
            <a:off x="3550585" y="307580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0836070-2A37-3673-2F79-7CF9F658C4AA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>
            <a:off x="1344943" y="1951906"/>
            <a:ext cx="0" cy="1123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F8657CB2-4A9D-0BAF-F4FF-D9F97D94FDB6}"/>
              </a:ext>
            </a:extLst>
          </p:cNvPr>
          <p:cNvSpPr/>
          <p:nvPr/>
        </p:nvSpPr>
        <p:spPr>
          <a:xfrm>
            <a:off x="6273586" y="307580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CD032F7-655B-64A1-ABB4-7390DDAECEB6}"/>
              </a:ext>
            </a:extLst>
          </p:cNvPr>
          <p:cNvSpPr/>
          <p:nvPr/>
        </p:nvSpPr>
        <p:spPr>
          <a:xfrm>
            <a:off x="827584" y="3075806"/>
            <a:ext cx="1034718" cy="504056"/>
          </a:xfrm>
          <a:prstGeom prst="roundRect">
            <a:avLst>
              <a:gd name="adj" fmla="val 1103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Smaller Table</a:t>
            </a:r>
          </a:p>
          <a:p>
            <a:pPr algn="ctr"/>
            <a:r>
              <a:rPr lang="en-US" altLang="ko-KR" sz="900"/>
              <a:t>Hash Table</a:t>
            </a:r>
            <a:endParaRPr lang="ko-KR" altLang="en-US" sz="9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BB9C468D-4A59-FE1E-2831-39692D787FEC}"/>
              </a:ext>
            </a:extLst>
          </p:cNvPr>
          <p:cNvSpPr/>
          <p:nvPr/>
        </p:nvSpPr>
        <p:spPr>
          <a:xfrm>
            <a:off x="1985053" y="307580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0, 3, 6 </a:t>
            </a:r>
            <a:endParaRPr lang="ko-KR" altLang="en-US" sz="900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04F094B-985A-DB5F-63DC-84435D954072}"/>
              </a:ext>
            </a:extLst>
          </p:cNvPr>
          <p:cNvSpPr/>
          <p:nvPr/>
        </p:nvSpPr>
        <p:spPr>
          <a:xfrm>
            <a:off x="4710556" y="307580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1, 4, 7 </a:t>
            </a:r>
            <a:endParaRPr lang="ko-KR" altLang="en-US" sz="900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14AE1EC2-E80E-61AA-D39F-1953C8DF19AB}"/>
              </a:ext>
            </a:extLst>
          </p:cNvPr>
          <p:cNvSpPr/>
          <p:nvPr/>
        </p:nvSpPr>
        <p:spPr>
          <a:xfrm>
            <a:off x="7425714" y="3075806"/>
            <a:ext cx="1159740" cy="504056"/>
          </a:xfrm>
          <a:prstGeom prst="roundRect">
            <a:avLst>
              <a:gd name="adj" fmla="val 11033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Bigger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2, 5, 8 </a:t>
            </a:r>
            <a:endParaRPr lang="ko-KR" altLang="en-US" sz="900"/>
          </a:p>
        </p:txBody>
      </p:sp>
      <p:cxnSp>
        <p:nvCxnSpPr>
          <p:cNvPr id="60" name="꺾인 연결선[E] 59">
            <a:extLst>
              <a:ext uri="{FF2B5EF4-FFF2-40B4-BE49-F238E27FC236}">
                <a16:creationId xmlns:a16="http://schemas.microsoft.com/office/drawing/2014/main" id="{9BB14B21-F4D8-E429-EA78-476520786D6D}"/>
              </a:ext>
            </a:extLst>
          </p:cNvPr>
          <p:cNvCxnSpPr>
            <a:cxnSpLocks/>
            <a:stCxn id="5" idx="2"/>
            <a:endCxn id="46" idx="0"/>
          </p:cNvCxnSpPr>
          <p:nvPr/>
        </p:nvCxnSpPr>
        <p:spPr>
          <a:xfrm rot="5400000">
            <a:off x="3253163" y="526942"/>
            <a:ext cx="1860624" cy="323710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[E] 61">
            <a:extLst>
              <a:ext uri="{FF2B5EF4-FFF2-40B4-BE49-F238E27FC236}">
                <a16:creationId xmlns:a16="http://schemas.microsoft.com/office/drawing/2014/main" id="{0D13D336-606D-D122-D56F-AA7858F5DB47}"/>
              </a:ext>
            </a:extLst>
          </p:cNvPr>
          <p:cNvCxnSpPr>
            <a:cxnSpLocks/>
            <a:stCxn id="5" idx="2"/>
            <a:endCxn id="49" idx="0"/>
          </p:cNvCxnSpPr>
          <p:nvPr/>
        </p:nvCxnSpPr>
        <p:spPr>
          <a:xfrm rot="5400000">
            <a:off x="4615915" y="1889694"/>
            <a:ext cx="1860624" cy="5116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[E] 64">
            <a:extLst>
              <a:ext uri="{FF2B5EF4-FFF2-40B4-BE49-F238E27FC236}">
                <a16:creationId xmlns:a16="http://schemas.microsoft.com/office/drawing/2014/main" id="{9D6C7275-B578-991F-8BD3-4569BB5C8811}"/>
              </a:ext>
            </a:extLst>
          </p:cNvPr>
          <p:cNvCxnSpPr>
            <a:cxnSpLocks/>
            <a:stCxn id="5" idx="2"/>
            <a:endCxn id="52" idx="0"/>
          </p:cNvCxnSpPr>
          <p:nvPr/>
        </p:nvCxnSpPr>
        <p:spPr>
          <a:xfrm rot="16200000" flipH="1">
            <a:off x="5973493" y="1043715"/>
            <a:ext cx="1860624" cy="22035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F9EBF2BB-FBC5-410A-B3E9-AE14D4EEDB69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16200000" flipH="1">
            <a:off x="2144493" y="1152355"/>
            <a:ext cx="1123900" cy="27230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1F4D1EA8-F33E-B8CD-2E19-72307DA878A0}"/>
              </a:ext>
            </a:extLst>
          </p:cNvPr>
          <p:cNvCxnSpPr>
            <a:cxnSpLocks/>
            <a:stCxn id="20" idx="3"/>
            <a:endCxn id="29" idx="0"/>
          </p:cNvCxnSpPr>
          <p:nvPr/>
        </p:nvCxnSpPr>
        <p:spPr>
          <a:xfrm flipV="1">
            <a:off x="4585303" y="3075806"/>
            <a:ext cx="2205642" cy="252028"/>
          </a:xfrm>
          <a:prstGeom prst="bentConnector4">
            <a:avLst>
              <a:gd name="adj1" fmla="val 2819"/>
              <a:gd name="adj2" fmla="val 14316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2F2D181E-D045-EC06-2E8B-4136A51766B3}"/>
              </a:ext>
            </a:extLst>
          </p:cNvPr>
          <p:cNvSpPr/>
          <p:nvPr/>
        </p:nvSpPr>
        <p:spPr>
          <a:xfrm>
            <a:off x="1405183" y="401191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0, 3, 6 </a:t>
            </a:r>
            <a:endParaRPr lang="ko-KR" altLang="en-US" sz="900"/>
          </a:p>
        </p:txBody>
      </p: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80949592-5E61-E330-094F-C91B4FAD0274}"/>
              </a:ext>
            </a:extLst>
          </p:cNvPr>
          <p:cNvCxnSpPr>
            <a:cxnSpLocks/>
            <a:stCxn id="46" idx="2"/>
            <a:endCxn id="83" idx="0"/>
          </p:cNvCxnSpPr>
          <p:nvPr/>
        </p:nvCxnSpPr>
        <p:spPr>
          <a:xfrm rot="5400000">
            <a:off x="2058964" y="3505951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D2B9109D-85EC-9B87-7B75-29202BEF48EB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16200000" flipH="1">
            <a:off x="1448974" y="3475831"/>
            <a:ext cx="432048" cy="6401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6914EA2D-E5D9-750F-ADEC-4615A3B52E6B}"/>
              </a:ext>
            </a:extLst>
          </p:cNvPr>
          <p:cNvSpPr/>
          <p:nvPr/>
        </p:nvSpPr>
        <p:spPr>
          <a:xfrm>
            <a:off x="4130686" y="401191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1, 4, 7 </a:t>
            </a:r>
            <a:endParaRPr lang="ko-KR" altLang="en-US" sz="900"/>
          </a:p>
        </p:txBody>
      </p:sp>
      <p:cxnSp>
        <p:nvCxnSpPr>
          <p:cNvPr id="94" name="꺾인 연결선[E] 93">
            <a:extLst>
              <a:ext uri="{FF2B5EF4-FFF2-40B4-BE49-F238E27FC236}">
                <a16:creationId xmlns:a16="http://schemas.microsoft.com/office/drawing/2014/main" id="{0EBC1E79-5928-CE5B-4C68-DF8F6A1CA930}"/>
              </a:ext>
            </a:extLst>
          </p:cNvPr>
          <p:cNvCxnSpPr>
            <a:cxnSpLocks/>
            <a:stCxn id="49" idx="2"/>
            <a:endCxn id="92" idx="0"/>
          </p:cNvCxnSpPr>
          <p:nvPr/>
        </p:nvCxnSpPr>
        <p:spPr>
          <a:xfrm rot="5400000">
            <a:off x="4784467" y="3505951"/>
            <a:ext cx="432048" cy="579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9990D7AA-CDCB-CA17-A59B-F346F1216AE6}"/>
              </a:ext>
            </a:extLst>
          </p:cNvPr>
          <p:cNvCxnSpPr>
            <a:cxnSpLocks/>
            <a:stCxn id="20" idx="2"/>
            <a:endCxn id="92" idx="0"/>
          </p:cNvCxnSpPr>
          <p:nvPr/>
        </p:nvCxnSpPr>
        <p:spPr>
          <a:xfrm rot="16200000" flipH="1">
            <a:off x="4173226" y="3474580"/>
            <a:ext cx="432048" cy="6426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[E] 113">
            <a:extLst>
              <a:ext uri="{FF2B5EF4-FFF2-40B4-BE49-F238E27FC236}">
                <a16:creationId xmlns:a16="http://schemas.microsoft.com/office/drawing/2014/main" id="{DED4C302-8EB9-5CD7-B98B-3F0EEC16CB33}"/>
              </a:ext>
            </a:extLst>
          </p:cNvPr>
          <p:cNvCxnSpPr>
            <a:cxnSpLocks/>
            <a:stCxn id="52" idx="2"/>
            <a:endCxn id="130" idx="0"/>
          </p:cNvCxnSpPr>
          <p:nvPr/>
        </p:nvCxnSpPr>
        <p:spPr>
          <a:xfrm rot="5400000">
            <a:off x="7505450" y="3511776"/>
            <a:ext cx="432048" cy="5682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[E] 116">
            <a:extLst>
              <a:ext uri="{FF2B5EF4-FFF2-40B4-BE49-F238E27FC236}">
                <a16:creationId xmlns:a16="http://schemas.microsoft.com/office/drawing/2014/main" id="{80FEFD3B-7386-91A4-FAD8-28D46C4AC18F}"/>
              </a:ext>
            </a:extLst>
          </p:cNvPr>
          <p:cNvCxnSpPr>
            <a:cxnSpLocks/>
            <a:stCxn id="29" idx="2"/>
            <a:endCxn id="130" idx="0"/>
          </p:cNvCxnSpPr>
          <p:nvPr/>
        </p:nvCxnSpPr>
        <p:spPr>
          <a:xfrm rot="16200000" flipH="1">
            <a:off x="6898130" y="3472677"/>
            <a:ext cx="432048" cy="6464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EAECD9B0-ABA6-86C2-41CB-059A9D3C28CB}"/>
              </a:ext>
            </a:extLst>
          </p:cNvPr>
          <p:cNvSpPr/>
          <p:nvPr/>
        </p:nvSpPr>
        <p:spPr>
          <a:xfrm>
            <a:off x="6857493" y="4011910"/>
            <a:ext cx="1159740" cy="550366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Joined Table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Partition : 2, 5, 8</a:t>
            </a:r>
            <a:endParaRPr lang="ko-KR" altLang="en-US" sz="900"/>
          </a:p>
        </p:txBody>
      </p:sp>
      <p:sp>
        <p:nvSpPr>
          <p:cNvPr id="142" name="모서리가 둥근 직사각형 141">
            <a:extLst>
              <a:ext uri="{FF2B5EF4-FFF2-40B4-BE49-F238E27FC236}">
                <a16:creationId xmlns:a16="http://schemas.microsoft.com/office/drawing/2014/main" id="{0D78F2EA-791C-ADC3-C4B4-4EA6C003868A}"/>
              </a:ext>
            </a:extLst>
          </p:cNvPr>
          <p:cNvSpPr/>
          <p:nvPr/>
        </p:nvSpPr>
        <p:spPr>
          <a:xfrm>
            <a:off x="6806234" y="859531"/>
            <a:ext cx="1022936" cy="360040"/>
          </a:xfrm>
          <a:prstGeom prst="roundRect">
            <a:avLst>
              <a:gd name="adj" fmla="val 1103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Joined Table</a:t>
            </a:r>
          </a:p>
        </p:txBody>
      </p:sp>
      <p:cxnSp>
        <p:nvCxnSpPr>
          <p:cNvPr id="143" name="꺾인 연결선[E] 142">
            <a:extLst>
              <a:ext uri="{FF2B5EF4-FFF2-40B4-BE49-F238E27FC236}">
                <a16:creationId xmlns:a16="http://schemas.microsoft.com/office/drawing/2014/main" id="{7189EB31-757C-FFFA-C958-37CA1C3A3F1F}"/>
              </a:ext>
            </a:extLst>
          </p:cNvPr>
          <p:cNvCxnSpPr>
            <a:cxnSpLocks/>
            <a:stCxn id="92" idx="2"/>
            <a:endCxn id="142" idx="3"/>
          </p:cNvCxnSpPr>
          <p:nvPr/>
        </p:nvCxnSpPr>
        <p:spPr>
          <a:xfrm rot="5400000" flipH="1" flipV="1">
            <a:off x="4508500" y="1241607"/>
            <a:ext cx="3522725" cy="3118614"/>
          </a:xfrm>
          <a:prstGeom prst="bentConnector4">
            <a:avLst>
              <a:gd name="adj1" fmla="val -6489"/>
              <a:gd name="adj2" fmla="val 1328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[E] 145">
            <a:extLst>
              <a:ext uri="{FF2B5EF4-FFF2-40B4-BE49-F238E27FC236}">
                <a16:creationId xmlns:a16="http://schemas.microsoft.com/office/drawing/2014/main" id="{65C1D19E-CA90-6C34-1EDA-44577240C334}"/>
              </a:ext>
            </a:extLst>
          </p:cNvPr>
          <p:cNvCxnSpPr>
            <a:cxnSpLocks/>
            <a:stCxn id="130" idx="2"/>
            <a:endCxn id="142" idx="3"/>
          </p:cNvCxnSpPr>
          <p:nvPr/>
        </p:nvCxnSpPr>
        <p:spPr>
          <a:xfrm rot="5400000" flipH="1" flipV="1">
            <a:off x="5871903" y="2605010"/>
            <a:ext cx="3522725" cy="391807"/>
          </a:xfrm>
          <a:prstGeom prst="bentConnector4">
            <a:avLst>
              <a:gd name="adj1" fmla="val -6489"/>
              <a:gd name="adj2" fmla="val 3624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[E] 148">
            <a:extLst>
              <a:ext uri="{FF2B5EF4-FFF2-40B4-BE49-F238E27FC236}">
                <a16:creationId xmlns:a16="http://schemas.microsoft.com/office/drawing/2014/main" id="{0F036B42-44C6-7A25-451D-107681936B04}"/>
              </a:ext>
            </a:extLst>
          </p:cNvPr>
          <p:cNvCxnSpPr>
            <a:cxnSpLocks/>
            <a:stCxn id="83" idx="2"/>
            <a:endCxn id="142" idx="3"/>
          </p:cNvCxnSpPr>
          <p:nvPr/>
        </p:nvCxnSpPr>
        <p:spPr>
          <a:xfrm rot="5400000" flipH="1" flipV="1">
            <a:off x="3145748" y="-121145"/>
            <a:ext cx="3522725" cy="5844117"/>
          </a:xfrm>
          <a:prstGeom prst="bentConnector4">
            <a:avLst>
              <a:gd name="adj1" fmla="val -6489"/>
              <a:gd name="adj2" fmla="val 1175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132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1758090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1902092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 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020455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621353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691680" y="1131589"/>
            <a:ext cx="6024232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270112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329430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5745123" y="1344331"/>
            <a:ext cx="803156" cy="1036401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437748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1758088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179156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4863498" y="203741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373501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044944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329430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373501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044944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1949910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691679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1905839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1949910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650278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6641839" y="1344330"/>
            <a:ext cx="886364" cy="1036401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4934662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5878737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6799456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465246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1961351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6708524" y="1446074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6708524" y="1611441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6707268" y="1778262"/>
            <a:ext cx="478957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 rot="5400000">
            <a:off x="7048866" y="1626943"/>
            <a:ext cx="596353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5839367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5838618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150300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 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1957483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357369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7464876" y="2380731"/>
            <a:ext cx="0" cy="1249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442556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2949000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51371" y="4220744"/>
            <a:ext cx="118644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aws CLI</a:t>
            </a:r>
          </a:p>
          <a:p>
            <a:pPr algn="ctr"/>
            <a:r>
              <a:rPr lang="en-US" altLang="ko-KR" sz="900" b="1"/>
              <a:t>(startJobRun API)</a:t>
            </a:r>
            <a:endParaRPr lang="ko-KR" altLang="en-US" sz="9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202503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1905840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646346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465246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Event Log S3 Info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5957302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155483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071316" y="4498995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runner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1921040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012505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371507" y="4044499"/>
            <a:ext cx="530585" cy="37180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088221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361184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357093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6448231" y="800770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1"/>
            <a:endCxn id="62" idx="2"/>
          </p:cNvCxnSpPr>
          <p:nvPr/>
        </p:nvCxnSpPr>
        <p:spPr>
          <a:xfrm rot="10800000">
            <a:off x="6296201" y="814663"/>
            <a:ext cx="152031" cy="1553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57" idx="0"/>
          </p:cNvCxnSpPr>
          <p:nvPr/>
        </p:nvCxnSpPr>
        <p:spPr>
          <a:xfrm rot="5400000" flipH="1" flipV="1">
            <a:off x="2076637" y="152770"/>
            <a:ext cx="2784375" cy="5049148"/>
          </a:xfrm>
          <a:prstGeom prst="bentConnector3">
            <a:avLst>
              <a:gd name="adj1" fmla="val 10821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836238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906688" y="1038743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1902092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1902092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1916412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852974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028619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137665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329476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221464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294472" y="3693297"/>
            <a:ext cx="548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Submit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327200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450149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808143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2905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3911884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043606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431645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6999773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516200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405031" y="1285156"/>
            <a:ext cx="3176734" cy="1151081"/>
          </a:xfrm>
          <a:prstGeom prst="roundRect">
            <a:avLst>
              <a:gd name="adj" fmla="val 297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5820168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5879486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5923557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595000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5879486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5923557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595000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3981710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1836887" y="1211792"/>
            <a:ext cx="5806700" cy="3395697"/>
          </a:xfrm>
          <a:prstGeom prst="roundRect">
            <a:avLst>
              <a:gd name="adj" fmla="val 261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2911036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319677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2803024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2840719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531175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223602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3800962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037010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138752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6891761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1988620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445293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5968658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1918795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065852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1920607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6796682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713350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5846102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5751023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300461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021902" y="1012658"/>
            <a:ext cx="2711824" cy="4407901"/>
          </a:xfrm>
          <a:prstGeom prst="bentConnector4">
            <a:avLst>
              <a:gd name="adj1" fmla="val -8430"/>
              <a:gd name="adj2" fmla="val 10518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090898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 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142933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384464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296673" y="2486582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542921-40E0-1C06-8450-772409D02D30}"/>
              </a:ext>
            </a:extLst>
          </p:cNvPr>
          <p:cNvSpPr/>
          <p:nvPr/>
        </p:nvSpPr>
        <p:spPr>
          <a:xfrm>
            <a:off x="7236296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AE6B2E-6416-C6C2-5B25-380DAE40FC0F}"/>
              </a:ext>
            </a:extLst>
          </p:cNvPr>
          <p:cNvSpPr/>
          <p:nvPr/>
        </p:nvSpPr>
        <p:spPr>
          <a:xfrm>
            <a:off x="7477827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D92884-EBA5-C226-4F5C-7463901FCA09}"/>
              </a:ext>
            </a:extLst>
          </p:cNvPr>
          <p:cNvSpPr txBox="1"/>
          <p:nvPr/>
        </p:nvSpPr>
        <p:spPr>
          <a:xfrm>
            <a:off x="7390036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0A7F50-FBC3-8588-5454-57C92E4FC599}"/>
              </a:ext>
            </a:extLst>
          </p:cNvPr>
          <p:cNvCxnSpPr>
            <a:cxnSpLocks/>
          </p:cNvCxnSpPr>
          <p:nvPr/>
        </p:nvCxnSpPr>
        <p:spPr>
          <a:xfrm>
            <a:off x="116764" y="320467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153216-4FCD-07E0-2422-3C68A4F609E9}"/>
              </a:ext>
            </a:extLst>
          </p:cNvPr>
          <p:cNvSpPr txBox="1"/>
          <p:nvPr/>
        </p:nvSpPr>
        <p:spPr>
          <a:xfrm>
            <a:off x="461069" y="200436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3F1207-400F-3364-0829-BB8671C64CC2}"/>
              </a:ext>
            </a:extLst>
          </p:cNvPr>
          <p:cNvCxnSpPr>
            <a:cxnSpLocks/>
          </p:cNvCxnSpPr>
          <p:nvPr/>
        </p:nvCxnSpPr>
        <p:spPr>
          <a:xfrm>
            <a:off x="111002" y="507606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FDD6B8-47F5-CB3E-66FE-C8236788B947}"/>
              </a:ext>
            </a:extLst>
          </p:cNvPr>
          <p:cNvSpPr txBox="1"/>
          <p:nvPr/>
        </p:nvSpPr>
        <p:spPr>
          <a:xfrm>
            <a:off x="461069" y="387575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310CB46E-6C9F-BC9D-2B60-94447393A5FA}"/>
              </a:ext>
            </a:extLst>
          </p:cNvPr>
          <p:cNvSpPr/>
          <p:nvPr/>
        </p:nvSpPr>
        <p:spPr>
          <a:xfrm>
            <a:off x="101678" y="683309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34712-5AEE-C557-B706-A0BB9DE86A62}"/>
              </a:ext>
            </a:extLst>
          </p:cNvPr>
          <p:cNvSpPr txBox="1"/>
          <p:nvPr/>
        </p:nvSpPr>
        <p:spPr>
          <a:xfrm>
            <a:off x="461069" y="570090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6F1F416-FA4B-828C-2F77-9CDB3BF71247}"/>
              </a:ext>
            </a:extLst>
          </p:cNvPr>
          <p:cNvCxnSpPr>
            <a:cxnSpLocks/>
            <a:endCxn id="1028" idx="1"/>
          </p:cNvCxnSpPr>
          <p:nvPr/>
        </p:nvCxnSpPr>
        <p:spPr>
          <a:xfrm rot="5400000" flipH="1" flipV="1">
            <a:off x="4134827" y="2169338"/>
            <a:ext cx="571648" cy="89189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9ED272E-1A19-6344-0BAF-6185A670CB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36627" y="2468508"/>
            <a:ext cx="71425" cy="184144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765FCB-3631-7131-BF3C-72C3D2AE764C}"/>
              </a:ext>
            </a:extLst>
          </p:cNvPr>
          <p:cNvSpPr txBox="1"/>
          <p:nvPr/>
        </p:nvSpPr>
        <p:spPr>
          <a:xfrm>
            <a:off x="7020272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</p:spTree>
    <p:extLst>
      <p:ext uri="{BB962C8B-B14F-4D97-AF65-F5344CB8AC3E}">
        <p14:creationId xmlns:p14="http://schemas.microsoft.com/office/powerpoint/2010/main" val="343470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1758090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1902092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 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020455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621353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691679" y="1131589"/>
            <a:ext cx="7400949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270112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329430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5745123" y="1344331"/>
            <a:ext cx="803156" cy="1036401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437748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1758088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179156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373501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044944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329430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373501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044944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1949910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691679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1905839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1949910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650278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6641839" y="1344330"/>
            <a:ext cx="886364" cy="1036401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465246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1961351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6708524" y="1446074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6708524" y="1611441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6707268" y="1778262"/>
            <a:ext cx="478957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 rot="5400000">
            <a:off x="7048866" y="1626943"/>
            <a:ext cx="596353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5839367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5838618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150300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 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1957483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357369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7464876" y="2380731"/>
            <a:ext cx="0" cy="1249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442556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2949000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202503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1905840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646346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465246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Event Log S3 Info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5957302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1921040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012505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088221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361184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357093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1902092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1902092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1916412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852974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028619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137665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221464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288063" y="3693297"/>
            <a:ext cx="561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US" sz="800">
                <a:solidFill>
                  <a:schemeClr val="tx2"/>
                </a:solidFill>
              </a:rPr>
              <a:t>Job Run</a:t>
            </a:r>
          </a:p>
          <a:p>
            <a:pPr algn="ctr"/>
            <a:r>
              <a:rPr lang="en-US" sz="800">
                <a:solidFill>
                  <a:schemeClr val="tx2"/>
                </a:solidFill>
              </a:rPr>
              <a:t>CR</a:t>
            </a:r>
            <a:endParaRPr lang="en-KR" sz="800">
              <a:solidFill>
                <a:schemeClr val="tx2"/>
              </a:solidFill>
            </a:endParaRP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116764" y="320467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461069" y="200436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111002" y="507606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461069" y="387575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327200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450149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808143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2905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3911884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043606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431645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6999773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516200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020272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101678" y="683309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461069" y="570090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405031" y="1285156"/>
            <a:ext cx="3176734" cy="1151081"/>
          </a:xfrm>
          <a:prstGeom prst="roundRect">
            <a:avLst>
              <a:gd name="adj" fmla="val 297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5820168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5879486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5923557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595000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5879486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5923557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595000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3981710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1836887" y="1211792"/>
            <a:ext cx="5806700" cy="3395697"/>
          </a:xfrm>
          <a:prstGeom prst="roundRect">
            <a:avLst>
              <a:gd name="adj" fmla="val 261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 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2911036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319677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2803024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2840719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531175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223602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3800962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037010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138752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6891761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1988620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036627" y="2468508"/>
            <a:ext cx="71425" cy="184144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445293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5968658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1918795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065852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1920607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6796682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713350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5846102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5751023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300461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021902" y="1012658"/>
            <a:ext cx="2711824" cy="4407901"/>
          </a:xfrm>
          <a:prstGeom prst="bentConnector4">
            <a:avLst>
              <a:gd name="adj1" fmla="val -8430"/>
              <a:gd name="adj2" fmla="val 10325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090898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 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9AEC06-B802-7871-B77D-97D71290FE7A}"/>
              </a:ext>
            </a:extLst>
          </p:cNvPr>
          <p:cNvSpPr/>
          <p:nvPr/>
        </p:nvSpPr>
        <p:spPr>
          <a:xfrm>
            <a:off x="7236296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EA1D1B-E4CC-3B39-0444-EF81F81F3BEB}"/>
              </a:ext>
            </a:extLst>
          </p:cNvPr>
          <p:cNvSpPr/>
          <p:nvPr/>
        </p:nvSpPr>
        <p:spPr>
          <a:xfrm>
            <a:off x="7477827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D4912-A5ED-E275-32FA-245E6867CF3B}"/>
              </a:ext>
            </a:extLst>
          </p:cNvPr>
          <p:cNvSpPr txBox="1"/>
          <p:nvPr/>
        </p:nvSpPr>
        <p:spPr>
          <a:xfrm>
            <a:off x="7390036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" name="모서리가 둥근 직사각형 2">
            <a:extLst>
              <a:ext uri="{FF2B5EF4-FFF2-40B4-BE49-F238E27FC236}">
                <a16:creationId xmlns:a16="http://schemas.microsoft.com/office/drawing/2014/main" id="{64AF73F1-9BF8-4CE4-C638-8A80349C80E2}"/>
              </a:ext>
            </a:extLst>
          </p:cNvPr>
          <p:cNvSpPr/>
          <p:nvPr/>
        </p:nvSpPr>
        <p:spPr>
          <a:xfrm>
            <a:off x="7828873" y="3599234"/>
            <a:ext cx="1177462" cy="124484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D</a:t>
            </a:r>
            <a:endParaRPr lang="ko-KR" altLang="en-US" sz="10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0DA952-F073-F229-EE5F-6E360517B5CB}"/>
              </a:ext>
            </a:extLst>
          </p:cNvPr>
          <p:cNvSpPr/>
          <p:nvPr/>
        </p:nvSpPr>
        <p:spPr>
          <a:xfrm>
            <a:off x="7797800" y="1211792"/>
            <a:ext cx="1241744" cy="3395697"/>
          </a:xfrm>
          <a:prstGeom prst="roundRect">
            <a:avLst>
              <a:gd name="adj" fmla="val 7786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ACK Controller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E326A126-282C-8B2D-DBA2-2739A21B321A}"/>
              </a:ext>
            </a:extLst>
          </p:cNvPr>
          <p:cNvSpPr/>
          <p:nvPr/>
        </p:nvSpPr>
        <p:spPr>
          <a:xfrm>
            <a:off x="7883433" y="3657408"/>
            <a:ext cx="1068342" cy="840833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ack-emr-containers-controller Pod</a:t>
            </a:r>
          </a:p>
          <a:p>
            <a:pPr algn="ctr"/>
            <a:r>
              <a:rPr lang="en-US" altLang="ko-KR" sz="900" b="1"/>
              <a:t>(startJobRun</a:t>
            </a:r>
            <a:r>
              <a:rPr lang="ko-KR" altLang="en-US" sz="900" b="1"/>
              <a:t> </a:t>
            </a:r>
            <a:r>
              <a:rPr lang="en-US" altLang="ko-KR" sz="900" b="1"/>
              <a:t>API)</a:t>
            </a:r>
          </a:p>
        </p:txBody>
      </p: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1976E243-DAB3-12BD-36A3-79B107B6AB58}"/>
              </a:ext>
            </a:extLst>
          </p:cNvPr>
          <p:cNvSpPr/>
          <p:nvPr/>
        </p:nvSpPr>
        <p:spPr>
          <a:xfrm>
            <a:off x="7883433" y="1712648"/>
            <a:ext cx="1068342" cy="730951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 Cluster</a:t>
            </a:r>
          </a:p>
          <a:p>
            <a:pPr algn="ctr"/>
            <a:r>
              <a:rPr lang="en-US" altLang="ko-KR" sz="900"/>
              <a:t>Custom</a:t>
            </a:r>
          </a:p>
          <a:p>
            <a:pPr algn="ctr"/>
            <a:r>
              <a:rPr lang="en-US" altLang="ko-KR" sz="900"/>
              <a:t>Resource</a:t>
            </a:r>
            <a:endParaRPr lang="ko-KR" altLang="en-US" sz="900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123B121B-673D-1F33-584F-930600D75A69}"/>
              </a:ext>
            </a:extLst>
          </p:cNvPr>
          <p:cNvSpPr/>
          <p:nvPr/>
        </p:nvSpPr>
        <p:spPr>
          <a:xfrm>
            <a:off x="7883433" y="2644363"/>
            <a:ext cx="1068342" cy="730951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Job Run</a:t>
            </a:r>
          </a:p>
          <a:p>
            <a:pPr algn="ctr"/>
            <a:r>
              <a:rPr lang="en-US" altLang="ko-KR" sz="900"/>
              <a:t>Custom</a:t>
            </a:r>
          </a:p>
          <a:p>
            <a:pPr algn="ctr"/>
            <a:r>
              <a:rPr lang="en-US" altLang="ko-KR" sz="900"/>
              <a:t>Resource</a:t>
            </a:r>
            <a:endParaRPr lang="ko-KR" altLang="en-US" sz="1000"/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439C7BA-4A7D-DDBD-EE91-A42DA3D20D86}"/>
              </a:ext>
            </a:extLst>
          </p:cNvPr>
          <p:cNvCxnSpPr>
            <a:cxnSpLocks/>
            <a:stCxn id="1482" idx="4"/>
            <a:endCxn id="16" idx="1"/>
          </p:cNvCxnSpPr>
          <p:nvPr/>
        </p:nvCxnSpPr>
        <p:spPr>
          <a:xfrm rot="5400000" flipH="1" flipV="1">
            <a:off x="3755692" y="-416378"/>
            <a:ext cx="701523" cy="7553957"/>
          </a:xfrm>
          <a:prstGeom prst="bentConnector4">
            <a:avLst>
              <a:gd name="adj1" fmla="val -198984"/>
              <a:gd name="adj2" fmla="val 98362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</p:cNvCxnSpPr>
          <p:nvPr/>
        </p:nvCxnSpPr>
        <p:spPr>
          <a:xfrm rot="16200000" flipV="1">
            <a:off x="7252963" y="1970465"/>
            <a:ext cx="1873508" cy="1215897"/>
          </a:xfrm>
          <a:prstGeom prst="bentConnector3">
            <a:avLst>
              <a:gd name="adj1" fmla="val 100027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8689653" y="351516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7790793" y="393170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4D3F18-74F6-5A18-1492-3A5A77AF7731}"/>
              </a:ext>
            </a:extLst>
          </p:cNvPr>
          <p:cNvCxnSpPr>
            <a:cxnSpLocks/>
            <a:stCxn id="1239" idx="2"/>
            <a:endCxn id="112" idx="3"/>
          </p:cNvCxnSpPr>
          <p:nvPr/>
        </p:nvCxnSpPr>
        <p:spPr>
          <a:xfrm flipH="1">
            <a:off x="3232336" y="4039720"/>
            <a:ext cx="4558457" cy="477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2">
            <a:extLst>
              <a:ext uri="{FF2B5EF4-FFF2-40B4-BE49-F238E27FC236}">
                <a16:creationId xmlns:a16="http://schemas.microsoft.com/office/drawing/2014/main" id="{E670AA20-665C-28E1-EF38-67D56804E11D}"/>
              </a:ext>
            </a:extLst>
          </p:cNvPr>
          <p:cNvSpPr/>
          <p:nvPr/>
        </p:nvSpPr>
        <p:spPr>
          <a:xfrm>
            <a:off x="4863498" y="203741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20" name="모서리가 둥근 직사각형 2">
            <a:extLst>
              <a:ext uri="{FF2B5EF4-FFF2-40B4-BE49-F238E27FC236}">
                <a16:creationId xmlns:a16="http://schemas.microsoft.com/office/drawing/2014/main" id="{9594F444-C7F0-8354-4B68-6A620D12A73F}"/>
              </a:ext>
            </a:extLst>
          </p:cNvPr>
          <p:cNvSpPr/>
          <p:nvPr/>
        </p:nvSpPr>
        <p:spPr>
          <a:xfrm>
            <a:off x="4934662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21" name="모서리가 둥근 직사각형 2">
            <a:extLst>
              <a:ext uri="{FF2B5EF4-FFF2-40B4-BE49-F238E27FC236}">
                <a16:creationId xmlns:a16="http://schemas.microsoft.com/office/drawing/2014/main" id="{FA50F673-DB30-C07A-5EDB-227DD4FFA32C}"/>
              </a:ext>
            </a:extLst>
          </p:cNvPr>
          <p:cNvSpPr/>
          <p:nvPr/>
        </p:nvSpPr>
        <p:spPr>
          <a:xfrm>
            <a:off x="5878737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24" name="모서리가 둥근 직사각형 2">
            <a:extLst>
              <a:ext uri="{FF2B5EF4-FFF2-40B4-BE49-F238E27FC236}">
                <a16:creationId xmlns:a16="http://schemas.microsoft.com/office/drawing/2014/main" id="{907F0B10-B167-BFD9-EED4-AECB3F320714}"/>
              </a:ext>
            </a:extLst>
          </p:cNvPr>
          <p:cNvSpPr/>
          <p:nvPr/>
        </p:nvSpPr>
        <p:spPr>
          <a:xfrm>
            <a:off x="6799456" y="494615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E7C007-66B3-765F-C8D1-D7196CD3198B}"/>
              </a:ext>
            </a:extLst>
          </p:cNvPr>
          <p:cNvSpPr txBox="1"/>
          <p:nvPr/>
        </p:nvSpPr>
        <p:spPr>
          <a:xfrm>
            <a:off x="6448231" y="800770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4B0EA2E-CB5F-A6AA-F339-1DE0C375BB09}"/>
              </a:ext>
            </a:extLst>
          </p:cNvPr>
          <p:cNvCxnSpPr>
            <a:cxnSpLocks/>
            <a:stCxn id="25" idx="1"/>
            <a:endCxn id="18" idx="2"/>
          </p:cNvCxnSpPr>
          <p:nvPr/>
        </p:nvCxnSpPr>
        <p:spPr>
          <a:xfrm rot="10800000">
            <a:off x="6296201" y="814663"/>
            <a:ext cx="152031" cy="1553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D69FE1F-61A6-CCCF-3742-243598CDB780}"/>
              </a:ext>
            </a:extLst>
          </p:cNvPr>
          <p:cNvSpPr/>
          <p:nvPr/>
        </p:nvSpPr>
        <p:spPr>
          <a:xfrm>
            <a:off x="4142933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141C78-4C33-28BB-F18C-F4E2E97F5BBD}"/>
              </a:ext>
            </a:extLst>
          </p:cNvPr>
          <p:cNvSpPr/>
          <p:nvPr/>
        </p:nvSpPr>
        <p:spPr>
          <a:xfrm>
            <a:off x="4384464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14BE98-6438-E0C9-1249-5A8536E2824F}"/>
              </a:ext>
            </a:extLst>
          </p:cNvPr>
          <p:cNvSpPr txBox="1"/>
          <p:nvPr/>
        </p:nvSpPr>
        <p:spPr>
          <a:xfrm>
            <a:off x="4296673" y="2486582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36A91833-31F0-792F-9986-094B9C2BDCF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34827" y="2169338"/>
            <a:ext cx="571648" cy="89189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39BD4C7-0834-9440-DE00-DF6F62BF2F01}"/>
              </a:ext>
            </a:extLst>
          </p:cNvPr>
          <p:cNvSpPr txBox="1"/>
          <p:nvPr/>
        </p:nvSpPr>
        <p:spPr>
          <a:xfrm>
            <a:off x="7728902" y="3197824"/>
            <a:ext cx="116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 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4F2310-DD76-DA2A-2982-417BDBA6C397}"/>
              </a:ext>
            </a:extLst>
          </p:cNvPr>
          <p:cNvSpPr txBox="1"/>
          <p:nvPr/>
        </p:nvSpPr>
        <p:spPr>
          <a:xfrm>
            <a:off x="3361470" y="3998843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runner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</a:t>
            </a:r>
          </a:p>
        </p:txBody>
      </p:sp>
    </p:spTree>
    <p:extLst>
      <p:ext uri="{BB962C8B-B14F-4D97-AF65-F5344CB8AC3E}">
        <p14:creationId xmlns:p14="http://schemas.microsoft.com/office/powerpoint/2010/main" val="427991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1758090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1902092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020455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621353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691680" y="1131589"/>
            <a:ext cx="6024232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270112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329430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5745123" y="1344331"/>
            <a:ext cx="803156" cy="1036401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437748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1758088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179156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4863498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373501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044944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329430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373501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044944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1949910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691679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4798381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1905839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1949910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650278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6641839" y="1344330"/>
            <a:ext cx="886364" cy="1036401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4934662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5878737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6799456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465246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1961351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6708524" y="1446074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6708524" y="1611441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6707268" y="1778262"/>
            <a:ext cx="478957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 rot="5400000">
            <a:off x="7048866" y="1626943"/>
            <a:ext cx="596353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5839367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5838618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150300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1957483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357369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7464876" y="2380731"/>
            <a:ext cx="0" cy="1249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442556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2949000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51371" y="4220744"/>
            <a:ext cx="118644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aws CLI</a:t>
            </a:r>
          </a:p>
          <a:p>
            <a:pPr algn="ctr"/>
            <a:r>
              <a:rPr lang="en-US" altLang="ko-KR" sz="900" b="1"/>
              <a:t>(startJobRun API)</a:t>
            </a:r>
            <a:endParaRPr lang="ko-KR" altLang="en-US" sz="9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202503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1905840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646346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465246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5957302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155483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068912" y="449899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1921040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012505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371507" y="4044499"/>
            <a:ext cx="530585" cy="37180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088221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361184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357093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6921407" y="936927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1"/>
            <a:endCxn id="62" idx="2"/>
          </p:cNvCxnSpPr>
          <p:nvPr/>
        </p:nvCxnSpPr>
        <p:spPr>
          <a:xfrm rot="10800000">
            <a:off x="6296201" y="903138"/>
            <a:ext cx="625207" cy="20306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57" idx="0"/>
          </p:cNvCxnSpPr>
          <p:nvPr/>
        </p:nvCxnSpPr>
        <p:spPr>
          <a:xfrm rot="5400000" flipH="1" flipV="1">
            <a:off x="2076637" y="152770"/>
            <a:ext cx="2784375" cy="5049148"/>
          </a:xfrm>
          <a:prstGeom prst="bentConnector3">
            <a:avLst>
              <a:gd name="adj1" fmla="val 10821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836238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906688" y="1038743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1902092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1902092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1916412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852974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028619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137665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329476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221464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294472" y="3693297"/>
            <a:ext cx="548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Submit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116764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461069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111002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461069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327200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450149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808143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2905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3911884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043606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431645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6999773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516200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029928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101678" y="488691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461069" y="375472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405031" y="1285156"/>
            <a:ext cx="3176734" cy="1151081"/>
          </a:xfrm>
          <a:prstGeom prst="roundRect">
            <a:avLst>
              <a:gd name="adj" fmla="val 297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5820168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5879486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5923557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595000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5879486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5923557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595000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3981710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1836887" y="1211792"/>
            <a:ext cx="5806700" cy="3395697"/>
          </a:xfrm>
          <a:prstGeom prst="roundRect">
            <a:avLst>
              <a:gd name="adj" fmla="val 261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2911036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319677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2803024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2840719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531175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223602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3800962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037010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138752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6891761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1988620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023381" y="2481754"/>
            <a:ext cx="86566" cy="183009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445293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5968658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1918795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065852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1920607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6796682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713350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5846102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5751023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300461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021902" y="1012658"/>
            <a:ext cx="2711824" cy="4407901"/>
          </a:xfrm>
          <a:prstGeom prst="bentConnector4">
            <a:avLst>
              <a:gd name="adj1" fmla="val -8430"/>
              <a:gd name="adj2" fmla="val 10518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090898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job-runner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255404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496935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409144" y="2486582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13F7C0-C302-093C-BB82-2D653BA883E7}"/>
              </a:ext>
            </a:extLst>
          </p:cNvPr>
          <p:cNvCxnSpPr>
            <a:cxnSpLocks/>
          </p:cNvCxnSpPr>
          <p:nvPr/>
        </p:nvCxnSpPr>
        <p:spPr>
          <a:xfrm flipV="1">
            <a:off x="4485939" y="2093889"/>
            <a:ext cx="0" cy="41176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4542921-40E0-1C06-8450-772409D02D30}"/>
              </a:ext>
            </a:extLst>
          </p:cNvPr>
          <p:cNvSpPr/>
          <p:nvPr/>
        </p:nvSpPr>
        <p:spPr>
          <a:xfrm>
            <a:off x="7236296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AE6B2E-6416-C6C2-5B25-380DAE40FC0F}"/>
              </a:ext>
            </a:extLst>
          </p:cNvPr>
          <p:cNvSpPr/>
          <p:nvPr/>
        </p:nvSpPr>
        <p:spPr>
          <a:xfrm>
            <a:off x="7477827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D92884-EBA5-C226-4F5C-7463901FCA09}"/>
              </a:ext>
            </a:extLst>
          </p:cNvPr>
          <p:cNvSpPr txBox="1"/>
          <p:nvPr/>
        </p:nvSpPr>
        <p:spPr>
          <a:xfrm>
            <a:off x="7390036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698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1758090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1902092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020455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621353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691679" y="1131589"/>
            <a:ext cx="7400949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270112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329430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5745123" y="1344331"/>
            <a:ext cx="803156" cy="1036401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437748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1758088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179156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4863498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373501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044944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329430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373501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044944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1949910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691679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4798381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1905839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1949910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650278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6641839" y="1344330"/>
            <a:ext cx="886364" cy="1036401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4934662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5878737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6799456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465246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1961351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6708524" y="1446074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6708524" y="1611441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6707268" y="1778262"/>
            <a:ext cx="478957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 rot="5400000">
            <a:off x="7048866" y="1626943"/>
            <a:ext cx="596353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5839367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5838618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150300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1957483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357369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7464876" y="2380731"/>
            <a:ext cx="0" cy="1249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442556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2949000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202503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1905840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646346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465246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5957302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068912" y="449899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1921040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012505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088221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361184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357093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6921407" y="936927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1"/>
            <a:endCxn id="62" idx="2"/>
          </p:cNvCxnSpPr>
          <p:nvPr/>
        </p:nvCxnSpPr>
        <p:spPr>
          <a:xfrm rot="10800000">
            <a:off x="6296201" y="903138"/>
            <a:ext cx="625207" cy="20306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906688" y="1038743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1902092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1902092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1916412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852974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028619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137665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221464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296878" y="3693297"/>
            <a:ext cx="543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Jobruns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116764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461069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111002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461069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327200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450149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808143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2905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3911884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043606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431645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6999773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516200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029928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101678" y="488691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461069" y="375472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405031" y="1285156"/>
            <a:ext cx="3176734" cy="1151081"/>
          </a:xfrm>
          <a:prstGeom prst="roundRect">
            <a:avLst>
              <a:gd name="adj" fmla="val 297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5820168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5879486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5923557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595000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5879486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5923557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595000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3981710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1836887" y="1211792"/>
            <a:ext cx="5806700" cy="3395697"/>
          </a:xfrm>
          <a:prstGeom prst="roundRect">
            <a:avLst>
              <a:gd name="adj" fmla="val 261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 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2911036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319677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2803024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2840719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531175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223602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3800962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037010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138752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6891761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1988620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023381" y="2481754"/>
            <a:ext cx="86566" cy="183009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445293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5968658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1918795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065852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1920607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6796682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713350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5846102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5751023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300461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021902" y="1012658"/>
            <a:ext cx="2711824" cy="4407901"/>
          </a:xfrm>
          <a:prstGeom prst="bentConnector4">
            <a:avLst>
              <a:gd name="adj1" fmla="val -8430"/>
              <a:gd name="adj2" fmla="val 102854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090898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job-runner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255404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496935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409144" y="2486582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9AEC06-B802-7871-B77D-97D71290FE7A}"/>
              </a:ext>
            </a:extLst>
          </p:cNvPr>
          <p:cNvSpPr/>
          <p:nvPr/>
        </p:nvSpPr>
        <p:spPr>
          <a:xfrm>
            <a:off x="7236296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EA1D1B-E4CC-3B39-0444-EF81F81F3BEB}"/>
              </a:ext>
            </a:extLst>
          </p:cNvPr>
          <p:cNvSpPr/>
          <p:nvPr/>
        </p:nvSpPr>
        <p:spPr>
          <a:xfrm>
            <a:off x="7477827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D4912-A5ED-E275-32FA-245E6867CF3B}"/>
              </a:ext>
            </a:extLst>
          </p:cNvPr>
          <p:cNvSpPr txBox="1"/>
          <p:nvPr/>
        </p:nvSpPr>
        <p:spPr>
          <a:xfrm>
            <a:off x="7390036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13F7C0-C302-093C-BB82-2D653BA883E7}"/>
              </a:ext>
            </a:extLst>
          </p:cNvPr>
          <p:cNvCxnSpPr>
            <a:cxnSpLocks/>
          </p:cNvCxnSpPr>
          <p:nvPr/>
        </p:nvCxnSpPr>
        <p:spPr>
          <a:xfrm flipV="1">
            <a:off x="4485939" y="2093889"/>
            <a:ext cx="0" cy="41176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2">
            <a:extLst>
              <a:ext uri="{FF2B5EF4-FFF2-40B4-BE49-F238E27FC236}">
                <a16:creationId xmlns:a16="http://schemas.microsoft.com/office/drawing/2014/main" id="{64AF73F1-9BF8-4CE4-C638-8A80349C80E2}"/>
              </a:ext>
            </a:extLst>
          </p:cNvPr>
          <p:cNvSpPr/>
          <p:nvPr/>
        </p:nvSpPr>
        <p:spPr>
          <a:xfrm>
            <a:off x="7828873" y="3599234"/>
            <a:ext cx="1177462" cy="124484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D</a:t>
            </a:r>
            <a:endParaRPr lang="ko-KR" altLang="en-US" sz="10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0DA952-F073-F229-EE5F-6E360517B5CB}"/>
              </a:ext>
            </a:extLst>
          </p:cNvPr>
          <p:cNvSpPr/>
          <p:nvPr/>
        </p:nvSpPr>
        <p:spPr>
          <a:xfrm>
            <a:off x="7797800" y="1211792"/>
            <a:ext cx="1241744" cy="3395697"/>
          </a:xfrm>
          <a:prstGeom prst="roundRect">
            <a:avLst>
              <a:gd name="adj" fmla="val 7786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ACK Controller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Namespace</a:t>
            </a: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E326A126-282C-8B2D-DBA2-2739A21B321A}"/>
              </a:ext>
            </a:extLst>
          </p:cNvPr>
          <p:cNvSpPr/>
          <p:nvPr/>
        </p:nvSpPr>
        <p:spPr>
          <a:xfrm>
            <a:off x="7883433" y="3657408"/>
            <a:ext cx="1068342" cy="840833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ack-emr-containers-controller Pod</a:t>
            </a:r>
          </a:p>
          <a:p>
            <a:pPr algn="ctr"/>
            <a:r>
              <a:rPr lang="en-US" altLang="ko-KR" sz="900" b="1"/>
              <a:t>(startJobRun</a:t>
            </a:r>
            <a:r>
              <a:rPr lang="ko-KR" altLang="en-US" sz="900" b="1"/>
              <a:t> </a:t>
            </a:r>
            <a:r>
              <a:rPr lang="en-US" altLang="ko-KR" sz="900" b="1"/>
              <a:t>API)</a:t>
            </a:r>
          </a:p>
        </p:txBody>
      </p:sp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1976E243-DAB3-12BD-36A3-79B107B6AB58}"/>
              </a:ext>
            </a:extLst>
          </p:cNvPr>
          <p:cNvSpPr/>
          <p:nvPr/>
        </p:nvSpPr>
        <p:spPr>
          <a:xfrm>
            <a:off x="7883433" y="1712648"/>
            <a:ext cx="1068342" cy="730951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 Cluster</a:t>
            </a:r>
          </a:p>
          <a:p>
            <a:pPr algn="ctr"/>
            <a:r>
              <a:rPr lang="en-US" altLang="ko-KR" sz="900"/>
              <a:t>Custom</a:t>
            </a:r>
          </a:p>
          <a:p>
            <a:pPr algn="ctr"/>
            <a:r>
              <a:rPr lang="en-US" altLang="ko-KR" sz="900"/>
              <a:t>Resource</a:t>
            </a:r>
            <a:endParaRPr lang="ko-KR" altLang="en-US" sz="900"/>
          </a:p>
        </p:txBody>
      </p:sp>
      <p:sp>
        <p:nvSpPr>
          <p:cNvPr id="16" name="모서리가 둥근 직사각형 2">
            <a:extLst>
              <a:ext uri="{FF2B5EF4-FFF2-40B4-BE49-F238E27FC236}">
                <a16:creationId xmlns:a16="http://schemas.microsoft.com/office/drawing/2014/main" id="{123B121B-673D-1F33-584F-930600D75A69}"/>
              </a:ext>
            </a:extLst>
          </p:cNvPr>
          <p:cNvSpPr/>
          <p:nvPr/>
        </p:nvSpPr>
        <p:spPr>
          <a:xfrm>
            <a:off x="7883433" y="2644363"/>
            <a:ext cx="1068342" cy="730951"/>
          </a:xfrm>
          <a:prstGeom prst="roundRect">
            <a:avLst>
              <a:gd name="adj" fmla="val 844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Jobrun</a:t>
            </a:r>
          </a:p>
          <a:p>
            <a:pPr algn="ctr"/>
            <a:r>
              <a:rPr lang="en-US" altLang="ko-KR" sz="900"/>
              <a:t>Custom</a:t>
            </a:r>
          </a:p>
          <a:p>
            <a:pPr algn="ctr"/>
            <a:r>
              <a:rPr lang="en-US" altLang="ko-KR" sz="900"/>
              <a:t>Resource</a:t>
            </a:r>
            <a:endParaRPr lang="ko-KR" altLang="en-US" sz="1000"/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439C7BA-4A7D-DDBD-EE91-A42DA3D20D86}"/>
              </a:ext>
            </a:extLst>
          </p:cNvPr>
          <p:cNvCxnSpPr>
            <a:cxnSpLocks/>
            <a:stCxn id="1482" idx="4"/>
            <a:endCxn id="16" idx="1"/>
          </p:cNvCxnSpPr>
          <p:nvPr/>
        </p:nvCxnSpPr>
        <p:spPr>
          <a:xfrm rot="5400000" flipH="1" flipV="1">
            <a:off x="3755692" y="-416378"/>
            <a:ext cx="701523" cy="7553957"/>
          </a:xfrm>
          <a:prstGeom prst="bentConnector4">
            <a:avLst>
              <a:gd name="adj1" fmla="val -198984"/>
              <a:gd name="adj2" fmla="val 98362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</p:cNvCxnSpPr>
          <p:nvPr/>
        </p:nvCxnSpPr>
        <p:spPr>
          <a:xfrm rot="16200000" flipV="1">
            <a:off x="7252963" y="1970465"/>
            <a:ext cx="1873508" cy="1215897"/>
          </a:xfrm>
          <a:prstGeom prst="bentConnector3">
            <a:avLst>
              <a:gd name="adj1" fmla="val 100027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8689653" y="351516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7790793" y="393170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4D3F18-74F6-5A18-1492-3A5A77AF7731}"/>
              </a:ext>
            </a:extLst>
          </p:cNvPr>
          <p:cNvCxnSpPr>
            <a:cxnSpLocks/>
            <a:stCxn id="1239" idx="2"/>
            <a:endCxn id="112" idx="3"/>
          </p:cNvCxnSpPr>
          <p:nvPr/>
        </p:nvCxnSpPr>
        <p:spPr>
          <a:xfrm flipH="1">
            <a:off x="3232336" y="4039720"/>
            <a:ext cx="4558457" cy="477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220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2028972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2172974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291337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892235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962562" y="1131589"/>
            <a:ext cx="6024232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540994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600312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6016005" y="1344331"/>
            <a:ext cx="803156" cy="1036401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708630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2028970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450038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5134380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644383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315826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600312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644383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315826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2220792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962561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5069263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2176721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2220792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921160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6912721" y="1344330"/>
            <a:ext cx="886364" cy="1036401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5205544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6149619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7070338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736128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2232233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6979406" y="1446074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6979406" y="1611441"/>
            <a:ext cx="478956" cy="16486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6978150" y="1778262"/>
            <a:ext cx="478957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 rot="5400000">
            <a:off x="7319748" y="1626943"/>
            <a:ext cx="596353" cy="16486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6110249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6109500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421182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2228365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6282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7735758" y="2380731"/>
            <a:ext cx="0" cy="1249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713438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3219882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322253" y="4220744"/>
            <a:ext cx="118644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aws CLI</a:t>
            </a:r>
          </a:p>
          <a:p>
            <a:pPr algn="ctr"/>
            <a:r>
              <a:rPr lang="en-US" altLang="ko-KR" sz="900" b="1"/>
              <a:t>(startJobRun API)</a:t>
            </a:r>
            <a:endParaRPr lang="ko-KR" altLang="en-US" sz="9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473385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2176722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917228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736128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6228184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426365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339794" y="449899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2191922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283387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642389" y="4044499"/>
            <a:ext cx="530585" cy="37180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359103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632066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627975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7192289" y="936927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1"/>
            <a:endCxn id="62" idx="2"/>
          </p:cNvCxnSpPr>
          <p:nvPr/>
        </p:nvCxnSpPr>
        <p:spPr>
          <a:xfrm rot="10800000">
            <a:off x="6567083" y="903138"/>
            <a:ext cx="625207" cy="20306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57" idx="0"/>
          </p:cNvCxnSpPr>
          <p:nvPr/>
        </p:nvCxnSpPr>
        <p:spPr>
          <a:xfrm rot="5400000" flipH="1" flipV="1">
            <a:off x="2347519" y="152770"/>
            <a:ext cx="2784375" cy="5049148"/>
          </a:xfrm>
          <a:prstGeom prst="bentConnector3">
            <a:avLst>
              <a:gd name="adj1" fmla="val 10821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1107120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1177570" y="1038743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2172974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2172974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2187294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1123856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299501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9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408547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600358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492346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565354" y="3693297"/>
            <a:ext cx="548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Submit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387646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731951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381884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731951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598082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721031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1079025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561433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4182766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314488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702527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7270655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787082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300810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372560" y="488691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731951" y="375472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675913" y="1285156"/>
            <a:ext cx="3176734" cy="1151081"/>
          </a:xfrm>
          <a:prstGeom prst="roundRect">
            <a:avLst>
              <a:gd name="adj" fmla="val 297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6091050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6150368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6194439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865882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6150368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6194439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865882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4252592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2107769" y="1211792"/>
            <a:ext cx="5806700" cy="3395697"/>
          </a:xfrm>
          <a:prstGeom prst="roundRect">
            <a:avLst>
              <a:gd name="adj" fmla="val 2618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 A 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/ 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3181918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590559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3073906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3111601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802057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494484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4071844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307892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409634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7162643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2259502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294263" y="2481754"/>
            <a:ext cx="86566" cy="183009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716175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6239540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2189677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336734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2191489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7067564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984232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6116984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6021905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571343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292784" y="1012658"/>
            <a:ext cx="2711824" cy="4407901"/>
          </a:xfrm>
          <a:prstGeom prst="bentConnector4">
            <a:avLst>
              <a:gd name="adj1" fmla="val -8430"/>
              <a:gd name="adj2" fmla="val 10518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361780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job-runner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526286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767817" y="250392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680026" y="2486582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9AEC06-B802-7871-B77D-97D71290FE7A}"/>
              </a:ext>
            </a:extLst>
          </p:cNvPr>
          <p:cNvSpPr/>
          <p:nvPr/>
        </p:nvSpPr>
        <p:spPr>
          <a:xfrm>
            <a:off x="7519734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EA1D1B-E4CC-3B39-0444-EF81F81F3BEB}"/>
              </a:ext>
            </a:extLst>
          </p:cNvPr>
          <p:cNvSpPr/>
          <p:nvPr/>
        </p:nvSpPr>
        <p:spPr>
          <a:xfrm>
            <a:off x="7761265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D4912-A5ED-E275-32FA-245E6867CF3B}"/>
              </a:ext>
            </a:extLst>
          </p:cNvPr>
          <p:cNvSpPr txBox="1"/>
          <p:nvPr/>
        </p:nvSpPr>
        <p:spPr>
          <a:xfrm>
            <a:off x="7673474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13F7C0-C302-093C-BB82-2D653BA883E7}"/>
              </a:ext>
            </a:extLst>
          </p:cNvPr>
          <p:cNvCxnSpPr>
            <a:cxnSpLocks/>
          </p:cNvCxnSpPr>
          <p:nvPr/>
        </p:nvCxnSpPr>
        <p:spPr>
          <a:xfrm flipV="1">
            <a:off x="4756821" y="2093889"/>
            <a:ext cx="0" cy="41176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717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2028972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2172974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291337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892235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962561" y="1131589"/>
            <a:ext cx="6740965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540994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600312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6121268" y="1344331"/>
            <a:ext cx="905666" cy="918283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899423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2028970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450038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5764483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644383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315826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600312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644383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315826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2220792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962561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5699366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2176721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2220792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921160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7103514" y="1344330"/>
            <a:ext cx="1384982" cy="923219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5835647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6779722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7700441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841391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2232233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7175431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7796005" y="1409323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7175431" y="1665295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>
            <a:off x="7796005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6272124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6271375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421182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2228365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6282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</p:cNvCxnSpPr>
          <p:nvPr/>
        </p:nvCxnSpPr>
        <p:spPr>
          <a:xfrm flipV="1">
            <a:off x="8115366" y="2262614"/>
            <a:ext cx="0" cy="24303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713438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3219882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322253" y="4220744"/>
            <a:ext cx="118644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aws CLI</a:t>
            </a:r>
          </a:p>
          <a:p>
            <a:pPr algn="ctr"/>
            <a:r>
              <a:rPr lang="en-US" altLang="ko-KR" sz="900" b="1"/>
              <a:t>(startJobRun API)</a:t>
            </a:r>
            <a:endParaRPr lang="ko-KR" altLang="en-US" sz="9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473385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2176722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917228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841391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6228184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426365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339794" y="449899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2191922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283387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642389" y="4044499"/>
            <a:ext cx="530585" cy="37180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359103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632066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627975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4922693" y="674812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0"/>
            <a:endCxn id="62" idx="1"/>
          </p:cNvCxnSpPr>
          <p:nvPr/>
        </p:nvCxnSpPr>
        <p:spPr>
          <a:xfrm rot="5400000" flipH="1" flipV="1">
            <a:off x="5518594" y="428923"/>
            <a:ext cx="77135" cy="4146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57" idx="0"/>
          </p:cNvCxnSpPr>
          <p:nvPr/>
        </p:nvCxnSpPr>
        <p:spPr>
          <a:xfrm rot="5400000" flipH="1" flipV="1">
            <a:off x="2548755" y="-48466"/>
            <a:ext cx="2784375" cy="5451620"/>
          </a:xfrm>
          <a:prstGeom prst="bentConnector3">
            <a:avLst>
              <a:gd name="adj1" fmla="val 10821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1107120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1177570" y="1038743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job,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fluentd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2172974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2172974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2187294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1123856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299501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9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408547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600358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492346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565354" y="3693297"/>
            <a:ext cx="548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Submit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387646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731951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381884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731951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598082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721031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1079025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561433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4182766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314488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702527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7270655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787082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300810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372560" y="488691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731951" y="375472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781175" y="1285156"/>
            <a:ext cx="3771153" cy="1151081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spark job, fluentd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6091050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6150368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6194439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865882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6150368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6194439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865882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4252592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2107768" y="1211792"/>
            <a:ext cx="6521882" cy="3395697"/>
          </a:xfrm>
          <a:prstGeom prst="roundRect">
            <a:avLst>
              <a:gd name="adj" fmla="val 3227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 A 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/ 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3181918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590559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3073906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3111601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802057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494484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4071844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307892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409634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7162643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2259502" y="2400063"/>
            <a:ext cx="979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 pods’s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294263" y="2481754"/>
            <a:ext cx="86566" cy="183009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716175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6239540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pod’s 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2189677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336734" y="435649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2191489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7067564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984232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6116984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6021905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571343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642625" y="662818"/>
            <a:ext cx="2711824" cy="5107582"/>
          </a:xfrm>
          <a:prstGeom prst="bentConnector4">
            <a:avLst>
              <a:gd name="adj1" fmla="val -8430"/>
              <a:gd name="adj2" fmla="val 10447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568051" y="4765072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job-runner</a:t>
            </a:r>
            <a:br>
              <a:rPr lang="en-KR" sz="800">
                <a:solidFill>
                  <a:schemeClr val="tx2"/>
                </a:solidFill>
              </a:rPr>
            </a:br>
            <a:r>
              <a:rPr lang="en-KR" sz="800">
                <a:solidFill>
                  <a:schemeClr val="tx2"/>
                </a:solidFill>
              </a:rPr>
              <a:t>pod’s Configs</a:t>
            </a:r>
          </a:p>
        </p:txBody>
      </p:sp>
      <p:cxnSp>
        <p:nvCxnSpPr>
          <p:cNvPr id="1158" name="Elbow Connector 1157">
            <a:extLst>
              <a:ext uri="{FF2B5EF4-FFF2-40B4-BE49-F238E27FC236}">
                <a16:creationId xmlns:a16="http://schemas.microsoft.com/office/drawing/2014/main" id="{A8252B4C-14E5-1775-8474-A17F6858190B}"/>
              </a:ext>
            </a:extLst>
          </p:cNvPr>
          <p:cNvCxnSpPr>
            <a:cxnSpLocks/>
            <a:endCxn id="1028" idx="1"/>
          </p:cNvCxnSpPr>
          <p:nvPr/>
        </p:nvCxnSpPr>
        <p:spPr>
          <a:xfrm rot="5400000" flipH="1" flipV="1">
            <a:off x="4472200" y="2150155"/>
            <a:ext cx="591237" cy="147145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463988" y="250565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705519" y="250565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617728" y="2488315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9AEC06-B802-7871-B77D-97D71290FE7A}"/>
              </a:ext>
            </a:extLst>
          </p:cNvPr>
          <p:cNvSpPr/>
          <p:nvPr/>
        </p:nvSpPr>
        <p:spPr>
          <a:xfrm>
            <a:off x="7884615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EA1D1B-E4CC-3B39-0444-EF81F81F3BEB}"/>
              </a:ext>
            </a:extLst>
          </p:cNvPr>
          <p:cNvSpPr/>
          <p:nvPr/>
        </p:nvSpPr>
        <p:spPr>
          <a:xfrm>
            <a:off x="8126146" y="250769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D4912-A5ED-E275-32FA-245E6867CF3B}"/>
              </a:ext>
            </a:extLst>
          </p:cNvPr>
          <p:cNvSpPr txBox="1"/>
          <p:nvPr/>
        </p:nvSpPr>
        <p:spPr>
          <a:xfrm>
            <a:off x="8038355" y="249035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37634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2028972" y="2818789"/>
            <a:ext cx="1631390" cy="2025295"/>
          </a:xfrm>
          <a:prstGeom prst="roundRect">
            <a:avLst>
              <a:gd name="adj" fmla="val 546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2172974" y="3548450"/>
            <a:ext cx="1330244" cy="992097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291337" y="3620311"/>
            <a:ext cx="1094544" cy="36298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 spark-submit CLI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892235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962561" y="1131589"/>
            <a:ext cx="6740965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EKS / 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4540994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4600312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6121268" y="1344331"/>
            <a:ext cx="905666" cy="918283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899423" y="196517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2028970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450038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5764483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4644383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315826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4600312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4644383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315826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2220792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962561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5699366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2176721" y="2867933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2220792" y="2924931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921160" y="2924931"/>
            <a:ext cx="531830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7103514" y="1344330"/>
            <a:ext cx="1384982" cy="923219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5835647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6779722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7700441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4841391" y="1753708"/>
            <a:ext cx="1196339" cy="34879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2232233" y="168581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7175431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7796005" y="1409323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7175431" y="1665295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>
            <a:off x="7796005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6272124" y="140932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6271375" y="1665295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3421182" y="1682101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2228365" y="206319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628251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  <a:stCxn id="1139" idx="0"/>
          </p:cNvCxnSpPr>
          <p:nvPr/>
        </p:nvCxnSpPr>
        <p:spPr>
          <a:xfrm flipV="1">
            <a:off x="8115366" y="2208313"/>
            <a:ext cx="0" cy="269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TextBox 1138">
            <a:extLst>
              <a:ext uri="{FF2B5EF4-FFF2-40B4-BE49-F238E27FC236}">
                <a16:creationId xmlns:a16="http://schemas.microsoft.com/office/drawing/2014/main" id="{9845C353-20AB-2343-9930-3FA93E5C923C}"/>
              </a:ext>
            </a:extLst>
          </p:cNvPr>
          <p:cNvSpPr txBox="1"/>
          <p:nvPr/>
        </p:nvSpPr>
        <p:spPr>
          <a:xfrm>
            <a:off x="7538784" y="2477764"/>
            <a:ext cx="1153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Collector &amp;</a:t>
            </a:r>
          </a:p>
          <a:p>
            <a:pPr algn="ctr"/>
            <a:r>
              <a:rPr lang="en-KR" sz="800"/>
              <a:t>All fluentd Loggers</a:t>
            </a:r>
          </a:p>
        </p:txBody>
      </p: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</p:cNvCxnSpPr>
          <p:nvPr/>
        </p:nvCxnSpPr>
        <p:spPr>
          <a:xfrm>
            <a:off x="2713438" y="3117409"/>
            <a:ext cx="20772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</p:cNvCxnSpPr>
          <p:nvPr/>
        </p:nvCxnSpPr>
        <p:spPr>
          <a:xfrm flipV="1">
            <a:off x="3219882" y="628926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322253" y="4220744"/>
            <a:ext cx="118644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aws CLI</a:t>
            </a:r>
          </a:p>
          <a:p>
            <a:pPr algn="ctr"/>
            <a:r>
              <a:rPr lang="en-US" altLang="ko-KR" sz="900" b="1"/>
              <a:t>(startJobRun API)</a:t>
            </a:r>
            <a:endParaRPr lang="ko-KR" altLang="en-US" sz="9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 rot="16200000">
            <a:off x="473385" y="2336209"/>
            <a:ext cx="904178" cy="30710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  <a:endCxn id="124" idx="1"/>
          </p:cNvCxnSpPr>
          <p:nvPr/>
        </p:nvCxnSpPr>
        <p:spPr>
          <a:xfrm rot="10800000">
            <a:off x="2176722" y="3130502"/>
            <a:ext cx="15201" cy="556001"/>
          </a:xfrm>
          <a:prstGeom prst="bentConnector3">
            <a:avLst>
              <a:gd name="adj1" fmla="val 19046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415" idx="0"/>
            <a:endCxn id="1528" idx="4"/>
          </p:cNvCxnSpPr>
          <p:nvPr/>
        </p:nvCxnSpPr>
        <p:spPr>
          <a:xfrm rot="16200000" flipV="1">
            <a:off x="2917228" y="2523974"/>
            <a:ext cx="610059" cy="191519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841391" y="1342160"/>
            <a:ext cx="119633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6228184" y="2917504"/>
            <a:ext cx="0" cy="3298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426365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339794" y="449899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2191922" y="357849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283387" y="3234960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642389" y="4044499"/>
            <a:ext cx="530585" cy="37180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359103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3632066" y="3116843"/>
            <a:ext cx="627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627975" y="3451723"/>
            <a:ext cx="625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to driver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4922693" y="674812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0"/>
            <a:endCxn id="62" idx="1"/>
          </p:cNvCxnSpPr>
          <p:nvPr/>
        </p:nvCxnSpPr>
        <p:spPr>
          <a:xfrm rot="5400000" flipH="1" flipV="1">
            <a:off x="5518594" y="428923"/>
            <a:ext cx="77135" cy="4146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57" idx="0"/>
          </p:cNvCxnSpPr>
          <p:nvPr/>
        </p:nvCxnSpPr>
        <p:spPr>
          <a:xfrm rot="5400000" flipH="1" flipV="1">
            <a:off x="2548755" y="-48466"/>
            <a:ext cx="2784375" cy="5451620"/>
          </a:xfrm>
          <a:prstGeom prst="bentConnector3">
            <a:avLst>
              <a:gd name="adj1" fmla="val 10821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1107120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1158801" y="1038743"/>
            <a:ext cx="780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2172974" y="1621600"/>
            <a:ext cx="2437732" cy="82007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900" b="1">
                <a:solidFill>
                  <a:sysClr val="windowText" lastClr="000000"/>
                </a:solidFill>
              </a:rPr>
              <a:t>Driver’s ConfigMaps</a:t>
            </a:r>
          </a:p>
        </p:txBody>
      </p: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2"/>
            <a:endCxn id="1418" idx="1"/>
          </p:cNvCxnSpPr>
          <p:nvPr/>
        </p:nvCxnSpPr>
        <p:spPr>
          <a:xfrm rot="10800000">
            <a:off x="2172974" y="2031639"/>
            <a:ext cx="14320" cy="1880719"/>
          </a:xfrm>
          <a:prstGeom prst="bentConnector3">
            <a:avLst>
              <a:gd name="adj1" fmla="val 644731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2187294" y="3804345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1123856" y="2007550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driver’s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 flipV="1">
            <a:off x="2299501" y="2443599"/>
            <a:ext cx="0" cy="48133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9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408547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600358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492346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565354" y="3693297"/>
            <a:ext cx="548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Submit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 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387646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731951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381884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731951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0"/>
            <a:endCxn id="61" idx="2"/>
          </p:cNvCxnSpPr>
          <p:nvPr/>
        </p:nvCxnSpPr>
        <p:spPr>
          <a:xfrm rot="5400000" flipH="1" flipV="1">
            <a:off x="2598082" y="1477520"/>
            <a:ext cx="2036405" cy="858419"/>
          </a:xfrm>
          <a:prstGeom prst="bentConnector3">
            <a:avLst>
              <a:gd name="adj1" fmla="val 685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102" idx="0"/>
            <a:endCxn id="60" idx="2"/>
          </p:cNvCxnSpPr>
          <p:nvPr/>
        </p:nvCxnSpPr>
        <p:spPr>
          <a:xfrm rot="5400000" flipH="1" flipV="1">
            <a:off x="721031" y="771555"/>
            <a:ext cx="1784860" cy="2021930"/>
          </a:xfrm>
          <a:prstGeom prst="bentConnector3">
            <a:avLst>
              <a:gd name="adj1" fmla="val 925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>
            <a:off x="1079025" y="2489760"/>
            <a:ext cx="1141767" cy="562771"/>
          </a:xfrm>
          <a:prstGeom prst="bentConnector3">
            <a:avLst>
              <a:gd name="adj1" fmla="val 27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561433" y="2505716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6" idx="2"/>
          </p:cNvCxnSpPr>
          <p:nvPr/>
        </p:nvCxnSpPr>
        <p:spPr>
          <a:xfrm rot="16200000" flipH="1">
            <a:off x="4182766" y="1063575"/>
            <a:ext cx="138278" cy="3569581"/>
          </a:xfrm>
          <a:prstGeom prst="bentConnector5">
            <a:avLst>
              <a:gd name="adj1" fmla="val -53238"/>
              <a:gd name="adj2" fmla="val 35883"/>
              <a:gd name="adj3" fmla="val 22795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314488" y="313749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702527" y="2884900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</p:cNvCxnSpPr>
          <p:nvPr/>
        </p:nvCxnSpPr>
        <p:spPr>
          <a:xfrm flipV="1">
            <a:off x="7270655" y="2924931"/>
            <a:ext cx="0" cy="2028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787082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300810" y="304888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372560" y="488691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731951" y="375472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5B8FC49-54E3-92EE-3ED9-670931E13065}"/>
              </a:ext>
            </a:extLst>
          </p:cNvPr>
          <p:cNvSpPr/>
          <p:nvPr/>
        </p:nvSpPr>
        <p:spPr>
          <a:xfrm>
            <a:off x="4781175" y="1285156"/>
            <a:ext cx="3771153" cy="1151081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KR" sz="900" b="1">
                <a:solidFill>
                  <a:sysClr val="windowText" lastClr="000000"/>
                </a:solidFill>
              </a:rPr>
              <a:t>startJobRun API’s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ConfigMaps &amp; Secret</a:t>
            </a:r>
          </a:p>
        </p:txBody>
      </p:sp>
      <p:sp>
        <p:nvSpPr>
          <p:cNvPr id="1348" name="모서리가 둥근 직사각형 2">
            <a:extLst>
              <a:ext uri="{FF2B5EF4-FFF2-40B4-BE49-F238E27FC236}">
                <a16:creationId xmlns:a16="http://schemas.microsoft.com/office/drawing/2014/main" id="{4684EAFB-CAE0-93E6-7192-F95120A97EB7}"/>
              </a:ext>
            </a:extLst>
          </p:cNvPr>
          <p:cNvSpPr/>
          <p:nvPr/>
        </p:nvSpPr>
        <p:spPr>
          <a:xfrm>
            <a:off x="6091050" y="3325594"/>
            <a:ext cx="1454528" cy="15184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349" name="모서리가 둥근 직사각형 2">
            <a:extLst>
              <a:ext uri="{FF2B5EF4-FFF2-40B4-BE49-F238E27FC236}">
                <a16:creationId xmlns:a16="http://schemas.microsoft.com/office/drawing/2014/main" id="{825281D7-E47E-FD25-16D1-733CD22CE3D0}"/>
              </a:ext>
            </a:extLst>
          </p:cNvPr>
          <p:cNvSpPr/>
          <p:nvPr/>
        </p:nvSpPr>
        <p:spPr>
          <a:xfrm>
            <a:off x="6150368" y="3383085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0" name="모서리가 둥근 직사각형 2">
            <a:extLst>
              <a:ext uri="{FF2B5EF4-FFF2-40B4-BE49-F238E27FC236}">
                <a16:creationId xmlns:a16="http://schemas.microsoft.com/office/drawing/2014/main" id="{1E589968-A703-0AA4-A5CA-282A8ECCA449}"/>
              </a:ext>
            </a:extLst>
          </p:cNvPr>
          <p:cNvSpPr/>
          <p:nvPr/>
        </p:nvSpPr>
        <p:spPr>
          <a:xfrm>
            <a:off x="6194439" y="3440083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1" name="모서리가 둥근 직사각형 2">
            <a:extLst>
              <a:ext uri="{FF2B5EF4-FFF2-40B4-BE49-F238E27FC236}">
                <a16:creationId xmlns:a16="http://schemas.microsoft.com/office/drawing/2014/main" id="{DF2ADB9B-09CB-D4F8-E5DC-D40DC0E22A2F}"/>
              </a:ext>
            </a:extLst>
          </p:cNvPr>
          <p:cNvSpPr/>
          <p:nvPr/>
        </p:nvSpPr>
        <p:spPr>
          <a:xfrm>
            <a:off x="6865882" y="3440083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352" name="모서리가 둥근 직사각형 2">
            <a:extLst>
              <a:ext uri="{FF2B5EF4-FFF2-40B4-BE49-F238E27FC236}">
                <a16:creationId xmlns:a16="http://schemas.microsoft.com/office/drawing/2014/main" id="{0BE5163E-B7E5-9ECA-9379-FA25CF889B5A}"/>
              </a:ext>
            </a:extLst>
          </p:cNvPr>
          <p:cNvSpPr/>
          <p:nvPr/>
        </p:nvSpPr>
        <p:spPr>
          <a:xfrm>
            <a:off x="6150368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353" name="모서리가 둥근 직사각형 2">
            <a:extLst>
              <a:ext uri="{FF2B5EF4-FFF2-40B4-BE49-F238E27FC236}">
                <a16:creationId xmlns:a16="http://schemas.microsoft.com/office/drawing/2014/main" id="{25FF08CB-A2D3-4A16-09D6-1165C444D734}"/>
              </a:ext>
            </a:extLst>
          </p:cNvPr>
          <p:cNvSpPr/>
          <p:nvPr/>
        </p:nvSpPr>
        <p:spPr>
          <a:xfrm>
            <a:off x="6194439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354" name="모서리가 둥근 직사각형 2">
            <a:extLst>
              <a:ext uri="{FF2B5EF4-FFF2-40B4-BE49-F238E27FC236}">
                <a16:creationId xmlns:a16="http://schemas.microsoft.com/office/drawing/2014/main" id="{2CD0ACF6-7F6D-0092-0151-8CDFCCE04F1D}"/>
              </a:ext>
            </a:extLst>
          </p:cNvPr>
          <p:cNvSpPr/>
          <p:nvPr/>
        </p:nvSpPr>
        <p:spPr>
          <a:xfrm>
            <a:off x="6865882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4252592" y="3247344"/>
            <a:ext cx="3338069" cy="1301977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KR" sz="9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2107768" y="1211792"/>
            <a:ext cx="6521882" cy="3395697"/>
          </a:xfrm>
          <a:prstGeom prst="roundRect">
            <a:avLst>
              <a:gd name="adj" fmla="val 3227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900" b="1">
                <a:solidFill>
                  <a:sysClr val="windowText" lastClr="000000"/>
                </a:solidFill>
              </a:rPr>
              <a:t>EMR Virtual Cluster </a:t>
            </a:r>
          </a:p>
          <a:p>
            <a:r>
              <a:rPr lang="en-KR" sz="900" b="1">
                <a:solidFill>
                  <a:sysClr val="windowText" lastClr="000000"/>
                </a:solidFill>
              </a:rPr>
              <a:t>/ Namespace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B322E-C39D-33A7-92B3-BA8485F7D27D}"/>
              </a:ext>
            </a:extLst>
          </p:cNvPr>
          <p:cNvSpPr txBox="1"/>
          <p:nvPr/>
        </p:nvSpPr>
        <p:spPr>
          <a:xfrm>
            <a:off x="3181918" y="1185129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Write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97A8FBF-535F-23B8-D779-0CC79FBC49D9}"/>
              </a:ext>
            </a:extLst>
          </p:cNvPr>
          <p:cNvSpPr/>
          <p:nvPr/>
        </p:nvSpPr>
        <p:spPr>
          <a:xfrm>
            <a:off x="2590559" y="300854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6848D92-650E-9271-E8BE-54FDC02B7AA8}"/>
              </a:ext>
            </a:extLst>
          </p:cNvPr>
          <p:cNvSpPr/>
          <p:nvPr/>
        </p:nvSpPr>
        <p:spPr>
          <a:xfrm>
            <a:off x="3073906" y="274047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A0C1872-8292-DEA6-FB1A-2764179324E2}"/>
              </a:ext>
            </a:extLst>
          </p:cNvPr>
          <p:cNvSpPr/>
          <p:nvPr/>
        </p:nvSpPr>
        <p:spPr>
          <a:xfrm>
            <a:off x="3111601" y="5176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FD44DD-7299-7D2D-54EE-1C8BDB8AD38F}"/>
              </a:ext>
            </a:extLst>
          </p:cNvPr>
          <p:cNvSpPr txBox="1"/>
          <p:nvPr/>
        </p:nvSpPr>
        <p:spPr>
          <a:xfrm>
            <a:off x="2802057" y="68523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D1C17F-BA2F-884F-56A3-3F5956CF797F}"/>
              </a:ext>
            </a:extLst>
          </p:cNvPr>
          <p:cNvSpPr/>
          <p:nvPr/>
        </p:nvSpPr>
        <p:spPr>
          <a:xfrm>
            <a:off x="494484" y="2674950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15" name="Oval 1414">
            <a:extLst>
              <a:ext uri="{FF2B5EF4-FFF2-40B4-BE49-F238E27FC236}">
                <a16:creationId xmlns:a16="http://schemas.microsoft.com/office/drawing/2014/main" id="{1BD885E1-C64B-2D97-6B9C-5D7CD65FDAFF}"/>
              </a:ext>
            </a:extLst>
          </p:cNvPr>
          <p:cNvSpPr/>
          <p:nvPr/>
        </p:nvSpPr>
        <p:spPr>
          <a:xfrm>
            <a:off x="4071844" y="378660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BE826E4-CA12-9A4E-F072-E4ACFF17F525}"/>
              </a:ext>
            </a:extLst>
          </p:cNvPr>
          <p:cNvSpPr txBox="1"/>
          <p:nvPr/>
        </p:nvSpPr>
        <p:spPr>
          <a:xfrm>
            <a:off x="1307892" y="2837785"/>
            <a:ext cx="733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Get Metric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BFDDC6A7-E29D-457F-8C01-10EA431BC4C5}"/>
              </a:ext>
            </a:extLst>
          </p:cNvPr>
          <p:cNvSpPr txBox="1"/>
          <p:nvPr/>
        </p:nvSpPr>
        <p:spPr>
          <a:xfrm>
            <a:off x="409634" y="988013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rgbClr val="C00000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rgbClr val="C00000"/>
                </a:solidFill>
              </a:rPr>
              <a:t>event logs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7162643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89BEECD-E77A-82CC-DCFF-A08D42AEEFE4}"/>
              </a:ext>
            </a:extLst>
          </p:cNvPr>
          <p:cNvSpPr txBox="1"/>
          <p:nvPr/>
        </p:nvSpPr>
        <p:spPr>
          <a:xfrm>
            <a:off x="2228378" y="2400063"/>
            <a:ext cx="810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</a:t>
            </a:r>
          </a:p>
        </p:txBody>
      </p:sp>
      <p:cxnSp>
        <p:nvCxnSpPr>
          <p:cNvPr id="1472" name="Elbow Connector 1471">
            <a:extLst>
              <a:ext uri="{FF2B5EF4-FFF2-40B4-BE49-F238E27FC236}">
                <a16:creationId xmlns:a16="http://schemas.microsoft.com/office/drawing/2014/main" id="{49B3C530-3DC8-FA59-994D-264DCCBBFF8A}"/>
              </a:ext>
            </a:extLst>
          </p:cNvPr>
          <p:cNvCxnSpPr>
            <a:cxnSpLocks/>
            <a:stCxn id="14" idx="4"/>
          </p:cNvCxnSpPr>
          <p:nvPr/>
        </p:nvCxnSpPr>
        <p:spPr>
          <a:xfrm rot="16200000" flipH="1">
            <a:off x="3294263" y="2481754"/>
            <a:ext cx="86566" cy="183009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8" name="Elbow Connector 1497">
            <a:extLst>
              <a:ext uri="{FF2B5EF4-FFF2-40B4-BE49-F238E27FC236}">
                <a16:creationId xmlns:a16="http://schemas.microsoft.com/office/drawing/2014/main" id="{95AEA0A2-ADBD-6447-EE16-D6FE91765D5E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16200000" flipH="1">
            <a:off x="4716175" y="530166"/>
            <a:ext cx="138278" cy="4636399"/>
          </a:xfrm>
          <a:prstGeom prst="bentConnector5">
            <a:avLst>
              <a:gd name="adj1" fmla="val -53237"/>
              <a:gd name="adj2" fmla="val 27654"/>
              <a:gd name="adj3" fmla="val 2279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7" name="TextBox 1506">
            <a:extLst>
              <a:ext uri="{FF2B5EF4-FFF2-40B4-BE49-F238E27FC236}">
                <a16:creationId xmlns:a16="http://schemas.microsoft.com/office/drawing/2014/main" id="{169FF5A0-F2E9-D9CC-B7D7-C44266D3E37E}"/>
              </a:ext>
            </a:extLst>
          </p:cNvPr>
          <p:cNvSpPr txBox="1"/>
          <p:nvPr/>
        </p:nvSpPr>
        <p:spPr>
          <a:xfrm>
            <a:off x="6239540" y="3048889"/>
            <a:ext cx="848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</a:t>
            </a:r>
            <a:r>
              <a:rPr lang="en-US" sz="800">
                <a:solidFill>
                  <a:schemeClr val="tx2"/>
                </a:solidFill>
              </a:rPr>
              <a:t>executor’s </a:t>
            </a:r>
          </a:p>
          <a:p>
            <a:pPr algn="ctr"/>
            <a:r>
              <a:rPr lang="en-US" sz="800">
                <a:solidFill>
                  <a:schemeClr val="tx2"/>
                </a:solidFill>
              </a:rPr>
              <a:t>config</a:t>
            </a:r>
            <a:endParaRPr lang="en-KR" sz="800">
              <a:solidFill>
                <a:schemeClr val="tx2"/>
              </a:solidFill>
            </a:endParaRPr>
          </a:p>
        </p:txBody>
      </p:sp>
      <p:sp>
        <p:nvSpPr>
          <p:cNvPr id="1528" name="Oval 1527">
            <a:extLst>
              <a:ext uri="{FF2B5EF4-FFF2-40B4-BE49-F238E27FC236}">
                <a16:creationId xmlns:a16="http://schemas.microsoft.com/office/drawing/2014/main" id="{3985570A-F4FA-1946-BBCD-8122A286004A}"/>
              </a:ext>
            </a:extLst>
          </p:cNvPr>
          <p:cNvSpPr/>
          <p:nvPr/>
        </p:nvSpPr>
        <p:spPr>
          <a:xfrm>
            <a:off x="2189677" y="3026582"/>
            <a:ext cx="149961" cy="1499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D9AA1F07-DDC8-EE5B-0204-C15743F5C9F2}"/>
              </a:ext>
            </a:extLst>
          </p:cNvPr>
          <p:cNvSpPr/>
          <p:nvPr/>
        </p:nvSpPr>
        <p:spPr>
          <a:xfrm>
            <a:off x="3305436" y="3680454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ABA94B50-8FA2-F6B8-4786-E4458D7B8AEA}"/>
              </a:ext>
            </a:extLst>
          </p:cNvPr>
          <p:cNvSpPr/>
          <p:nvPr/>
        </p:nvSpPr>
        <p:spPr>
          <a:xfrm>
            <a:off x="2191489" y="2779226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FF89540-EB0E-34CB-15C8-10C2D7C6618A}"/>
              </a:ext>
            </a:extLst>
          </p:cNvPr>
          <p:cNvSpPr txBox="1"/>
          <p:nvPr/>
        </p:nvSpPr>
        <p:spPr>
          <a:xfrm>
            <a:off x="7067564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AEA763E-8CAA-F9C5-9187-370C5E1E44D1}"/>
              </a:ext>
            </a:extLst>
          </p:cNvPr>
          <p:cNvSpPr txBox="1"/>
          <p:nvPr/>
        </p:nvSpPr>
        <p:spPr>
          <a:xfrm>
            <a:off x="3984232" y="377334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741FBD6B-9D2B-225F-D414-3F5A71FD0F66}"/>
              </a:ext>
            </a:extLst>
          </p:cNvPr>
          <p:cNvSpPr/>
          <p:nvPr/>
        </p:nvSpPr>
        <p:spPr>
          <a:xfrm>
            <a:off x="6116984" y="312239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EA0D8F4-2A22-7DEC-A90A-1FBAE9E4FDB6}"/>
              </a:ext>
            </a:extLst>
          </p:cNvPr>
          <p:cNvSpPr txBox="1"/>
          <p:nvPr/>
        </p:nvSpPr>
        <p:spPr>
          <a:xfrm>
            <a:off x="6021905" y="3107819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DF7A73D-111F-C0EE-753F-8C117F279F10}"/>
              </a:ext>
            </a:extLst>
          </p:cNvPr>
          <p:cNvSpPr txBox="1"/>
          <p:nvPr/>
        </p:nvSpPr>
        <p:spPr>
          <a:xfrm>
            <a:off x="6571343" y="2703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F3D1107D-12EC-F267-BE85-93FB8C9DDE03}"/>
              </a:ext>
            </a:extLst>
          </p:cNvPr>
          <p:cNvCxnSpPr>
            <a:cxnSpLocks/>
            <a:stCxn id="1117" idx="4"/>
            <a:endCxn id="57" idx="3"/>
          </p:cNvCxnSpPr>
          <p:nvPr/>
        </p:nvCxnSpPr>
        <p:spPr>
          <a:xfrm rot="5400000" flipH="1" flipV="1">
            <a:off x="4964997" y="309148"/>
            <a:ext cx="2035781" cy="5138880"/>
          </a:xfrm>
          <a:prstGeom prst="bentConnector4">
            <a:avLst>
              <a:gd name="adj1" fmla="val -33264"/>
              <a:gd name="adj2" fmla="val 10444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531B95D-1D71-F063-ACD1-3EF8831124DA}"/>
              </a:ext>
            </a:extLst>
          </p:cNvPr>
          <p:cNvSpPr txBox="1"/>
          <p:nvPr/>
        </p:nvSpPr>
        <p:spPr>
          <a:xfrm>
            <a:off x="3606757" y="4560468"/>
            <a:ext cx="1003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spark-submit Configs</a:t>
            </a:r>
          </a:p>
        </p:txBody>
      </p:sp>
      <p:cxnSp>
        <p:nvCxnSpPr>
          <p:cNvPr id="1158" name="Elbow Connector 1157">
            <a:extLst>
              <a:ext uri="{FF2B5EF4-FFF2-40B4-BE49-F238E27FC236}">
                <a16:creationId xmlns:a16="http://schemas.microsoft.com/office/drawing/2014/main" id="{A8252B4C-14E5-1775-8474-A17F6858190B}"/>
              </a:ext>
            </a:extLst>
          </p:cNvPr>
          <p:cNvCxnSpPr>
            <a:cxnSpLocks/>
            <a:endCxn id="1028" idx="1"/>
          </p:cNvCxnSpPr>
          <p:nvPr/>
        </p:nvCxnSpPr>
        <p:spPr>
          <a:xfrm rot="5400000" flipH="1" flipV="1">
            <a:off x="4441718" y="2181296"/>
            <a:ext cx="652860" cy="146485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0" name="Oval 1159">
            <a:extLst>
              <a:ext uri="{FF2B5EF4-FFF2-40B4-BE49-F238E27FC236}">
                <a16:creationId xmlns:a16="http://schemas.microsoft.com/office/drawing/2014/main" id="{6E223EBA-0AB4-8B76-76C9-6F34C1DE2862}"/>
              </a:ext>
            </a:extLst>
          </p:cNvPr>
          <p:cNvSpPr/>
          <p:nvPr/>
        </p:nvSpPr>
        <p:spPr>
          <a:xfrm>
            <a:off x="4463988" y="257078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B13EA6DE-08D6-4624-BE66-3F130903D257}"/>
              </a:ext>
            </a:extLst>
          </p:cNvPr>
          <p:cNvSpPr/>
          <p:nvPr/>
        </p:nvSpPr>
        <p:spPr>
          <a:xfrm>
            <a:off x="4705519" y="257078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C3CC9002-3691-6231-3CE7-59958802A08A}"/>
              </a:ext>
            </a:extLst>
          </p:cNvPr>
          <p:cNvSpPr txBox="1"/>
          <p:nvPr/>
        </p:nvSpPr>
        <p:spPr>
          <a:xfrm>
            <a:off x="4617728" y="255345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238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">
            <a:extLst>
              <a:ext uri="{FF2B5EF4-FFF2-40B4-BE49-F238E27FC236}">
                <a16:creationId xmlns:a16="http://schemas.microsoft.com/office/drawing/2014/main" id="{8CD7802F-5E61-C14E-839F-1E0330E50159}"/>
              </a:ext>
            </a:extLst>
          </p:cNvPr>
          <p:cNvSpPr/>
          <p:nvPr/>
        </p:nvSpPr>
        <p:spPr>
          <a:xfrm>
            <a:off x="2028972" y="3105992"/>
            <a:ext cx="1631390" cy="1738091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A</a:t>
            </a:r>
            <a:endParaRPr lang="ko-KR" altLang="en-US" sz="1000"/>
          </a:p>
        </p:txBody>
      </p:sp>
      <p:sp>
        <p:nvSpPr>
          <p:cNvPr id="112" name="모서리가 둥근 직사각형 2">
            <a:extLst>
              <a:ext uri="{FF2B5EF4-FFF2-40B4-BE49-F238E27FC236}">
                <a16:creationId xmlns:a16="http://schemas.microsoft.com/office/drawing/2014/main" id="{AA3FA810-356E-611F-3A63-ADEAFDF83CE6}"/>
              </a:ext>
            </a:extLst>
          </p:cNvPr>
          <p:cNvSpPr/>
          <p:nvPr/>
        </p:nvSpPr>
        <p:spPr>
          <a:xfrm>
            <a:off x="2176721" y="3756366"/>
            <a:ext cx="1322750" cy="784179"/>
          </a:xfrm>
          <a:prstGeom prst="roundRect">
            <a:avLst>
              <a:gd name="adj" fmla="val 748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job-runner Pod</a:t>
            </a:r>
            <a:endParaRPr lang="ko-KR" altLang="en-US" sz="1000"/>
          </a:p>
        </p:txBody>
      </p:sp>
      <p:sp>
        <p:nvSpPr>
          <p:cNvPr id="113" name="모서리가 둥근 직사각형 2">
            <a:extLst>
              <a:ext uri="{FF2B5EF4-FFF2-40B4-BE49-F238E27FC236}">
                <a16:creationId xmlns:a16="http://schemas.microsoft.com/office/drawing/2014/main" id="{093A04FD-246D-E810-77EA-94D9A542152B}"/>
              </a:ext>
            </a:extLst>
          </p:cNvPr>
          <p:cNvSpPr/>
          <p:nvPr/>
        </p:nvSpPr>
        <p:spPr>
          <a:xfrm>
            <a:off x="2356544" y="3803118"/>
            <a:ext cx="964130" cy="21603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job-runner </a:t>
            </a:r>
          </a:p>
          <a:p>
            <a:pPr algn="ctr"/>
            <a:r>
              <a:rPr lang="en-US" altLang="ko-KR" sz="800" b="1"/>
              <a:t>(spark-submit)</a:t>
            </a:r>
            <a:endParaRPr lang="ko-KR" altLang="en-US" sz="800" b="1"/>
          </a:p>
        </p:txBody>
      </p:sp>
      <p:sp>
        <p:nvSpPr>
          <p:cNvPr id="114" name="모서리가 둥근 직사각형 2">
            <a:extLst>
              <a:ext uri="{FF2B5EF4-FFF2-40B4-BE49-F238E27FC236}">
                <a16:creationId xmlns:a16="http://schemas.microsoft.com/office/drawing/2014/main" id="{BDBEE634-CAC8-BF49-2FF1-A0AC00FCA42A}"/>
              </a:ext>
            </a:extLst>
          </p:cNvPr>
          <p:cNvSpPr/>
          <p:nvPr/>
        </p:nvSpPr>
        <p:spPr>
          <a:xfrm>
            <a:off x="2892235" y="4075817"/>
            <a:ext cx="560755" cy="254726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D92FD6-97D5-22EF-2A04-0BC282BD0B3C}"/>
              </a:ext>
            </a:extLst>
          </p:cNvPr>
          <p:cNvSpPr txBox="1">
            <a:spLocks/>
          </p:cNvSpPr>
          <p:nvPr/>
        </p:nvSpPr>
        <p:spPr>
          <a:xfrm>
            <a:off x="565354" y="-726077"/>
            <a:ext cx="8229600" cy="7042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EMR on EKS Architecture</a:t>
            </a:r>
            <a:endParaRPr lang="ko-KR" altLang="en-US" sz="3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66C83-4AC1-2FCB-CB8F-6E2326F41BC9}"/>
              </a:ext>
            </a:extLst>
          </p:cNvPr>
          <p:cNvSpPr/>
          <p:nvPr/>
        </p:nvSpPr>
        <p:spPr>
          <a:xfrm>
            <a:off x="1962561" y="1131589"/>
            <a:ext cx="6740965" cy="3942941"/>
          </a:xfrm>
          <a:prstGeom prst="roundRect">
            <a:avLst>
              <a:gd name="adj" fmla="val 212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KR" sz="1100" b="1">
                <a:solidFill>
                  <a:sysClr val="windowText" lastClr="000000"/>
                </a:solidFill>
              </a:rPr>
              <a:t>EKS/Kubernetes Cluster</a:t>
            </a:r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D6DF1200-1DF3-6BE5-9B2E-6FE7803AEB8A}"/>
              </a:ext>
            </a:extLst>
          </p:cNvPr>
          <p:cNvSpPr/>
          <p:nvPr/>
        </p:nvSpPr>
        <p:spPr>
          <a:xfrm>
            <a:off x="5030940" y="3105994"/>
            <a:ext cx="1631390" cy="1738089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B</a:t>
            </a:r>
            <a:endParaRPr lang="ko-KR" altLang="en-US" sz="1000"/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5380B20D-7FBB-57B8-B7FA-D3EFBA84DC95}"/>
              </a:ext>
            </a:extLst>
          </p:cNvPr>
          <p:cNvSpPr/>
          <p:nvPr/>
        </p:nvSpPr>
        <p:spPr>
          <a:xfrm>
            <a:off x="5178689" y="3163136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1932A02F-95FE-289A-1F75-A21FCC2918B4}"/>
              </a:ext>
            </a:extLst>
          </p:cNvPr>
          <p:cNvSpPr/>
          <p:nvPr/>
        </p:nvSpPr>
        <p:spPr>
          <a:xfrm>
            <a:off x="5850861" y="1290030"/>
            <a:ext cx="1096289" cy="918283"/>
          </a:xfrm>
          <a:prstGeom prst="roundRect">
            <a:avLst>
              <a:gd name="adj" fmla="val 587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Pod Template 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8B1B9D-E84D-E8C1-8F61-67EB1D42FD52}"/>
              </a:ext>
            </a:extLst>
          </p:cNvPr>
          <p:cNvSpPr/>
          <p:nvPr/>
        </p:nvSpPr>
        <p:spPr>
          <a:xfrm>
            <a:off x="7899423" y="1910873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모서리가 둥근 직사각형 2">
            <a:extLst>
              <a:ext uri="{FF2B5EF4-FFF2-40B4-BE49-F238E27FC236}">
                <a16:creationId xmlns:a16="http://schemas.microsoft.com/office/drawing/2014/main" id="{4A9E09DA-5E8C-F02F-1E49-A2DF6D177151}"/>
              </a:ext>
            </a:extLst>
          </p:cNvPr>
          <p:cNvSpPr/>
          <p:nvPr/>
        </p:nvSpPr>
        <p:spPr>
          <a:xfrm>
            <a:off x="2028970" y="503345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History Server</a:t>
            </a:r>
            <a:endParaRPr lang="ko-KR" altLang="en-US" sz="1000"/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EEB504BC-2725-5249-5020-9F4645FD094C}"/>
              </a:ext>
            </a:extLst>
          </p:cNvPr>
          <p:cNvSpPr/>
          <p:nvPr/>
        </p:nvSpPr>
        <p:spPr>
          <a:xfrm>
            <a:off x="3450038" y="501781"/>
            <a:ext cx="1190912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Spark Event Log</a:t>
            </a:r>
          </a:p>
          <a:p>
            <a:pPr algn="ctr"/>
            <a:r>
              <a:rPr lang="en-US" altLang="ko-KR" sz="1000"/>
              <a:t>/ S3</a:t>
            </a:r>
            <a:endParaRPr lang="ko-KR" altLang="en-US" sz="1000"/>
          </a:p>
        </p:txBody>
      </p:sp>
      <p:sp>
        <p:nvSpPr>
          <p:cNvPr id="62" name="모서리가 둥근 직사각형 2">
            <a:extLst>
              <a:ext uri="{FF2B5EF4-FFF2-40B4-BE49-F238E27FC236}">
                <a16:creationId xmlns:a16="http://schemas.microsoft.com/office/drawing/2014/main" id="{E3EDCEFA-FDD5-5DB6-103C-D9280D1CA58F}"/>
              </a:ext>
            </a:extLst>
          </p:cNvPr>
          <p:cNvSpPr/>
          <p:nvPr/>
        </p:nvSpPr>
        <p:spPr>
          <a:xfrm>
            <a:off x="5764483" y="292216"/>
            <a:ext cx="2865404" cy="61092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S3 / CloudWatch Log</a:t>
            </a:r>
            <a:endParaRPr lang="ko-KR" altLang="en-US" sz="1000"/>
          </a:p>
        </p:txBody>
      </p:sp>
      <p:sp>
        <p:nvSpPr>
          <p:cNvPr id="65" name="모서리가 둥근 직사각형 2">
            <a:extLst>
              <a:ext uri="{FF2B5EF4-FFF2-40B4-BE49-F238E27FC236}">
                <a16:creationId xmlns:a16="http://schemas.microsoft.com/office/drawing/2014/main" id="{94DB9108-A20A-6552-761B-B6EE782548B9}"/>
              </a:ext>
            </a:extLst>
          </p:cNvPr>
          <p:cNvSpPr/>
          <p:nvPr/>
        </p:nvSpPr>
        <p:spPr>
          <a:xfrm>
            <a:off x="5222760" y="322013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1" name="모서리가 둥근 직사각형 2">
            <a:extLst>
              <a:ext uri="{FF2B5EF4-FFF2-40B4-BE49-F238E27FC236}">
                <a16:creationId xmlns:a16="http://schemas.microsoft.com/office/drawing/2014/main" id="{2ED73C74-D07E-01C5-EC13-C8FC57A04A02}"/>
              </a:ext>
            </a:extLst>
          </p:cNvPr>
          <p:cNvSpPr/>
          <p:nvPr/>
        </p:nvSpPr>
        <p:spPr>
          <a:xfrm>
            <a:off x="5894203" y="322013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72" name="모서리가 둥근 직사각형 2">
            <a:extLst>
              <a:ext uri="{FF2B5EF4-FFF2-40B4-BE49-F238E27FC236}">
                <a16:creationId xmlns:a16="http://schemas.microsoft.com/office/drawing/2014/main" id="{879903AC-AD43-FC80-B11B-848AB1929D30}"/>
              </a:ext>
            </a:extLst>
          </p:cNvPr>
          <p:cNvSpPr/>
          <p:nvPr/>
        </p:nvSpPr>
        <p:spPr>
          <a:xfrm>
            <a:off x="5178689" y="3973105"/>
            <a:ext cx="1322750" cy="524807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73" name="모서리가 둥근 직사각형 2">
            <a:extLst>
              <a:ext uri="{FF2B5EF4-FFF2-40B4-BE49-F238E27FC236}">
                <a16:creationId xmlns:a16="http://schemas.microsoft.com/office/drawing/2014/main" id="{ACF2AE2C-515E-92B9-7132-B42F864C1722}"/>
              </a:ext>
            </a:extLst>
          </p:cNvPr>
          <p:cNvSpPr/>
          <p:nvPr/>
        </p:nvSpPr>
        <p:spPr>
          <a:xfrm>
            <a:off x="5222760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74" name="모서리가 둥근 직사각형 2">
            <a:extLst>
              <a:ext uri="{FF2B5EF4-FFF2-40B4-BE49-F238E27FC236}">
                <a16:creationId xmlns:a16="http://schemas.microsoft.com/office/drawing/2014/main" id="{AE8C735B-C9C8-C9CF-096B-4BFA6D7B0F9E}"/>
              </a:ext>
            </a:extLst>
          </p:cNvPr>
          <p:cNvSpPr/>
          <p:nvPr/>
        </p:nvSpPr>
        <p:spPr>
          <a:xfrm>
            <a:off x="5894203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95" name="모서리가 둥근 직사각형 2">
            <a:extLst>
              <a:ext uri="{FF2B5EF4-FFF2-40B4-BE49-F238E27FC236}">
                <a16:creationId xmlns:a16="http://schemas.microsoft.com/office/drawing/2014/main" id="{5CC75511-F635-D607-4E98-308A70EE2FC0}"/>
              </a:ext>
            </a:extLst>
          </p:cNvPr>
          <p:cNvSpPr/>
          <p:nvPr/>
        </p:nvSpPr>
        <p:spPr>
          <a:xfrm>
            <a:off x="6925192" y="3105993"/>
            <a:ext cx="1631390" cy="1738088"/>
          </a:xfrm>
          <a:prstGeom prst="roundRect">
            <a:avLst>
              <a:gd name="adj" fmla="val 729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Worker Node C</a:t>
            </a:r>
            <a:endParaRPr lang="ko-KR" altLang="en-US" sz="1000"/>
          </a:p>
        </p:txBody>
      </p:sp>
      <p:sp>
        <p:nvSpPr>
          <p:cNvPr id="97" name="모서리가 둥근 직사각형 2">
            <a:extLst>
              <a:ext uri="{FF2B5EF4-FFF2-40B4-BE49-F238E27FC236}">
                <a16:creationId xmlns:a16="http://schemas.microsoft.com/office/drawing/2014/main" id="{4FF8627E-F8FA-AE67-4C00-4E2154629D99}"/>
              </a:ext>
            </a:extLst>
          </p:cNvPr>
          <p:cNvSpPr/>
          <p:nvPr/>
        </p:nvSpPr>
        <p:spPr>
          <a:xfrm>
            <a:off x="7072941" y="3163136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98" name="모서리가 둥근 직사각형 2">
            <a:extLst>
              <a:ext uri="{FF2B5EF4-FFF2-40B4-BE49-F238E27FC236}">
                <a16:creationId xmlns:a16="http://schemas.microsoft.com/office/drawing/2014/main" id="{D083FE77-F766-53D7-5FE9-0171070F003E}"/>
              </a:ext>
            </a:extLst>
          </p:cNvPr>
          <p:cNvSpPr/>
          <p:nvPr/>
        </p:nvSpPr>
        <p:spPr>
          <a:xfrm>
            <a:off x="7117012" y="322013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99" name="모서리가 둥근 직사각형 2">
            <a:extLst>
              <a:ext uri="{FF2B5EF4-FFF2-40B4-BE49-F238E27FC236}">
                <a16:creationId xmlns:a16="http://schemas.microsoft.com/office/drawing/2014/main" id="{E4BCE5D8-EC70-EBE7-A7BD-FF47DC9550A9}"/>
              </a:ext>
            </a:extLst>
          </p:cNvPr>
          <p:cNvSpPr/>
          <p:nvPr/>
        </p:nvSpPr>
        <p:spPr>
          <a:xfrm>
            <a:off x="7788455" y="322013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3" name="모서리가 둥근 직사각형 2">
            <a:extLst>
              <a:ext uri="{FF2B5EF4-FFF2-40B4-BE49-F238E27FC236}">
                <a16:creationId xmlns:a16="http://schemas.microsoft.com/office/drawing/2014/main" id="{3A28222F-B861-FBF8-4E22-FBD0AF6BB78F}"/>
              </a:ext>
            </a:extLst>
          </p:cNvPr>
          <p:cNvSpPr/>
          <p:nvPr/>
        </p:nvSpPr>
        <p:spPr>
          <a:xfrm>
            <a:off x="7072941" y="3972776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Executor Pod</a:t>
            </a:r>
            <a:endParaRPr lang="ko-KR" altLang="en-US" sz="1000"/>
          </a:p>
        </p:txBody>
      </p:sp>
      <p:sp>
        <p:nvSpPr>
          <p:cNvPr id="104" name="모서리가 둥근 직사각형 2">
            <a:extLst>
              <a:ext uri="{FF2B5EF4-FFF2-40B4-BE49-F238E27FC236}">
                <a16:creationId xmlns:a16="http://schemas.microsoft.com/office/drawing/2014/main" id="{DE30B5BA-90B9-C1FF-E82C-D69FEB064416}"/>
              </a:ext>
            </a:extLst>
          </p:cNvPr>
          <p:cNvSpPr/>
          <p:nvPr/>
        </p:nvSpPr>
        <p:spPr>
          <a:xfrm>
            <a:off x="7117012" y="402977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5" name="모서리가 둥근 직사각형 2">
            <a:extLst>
              <a:ext uri="{FF2B5EF4-FFF2-40B4-BE49-F238E27FC236}">
                <a16:creationId xmlns:a16="http://schemas.microsoft.com/office/drawing/2014/main" id="{236C680F-FFF9-C124-70B7-9FAB85A832D9}"/>
              </a:ext>
            </a:extLst>
          </p:cNvPr>
          <p:cNvSpPr/>
          <p:nvPr/>
        </p:nvSpPr>
        <p:spPr>
          <a:xfrm>
            <a:off x="7788455" y="4029774"/>
            <a:ext cx="560755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069C25D-DDDC-93B1-1F88-D56B399F47D7}"/>
              </a:ext>
            </a:extLst>
          </p:cNvPr>
          <p:cNvSpPr/>
          <p:nvPr/>
        </p:nvSpPr>
        <p:spPr>
          <a:xfrm>
            <a:off x="5128468" y="2889575"/>
            <a:ext cx="3322385" cy="1659746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Executors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1D576FA1-C2E8-1195-00ED-F07DC55B6513}"/>
              </a:ext>
            </a:extLst>
          </p:cNvPr>
          <p:cNvSpPr/>
          <p:nvPr/>
        </p:nvSpPr>
        <p:spPr>
          <a:xfrm>
            <a:off x="2107768" y="1211792"/>
            <a:ext cx="6521882" cy="3395697"/>
          </a:xfrm>
          <a:prstGeom prst="roundRect">
            <a:avLst>
              <a:gd name="adj" fmla="val 3227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KR" sz="1000" b="1">
                <a:solidFill>
                  <a:sysClr val="windowText" lastClr="000000"/>
                </a:solidFill>
              </a:rPr>
              <a:t>EMR Virtual Cluster / Namespace</a:t>
            </a:r>
          </a:p>
        </p:txBody>
      </p:sp>
      <p:sp>
        <p:nvSpPr>
          <p:cNvPr id="115" name="모서리가 둥근 직사각형 2">
            <a:extLst>
              <a:ext uri="{FF2B5EF4-FFF2-40B4-BE49-F238E27FC236}">
                <a16:creationId xmlns:a16="http://schemas.microsoft.com/office/drawing/2014/main" id="{84DE372B-25D2-EF6D-20DE-5E7C717ACF50}"/>
              </a:ext>
            </a:extLst>
          </p:cNvPr>
          <p:cNvSpPr/>
          <p:nvPr/>
        </p:nvSpPr>
        <p:spPr>
          <a:xfrm>
            <a:off x="2220792" y="4075817"/>
            <a:ext cx="627345" cy="25472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 Collector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63FC5DC-BB7F-E176-009A-736D035AEA36}"/>
              </a:ext>
            </a:extLst>
          </p:cNvPr>
          <p:cNvSpPr/>
          <p:nvPr/>
        </p:nvSpPr>
        <p:spPr>
          <a:xfrm>
            <a:off x="1962561" y="208306"/>
            <a:ext cx="2756647" cy="77523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EMR Managed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2959CF76-680D-F494-C332-2894AB7D6F9B}"/>
              </a:ext>
            </a:extLst>
          </p:cNvPr>
          <p:cNvSpPr/>
          <p:nvPr/>
        </p:nvSpPr>
        <p:spPr>
          <a:xfrm>
            <a:off x="5699366" y="27245"/>
            <a:ext cx="3004160" cy="954128"/>
          </a:xfrm>
          <a:prstGeom prst="roundRect">
            <a:avLst>
              <a:gd name="adj" fmla="val 7961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000" b="1">
                <a:solidFill>
                  <a:sysClr val="windowText" lastClr="000000"/>
                </a:solidFill>
              </a:rPr>
              <a:t>User Account</a:t>
            </a:r>
          </a:p>
        </p:txBody>
      </p:sp>
      <p:sp>
        <p:nvSpPr>
          <p:cNvPr id="124" name="모서리가 둥근 직사각형 2">
            <a:extLst>
              <a:ext uri="{FF2B5EF4-FFF2-40B4-BE49-F238E27FC236}">
                <a16:creationId xmlns:a16="http://schemas.microsoft.com/office/drawing/2014/main" id="{A2BDB339-902F-3679-13B7-E19A7A14BC22}"/>
              </a:ext>
            </a:extLst>
          </p:cNvPr>
          <p:cNvSpPr/>
          <p:nvPr/>
        </p:nvSpPr>
        <p:spPr>
          <a:xfrm>
            <a:off x="2176721" y="3163136"/>
            <a:ext cx="1322750" cy="52513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Driver Pod</a:t>
            </a:r>
            <a:endParaRPr lang="ko-KR" altLang="en-US" sz="1000"/>
          </a:p>
        </p:txBody>
      </p:sp>
      <p:sp>
        <p:nvSpPr>
          <p:cNvPr id="125" name="모서리가 둥근 직사각형 2">
            <a:extLst>
              <a:ext uri="{FF2B5EF4-FFF2-40B4-BE49-F238E27FC236}">
                <a16:creationId xmlns:a16="http://schemas.microsoft.com/office/drawing/2014/main" id="{FCD902BD-F1B2-D175-E29E-31597FB15940}"/>
              </a:ext>
            </a:extLst>
          </p:cNvPr>
          <p:cNvSpPr/>
          <p:nvPr/>
        </p:nvSpPr>
        <p:spPr>
          <a:xfrm>
            <a:off x="2220792" y="3220134"/>
            <a:ext cx="492646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26" name="모서리가 둥근 직사각형 2">
            <a:extLst>
              <a:ext uri="{FF2B5EF4-FFF2-40B4-BE49-F238E27FC236}">
                <a16:creationId xmlns:a16="http://schemas.microsoft.com/office/drawing/2014/main" id="{85162F7E-065B-A22F-3A37-C76A0615DD50}"/>
              </a:ext>
            </a:extLst>
          </p:cNvPr>
          <p:cNvSpPr/>
          <p:nvPr/>
        </p:nvSpPr>
        <p:spPr>
          <a:xfrm>
            <a:off x="2892235" y="3220134"/>
            <a:ext cx="560755" cy="255200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fluentd</a:t>
            </a:r>
          </a:p>
          <a:p>
            <a:pPr algn="ctr"/>
            <a:r>
              <a:rPr lang="en-US" altLang="ko-KR" sz="800"/>
              <a:t>logger</a:t>
            </a:r>
            <a:endParaRPr lang="ko-KR" altLang="en-US" sz="800"/>
          </a:p>
        </p:txBody>
      </p:sp>
      <p:sp>
        <p:nvSpPr>
          <p:cNvPr id="127" name="모서리가 둥근 직사각형 2">
            <a:extLst>
              <a:ext uri="{FF2B5EF4-FFF2-40B4-BE49-F238E27FC236}">
                <a16:creationId xmlns:a16="http://schemas.microsoft.com/office/drawing/2014/main" id="{34D6D451-D491-3E00-8F10-B0EB3158468D}"/>
              </a:ext>
            </a:extLst>
          </p:cNvPr>
          <p:cNvSpPr/>
          <p:nvPr/>
        </p:nvSpPr>
        <p:spPr>
          <a:xfrm>
            <a:off x="7036232" y="1290029"/>
            <a:ext cx="1519546" cy="923219"/>
          </a:xfrm>
          <a:prstGeom prst="roundRect">
            <a:avLst>
              <a:gd name="adj" fmla="val 430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800"/>
              <a:t>fluentd Logger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24" name="모서리가 둥근 직사각형 2">
            <a:extLst>
              <a:ext uri="{FF2B5EF4-FFF2-40B4-BE49-F238E27FC236}">
                <a16:creationId xmlns:a16="http://schemas.microsoft.com/office/drawing/2014/main" id="{D1E7E594-56A7-18D4-E987-F49C6AA268D8}"/>
              </a:ext>
            </a:extLst>
          </p:cNvPr>
          <p:cNvSpPr/>
          <p:nvPr/>
        </p:nvSpPr>
        <p:spPr>
          <a:xfrm>
            <a:off x="5835647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Control (job-runner) stderr</a:t>
            </a:r>
            <a:endParaRPr lang="ko-KR" altLang="en-US" sz="800"/>
          </a:p>
        </p:txBody>
      </p:sp>
      <p:sp>
        <p:nvSpPr>
          <p:cNvPr id="1025" name="모서리가 둥근 직사각형 2">
            <a:extLst>
              <a:ext uri="{FF2B5EF4-FFF2-40B4-BE49-F238E27FC236}">
                <a16:creationId xmlns:a16="http://schemas.microsoft.com/office/drawing/2014/main" id="{50A185E7-DD14-8CF5-DE85-884575C6CC52}"/>
              </a:ext>
            </a:extLst>
          </p:cNvPr>
          <p:cNvSpPr/>
          <p:nvPr/>
        </p:nvSpPr>
        <p:spPr>
          <a:xfrm>
            <a:off x="6779722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7" name="모서리가 둥근 직사각형 2">
            <a:extLst>
              <a:ext uri="{FF2B5EF4-FFF2-40B4-BE49-F238E27FC236}">
                <a16:creationId xmlns:a16="http://schemas.microsoft.com/office/drawing/2014/main" id="{75C76740-0500-A270-A966-B2AC6E9D1F9C}"/>
              </a:ext>
            </a:extLst>
          </p:cNvPr>
          <p:cNvSpPr/>
          <p:nvPr/>
        </p:nvSpPr>
        <p:spPr>
          <a:xfrm>
            <a:off x="7700441" y="583090"/>
            <a:ext cx="843897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</a:p>
          <a:p>
            <a:pPr algn="ctr"/>
            <a:r>
              <a:rPr lang="en-US" altLang="ko-KR" sz="800"/>
              <a:t>stdout/stderr</a:t>
            </a:r>
            <a:endParaRPr lang="ko-KR" altLang="en-US" sz="800"/>
          </a:p>
        </p:txBody>
      </p:sp>
      <p:sp>
        <p:nvSpPr>
          <p:cNvPr id="1028" name="모서리가 둥근 직사각형 2">
            <a:extLst>
              <a:ext uri="{FF2B5EF4-FFF2-40B4-BE49-F238E27FC236}">
                <a16:creationId xmlns:a16="http://schemas.microsoft.com/office/drawing/2014/main" id="{0DD90621-1CEE-B919-AD1E-F0763656BE00}"/>
              </a:ext>
            </a:extLst>
          </p:cNvPr>
          <p:cNvSpPr/>
          <p:nvPr/>
        </p:nvSpPr>
        <p:spPr>
          <a:xfrm>
            <a:off x="2176722" y="1526295"/>
            <a:ext cx="960946" cy="418726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Default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1000"/>
          </a:p>
        </p:txBody>
      </p:sp>
      <p:sp>
        <p:nvSpPr>
          <p:cNvPr id="1031" name="모서리가 둥근 직사각형 2">
            <a:extLst>
              <a:ext uri="{FF2B5EF4-FFF2-40B4-BE49-F238E27FC236}">
                <a16:creationId xmlns:a16="http://schemas.microsoft.com/office/drawing/2014/main" id="{46E26622-2473-C339-A9D2-6471863BB2C2}"/>
              </a:ext>
            </a:extLst>
          </p:cNvPr>
          <p:cNvSpPr/>
          <p:nvPr/>
        </p:nvSpPr>
        <p:spPr>
          <a:xfrm>
            <a:off x="3302134" y="1776238"/>
            <a:ext cx="1119480" cy="321732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33" name="모서리가 둥근 직사각형 2">
            <a:extLst>
              <a:ext uri="{FF2B5EF4-FFF2-40B4-BE49-F238E27FC236}">
                <a16:creationId xmlns:a16="http://schemas.microsoft.com/office/drawing/2014/main" id="{F7AAEBE3-5A2E-2488-671C-FDAD429DBACF}"/>
              </a:ext>
            </a:extLst>
          </p:cNvPr>
          <p:cNvSpPr/>
          <p:nvPr/>
        </p:nvSpPr>
        <p:spPr>
          <a:xfrm>
            <a:off x="7175431" y="1355022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Meta</a:t>
            </a:r>
            <a:endParaRPr lang="ko-KR" altLang="en-US" sz="800"/>
          </a:p>
        </p:txBody>
      </p:sp>
      <p:sp>
        <p:nvSpPr>
          <p:cNvPr id="1034" name="모서리가 둥근 직사각형 2">
            <a:extLst>
              <a:ext uri="{FF2B5EF4-FFF2-40B4-BE49-F238E27FC236}">
                <a16:creationId xmlns:a16="http://schemas.microsoft.com/office/drawing/2014/main" id="{9A9FCC7C-3571-58F3-FA36-DC3158086397}"/>
              </a:ext>
            </a:extLst>
          </p:cNvPr>
          <p:cNvSpPr/>
          <p:nvPr/>
        </p:nvSpPr>
        <p:spPr>
          <a:xfrm>
            <a:off x="7796005" y="1355022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Job</a:t>
            </a:r>
            <a:endParaRPr lang="ko-KR" altLang="en-US" sz="800"/>
          </a:p>
        </p:txBody>
      </p:sp>
      <p:sp>
        <p:nvSpPr>
          <p:cNvPr id="1035" name="모서리가 둥근 직사각형 2">
            <a:extLst>
              <a:ext uri="{FF2B5EF4-FFF2-40B4-BE49-F238E27FC236}">
                <a16:creationId xmlns:a16="http://schemas.microsoft.com/office/drawing/2014/main" id="{99B9F94F-E75E-FCB9-0097-8BA4A02EB08B}"/>
              </a:ext>
            </a:extLst>
          </p:cNvPr>
          <p:cNvSpPr/>
          <p:nvPr/>
        </p:nvSpPr>
        <p:spPr>
          <a:xfrm>
            <a:off x="7175431" y="1610994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6" name="모서리가 둥근 직사각형 2">
            <a:extLst>
              <a:ext uri="{FF2B5EF4-FFF2-40B4-BE49-F238E27FC236}">
                <a16:creationId xmlns:a16="http://schemas.microsoft.com/office/drawing/2014/main" id="{D8F32914-A3F2-75E2-21A2-30EC047141CB}"/>
              </a:ext>
            </a:extLst>
          </p:cNvPr>
          <p:cNvSpPr/>
          <p:nvPr/>
        </p:nvSpPr>
        <p:spPr>
          <a:xfrm>
            <a:off x="7796005" y="1610994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7" name="모서리가 둥근 직사각형 2">
            <a:extLst>
              <a:ext uri="{FF2B5EF4-FFF2-40B4-BE49-F238E27FC236}">
                <a16:creationId xmlns:a16="http://schemas.microsoft.com/office/drawing/2014/main" id="{B0D919F1-60C6-113A-27A2-096CA305A1FB}"/>
              </a:ext>
            </a:extLst>
          </p:cNvPr>
          <p:cNvSpPr/>
          <p:nvPr/>
        </p:nvSpPr>
        <p:spPr>
          <a:xfrm>
            <a:off x="6097029" y="1355022"/>
            <a:ext cx="620574" cy="25520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</a:t>
            </a:r>
            <a:endParaRPr lang="ko-KR" altLang="en-US" sz="800"/>
          </a:p>
        </p:txBody>
      </p:sp>
      <p:sp>
        <p:nvSpPr>
          <p:cNvPr id="1038" name="모서리가 둥근 직사각형 2">
            <a:extLst>
              <a:ext uri="{FF2B5EF4-FFF2-40B4-BE49-F238E27FC236}">
                <a16:creationId xmlns:a16="http://schemas.microsoft.com/office/drawing/2014/main" id="{B0425CEA-1E96-7A70-0015-9C88726186C1}"/>
              </a:ext>
            </a:extLst>
          </p:cNvPr>
          <p:cNvSpPr/>
          <p:nvPr/>
        </p:nvSpPr>
        <p:spPr>
          <a:xfrm>
            <a:off x="6096280" y="1610994"/>
            <a:ext cx="620574" cy="255200"/>
          </a:xfrm>
          <a:prstGeom prst="roundRect">
            <a:avLst>
              <a:gd name="adj" fmla="val 13068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</a:t>
            </a:r>
            <a:endParaRPr lang="ko-KR" altLang="en-US" sz="800"/>
          </a:p>
        </p:txBody>
      </p:sp>
      <p:sp>
        <p:nvSpPr>
          <p:cNvPr id="1039" name="모서리가 둥근 직사각형 2">
            <a:extLst>
              <a:ext uri="{FF2B5EF4-FFF2-40B4-BE49-F238E27FC236}">
                <a16:creationId xmlns:a16="http://schemas.microsoft.com/office/drawing/2014/main" id="{85F18A57-785B-226D-2F72-DA0B7412FF30}"/>
              </a:ext>
            </a:extLst>
          </p:cNvPr>
          <p:cNvSpPr/>
          <p:nvPr/>
        </p:nvSpPr>
        <p:spPr>
          <a:xfrm>
            <a:off x="4535190" y="1877728"/>
            <a:ext cx="1119479" cy="41178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PodSpec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43" name="모서리가 둥근 직사각형 2">
            <a:extLst>
              <a:ext uri="{FF2B5EF4-FFF2-40B4-BE49-F238E27FC236}">
                <a16:creationId xmlns:a16="http://schemas.microsoft.com/office/drawing/2014/main" id="{6E5EB089-EC43-EF5E-C415-0EC4D0252DE4}"/>
              </a:ext>
            </a:extLst>
          </p:cNvPr>
          <p:cNvSpPr/>
          <p:nvPr/>
        </p:nvSpPr>
        <p:spPr>
          <a:xfrm>
            <a:off x="3302134" y="2163519"/>
            <a:ext cx="1119479" cy="317533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Hadoop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sp>
        <p:nvSpPr>
          <p:cNvPr id="1071" name="모서리가 둥근 직사각형 2">
            <a:extLst>
              <a:ext uri="{FF2B5EF4-FFF2-40B4-BE49-F238E27FC236}">
                <a16:creationId xmlns:a16="http://schemas.microsoft.com/office/drawing/2014/main" id="{0861E812-E4F9-5A11-09C2-2045B96C0B20}"/>
              </a:ext>
            </a:extLst>
          </p:cNvPr>
          <p:cNvSpPr/>
          <p:nvPr/>
        </p:nvSpPr>
        <p:spPr>
          <a:xfrm>
            <a:off x="6722999" y="2343050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Driver Service</a:t>
            </a:r>
          </a:p>
          <a:p>
            <a:pPr algn="ctr"/>
            <a:r>
              <a:rPr lang="en-US" altLang="ko-KR" sz="800"/>
              <a:t>/ Service (Headless)</a:t>
            </a:r>
          </a:p>
        </p:txBody>
      </p: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5134E773-DB98-218D-06DC-F1D52E281507}"/>
              </a:ext>
            </a:extLst>
          </p:cNvPr>
          <p:cNvCxnSpPr>
            <a:cxnSpLocks/>
            <a:stCxn id="1087" idx="0"/>
            <a:endCxn id="1028" idx="2"/>
          </p:cNvCxnSpPr>
          <p:nvPr/>
        </p:nvCxnSpPr>
        <p:spPr>
          <a:xfrm flipV="1">
            <a:off x="2657195" y="1945021"/>
            <a:ext cx="0" cy="120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TextBox 1086">
            <a:extLst>
              <a:ext uri="{FF2B5EF4-FFF2-40B4-BE49-F238E27FC236}">
                <a16:creationId xmlns:a16="http://schemas.microsoft.com/office/drawing/2014/main" id="{FA5D3708-CB2B-20F7-4AAA-B77F4AFC2709}"/>
              </a:ext>
            </a:extLst>
          </p:cNvPr>
          <p:cNvSpPr txBox="1"/>
          <p:nvPr/>
        </p:nvSpPr>
        <p:spPr>
          <a:xfrm>
            <a:off x="2174849" y="2065721"/>
            <a:ext cx="96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job-runner </a:t>
            </a:r>
            <a:br>
              <a:rPr lang="en-KR" sz="800"/>
            </a:br>
            <a:r>
              <a:rPr lang="en-KR" sz="800"/>
              <a:t>&amp; driver </a:t>
            </a:r>
            <a:br>
              <a:rPr lang="en-KR" sz="800"/>
            </a:br>
            <a:r>
              <a:rPr lang="en-KR" sz="800"/>
              <a:t>&amp; executor pods</a:t>
            </a:r>
          </a:p>
        </p:txBody>
      </p:sp>
      <p:cxnSp>
        <p:nvCxnSpPr>
          <p:cNvPr id="1135" name="Elbow Connector 1134">
            <a:extLst>
              <a:ext uri="{FF2B5EF4-FFF2-40B4-BE49-F238E27FC236}">
                <a16:creationId xmlns:a16="http://schemas.microsoft.com/office/drawing/2014/main" id="{E4ED5C30-17C7-5625-B959-89509EBA6A0F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495522" y="2208313"/>
            <a:ext cx="2903484" cy="17314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2F22828C-FA8A-882C-323A-04C4873703F4}"/>
              </a:ext>
            </a:extLst>
          </p:cNvPr>
          <p:cNvCxnSpPr>
            <a:cxnSpLocks/>
            <a:stCxn id="1139" idx="0"/>
          </p:cNvCxnSpPr>
          <p:nvPr/>
        </p:nvCxnSpPr>
        <p:spPr>
          <a:xfrm flipH="1" flipV="1">
            <a:off x="8157232" y="2213324"/>
            <a:ext cx="1" cy="122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TextBox 1138">
            <a:extLst>
              <a:ext uri="{FF2B5EF4-FFF2-40B4-BE49-F238E27FC236}">
                <a16:creationId xmlns:a16="http://schemas.microsoft.com/office/drawing/2014/main" id="{9845C353-20AB-2343-9930-3FA93E5C923C}"/>
              </a:ext>
            </a:extLst>
          </p:cNvPr>
          <p:cNvSpPr txBox="1"/>
          <p:nvPr/>
        </p:nvSpPr>
        <p:spPr>
          <a:xfrm>
            <a:off x="7580651" y="2335673"/>
            <a:ext cx="1153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Collector &amp;</a:t>
            </a:r>
          </a:p>
          <a:p>
            <a:pPr algn="ctr"/>
            <a:r>
              <a:rPr lang="en-KR" sz="800"/>
              <a:t>All fluentd Loggers</a:t>
            </a:r>
          </a:p>
        </p:txBody>
      </p: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D95E2AFF-920E-097C-D423-4BD062C342F6}"/>
              </a:ext>
            </a:extLst>
          </p:cNvPr>
          <p:cNvCxnSpPr>
            <a:cxnSpLocks/>
            <a:stCxn id="125" idx="3"/>
            <a:endCxn id="126" idx="1"/>
          </p:cNvCxnSpPr>
          <p:nvPr/>
        </p:nvCxnSpPr>
        <p:spPr>
          <a:xfrm>
            <a:off x="2713438" y="3347734"/>
            <a:ext cx="17879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CA6DABD2-72B2-230F-866F-3064E8868705}"/>
              </a:ext>
            </a:extLst>
          </p:cNvPr>
          <p:cNvCxnSpPr>
            <a:cxnSpLocks/>
            <a:stCxn id="61" idx="1"/>
            <a:endCxn id="60" idx="3"/>
          </p:cNvCxnSpPr>
          <p:nvPr/>
        </p:nvCxnSpPr>
        <p:spPr>
          <a:xfrm flipH="1">
            <a:off x="3219882" y="695154"/>
            <a:ext cx="230156" cy="1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모서리가 둥근 직사각형 2">
            <a:extLst>
              <a:ext uri="{FF2B5EF4-FFF2-40B4-BE49-F238E27FC236}">
                <a16:creationId xmlns:a16="http://schemas.microsoft.com/office/drawing/2014/main" id="{D98F3A51-EC03-C61B-17E7-C869E8D99ACF}"/>
              </a:ext>
            </a:extLst>
          </p:cNvPr>
          <p:cNvSpPr/>
          <p:nvPr/>
        </p:nvSpPr>
        <p:spPr>
          <a:xfrm>
            <a:off x="240112" y="4220744"/>
            <a:ext cx="1401376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aws CLI</a:t>
            </a:r>
          </a:p>
          <a:p>
            <a:pPr algn="ctr"/>
            <a:r>
              <a:rPr lang="en-US" altLang="ko-KR" sz="1000" b="1"/>
              <a:t>(startJobRun)</a:t>
            </a:r>
            <a:endParaRPr lang="ko-KR" altLang="en-US" sz="1000" b="1"/>
          </a:p>
        </p:txBody>
      </p:sp>
      <p:sp>
        <p:nvSpPr>
          <p:cNvPr id="1173" name="모서리가 둥근 직사각형 2">
            <a:extLst>
              <a:ext uri="{FF2B5EF4-FFF2-40B4-BE49-F238E27FC236}">
                <a16:creationId xmlns:a16="http://schemas.microsoft.com/office/drawing/2014/main" id="{289DD33F-7F1F-838E-4F05-BFB5327B68B4}"/>
              </a:ext>
            </a:extLst>
          </p:cNvPr>
          <p:cNvSpPr/>
          <p:nvPr/>
        </p:nvSpPr>
        <p:spPr>
          <a:xfrm>
            <a:off x="604811" y="1873888"/>
            <a:ext cx="904178" cy="38674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Prometheus</a:t>
            </a:r>
            <a:endParaRPr lang="ko-KR" altLang="en-US" sz="1000"/>
          </a:p>
        </p:txBody>
      </p:sp>
      <p:cxnSp>
        <p:nvCxnSpPr>
          <p:cNvPr id="1174" name="Elbow Connector 1173">
            <a:extLst>
              <a:ext uri="{FF2B5EF4-FFF2-40B4-BE49-F238E27FC236}">
                <a16:creationId xmlns:a16="http://schemas.microsoft.com/office/drawing/2014/main" id="{77599F04-5827-12A1-3326-799EA359DC43}"/>
              </a:ext>
            </a:extLst>
          </p:cNvPr>
          <p:cNvCxnSpPr>
            <a:cxnSpLocks/>
            <a:stCxn id="1255" idx="2"/>
          </p:cNvCxnSpPr>
          <p:nvPr/>
        </p:nvCxnSpPr>
        <p:spPr>
          <a:xfrm rot="10800000">
            <a:off x="2137830" y="3447073"/>
            <a:ext cx="54092" cy="348953"/>
          </a:xfrm>
          <a:prstGeom prst="bentConnector3">
            <a:avLst>
              <a:gd name="adj1" fmla="val 1547367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1" name="Elbow Connector 1180">
            <a:extLst>
              <a:ext uri="{FF2B5EF4-FFF2-40B4-BE49-F238E27FC236}">
                <a16:creationId xmlns:a16="http://schemas.microsoft.com/office/drawing/2014/main" id="{ADBEFBBF-D2B6-D877-90D5-9096364EA5BB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3910728" y="1840320"/>
            <a:ext cx="20465" cy="2447754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4" name="Elbow Connector 1183">
            <a:extLst>
              <a:ext uri="{FF2B5EF4-FFF2-40B4-BE49-F238E27FC236}">
                <a16:creationId xmlns:a16="http://schemas.microsoft.com/office/drawing/2014/main" id="{2239309B-E50C-A998-338A-D45FC47C3367}"/>
              </a:ext>
            </a:extLst>
          </p:cNvPr>
          <p:cNvCxnSpPr>
            <a:cxnSpLocks/>
            <a:stCxn id="1289" idx="2"/>
            <a:endCxn id="125" idx="2"/>
          </p:cNvCxnSpPr>
          <p:nvPr/>
        </p:nvCxnSpPr>
        <p:spPr>
          <a:xfrm rot="10800000">
            <a:off x="2467116" y="3475335"/>
            <a:ext cx="2550683" cy="250837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3" name="모서리가 둥근 직사각형 2">
            <a:extLst>
              <a:ext uri="{FF2B5EF4-FFF2-40B4-BE49-F238E27FC236}">
                <a16:creationId xmlns:a16="http://schemas.microsoft.com/office/drawing/2014/main" id="{2DA97100-1DDE-10B6-F93C-364CFF8DA848}"/>
              </a:ext>
            </a:extLst>
          </p:cNvPr>
          <p:cNvSpPr/>
          <p:nvPr/>
        </p:nvSpPr>
        <p:spPr>
          <a:xfrm>
            <a:off x="2172974" y="2634913"/>
            <a:ext cx="964693" cy="331686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Spark Web UI </a:t>
            </a:r>
          </a:p>
          <a:p>
            <a:pPr algn="ctr"/>
            <a:r>
              <a:rPr lang="en-US" altLang="ko-KR" sz="800"/>
              <a:t>/ Service</a:t>
            </a:r>
            <a:endParaRPr lang="ko-KR" altLang="en-US" sz="800"/>
          </a:p>
        </p:txBody>
      </p:sp>
      <p:sp>
        <p:nvSpPr>
          <p:cNvPr id="1216" name="모서리가 둥근 직사각형 2">
            <a:extLst>
              <a:ext uri="{FF2B5EF4-FFF2-40B4-BE49-F238E27FC236}">
                <a16:creationId xmlns:a16="http://schemas.microsoft.com/office/drawing/2014/main" id="{34ACB02C-4C76-A01C-2A94-1C4CF3C0F868}"/>
              </a:ext>
            </a:extLst>
          </p:cNvPr>
          <p:cNvSpPr/>
          <p:nvPr/>
        </p:nvSpPr>
        <p:spPr>
          <a:xfrm>
            <a:off x="4623540" y="1294542"/>
            <a:ext cx="1119479" cy="342881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S3 Presigned URL</a:t>
            </a:r>
          </a:p>
          <a:p>
            <a:pPr algn="ctr"/>
            <a:r>
              <a:rPr lang="en-US" altLang="ko-KR" sz="800"/>
              <a:t>/ Secret</a:t>
            </a:r>
            <a:endParaRPr lang="ko-KR" altLang="en-US" sz="800"/>
          </a:p>
        </p:txBody>
      </p:sp>
      <p:cxnSp>
        <p:nvCxnSpPr>
          <p:cNvPr id="1228" name="Straight Arrow Connector 1227">
            <a:extLst>
              <a:ext uri="{FF2B5EF4-FFF2-40B4-BE49-F238E27FC236}">
                <a16:creationId xmlns:a16="http://schemas.microsoft.com/office/drawing/2014/main" id="{871DA305-D758-420A-CAC4-2321BFFD3AB5}"/>
              </a:ext>
            </a:extLst>
          </p:cNvPr>
          <p:cNvCxnSpPr>
            <a:cxnSpLocks/>
          </p:cNvCxnSpPr>
          <p:nvPr/>
        </p:nvCxnSpPr>
        <p:spPr>
          <a:xfrm flipV="1">
            <a:off x="6228184" y="2754838"/>
            <a:ext cx="0" cy="134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3" name="Elbow Connector 1232">
            <a:extLst>
              <a:ext uri="{FF2B5EF4-FFF2-40B4-BE49-F238E27FC236}">
                <a16:creationId xmlns:a16="http://schemas.microsoft.com/office/drawing/2014/main" id="{3B11851D-E411-C5C4-E5EA-2C57A9956B3A}"/>
              </a:ext>
            </a:extLst>
          </p:cNvPr>
          <p:cNvCxnSpPr>
            <a:cxnSpLocks/>
            <a:stCxn id="1245" idx="2"/>
            <a:endCxn id="1213" idx="1"/>
          </p:cNvCxnSpPr>
          <p:nvPr/>
        </p:nvCxnSpPr>
        <p:spPr>
          <a:xfrm rot="10800000">
            <a:off x="2172974" y="2800757"/>
            <a:ext cx="18948" cy="1218393"/>
          </a:xfrm>
          <a:prstGeom prst="bentConnector3">
            <a:avLst>
              <a:gd name="adj1" fmla="val 481859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9" name="Oval 1238">
            <a:extLst>
              <a:ext uri="{FF2B5EF4-FFF2-40B4-BE49-F238E27FC236}">
                <a16:creationId xmlns:a16="http://schemas.microsoft.com/office/drawing/2014/main" id="{80D90E07-8F3F-28AE-337B-F255EEF4B0EC}"/>
              </a:ext>
            </a:extLst>
          </p:cNvPr>
          <p:cNvSpPr/>
          <p:nvPr/>
        </p:nvSpPr>
        <p:spPr>
          <a:xfrm>
            <a:off x="1530853" y="430829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7B088F99-AB77-E1FA-A113-00FC7B290671}"/>
              </a:ext>
            </a:extLst>
          </p:cNvPr>
          <p:cNvSpPr txBox="1"/>
          <p:nvPr/>
        </p:nvSpPr>
        <p:spPr>
          <a:xfrm>
            <a:off x="1301492" y="4568850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job-runner</a:t>
            </a:r>
          </a:p>
        </p:txBody>
      </p:sp>
      <p:sp>
        <p:nvSpPr>
          <p:cNvPr id="1245" name="Oval 1244">
            <a:extLst>
              <a:ext uri="{FF2B5EF4-FFF2-40B4-BE49-F238E27FC236}">
                <a16:creationId xmlns:a16="http://schemas.microsoft.com/office/drawing/2014/main" id="{6ACA7884-68B0-5893-7C8A-0BA31B714B25}"/>
              </a:ext>
            </a:extLst>
          </p:cNvPr>
          <p:cNvSpPr/>
          <p:nvPr/>
        </p:nvSpPr>
        <p:spPr>
          <a:xfrm>
            <a:off x="2191922" y="3911137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255" name="Oval 1254">
            <a:extLst>
              <a:ext uri="{FF2B5EF4-FFF2-40B4-BE49-F238E27FC236}">
                <a16:creationId xmlns:a16="http://schemas.microsoft.com/office/drawing/2014/main" id="{FA6A9093-A88A-C410-5447-D2DA1462DE92}"/>
              </a:ext>
            </a:extLst>
          </p:cNvPr>
          <p:cNvSpPr/>
          <p:nvPr/>
        </p:nvSpPr>
        <p:spPr>
          <a:xfrm>
            <a:off x="2191922" y="3688013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263" name="TextBox 1262">
            <a:extLst>
              <a:ext uri="{FF2B5EF4-FFF2-40B4-BE49-F238E27FC236}">
                <a16:creationId xmlns:a16="http://schemas.microsoft.com/office/drawing/2014/main" id="{5F24A700-9A76-02C0-0365-019C69A21337}"/>
              </a:ext>
            </a:extLst>
          </p:cNvPr>
          <p:cNvSpPr txBox="1"/>
          <p:nvPr/>
        </p:nvSpPr>
        <p:spPr>
          <a:xfrm>
            <a:off x="1278137" y="2806262"/>
            <a:ext cx="75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spark web UI Service</a:t>
            </a:r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DA2B41A8-3B13-3D73-21A4-AF7AF6548C2F}"/>
              </a:ext>
            </a:extLst>
          </p:cNvPr>
          <p:cNvSpPr txBox="1"/>
          <p:nvPr/>
        </p:nvSpPr>
        <p:spPr>
          <a:xfrm>
            <a:off x="1338031" y="3448882"/>
            <a:ext cx="701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driver pod </a:t>
            </a:r>
          </a:p>
        </p:txBody>
      </p:sp>
      <p:cxnSp>
        <p:nvCxnSpPr>
          <p:cNvPr id="1278" name="Elbow Connector 1277">
            <a:extLst>
              <a:ext uri="{FF2B5EF4-FFF2-40B4-BE49-F238E27FC236}">
                <a16:creationId xmlns:a16="http://schemas.microsoft.com/office/drawing/2014/main" id="{21155C01-4452-0281-5BF7-C2D09036F7A5}"/>
              </a:ext>
            </a:extLst>
          </p:cNvPr>
          <p:cNvCxnSpPr>
            <a:cxnSpLocks/>
            <a:stCxn id="1239" idx="6"/>
            <a:endCxn id="112" idx="1"/>
          </p:cNvCxnSpPr>
          <p:nvPr/>
        </p:nvCxnSpPr>
        <p:spPr>
          <a:xfrm flipV="1">
            <a:off x="1746877" y="4148456"/>
            <a:ext cx="429844" cy="267848"/>
          </a:xfrm>
          <a:prstGeom prst="bentConnector3">
            <a:avLst>
              <a:gd name="adj1" fmla="val 4056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F1C23D1F-B209-DA4B-189A-D0EDFD553FE6}"/>
              </a:ext>
            </a:extLst>
          </p:cNvPr>
          <p:cNvCxnSpPr>
            <a:cxnSpLocks/>
            <a:stCxn id="1513" idx="0"/>
          </p:cNvCxnSpPr>
          <p:nvPr/>
        </p:nvCxnSpPr>
        <p:spPr>
          <a:xfrm flipV="1">
            <a:off x="2237950" y="2966599"/>
            <a:ext cx="0" cy="1019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5" name="Oval 1284">
            <a:extLst>
              <a:ext uri="{FF2B5EF4-FFF2-40B4-BE49-F238E27FC236}">
                <a16:creationId xmlns:a16="http://schemas.microsoft.com/office/drawing/2014/main" id="{10CCB01A-7EA8-0C83-F064-F3BFEC55E93F}"/>
              </a:ext>
            </a:extLst>
          </p:cNvPr>
          <p:cNvSpPr/>
          <p:nvPr/>
        </p:nvSpPr>
        <p:spPr>
          <a:xfrm>
            <a:off x="2359103" y="307442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5A5087BD-6D8F-230D-C5C0-305A97072E83}"/>
              </a:ext>
            </a:extLst>
          </p:cNvPr>
          <p:cNvSpPr txBox="1"/>
          <p:nvPr/>
        </p:nvSpPr>
        <p:spPr>
          <a:xfrm>
            <a:off x="4233935" y="3017225"/>
            <a:ext cx="1060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executors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6CE6A20B-C01C-9544-C570-A849414FC3FB}"/>
              </a:ext>
            </a:extLst>
          </p:cNvPr>
          <p:cNvSpPr txBox="1"/>
          <p:nvPr/>
        </p:nvSpPr>
        <p:spPr>
          <a:xfrm>
            <a:off x="3820544" y="3525289"/>
            <a:ext cx="10603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Connect to driver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B40A2550-7DB3-FECB-3761-25460FF1545A}"/>
              </a:ext>
            </a:extLst>
          </p:cNvPr>
          <p:cNvSpPr/>
          <p:nvPr/>
        </p:nvSpPr>
        <p:spPr>
          <a:xfrm>
            <a:off x="5017798" y="361815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2"/>
                </a:solidFill>
              </a:rPr>
              <a:t>9</a:t>
            </a:r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B9BFF1F3-A516-B102-A2A7-B5ACEEADE988}"/>
              </a:ext>
            </a:extLst>
          </p:cNvPr>
          <p:cNvSpPr txBox="1"/>
          <p:nvPr/>
        </p:nvSpPr>
        <p:spPr>
          <a:xfrm>
            <a:off x="4922693" y="674812"/>
            <a:ext cx="854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/>
              <a:t>From fluentd </a:t>
            </a:r>
          </a:p>
          <a:p>
            <a:pPr algn="ctr"/>
            <a:r>
              <a:rPr lang="en-KR" sz="800"/>
              <a:t>Loggers</a:t>
            </a:r>
          </a:p>
        </p:txBody>
      </p:sp>
      <p:cxnSp>
        <p:nvCxnSpPr>
          <p:cNvPr id="1382" name="Elbow Connector 1381">
            <a:extLst>
              <a:ext uri="{FF2B5EF4-FFF2-40B4-BE49-F238E27FC236}">
                <a16:creationId xmlns:a16="http://schemas.microsoft.com/office/drawing/2014/main" id="{13F3AAE5-1542-400F-A278-3DD3385B3D22}"/>
              </a:ext>
            </a:extLst>
          </p:cNvPr>
          <p:cNvCxnSpPr>
            <a:cxnSpLocks/>
            <a:stCxn id="1314" idx="0"/>
            <a:endCxn id="62" idx="1"/>
          </p:cNvCxnSpPr>
          <p:nvPr/>
        </p:nvCxnSpPr>
        <p:spPr>
          <a:xfrm rot="5400000" flipH="1" flipV="1">
            <a:off x="5518594" y="428923"/>
            <a:ext cx="77135" cy="4146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Elbow Connector 1385">
            <a:extLst>
              <a:ext uri="{FF2B5EF4-FFF2-40B4-BE49-F238E27FC236}">
                <a16:creationId xmlns:a16="http://schemas.microsoft.com/office/drawing/2014/main" id="{C4E930B1-90F4-EA83-365A-A9E1EFB5BBEE}"/>
              </a:ext>
            </a:extLst>
          </p:cNvPr>
          <p:cNvCxnSpPr>
            <a:cxnSpLocks/>
            <a:stCxn id="1395" idx="0"/>
            <a:endCxn id="23" idx="0"/>
          </p:cNvCxnSpPr>
          <p:nvPr/>
        </p:nvCxnSpPr>
        <p:spPr>
          <a:xfrm rot="5400000" flipH="1" flipV="1">
            <a:off x="2408614" y="79140"/>
            <a:ext cx="2779501" cy="5201283"/>
          </a:xfrm>
          <a:prstGeom prst="bentConnector3">
            <a:avLst>
              <a:gd name="adj1" fmla="val 108224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0" name="Elbow Connector 1389">
            <a:extLst>
              <a:ext uri="{FF2B5EF4-FFF2-40B4-BE49-F238E27FC236}">
                <a16:creationId xmlns:a16="http://schemas.microsoft.com/office/drawing/2014/main" id="{E7371D27-877A-EC5D-706B-BBE954236BF6}"/>
              </a:ext>
            </a:extLst>
          </p:cNvPr>
          <p:cNvCxnSpPr>
            <a:cxnSpLocks/>
            <a:stCxn id="1395" idx="0"/>
            <a:endCxn id="127" idx="0"/>
          </p:cNvCxnSpPr>
          <p:nvPr/>
        </p:nvCxnSpPr>
        <p:spPr>
          <a:xfrm rot="5400000" flipH="1" flipV="1">
            <a:off x="3107113" y="-619361"/>
            <a:ext cx="2779502" cy="6598282"/>
          </a:xfrm>
          <a:prstGeom prst="bentConnector3">
            <a:avLst>
              <a:gd name="adj1" fmla="val 108224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5" name="Oval 1394">
            <a:extLst>
              <a:ext uri="{FF2B5EF4-FFF2-40B4-BE49-F238E27FC236}">
                <a16:creationId xmlns:a16="http://schemas.microsoft.com/office/drawing/2014/main" id="{E9E80CB9-8391-03CD-C0A2-0CCAEEFA59A3}"/>
              </a:ext>
            </a:extLst>
          </p:cNvPr>
          <p:cNvSpPr/>
          <p:nvPr/>
        </p:nvSpPr>
        <p:spPr>
          <a:xfrm>
            <a:off x="1089711" y="406953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2</a:t>
            </a:r>
          </a:p>
        </p:txBody>
      </p:sp>
      <p:cxnSp>
        <p:nvCxnSpPr>
          <p:cNvPr id="1398" name="Elbow Connector 1397">
            <a:extLst>
              <a:ext uri="{FF2B5EF4-FFF2-40B4-BE49-F238E27FC236}">
                <a16:creationId xmlns:a16="http://schemas.microsoft.com/office/drawing/2014/main" id="{8561BE5D-A1BA-8C39-9586-4F21FFD332E3}"/>
              </a:ext>
            </a:extLst>
          </p:cNvPr>
          <p:cNvCxnSpPr>
            <a:cxnSpLocks/>
            <a:stCxn id="1395" idx="0"/>
            <a:endCxn id="1028" idx="1"/>
          </p:cNvCxnSpPr>
          <p:nvPr/>
        </p:nvCxnSpPr>
        <p:spPr>
          <a:xfrm rot="5400000" flipH="1" flipV="1">
            <a:off x="520286" y="2413096"/>
            <a:ext cx="2333873" cy="978999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1" name="TextBox 1400">
            <a:extLst>
              <a:ext uri="{FF2B5EF4-FFF2-40B4-BE49-F238E27FC236}">
                <a16:creationId xmlns:a16="http://schemas.microsoft.com/office/drawing/2014/main" id="{E9DFE471-2B7D-967E-2DAA-FF3616B12519}"/>
              </a:ext>
            </a:extLst>
          </p:cNvPr>
          <p:cNvSpPr txBox="1"/>
          <p:nvPr/>
        </p:nvSpPr>
        <p:spPr>
          <a:xfrm>
            <a:off x="1158801" y="1154930"/>
            <a:ext cx="780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&amp; Secret</a:t>
            </a:r>
          </a:p>
        </p:txBody>
      </p:sp>
      <p:sp>
        <p:nvSpPr>
          <p:cNvPr id="1418" name="Rounded Rectangle 1417">
            <a:extLst>
              <a:ext uri="{FF2B5EF4-FFF2-40B4-BE49-F238E27FC236}">
                <a16:creationId xmlns:a16="http://schemas.microsoft.com/office/drawing/2014/main" id="{89449F97-19E6-346D-DEC1-B1B1F09847F4}"/>
              </a:ext>
            </a:extLst>
          </p:cNvPr>
          <p:cNvSpPr/>
          <p:nvPr/>
        </p:nvSpPr>
        <p:spPr>
          <a:xfrm>
            <a:off x="3239812" y="1720870"/>
            <a:ext cx="2463451" cy="985255"/>
          </a:xfrm>
          <a:prstGeom prst="roundRect">
            <a:avLst>
              <a:gd name="adj" fmla="val 3462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KR" sz="1000">
                <a:solidFill>
                  <a:sysClr val="windowText" lastClr="000000"/>
                </a:solidFill>
              </a:rPr>
              <a:t>Driver </a:t>
            </a:r>
          </a:p>
          <a:p>
            <a:pPr algn="r"/>
            <a:r>
              <a:rPr lang="en-KR" sz="1000">
                <a:solidFill>
                  <a:sysClr val="windowText" lastClr="000000"/>
                </a:solidFill>
              </a:rPr>
              <a:t>ConfigMaps</a:t>
            </a:r>
          </a:p>
        </p:txBody>
      </p:sp>
      <p:cxnSp>
        <p:nvCxnSpPr>
          <p:cNvPr id="1420" name="Elbow Connector 1419">
            <a:extLst>
              <a:ext uri="{FF2B5EF4-FFF2-40B4-BE49-F238E27FC236}">
                <a16:creationId xmlns:a16="http://schemas.microsoft.com/office/drawing/2014/main" id="{937F3AE4-FF45-7DAD-31FD-EB30D08E5958}"/>
              </a:ext>
            </a:extLst>
          </p:cNvPr>
          <p:cNvCxnSpPr>
            <a:cxnSpLocks/>
            <a:stCxn id="1395" idx="0"/>
            <a:endCxn id="1216" idx="0"/>
          </p:cNvCxnSpPr>
          <p:nvPr/>
        </p:nvCxnSpPr>
        <p:spPr>
          <a:xfrm rot="5400000" flipH="1" flipV="1">
            <a:off x="1803007" y="689259"/>
            <a:ext cx="2774989" cy="3985557"/>
          </a:xfrm>
          <a:prstGeom prst="bentConnector3">
            <a:avLst>
              <a:gd name="adj1" fmla="val 10823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2" name="Elbow Connector 1451">
            <a:extLst>
              <a:ext uri="{FF2B5EF4-FFF2-40B4-BE49-F238E27FC236}">
                <a16:creationId xmlns:a16="http://schemas.microsoft.com/office/drawing/2014/main" id="{E8AD5438-7555-F4E0-CB03-DAE190D7C6EE}"/>
              </a:ext>
            </a:extLst>
          </p:cNvPr>
          <p:cNvCxnSpPr>
            <a:cxnSpLocks/>
            <a:stCxn id="1456" idx="6"/>
          </p:cNvCxnSpPr>
          <p:nvPr/>
        </p:nvCxnSpPr>
        <p:spPr>
          <a:xfrm flipV="1">
            <a:off x="3442676" y="2703637"/>
            <a:ext cx="183405" cy="1193064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6" name="Oval 1455">
            <a:extLst>
              <a:ext uri="{FF2B5EF4-FFF2-40B4-BE49-F238E27FC236}">
                <a16:creationId xmlns:a16="http://schemas.microsoft.com/office/drawing/2014/main" id="{0B0F5BFA-CF52-475C-A504-1D9A647D391C}"/>
              </a:ext>
            </a:extLst>
          </p:cNvPr>
          <p:cNvSpPr/>
          <p:nvPr/>
        </p:nvSpPr>
        <p:spPr>
          <a:xfrm>
            <a:off x="3226652" y="378868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435D83A4-E9A6-8F86-BEFF-5A130BE92C4F}"/>
              </a:ext>
            </a:extLst>
          </p:cNvPr>
          <p:cNvSpPr txBox="1"/>
          <p:nvPr/>
        </p:nvSpPr>
        <p:spPr>
          <a:xfrm>
            <a:off x="3479047" y="3153375"/>
            <a:ext cx="1003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ConfigMaps</a:t>
            </a:r>
          </a:p>
        </p:txBody>
      </p:sp>
      <p:cxnSp>
        <p:nvCxnSpPr>
          <p:cNvPr id="1463" name="Straight Arrow Connector 1462">
            <a:extLst>
              <a:ext uri="{FF2B5EF4-FFF2-40B4-BE49-F238E27FC236}">
                <a16:creationId xmlns:a16="http://schemas.microsoft.com/office/drawing/2014/main" id="{1ABC7C67-C0FF-BCDF-CB41-3E3BF2A1F520}"/>
              </a:ext>
            </a:extLst>
          </p:cNvPr>
          <p:cNvCxnSpPr>
            <a:cxnSpLocks/>
          </p:cNvCxnSpPr>
          <p:nvPr/>
        </p:nvCxnSpPr>
        <p:spPr>
          <a:xfrm>
            <a:off x="3334664" y="2703637"/>
            <a:ext cx="0" cy="459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0" name="Picture 2" descr="사람 - 무료 사회적인개 아이콘">
            <a:extLst>
              <a:ext uri="{FF2B5EF4-FFF2-40B4-BE49-F238E27FC236}">
                <a16:creationId xmlns:a16="http://schemas.microsoft.com/office/drawing/2014/main" id="{3AAC8214-C797-16AE-4DDD-28DD4F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53" y="2843722"/>
            <a:ext cx="558919" cy="5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1" name="TextBox 1470">
            <a:extLst>
              <a:ext uri="{FF2B5EF4-FFF2-40B4-BE49-F238E27FC236}">
                <a16:creationId xmlns:a16="http://schemas.microsoft.com/office/drawing/2014/main" id="{CA61A1E1-70B3-5711-8C4E-B807212CF280}"/>
              </a:ext>
            </a:extLst>
          </p:cNvPr>
          <p:cNvSpPr txBox="1"/>
          <p:nvPr/>
        </p:nvSpPr>
        <p:spPr>
          <a:xfrm>
            <a:off x="286231" y="3303751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User</a:t>
            </a:r>
            <a:endParaRPr lang="en-KR" sz="800"/>
          </a:p>
        </p:txBody>
      </p:sp>
      <p:cxnSp>
        <p:nvCxnSpPr>
          <p:cNvPr id="1473" name="Straight Arrow Connector 1472">
            <a:extLst>
              <a:ext uri="{FF2B5EF4-FFF2-40B4-BE49-F238E27FC236}">
                <a16:creationId xmlns:a16="http://schemas.microsoft.com/office/drawing/2014/main" id="{759A17BF-53C0-3683-785E-1C624A1BF4AD}"/>
              </a:ext>
            </a:extLst>
          </p:cNvPr>
          <p:cNvCxnSpPr>
            <a:cxnSpLocks/>
            <a:stCxn id="1482" idx="4"/>
          </p:cNvCxnSpPr>
          <p:nvPr/>
        </p:nvCxnSpPr>
        <p:spPr>
          <a:xfrm>
            <a:off x="478042" y="3711362"/>
            <a:ext cx="0" cy="5093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Oval 1481">
            <a:extLst>
              <a:ext uri="{FF2B5EF4-FFF2-40B4-BE49-F238E27FC236}">
                <a16:creationId xmlns:a16="http://schemas.microsoft.com/office/drawing/2014/main" id="{7D12FE3B-172C-27B8-5EC7-3C6CFB6B7F2D}"/>
              </a:ext>
            </a:extLst>
          </p:cNvPr>
          <p:cNvSpPr/>
          <p:nvPr/>
        </p:nvSpPr>
        <p:spPr>
          <a:xfrm>
            <a:off x="370030" y="3495338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C78337D-1918-7456-0948-6DF283EAE35C}"/>
              </a:ext>
            </a:extLst>
          </p:cNvPr>
          <p:cNvSpPr txBox="1"/>
          <p:nvPr/>
        </p:nvSpPr>
        <p:spPr>
          <a:xfrm>
            <a:off x="437820" y="3676142"/>
            <a:ext cx="8002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900">
                <a:solidFill>
                  <a:schemeClr val="tx2"/>
                </a:solidFill>
              </a:rPr>
              <a:t>Submit job </a:t>
            </a:r>
          </a:p>
        </p:txBody>
      </p:sp>
      <p:cxnSp>
        <p:nvCxnSpPr>
          <p:cNvPr id="1487" name="Straight Arrow Connector 1486">
            <a:extLst>
              <a:ext uri="{FF2B5EF4-FFF2-40B4-BE49-F238E27FC236}">
                <a16:creationId xmlns:a16="http://schemas.microsoft.com/office/drawing/2014/main" id="{63FDD761-36C9-4858-57D3-1BE09E87722E}"/>
              </a:ext>
            </a:extLst>
          </p:cNvPr>
          <p:cNvCxnSpPr>
            <a:cxnSpLocks/>
          </p:cNvCxnSpPr>
          <p:nvPr/>
        </p:nvCxnSpPr>
        <p:spPr>
          <a:xfrm>
            <a:off x="179192" y="125849"/>
            <a:ext cx="34430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307812F0-6FA0-8A5A-F686-1F40956647BD}"/>
              </a:ext>
            </a:extLst>
          </p:cNvPr>
          <p:cNvSpPr txBox="1"/>
          <p:nvPr/>
        </p:nvSpPr>
        <p:spPr>
          <a:xfrm>
            <a:off x="523497" y="5818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Job Init</a:t>
            </a:r>
          </a:p>
        </p:txBody>
      </p: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D39FCE38-99E7-A433-DC29-818E2E1A38F1}"/>
              </a:ext>
            </a:extLst>
          </p:cNvPr>
          <p:cNvCxnSpPr>
            <a:cxnSpLocks/>
          </p:cNvCxnSpPr>
          <p:nvPr/>
        </p:nvCxnSpPr>
        <p:spPr>
          <a:xfrm>
            <a:off x="173430" y="312988"/>
            <a:ext cx="34430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0" name="TextBox 1489">
            <a:extLst>
              <a:ext uri="{FF2B5EF4-FFF2-40B4-BE49-F238E27FC236}">
                <a16:creationId xmlns:a16="http://schemas.microsoft.com/office/drawing/2014/main" id="{C64BEFD3-9AC7-BBF5-84C2-2E41C27209E0}"/>
              </a:ext>
            </a:extLst>
          </p:cNvPr>
          <p:cNvSpPr txBox="1"/>
          <p:nvPr/>
        </p:nvSpPr>
        <p:spPr>
          <a:xfrm>
            <a:off x="523497" y="192957"/>
            <a:ext cx="12442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/>
              <a:t>Spark History Server</a:t>
            </a:r>
          </a:p>
        </p:txBody>
      </p:sp>
      <p:cxnSp>
        <p:nvCxnSpPr>
          <p:cNvPr id="1491" name="Straight Arrow Connector 1490">
            <a:extLst>
              <a:ext uri="{FF2B5EF4-FFF2-40B4-BE49-F238E27FC236}">
                <a16:creationId xmlns:a16="http://schemas.microsoft.com/office/drawing/2014/main" id="{DDA65CD1-25F1-F9B5-D711-A78C45EFBE11}"/>
              </a:ext>
            </a:extLst>
          </p:cNvPr>
          <p:cNvCxnSpPr>
            <a:cxnSpLocks/>
            <a:endCxn id="1492" idx="1"/>
          </p:cNvCxnSpPr>
          <p:nvPr/>
        </p:nvCxnSpPr>
        <p:spPr>
          <a:xfrm>
            <a:off x="173430" y="504922"/>
            <a:ext cx="3500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8BD5E18-782D-512F-5482-81C2C9DAC1FF}"/>
              </a:ext>
            </a:extLst>
          </p:cNvPr>
          <p:cNvSpPr txBox="1"/>
          <p:nvPr/>
        </p:nvSpPr>
        <p:spPr>
          <a:xfrm>
            <a:off x="523497" y="389506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Spark Web UI</a:t>
            </a:r>
          </a:p>
        </p:txBody>
      </p:sp>
      <p:cxnSp>
        <p:nvCxnSpPr>
          <p:cNvPr id="1495" name="Elbow Connector 1494">
            <a:extLst>
              <a:ext uri="{FF2B5EF4-FFF2-40B4-BE49-F238E27FC236}">
                <a16:creationId xmlns:a16="http://schemas.microsoft.com/office/drawing/2014/main" id="{07EE4925-D3FC-5AAA-2F2B-861629A70870}"/>
              </a:ext>
            </a:extLst>
          </p:cNvPr>
          <p:cNvCxnSpPr>
            <a:cxnSpLocks/>
            <a:stCxn id="126" idx="2"/>
          </p:cNvCxnSpPr>
          <p:nvPr/>
        </p:nvCxnSpPr>
        <p:spPr>
          <a:xfrm rot="5400000" flipH="1" flipV="1">
            <a:off x="2534301" y="1526838"/>
            <a:ext cx="2586808" cy="1310184"/>
          </a:xfrm>
          <a:prstGeom prst="bentConnector3">
            <a:avLst>
              <a:gd name="adj1" fmla="val -250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4" name="Elbow Connector 1503">
            <a:extLst>
              <a:ext uri="{FF2B5EF4-FFF2-40B4-BE49-F238E27FC236}">
                <a16:creationId xmlns:a16="http://schemas.microsoft.com/office/drawing/2014/main" id="{78D855C9-935E-FC99-2063-31EB548483D7}"/>
              </a:ext>
            </a:extLst>
          </p:cNvPr>
          <p:cNvCxnSpPr>
            <a:cxnSpLocks/>
            <a:stCxn id="60" idx="2"/>
            <a:endCxn id="1470" idx="0"/>
          </p:cNvCxnSpPr>
          <p:nvPr/>
        </p:nvCxnSpPr>
        <p:spPr>
          <a:xfrm rot="5400000">
            <a:off x="574304" y="793600"/>
            <a:ext cx="1953632" cy="2146613"/>
          </a:xfrm>
          <a:prstGeom prst="bentConnector3">
            <a:avLst>
              <a:gd name="adj1" fmla="val 252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8" name="Elbow Connector 1507">
            <a:extLst>
              <a:ext uri="{FF2B5EF4-FFF2-40B4-BE49-F238E27FC236}">
                <a16:creationId xmlns:a16="http://schemas.microsoft.com/office/drawing/2014/main" id="{8FAC0D80-5966-191C-1A2D-9BA43C8EAF1C}"/>
              </a:ext>
            </a:extLst>
          </p:cNvPr>
          <p:cNvCxnSpPr>
            <a:cxnSpLocks/>
            <a:stCxn id="1213" idx="0"/>
            <a:endCxn id="1470" idx="3"/>
          </p:cNvCxnSpPr>
          <p:nvPr/>
        </p:nvCxnSpPr>
        <p:spPr>
          <a:xfrm rot="16200000" flipH="1" flipV="1">
            <a:off x="1462162" y="1930022"/>
            <a:ext cx="488269" cy="1898049"/>
          </a:xfrm>
          <a:prstGeom prst="bentConnector4">
            <a:avLst>
              <a:gd name="adj1" fmla="val -10481"/>
              <a:gd name="adj2" fmla="val 9050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3" name="Oval 1512">
            <a:extLst>
              <a:ext uri="{FF2B5EF4-FFF2-40B4-BE49-F238E27FC236}">
                <a16:creationId xmlns:a16="http://schemas.microsoft.com/office/drawing/2014/main" id="{1A6A68C8-540C-E9E6-D9D7-303B42D2BF37}"/>
              </a:ext>
            </a:extLst>
          </p:cNvPr>
          <p:cNvSpPr/>
          <p:nvPr/>
        </p:nvSpPr>
        <p:spPr>
          <a:xfrm>
            <a:off x="2129938" y="3068561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rgbClr val="00B050"/>
                </a:solidFill>
              </a:rPr>
              <a:t>1</a:t>
            </a:r>
          </a:p>
        </p:txBody>
      </p:sp>
      <p:cxnSp>
        <p:nvCxnSpPr>
          <p:cNvPr id="1523" name="Elbow Connector 1522">
            <a:extLst>
              <a:ext uri="{FF2B5EF4-FFF2-40B4-BE49-F238E27FC236}">
                <a16:creationId xmlns:a16="http://schemas.microsoft.com/office/drawing/2014/main" id="{B17D0589-B401-7F80-0236-B70B014C1A8E}"/>
              </a:ext>
            </a:extLst>
          </p:cNvPr>
          <p:cNvCxnSpPr>
            <a:cxnSpLocks/>
            <a:stCxn id="1173" idx="2"/>
            <a:endCxn id="125" idx="1"/>
          </p:cNvCxnSpPr>
          <p:nvPr/>
        </p:nvCxnSpPr>
        <p:spPr>
          <a:xfrm rot="16200000" flipH="1">
            <a:off x="1095296" y="2222237"/>
            <a:ext cx="1087101" cy="116389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F0FB0782-4B84-2072-F0F0-B6FB455BE3D7}"/>
              </a:ext>
            </a:extLst>
          </p:cNvPr>
          <p:cNvSpPr/>
          <p:nvPr/>
        </p:nvSpPr>
        <p:spPr>
          <a:xfrm>
            <a:off x="5737298" y="2343050"/>
            <a:ext cx="950526" cy="411788"/>
          </a:xfrm>
          <a:prstGeom prst="roundRect">
            <a:avLst>
              <a:gd name="adj" fmla="val 1306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Executor Config</a:t>
            </a:r>
          </a:p>
          <a:p>
            <a:pPr algn="ctr"/>
            <a:r>
              <a:rPr lang="en-US" altLang="ko-KR" sz="800"/>
              <a:t>/ ConfigMap</a:t>
            </a:r>
            <a:endParaRPr lang="ko-KR" altLang="en-US" sz="800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FCDEC4C6-BCB8-070A-E19C-8E7122A83AAF}"/>
              </a:ext>
            </a:extLst>
          </p:cNvPr>
          <p:cNvCxnSpPr>
            <a:cxnSpLocks/>
            <a:stCxn id="1285" idx="0"/>
            <a:endCxn id="33" idx="4"/>
          </p:cNvCxnSpPr>
          <p:nvPr/>
        </p:nvCxnSpPr>
        <p:spPr>
          <a:xfrm rot="5400000" flipH="1" flipV="1">
            <a:off x="3998958" y="1214298"/>
            <a:ext cx="328289" cy="3391975"/>
          </a:xfrm>
          <a:prstGeom prst="bentConnector3">
            <a:avLst>
              <a:gd name="adj1" fmla="val 41833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08464B-2C1F-5ED0-8AAE-ECC90C7FE4D9}"/>
              </a:ext>
            </a:extLst>
          </p:cNvPr>
          <p:cNvSpPr/>
          <p:nvPr/>
        </p:nvSpPr>
        <p:spPr>
          <a:xfrm>
            <a:off x="2589071" y="3074429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3D1CC-DBE8-9C53-8356-06581ED104C7}"/>
              </a:ext>
            </a:extLst>
          </p:cNvPr>
          <p:cNvSpPr txBox="1"/>
          <p:nvPr/>
        </p:nvSpPr>
        <p:spPr>
          <a:xfrm>
            <a:off x="3675649" y="2740371"/>
            <a:ext cx="20313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Create driver service &amp; executor Config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17F884-5155-9433-3686-4DB80320CE6A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7390094" y="2753093"/>
            <a:ext cx="0" cy="1148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786411-02FE-9DF5-BEFC-22A262EDC0EB}"/>
              </a:ext>
            </a:extLst>
          </p:cNvPr>
          <p:cNvSpPr/>
          <p:nvPr/>
        </p:nvSpPr>
        <p:spPr>
          <a:xfrm>
            <a:off x="7282082" y="2867912"/>
            <a:ext cx="216024" cy="2160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2"/>
                </a:solidFill>
              </a:rPr>
              <a:t>8</a:t>
            </a:r>
            <a:endParaRPr lang="en-KR" sz="1000">
              <a:solidFill>
                <a:schemeClr val="tx2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FB01D51-EA6C-4071-5F3B-9069459265D5}"/>
              </a:ext>
            </a:extLst>
          </p:cNvPr>
          <p:cNvSpPr/>
          <p:nvPr/>
        </p:nvSpPr>
        <p:spPr>
          <a:xfrm>
            <a:off x="5787082" y="2602124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2D2E8-A76F-DEAB-EC78-76A24D7F07CC}"/>
              </a:ext>
            </a:extLst>
          </p:cNvPr>
          <p:cNvSpPr txBox="1"/>
          <p:nvPr/>
        </p:nvSpPr>
        <p:spPr>
          <a:xfrm>
            <a:off x="7396406" y="2706267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800">
                <a:solidFill>
                  <a:schemeClr val="tx2"/>
                </a:solidFill>
              </a:rPr>
              <a:t>Get driver’s </a:t>
            </a:r>
          </a:p>
          <a:p>
            <a:pPr algn="ctr"/>
            <a:r>
              <a:rPr lang="en-KR" sz="800">
                <a:solidFill>
                  <a:schemeClr val="tx2"/>
                </a:solidFill>
              </a:rPr>
              <a:t>pod IP</a:t>
            </a:r>
          </a:p>
        </p:txBody>
      </p:sp>
      <p:sp>
        <p:nvSpPr>
          <p:cNvPr id="43" name="모서리가 둥근 직사각형 2">
            <a:extLst>
              <a:ext uri="{FF2B5EF4-FFF2-40B4-BE49-F238E27FC236}">
                <a16:creationId xmlns:a16="http://schemas.microsoft.com/office/drawing/2014/main" id="{1FF88AD4-C918-8996-8F4A-B2CB98934D0C}"/>
              </a:ext>
            </a:extLst>
          </p:cNvPr>
          <p:cNvSpPr/>
          <p:nvPr/>
        </p:nvSpPr>
        <p:spPr>
          <a:xfrm>
            <a:off x="164106" y="677058"/>
            <a:ext cx="353630" cy="15969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51343-5C17-CE7B-CB5B-9D5DA3F62F3C}"/>
              </a:ext>
            </a:extLst>
          </p:cNvPr>
          <p:cNvSpPr txBox="1"/>
          <p:nvPr/>
        </p:nvSpPr>
        <p:spPr>
          <a:xfrm>
            <a:off x="523497" y="563839"/>
            <a:ext cx="1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Exist Only with </a:t>
            </a:r>
            <a:br>
              <a:rPr lang="en-US" sz="900"/>
            </a:br>
            <a:r>
              <a:rPr lang="en-US" sz="900"/>
              <a:t>Monitoring Option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02A174C-E4E1-288A-177E-E61E502D4D52}"/>
              </a:ext>
            </a:extLst>
          </p:cNvPr>
          <p:cNvCxnSpPr>
            <a:cxnSpLocks/>
            <a:stCxn id="1285" idx="0"/>
            <a:endCxn id="1071" idx="2"/>
          </p:cNvCxnSpPr>
          <p:nvPr/>
        </p:nvCxnSpPr>
        <p:spPr>
          <a:xfrm rot="5400000" flipH="1" flipV="1">
            <a:off x="4672893" y="549061"/>
            <a:ext cx="319591" cy="4731147"/>
          </a:xfrm>
          <a:prstGeom prst="bentConnector3">
            <a:avLst>
              <a:gd name="adj1" fmla="val 43312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06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37923</TotalTime>
  <Words>3175</Words>
  <Application>Microsoft Macintosh PowerPoint</Application>
  <PresentationFormat>화면 슬라이드 쇼(16:9)</PresentationFormat>
  <Paragraphs>1545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5701</cp:revision>
  <dcterms:created xsi:type="dcterms:W3CDTF">2006-10-05T04:04:58Z</dcterms:created>
  <dcterms:modified xsi:type="dcterms:W3CDTF">2026-06-07T05:27:10Z</dcterms:modified>
</cp:coreProperties>
</file>
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70" r:id="rId2"/>
    <p:sldId id="374" r:id="rId3"/>
    <p:sldId id="364" r:id="rId4"/>
    <p:sldId id="375" r:id="rId5"/>
    <p:sldId id="376" r:id="rId6"/>
    <p:sldId id="363" r:id="rId7"/>
    <p:sldId id="365" r:id="rId8"/>
    <p:sldId id="373" r:id="rId9"/>
    <p:sldId id="371" r:id="rId10"/>
    <p:sldId id="372" r:id="rId11"/>
    <p:sldId id="360" r:id="rId12"/>
    <p:sldId id="367" r:id="rId13"/>
    <p:sldId id="368" r:id="rId14"/>
    <p:sldId id="369" r:id="rId15"/>
    <p:sldId id="362" r:id="rId16"/>
    <p:sldId id="366" r:id="rId17"/>
    <p:sldId id="359" r:id="rId1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정섭" initials="신" lastIdx="1" clrIdx="0">
    <p:extLst>
      <p:ext uri="{19B8F6BF-5375-455C-9EA6-DF929625EA0E}">
        <p15:presenceInfo xmlns:p15="http://schemas.microsoft.com/office/powerpoint/2012/main" userId="신정섭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 autoAdjust="0"/>
    <p:restoredTop sz="84880" autoAdjust="0"/>
  </p:normalViewPr>
  <p:slideViewPr>
    <p:cSldViewPr>
      <p:cViewPr varScale="1">
        <p:scale>
          <a:sx n="230" d="100"/>
          <a:sy n="230" d="100"/>
        </p:scale>
        <p:origin x="200" y="53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05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6C481-C159-817A-F17C-A8E7F391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439DD7-6813-5675-361F-00B34CE14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4D58B2-E9F9-1BC9-1150-C995AB9A3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08740-2204-36D6-D21B-216EBD63D4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68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95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174DF-0173-95F6-A633-A18F124B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5ACAD4-6CAE-7436-6037-118E8308F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97B646-0FAA-F565-5E97-D4682A4BF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0F31A-F652-2CCA-8E59-6EC74C43F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4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FD822-85F0-618C-AA3B-68BE88E6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411182-8553-B5A7-3094-B7330077F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0F29E6-4D2A-11AD-3724-7459AF866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9DE150-ADE4-F917-109A-18D921560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74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40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20F5-BB3B-ACA1-00F8-EFA9FDA11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0142E5-FCE0-F60C-56F4-6343594B8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7764-E0E6-A3E3-553B-CAFDF1FBF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A5D7EE-0796-D3C2-FCCD-B7355C4FE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690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31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112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749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4D63E-E09F-A68C-A7A5-3E8D86C9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782FE7-351C-3515-C1EB-189F400B8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198BEA-47F1-B256-BDAB-24586BF81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D4D0FE-08CD-FDA8-0AB3-F299D4D1F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815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AC34-58A8-CD77-3474-C8929A28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05084-A44B-B359-D074-38666502D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FB96F7-54B4-C6A5-2E76-C9C417908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43999A-E0D0-9939-8FFE-3AC71B7BF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072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7E20-F583-D860-7998-0AEEEE79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D35ED6-A0B6-96B9-8EA4-6AE487EDE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EFAEFF-7B17-BDE1-D686-0F80C1545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6AE352-BD53-4E04-487A-DE4AA6450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91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387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277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09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2025. 11. 3.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F102B77-80E1-470A-864F-4A3D5DED6D2C}"/>
              </a:ext>
            </a:extLst>
          </p:cNvPr>
          <p:cNvSpPr/>
          <p:nvPr/>
        </p:nvSpPr>
        <p:spPr>
          <a:xfrm>
            <a:off x="7647338" y="2720731"/>
            <a:ext cx="1393654" cy="1428435"/>
          </a:xfrm>
          <a:prstGeom prst="roundRect">
            <a:avLst>
              <a:gd name="adj" fmla="val 674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563C859A-DBF8-4424-941C-3B4279BE759E}"/>
              </a:ext>
            </a:extLst>
          </p:cNvPr>
          <p:cNvSpPr/>
          <p:nvPr/>
        </p:nvSpPr>
        <p:spPr>
          <a:xfrm>
            <a:off x="7647338" y="2008618"/>
            <a:ext cx="1393654" cy="653826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CF2B3B12-DFBC-4126-BD35-F2B269976506}"/>
              </a:ext>
            </a:extLst>
          </p:cNvPr>
          <p:cNvSpPr/>
          <p:nvPr/>
        </p:nvSpPr>
        <p:spPr>
          <a:xfrm>
            <a:off x="7647338" y="851887"/>
            <a:ext cx="1393654" cy="1072849"/>
          </a:xfrm>
          <a:prstGeom prst="roundRect">
            <a:avLst>
              <a:gd name="adj" fmla="val 9141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460210" y="785369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64F566C-AAA1-4C72-9FB2-52671A2E3589}"/>
              </a:ext>
            </a:extLst>
          </p:cNvPr>
          <p:cNvSpPr/>
          <p:nvPr/>
        </p:nvSpPr>
        <p:spPr>
          <a:xfrm>
            <a:off x="3563888" y="771550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A8E561-0D52-48A1-A8B6-9F42DD083DD7}"/>
              </a:ext>
            </a:extLst>
          </p:cNvPr>
          <p:cNvSpPr/>
          <p:nvPr/>
        </p:nvSpPr>
        <p:spPr>
          <a:xfrm>
            <a:off x="5652120" y="771550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4D930EB-BC46-471C-A7B6-A6B0BC36B737}"/>
              </a:ext>
            </a:extLst>
          </p:cNvPr>
          <p:cNvSpPr/>
          <p:nvPr/>
        </p:nvSpPr>
        <p:spPr>
          <a:xfrm>
            <a:off x="5868144" y="208106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50D8438-7982-4C6D-A88B-7801CD2300FE}"/>
              </a:ext>
            </a:extLst>
          </p:cNvPr>
          <p:cNvSpPr/>
          <p:nvPr/>
        </p:nvSpPr>
        <p:spPr>
          <a:xfrm>
            <a:off x="1696682" y="3570018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0FF450-E455-4CDD-9246-557B0E07B241}"/>
              </a:ext>
            </a:extLst>
          </p:cNvPr>
          <p:cNvSpPr/>
          <p:nvPr/>
        </p:nvSpPr>
        <p:spPr>
          <a:xfrm>
            <a:off x="1460210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1AECB2-35D2-425D-A059-8CED21029DB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700727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0251F74-49B2-4DD0-98FA-A17BBF39C197}"/>
              </a:ext>
            </a:extLst>
          </p:cNvPr>
          <p:cNvSpPr/>
          <p:nvPr/>
        </p:nvSpPr>
        <p:spPr>
          <a:xfrm>
            <a:off x="1568670" y="852798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</a:t>
            </a:r>
            <a:endParaRPr lang="ko-KR" altLang="en-US" sz="10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E7F032-13ED-4575-8F3C-092CC530ABC3}"/>
              </a:ext>
            </a:extLst>
          </p:cNvPr>
          <p:cNvSpPr/>
          <p:nvPr/>
        </p:nvSpPr>
        <p:spPr>
          <a:xfrm>
            <a:off x="1691680" y="970377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847AFD1-B7E6-4B29-BB80-578C46B9A5AC}"/>
              </a:ext>
            </a:extLst>
          </p:cNvPr>
          <p:cNvSpPr/>
          <p:nvPr/>
        </p:nvSpPr>
        <p:spPr>
          <a:xfrm>
            <a:off x="3779912" y="1336590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D9F8112-227F-4F6E-A135-A2A694B0FCDB}"/>
              </a:ext>
            </a:extLst>
          </p:cNvPr>
          <p:cNvSpPr/>
          <p:nvPr/>
        </p:nvSpPr>
        <p:spPr>
          <a:xfrm>
            <a:off x="1568670" y="2008617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E1C50CF-EB0B-4961-9D79-9F68FF1B10AD}"/>
              </a:ext>
            </a:extLst>
          </p:cNvPr>
          <p:cNvSpPr/>
          <p:nvPr/>
        </p:nvSpPr>
        <p:spPr>
          <a:xfrm>
            <a:off x="1568670" y="2722253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</a:t>
            </a:r>
            <a:endParaRPr lang="ko-KR" altLang="en-US" sz="10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26FE97-357E-4F9C-B81C-6AB1806CE577}"/>
              </a:ext>
            </a:extLst>
          </p:cNvPr>
          <p:cNvSpPr/>
          <p:nvPr/>
        </p:nvSpPr>
        <p:spPr>
          <a:xfrm>
            <a:off x="3563888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7EA8E5-1AFE-4D3E-9793-FD7909C76405}"/>
              </a:ext>
            </a:extLst>
          </p:cNvPr>
          <p:cNvSpPr/>
          <p:nvPr/>
        </p:nvSpPr>
        <p:spPr>
          <a:xfrm>
            <a:off x="5652121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6D47E7-F697-405F-96B3-B9D5BB94E2EE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700727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7B25373-50AE-467C-BEDE-1C8BBBA044B7}"/>
              </a:ext>
            </a:extLst>
          </p:cNvPr>
          <p:cNvSpPr/>
          <p:nvPr/>
        </p:nvSpPr>
        <p:spPr>
          <a:xfrm>
            <a:off x="103008" y="133659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B6FFC3F-0F73-42FC-B7A4-25773E49456F}"/>
              </a:ext>
            </a:extLst>
          </p:cNvPr>
          <p:cNvSpPr/>
          <p:nvPr/>
        </p:nvSpPr>
        <p:spPr>
          <a:xfrm>
            <a:off x="103008" y="2068199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6A56D844-3A39-4FAE-88C9-72BB2432EFE4}"/>
              </a:ext>
            </a:extLst>
          </p:cNvPr>
          <p:cNvSpPr/>
          <p:nvPr/>
        </p:nvSpPr>
        <p:spPr>
          <a:xfrm>
            <a:off x="103008" y="3182996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F07D10F-C9DC-4075-B58E-8556A0E71E12}"/>
              </a:ext>
            </a:extLst>
          </p:cNvPr>
          <p:cNvSpPr/>
          <p:nvPr/>
        </p:nvSpPr>
        <p:spPr>
          <a:xfrm>
            <a:off x="7773576" y="955987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A1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4D72DD1-FC8F-46BA-A10C-BF650166CC54}"/>
              </a:ext>
            </a:extLst>
          </p:cNvPr>
          <p:cNvSpPr/>
          <p:nvPr/>
        </p:nvSpPr>
        <p:spPr>
          <a:xfrm>
            <a:off x="7773576" y="2066905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B1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FB5091D-D8F5-49D3-87E6-8E7244392DF0}"/>
              </a:ext>
            </a:extLst>
          </p:cNvPr>
          <p:cNvSpPr/>
          <p:nvPr/>
        </p:nvSpPr>
        <p:spPr>
          <a:xfrm>
            <a:off x="7773576" y="3190183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C2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C76F3D5-D69D-4D9F-B170-171D7880608F}"/>
              </a:ext>
            </a:extLst>
          </p:cNvPr>
          <p:cNvSpPr/>
          <p:nvPr/>
        </p:nvSpPr>
        <p:spPr>
          <a:xfrm>
            <a:off x="7773576" y="356140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C3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EAE1B70-5925-437E-B3CF-A9707C4A4B15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 flipV="1">
            <a:off x="1244186" y="1104851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6B2F5D9-D4F3-4913-A76F-99B16F098429}"/>
              </a:ext>
            </a:extLst>
          </p:cNvPr>
          <p:cNvCxnSpPr>
            <a:cxnSpLocks/>
            <a:stCxn id="13" idx="3"/>
            <a:endCxn id="81" idx="1"/>
          </p:cNvCxnSpPr>
          <p:nvPr/>
        </p:nvCxnSpPr>
        <p:spPr>
          <a:xfrm flipV="1">
            <a:off x="3131840" y="1104622"/>
            <a:ext cx="4641736" cy="22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F23508B-8B5C-4448-91E4-DC33AAB63548}"/>
              </a:ext>
            </a:extLst>
          </p:cNvPr>
          <p:cNvCxnSpPr>
            <a:cxnSpLocks/>
            <a:stCxn id="78" idx="3"/>
            <a:endCxn id="70" idx="1"/>
          </p:cNvCxnSpPr>
          <p:nvPr/>
        </p:nvCxnSpPr>
        <p:spPr>
          <a:xfrm flipV="1">
            <a:off x="1244186" y="2215540"/>
            <a:ext cx="4623958" cy="129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6B73E2E-C8B7-4DE1-AF83-054237B73542}"/>
              </a:ext>
            </a:extLst>
          </p:cNvPr>
          <p:cNvCxnSpPr>
            <a:cxnSpLocks/>
            <a:stCxn id="70" idx="3"/>
            <a:endCxn id="82" idx="1"/>
          </p:cNvCxnSpPr>
          <p:nvPr/>
        </p:nvCxnSpPr>
        <p:spPr>
          <a:xfrm>
            <a:off x="7308304" y="2215540"/>
            <a:ext cx="465272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70D7608-5335-4604-8903-F2580A0F999D}"/>
              </a:ext>
            </a:extLst>
          </p:cNvPr>
          <p:cNvCxnSpPr>
            <a:cxnSpLocks/>
            <a:stCxn id="50" idx="3"/>
            <a:endCxn id="83" idx="1"/>
          </p:cNvCxnSpPr>
          <p:nvPr/>
        </p:nvCxnSpPr>
        <p:spPr>
          <a:xfrm>
            <a:off x="5218003" y="3337742"/>
            <a:ext cx="2555573" cy="1076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B4E168C-AEBA-46E6-B446-75CCD2E90006}"/>
              </a:ext>
            </a:extLst>
          </p:cNvPr>
          <p:cNvCxnSpPr>
            <a:cxnSpLocks/>
            <a:stCxn id="73" idx="3"/>
            <a:endCxn id="84" idx="1"/>
          </p:cNvCxnSpPr>
          <p:nvPr/>
        </p:nvCxnSpPr>
        <p:spPr>
          <a:xfrm>
            <a:off x="3136842" y="3704492"/>
            <a:ext cx="4636734" cy="55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1AEBCC0-223F-40D1-9805-D8C633B2C57F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331631"/>
            <a:ext cx="452496" cy="3728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19F185-4478-453E-B72F-A49F6B802877}"/>
              </a:ext>
            </a:extLst>
          </p:cNvPr>
          <p:cNvCxnSpPr>
            <a:cxnSpLocks/>
            <a:stCxn id="61" idx="3"/>
            <a:endCxn id="35" idx="1"/>
          </p:cNvCxnSpPr>
          <p:nvPr/>
        </p:nvCxnSpPr>
        <p:spPr>
          <a:xfrm>
            <a:off x="5220072" y="1471064"/>
            <a:ext cx="2553504" cy="680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54D825F-17E5-4991-B901-9EC60D9D2134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471064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CB5616E-2899-4C96-A38F-F0EF613B5486}"/>
              </a:ext>
            </a:extLst>
          </p:cNvPr>
          <p:cNvCxnSpPr>
            <a:cxnSpLocks/>
            <a:stCxn id="80" idx="3"/>
            <a:endCxn id="50" idx="1"/>
          </p:cNvCxnSpPr>
          <p:nvPr/>
        </p:nvCxnSpPr>
        <p:spPr>
          <a:xfrm>
            <a:off x="1244186" y="3331631"/>
            <a:ext cx="2533657" cy="611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5647069-E83F-405E-AD50-37D4813294FF}"/>
              </a:ext>
            </a:extLst>
          </p:cNvPr>
          <p:cNvCxnSpPr>
            <a:cxnSpLocks/>
            <a:stCxn id="80" idx="3"/>
            <a:endCxn id="66" idx="1"/>
          </p:cNvCxnSpPr>
          <p:nvPr/>
        </p:nvCxnSpPr>
        <p:spPr>
          <a:xfrm flipV="1">
            <a:off x="1244186" y="2972068"/>
            <a:ext cx="4623958" cy="35956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82">
            <a:extLst>
              <a:ext uri="{FF2B5EF4-FFF2-40B4-BE49-F238E27FC236}">
                <a16:creationId xmlns:a16="http://schemas.microsoft.com/office/drawing/2014/main" id="{CC1E0DEC-EF83-1FA9-7B44-95CD0F433B5B}"/>
              </a:ext>
            </a:extLst>
          </p:cNvPr>
          <p:cNvSpPr/>
          <p:nvPr/>
        </p:nvSpPr>
        <p:spPr>
          <a:xfrm>
            <a:off x="7773576" y="282176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C1</a:t>
            </a:r>
            <a:endParaRPr lang="ko-KR" altLang="en-US" sz="1000" dirty="0"/>
          </a:p>
        </p:txBody>
      </p:sp>
      <p:sp>
        <p:nvSpPr>
          <p:cNvPr id="35" name="사각형: 둥근 모서리 80">
            <a:extLst>
              <a:ext uri="{FF2B5EF4-FFF2-40B4-BE49-F238E27FC236}">
                <a16:creationId xmlns:a16="http://schemas.microsoft.com/office/drawing/2014/main" id="{9715D3B9-C8A2-97A0-276B-DD3C8ECDF0CA}"/>
              </a:ext>
            </a:extLst>
          </p:cNvPr>
          <p:cNvSpPr/>
          <p:nvPr/>
        </p:nvSpPr>
        <p:spPr>
          <a:xfrm>
            <a:off x="7773576" y="132923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A2</a:t>
            </a:r>
            <a:endParaRPr lang="ko-KR" altLang="en-US" sz="1000" dirty="0"/>
          </a:p>
        </p:txBody>
      </p:sp>
      <p:sp>
        <p:nvSpPr>
          <p:cNvPr id="50" name="사각형: 둥근 모서리 71">
            <a:extLst>
              <a:ext uri="{FF2B5EF4-FFF2-40B4-BE49-F238E27FC236}">
                <a16:creationId xmlns:a16="http://schemas.microsoft.com/office/drawing/2014/main" id="{82D2E958-AF16-C937-B023-94F4AF68A58F}"/>
              </a:ext>
            </a:extLst>
          </p:cNvPr>
          <p:cNvSpPr/>
          <p:nvPr/>
        </p:nvSpPr>
        <p:spPr>
          <a:xfrm>
            <a:off x="3777843" y="3203268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60" name="직선 화살표 연결선 100">
            <a:extLst>
              <a:ext uri="{FF2B5EF4-FFF2-40B4-BE49-F238E27FC236}">
                <a16:creationId xmlns:a16="http://schemas.microsoft.com/office/drawing/2014/main" id="{4758C679-E65F-D52D-D851-6CB3B476DBDD}"/>
              </a:ext>
            </a:extLst>
          </p:cNvPr>
          <p:cNvCxnSpPr>
            <a:cxnSpLocks/>
            <a:stCxn id="66" idx="3"/>
            <a:endCxn id="15" idx="1"/>
          </p:cNvCxnSpPr>
          <p:nvPr/>
        </p:nvCxnSpPr>
        <p:spPr>
          <a:xfrm flipV="1">
            <a:off x="7308304" y="2970399"/>
            <a:ext cx="465272" cy="166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71">
            <a:extLst>
              <a:ext uri="{FF2B5EF4-FFF2-40B4-BE49-F238E27FC236}">
                <a16:creationId xmlns:a16="http://schemas.microsoft.com/office/drawing/2014/main" id="{A5F18454-EC06-2001-5E9D-A345DE1273E0}"/>
              </a:ext>
            </a:extLst>
          </p:cNvPr>
          <p:cNvSpPr/>
          <p:nvPr/>
        </p:nvSpPr>
        <p:spPr>
          <a:xfrm>
            <a:off x="5868144" y="283759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9664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9DF4-1A0D-0E74-0969-C9A649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E8BCF19-5093-135E-4EBE-1190C6542CC4}"/>
              </a:ext>
            </a:extLst>
          </p:cNvPr>
          <p:cNvSpPr/>
          <p:nvPr/>
        </p:nvSpPr>
        <p:spPr>
          <a:xfrm>
            <a:off x="7647338" y="3128476"/>
            <a:ext cx="1393654" cy="1020690"/>
          </a:xfrm>
          <a:prstGeom prst="roundRect">
            <a:avLst>
              <a:gd name="adj" fmla="val 674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12A802DB-1B64-040B-66C1-F71959A737D0}"/>
              </a:ext>
            </a:extLst>
          </p:cNvPr>
          <p:cNvSpPr/>
          <p:nvPr/>
        </p:nvSpPr>
        <p:spPr>
          <a:xfrm>
            <a:off x="7647338" y="2008618"/>
            <a:ext cx="1393654" cy="1052634"/>
          </a:xfrm>
          <a:prstGeom prst="roundRect">
            <a:avLst>
              <a:gd name="adj" fmla="val 9577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F8A880FA-3231-0DA1-2B0E-B97AD8E23B50}"/>
              </a:ext>
            </a:extLst>
          </p:cNvPr>
          <p:cNvSpPr/>
          <p:nvPr/>
        </p:nvSpPr>
        <p:spPr>
          <a:xfrm>
            <a:off x="7647338" y="1252091"/>
            <a:ext cx="1393654" cy="672645"/>
          </a:xfrm>
          <a:prstGeom prst="roundRect">
            <a:avLst>
              <a:gd name="adj" fmla="val 9141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42E5C3-0720-A569-61DF-425D5303B885}"/>
              </a:ext>
            </a:extLst>
          </p:cNvPr>
          <p:cNvSpPr/>
          <p:nvPr/>
        </p:nvSpPr>
        <p:spPr>
          <a:xfrm>
            <a:off x="1460210" y="785369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9EFEB73-0237-4973-F3C1-79EB34E0EEB1}"/>
              </a:ext>
            </a:extLst>
          </p:cNvPr>
          <p:cNvSpPr/>
          <p:nvPr/>
        </p:nvSpPr>
        <p:spPr>
          <a:xfrm>
            <a:off x="3563888" y="771550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EFE8CA1-6483-81A9-F738-8F26410DAFD6}"/>
              </a:ext>
            </a:extLst>
          </p:cNvPr>
          <p:cNvSpPr/>
          <p:nvPr/>
        </p:nvSpPr>
        <p:spPr>
          <a:xfrm>
            <a:off x="5652120" y="771550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B3E29B-2DEF-12D7-ED12-67008EBC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362217D-8C31-086A-188D-A964681E854E}"/>
              </a:ext>
            </a:extLst>
          </p:cNvPr>
          <p:cNvSpPr/>
          <p:nvPr/>
        </p:nvSpPr>
        <p:spPr>
          <a:xfrm>
            <a:off x="5868144" y="208106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347EA93-13FD-94F1-F93A-C2454CA7C6B2}"/>
              </a:ext>
            </a:extLst>
          </p:cNvPr>
          <p:cNvSpPr/>
          <p:nvPr/>
        </p:nvSpPr>
        <p:spPr>
          <a:xfrm>
            <a:off x="1696682" y="3570018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3E547F1-368E-8065-1A64-6F289B21BAE8}"/>
              </a:ext>
            </a:extLst>
          </p:cNvPr>
          <p:cNvSpPr/>
          <p:nvPr/>
        </p:nvSpPr>
        <p:spPr>
          <a:xfrm>
            <a:off x="1460210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561C905-24CB-A39E-11E4-8E0E09A99091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700727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52E672E-6327-2D59-296B-CD570BD81C7F}"/>
              </a:ext>
            </a:extLst>
          </p:cNvPr>
          <p:cNvSpPr/>
          <p:nvPr/>
        </p:nvSpPr>
        <p:spPr>
          <a:xfrm>
            <a:off x="1568670" y="852798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</a:t>
            </a:r>
            <a:endParaRPr lang="ko-KR" altLang="en-US" sz="10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81304FC-9C48-828E-E62B-8F7DA4DA3C17}"/>
              </a:ext>
            </a:extLst>
          </p:cNvPr>
          <p:cNvSpPr/>
          <p:nvPr/>
        </p:nvSpPr>
        <p:spPr>
          <a:xfrm>
            <a:off x="1691680" y="970377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5E51D96-600F-0DD6-F6E2-4E2FF75BC74E}"/>
              </a:ext>
            </a:extLst>
          </p:cNvPr>
          <p:cNvSpPr/>
          <p:nvPr/>
        </p:nvSpPr>
        <p:spPr>
          <a:xfrm>
            <a:off x="3779912" y="1336590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444E566-0794-FFE9-46C8-CC8E176485D0}"/>
              </a:ext>
            </a:extLst>
          </p:cNvPr>
          <p:cNvSpPr/>
          <p:nvPr/>
        </p:nvSpPr>
        <p:spPr>
          <a:xfrm>
            <a:off x="1568670" y="2008617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D2FF184-0407-A987-B533-8F125D4FB3B3}"/>
              </a:ext>
            </a:extLst>
          </p:cNvPr>
          <p:cNvSpPr/>
          <p:nvPr/>
        </p:nvSpPr>
        <p:spPr>
          <a:xfrm>
            <a:off x="1568670" y="2722253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</a:t>
            </a:r>
            <a:endParaRPr lang="ko-KR" altLang="en-US" sz="10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58165E2-E334-12A3-D9E9-0EFA9BD85E16}"/>
              </a:ext>
            </a:extLst>
          </p:cNvPr>
          <p:cNvSpPr/>
          <p:nvPr/>
        </p:nvSpPr>
        <p:spPr>
          <a:xfrm>
            <a:off x="3563888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A96EE22-91BC-7E01-0D00-44BB38602910}"/>
              </a:ext>
            </a:extLst>
          </p:cNvPr>
          <p:cNvSpPr/>
          <p:nvPr/>
        </p:nvSpPr>
        <p:spPr>
          <a:xfrm>
            <a:off x="5652121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D707918-F754-0B92-706A-DB15D16A3A6D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700727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B4B9334-A265-CEDC-A487-3CF5AD7824AE}"/>
              </a:ext>
            </a:extLst>
          </p:cNvPr>
          <p:cNvSpPr/>
          <p:nvPr/>
        </p:nvSpPr>
        <p:spPr>
          <a:xfrm>
            <a:off x="103008" y="133659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2CD581B-E82B-28F6-CE5C-3D7E89E23778}"/>
              </a:ext>
            </a:extLst>
          </p:cNvPr>
          <p:cNvSpPr/>
          <p:nvPr/>
        </p:nvSpPr>
        <p:spPr>
          <a:xfrm>
            <a:off x="103008" y="2068199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9F094C4-2AFC-6901-AB5A-C04CC13C8855}"/>
              </a:ext>
            </a:extLst>
          </p:cNvPr>
          <p:cNvSpPr/>
          <p:nvPr/>
        </p:nvSpPr>
        <p:spPr>
          <a:xfrm>
            <a:off x="103008" y="3182996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EBF081A-75A1-D41A-6265-63CF81827759}"/>
              </a:ext>
            </a:extLst>
          </p:cNvPr>
          <p:cNvSpPr/>
          <p:nvPr/>
        </p:nvSpPr>
        <p:spPr>
          <a:xfrm>
            <a:off x="7773576" y="2066905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B1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2B9EC0E-102B-EE4D-2642-932A08BA5A9F}"/>
              </a:ext>
            </a:extLst>
          </p:cNvPr>
          <p:cNvSpPr/>
          <p:nvPr/>
        </p:nvSpPr>
        <p:spPr>
          <a:xfrm>
            <a:off x="7773576" y="3190183"/>
            <a:ext cx="1141178" cy="2972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C1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06EA14A3-9F53-17CF-EAAC-FB7DFFDBEF4C}"/>
              </a:ext>
            </a:extLst>
          </p:cNvPr>
          <p:cNvSpPr/>
          <p:nvPr/>
        </p:nvSpPr>
        <p:spPr>
          <a:xfrm>
            <a:off x="7773576" y="356140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C2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2C0F6FA-095D-7B43-F538-A266066B66DB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 flipV="1">
            <a:off x="1244186" y="1104851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C67DA066-9C82-3E95-24F6-3F688101C623}"/>
              </a:ext>
            </a:extLst>
          </p:cNvPr>
          <p:cNvCxnSpPr>
            <a:cxnSpLocks/>
            <a:stCxn id="13" idx="3"/>
            <a:endCxn id="35" idx="1"/>
          </p:cNvCxnSpPr>
          <p:nvPr/>
        </p:nvCxnSpPr>
        <p:spPr>
          <a:xfrm>
            <a:off x="3131840" y="1104851"/>
            <a:ext cx="4641736" cy="37301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4B9D92AE-FA29-31EA-4FF7-0BB54BD2CEE2}"/>
              </a:ext>
            </a:extLst>
          </p:cNvPr>
          <p:cNvCxnSpPr>
            <a:cxnSpLocks/>
            <a:stCxn id="78" idx="3"/>
            <a:endCxn id="70" idx="1"/>
          </p:cNvCxnSpPr>
          <p:nvPr/>
        </p:nvCxnSpPr>
        <p:spPr>
          <a:xfrm flipV="1">
            <a:off x="1244186" y="2215540"/>
            <a:ext cx="4623958" cy="129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7774C50-1E44-3F1D-10AF-E2E35B3F7BEC}"/>
              </a:ext>
            </a:extLst>
          </p:cNvPr>
          <p:cNvCxnSpPr>
            <a:cxnSpLocks/>
            <a:stCxn id="70" idx="3"/>
            <a:endCxn id="82" idx="1"/>
          </p:cNvCxnSpPr>
          <p:nvPr/>
        </p:nvCxnSpPr>
        <p:spPr>
          <a:xfrm>
            <a:off x="7308304" y="2215540"/>
            <a:ext cx="465272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86AB7EF-64AD-CB39-226A-B07756E99940}"/>
              </a:ext>
            </a:extLst>
          </p:cNvPr>
          <p:cNvCxnSpPr>
            <a:cxnSpLocks/>
            <a:stCxn id="50" idx="3"/>
            <a:endCxn id="83" idx="1"/>
          </p:cNvCxnSpPr>
          <p:nvPr/>
        </p:nvCxnSpPr>
        <p:spPr>
          <a:xfrm>
            <a:off x="5218003" y="3337742"/>
            <a:ext cx="2555573" cy="1076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88B687C-2DC8-FC90-442E-BFFF05646618}"/>
              </a:ext>
            </a:extLst>
          </p:cNvPr>
          <p:cNvCxnSpPr>
            <a:cxnSpLocks/>
            <a:stCxn id="73" idx="3"/>
            <a:endCxn id="84" idx="1"/>
          </p:cNvCxnSpPr>
          <p:nvPr/>
        </p:nvCxnSpPr>
        <p:spPr>
          <a:xfrm>
            <a:off x="3136842" y="3704492"/>
            <a:ext cx="4636734" cy="55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1876259A-348E-1BE5-5CA9-618EC112E499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331631"/>
            <a:ext cx="452496" cy="3728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84FF604-EEA7-5D21-3078-DF98C5E09F86}"/>
              </a:ext>
            </a:extLst>
          </p:cNvPr>
          <p:cNvCxnSpPr>
            <a:cxnSpLocks/>
            <a:stCxn id="61" idx="3"/>
            <a:endCxn id="35" idx="1"/>
          </p:cNvCxnSpPr>
          <p:nvPr/>
        </p:nvCxnSpPr>
        <p:spPr>
          <a:xfrm>
            <a:off x="5220072" y="1471064"/>
            <a:ext cx="2553504" cy="680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7415BD6-3125-BF4B-810E-EBA1748046FB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471064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27EDFF9-D6EE-5A90-15EB-B6FE1F271F31}"/>
              </a:ext>
            </a:extLst>
          </p:cNvPr>
          <p:cNvCxnSpPr>
            <a:cxnSpLocks/>
            <a:stCxn id="80" idx="3"/>
            <a:endCxn id="50" idx="1"/>
          </p:cNvCxnSpPr>
          <p:nvPr/>
        </p:nvCxnSpPr>
        <p:spPr>
          <a:xfrm>
            <a:off x="1244186" y="3331631"/>
            <a:ext cx="2533657" cy="611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D97FE8E-2C9F-4892-9F56-34B05038EB6A}"/>
              </a:ext>
            </a:extLst>
          </p:cNvPr>
          <p:cNvCxnSpPr>
            <a:cxnSpLocks/>
            <a:stCxn id="80" idx="3"/>
            <a:endCxn id="66" idx="1"/>
          </p:cNvCxnSpPr>
          <p:nvPr/>
        </p:nvCxnSpPr>
        <p:spPr>
          <a:xfrm flipV="1">
            <a:off x="1244186" y="2972068"/>
            <a:ext cx="4623958" cy="35956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82">
            <a:extLst>
              <a:ext uri="{FF2B5EF4-FFF2-40B4-BE49-F238E27FC236}">
                <a16:creationId xmlns:a16="http://schemas.microsoft.com/office/drawing/2014/main" id="{99EC6BE5-BE48-459A-8212-8935EE30E0BF}"/>
              </a:ext>
            </a:extLst>
          </p:cNvPr>
          <p:cNvSpPr/>
          <p:nvPr/>
        </p:nvSpPr>
        <p:spPr>
          <a:xfrm>
            <a:off x="7773576" y="2449056"/>
            <a:ext cx="1141178" cy="2972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B2</a:t>
            </a:r>
            <a:endParaRPr lang="ko-KR" altLang="en-US" sz="1000" dirty="0"/>
          </a:p>
        </p:txBody>
      </p:sp>
      <p:sp>
        <p:nvSpPr>
          <p:cNvPr id="35" name="사각형: 둥근 모서리 80">
            <a:extLst>
              <a:ext uri="{FF2B5EF4-FFF2-40B4-BE49-F238E27FC236}">
                <a16:creationId xmlns:a16="http://schemas.microsoft.com/office/drawing/2014/main" id="{8298BB0E-FFC2-6A7C-E57E-91E3F7D5B0A7}"/>
              </a:ext>
            </a:extLst>
          </p:cNvPr>
          <p:cNvSpPr/>
          <p:nvPr/>
        </p:nvSpPr>
        <p:spPr>
          <a:xfrm>
            <a:off x="7773576" y="1329234"/>
            <a:ext cx="1141178" cy="2972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A1</a:t>
            </a:r>
            <a:endParaRPr lang="ko-KR" altLang="en-US" sz="1000" dirty="0"/>
          </a:p>
        </p:txBody>
      </p:sp>
      <p:sp>
        <p:nvSpPr>
          <p:cNvPr id="50" name="사각형: 둥근 모서리 71">
            <a:extLst>
              <a:ext uri="{FF2B5EF4-FFF2-40B4-BE49-F238E27FC236}">
                <a16:creationId xmlns:a16="http://schemas.microsoft.com/office/drawing/2014/main" id="{3D13CFF8-43A9-AAFF-F80B-5508044F6961}"/>
              </a:ext>
            </a:extLst>
          </p:cNvPr>
          <p:cNvSpPr/>
          <p:nvPr/>
        </p:nvSpPr>
        <p:spPr>
          <a:xfrm>
            <a:off x="3777843" y="3203268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60" name="직선 화살표 연결선 100">
            <a:extLst>
              <a:ext uri="{FF2B5EF4-FFF2-40B4-BE49-F238E27FC236}">
                <a16:creationId xmlns:a16="http://schemas.microsoft.com/office/drawing/2014/main" id="{4924A56C-C0CE-9F57-3F30-F57A4CDF4BCF}"/>
              </a:ext>
            </a:extLst>
          </p:cNvPr>
          <p:cNvCxnSpPr>
            <a:cxnSpLocks/>
            <a:stCxn id="66" idx="3"/>
            <a:endCxn id="83" idx="1"/>
          </p:cNvCxnSpPr>
          <p:nvPr/>
        </p:nvCxnSpPr>
        <p:spPr>
          <a:xfrm>
            <a:off x="7308304" y="2972068"/>
            <a:ext cx="465272" cy="36675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71">
            <a:extLst>
              <a:ext uri="{FF2B5EF4-FFF2-40B4-BE49-F238E27FC236}">
                <a16:creationId xmlns:a16="http://schemas.microsoft.com/office/drawing/2014/main" id="{D297B81B-A986-DD5E-6721-EE81674EBA18}"/>
              </a:ext>
            </a:extLst>
          </p:cNvPr>
          <p:cNvSpPr/>
          <p:nvPr/>
        </p:nvSpPr>
        <p:spPr>
          <a:xfrm>
            <a:off x="5868144" y="283759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5122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70">
            <a:extLst>
              <a:ext uri="{FF2B5EF4-FFF2-40B4-BE49-F238E27FC236}">
                <a16:creationId xmlns:a16="http://schemas.microsoft.com/office/drawing/2014/main" id="{410911C7-12D8-EC68-F29B-0682DDA84470}"/>
              </a:ext>
            </a:extLst>
          </p:cNvPr>
          <p:cNvSpPr/>
          <p:nvPr/>
        </p:nvSpPr>
        <p:spPr>
          <a:xfrm>
            <a:off x="2383402" y="1842074"/>
            <a:ext cx="4662009" cy="2446259"/>
          </a:xfrm>
          <a:prstGeom prst="roundRect">
            <a:avLst>
              <a:gd name="adj" fmla="val 4184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50" dirty="0"/>
              <a:t>Topic B</a:t>
            </a:r>
            <a:endParaRPr lang="ko-KR" altLang="en-US" sz="1050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3852246B-E8CC-F52E-33C3-A43869B644FD}"/>
              </a:ext>
            </a:extLst>
          </p:cNvPr>
          <p:cNvSpPr/>
          <p:nvPr/>
        </p:nvSpPr>
        <p:spPr>
          <a:xfrm>
            <a:off x="2383402" y="772680"/>
            <a:ext cx="4662009" cy="1018321"/>
          </a:xfrm>
          <a:prstGeom prst="roundRect">
            <a:avLst>
              <a:gd name="adj" fmla="val 825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50" dirty="0"/>
              <a:t>Topic A</a:t>
            </a:r>
            <a:endParaRPr lang="ko-KR" altLang="en-US" sz="105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Partition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2C2145-A1CF-4EBA-AA8F-B1FB4401B678}"/>
              </a:ext>
            </a:extLst>
          </p:cNvPr>
          <p:cNvSpPr txBox="1"/>
          <p:nvPr/>
        </p:nvSpPr>
        <p:spPr>
          <a:xfrm>
            <a:off x="1187624" y="2111973"/>
            <a:ext cx="1455880" cy="415498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Partition 0</a:t>
            </a:r>
          </a:p>
          <a:p>
            <a:pPr algn="ctr"/>
            <a:r>
              <a:rPr lang="en-US" altLang="ko-KR" sz="1050"/>
              <a:t>Group B : 8</a:t>
            </a:r>
            <a:endParaRPr lang="ko-KR" altLang="en-US" sz="10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C2B238-A88A-4E2F-8344-14876512D1D6}"/>
              </a:ext>
            </a:extLst>
          </p:cNvPr>
          <p:cNvSpPr txBox="1"/>
          <p:nvPr/>
        </p:nvSpPr>
        <p:spPr>
          <a:xfrm>
            <a:off x="1187624" y="2949828"/>
            <a:ext cx="1455880" cy="415498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Partition 1</a:t>
            </a:r>
          </a:p>
          <a:p>
            <a:pPr algn="ctr"/>
            <a:r>
              <a:rPr lang="en-US" altLang="ko-KR" sz="1050"/>
              <a:t>Group B : 3</a:t>
            </a:r>
            <a:endParaRPr lang="ko-KR" altLang="en-US" sz="105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FCDC24-EEBC-401A-BB99-C97535DF2AFE}"/>
              </a:ext>
            </a:extLst>
          </p:cNvPr>
          <p:cNvSpPr txBox="1"/>
          <p:nvPr/>
        </p:nvSpPr>
        <p:spPr>
          <a:xfrm>
            <a:off x="1187624" y="3759247"/>
            <a:ext cx="1455880" cy="415498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Partition 2</a:t>
            </a:r>
          </a:p>
          <a:p>
            <a:pPr algn="ctr"/>
            <a:r>
              <a:rPr lang="en-US" altLang="ko-KR" sz="1050"/>
              <a:t>Group B : 4</a:t>
            </a:r>
            <a:endParaRPr lang="ko-KR" altLang="en-US" sz="105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AAD7EE-D576-4A1A-A64C-B4B957A1E244}"/>
              </a:ext>
            </a:extLst>
          </p:cNvPr>
          <p:cNvSpPr/>
          <p:nvPr/>
        </p:nvSpPr>
        <p:spPr>
          <a:xfrm>
            <a:off x="2483768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</a:t>
            </a:r>
            <a:endParaRPr lang="ko-KR" altLang="en-US" sz="105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A060EC0-D9D2-4E55-B0A1-9970B80C152E}"/>
              </a:ext>
            </a:extLst>
          </p:cNvPr>
          <p:cNvSpPr/>
          <p:nvPr/>
        </p:nvSpPr>
        <p:spPr>
          <a:xfrm>
            <a:off x="2889631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2</a:t>
            </a:r>
            <a:endParaRPr lang="ko-KR" altLang="en-US" sz="105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122EDD8-26EB-4749-B42E-E35170B30F88}"/>
              </a:ext>
            </a:extLst>
          </p:cNvPr>
          <p:cNvSpPr/>
          <p:nvPr/>
        </p:nvSpPr>
        <p:spPr>
          <a:xfrm>
            <a:off x="3295495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3</a:t>
            </a:r>
            <a:endParaRPr lang="ko-KR" altLang="en-US" sz="105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5A27EE3-34BC-4996-95C1-1C67C24C2A7D}"/>
              </a:ext>
            </a:extLst>
          </p:cNvPr>
          <p:cNvSpPr/>
          <p:nvPr/>
        </p:nvSpPr>
        <p:spPr>
          <a:xfrm>
            <a:off x="3701358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4</a:t>
            </a:r>
            <a:endParaRPr lang="ko-KR" altLang="en-US" sz="105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4FEB351-ECF8-47EA-A36E-AF38B69D48C3}"/>
              </a:ext>
            </a:extLst>
          </p:cNvPr>
          <p:cNvSpPr/>
          <p:nvPr/>
        </p:nvSpPr>
        <p:spPr>
          <a:xfrm>
            <a:off x="4107221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</a:t>
            </a:r>
            <a:endParaRPr lang="ko-KR" altLang="en-US" sz="105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C376E5-85AD-4AD1-8D4B-2CD3BC2B829A}"/>
              </a:ext>
            </a:extLst>
          </p:cNvPr>
          <p:cNvSpPr/>
          <p:nvPr/>
        </p:nvSpPr>
        <p:spPr>
          <a:xfrm>
            <a:off x="4513084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6</a:t>
            </a:r>
            <a:endParaRPr lang="ko-KR" altLang="en-US" sz="105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D0B523E-3C3A-4549-A79C-3CAA82C30312}"/>
              </a:ext>
            </a:extLst>
          </p:cNvPr>
          <p:cNvSpPr/>
          <p:nvPr/>
        </p:nvSpPr>
        <p:spPr>
          <a:xfrm>
            <a:off x="4918948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7</a:t>
            </a:r>
            <a:endParaRPr lang="ko-KR" altLang="en-US" sz="105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904A380-79E7-454C-A74B-BD6F7E7851A6}"/>
              </a:ext>
            </a:extLst>
          </p:cNvPr>
          <p:cNvSpPr/>
          <p:nvPr/>
        </p:nvSpPr>
        <p:spPr>
          <a:xfrm>
            <a:off x="5324811" y="2139702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8</a:t>
            </a:r>
            <a:endParaRPr lang="ko-KR" altLang="en-US" sz="105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5B46494-5188-43E8-B0CB-7896E7973083}"/>
              </a:ext>
            </a:extLst>
          </p:cNvPr>
          <p:cNvSpPr/>
          <p:nvPr/>
        </p:nvSpPr>
        <p:spPr>
          <a:xfrm>
            <a:off x="5730674" y="2139702"/>
            <a:ext cx="405863" cy="360040"/>
          </a:xfrm>
          <a:prstGeom prst="rect">
            <a:avLst/>
          </a:prstGeom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9</a:t>
            </a:r>
            <a:endParaRPr lang="ko-KR" altLang="en-US" sz="105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7592BC8-63ED-4765-B94A-F89EC07B7552}"/>
              </a:ext>
            </a:extLst>
          </p:cNvPr>
          <p:cNvSpPr/>
          <p:nvPr/>
        </p:nvSpPr>
        <p:spPr>
          <a:xfrm>
            <a:off x="6136537" y="2139702"/>
            <a:ext cx="405863" cy="360040"/>
          </a:xfrm>
          <a:prstGeom prst="rect">
            <a:avLst/>
          </a:prstGeom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10</a:t>
            </a:r>
            <a:endParaRPr lang="ko-KR" altLang="en-US" sz="105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52CF426-87A9-4932-A6AC-898F20820CDA}"/>
              </a:ext>
            </a:extLst>
          </p:cNvPr>
          <p:cNvSpPr/>
          <p:nvPr/>
        </p:nvSpPr>
        <p:spPr>
          <a:xfrm>
            <a:off x="6542401" y="2139702"/>
            <a:ext cx="405863" cy="360040"/>
          </a:xfrm>
          <a:prstGeom prst="rect">
            <a:avLst/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11</a:t>
            </a:r>
            <a:endParaRPr lang="ko-KR" altLang="en-US" sz="105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7114CE-F6E1-4377-9530-B42EC681FF3B}"/>
              </a:ext>
            </a:extLst>
          </p:cNvPr>
          <p:cNvSpPr/>
          <p:nvPr/>
        </p:nvSpPr>
        <p:spPr>
          <a:xfrm>
            <a:off x="2483768" y="2977557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</a:t>
            </a:r>
            <a:endParaRPr lang="ko-KR" altLang="en-US" sz="105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5ACB472-47D4-4930-B36E-2432136949BF}"/>
              </a:ext>
            </a:extLst>
          </p:cNvPr>
          <p:cNvSpPr/>
          <p:nvPr/>
        </p:nvSpPr>
        <p:spPr>
          <a:xfrm>
            <a:off x="2889631" y="2977557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2</a:t>
            </a:r>
            <a:endParaRPr lang="ko-KR" altLang="en-US" sz="105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A86B207-8A6A-4FF4-A7C7-3CDD58ED02D8}"/>
              </a:ext>
            </a:extLst>
          </p:cNvPr>
          <p:cNvSpPr/>
          <p:nvPr/>
        </p:nvSpPr>
        <p:spPr>
          <a:xfrm>
            <a:off x="3295495" y="2977557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3</a:t>
            </a:r>
            <a:endParaRPr lang="ko-KR" altLang="en-US" sz="105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3AA1C06-225E-413A-8AD5-E5106731D9CA}"/>
              </a:ext>
            </a:extLst>
          </p:cNvPr>
          <p:cNvSpPr/>
          <p:nvPr/>
        </p:nvSpPr>
        <p:spPr>
          <a:xfrm>
            <a:off x="3701358" y="2977557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4</a:t>
            </a:r>
            <a:endParaRPr lang="ko-KR" altLang="en-US" sz="105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3A8E267-6F01-4726-9AB7-5571BCF251D8}"/>
              </a:ext>
            </a:extLst>
          </p:cNvPr>
          <p:cNvSpPr/>
          <p:nvPr/>
        </p:nvSpPr>
        <p:spPr>
          <a:xfrm>
            <a:off x="4107221" y="2977557"/>
            <a:ext cx="405863" cy="360040"/>
          </a:xfrm>
          <a:prstGeom prst="rect">
            <a:avLst/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</a:t>
            </a:r>
            <a:endParaRPr lang="ko-KR" altLang="en-US" sz="105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CE63E4FB-2897-4150-882E-2D4523AEEA9E}"/>
              </a:ext>
            </a:extLst>
          </p:cNvPr>
          <p:cNvSpPr/>
          <p:nvPr/>
        </p:nvSpPr>
        <p:spPr>
          <a:xfrm>
            <a:off x="2483768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</a:t>
            </a:r>
            <a:endParaRPr lang="ko-KR" altLang="en-US" sz="105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468EA19-942C-47B0-9953-DE6F8BA7975D}"/>
              </a:ext>
            </a:extLst>
          </p:cNvPr>
          <p:cNvSpPr/>
          <p:nvPr/>
        </p:nvSpPr>
        <p:spPr>
          <a:xfrm>
            <a:off x="2889631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2</a:t>
            </a:r>
            <a:endParaRPr lang="ko-KR" altLang="en-US" sz="105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4E9F906-2C37-4760-92FD-105E1BFE5B5F}"/>
              </a:ext>
            </a:extLst>
          </p:cNvPr>
          <p:cNvSpPr/>
          <p:nvPr/>
        </p:nvSpPr>
        <p:spPr>
          <a:xfrm>
            <a:off x="3295495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3</a:t>
            </a:r>
            <a:endParaRPr lang="ko-KR" altLang="en-US" sz="105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8C098F7-43DB-450B-857F-94DC37A77C9E}"/>
              </a:ext>
            </a:extLst>
          </p:cNvPr>
          <p:cNvSpPr/>
          <p:nvPr/>
        </p:nvSpPr>
        <p:spPr>
          <a:xfrm>
            <a:off x="3701358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4</a:t>
            </a:r>
            <a:endParaRPr lang="ko-KR" altLang="en-US" sz="105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09D8EDED-F7DF-4D19-B7DB-32E90EF5391E}"/>
              </a:ext>
            </a:extLst>
          </p:cNvPr>
          <p:cNvSpPr/>
          <p:nvPr/>
        </p:nvSpPr>
        <p:spPr>
          <a:xfrm>
            <a:off x="4107221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</a:t>
            </a:r>
            <a:endParaRPr lang="ko-KR" altLang="en-US" sz="105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02BB2508-8601-4A1B-B302-A5DBA98482ED}"/>
              </a:ext>
            </a:extLst>
          </p:cNvPr>
          <p:cNvSpPr/>
          <p:nvPr/>
        </p:nvSpPr>
        <p:spPr>
          <a:xfrm>
            <a:off x="4513084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6</a:t>
            </a:r>
            <a:endParaRPr lang="ko-KR" altLang="en-US" sz="105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579E015-8853-475B-8E75-D279B50E5EFE}"/>
              </a:ext>
            </a:extLst>
          </p:cNvPr>
          <p:cNvSpPr/>
          <p:nvPr/>
        </p:nvSpPr>
        <p:spPr>
          <a:xfrm>
            <a:off x="4918948" y="3795886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7</a:t>
            </a:r>
            <a:endParaRPr lang="ko-KR" altLang="en-US" sz="105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2BE3E14-57FE-4FE1-9BFF-B594CBE0DA77}"/>
              </a:ext>
            </a:extLst>
          </p:cNvPr>
          <p:cNvSpPr/>
          <p:nvPr/>
        </p:nvSpPr>
        <p:spPr>
          <a:xfrm>
            <a:off x="5324811" y="3795886"/>
            <a:ext cx="405863" cy="360040"/>
          </a:xfrm>
          <a:prstGeom prst="rect">
            <a:avLst/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8</a:t>
            </a:r>
            <a:endParaRPr lang="ko-KR" altLang="en-US" sz="105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7E77B8BD-54F2-4D87-BB95-632D3C272168}"/>
              </a:ext>
            </a:extLst>
          </p:cNvPr>
          <p:cNvSpPr/>
          <p:nvPr/>
        </p:nvSpPr>
        <p:spPr>
          <a:xfrm>
            <a:off x="183988" y="2957891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Producer B</a:t>
            </a:r>
            <a:endParaRPr lang="ko-KR" altLang="en-US" sz="1050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FE72223F-2E39-486C-BB83-4C82816E5E8C}"/>
              </a:ext>
            </a:extLst>
          </p:cNvPr>
          <p:cNvSpPr/>
          <p:nvPr/>
        </p:nvSpPr>
        <p:spPr>
          <a:xfrm>
            <a:off x="7380312" y="2257618"/>
            <a:ext cx="1603460" cy="2030715"/>
          </a:xfrm>
          <a:prstGeom prst="roundRect">
            <a:avLst>
              <a:gd name="adj" fmla="val 825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50" dirty="0"/>
              <a:t>Consumer Group B</a:t>
            </a:r>
            <a:endParaRPr lang="ko-KR" altLang="en-US" sz="1050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D5C68632-8457-4C36-BBEB-7B232820797E}"/>
              </a:ext>
            </a:extLst>
          </p:cNvPr>
          <p:cNvSpPr/>
          <p:nvPr/>
        </p:nvSpPr>
        <p:spPr>
          <a:xfrm>
            <a:off x="7621028" y="2481248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Consumer B1</a:t>
            </a:r>
            <a:endParaRPr lang="ko-KR" altLang="en-US" sz="1050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954F126B-1651-46B4-9542-A2CA43096B89}"/>
              </a:ext>
            </a:extLst>
          </p:cNvPr>
          <p:cNvSpPr/>
          <p:nvPr/>
        </p:nvSpPr>
        <p:spPr>
          <a:xfrm>
            <a:off x="7621029" y="3234627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Consumer B2</a:t>
            </a:r>
            <a:endParaRPr lang="ko-KR" altLang="en-US" sz="105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0C8761E-0352-4DBB-908A-303EC85BA0A9}"/>
              </a:ext>
            </a:extLst>
          </p:cNvPr>
          <p:cNvCxnSpPr>
            <a:cxnSpLocks/>
          </p:cNvCxnSpPr>
          <p:nvPr/>
        </p:nvCxnSpPr>
        <p:spPr>
          <a:xfrm>
            <a:off x="5543797" y="4542248"/>
            <a:ext cx="432048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6E56AB0-DEB8-4E8B-8348-85A3F618DF8E}"/>
              </a:ext>
            </a:extLst>
          </p:cNvPr>
          <p:cNvCxnSpPr>
            <a:cxnSpLocks/>
          </p:cNvCxnSpPr>
          <p:nvPr/>
        </p:nvCxnSpPr>
        <p:spPr>
          <a:xfrm>
            <a:off x="4329925" y="4542248"/>
            <a:ext cx="432048" cy="0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4B0982BB-6E81-4CFE-8961-97F042244A6E}"/>
              </a:ext>
            </a:extLst>
          </p:cNvPr>
          <p:cNvSpPr txBox="1"/>
          <p:nvPr/>
        </p:nvSpPr>
        <p:spPr>
          <a:xfrm>
            <a:off x="4274794" y="4415290"/>
            <a:ext cx="1455880" cy="253916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Write</a:t>
            </a:r>
            <a:endParaRPr lang="ko-KR" altLang="en-US" sz="105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DDB5E4F-3697-4F97-BB12-7553F4130342}"/>
              </a:ext>
            </a:extLst>
          </p:cNvPr>
          <p:cNvSpPr txBox="1"/>
          <p:nvPr/>
        </p:nvSpPr>
        <p:spPr>
          <a:xfrm>
            <a:off x="5485503" y="4415290"/>
            <a:ext cx="1455880" cy="253916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Read</a:t>
            </a:r>
            <a:endParaRPr lang="ko-KR" altLang="en-US" sz="105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D2292A8-B6E9-49E6-9EE3-E6C0B77BC862}"/>
              </a:ext>
            </a:extLst>
          </p:cNvPr>
          <p:cNvSpPr/>
          <p:nvPr/>
        </p:nvSpPr>
        <p:spPr>
          <a:xfrm>
            <a:off x="183988" y="1348571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Producer A</a:t>
            </a:r>
            <a:endParaRPr lang="ko-KR" altLang="en-US" sz="10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038EE8-7476-4B5D-99BB-C5777112CFA3}"/>
              </a:ext>
            </a:extLst>
          </p:cNvPr>
          <p:cNvSpPr txBox="1"/>
          <p:nvPr/>
        </p:nvSpPr>
        <p:spPr>
          <a:xfrm>
            <a:off x="1187624" y="965579"/>
            <a:ext cx="1455880" cy="57708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Partition 0</a:t>
            </a:r>
          </a:p>
          <a:p>
            <a:pPr algn="ctr"/>
            <a:r>
              <a:rPr lang="en-US" altLang="ko-KR" sz="1050"/>
              <a:t>Group A : 6</a:t>
            </a:r>
          </a:p>
          <a:p>
            <a:pPr algn="ctr"/>
            <a:r>
              <a:rPr lang="en-US" altLang="ko-KR" sz="1050"/>
              <a:t>Group B : 4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ECA17ED-04F1-460D-9687-26E431D44C4F}"/>
              </a:ext>
            </a:extLst>
          </p:cNvPr>
          <p:cNvSpPr/>
          <p:nvPr/>
        </p:nvSpPr>
        <p:spPr>
          <a:xfrm>
            <a:off x="2483768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</a:t>
            </a:r>
            <a:endParaRPr lang="ko-KR" altLang="en-US" sz="105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823405-7347-48A7-B134-BB60F35A95D5}"/>
              </a:ext>
            </a:extLst>
          </p:cNvPr>
          <p:cNvSpPr/>
          <p:nvPr/>
        </p:nvSpPr>
        <p:spPr>
          <a:xfrm>
            <a:off x="2889631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2</a:t>
            </a:r>
            <a:endParaRPr lang="ko-KR" altLang="en-US" sz="105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C2E1A08-8178-440E-BE93-82D7331DD60B}"/>
              </a:ext>
            </a:extLst>
          </p:cNvPr>
          <p:cNvSpPr/>
          <p:nvPr/>
        </p:nvSpPr>
        <p:spPr>
          <a:xfrm>
            <a:off x="3295495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3</a:t>
            </a:r>
            <a:endParaRPr lang="ko-KR" altLang="en-US" sz="105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EC840FD-4BFB-48BB-8102-E13381CE4F12}"/>
              </a:ext>
            </a:extLst>
          </p:cNvPr>
          <p:cNvSpPr/>
          <p:nvPr/>
        </p:nvSpPr>
        <p:spPr>
          <a:xfrm>
            <a:off x="3701358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4</a:t>
            </a:r>
            <a:endParaRPr lang="ko-KR" altLang="en-US" sz="105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AA8912D-6C85-4F42-88DB-EEABC072DFE1}"/>
              </a:ext>
            </a:extLst>
          </p:cNvPr>
          <p:cNvSpPr/>
          <p:nvPr/>
        </p:nvSpPr>
        <p:spPr>
          <a:xfrm>
            <a:off x="4107221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</a:t>
            </a:r>
            <a:endParaRPr lang="ko-KR" altLang="en-US" sz="105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46B80DE-B722-414C-9689-974779865889}"/>
              </a:ext>
            </a:extLst>
          </p:cNvPr>
          <p:cNvSpPr/>
          <p:nvPr/>
        </p:nvSpPr>
        <p:spPr>
          <a:xfrm>
            <a:off x="4513084" y="1064809"/>
            <a:ext cx="405863" cy="360040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6</a:t>
            </a:r>
            <a:endParaRPr lang="ko-KR" altLang="en-US" sz="105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D068284-5156-4D72-8D4F-F251B7169D4D}"/>
              </a:ext>
            </a:extLst>
          </p:cNvPr>
          <p:cNvSpPr/>
          <p:nvPr/>
        </p:nvSpPr>
        <p:spPr>
          <a:xfrm>
            <a:off x="4918948" y="1064809"/>
            <a:ext cx="405863" cy="360040"/>
          </a:xfrm>
          <a:prstGeom prst="rect">
            <a:avLst/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7</a:t>
            </a:r>
            <a:endParaRPr lang="ko-KR" altLang="en-US" sz="105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B3F2B654-343E-4188-89C0-67E42CFDD762}"/>
              </a:ext>
            </a:extLst>
          </p:cNvPr>
          <p:cNvSpPr/>
          <p:nvPr/>
        </p:nvSpPr>
        <p:spPr>
          <a:xfrm>
            <a:off x="7380312" y="771068"/>
            <a:ext cx="1603460" cy="1117025"/>
          </a:xfrm>
          <a:prstGeom prst="roundRect">
            <a:avLst>
              <a:gd name="adj" fmla="val 825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50" dirty="0"/>
              <a:t>Consumer </a:t>
            </a:r>
            <a:r>
              <a:rPr lang="en-US" altLang="ko-KR" sz="1050"/>
              <a:t>Group A</a:t>
            </a:r>
            <a:endParaRPr lang="ko-KR" altLang="en-US" sz="105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44421A4C-89BC-48F3-9547-129DF41126A5}"/>
              </a:ext>
            </a:extLst>
          </p:cNvPr>
          <p:cNvSpPr/>
          <p:nvPr/>
        </p:nvSpPr>
        <p:spPr>
          <a:xfrm>
            <a:off x="7621029" y="979085"/>
            <a:ext cx="1122025" cy="576124"/>
          </a:xfrm>
          <a:prstGeom prst="roundRect">
            <a:avLst>
              <a:gd name="adj" fmla="val 14105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Consumer A</a:t>
            </a:r>
            <a:endParaRPr lang="ko-KR" altLang="en-US" sz="1050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3892A585-EB11-4C2A-B724-8471074CA607}"/>
              </a:ext>
            </a:extLst>
          </p:cNvPr>
          <p:cNvSpPr/>
          <p:nvPr/>
        </p:nvSpPr>
        <p:spPr>
          <a:xfrm>
            <a:off x="1304144" y="1424377"/>
            <a:ext cx="3814997" cy="209551"/>
          </a:xfrm>
          <a:custGeom>
            <a:avLst/>
            <a:gdLst>
              <a:gd name="connsiteX0" fmla="*/ 0 w 3814997"/>
              <a:gd name="connsiteY0" fmla="*/ 194872 h 194872"/>
              <a:gd name="connsiteX1" fmla="*/ 3814997 w 3814997"/>
              <a:gd name="connsiteY1" fmla="*/ 194872 h 194872"/>
              <a:gd name="connsiteX2" fmla="*/ 3814997 w 3814997"/>
              <a:gd name="connsiteY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4997" h="194872">
                <a:moveTo>
                  <a:pt x="0" y="194872"/>
                </a:moveTo>
                <a:lnTo>
                  <a:pt x="3814997" y="194872"/>
                </a:lnTo>
                <a:lnTo>
                  <a:pt x="3814997" y="0"/>
                </a:lnTo>
              </a:path>
            </a:pathLst>
          </a:cu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334CFC71-03D9-415C-B2FB-30C579B1347F}"/>
              </a:ext>
            </a:extLst>
          </p:cNvPr>
          <p:cNvSpPr/>
          <p:nvPr/>
        </p:nvSpPr>
        <p:spPr>
          <a:xfrm>
            <a:off x="4714407" y="1267304"/>
            <a:ext cx="2908091" cy="299168"/>
          </a:xfrm>
          <a:custGeom>
            <a:avLst/>
            <a:gdLst>
              <a:gd name="connsiteX0" fmla="*/ 0 w 2908091"/>
              <a:gd name="connsiteY0" fmla="*/ 314794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  <a:gd name="connsiteX0" fmla="*/ 0 w 2908091"/>
              <a:gd name="connsiteY0" fmla="*/ 314794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  <a:gd name="connsiteX0" fmla="*/ 0 w 2908091"/>
              <a:gd name="connsiteY0" fmla="*/ 314794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  <a:gd name="connsiteX0" fmla="*/ 0 w 2908091"/>
              <a:gd name="connsiteY0" fmla="*/ 314794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  <a:gd name="connsiteX0" fmla="*/ 0 w 2908091"/>
              <a:gd name="connsiteY0" fmla="*/ 241040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091" h="449705">
                <a:moveTo>
                  <a:pt x="0" y="241040"/>
                </a:moveTo>
                <a:lnTo>
                  <a:pt x="0" y="449705"/>
                </a:lnTo>
                <a:lnTo>
                  <a:pt x="1663908" y="449705"/>
                </a:lnTo>
                <a:lnTo>
                  <a:pt x="1663908" y="67456"/>
                </a:lnTo>
                <a:lnTo>
                  <a:pt x="1663908" y="37476"/>
                </a:lnTo>
                <a:lnTo>
                  <a:pt x="1663908" y="0"/>
                </a:lnTo>
                <a:lnTo>
                  <a:pt x="2908091" y="0"/>
                </a:ln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7B0B0B7-ABDB-4C9A-9420-E11D75B9783C}"/>
              </a:ext>
            </a:extLst>
          </p:cNvPr>
          <p:cNvSpPr/>
          <p:nvPr/>
        </p:nvSpPr>
        <p:spPr>
          <a:xfrm>
            <a:off x="734518" y="2510852"/>
            <a:ext cx="6018551" cy="442225"/>
          </a:xfrm>
          <a:custGeom>
            <a:avLst/>
            <a:gdLst>
              <a:gd name="connsiteX0" fmla="*/ 0 w 6018551"/>
              <a:gd name="connsiteY0" fmla="*/ 404735 h 404735"/>
              <a:gd name="connsiteX1" fmla="*/ 0 w 6018551"/>
              <a:gd name="connsiteY1" fmla="*/ 157397 h 404735"/>
              <a:gd name="connsiteX2" fmla="*/ 6018551 w 6018551"/>
              <a:gd name="connsiteY2" fmla="*/ 157397 h 404735"/>
              <a:gd name="connsiteX3" fmla="*/ 6018551 w 6018551"/>
              <a:gd name="connsiteY3" fmla="*/ 0 h 40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551" h="404735">
                <a:moveTo>
                  <a:pt x="0" y="404735"/>
                </a:moveTo>
                <a:lnTo>
                  <a:pt x="0" y="157397"/>
                </a:lnTo>
                <a:lnTo>
                  <a:pt x="6018551" y="157397"/>
                </a:lnTo>
                <a:lnTo>
                  <a:pt x="6018551" y="0"/>
                </a:lnTo>
              </a:path>
            </a:pathLst>
          </a:cu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764D3C0-8561-4043-B110-102FC141A846}"/>
              </a:ext>
            </a:extLst>
          </p:cNvPr>
          <p:cNvSpPr/>
          <p:nvPr/>
        </p:nvSpPr>
        <p:spPr>
          <a:xfrm flipH="1">
            <a:off x="3516453" y="2689123"/>
            <a:ext cx="789832" cy="288434"/>
          </a:xfrm>
          <a:custGeom>
            <a:avLst/>
            <a:gdLst>
              <a:gd name="connsiteX0" fmla="*/ 0 w 0"/>
              <a:gd name="connsiteY0" fmla="*/ 0 h 307299"/>
              <a:gd name="connsiteX1" fmla="*/ 0 w 0"/>
              <a:gd name="connsiteY1" fmla="*/ 307299 h 3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07299">
                <a:moveTo>
                  <a:pt x="0" y="0"/>
                </a:moveTo>
                <a:lnTo>
                  <a:pt x="0" y="307299"/>
                </a:lnTo>
              </a:path>
            </a:pathLst>
          </a:cu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082EA649-53BB-4E80-B28D-D77B0A7FD7B7}"/>
              </a:ext>
            </a:extLst>
          </p:cNvPr>
          <p:cNvSpPr/>
          <p:nvPr/>
        </p:nvSpPr>
        <p:spPr>
          <a:xfrm>
            <a:off x="734518" y="3537390"/>
            <a:ext cx="4789357" cy="255121"/>
          </a:xfrm>
          <a:custGeom>
            <a:avLst/>
            <a:gdLst>
              <a:gd name="connsiteX0" fmla="*/ 0 w 4789357"/>
              <a:gd name="connsiteY0" fmla="*/ 0 h 209862"/>
              <a:gd name="connsiteX1" fmla="*/ 0 w 4789357"/>
              <a:gd name="connsiteY1" fmla="*/ 89941 h 209862"/>
              <a:gd name="connsiteX2" fmla="*/ 4789357 w 4789357"/>
              <a:gd name="connsiteY2" fmla="*/ 89941 h 209862"/>
              <a:gd name="connsiteX3" fmla="*/ 4789357 w 4789357"/>
              <a:gd name="connsiteY3" fmla="*/ 209862 h 20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9357" h="209862">
                <a:moveTo>
                  <a:pt x="0" y="0"/>
                </a:moveTo>
                <a:lnTo>
                  <a:pt x="0" y="89941"/>
                </a:lnTo>
                <a:lnTo>
                  <a:pt x="4789357" y="89941"/>
                </a:lnTo>
                <a:lnTo>
                  <a:pt x="4789357" y="209862"/>
                </a:lnTo>
              </a:path>
            </a:pathLst>
          </a:cu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810B9331-ACAE-44E3-912E-EA26B7C7709C}"/>
              </a:ext>
            </a:extLst>
          </p:cNvPr>
          <p:cNvSpPr/>
          <p:nvPr/>
        </p:nvSpPr>
        <p:spPr>
          <a:xfrm>
            <a:off x="5523875" y="2503357"/>
            <a:ext cx="2097151" cy="262328"/>
          </a:xfrm>
          <a:custGeom>
            <a:avLst/>
            <a:gdLst>
              <a:gd name="connsiteX0" fmla="*/ 0 w 2113614"/>
              <a:gd name="connsiteY0" fmla="*/ 0 h 262328"/>
              <a:gd name="connsiteX1" fmla="*/ 0 w 2113614"/>
              <a:gd name="connsiteY1" fmla="*/ 262328 h 262328"/>
              <a:gd name="connsiteX2" fmla="*/ 2113614 w 2113614"/>
              <a:gd name="connsiteY2" fmla="*/ 262328 h 262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3614" h="262328">
                <a:moveTo>
                  <a:pt x="0" y="0"/>
                </a:moveTo>
                <a:lnTo>
                  <a:pt x="0" y="262328"/>
                </a:lnTo>
                <a:lnTo>
                  <a:pt x="2113614" y="262328"/>
                </a:ln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85E1DA5-C7D5-48BB-B061-96C50894182E}"/>
              </a:ext>
            </a:extLst>
          </p:cNvPr>
          <p:cNvSpPr/>
          <p:nvPr/>
        </p:nvSpPr>
        <p:spPr>
          <a:xfrm>
            <a:off x="3500203" y="3335311"/>
            <a:ext cx="4114800" cy="187378"/>
          </a:xfrm>
          <a:custGeom>
            <a:avLst/>
            <a:gdLst>
              <a:gd name="connsiteX0" fmla="*/ 0 w 4114800"/>
              <a:gd name="connsiteY0" fmla="*/ 0 h 187378"/>
              <a:gd name="connsiteX1" fmla="*/ 0 w 4114800"/>
              <a:gd name="connsiteY1" fmla="*/ 187378 h 187378"/>
              <a:gd name="connsiteX2" fmla="*/ 4114800 w 4114800"/>
              <a:gd name="connsiteY2" fmla="*/ 187378 h 1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0" h="187378">
                <a:moveTo>
                  <a:pt x="0" y="0"/>
                </a:moveTo>
                <a:lnTo>
                  <a:pt x="0" y="187378"/>
                </a:lnTo>
                <a:lnTo>
                  <a:pt x="4114800" y="187378"/>
                </a:ln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CF13AB00-9715-4FC9-8B1F-05C97EACDF8A}"/>
              </a:ext>
            </a:extLst>
          </p:cNvPr>
          <p:cNvSpPr/>
          <p:nvPr/>
        </p:nvSpPr>
        <p:spPr>
          <a:xfrm>
            <a:off x="3902173" y="3530184"/>
            <a:ext cx="0" cy="262327"/>
          </a:xfrm>
          <a:custGeom>
            <a:avLst/>
            <a:gdLst>
              <a:gd name="connsiteX0" fmla="*/ 0 w 0"/>
              <a:gd name="connsiteY0" fmla="*/ 262327 h 262327"/>
              <a:gd name="connsiteX1" fmla="*/ 0 w 0"/>
              <a:gd name="connsiteY1" fmla="*/ 0 h 262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62327">
                <a:moveTo>
                  <a:pt x="0" y="26232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4174071A-7A6B-4AD4-9506-A53615932ABB}"/>
              </a:ext>
            </a:extLst>
          </p:cNvPr>
          <p:cNvSpPr/>
          <p:nvPr/>
        </p:nvSpPr>
        <p:spPr>
          <a:xfrm>
            <a:off x="3904938" y="1424065"/>
            <a:ext cx="3230380" cy="1341619"/>
          </a:xfrm>
          <a:custGeom>
            <a:avLst/>
            <a:gdLst>
              <a:gd name="connsiteX0" fmla="*/ 0 w 3230380"/>
              <a:gd name="connsiteY0" fmla="*/ 0 h 1334124"/>
              <a:gd name="connsiteX1" fmla="*/ 0 w 3230380"/>
              <a:gd name="connsiteY1" fmla="*/ 299803 h 1334124"/>
              <a:gd name="connsiteX2" fmla="*/ 3230380 w 3230380"/>
              <a:gd name="connsiteY2" fmla="*/ 299803 h 1334124"/>
              <a:gd name="connsiteX3" fmla="*/ 3230380 w 3230380"/>
              <a:gd name="connsiteY3" fmla="*/ 1334124 h 1334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0380" h="1334124">
                <a:moveTo>
                  <a:pt x="0" y="0"/>
                </a:moveTo>
                <a:lnTo>
                  <a:pt x="0" y="299803"/>
                </a:lnTo>
                <a:lnTo>
                  <a:pt x="3230380" y="299803"/>
                </a:lnTo>
                <a:lnTo>
                  <a:pt x="3230380" y="1334124"/>
                </a:ln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3" name="직사각형 110">
            <a:extLst>
              <a:ext uri="{FF2B5EF4-FFF2-40B4-BE49-F238E27FC236}">
                <a16:creationId xmlns:a16="http://schemas.microsoft.com/office/drawing/2014/main" id="{07F5411C-3EA3-DA6F-06BB-EB56621B78E2}"/>
              </a:ext>
            </a:extLst>
          </p:cNvPr>
          <p:cNvSpPr/>
          <p:nvPr/>
        </p:nvSpPr>
        <p:spPr>
          <a:xfrm>
            <a:off x="3043279" y="4415290"/>
            <a:ext cx="405863" cy="253911"/>
          </a:xfrm>
          <a:prstGeom prst="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6A754-1CB9-8C6C-64D8-013C344A929E}"/>
              </a:ext>
            </a:extLst>
          </p:cNvPr>
          <p:cNvSpPr txBox="1"/>
          <p:nvPr/>
        </p:nvSpPr>
        <p:spPr>
          <a:xfrm>
            <a:off x="3290516" y="4415290"/>
            <a:ext cx="972558" cy="253916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50"/>
              <a:t>Record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2229750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6723-A878-4F93-DBB9-C4C78462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C9294F0A-6DF4-0B5F-9C01-3934F5594D0E}"/>
              </a:ext>
            </a:extLst>
          </p:cNvPr>
          <p:cNvSpPr/>
          <p:nvPr/>
        </p:nvSpPr>
        <p:spPr>
          <a:xfrm>
            <a:off x="7647338" y="2720731"/>
            <a:ext cx="1393654" cy="1428435"/>
          </a:xfrm>
          <a:prstGeom prst="roundRect">
            <a:avLst>
              <a:gd name="adj" fmla="val 674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7C6B2EF8-B100-3593-9F5D-33627C78E32B}"/>
              </a:ext>
            </a:extLst>
          </p:cNvPr>
          <p:cNvSpPr/>
          <p:nvPr/>
        </p:nvSpPr>
        <p:spPr>
          <a:xfrm>
            <a:off x="7647338" y="2008618"/>
            <a:ext cx="1393654" cy="653826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4558AE-60D2-A040-0792-5CF168F14DDF}"/>
              </a:ext>
            </a:extLst>
          </p:cNvPr>
          <p:cNvSpPr/>
          <p:nvPr/>
        </p:nvSpPr>
        <p:spPr>
          <a:xfrm>
            <a:off x="7647338" y="851887"/>
            <a:ext cx="1393654" cy="1072849"/>
          </a:xfrm>
          <a:prstGeom prst="roundRect">
            <a:avLst>
              <a:gd name="adj" fmla="val 9141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43F534-681C-B098-68C8-003986E56128}"/>
              </a:ext>
            </a:extLst>
          </p:cNvPr>
          <p:cNvSpPr/>
          <p:nvPr/>
        </p:nvSpPr>
        <p:spPr>
          <a:xfrm>
            <a:off x="1460210" y="785369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7CBCE4A-BAF2-5D41-1BBA-361400B8514D}"/>
              </a:ext>
            </a:extLst>
          </p:cNvPr>
          <p:cNvSpPr/>
          <p:nvPr/>
        </p:nvSpPr>
        <p:spPr>
          <a:xfrm>
            <a:off x="3563888" y="771550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17BFEDF-15C1-6F1B-1034-6ED96AB4338D}"/>
              </a:ext>
            </a:extLst>
          </p:cNvPr>
          <p:cNvSpPr/>
          <p:nvPr/>
        </p:nvSpPr>
        <p:spPr>
          <a:xfrm>
            <a:off x="5652120" y="771550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C08628-83B9-2566-7EEA-41B862A1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Replication</a:t>
            </a:r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D773693-AAC8-053F-D22D-B192B08F7DDB}"/>
              </a:ext>
            </a:extLst>
          </p:cNvPr>
          <p:cNvSpPr/>
          <p:nvPr/>
        </p:nvSpPr>
        <p:spPr>
          <a:xfrm>
            <a:off x="5868144" y="208106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BBD0153-6B67-ACA7-DCA9-97836223C645}"/>
              </a:ext>
            </a:extLst>
          </p:cNvPr>
          <p:cNvSpPr/>
          <p:nvPr/>
        </p:nvSpPr>
        <p:spPr>
          <a:xfrm>
            <a:off x="1696682" y="35700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57DD2AE-D0F4-0573-73EA-D7DF1B7DE5AA}"/>
              </a:ext>
            </a:extLst>
          </p:cNvPr>
          <p:cNvSpPr/>
          <p:nvPr/>
        </p:nvSpPr>
        <p:spPr>
          <a:xfrm>
            <a:off x="1460210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E8353F8-77E5-E02A-857B-DC3AD42E139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700727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F915020-490D-CAC8-EA2E-61E1048CBABC}"/>
              </a:ext>
            </a:extLst>
          </p:cNvPr>
          <p:cNvSpPr/>
          <p:nvPr/>
        </p:nvSpPr>
        <p:spPr>
          <a:xfrm>
            <a:off x="1568670" y="852798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 </a:t>
            </a:r>
            <a:r>
              <a:rPr lang="en-US" altLang="ko-KR" sz="1000" b="1"/>
              <a:t>(Replication 2)</a:t>
            </a:r>
            <a:endParaRPr lang="ko-KR" altLang="en-US" sz="1000" b="1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63DF1F4-A951-66C8-2F68-4D6514768722}"/>
              </a:ext>
            </a:extLst>
          </p:cNvPr>
          <p:cNvSpPr/>
          <p:nvPr/>
        </p:nvSpPr>
        <p:spPr>
          <a:xfrm>
            <a:off x="1691680" y="97037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FB83C0B-BEEF-2A37-78F1-5D64A3E604D3}"/>
              </a:ext>
            </a:extLst>
          </p:cNvPr>
          <p:cNvSpPr/>
          <p:nvPr/>
        </p:nvSpPr>
        <p:spPr>
          <a:xfrm>
            <a:off x="3779912" y="133659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90906F3-BC4E-5E2C-BF9B-0A00B16B9CD0}"/>
              </a:ext>
            </a:extLst>
          </p:cNvPr>
          <p:cNvSpPr/>
          <p:nvPr/>
        </p:nvSpPr>
        <p:spPr>
          <a:xfrm>
            <a:off x="1568670" y="2008617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r>
              <a:rPr lang="ko-KR" altLang="en-US" sz="1000"/>
              <a:t> </a:t>
            </a:r>
            <a:r>
              <a:rPr lang="en-US" altLang="ko-KR" sz="1000" b="1"/>
              <a:t>(Replication 2)</a:t>
            </a:r>
            <a:endParaRPr lang="ko-KR" altLang="en-US" sz="1000" b="1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F78615A-331D-B7AA-F2C7-3E82C6631732}"/>
              </a:ext>
            </a:extLst>
          </p:cNvPr>
          <p:cNvSpPr/>
          <p:nvPr/>
        </p:nvSpPr>
        <p:spPr>
          <a:xfrm>
            <a:off x="1568670" y="2722253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 </a:t>
            </a:r>
            <a:r>
              <a:rPr lang="en-US" altLang="ko-KR" sz="1000" b="1"/>
              <a:t>(Replication 3)</a:t>
            </a:r>
            <a:endParaRPr lang="ko-KR" altLang="en-US" sz="1000" b="1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F0C2215-2906-B8C5-097F-6984CB10DE87}"/>
              </a:ext>
            </a:extLst>
          </p:cNvPr>
          <p:cNvSpPr/>
          <p:nvPr/>
        </p:nvSpPr>
        <p:spPr>
          <a:xfrm>
            <a:off x="3563888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93117F3-89B2-B6BC-9DD1-D6517F8005AE}"/>
              </a:ext>
            </a:extLst>
          </p:cNvPr>
          <p:cNvSpPr/>
          <p:nvPr/>
        </p:nvSpPr>
        <p:spPr>
          <a:xfrm>
            <a:off x="5652121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56EC3AE-49F5-BCAD-81AA-6B1B73222672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700727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0A0F85F-8628-DB4F-C9D0-7C2018C95B23}"/>
              </a:ext>
            </a:extLst>
          </p:cNvPr>
          <p:cNvSpPr/>
          <p:nvPr/>
        </p:nvSpPr>
        <p:spPr>
          <a:xfrm>
            <a:off x="103008" y="133659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33503DF1-9D70-4194-367E-93616233681D}"/>
              </a:ext>
            </a:extLst>
          </p:cNvPr>
          <p:cNvSpPr/>
          <p:nvPr/>
        </p:nvSpPr>
        <p:spPr>
          <a:xfrm>
            <a:off x="103008" y="2068199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21209CB9-54E0-6E56-B5CA-EF89097825A7}"/>
              </a:ext>
            </a:extLst>
          </p:cNvPr>
          <p:cNvSpPr/>
          <p:nvPr/>
        </p:nvSpPr>
        <p:spPr>
          <a:xfrm>
            <a:off x="103008" y="3182996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54BC0EC-3E13-BB96-F53D-83295DF52845}"/>
              </a:ext>
            </a:extLst>
          </p:cNvPr>
          <p:cNvSpPr/>
          <p:nvPr/>
        </p:nvSpPr>
        <p:spPr>
          <a:xfrm>
            <a:off x="7773576" y="955987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A1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DF72787-EC5D-BD50-057B-367C8B2F29C2}"/>
              </a:ext>
            </a:extLst>
          </p:cNvPr>
          <p:cNvSpPr/>
          <p:nvPr/>
        </p:nvSpPr>
        <p:spPr>
          <a:xfrm>
            <a:off x="7773576" y="2066905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B1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6CF3FA89-52E0-4E6C-1F83-F4BE8310F883}"/>
              </a:ext>
            </a:extLst>
          </p:cNvPr>
          <p:cNvSpPr/>
          <p:nvPr/>
        </p:nvSpPr>
        <p:spPr>
          <a:xfrm>
            <a:off x="7773576" y="3190183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C2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FD0FE71-59A7-2D2A-33FE-E6889C9F8D36}"/>
              </a:ext>
            </a:extLst>
          </p:cNvPr>
          <p:cNvSpPr/>
          <p:nvPr/>
        </p:nvSpPr>
        <p:spPr>
          <a:xfrm>
            <a:off x="7773576" y="356140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C3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DAAB436-7552-2C7B-204E-C3C320D271F1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 flipV="1">
            <a:off x="1244186" y="1104851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8FD4783A-F086-B5B7-8DE8-EA9AF7466B74}"/>
              </a:ext>
            </a:extLst>
          </p:cNvPr>
          <p:cNvCxnSpPr>
            <a:cxnSpLocks/>
            <a:stCxn id="70" idx="3"/>
            <a:endCxn id="82" idx="1"/>
          </p:cNvCxnSpPr>
          <p:nvPr/>
        </p:nvCxnSpPr>
        <p:spPr>
          <a:xfrm>
            <a:off x="7308304" y="2215540"/>
            <a:ext cx="465272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E533D14-42C7-7AA8-96CD-7758DD95EC8C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331631"/>
            <a:ext cx="452496" cy="3728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AA9C03CB-C544-E623-C997-42C871006339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471064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C760797-87E4-0D8C-B31A-13147DAA1772}"/>
              </a:ext>
            </a:extLst>
          </p:cNvPr>
          <p:cNvCxnSpPr>
            <a:cxnSpLocks/>
            <a:stCxn id="80" idx="3"/>
            <a:endCxn id="50" idx="1"/>
          </p:cNvCxnSpPr>
          <p:nvPr/>
        </p:nvCxnSpPr>
        <p:spPr>
          <a:xfrm>
            <a:off x="1244186" y="3331631"/>
            <a:ext cx="2533657" cy="611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82">
            <a:extLst>
              <a:ext uri="{FF2B5EF4-FFF2-40B4-BE49-F238E27FC236}">
                <a16:creationId xmlns:a16="http://schemas.microsoft.com/office/drawing/2014/main" id="{12259BEA-BACD-0142-EF23-2FFC4D9A1D4B}"/>
              </a:ext>
            </a:extLst>
          </p:cNvPr>
          <p:cNvSpPr/>
          <p:nvPr/>
        </p:nvSpPr>
        <p:spPr>
          <a:xfrm>
            <a:off x="7773576" y="282176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C1</a:t>
            </a:r>
            <a:endParaRPr lang="ko-KR" altLang="en-US" sz="1000" dirty="0"/>
          </a:p>
        </p:txBody>
      </p:sp>
      <p:sp>
        <p:nvSpPr>
          <p:cNvPr id="35" name="사각형: 둥근 모서리 80">
            <a:extLst>
              <a:ext uri="{FF2B5EF4-FFF2-40B4-BE49-F238E27FC236}">
                <a16:creationId xmlns:a16="http://schemas.microsoft.com/office/drawing/2014/main" id="{0508CBA4-3F82-6081-946C-655E70438CE8}"/>
              </a:ext>
            </a:extLst>
          </p:cNvPr>
          <p:cNvSpPr/>
          <p:nvPr/>
        </p:nvSpPr>
        <p:spPr>
          <a:xfrm>
            <a:off x="7773576" y="132923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A2</a:t>
            </a:r>
            <a:endParaRPr lang="ko-KR" altLang="en-US" sz="1000" dirty="0"/>
          </a:p>
        </p:txBody>
      </p:sp>
      <p:sp>
        <p:nvSpPr>
          <p:cNvPr id="50" name="사각형: 둥근 모서리 71">
            <a:extLst>
              <a:ext uri="{FF2B5EF4-FFF2-40B4-BE49-F238E27FC236}">
                <a16:creationId xmlns:a16="http://schemas.microsoft.com/office/drawing/2014/main" id="{3161B1B1-3566-8FF8-2D3E-5B6570579B4E}"/>
              </a:ext>
            </a:extLst>
          </p:cNvPr>
          <p:cNvSpPr/>
          <p:nvPr/>
        </p:nvSpPr>
        <p:spPr>
          <a:xfrm>
            <a:off x="3777843" y="320326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60" name="직선 화살표 연결선 100">
            <a:extLst>
              <a:ext uri="{FF2B5EF4-FFF2-40B4-BE49-F238E27FC236}">
                <a16:creationId xmlns:a16="http://schemas.microsoft.com/office/drawing/2014/main" id="{9BBF9EB5-D297-F5F1-6CFB-AB7E38A5C7B0}"/>
              </a:ext>
            </a:extLst>
          </p:cNvPr>
          <p:cNvCxnSpPr>
            <a:cxnSpLocks/>
            <a:stCxn id="66" idx="3"/>
            <a:endCxn id="15" idx="1"/>
          </p:cNvCxnSpPr>
          <p:nvPr/>
        </p:nvCxnSpPr>
        <p:spPr>
          <a:xfrm flipV="1">
            <a:off x="7308304" y="2970399"/>
            <a:ext cx="465272" cy="166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71">
            <a:extLst>
              <a:ext uri="{FF2B5EF4-FFF2-40B4-BE49-F238E27FC236}">
                <a16:creationId xmlns:a16="http://schemas.microsoft.com/office/drawing/2014/main" id="{0B4BE93E-C352-A685-80D1-757550573807}"/>
              </a:ext>
            </a:extLst>
          </p:cNvPr>
          <p:cNvSpPr/>
          <p:nvPr/>
        </p:nvSpPr>
        <p:spPr>
          <a:xfrm>
            <a:off x="5868144" y="283759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616FA0D4-27FC-68AD-F169-C84266C0EE31}"/>
              </a:ext>
            </a:extLst>
          </p:cNvPr>
          <p:cNvSpPr/>
          <p:nvPr/>
        </p:nvSpPr>
        <p:spPr>
          <a:xfrm>
            <a:off x="3772052" y="96984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" name="사각형: 둥근 모서리 60">
            <a:extLst>
              <a:ext uri="{FF2B5EF4-FFF2-40B4-BE49-F238E27FC236}">
                <a16:creationId xmlns:a16="http://schemas.microsoft.com/office/drawing/2014/main" id="{BF34A84D-4FCB-9DDB-C888-FEF200C75067}"/>
              </a:ext>
            </a:extLst>
          </p:cNvPr>
          <p:cNvSpPr/>
          <p:nvPr/>
        </p:nvSpPr>
        <p:spPr>
          <a:xfrm>
            <a:off x="5853225" y="133659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8" name="직선 화살표 연결선 84">
            <a:extLst>
              <a:ext uri="{FF2B5EF4-FFF2-40B4-BE49-F238E27FC236}">
                <a16:creationId xmlns:a16="http://schemas.microsoft.com/office/drawing/2014/main" id="{7CF18204-261D-DFB6-40E6-F7CF931FDD62}"/>
              </a:ext>
            </a:extLst>
          </p:cNvPr>
          <p:cNvCxnSpPr>
            <a:cxnSpLocks/>
          </p:cNvCxnSpPr>
          <p:nvPr/>
        </p:nvCxnSpPr>
        <p:spPr>
          <a:xfrm flipV="1">
            <a:off x="3131840" y="1104622"/>
            <a:ext cx="4641736" cy="22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94">
            <a:extLst>
              <a:ext uri="{FF2B5EF4-FFF2-40B4-BE49-F238E27FC236}">
                <a16:creationId xmlns:a16="http://schemas.microsoft.com/office/drawing/2014/main" id="{0F7ABD7A-33D5-085B-06C4-30AD08EADCFF}"/>
              </a:ext>
            </a:extLst>
          </p:cNvPr>
          <p:cNvCxnSpPr>
            <a:cxnSpLocks/>
          </p:cNvCxnSpPr>
          <p:nvPr/>
        </p:nvCxnSpPr>
        <p:spPr>
          <a:xfrm>
            <a:off x="5220072" y="1471064"/>
            <a:ext cx="2553504" cy="680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69">
            <a:extLst>
              <a:ext uri="{FF2B5EF4-FFF2-40B4-BE49-F238E27FC236}">
                <a16:creationId xmlns:a16="http://schemas.microsoft.com/office/drawing/2014/main" id="{93C2C16A-65FF-A40F-2BAD-466B2D4989DB}"/>
              </a:ext>
            </a:extLst>
          </p:cNvPr>
          <p:cNvSpPr/>
          <p:nvPr/>
        </p:nvSpPr>
        <p:spPr>
          <a:xfrm>
            <a:off x="1692470" y="208106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cxnSp>
        <p:nvCxnSpPr>
          <p:cNvPr id="11" name="직선 화살표 연결선 85">
            <a:extLst>
              <a:ext uri="{FF2B5EF4-FFF2-40B4-BE49-F238E27FC236}">
                <a16:creationId xmlns:a16="http://schemas.microsoft.com/office/drawing/2014/main" id="{5BCBB85D-5B24-AC17-20B7-09DA797AC0C4}"/>
              </a:ext>
            </a:extLst>
          </p:cNvPr>
          <p:cNvCxnSpPr>
            <a:cxnSpLocks/>
          </p:cNvCxnSpPr>
          <p:nvPr/>
        </p:nvCxnSpPr>
        <p:spPr>
          <a:xfrm flipV="1">
            <a:off x="1244186" y="2215540"/>
            <a:ext cx="4623958" cy="129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33">
            <a:extLst>
              <a:ext uri="{FF2B5EF4-FFF2-40B4-BE49-F238E27FC236}">
                <a16:creationId xmlns:a16="http://schemas.microsoft.com/office/drawing/2014/main" id="{5282D4B5-90A3-9E42-261F-DA00E0B14184}"/>
              </a:ext>
            </a:extLst>
          </p:cNvPr>
          <p:cNvSpPr/>
          <p:nvPr/>
        </p:nvSpPr>
        <p:spPr>
          <a:xfrm>
            <a:off x="103008" y="374614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4" name="사각형: 둥근 모서리 34">
            <a:extLst>
              <a:ext uri="{FF2B5EF4-FFF2-40B4-BE49-F238E27FC236}">
                <a16:creationId xmlns:a16="http://schemas.microsoft.com/office/drawing/2014/main" id="{494C3D62-B2CC-00AB-43E1-CB8E6EC9FA6B}"/>
              </a:ext>
            </a:extLst>
          </p:cNvPr>
          <p:cNvSpPr/>
          <p:nvPr/>
        </p:nvSpPr>
        <p:spPr>
          <a:xfrm>
            <a:off x="103008" y="415298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CE62C3-66DE-C15F-C186-72697E51EABB}"/>
              </a:ext>
            </a:extLst>
          </p:cNvPr>
          <p:cNvSpPr txBox="1"/>
          <p:nvPr/>
        </p:nvSpPr>
        <p:spPr>
          <a:xfrm>
            <a:off x="754269" y="3749291"/>
            <a:ext cx="740026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r>
              <a:rPr lang="en-US" altLang="ko-KR" sz="1000"/>
              <a:t>Leader</a:t>
            </a:r>
            <a:endParaRPr lang="ko-KR" altLang="en-US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37194-A016-B871-E1C3-6B3EFF8A057F}"/>
              </a:ext>
            </a:extLst>
          </p:cNvPr>
          <p:cNvSpPr txBox="1"/>
          <p:nvPr/>
        </p:nvSpPr>
        <p:spPr>
          <a:xfrm>
            <a:off x="751080" y="4149673"/>
            <a:ext cx="916158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r>
              <a:rPr lang="en-US" altLang="ko-KR" sz="1000"/>
              <a:t>Follower</a:t>
            </a:r>
            <a:endParaRPr lang="ko-KR" altLang="en-US" sz="1000"/>
          </a:p>
        </p:txBody>
      </p:sp>
      <p:sp>
        <p:nvSpPr>
          <p:cNvPr id="18" name="사각형: 둥근 모서리 69">
            <a:extLst>
              <a:ext uri="{FF2B5EF4-FFF2-40B4-BE49-F238E27FC236}">
                <a16:creationId xmlns:a16="http://schemas.microsoft.com/office/drawing/2014/main" id="{FDDB9098-1F46-E9BE-8265-C3E90D88CF22}"/>
              </a:ext>
            </a:extLst>
          </p:cNvPr>
          <p:cNvSpPr/>
          <p:nvPr/>
        </p:nvSpPr>
        <p:spPr>
          <a:xfrm>
            <a:off x="1702630" y="283582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9" name="사각형: 둥근 모서리 69">
            <a:extLst>
              <a:ext uri="{FF2B5EF4-FFF2-40B4-BE49-F238E27FC236}">
                <a16:creationId xmlns:a16="http://schemas.microsoft.com/office/drawing/2014/main" id="{41717E09-7E55-E759-1599-4214FD82991F}"/>
              </a:ext>
            </a:extLst>
          </p:cNvPr>
          <p:cNvSpPr/>
          <p:nvPr/>
        </p:nvSpPr>
        <p:spPr>
          <a:xfrm>
            <a:off x="3777843" y="283867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1" name="사각형: 둥근 모서리 69">
            <a:extLst>
              <a:ext uri="{FF2B5EF4-FFF2-40B4-BE49-F238E27FC236}">
                <a16:creationId xmlns:a16="http://schemas.microsoft.com/office/drawing/2014/main" id="{763D589A-CB1B-678A-FACA-4781D8C7EA2B}"/>
              </a:ext>
            </a:extLst>
          </p:cNvPr>
          <p:cNvSpPr/>
          <p:nvPr/>
        </p:nvSpPr>
        <p:spPr>
          <a:xfrm>
            <a:off x="1702630" y="319741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2" name="사각형: 둥근 모서리 69">
            <a:extLst>
              <a:ext uri="{FF2B5EF4-FFF2-40B4-BE49-F238E27FC236}">
                <a16:creationId xmlns:a16="http://schemas.microsoft.com/office/drawing/2014/main" id="{E46DE560-2162-325F-4390-7C2FEA693D34}"/>
              </a:ext>
            </a:extLst>
          </p:cNvPr>
          <p:cNvSpPr/>
          <p:nvPr/>
        </p:nvSpPr>
        <p:spPr>
          <a:xfrm>
            <a:off x="5868144" y="320380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23" name="직선 화살표 연결선 87">
            <a:extLst>
              <a:ext uri="{FF2B5EF4-FFF2-40B4-BE49-F238E27FC236}">
                <a16:creationId xmlns:a16="http://schemas.microsoft.com/office/drawing/2014/main" id="{F9F31245-DF69-D18B-949C-A555AE7E1F38}"/>
              </a:ext>
            </a:extLst>
          </p:cNvPr>
          <p:cNvCxnSpPr>
            <a:cxnSpLocks/>
          </p:cNvCxnSpPr>
          <p:nvPr/>
        </p:nvCxnSpPr>
        <p:spPr>
          <a:xfrm>
            <a:off x="5218003" y="3337742"/>
            <a:ext cx="2555573" cy="1076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8">
            <a:extLst>
              <a:ext uri="{FF2B5EF4-FFF2-40B4-BE49-F238E27FC236}">
                <a16:creationId xmlns:a16="http://schemas.microsoft.com/office/drawing/2014/main" id="{171B9E9D-96A9-D47D-30CA-88734E98AA9D}"/>
              </a:ext>
            </a:extLst>
          </p:cNvPr>
          <p:cNvCxnSpPr>
            <a:cxnSpLocks/>
          </p:cNvCxnSpPr>
          <p:nvPr/>
        </p:nvCxnSpPr>
        <p:spPr>
          <a:xfrm flipV="1">
            <a:off x="1244186" y="2972068"/>
            <a:ext cx="4623958" cy="35956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71">
            <a:extLst>
              <a:ext uri="{FF2B5EF4-FFF2-40B4-BE49-F238E27FC236}">
                <a16:creationId xmlns:a16="http://schemas.microsoft.com/office/drawing/2014/main" id="{0BDF1C1C-702B-608B-0450-E0C4968F3222}"/>
              </a:ext>
            </a:extLst>
          </p:cNvPr>
          <p:cNvSpPr/>
          <p:nvPr/>
        </p:nvSpPr>
        <p:spPr>
          <a:xfrm>
            <a:off x="3777843" y="357004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7" name="사각형: 둥근 모서리 69">
            <a:extLst>
              <a:ext uri="{FF2B5EF4-FFF2-40B4-BE49-F238E27FC236}">
                <a16:creationId xmlns:a16="http://schemas.microsoft.com/office/drawing/2014/main" id="{58282192-2E71-314F-5274-310BC08B8161}"/>
              </a:ext>
            </a:extLst>
          </p:cNvPr>
          <p:cNvSpPr/>
          <p:nvPr/>
        </p:nvSpPr>
        <p:spPr>
          <a:xfrm>
            <a:off x="5868144" y="357058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cxnSp>
        <p:nvCxnSpPr>
          <p:cNvPr id="30" name="직선 화살표 연결선 88">
            <a:extLst>
              <a:ext uri="{FF2B5EF4-FFF2-40B4-BE49-F238E27FC236}">
                <a16:creationId xmlns:a16="http://schemas.microsoft.com/office/drawing/2014/main" id="{EB6C751A-B5B9-CCF7-2E80-0DF9C2E09440}"/>
              </a:ext>
            </a:extLst>
          </p:cNvPr>
          <p:cNvCxnSpPr>
            <a:cxnSpLocks/>
          </p:cNvCxnSpPr>
          <p:nvPr/>
        </p:nvCxnSpPr>
        <p:spPr>
          <a:xfrm>
            <a:off x="3136842" y="3704492"/>
            <a:ext cx="4636734" cy="55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83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164B2-F7C3-09C4-A0BA-F04BA047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6096ED31-0393-4B3F-17FD-3A4F797047DC}"/>
              </a:ext>
            </a:extLst>
          </p:cNvPr>
          <p:cNvSpPr/>
          <p:nvPr/>
        </p:nvSpPr>
        <p:spPr>
          <a:xfrm>
            <a:off x="7647338" y="2720731"/>
            <a:ext cx="1393654" cy="1428435"/>
          </a:xfrm>
          <a:prstGeom prst="roundRect">
            <a:avLst>
              <a:gd name="adj" fmla="val 674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82232ED8-D57B-DA1D-73F0-6B93FEA74476}"/>
              </a:ext>
            </a:extLst>
          </p:cNvPr>
          <p:cNvSpPr/>
          <p:nvPr/>
        </p:nvSpPr>
        <p:spPr>
          <a:xfrm>
            <a:off x="7647338" y="2008618"/>
            <a:ext cx="1393654" cy="653826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CD9D95F-841C-B9C1-6C0E-B41790FAA092}"/>
              </a:ext>
            </a:extLst>
          </p:cNvPr>
          <p:cNvSpPr/>
          <p:nvPr/>
        </p:nvSpPr>
        <p:spPr>
          <a:xfrm>
            <a:off x="7647338" y="851887"/>
            <a:ext cx="1393654" cy="1072849"/>
          </a:xfrm>
          <a:prstGeom prst="roundRect">
            <a:avLst>
              <a:gd name="adj" fmla="val 9141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D8988E-6D6E-1F58-0EFB-CA2627F11923}"/>
              </a:ext>
            </a:extLst>
          </p:cNvPr>
          <p:cNvSpPr/>
          <p:nvPr/>
        </p:nvSpPr>
        <p:spPr>
          <a:xfrm>
            <a:off x="1460210" y="785369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F0F1094-B72D-8FFF-ED0C-4BD584802635}"/>
              </a:ext>
            </a:extLst>
          </p:cNvPr>
          <p:cNvSpPr/>
          <p:nvPr/>
        </p:nvSpPr>
        <p:spPr>
          <a:xfrm>
            <a:off x="3563888" y="771550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1906707-60A7-ED09-BD36-5335F8F45616}"/>
              </a:ext>
            </a:extLst>
          </p:cNvPr>
          <p:cNvSpPr/>
          <p:nvPr/>
        </p:nvSpPr>
        <p:spPr>
          <a:xfrm>
            <a:off x="5652120" y="771550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89BAF67-E360-E879-C670-1998B23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failover</a:t>
            </a:r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65347DF-1CB3-6D68-591F-7B19179DD254}"/>
              </a:ext>
            </a:extLst>
          </p:cNvPr>
          <p:cNvSpPr/>
          <p:nvPr/>
        </p:nvSpPr>
        <p:spPr>
          <a:xfrm>
            <a:off x="5868144" y="208106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48FE5AF0-8534-BDEB-1D65-7EBE1CDB85F8}"/>
              </a:ext>
            </a:extLst>
          </p:cNvPr>
          <p:cNvSpPr/>
          <p:nvPr/>
        </p:nvSpPr>
        <p:spPr>
          <a:xfrm>
            <a:off x="1696682" y="35700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61DECD7-0946-A3D7-E7E4-A3A09C5435D2}"/>
              </a:ext>
            </a:extLst>
          </p:cNvPr>
          <p:cNvSpPr/>
          <p:nvPr/>
        </p:nvSpPr>
        <p:spPr>
          <a:xfrm>
            <a:off x="1460210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A3FD0D7-5FD4-094F-AC83-C2D4E600F035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700727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8E01D81-CF68-3510-E9A4-F2489EE91523}"/>
              </a:ext>
            </a:extLst>
          </p:cNvPr>
          <p:cNvSpPr/>
          <p:nvPr/>
        </p:nvSpPr>
        <p:spPr>
          <a:xfrm>
            <a:off x="1568670" y="852798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 </a:t>
            </a:r>
            <a:r>
              <a:rPr lang="en-US" altLang="ko-KR" sz="1000" b="1"/>
              <a:t>(Replication 2)</a:t>
            </a:r>
            <a:endParaRPr lang="ko-KR" altLang="en-US" sz="1000" b="1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81460E8-7721-48CE-0A5D-017AAF2C491F}"/>
              </a:ext>
            </a:extLst>
          </p:cNvPr>
          <p:cNvSpPr/>
          <p:nvPr/>
        </p:nvSpPr>
        <p:spPr>
          <a:xfrm>
            <a:off x="1691680" y="97037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E2A1CB1-5EE3-61E2-9153-48BD9D2B9DAF}"/>
              </a:ext>
            </a:extLst>
          </p:cNvPr>
          <p:cNvSpPr/>
          <p:nvPr/>
        </p:nvSpPr>
        <p:spPr>
          <a:xfrm>
            <a:off x="3779912" y="133659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AB3BE70-0DB1-2D32-2A6D-DF974F436481}"/>
              </a:ext>
            </a:extLst>
          </p:cNvPr>
          <p:cNvSpPr/>
          <p:nvPr/>
        </p:nvSpPr>
        <p:spPr>
          <a:xfrm>
            <a:off x="1568670" y="2008617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r>
              <a:rPr lang="ko-KR" altLang="en-US" sz="1000"/>
              <a:t> </a:t>
            </a:r>
            <a:r>
              <a:rPr lang="en-US" altLang="ko-KR" sz="1000" b="1"/>
              <a:t>(Replication 2)</a:t>
            </a:r>
            <a:endParaRPr lang="ko-KR" altLang="en-US" sz="1000" b="1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53D21F3-9296-14F6-17FA-D069A58EA18D}"/>
              </a:ext>
            </a:extLst>
          </p:cNvPr>
          <p:cNvSpPr/>
          <p:nvPr/>
        </p:nvSpPr>
        <p:spPr>
          <a:xfrm>
            <a:off x="1568670" y="2722253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 </a:t>
            </a:r>
            <a:r>
              <a:rPr lang="en-US" altLang="ko-KR" sz="1000" b="1"/>
              <a:t>(Replication 3)</a:t>
            </a:r>
            <a:endParaRPr lang="ko-KR" altLang="en-US" sz="1000" b="1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913C7CF-EA8A-9196-D9F1-B60E06244B42}"/>
              </a:ext>
            </a:extLst>
          </p:cNvPr>
          <p:cNvSpPr/>
          <p:nvPr/>
        </p:nvSpPr>
        <p:spPr>
          <a:xfrm>
            <a:off x="3563888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119F4BA-5AB7-4D8D-75BD-1E13D3FCA48D}"/>
              </a:ext>
            </a:extLst>
          </p:cNvPr>
          <p:cNvSpPr/>
          <p:nvPr/>
        </p:nvSpPr>
        <p:spPr>
          <a:xfrm>
            <a:off x="5652121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29979BF-17B7-269C-0F83-4894668F6C55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700727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B6BB1AB-B9A2-985C-41E6-1572E05CA548}"/>
              </a:ext>
            </a:extLst>
          </p:cNvPr>
          <p:cNvSpPr/>
          <p:nvPr/>
        </p:nvSpPr>
        <p:spPr>
          <a:xfrm>
            <a:off x="103008" y="133659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C25E1CF-0CC2-853B-BAFC-54E655F74FA4}"/>
              </a:ext>
            </a:extLst>
          </p:cNvPr>
          <p:cNvSpPr/>
          <p:nvPr/>
        </p:nvSpPr>
        <p:spPr>
          <a:xfrm>
            <a:off x="103008" y="2068199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5948B1D3-8F8F-9FEA-6D47-756A58A2DD64}"/>
              </a:ext>
            </a:extLst>
          </p:cNvPr>
          <p:cNvSpPr/>
          <p:nvPr/>
        </p:nvSpPr>
        <p:spPr>
          <a:xfrm>
            <a:off x="103008" y="3182996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9BA7299-B2B1-9577-D053-0D090F6DFB3C}"/>
              </a:ext>
            </a:extLst>
          </p:cNvPr>
          <p:cNvSpPr/>
          <p:nvPr/>
        </p:nvSpPr>
        <p:spPr>
          <a:xfrm>
            <a:off x="7773576" y="955987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A1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9DD8CB8-5B10-44A8-E5B4-42A0E2678592}"/>
              </a:ext>
            </a:extLst>
          </p:cNvPr>
          <p:cNvSpPr/>
          <p:nvPr/>
        </p:nvSpPr>
        <p:spPr>
          <a:xfrm>
            <a:off x="7773576" y="2066905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B1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6E9F7C4-E724-03A5-E5B3-993A620A499F}"/>
              </a:ext>
            </a:extLst>
          </p:cNvPr>
          <p:cNvSpPr/>
          <p:nvPr/>
        </p:nvSpPr>
        <p:spPr>
          <a:xfrm>
            <a:off x="7773576" y="3190183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C2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6CE30C8-BA84-89CB-009F-2721943532B0}"/>
              </a:ext>
            </a:extLst>
          </p:cNvPr>
          <p:cNvSpPr/>
          <p:nvPr/>
        </p:nvSpPr>
        <p:spPr>
          <a:xfrm>
            <a:off x="7773576" y="3561400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C3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30A2667-6771-D284-65E6-BB0A16CC8035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 flipV="1">
            <a:off x="1244186" y="1104851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D202301-66AE-2087-DDD5-F9BAC401EEF5}"/>
              </a:ext>
            </a:extLst>
          </p:cNvPr>
          <p:cNvCxnSpPr>
            <a:cxnSpLocks/>
            <a:stCxn id="10" idx="3"/>
            <a:endCxn id="82" idx="1"/>
          </p:cNvCxnSpPr>
          <p:nvPr/>
        </p:nvCxnSpPr>
        <p:spPr>
          <a:xfrm>
            <a:off x="3132630" y="2215540"/>
            <a:ext cx="4640946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2DD67A8-59E2-960C-9AFB-1DEB7754A068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331631"/>
            <a:ext cx="452496" cy="3728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CE76200-97C8-375E-C050-014CB11F267A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471064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A8BBAD8-7E59-7B14-297F-083A6276EC36}"/>
              </a:ext>
            </a:extLst>
          </p:cNvPr>
          <p:cNvCxnSpPr>
            <a:cxnSpLocks/>
            <a:stCxn id="80" idx="3"/>
            <a:endCxn id="50" idx="1"/>
          </p:cNvCxnSpPr>
          <p:nvPr/>
        </p:nvCxnSpPr>
        <p:spPr>
          <a:xfrm>
            <a:off x="1244186" y="3331631"/>
            <a:ext cx="2533657" cy="611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82">
            <a:extLst>
              <a:ext uri="{FF2B5EF4-FFF2-40B4-BE49-F238E27FC236}">
                <a16:creationId xmlns:a16="http://schemas.microsoft.com/office/drawing/2014/main" id="{F1CFD128-4FBC-87E4-0EB5-5035252BE220}"/>
              </a:ext>
            </a:extLst>
          </p:cNvPr>
          <p:cNvSpPr/>
          <p:nvPr/>
        </p:nvSpPr>
        <p:spPr>
          <a:xfrm>
            <a:off x="7773576" y="282176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C1</a:t>
            </a:r>
            <a:endParaRPr lang="ko-KR" altLang="en-US" sz="1000" dirty="0"/>
          </a:p>
        </p:txBody>
      </p:sp>
      <p:sp>
        <p:nvSpPr>
          <p:cNvPr id="35" name="사각형: 둥근 모서리 80">
            <a:extLst>
              <a:ext uri="{FF2B5EF4-FFF2-40B4-BE49-F238E27FC236}">
                <a16:creationId xmlns:a16="http://schemas.microsoft.com/office/drawing/2014/main" id="{6786545F-5176-091C-7EA6-41F66FB9046F}"/>
              </a:ext>
            </a:extLst>
          </p:cNvPr>
          <p:cNvSpPr/>
          <p:nvPr/>
        </p:nvSpPr>
        <p:spPr>
          <a:xfrm>
            <a:off x="7773576" y="1329234"/>
            <a:ext cx="1141178" cy="297270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A2</a:t>
            </a:r>
            <a:endParaRPr lang="ko-KR" altLang="en-US" sz="1000" dirty="0"/>
          </a:p>
        </p:txBody>
      </p:sp>
      <p:sp>
        <p:nvSpPr>
          <p:cNvPr id="50" name="사각형: 둥근 모서리 71">
            <a:extLst>
              <a:ext uri="{FF2B5EF4-FFF2-40B4-BE49-F238E27FC236}">
                <a16:creationId xmlns:a16="http://schemas.microsoft.com/office/drawing/2014/main" id="{A8C0FA39-E43B-3C98-AD6B-DECF8EEE6326}"/>
              </a:ext>
            </a:extLst>
          </p:cNvPr>
          <p:cNvSpPr/>
          <p:nvPr/>
        </p:nvSpPr>
        <p:spPr>
          <a:xfrm>
            <a:off x="3777843" y="320326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66" name="사각형: 둥근 모서리 71">
            <a:extLst>
              <a:ext uri="{FF2B5EF4-FFF2-40B4-BE49-F238E27FC236}">
                <a16:creationId xmlns:a16="http://schemas.microsoft.com/office/drawing/2014/main" id="{58124149-F906-3DFA-0152-981B7A28632E}"/>
              </a:ext>
            </a:extLst>
          </p:cNvPr>
          <p:cNvSpPr/>
          <p:nvPr/>
        </p:nvSpPr>
        <p:spPr>
          <a:xfrm>
            <a:off x="5868144" y="283759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C41D41C1-D066-5A6D-335D-3C9F4A59477E}"/>
              </a:ext>
            </a:extLst>
          </p:cNvPr>
          <p:cNvSpPr/>
          <p:nvPr/>
        </p:nvSpPr>
        <p:spPr>
          <a:xfrm>
            <a:off x="3772052" y="96984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" name="사각형: 둥근 모서리 60">
            <a:extLst>
              <a:ext uri="{FF2B5EF4-FFF2-40B4-BE49-F238E27FC236}">
                <a16:creationId xmlns:a16="http://schemas.microsoft.com/office/drawing/2014/main" id="{573E985C-14FB-9EE2-6022-3941F20903F4}"/>
              </a:ext>
            </a:extLst>
          </p:cNvPr>
          <p:cNvSpPr/>
          <p:nvPr/>
        </p:nvSpPr>
        <p:spPr>
          <a:xfrm>
            <a:off x="5853225" y="133659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8" name="직선 화살표 연결선 84">
            <a:extLst>
              <a:ext uri="{FF2B5EF4-FFF2-40B4-BE49-F238E27FC236}">
                <a16:creationId xmlns:a16="http://schemas.microsoft.com/office/drawing/2014/main" id="{7357C354-9503-10F7-32A7-B0383F1A757A}"/>
              </a:ext>
            </a:extLst>
          </p:cNvPr>
          <p:cNvCxnSpPr>
            <a:cxnSpLocks/>
          </p:cNvCxnSpPr>
          <p:nvPr/>
        </p:nvCxnSpPr>
        <p:spPr>
          <a:xfrm flipV="1">
            <a:off x="3131840" y="1104622"/>
            <a:ext cx="4641736" cy="22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94">
            <a:extLst>
              <a:ext uri="{FF2B5EF4-FFF2-40B4-BE49-F238E27FC236}">
                <a16:creationId xmlns:a16="http://schemas.microsoft.com/office/drawing/2014/main" id="{C6A2A592-6F0E-08C0-3A74-83777C3752A5}"/>
              </a:ext>
            </a:extLst>
          </p:cNvPr>
          <p:cNvCxnSpPr>
            <a:cxnSpLocks/>
          </p:cNvCxnSpPr>
          <p:nvPr/>
        </p:nvCxnSpPr>
        <p:spPr>
          <a:xfrm>
            <a:off x="5220072" y="1471064"/>
            <a:ext cx="2553504" cy="680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69">
            <a:extLst>
              <a:ext uri="{FF2B5EF4-FFF2-40B4-BE49-F238E27FC236}">
                <a16:creationId xmlns:a16="http://schemas.microsoft.com/office/drawing/2014/main" id="{B7C48591-A322-4520-8EDE-0223C2EAA46A}"/>
              </a:ext>
            </a:extLst>
          </p:cNvPr>
          <p:cNvSpPr/>
          <p:nvPr/>
        </p:nvSpPr>
        <p:spPr>
          <a:xfrm>
            <a:off x="1692470" y="208106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cxnSp>
        <p:nvCxnSpPr>
          <p:cNvPr id="11" name="직선 화살표 연결선 85">
            <a:extLst>
              <a:ext uri="{FF2B5EF4-FFF2-40B4-BE49-F238E27FC236}">
                <a16:creationId xmlns:a16="http://schemas.microsoft.com/office/drawing/2014/main" id="{DE7E9D86-EAC4-E01A-DB84-15F59959BBFD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244186" y="2215540"/>
            <a:ext cx="448284" cy="129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33">
            <a:extLst>
              <a:ext uri="{FF2B5EF4-FFF2-40B4-BE49-F238E27FC236}">
                <a16:creationId xmlns:a16="http://schemas.microsoft.com/office/drawing/2014/main" id="{58D98439-D580-B685-E904-E6CC2608E699}"/>
              </a:ext>
            </a:extLst>
          </p:cNvPr>
          <p:cNvSpPr/>
          <p:nvPr/>
        </p:nvSpPr>
        <p:spPr>
          <a:xfrm>
            <a:off x="103008" y="374614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4" name="사각형: 둥근 모서리 34">
            <a:extLst>
              <a:ext uri="{FF2B5EF4-FFF2-40B4-BE49-F238E27FC236}">
                <a16:creationId xmlns:a16="http://schemas.microsoft.com/office/drawing/2014/main" id="{8591029F-F0F0-9CF4-4795-6F112D150B83}"/>
              </a:ext>
            </a:extLst>
          </p:cNvPr>
          <p:cNvSpPr/>
          <p:nvPr/>
        </p:nvSpPr>
        <p:spPr>
          <a:xfrm>
            <a:off x="103008" y="415298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84A357-2D49-7546-C0FF-B199E7ED575B}"/>
              </a:ext>
            </a:extLst>
          </p:cNvPr>
          <p:cNvSpPr txBox="1"/>
          <p:nvPr/>
        </p:nvSpPr>
        <p:spPr>
          <a:xfrm>
            <a:off x="754269" y="3749291"/>
            <a:ext cx="740026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r>
              <a:rPr lang="en-US" altLang="ko-KR" sz="1000"/>
              <a:t>Leader</a:t>
            </a:r>
            <a:endParaRPr lang="ko-KR" altLang="en-US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CBD5D6-90F2-45A9-6277-B55837F27B27}"/>
              </a:ext>
            </a:extLst>
          </p:cNvPr>
          <p:cNvSpPr txBox="1"/>
          <p:nvPr/>
        </p:nvSpPr>
        <p:spPr>
          <a:xfrm>
            <a:off x="751080" y="4149673"/>
            <a:ext cx="916158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r>
              <a:rPr lang="en-US" altLang="ko-KR" sz="1000"/>
              <a:t>Follower</a:t>
            </a:r>
            <a:endParaRPr lang="ko-KR" altLang="en-US" sz="1000"/>
          </a:p>
        </p:txBody>
      </p:sp>
      <p:sp>
        <p:nvSpPr>
          <p:cNvPr id="18" name="사각형: 둥근 모서리 69">
            <a:extLst>
              <a:ext uri="{FF2B5EF4-FFF2-40B4-BE49-F238E27FC236}">
                <a16:creationId xmlns:a16="http://schemas.microsoft.com/office/drawing/2014/main" id="{9826EE10-902D-E18D-D468-50FA917FDFB4}"/>
              </a:ext>
            </a:extLst>
          </p:cNvPr>
          <p:cNvSpPr/>
          <p:nvPr/>
        </p:nvSpPr>
        <p:spPr>
          <a:xfrm>
            <a:off x="1702630" y="283582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9" name="사각형: 둥근 모서리 69">
            <a:extLst>
              <a:ext uri="{FF2B5EF4-FFF2-40B4-BE49-F238E27FC236}">
                <a16:creationId xmlns:a16="http://schemas.microsoft.com/office/drawing/2014/main" id="{35CEACAA-0D47-1F90-213C-2FB05B0C8535}"/>
              </a:ext>
            </a:extLst>
          </p:cNvPr>
          <p:cNvSpPr/>
          <p:nvPr/>
        </p:nvSpPr>
        <p:spPr>
          <a:xfrm>
            <a:off x="3777843" y="2838670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21" name="사각형: 둥근 모서리 69">
            <a:extLst>
              <a:ext uri="{FF2B5EF4-FFF2-40B4-BE49-F238E27FC236}">
                <a16:creationId xmlns:a16="http://schemas.microsoft.com/office/drawing/2014/main" id="{7720EA1E-71D8-7DEC-B850-C92FF3BF591F}"/>
              </a:ext>
            </a:extLst>
          </p:cNvPr>
          <p:cNvSpPr/>
          <p:nvPr/>
        </p:nvSpPr>
        <p:spPr>
          <a:xfrm>
            <a:off x="1702630" y="319741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22" name="사각형: 둥근 모서리 69">
            <a:extLst>
              <a:ext uri="{FF2B5EF4-FFF2-40B4-BE49-F238E27FC236}">
                <a16:creationId xmlns:a16="http://schemas.microsoft.com/office/drawing/2014/main" id="{E8581032-93D2-5CEC-E371-582C6483B285}"/>
              </a:ext>
            </a:extLst>
          </p:cNvPr>
          <p:cNvSpPr/>
          <p:nvPr/>
        </p:nvSpPr>
        <p:spPr>
          <a:xfrm>
            <a:off x="5868144" y="320380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cxnSp>
        <p:nvCxnSpPr>
          <p:cNvPr id="23" name="직선 화살표 연결선 87">
            <a:extLst>
              <a:ext uri="{FF2B5EF4-FFF2-40B4-BE49-F238E27FC236}">
                <a16:creationId xmlns:a16="http://schemas.microsoft.com/office/drawing/2014/main" id="{843F8D7A-7761-0C07-F35F-661136B14398}"/>
              </a:ext>
            </a:extLst>
          </p:cNvPr>
          <p:cNvCxnSpPr>
            <a:cxnSpLocks/>
          </p:cNvCxnSpPr>
          <p:nvPr/>
        </p:nvCxnSpPr>
        <p:spPr>
          <a:xfrm>
            <a:off x="5218003" y="3337742"/>
            <a:ext cx="2555573" cy="1076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8">
            <a:extLst>
              <a:ext uri="{FF2B5EF4-FFF2-40B4-BE49-F238E27FC236}">
                <a16:creationId xmlns:a16="http://schemas.microsoft.com/office/drawing/2014/main" id="{B5BCA8D2-5867-9EF6-4AC5-065A07DD1B31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244186" y="2973144"/>
            <a:ext cx="2533657" cy="358487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71">
            <a:extLst>
              <a:ext uri="{FF2B5EF4-FFF2-40B4-BE49-F238E27FC236}">
                <a16:creationId xmlns:a16="http://schemas.microsoft.com/office/drawing/2014/main" id="{379731C3-29FD-0B55-4E5C-313DA84E5A79}"/>
              </a:ext>
            </a:extLst>
          </p:cNvPr>
          <p:cNvSpPr/>
          <p:nvPr/>
        </p:nvSpPr>
        <p:spPr>
          <a:xfrm>
            <a:off x="3777843" y="357004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27" name="사각형: 둥근 모서리 69">
            <a:extLst>
              <a:ext uri="{FF2B5EF4-FFF2-40B4-BE49-F238E27FC236}">
                <a16:creationId xmlns:a16="http://schemas.microsoft.com/office/drawing/2014/main" id="{8AE28231-3512-50E0-D02D-9D7F17BC9F8F}"/>
              </a:ext>
            </a:extLst>
          </p:cNvPr>
          <p:cNvSpPr/>
          <p:nvPr/>
        </p:nvSpPr>
        <p:spPr>
          <a:xfrm>
            <a:off x="5868144" y="357058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cxnSp>
        <p:nvCxnSpPr>
          <p:cNvPr id="30" name="직선 화살표 연결선 88">
            <a:extLst>
              <a:ext uri="{FF2B5EF4-FFF2-40B4-BE49-F238E27FC236}">
                <a16:creationId xmlns:a16="http://schemas.microsoft.com/office/drawing/2014/main" id="{C1A9F73A-5E49-975B-BD43-95622D8D94B1}"/>
              </a:ext>
            </a:extLst>
          </p:cNvPr>
          <p:cNvCxnSpPr>
            <a:cxnSpLocks/>
          </p:cNvCxnSpPr>
          <p:nvPr/>
        </p:nvCxnSpPr>
        <p:spPr>
          <a:xfrm>
            <a:off x="3136842" y="3704492"/>
            <a:ext cx="4636734" cy="55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4">
            <a:extLst>
              <a:ext uri="{FF2B5EF4-FFF2-40B4-BE49-F238E27FC236}">
                <a16:creationId xmlns:a16="http://schemas.microsoft.com/office/drawing/2014/main" id="{5BBD9574-04C1-8816-CD38-B226B9169E37}"/>
              </a:ext>
            </a:extLst>
          </p:cNvPr>
          <p:cNvSpPr/>
          <p:nvPr/>
        </p:nvSpPr>
        <p:spPr>
          <a:xfrm>
            <a:off x="103008" y="455982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797BDD-C778-085A-CD30-9B01666339C5}"/>
              </a:ext>
            </a:extLst>
          </p:cNvPr>
          <p:cNvSpPr txBox="1"/>
          <p:nvPr/>
        </p:nvSpPr>
        <p:spPr>
          <a:xfrm>
            <a:off x="751080" y="4550495"/>
            <a:ext cx="916158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r>
              <a:rPr lang="en-US" altLang="ko-KR" sz="1000"/>
              <a:t>Offline</a:t>
            </a:r>
            <a:endParaRPr lang="ko-KR" altLang="en-US" sz="1000"/>
          </a:p>
        </p:txBody>
      </p:sp>
      <p:cxnSp>
        <p:nvCxnSpPr>
          <p:cNvPr id="36" name="직선 화살표 연결선 100">
            <a:extLst>
              <a:ext uri="{FF2B5EF4-FFF2-40B4-BE49-F238E27FC236}">
                <a16:creationId xmlns:a16="http://schemas.microsoft.com/office/drawing/2014/main" id="{B570A00E-A4A1-D7C9-7A70-4550A191AA41}"/>
              </a:ext>
            </a:extLst>
          </p:cNvPr>
          <p:cNvCxnSpPr>
            <a:cxnSpLocks/>
          </p:cNvCxnSpPr>
          <p:nvPr/>
        </p:nvCxnSpPr>
        <p:spPr>
          <a:xfrm flipV="1">
            <a:off x="5218003" y="2970399"/>
            <a:ext cx="2555573" cy="274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08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7EF83-1195-4BBC-AEC1-D4FFFE3E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129622-7C08-41CA-9C38-F36E6269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80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Consumer Group</a:t>
            </a:r>
            <a:endParaRPr lang="ko-KR" altLang="en-US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4C6D7D42-75A8-4A47-809F-F758AE67E04C}"/>
              </a:ext>
            </a:extLst>
          </p:cNvPr>
          <p:cNvSpPr/>
          <p:nvPr/>
        </p:nvSpPr>
        <p:spPr>
          <a:xfrm>
            <a:off x="323528" y="1347614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100"/>
              <a:t>Topic</a:t>
            </a:r>
            <a:endParaRPr lang="ko-KR" altLang="en-US" sz="11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4628F0D-58BE-45C0-A92F-33D513C71F6C}"/>
              </a:ext>
            </a:extLst>
          </p:cNvPr>
          <p:cNvSpPr/>
          <p:nvPr/>
        </p:nvSpPr>
        <p:spPr>
          <a:xfrm>
            <a:off x="323528" y="3153588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100"/>
              <a:t>Consumer Group</a:t>
            </a:r>
            <a:endParaRPr lang="ko-KR" altLang="en-US" sz="11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0F6DA4A-226E-468F-8586-8C17BAE60E15}"/>
              </a:ext>
            </a:extLst>
          </p:cNvPr>
          <p:cNvSpPr/>
          <p:nvPr/>
        </p:nvSpPr>
        <p:spPr>
          <a:xfrm>
            <a:off x="404799" y="3243839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ABE3D87-B40B-487F-B271-8863CA260624}"/>
              </a:ext>
            </a:extLst>
          </p:cNvPr>
          <p:cNvSpPr/>
          <p:nvPr/>
        </p:nvSpPr>
        <p:spPr>
          <a:xfrm>
            <a:off x="1405457" y="3238918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119AAFB-4BF2-4AF7-A566-6C75641B17AA}"/>
              </a:ext>
            </a:extLst>
          </p:cNvPr>
          <p:cNvSpPr/>
          <p:nvPr/>
        </p:nvSpPr>
        <p:spPr>
          <a:xfrm>
            <a:off x="404799" y="1628023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6E0199F-A85C-41F2-A4B9-643A3B534892}"/>
              </a:ext>
            </a:extLst>
          </p:cNvPr>
          <p:cNvSpPr/>
          <p:nvPr/>
        </p:nvSpPr>
        <p:spPr>
          <a:xfrm>
            <a:off x="1405457" y="1623102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B675332-D824-48BC-8A8A-E77B8314BF7B}"/>
              </a:ext>
            </a:extLst>
          </p:cNvPr>
          <p:cNvCxnSpPr>
            <a:cxnSpLocks/>
            <a:stCxn id="54" idx="2"/>
            <a:endCxn id="48" idx="0"/>
          </p:cNvCxnSpPr>
          <p:nvPr/>
        </p:nvCxnSpPr>
        <p:spPr>
          <a:xfrm>
            <a:off x="864493" y="1941387"/>
            <a:ext cx="0" cy="13024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B9835B1-2F47-4E93-9D86-E5430BEDA9FC}"/>
              </a:ext>
            </a:extLst>
          </p:cNvPr>
          <p:cNvCxnSpPr>
            <a:cxnSpLocks/>
            <a:stCxn id="55" idx="2"/>
            <a:endCxn id="53" idx="0"/>
          </p:cNvCxnSpPr>
          <p:nvPr/>
        </p:nvCxnSpPr>
        <p:spPr>
          <a:xfrm>
            <a:off x="1865150" y="1941387"/>
            <a:ext cx="0" cy="12975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A7BF8E4-EDFB-4A2C-AAAA-9983B622C898}"/>
              </a:ext>
            </a:extLst>
          </p:cNvPr>
          <p:cNvSpPr/>
          <p:nvPr/>
        </p:nvSpPr>
        <p:spPr>
          <a:xfrm>
            <a:off x="6779521" y="1347614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100"/>
              <a:t>Topic</a:t>
            </a:r>
            <a:endParaRPr lang="ko-KR" altLang="en-US" sz="1100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D4EE4167-D9B4-47A1-A89E-31348886823F}"/>
              </a:ext>
            </a:extLst>
          </p:cNvPr>
          <p:cNvSpPr/>
          <p:nvPr/>
        </p:nvSpPr>
        <p:spPr>
          <a:xfrm>
            <a:off x="6779521" y="3153588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100"/>
              <a:t>Consumer Group</a:t>
            </a:r>
            <a:endParaRPr lang="ko-KR" altLang="en-US" sz="11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F14D6129-1882-4463-8B81-AE8C894B306F}"/>
              </a:ext>
            </a:extLst>
          </p:cNvPr>
          <p:cNvSpPr/>
          <p:nvPr/>
        </p:nvSpPr>
        <p:spPr>
          <a:xfrm>
            <a:off x="6860793" y="3243839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2E493A50-07F3-4E9B-A4CD-365EFB6580BC}"/>
              </a:ext>
            </a:extLst>
          </p:cNvPr>
          <p:cNvSpPr/>
          <p:nvPr/>
        </p:nvSpPr>
        <p:spPr>
          <a:xfrm>
            <a:off x="7861451" y="3238918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AB92D0C-C944-4278-AD81-3456BC4F269E}"/>
              </a:ext>
            </a:extLst>
          </p:cNvPr>
          <p:cNvSpPr/>
          <p:nvPr/>
        </p:nvSpPr>
        <p:spPr>
          <a:xfrm>
            <a:off x="7354304" y="1628023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8135470-131E-4AA9-A947-DE2D478B7ED9}"/>
              </a:ext>
            </a:extLst>
          </p:cNvPr>
          <p:cNvCxnSpPr>
            <a:cxnSpLocks/>
            <a:stCxn id="71" idx="2"/>
            <a:endCxn id="69" idx="0"/>
          </p:cNvCxnSpPr>
          <p:nvPr/>
        </p:nvCxnSpPr>
        <p:spPr>
          <a:xfrm flipH="1">
            <a:off x="7320486" y="1941387"/>
            <a:ext cx="493511" cy="13024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B8D5075-2BB0-4BD7-8BD3-E7CE39BA1BE5}"/>
              </a:ext>
            </a:extLst>
          </p:cNvPr>
          <p:cNvCxnSpPr>
            <a:cxnSpLocks/>
            <a:stCxn id="71" idx="2"/>
            <a:endCxn id="70" idx="0"/>
          </p:cNvCxnSpPr>
          <p:nvPr/>
        </p:nvCxnSpPr>
        <p:spPr>
          <a:xfrm>
            <a:off x="7813997" y="1941387"/>
            <a:ext cx="507147" cy="12975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3A52685-73F1-4379-8DF4-702D2CC42255}"/>
              </a:ext>
            </a:extLst>
          </p:cNvPr>
          <p:cNvSpPr/>
          <p:nvPr/>
        </p:nvSpPr>
        <p:spPr>
          <a:xfrm>
            <a:off x="2479075" y="1347614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100"/>
              <a:t>Topic</a:t>
            </a:r>
            <a:endParaRPr lang="ko-KR" altLang="en-US" sz="11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07F212A1-2DC0-4E03-A8F0-5D3081E786F3}"/>
              </a:ext>
            </a:extLst>
          </p:cNvPr>
          <p:cNvSpPr/>
          <p:nvPr/>
        </p:nvSpPr>
        <p:spPr>
          <a:xfrm>
            <a:off x="2479075" y="3153588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100"/>
              <a:t>Consumer Group</a:t>
            </a:r>
            <a:endParaRPr lang="ko-KR" altLang="en-US" sz="1100" dirty="0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90C6E621-12C5-4E0D-9613-D4036FCA1303}"/>
              </a:ext>
            </a:extLst>
          </p:cNvPr>
          <p:cNvSpPr/>
          <p:nvPr/>
        </p:nvSpPr>
        <p:spPr>
          <a:xfrm>
            <a:off x="2560347" y="3243839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98B05745-54D3-439E-B912-DE9403DA32CC}"/>
              </a:ext>
            </a:extLst>
          </p:cNvPr>
          <p:cNvSpPr/>
          <p:nvPr/>
        </p:nvSpPr>
        <p:spPr>
          <a:xfrm>
            <a:off x="3561005" y="3238918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F034B61-25CC-4383-B88A-C6E3CA02FB9F}"/>
              </a:ext>
            </a:extLst>
          </p:cNvPr>
          <p:cNvSpPr/>
          <p:nvPr/>
        </p:nvSpPr>
        <p:spPr>
          <a:xfrm>
            <a:off x="2560347" y="1628023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E77191B1-F821-404E-951A-712A39BD546F}"/>
              </a:ext>
            </a:extLst>
          </p:cNvPr>
          <p:cNvCxnSpPr>
            <a:cxnSpLocks/>
            <a:stCxn id="81" idx="2"/>
            <a:endCxn id="79" idx="0"/>
          </p:cNvCxnSpPr>
          <p:nvPr/>
        </p:nvCxnSpPr>
        <p:spPr>
          <a:xfrm>
            <a:off x="3020040" y="1941387"/>
            <a:ext cx="0" cy="130245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E9599785-0C18-4CAA-B1B1-980C54808B6A}"/>
              </a:ext>
            </a:extLst>
          </p:cNvPr>
          <p:cNvSpPr/>
          <p:nvPr/>
        </p:nvSpPr>
        <p:spPr>
          <a:xfrm>
            <a:off x="4629298" y="1347614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100"/>
              <a:t>Topic</a:t>
            </a:r>
            <a:endParaRPr lang="ko-KR" altLang="en-US" sz="1100" dirty="0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79BE6F82-BB2F-43F0-8E61-E47782F2AC0D}"/>
              </a:ext>
            </a:extLst>
          </p:cNvPr>
          <p:cNvSpPr/>
          <p:nvPr/>
        </p:nvSpPr>
        <p:spPr>
          <a:xfrm>
            <a:off x="4629298" y="3153588"/>
            <a:ext cx="2068952" cy="667285"/>
          </a:xfrm>
          <a:prstGeom prst="round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100"/>
              <a:t>Consumer Group</a:t>
            </a:r>
            <a:endParaRPr lang="ko-KR" altLang="en-US" sz="11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AE9C3EC6-81F6-41AD-9DAE-FC1888D3558D}"/>
              </a:ext>
            </a:extLst>
          </p:cNvPr>
          <p:cNvSpPr/>
          <p:nvPr/>
        </p:nvSpPr>
        <p:spPr>
          <a:xfrm>
            <a:off x="5203763" y="3238918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Consumer</a:t>
            </a:r>
            <a:endParaRPr lang="ko-KR" altLang="en-US" sz="1100" dirty="0"/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24E8682-9647-4660-94B3-7B33C6093D7C}"/>
              </a:ext>
            </a:extLst>
          </p:cNvPr>
          <p:cNvSpPr/>
          <p:nvPr/>
        </p:nvSpPr>
        <p:spPr>
          <a:xfrm>
            <a:off x="4710570" y="1628023"/>
            <a:ext cx="919386" cy="31336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001AB381-CCC8-4069-8331-5E7CF7A99528}"/>
              </a:ext>
            </a:extLst>
          </p:cNvPr>
          <p:cNvSpPr/>
          <p:nvPr/>
        </p:nvSpPr>
        <p:spPr>
          <a:xfrm>
            <a:off x="5711228" y="1623102"/>
            <a:ext cx="919386" cy="31828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</a:t>
            </a:r>
            <a:endParaRPr lang="ko-KR" altLang="en-US" sz="1100" dirty="0"/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134785BF-D875-49FB-99AE-B82C53E138A1}"/>
              </a:ext>
            </a:extLst>
          </p:cNvPr>
          <p:cNvCxnSpPr>
            <a:cxnSpLocks/>
            <a:stCxn id="109" idx="2"/>
            <a:endCxn id="108" idx="0"/>
          </p:cNvCxnSpPr>
          <p:nvPr/>
        </p:nvCxnSpPr>
        <p:spPr>
          <a:xfrm>
            <a:off x="5170263" y="1941387"/>
            <a:ext cx="493193" cy="12975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04BE878B-DC56-4E07-8725-100855907472}"/>
              </a:ext>
            </a:extLst>
          </p:cNvPr>
          <p:cNvCxnSpPr>
            <a:cxnSpLocks/>
            <a:stCxn id="110" idx="2"/>
            <a:endCxn id="108" idx="0"/>
          </p:cNvCxnSpPr>
          <p:nvPr/>
        </p:nvCxnSpPr>
        <p:spPr>
          <a:xfrm flipH="1">
            <a:off x="5663456" y="1941387"/>
            <a:ext cx="507465" cy="129753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97060E5-4D01-4290-BD1F-CC47537F8C32}"/>
              </a:ext>
            </a:extLst>
          </p:cNvPr>
          <p:cNvSpPr txBox="1"/>
          <p:nvPr/>
        </p:nvSpPr>
        <p:spPr>
          <a:xfrm>
            <a:off x="635388" y="3836262"/>
            <a:ext cx="1455880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2"/>
                </a:solidFill>
              </a:rPr>
              <a:t>OK</a:t>
            </a:r>
            <a:endParaRPr lang="ko-KR" altLang="en-US" sz="1200" b="1">
              <a:solidFill>
                <a:schemeClr val="tx2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43B5E4-D35D-4C42-B49A-CB180DBBB713}"/>
              </a:ext>
            </a:extLst>
          </p:cNvPr>
          <p:cNvSpPr txBox="1"/>
          <p:nvPr/>
        </p:nvSpPr>
        <p:spPr>
          <a:xfrm>
            <a:off x="2785611" y="3836262"/>
            <a:ext cx="1455880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2"/>
                </a:solidFill>
              </a:rPr>
              <a:t>OK</a:t>
            </a:r>
            <a:endParaRPr lang="ko-KR" altLang="en-US" sz="1200" b="1">
              <a:solidFill>
                <a:schemeClr val="tx2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72DCC4F-47A5-4F2A-AD7E-5606097EFD3C}"/>
              </a:ext>
            </a:extLst>
          </p:cNvPr>
          <p:cNvSpPr txBox="1"/>
          <p:nvPr/>
        </p:nvSpPr>
        <p:spPr>
          <a:xfrm>
            <a:off x="4935834" y="3836262"/>
            <a:ext cx="1455880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chemeClr val="tx2"/>
                </a:solidFill>
              </a:rPr>
              <a:t>OK</a:t>
            </a:r>
            <a:endParaRPr lang="ko-KR" altLang="en-US" sz="1200" b="1">
              <a:solidFill>
                <a:schemeClr val="tx2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E039E6E-AD09-4CE8-BF50-6DADCCB214EE}"/>
              </a:ext>
            </a:extLst>
          </p:cNvPr>
          <p:cNvSpPr txBox="1"/>
          <p:nvPr/>
        </p:nvSpPr>
        <p:spPr>
          <a:xfrm>
            <a:off x="7086057" y="3836262"/>
            <a:ext cx="1455880" cy="2769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>
                <a:solidFill>
                  <a:srgbClr val="C00000"/>
                </a:solidFill>
              </a:rPr>
              <a:t>NO</a:t>
            </a:r>
            <a:endParaRPr lang="ko-KR" altLang="en-US" sz="12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53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C0229-685C-71B2-4DDC-6C59D6BA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C0715C7-6A1E-8AA3-F512-C9984CB128AE}"/>
              </a:ext>
            </a:extLst>
          </p:cNvPr>
          <p:cNvSpPr/>
          <p:nvPr/>
        </p:nvSpPr>
        <p:spPr>
          <a:xfrm>
            <a:off x="7647338" y="3014742"/>
            <a:ext cx="1321402" cy="1508117"/>
          </a:xfrm>
          <a:prstGeom prst="roundRect">
            <a:avLst>
              <a:gd name="adj" fmla="val 822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br>
              <a:rPr lang="en-US" altLang="ko-KR" sz="1000" dirty="0"/>
            </a:br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BB5C7FB7-1723-EE5C-2B86-DDF4FA1E1BC5}"/>
              </a:ext>
            </a:extLst>
          </p:cNvPr>
          <p:cNvSpPr/>
          <p:nvPr/>
        </p:nvSpPr>
        <p:spPr>
          <a:xfrm>
            <a:off x="7647338" y="1942088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br>
              <a:rPr lang="en-US" altLang="ko-KR" sz="1000" dirty="0"/>
            </a:br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D67665E-A652-C6AE-480C-E50796395AFF}"/>
              </a:ext>
            </a:extLst>
          </p:cNvPr>
          <p:cNvSpPr/>
          <p:nvPr/>
        </p:nvSpPr>
        <p:spPr>
          <a:xfrm>
            <a:off x="7647338" y="859951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  <a:br>
              <a:rPr lang="en-US" altLang="ko-KR" sz="1000" dirty="0"/>
            </a:br>
            <a:r>
              <a:rPr lang="en-US" altLang="ko-KR" sz="1000" dirty="0"/>
              <a:t>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6F6EF24-A144-70CA-13B3-C456EB5ABD63}"/>
              </a:ext>
            </a:extLst>
          </p:cNvPr>
          <p:cNvSpPr/>
          <p:nvPr/>
        </p:nvSpPr>
        <p:spPr>
          <a:xfrm>
            <a:off x="1460210" y="785369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4060B73-7C10-8D45-F8BA-EF6A9C5D601B}"/>
              </a:ext>
            </a:extLst>
          </p:cNvPr>
          <p:cNvSpPr/>
          <p:nvPr/>
        </p:nvSpPr>
        <p:spPr>
          <a:xfrm>
            <a:off x="3563888" y="771550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04F9850E-1551-7C2B-4185-54818B172F27}"/>
              </a:ext>
            </a:extLst>
          </p:cNvPr>
          <p:cNvSpPr/>
          <p:nvPr/>
        </p:nvSpPr>
        <p:spPr>
          <a:xfrm>
            <a:off x="5652120" y="771550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0A2663-0453-DA80-369E-D071B5D0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7A8DEB2-317D-04C8-9C85-63C89ACD74CC}"/>
              </a:ext>
            </a:extLst>
          </p:cNvPr>
          <p:cNvSpPr/>
          <p:nvPr/>
        </p:nvSpPr>
        <p:spPr>
          <a:xfrm>
            <a:off x="1691680" y="2837594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5A32968E-9C1A-9F4F-DFF3-ECDEEC929BA6}"/>
              </a:ext>
            </a:extLst>
          </p:cNvPr>
          <p:cNvSpPr/>
          <p:nvPr/>
        </p:nvSpPr>
        <p:spPr>
          <a:xfrm>
            <a:off x="3779912" y="320380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1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01084BC3-75FA-714E-69BF-C6614B8B6044}"/>
              </a:ext>
            </a:extLst>
          </p:cNvPr>
          <p:cNvSpPr/>
          <p:nvPr/>
        </p:nvSpPr>
        <p:spPr>
          <a:xfrm>
            <a:off x="5868144" y="2081066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266B043-3687-E449-6AAD-FDCACCEBEB9D}"/>
              </a:ext>
            </a:extLst>
          </p:cNvPr>
          <p:cNvSpPr/>
          <p:nvPr/>
        </p:nvSpPr>
        <p:spPr>
          <a:xfrm>
            <a:off x="5868144" y="3570018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903775A-0923-E5C3-ECAB-11D9EACFF0E2}"/>
              </a:ext>
            </a:extLst>
          </p:cNvPr>
          <p:cNvSpPr/>
          <p:nvPr/>
        </p:nvSpPr>
        <p:spPr>
          <a:xfrm>
            <a:off x="1460210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BB9985A7-34E3-36BE-EE3A-453444681DB2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700727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A480482-C830-00CC-27EB-0CA56549C8CD}"/>
              </a:ext>
            </a:extLst>
          </p:cNvPr>
          <p:cNvSpPr/>
          <p:nvPr/>
        </p:nvSpPr>
        <p:spPr>
          <a:xfrm>
            <a:off x="1568670" y="852798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</a:t>
            </a:r>
            <a:endParaRPr lang="ko-KR" altLang="en-US" sz="10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FD813C4-28B1-A615-6EF8-7DCBD972F981}"/>
              </a:ext>
            </a:extLst>
          </p:cNvPr>
          <p:cNvSpPr/>
          <p:nvPr/>
        </p:nvSpPr>
        <p:spPr>
          <a:xfrm>
            <a:off x="1691680" y="970377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71156E5-07C6-C15A-055C-B0EF3FFB8370}"/>
              </a:ext>
            </a:extLst>
          </p:cNvPr>
          <p:cNvSpPr/>
          <p:nvPr/>
        </p:nvSpPr>
        <p:spPr>
          <a:xfrm>
            <a:off x="3779912" y="1336590"/>
            <a:ext cx="1440160" cy="26894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A87623E-E3CD-82B2-9999-7FE7BED37292}"/>
              </a:ext>
            </a:extLst>
          </p:cNvPr>
          <p:cNvSpPr/>
          <p:nvPr/>
        </p:nvSpPr>
        <p:spPr>
          <a:xfrm>
            <a:off x="1568670" y="2008617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78DA730-2796-C600-1A90-2520F2BFCF8B}"/>
              </a:ext>
            </a:extLst>
          </p:cNvPr>
          <p:cNvSpPr/>
          <p:nvPr/>
        </p:nvSpPr>
        <p:spPr>
          <a:xfrm>
            <a:off x="1568670" y="2722253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</a:t>
            </a:r>
            <a:endParaRPr lang="ko-KR" altLang="en-US" sz="10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9B3281E-2F4B-190D-50B8-1B07B6E0C111}"/>
              </a:ext>
            </a:extLst>
          </p:cNvPr>
          <p:cNvSpPr/>
          <p:nvPr/>
        </p:nvSpPr>
        <p:spPr>
          <a:xfrm>
            <a:off x="3563888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A8F080B-7CEE-B34D-500A-D776E74DC513}"/>
              </a:ext>
            </a:extLst>
          </p:cNvPr>
          <p:cNvSpPr/>
          <p:nvPr/>
        </p:nvSpPr>
        <p:spPr>
          <a:xfrm>
            <a:off x="5652121" y="4546838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60DBD35-F40A-28C8-1588-43D7E3D2096D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700727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8ADFB-2BB6-A468-31CB-094A97F4E33B}"/>
              </a:ext>
            </a:extLst>
          </p:cNvPr>
          <p:cNvSpPr/>
          <p:nvPr/>
        </p:nvSpPr>
        <p:spPr>
          <a:xfrm>
            <a:off x="103008" y="1277008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C892C4D2-FEB9-3DED-3519-586636A7E047}"/>
              </a:ext>
            </a:extLst>
          </p:cNvPr>
          <p:cNvSpPr/>
          <p:nvPr/>
        </p:nvSpPr>
        <p:spPr>
          <a:xfrm>
            <a:off x="103008" y="2349770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5DC38E2-6C66-2957-A6A0-BDB0DE40583B}"/>
              </a:ext>
            </a:extLst>
          </p:cNvPr>
          <p:cNvSpPr/>
          <p:nvPr/>
        </p:nvSpPr>
        <p:spPr>
          <a:xfrm>
            <a:off x="103008" y="3422532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E7F0F7D-38C9-209A-8C4C-2FC44D080E09}"/>
              </a:ext>
            </a:extLst>
          </p:cNvPr>
          <p:cNvSpPr/>
          <p:nvPr/>
        </p:nvSpPr>
        <p:spPr>
          <a:xfrm>
            <a:off x="7740352" y="951009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5BDD0CA5-E3BD-EBF7-3AE0-FEEC6D0F536C}"/>
              </a:ext>
            </a:extLst>
          </p:cNvPr>
          <p:cNvSpPr/>
          <p:nvPr/>
        </p:nvSpPr>
        <p:spPr>
          <a:xfrm>
            <a:off x="7740352" y="2008617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B5DF774-73F2-D65A-5513-95C68A69F12F}"/>
              </a:ext>
            </a:extLst>
          </p:cNvPr>
          <p:cNvSpPr/>
          <p:nvPr/>
        </p:nvSpPr>
        <p:spPr>
          <a:xfrm>
            <a:off x="7740352" y="3096533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793D5D27-F98B-8E22-8D51-D0E102700456}"/>
              </a:ext>
            </a:extLst>
          </p:cNvPr>
          <p:cNvSpPr/>
          <p:nvPr/>
        </p:nvSpPr>
        <p:spPr>
          <a:xfrm>
            <a:off x="7740352" y="3615305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D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FD89559-DFAF-1BF1-EF05-9E59AC3D9F4F}"/>
              </a:ext>
            </a:extLst>
          </p:cNvPr>
          <p:cNvCxnSpPr>
            <a:stCxn id="38" idx="3"/>
          </p:cNvCxnSpPr>
          <p:nvPr/>
        </p:nvCxnSpPr>
        <p:spPr>
          <a:xfrm flipV="1">
            <a:off x="1244186" y="1104851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44859FF2-4CEC-951D-3D76-EB0EDC0E535E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3131840" y="1123134"/>
            <a:ext cx="4608512" cy="3609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9015A7FA-B9BE-46FD-D507-2E56ECA0FB28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1244186" y="2226863"/>
            <a:ext cx="4597927" cy="33112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6408406-310F-6532-3B99-58FB634193AF}"/>
              </a:ext>
            </a:extLst>
          </p:cNvPr>
          <p:cNvCxnSpPr>
            <a:cxnSpLocks/>
            <a:stCxn id="70" idx="3"/>
            <a:endCxn id="82" idx="1"/>
          </p:cNvCxnSpPr>
          <p:nvPr/>
        </p:nvCxnSpPr>
        <p:spPr>
          <a:xfrm>
            <a:off x="7308304" y="2215540"/>
            <a:ext cx="432048" cy="129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C56F8A7-98E5-A4EE-9AF7-B30260BEE667}"/>
              </a:ext>
            </a:extLst>
          </p:cNvPr>
          <p:cNvCxnSpPr>
            <a:cxnSpLocks/>
            <a:stCxn id="65" idx="3"/>
            <a:endCxn id="83" idx="1"/>
          </p:cNvCxnSpPr>
          <p:nvPr/>
        </p:nvCxnSpPr>
        <p:spPr>
          <a:xfrm flipV="1">
            <a:off x="5220072" y="3304750"/>
            <a:ext cx="2520280" cy="335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A1189CB-D93F-60F8-CB80-C84FD351E2D2}"/>
              </a:ext>
            </a:extLst>
          </p:cNvPr>
          <p:cNvCxnSpPr>
            <a:cxnSpLocks/>
            <a:stCxn id="73" idx="3"/>
            <a:endCxn id="84" idx="1"/>
          </p:cNvCxnSpPr>
          <p:nvPr/>
        </p:nvCxnSpPr>
        <p:spPr>
          <a:xfrm>
            <a:off x="7308304" y="3704492"/>
            <a:ext cx="432048" cy="1190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F31296B9-F0CF-84F8-7298-8716C9F2A9F8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630749"/>
            <a:ext cx="4623958" cy="737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1A90B683-3743-8422-C9AC-B905F772A088}"/>
              </a:ext>
            </a:extLst>
          </p:cNvPr>
          <p:cNvCxnSpPr>
            <a:cxnSpLocks/>
            <a:stCxn id="61" idx="3"/>
            <a:endCxn id="81" idx="1"/>
          </p:cNvCxnSpPr>
          <p:nvPr/>
        </p:nvCxnSpPr>
        <p:spPr>
          <a:xfrm flipV="1">
            <a:off x="5220072" y="1159226"/>
            <a:ext cx="2520280" cy="31183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66DA3E-B175-15F2-3C91-90E35EC38D22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471064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511DD4C-B4E1-BA36-19B7-D0B9DDF28876}"/>
              </a:ext>
            </a:extLst>
          </p:cNvPr>
          <p:cNvCxnSpPr>
            <a:cxnSpLocks/>
            <a:stCxn id="80" idx="3"/>
            <a:endCxn id="65" idx="1"/>
          </p:cNvCxnSpPr>
          <p:nvPr/>
        </p:nvCxnSpPr>
        <p:spPr>
          <a:xfrm flipV="1">
            <a:off x="1244186" y="3338280"/>
            <a:ext cx="2535726" cy="29246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AA7F50FD-7CA7-FE1F-5A12-31B6F3C86AD1}"/>
              </a:ext>
            </a:extLst>
          </p:cNvPr>
          <p:cNvCxnSpPr>
            <a:cxnSpLocks/>
            <a:stCxn id="80" idx="3"/>
            <a:endCxn id="55" idx="1"/>
          </p:cNvCxnSpPr>
          <p:nvPr/>
        </p:nvCxnSpPr>
        <p:spPr>
          <a:xfrm flipV="1">
            <a:off x="1244186" y="2972068"/>
            <a:ext cx="447494" cy="65868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074FE80-439C-D11B-44F0-96D1D337D3CF}"/>
              </a:ext>
            </a:extLst>
          </p:cNvPr>
          <p:cNvCxnSpPr>
            <a:cxnSpLocks/>
            <a:stCxn id="55" idx="3"/>
            <a:endCxn id="83" idx="1"/>
          </p:cNvCxnSpPr>
          <p:nvPr/>
        </p:nvCxnSpPr>
        <p:spPr>
          <a:xfrm>
            <a:off x="3131840" y="2972068"/>
            <a:ext cx="4608512" cy="33268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71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F102B77-80E1-470A-864F-4A3D5DED6D2C}"/>
              </a:ext>
            </a:extLst>
          </p:cNvPr>
          <p:cNvSpPr/>
          <p:nvPr/>
        </p:nvSpPr>
        <p:spPr>
          <a:xfrm>
            <a:off x="7647338" y="2835283"/>
            <a:ext cx="1321402" cy="1508117"/>
          </a:xfrm>
          <a:prstGeom prst="roundRect">
            <a:avLst>
              <a:gd name="adj" fmla="val 822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563C859A-DBF8-4424-941C-3B4279BE759E}"/>
              </a:ext>
            </a:extLst>
          </p:cNvPr>
          <p:cNvSpPr/>
          <p:nvPr/>
        </p:nvSpPr>
        <p:spPr>
          <a:xfrm>
            <a:off x="7647338" y="1762629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CF2B3B12-DFBC-4126-BD35-F2B269976506}"/>
              </a:ext>
            </a:extLst>
          </p:cNvPr>
          <p:cNvSpPr/>
          <p:nvPr/>
        </p:nvSpPr>
        <p:spPr>
          <a:xfrm>
            <a:off x="7647338" y="680492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 dirty="0"/>
              <a:t>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460210" y="605910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64F566C-AAA1-4C72-9FB2-52671A2E3589}"/>
              </a:ext>
            </a:extLst>
          </p:cNvPr>
          <p:cNvSpPr/>
          <p:nvPr/>
        </p:nvSpPr>
        <p:spPr>
          <a:xfrm>
            <a:off x="3563888" y="592091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A8E561-0D52-48A1-A8B6-9F42DD083DD7}"/>
              </a:ext>
            </a:extLst>
          </p:cNvPr>
          <p:cNvSpPr/>
          <p:nvPr/>
        </p:nvSpPr>
        <p:spPr>
          <a:xfrm>
            <a:off x="5652120" y="592091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Replication</a:t>
            </a:r>
            <a:endParaRPr lang="ko-KR" altLang="en-US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B510882-3AD7-4A8A-ACA7-B7996494A18E}"/>
              </a:ext>
            </a:extLst>
          </p:cNvPr>
          <p:cNvSpPr/>
          <p:nvPr/>
        </p:nvSpPr>
        <p:spPr>
          <a:xfrm>
            <a:off x="1691680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8EDAA14-A89A-489B-B003-40355A4D2500}"/>
              </a:ext>
            </a:extLst>
          </p:cNvPr>
          <p:cNvSpPr/>
          <p:nvPr/>
        </p:nvSpPr>
        <p:spPr>
          <a:xfrm>
            <a:off x="1691680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0081DD2-33FA-46B1-8ABB-C5E63737BABF}"/>
              </a:ext>
            </a:extLst>
          </p:cNvPr>
          <p:cNvSpPr/>
          <p:nvPr/>
        </p:nvSpPr>
        <p:spPr>
          <a:xfrm>
            <a:off x="1691680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D930AF3-C251-4D74-827F-DC86C862B00C}"/>
              </a:ext>
            </a:extLst>
          </p:cNvPr>
          <p:cNvSpPr/>
          <p:nvPr/>
        </p:nvSpPr>
        <p:spPr>
          <a:xfrm>
            <a:off x="3779912" y="190160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093F3AF-A4D5-42A7-93F0-6BCBA9A55EF7}"/>
              </a:ext>
            </a:extLst>
          </p:cNvPr>
          <p:cNvSpPr/>
          <p:nvPr/>
        </p:nvSpPr>
        <p:spPr>
          <a:xfrm>
            <a:off x="3779912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0</a:t>
            </a:r>
            <a:endParaRPr lang="ko-KR" altLang="en-US" sz="10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E7BAF05-2759-4F3B-9CFD-1F237A1F8B70}"/>
              </a:ext>
            </a:extLst>
          </p:cNvPr>
          <p:cNvSpPr/>
          <p:nvPr/>
        </p:nvSpPr>
        <p:spPr>
          <a:xfrm>
            <a:off x="3779912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1</a:t>
            </a:r>
            <a:endParaRPr lang="ko-KR" altLang="en-US" sz="10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A0F0DF-F771-45A7-AE6F-EA0C6999E419}"/>
              </a:ext>
            </a:extLst>
          </p:cNvPr>
          <p:cNvSpPr/>
          <p:nvPr/>
        </p:nvSpPr>
        <p:spPr>
          <a:xfrm>
            <a:off x="3779912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4D930EB-BC46-471C-A7B6-A6B0BC36B737}"/>
              </a:ext>
            </a:extLst>
          </p:cNvPr>
          <p:cNvSpPr/>
          <p:nvPr/>
        </p:nvSpPr>
        <p:spPr>
          <a:xfrm>
            <a:off x="5868144" y="190160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CB55B9F-1769-4742-9626-EA91B55F9CD0}"/>
              </a:ext>
            </a:extLst>
          </p:cNvPr>
          <p:cNvSpPr/>
          <p:nvPr/>
        </p:nvSpPr>
        <p:spPr>
          <a:xfrm>
            <a:off x="5868144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0</a:t>
            </a:r>
            <a:endParaRPr lang="ko-KR" altLang="en-US" sz="10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617FFBB-A175-4D87-8F62-AFE2F1679458}"/>
              </a:ext>
            </a:extLst>
          </p:cNvPr>
          <p:cNvSpPr/>
          <p:nvPr/>
        </p:nvSpPr>
        <p:spPr>
          <a:xfrm>
            <a:off x="5868144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50D8438-7982-4C6D-A88B-7801CD2300FE}"/>
              </a:ext>
            </a:extLst>
          </p:cNvPr>
          <p:cNvSpPr/>
          <p:nvPr/>
        </p:nvSpPr>
        <p:spPr>
          <a:xfrm>
            <a:off x="5868144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0FF450-E455-4CDD-9246-557B0E07B241}"/>
              </a:ext>
            </a:extLst>
          </p:cNvPr>
          <p:cNvSpPr/>
          <p:nvPr/>
        </p:nvSpPr>
        <p:spPr>
          <a:xfrm>
            <a:off x="1460210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1AECB2-35D2-425D-A059-8CED21029DB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521268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0251F74-49B2-4DD0-98FA-A17BBF39C197}"/>
              </a:ext>
            </a:extLst>
          </p:cNvPr>
          <p:cNvSpPr/>
          <p:nvPr/>
        </p:nvSpPr>
        <p:spPr>
          <a:xfrm>
            <a:off x="1568670" y="673339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</a:t>
            </a:r>
            <a:endParaRPr lang="ko-KR" altLang="en-US" sz="10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E7F032-13ED-4575-8F3C-092CC530ABC3}"/>
              </a:ext>
            </a:extLst>
          </p:cNvPr>
          <p:cNvSpPr/>
          <p:nvPr/>
        </p:nvSpPr>
        <p:spPr>
          <a:xfrm>
            <a:off x="1691680" y="7909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64C36CA-B2B1-4C62-84BC-8CE2E6415074}"/>
              </a:ext>
            </a:extLst>
          </p:cNvPr>
          <p:cNvSpPr/>
          <p:nvPr/>
        </p:nvSpPr>
        <p:spPr>
          <a:xfrm>
            <a:off x="3779912" y="7909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847AFD1-B7E6-4B29-BB80-578C46B9A5AC}"/>
              </a:ext>
            </a:extLst>
          </p:cNvPr>
          <p:cNvSpPr/>
          <p:nvPr/>
        </p:nvSpPr>
        <p:spPr>
          <a:xfrm>
            <a:off x="3779912" y="115713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CBD8317-73E4-404D-BF25-BA454EE35500}"/>
              </a:ext>
            </a:extLst>
          </p:cNvPr>
          <p:cNvSpPr/>
          <p:nvPr/>
        </p:nvSpPr>
        <p:spPr>
          <a:xfrm>
            <a:off x="5868144" y="115713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D9F8112-227F-4F6E-A135-A2A694B0FCDB}"/>
              </a:ext>
            </a:extLst>
          </p:cNvPr>
          <p:cNvSpPr/>
          <p:nvPr/>
        </p:nvSpPr>
        <p:spPr>
          <a:xfrm>
            <a:off x="1568670" y="1829158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E1C50CF-EB0B-4961-9D79-9F68FF1B10AD}"/>
              </a:ext>
            </a:extLst>
          </p:cNvPr>
          <p:cNvSpPr/>
          <p:nvPr/>
        </p:nvSpPr>
        <p:spPr>
          <a:xfrm>
            <a:off x="1568670" y="2542794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</a:t>
            </a:r>
            <a:endParaRPr lang="ko-KR" altLang="en-US" sz="100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86B18E4-F82A-431B-95F8-1DC0095C6A39}"/>
              </a:ext>
            </a:extLst>
          </p:cNvPr>
          <p:cNvSpPr/>
          <p:nvPr/>
        </p:nvSpPr>
        <p:spPr>
          <a:xfrm>
            <a:off x="2627784" y="481188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552FB7B-B9C6-4993-867C-BD77AB3DB5A5}"/>
              </a:ext>
            </a:extLst>
          </p:cNvPr>
          <p:cNvSpPr/>
          <p:nvPr/>
        </p:nvSpPr>
        <p:spPr>
          <a:xfrm>
            <a:off x="4735962" y="4811880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D8720-8599-4976-A904-4AB34821EC41}"/>
              </a:ext>
            </a:extLst>
          </p:cNvPr>
          <p:cNvSpPr txBox="1"/>
          <p:nvPr/>
        </p:nvSpPr>
        <p:spPr>
          <a:xfrm>
            <a:off x="3275856" y="4815031"/>
            <a:ext cx="740026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/>
              <a:t>Leader</a:t>
            </a:r>
            <a:endParaRPr lang="ko-KR" altLang="en-US" sz="1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8F7836-E78C-4A74-A5F9-9B87C18B1EB8}"/>
              </a:ext>
            </a:extLst>
          </p:cNvPr>
          <p:cNvSpPr txBox="1"/>
          <p:nvPr/>
        </p:nvSpPr>
        <p:spPr>
          <a:xfrm>
            <a:off x="5384034" y="4815031"/>
            <a:ext cx="916158" cy="246221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/>
              <a:t>Follower</a:t>
            </a:r>
            <a:endParaRPr lang="ko-KR" altLang="en-US" sz="10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26FE97-357E-4F9C-B81C-6AB1806CE577}"/>
              </a:ext>
            </a:extLst>
          </p:cNvPr>
          <p:cNvSpPr/>
          <p:nvPr/>
        </p:nvSpPr>
        <p:spPr>
          <a:xfrm>
            <a:off x="3563888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7EA8E5-1AFE-4D3E-9793-FD7909C76405}"/>
              </a:ext>
            </a:extLst>
          </p:cNvPr>
          <p:cNvSpPr/>
          <p:nvPr/>
        </p:nvSpPr>
        <p:spPr>
          <a:xfrm>
            <a:off x="5652121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6D47E7-F697-405F-96B3-B9D5BB94E2EE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521268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7B25373-50AE-467C-BEDE-1C8BBBA044B7}"/>
              </a:ext>
            </a:extLst>
          </p:cNvPr>
          <p:cNvSpPr/>
          <p:nvPr/>
        </p:nvSpPr>
        <p:spPr>
          <a:xfrm>
            <a:off x="103008" y="1097549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B6FFC3F-0F73-42FC-B7A4-25773E49456F}"/>
              </a:ext>
            </a:extLst>
          </p:cNvPr>
          <p:cNvSpPr/>
          <p:nvPr/>
        </p:nvSpPr>
        <p:spPr>
          <a:xfrm>
            <a:off x="103008" y="2170311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6A56D844-3A39-4FAE-88C9-72BB2432EFE4}"/>
              </a:ext>
            </a:extLst>
          </p:cNvPr>
          <p:cNvSpPr/>
          <p:nvPr/>
        </p:nvSpPr>
        <p:spPr>
          <a:xfrm>
            <a:off x="103008" y="3243073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F07D10F-C9DC-4075-B58E-8556A0E71E12}"/>
              </a:ext>
            </a:extLst>
          </p:cNvPr>
          <p:cNvSpPr/>
          <p:nvPr/>
        </p:nvSpPr>
        <p:spPr>
          <a:xfrm>
            <a:off x="7740352" y="771550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4D72DD1-FC8F-46BA-A10C-BF650166CC54}"/>
              </a:ext>
            </a:extLst>
          </p:cNvPr>
          <p:cNvSpPr/>
          <p:nvPr/>
        </p:nvSpPr>
        <p:spPr>
          <a:xfrm>
            <a:off x="7740352" y="1844312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FB5091D-D8F5-49D3-87E6-8E7244392DF0}"/>
              </a:ext>
            </a:extLst>
          </p:cNvPr>
          <p:cNvSpPr/>
          <p:nvPr/>
        </p:nvSpPr>
        <p:spPr>
          <a:xfrm>
            <a:off x="7740352" y="2917074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C76F3D5-D69D-4D9F-B170-171D7880608F}"/>
              </a:ext>
            </a:extLst>
          </p:cNvPr>
          <p:cNvSpPr/>
          <p:nvPr/>
        </p:nvSpPr>
        <p:spPr>
          <a:xfrm>
            <a:off x="7740352" y="3435846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D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EAE1B70-5925-437E-B3CF-A9707C4A4B15}"/>
              </a:ext>
            </a:extLst>
          </p:cNvPr>
          <p:cNvCxnSpPr>
            <a:stCxn id="38" idx="3"/>
          </p:cNvCxnSpPr>
          <p:nvPr/>
        </p:nvCxnSpPr>
        <p:spPr>
          <a:xfrm flipV="1">
            <a:off x="1244186" y="925392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6B2F5D9-D4F3-4913-A76F-99B16F098429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3131840" y="943675"/>
            <a:ext cx="4608512" cy="3609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F23508B-8B5C-4448-91E4-DC33AAB63548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1244186" y="2047404"/>
            <a:ext cx="4597927" cy="33112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6B73E2E-C8B7-4DE1-AF83-054237B73542}"/>
              </a:ext>
            </a:extLst>
          </p:cNvPr>
          <p:cNvCxnSpPr>
            <a:cxnSpLocks/>
            <a:stCxn id="70" idx="3"/>
            <a:endCxn id="82" idx="1"/>
          </p:cNvCxnSpPr>
          <p:nvPr/>
        </p:nvCxnSpPr>
        <p:spPr>
          <a:xfrm>
            <a:off x="7308304" y="2036081"/>
            <a:ext cx="432048" cy="1644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70D7608-5335-4604-8903-F2580A0F999D}"/>
              </a:ext>
            </a:extLst>
          </p:cNvPr>
          <p:cNvCxnSpPr>
            <a:cxnSpLocks/>
            <a:stCxn id="65" idx="3"/>
            <a:endCxn id="83" idx="1"/>
          </p:cNvCxnSpPr>
          <p:nvPr/>
        </p:nvCxnSpPr>
        <p:spPr>
          <a:xfrm flipV="1">
            <a:off x="5220072" y="3125291"/>
            <a:ext cx="2520280" cy="335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B4E168C-AEBA-46E6-B446-75CCD2E90006}"/>
              </a:ext>
            </a:extLst>
          </p:cNvPr>
          <p:cNvCxnSpPr>
            <a:cxnSpLocks/>
            <a:stCxn id="73" idx="3"/>
            <a:endCxn id="84" idx="1"/>
          </p:cNvCxnSpPr>
          <p:nvPr/>
        </p:nvCxnSpPr>
        <p:spPr>
          <a:xfrm>
            <a:off x="7308304" y="3525033"/>
            <a:ext cx="432048" cy="1190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1AEBCC0-223F-40D1-9805-D8C633B2C57F}"/>
              </a:ext>
            </a:extLst>
          </p:cNvPr>
          <p:cNvCxnSpPr>
            <a:cxnSpLocks/>
            <a:stCxn id="80" idx="3"/>
            <a:endCxn id="73" idx="1"/>
          </p:cNvCxnSpPr>
          <p:nvPr/>
        </p:nvCxnSpPr>
        <p:spPr>
          <a:xfrm>
            <a:off x="1244186" y="3451290"/>
            <a:ext cx="4623958" cy="737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19F185-4478-453E-B72F-A49F6B802877}"/>
              </a:ext>
            </a:extLst>
          </p:cNvPr>
          <p:cNvCxnSpPr>
            <a:cxnSpLocks/>
            <a:stCxn id="61" idx="3"/>
            <a:endCxn id="81" idx="1"/>
          </p:cNvCxnSpPr>
          <p:nvPr/>
        </p:nvCxnSpPr>
        <p:spPr>
          <a:xfrm flipV="1">
            <a:off x="5220072" y="979767"/>
            <a:ext cx="2520280" cy="31183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54D825F-17E5-4991-B901-9EC60D9D2134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291605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CB5616E-2899-4C96-A38F-F0EF613B5486}"/>
              </a:ext>
            </a:extLst>
          </p:cNvPr>
          <p:cNvCxnSpPr>
            <a:cxnSpLocks/>
            <a:stCxn id="80" idx="3"/>
            <a:endCxn id="65" idx="1"/>
          </p:cNvCxnSpPr>
          <p:nvPr/>
        </p:nvCxnSpPr>
        <p:spPr>
          <a:xfrm flipV="1">
            <a:off x="1244186" y="3158821"/>
            <a:ext cx="2535726" cy="29246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5647069-E83F-405E-AD50-37D4813294FF}"/>
              </a:ext>
            </a:extLst>
          </p:cNvPr>
          <p:cNvCxnSpPr>
            <a:cxnSpLocks/>
            <a:stCxn id="80" idx="3"/>
            <a:endCxn id="55" idx="1"/>
          </p:cNvCxnSpPr>
          <p:nvPr/>
        </p:nvCxnSpPr>
        <p:spPr>
          <a:xfrm flipV="1">
            <a:off x="1244186" y="2792609"/>
            <a:ext cx="447494" cy="65868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ECA8B0C-1C50-410E-B833-FE364F07E4CC}"/>
              </a:ext>
            </a:extLst>
          </p:cNvPr>
          <p:cNvCxnSpPr>
            <a:cxnSpLocks/>
            <a:stCxn id="55" idx="3"/>
            <a:endCxn id="83" idx="1"/>
          </p:cNvCxnSpPr>
          <p:nvPr/>
        </p:nvCxnSpPr>
        <p:spPr>
          <a:xfrm>
            <a:off x="3131840" y="2792609"/>
            <a:ext cx="4608512" cy="33268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56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BF102B77-80E1-470A-864F-4A3D5DED6D2C}"/>
              </a:ext>
            </a:extLst>
          </p:cNvPr>
          <p:cNvSpPr/>
          <p:nvPr/>
        </p:nvSpPr>
        <p:spPr>
          <a:xfrm>
            <a:off x="7647338" y="2835283"/>
            <a:ext cx="1321402" cy="1508117"/>
          </a:xfrm>
          <a:prstGeom prst="roundRect">
            <a:avLst>
              <a:gd name="adj" fmla="val 8229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/>
              <a:t>Group C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563C859A-DBF8-4424-941C-3B4279BE759E}"/>
              </a:ext>
            </a:extLst>
          </p:cNvPr>
          <p:cNvSpPr/>
          <p:nvPr/>
        </p:nvSpPr>
        <p:spPr>
          <a:xfrm>
            <a:off x="7647338" y="1762629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/>
              <a:t>Group B</a:t>
            </a:r>
            <a:endParaRPr lang="ko-KR" altLang="en-US" sz="10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CF2B3B12-DFBC-4126-BD35-F2B269976506}"/>
              </a:ext>
            </a:extLst>
          </p:cNvPr>
          <p:cNvSpPr/>
          <p:nvPr/>
        </p:nvSpPr>
        <p:spPr>
          <a:xfrm>
            <a:off x="7647338" y="680492"/>
            <a:ext cx="1321402" cy="996450"/>
          </a:xfrm>
          <a:prstGeom prst="roundRect">
            <a:avLst>
              <a:gd name="adj" fmla="val 12843"/>
            </a:avLst>
          </a:prstGeom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Consumer </a:t>
            </a:r>
          </a:p>
          <a:p>
            <a:pPr algn="ctr"/>
            <a:r>
              <a:rPr lang="en-US" altLang="ko-KR" sz="1000" dirty="0"/>
              <a:t>Group A</a:t>
            </a:r>
            <a:endParaRPr lang="ko-KR" altLang="en-US" sz="1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460210" y="605910"/>
            <a:ext cx="1872208" cy="3761469"/>
          </a:xfrm>
          <a:prstGeom prst="roundRect">
            <a:avLst>
              <a:gd name="adj" fmla="val 4353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A</a:t>
            </a:r>
            <a:endParaRPr lang="ko-KR" altLang="en-US" sz="10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64F566C-AAA1-4C72-9FB2-52671A2E3589}"/>
              </a:ext>
            </a:extLst>
          </p:cNvPr>
          <p:cNvSpPr/>
          <p:nvPr/>
        </p:nvSpPr>
        <p:spPr>
          <a:xfrm>
            <a:off x="3563888" y="592091"/>
            <a:ext cx="1872208" cy="3775288"/>
          </a:xfrm>
          <a:prstGeom prst="roundRect">
            <a:avLst>
              <a:gd name="adj" fmla="val 5697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B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A8E561-0D52-48A1-A8B6-9F42DD083DD7}"/>
              </a:ext>
            </a:extLst>
          </p:cNvPr>
          <p:cNvSpPr/>
          <p:nvPr/>
        </p:nvSpPr>
        <p:spPr>
          <a:xfrm>
            <a:off x="5652120" y="592091"/>
            <a:ext cx="1872208" cy="3775288"/>
          </a:xfrm>
          <a:prstGeom prst="roundRect">
            <a:avLst>
              <a:gd name="adj" fmla="val 5249"/>
            </a:avLst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 dirty="0"/>
              <a:t>Kafka Broker C</a:t>
            </a:r>
            <a:endParaRPr lang="ko-KR" altLang="en-US" sz="1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Replication Failover</a:t>
            </a:r>
            <a:endParaRPr lang="ko-KR" altLang="en-US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B510882-3AD7-4A8A-ACA7-B7996494A18E}"/>
              </a:ext>
            </a:extLst>
          </p:cNvPr>
          <p:cNvSpPr/>
          <p:nvPr/>
        </p:nvSpPr>
        <p:spPr>
          <a:xfrm>
            <a:off x="1691680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8EDAA14-A89A-489B-B003-40355A4D2500}"/>
              </a:ext>
            </a:extLst>
          </p:cNvPr>
          <p:cNvSpPr/>
          <p:nvPr/>
        </p:nvSpPr>
        <p:spPr>
          <a:xfrm>
            <a:off x="1691680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0081DD2-33FA-46B1-8ABB-C5E63737BABF}"/>
              </a:ext>
            </a:extLst>
          </p:cNvPr>
          <p:cNvSpPr/>
          <p:nvPr/>
        </p:nvSpPr>
        <p:spPr>
          <a:xfrm>
            <a:off x="1691680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D930AF3-C251-4D74-827F-DC86C862B00C}"/>
              </a:ext>
            </a:extLst>
          </p:cNvPr>
          <p:cNvSpPr/>
          <p:nvPr/>
        </p:nvSpPr>
        <p:spPr>
          <a:xfrm>
            <a:off x="3779912" y="190160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093F3AF-A4D5-42A7-93F0-6BCBA9A55EF7}"/>
              </a:ext>
            </a:extLst>
          </p:cNvPr>
          <p:cNvSpPr/>
          <p:nvPr/>
        </p:nvSpPr>
        <p:spPr>
          <a:xfrm>
            <a:off x="3779912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0</a:t>
            </a:r>
            <a:endParaRPr lang="ko-KR" altLang="en-US" sz="10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E7BAF05-2759-4F3B-9CFD-1F237A1F8B70}"/>
              </a:ext>
            </a:extLst>
          </p:cNvPr>
          <p:cNvSpPr/>
          <p:nvPr/>
        </p:nvSpPr>
        <p:spPr>
          <a:xfrm>
            <a:off x="3779912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1</a:t>
            </a:r>
            <a:endParaRPr lang="ko-KR" altLang="en-US" sz="10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A0F0DF-F771-45A7-AE6F-EA0C6999E419}"/>
              </a:ext>
            </a:extLst>
          </p:cNvPr>
          <p:cNvSpPr/>
          <p:nvPr/>
        </p:nvSpPr>
        <p:spPr>
          <a:xfrm>
            <a:off x="3779912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4D930EB-BC46-471C-A7B6-A6B0BC36B737}"/>
              </a:ext>
            </a:extLst>
          </p:cNvPr>
          <p:cNvSpPr/>
          <p:nvPr/>
        </p:nvSpPr>
        <p:spPr>
          <a:xfrm>
            <a:off x="5868144" y="190160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8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CB55B9F-1769-4742-9626-EA91B55F9CD0}"/>
              </a:ext>
            </a:extLst>
          </p:cNvPr>
          <p:cNvSpPr/>
          <p:nvPr/>
        </p:nvSpPr>
        <p:spPr>
          <a:xfrm>
            <a:off x="5868144" y="265813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8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0</a:t>
            </a:r>
            <a:endParaRPr lang="ko-KR" altLang="en-US" sz="10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617FFBB-A175-4D87-8F62-AFE2F1679458}"/>
              </a:ext>
            </a:extLst>
          </p:cNvPr>
          <p:cNvSpPr/>
          <p:nvPr/>
        </p:nvSpPr>
        <p:spPr>
          <a:xfrm>
            <a:off x="5868144" y="3024347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8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50D8438-7982-4C6D-A88B-7801CD2300FE}"/>
              </a:ext>
            </a:extLst>
          </p:cNvPr>
          <p:cNvSpPr/>
          <p:nvPr/>
        </p:nvSpPr>
        <p:spPr>
          <a:xfrm>
            <a:off x="5868144" y="3390559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8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0FF450-E455-4CDD-9246-557B0E07B241}"/>
              </a:ext>
            </a:extLst>
          </p:cNvPr>
          <p:cNvSpPr/>
          <p:nvPr/>
        </p:nvSpPr>
        <p:spPr>
          <a:xfrm>
            <a:off x="1460210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1AECB2-35D2-425D-A059-8CED21029DB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521268"/>
            <a:ext cx="216025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0251F74-49B2-4DD0-98FA-A17BBF39C197}"/>
              </a:ext>
            </a:extLst>
          </p:cNvPr>
          <p:cNvSpPr/>
          <p:nvPr/>
        </p:nvSpPr>
        <p:spPr>
          <a:xfrm>
            <a:off x="1568670" y="673339"/>
            <a:ext cx="5862644" cy="1075263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A</a:t>
            </a:r>
            <a:endParaRPr lang="ko-KR" altLang="en-US" sz="10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E7F032-13ED-4575-8F3C-092CC530ABC3}"/>
              </a:ext>
            </a:extLst>
          </p:cNvPr>
          <p:cNvSpPr/>
          <p:nvPr/>
        </p:nvSpPr>
        <p:spPr>
          <a:xfrm>
            <a:off x="1691680" y="7909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64C36CA-B2B1-4C62-84BC-8CE2E6415074}"/>
              </a:ext>
            </a:extLst>
          </p:cNvPr>
          <p:cNvSpPr/>
          <p:nvPr/>
        </p:nvSpPr>
        <p:spPr>
          <a:xfrm>
            <a:off x="3779912" y="79091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847AFD1-B7E6-4B29-BB80-578C46B9A5AC}"/>
              </a:ext>
            </a:extLst>
          </p:cNvPr>
          <p:cNvSpPr/>
          <p:nvPr/>
        </p:nvSpPr>
        <p:spPr>
          <a:xfrm>
            <a:off x="3779912" y="115713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CBD8317-73E4-404D-BF25-BA454EE35500}"/>
              </a:ext>
            </a:extLst>
          </p:cNvPr>
          <p:cNvSpPr/>
          <p:nvPr/>
        </p:nvSpPr>
        <p:spPr>
          <a:xfrm>
            <a:off x="5868144" y="1157131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bg1">
              <a:lumMod val="8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Partition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D9F8112-227F-4F6E-A135-A2A694B0FCDB}"/>
              </a:ext>
            </a:extLst>
          </p:cNvPr>
          <p:cNvSpPr/>
          <p:nvPr/>
        </p:nvSpPr>
        <p:spPr>
          <a:xfrm>
            <a:off x="1568670" y="1829158"/>
            <a:ext cx="5862644" cy="633079"/>
          </a:xfrm>
          <a:prstGeom prst="roundRect">
            <a:avLst>
              <a:gd name="adj" fmla="val 910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B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E1C50CF-EB0B-4961-9D79-9F68FF1B10AD}"/>
              </a:ext>
            </a:extLst>
          </p:cNvPr>
          <p:cNvSpPr/>
          <p:nvPr/>
        </p:nvSpPr>
        <p:spPr>
          <a:xfrm>
            <a:off x="1568670" y="2542794"/>
            <a:ext cx="5862644" cy="1426913"/>
          </a:xfrm>
          <a:prstGeom prst="roundRect">
            <a:avLst>
              <a:gd name="adj" fmla="val 5548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000"/>
              <a:t>Topic C</a:t>
            </a:r>
            <a:endParaRPr lang="ko-KR" altLang="en-US" sz="100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86B18E4-F82A-431B-95F8-1DC0095C6A39}"/>
              </a:ext>
            </a:extLst>
          </p:cNvPr>
          <p:cNvSpPr/>
          <p:nvPr/>
        </p:nvSpPr>
        <p:spPr>
          <a:xfrm>
            <a:off x="2627784" y="4811881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552FB7B-B9C6-4993-867C-BD77AB3DB5A5}"/>
              </a:ext>
            </a:extLst>
          </p:cNvPr>
          <p:cNvSpPr/>
          <p:nvPr/>
        </p:nvSpPr>
        <p:spPr>
          <a:xfrm>
            <a:off x="4735962" y="4811880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D8720-8599-4976-A904-4AB34821EC41}"/>
              </a:ext>
            </a:extLst>
          </p:cNvPr>
          <p:cNvSpPr txBox="1"/>
          <p:nvPr/>
        </p:nvSpPr>
        <p:spPr>
          <a:xfrm>
            <a:off x="3275856" y="4811183"/>
            <a:ext cx="740026" cy="253916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/>
              <a:t>Leader</a:t>
            </a:r>
            <a:endParaRPr lang="ko-KR" altLang="en-US" sz="10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8F7836-E78C-4A74-A5F9-9B87C18B1EB8}"/>
              </a:ext>
            </a:extLst>
          </p:cNvPr>
          <p:cNvSpPr txBox="1"/>
          <p:nvPr/>
        </p:nvSpPr>
        <p:spPr>
          <a:xfrm>
            <a:off x="5384034" y="4811183"/>
            <a:ext cx="916158" cy="253916"/>
          </a:xfrm>
          <a:prstGeom prst="rect">
            <a:avLst/>
          </a:prstGeom>
          <a:noFill/>
          <a:ln w="12700">
            <a:noFill/>
            <a:headEnd type="none" w="med" len="med"/>
            <a:tailEnd type="triangle" w="med" len="med"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/>
              <a:t>Follower</a:t>
            </a:r>
            <a:endParaRPr lang="ko-KR" altLang="en-US" sz="10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26FE97-357E-4F9C-B81C-6AB1806CE577}"/>
              </a:ext>
            </a:extLst>
          </p:cNvPr>
          <p:cNvSpPr/>
          <p:nvPr/>
        </p:nvSpPr>
        <p:spPr>
          <a:xfrm>
            <a:off x="3563888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7EA8E5-1AFE-4D3E-9793-FD7909C76405}"/>
              </a:ext>
            </a:extLst>
          </p:cNvPr>
          <p:cNvSpPr/>
          <p:nvPr/>
        </p:nvSpPr>
        <p:spPr>
          <a:xfrm>
            <a:off x="5652121" y="4367379"/>
            <a:ext cx="1872208" cy="307777"/>
          </a:xfrm>
          <a:prstGeom prst="roundRect">
            <a:avLst>
              <a:gd name="adj" fmla="val 2500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Zookeeper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6D47E7-F697-405F-96B3-B9D5BB94E2EE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521268"/>
            <a:ext cx="23147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7B25373-50AE-467C-BEDE-1C8BBBA044B7}"/>
              </a:ext>
            </a:extLst>
          </p:cNvPr>
          <p:cNvSpPr/>
          <p:nvPr/>
        </p:nvSpPr>
        <p:spPr>
          <a:xfrm>
            <a:off x="103008" y="1097549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8B6FFC3F-0F73-42FC-B7A4-25773E49456F}"/>
              </a:ext>
            </a:extLst>
          </p:cNvPr>
          <p:cNvSpPr/>
          <p:nvPr/>
        </p:nvSpPr>
        <p:spPr>
          <a:xfrm>
            <a:off x="103008" y="2170311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6A56D844-3A39-4FAE-88C9-72BB2432EFE4}"/>
              </a:ext>
            </a:extLst>
          </p:cNvPr>
          <p:cNvSpPr/>
          <p:nvPr/>
        </p:nvSpPr>
        <p:spPr>
          <a:xfrm>
            <a:off x="103008" y="3243073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9F07D10F-C9DC-4075-B58E-8556A0E71E12}"/>
              </a:ext>
            </a:extLst>
          </p:cNvPr>
          <p:cNvSpPr/>
          <p:nvPr/>
        </p:nvSpPr>
        <p:spPr>
          <a:xfrm>
            <a:off x="7740352" y="771550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4D72DD1-FC8F-46BA-A10C-BF650166CC54}"/>
              </a:ext>
            </a:extLst>
          </p:cNvPr>
          <p:cNvSpPr/>
          <p:nvPr/>
        </p:nvSpPr>
        <p:spPr>
          <a:xfrm>
            <a:off x="7740352" y="1844312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B</a:t>
            </a:r>
            <a:endParaRPr lang="ko-KR" altLang="en-US" sz="100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FB5091D-D8F5-49D3-87E6-8E7244392DF0}"/>
              </a:ext>
            </a:extLst>
          </p:cNvPr>
          <p:cNvSpPr/>
          <p:nvPr/>
        </p:nvSpPr>
        <p:spPr>
          <a:xfrm>
            <a:off x="7740352" y="2917074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C</a:t>
            </a:r>
            <a:endParaRPr lang="ko-KR" altLang="en-US" sz="1000" dirty="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C76F3D5-D69D-4D9F-B170-171D7880608F}"/>
              </a:ext>
            </a:extLst>
          </p:cNvPr>
          <p:cNvSpPr/>
          <p:nvPr/>
        </p:nvSpPr>
        <p:spPr>
          <a:xfrm>
            <a:off x="7740352" y="3435846"/>
            <a:ext cx="1141178" cy="416434"/>
          </a:xfrm>
          <a:prstGeom prst="roundRect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 D</a:t>
            </a:r>
            <a:endParaRPr lang="ko-KR" altLang="en-US" sz="10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EAE1B70-5925-437E-B3CF-A9707C4A4B15}"/>
              </a:ext>
            </a:extLst>
          </p:cNvPr>
          <p:cNvCxnSpPr>
            <a:stCxn id="38" idx="3"/>
          </p:cNvCxnSpPr>
          <p:nvPr/>
        </p:nvCxnSpPr>
        <p:spPr>
          <a:xfrm flipV="1">
            <a:off x="1244186" y="925392"/>
            <a:ext cx="447494" cy="380374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16B2F5D9-D4F3-4913-A76F-99B16F098429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3131840" y="943675"/>
            <a:ext cx="4608512" cy="3609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F23508B-8B5C-4448-91E4-DC33AAB63548}"/>
              </a:ext>
            </a:extLst>
          </p:cNvPr>
          <p:cNvCxnSpPr>
            <a:cxnSpLocks/>
            <a:stCxn id="78" idx="3"/>
            <a:endCxn id="63" idx="1"/>
          </p:cNvCxnSpPr>
          <p:nvPr/>
        </p:nvCxnSpPr>
        <p:spPr>
          <a:xfrm flipV="1">
            <a:off x="1244186" y="2036081"/>
            <a:ext cx="2535726" cy="342447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6B73E2E-C8B7-4DE1-AF83-054237B73542}"/>
              </a:ext>
            </a:extLst>
          </p:cNvPr>
          <p:cNvCxnSpPr>
            <a:cxnSpLocks/>
            <a:stCxn id="63" idx="3"/>
            <a:endCxn id="82" idx="1"/>
          </p:cNvCxnSpPr>
          <p:nvPr/>
        </p:nvCxnSpPr>
        <p:spPr>
          <a:xfrm>
            <a:off x="5220072" y="2036081"/>
            <a:ext cx="2520280" cy="1644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170D7608-5335-4604-8903-F2580A0F999D}"/>
              </a:ext>
            </a:extLst>
          </p:cNvPr>
          <p:cNvCxnSpPr>
            <a:cxnSpLocks/>
            <a:stCxn id="65" idx="3"/>
            <a:endCxn id="83" idx="1"/>
          </p:cNvCxnSpPr>
          <p:nvPr/>
        </p:nvCxnSpPr>
        <p:spPr>
          <a:xfrm flipV="1">
            <a:off x="5220072" y="3125291"/>
            <a:ext cx="2520280" cy="335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B4E168C-AEBA-46E6-B446-75CCD2E90006}"/>
              </a:ext>
            </a:extLst>
          </p:cNvPr>
          <p:cNvCxnSpPr>
            <a:cxnSpLocks/>
            <a:stCxn id="57" idx="3"/>
            <a:endCxn id="84" idx="1"/>
          </p:cNvCxnSpPr>
          <p:nvPr/>
        </p:nvCxnSpPr>
        <p:spPr>
          <a:xfrm>
            <a:off x="3131840" y="3525033"/>
            <a:ext cx="4608512" cy="11903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1AEBCC0-223F-40D1-9805-D8C633B2C57F}"/>
              </a:ext>
            </a:extLst>
          </p:cNvPr>
          <p:cNvCxnSpPr>
            <a:cxnSpLocks/>
            <a:stCxn id="80" idx="3"/>
            <a:endCxn id="57" idx="1"/>
          </p:cNvCxnSpPr>
          <p:nvPr/>
        </p:nvCxnSpPr>
        <p:spPr>
          <a:xfrm>
            <a:off x="1244186" y="3451290"/>
            <a:ext cx="447494" cy="73743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19F185-4478-453E-B72F-A49F6B802877}"/>
              </a:ext>
            </a:extLst>
          </p:cNvPr>
          <p:cNvCxnSpPr>
            <a:cxnSpLocks/>
            <a:stCxn id="61" idx="3"/>
            <a:endCxn id="81" idx="1"/>
          </p:cNvCxnSpPr>
          <p:nvPr/>
        </p:nvCxnSpPr>
        <p:spPr>
          <a:xfrm flipV="1">
            <a:off x="5220072" y="979767"/>
            <a:ext cx="2520280" cy="311838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354D825F-17E5-4991-B901-9EC60D9D2134}"/>
              </a:ext>
            </a:extLst>
          </p:cNvPr>
          <p:cNvCxnSpPr>
            <a:cxnSpLocks/>
            <a:stCxn id="38" idx="3"/>
            <a:endCxn id="61" idx="1"/>
          </p:cNvCxnSpPr>
          <p:nvPr/>
        </p:nvCxnSpPr>
        <p:spPr>
          <a:xfrm flipV="1">
            <a:off x="1244186" y="1291605"/>
            <a:ext cx="2535726" cy="1416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CB5616E-2899-4C96-A38F-F0EF613B5486}"/>
              </a:ext>
            </a:extLst>
          </p:cNvPr>
          <p:cNvCxnSpPr>
            <a:cxnSpLocks/>
            <a:stCxn id="80" idx="3"/>
            <a:endCxn id="65" idx="1"/>
          </p:cNvCxnSpPr>
          <p:nvPr/>
        </p:nvCxnSpPr>
        <p:spPr>
          <a:xfrm flipV="1">
            <a:off x="1244186" y="3158821"/>
            <a:ext cx="2535726" cy="292469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5647069-E83F-405E-AD50-37D4813294FF}"/>
              </a:ext>
            </a:extLst>
          </p:cNvPr>
          <p:cNvCxnSpPr>
            <a:cxnSpLocks/>
            <a:stCxn id="80" idx="3"/>
            <a:endCxn id="55" idx="1"/>
          </p:cNvCxnSpPr>
          <p:nvPr/>
        </p:nvCxnSpPr>
        <p:spPr>
          <a:xfrm flipV="1">
            <a:off x="1244186" y="2792609"/>
            <a:ext cx="447494" cy="658681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FECA8B0C-1C50-410E-B833-FE364F07E4CC}"/>
              </a:ext>
            </a:extLst>
          </p:cNvPr>
          <p:cNvCxnSpPr>
            <a:cxnSpLocks/>
            <a:stCxn id="55" idx="3"/>
            <a:endCxn id="83" idx="1"/>
          </p:cNvCxnSpPr>
          <p:nvPr/>
        </p:nvCxnSpPr>
        <p:spPr>
          <a:xfrm>
            <a:off x="3131840" y="2792609"/>
            <a:ext cx="4608512" cy="332682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61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5A1E23-5E49-6966-49AD-DDAC55E525EC}"/>
              </a:ext>
            </a:extLst>
          </p:cNvPr>
          <p:cNvGrpSpPr/>
          <p:nvPr/>
        </p:nvGrpSpPr>
        <p:grpSpPr>
          <a:xfrm>
            <a:off x="251520" y="843558"/>
            <a:ext cx="8424936" cy="3960440"/>
            <a:chOff x="251520" y="843558"/>
            <a:chExt cx="8424937" cy="3960438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76732FE-6C9D-4444-AFDA-801EE5F981CB}"/>
                </a:ext>
              </a:extLst>
            </p:cNvPr>
            <p:cNvSpPr/>
            <p:nvPr/>
          </p:nvSpPr>
          <p:spPr>
            <a:xfrm>
              <a:off x="2598476" y="843558"/>
              <a:ext cx="1728192" cy="352359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Producer A</a:t>
              </a:r>
              <a:endParaRPr lang="ko-KR" altLang="en-US" sz="12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3605E7C-158D-49F1-8506-CEF09E8CC589}"/>
                </a:ext>
              </a:extLst>
            </p:cNvPr>
            <p:cNvSpPr/>
            <p:nvPr/>
          </p:nvSpPr>
          <p:spPr>
            <a:xfrm>
              <a:off x="1425785" y="1466034"/>
              <a:ext cx="1971950" cy="1644344"/>
            </a:xfrm>
            <a:prstGeom prst="roundRect">
              <a:avLst>
                <a:gd name="adj" fmla="val 4182"/>
              </a:avLst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/>
                <a:t>Topic A</a:t>
              </a:r>
              <a:endParaRPr lang="ko-KR" altLang="en-US" sz="12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22E7F032-13ED-4575-8F3C-092CC530ABC3}"/>
                </a:ext>
              </a:extLst>
            </p:cNvPr>
            <p:cNvSpPr/>
            <p:nvPr/>
          </p:nvSpPr>
          <p:spPr>
            <a:xfrm>
              <a:off x="1590114" y="1810122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0</a:t>
              </a:r>
              <a:endParaRPr lang="ko-KR" altLang="en-US" sz="12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F001E3F-CC52-44A6-A024-1F8E5EEE3BE4}"/>
                </a:ext>
              </a:extLst>
            </p:cNvPr>
            <p:cNvSpPr/>
            <p:nvPr/>
          </p:nvSpPr>
          <p:spPr>
            <a:xfrm>
              <a:off x="1590114" y="2233243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1</a:t>
              </a:r>
              <a:endParaRPr lang="ko-KR" altLang="en-US" sz="12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81D51EEF-881E-4D40-8D97-72F8E211014A}"/>
                </a:ext>
              </a:extLst>
            </p:cNvPr>
            <p:cNvSpPr/>
            <p:nvPr/>
          </p:nvSpPr>
          <p:spPr>
            <a:xfrm>
              <a:off x="3478014" y="1466034"/>
              <a:ext cx="1971950" cy="1644344"/>
            </a:xfrm>
            <a:prstGeom prst="roundRect">
              <a:avLst>
                <a:gd name="adj" fmla="val 4549"/>
              </a:avLst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/>
                <a:t>Topic B</a:t>
              </a:r>
              <a:endParaRPr lang="ko-KR" altLang="en-US" sz="12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89E45E1E-4A30-418C-8291-338E06F96508}"/>
                </a:ext>
              </a:extLst>
            </p:cNvPr>
            <p:cNvSpPr/>
            <p:nvPr/>
          </p:nvSpPr>
          <p:spPr>
            <a:xfrm>
              <a:off x="3642343" y="1810122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0</a:t>
              </a:r>
              <a:endParaRPr lang="ko-KR" altLang="en-US" sz="12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6BB1E2A6-F8AC-4742-9A35-2BCFEFE7A7A2}"/>
                </a:ext>
              </a:extLst>
            </p:cNvPr>
            <p:cNvSpPr/>
            <p:nvPr/>
          </p:nvSpPr>
          <p:spPr>
            <a:xfrm>
              <a:off x="5552198" y="1463882"/>
              <a:ext cx="1971950" cy="1644344"/>
            </a:xfrm>
            <a:prstGeom prst="roundRect">
              <a:avLst>
                <a:gd name="adj" fmla="val 4549"/>
              </a:avLst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/>
                <a:t>Topic C</a:t>
              </a:r>
              <a:endParaRPr lang="ko-KR" altLang="en-US" sz="12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FDAC04C-F226-479C-9859-26AEF1618706}"/>
                </a:ext>
              </a:extLst>
            </p:cNvPr>
            <p:cNvSpPr/>
            <p:nvPr/>
          </p:nvSpPr>
          <p:spPr>
            <a:xfrm>
              <a:off x="5716527" y="2654213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2</a:t>
              </a:r>
              <a:endParaRPr lang="ko-KR" altLang="en-US" sz="12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2065A45-3266-4048-8877-6D7DD86DDD4C}"/>
                </a:ext>
              </a:extLst>
            </p:cNvPr>
            <p:cNvSpPr/>
            <p:nvPr/>
          </p:nvSpPr>
          <p:spPr>
            <a:xfrm>
              <a:off x="5716527" y="1807970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0</a:t>
              </a:r>
              <a:endParaRPr lang="ko-KR" altLang="en-US" sz="12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A16C0C38-1A4E-4076-BFA7-5677521083BC}"/>
                </a:ext>
              </a:extLst>
            </p:cNvPr>
            <p:cNvSpPr/>
            <p:nvPr/>
          </p:nvSpPr>
          <p:spPr>
            <a:xfrm>
              <a:off x="5716527" y="2231093"/>
              <a:ext cx="1643293" cy="301904"/>
            </a:xfrm>
            <a:prstGeom prst="roundRect">
              <a:avLst>
                <a:gd name="adj" fmla="val 14105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Partition 1</a:t>
              </a:r>
              <a:endParaRPr lang="ko-KR" altLang="en-US" sz="12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E95C71DC-3DAE-4BE3-B333-BA03C3FF760A}"/>
                </a:ext>
              </a:extLst>
            </p:cNvPr>
            <p:cNvSpPr/>
            <p:nvPr/>
          </p:nvSpPr>
          <p:spPr>
            <a:xfrm>
              <a:off x="4650704" y="843558"/>
              <a:ext cx="1728192" cy="352359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Producer B</a:t>
              </a:r>
              <a:endParaRPr lang="ko-KR" altLang="en-US" sz="12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B4DDE75-056E-4249-BD12-0F81EF6C02B5}"/>
                </a:ext>
              </a:extLst>
            </p:cNvPr>
            <p:cNvSpPr/>
            <p:nvPr/>
          </p:nvSpPr>
          <p:spPr>
            <a:xfrm>
              <a:off x="251520" y="4081350"/>
              <a:ext cx="2052228" cy="722646"/>
            </a:xfrm>
            <a:prstGeom prst="roundRect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ko-KR" sz="1200" dirty="0"/>
                <a:t>Consumer Group A</a:t>
              </a:r>
              <a:endParaRPr lang="ko-KR" altLang="en-US" sz="12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1FDAD9F0-B585-4776-8EFF-1B3B1CDDDF15}"/>
                </a:ext>
              </a:extLst>
            </p:cNvPr>
            <p:cNvSpPr/>
            <p:nvPr/>
          </p:nvSpPr>
          <p:spPr>
            <a:xfrm>
              <a:off x="405678" y="4181020"/>
              <a:ext cx="1743912" cy="337429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Consumer A</a:t>
              </a:r>
              <a:endParaRPr lang="ko-KR" altLang="en-US" sz="1200" dirty="0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4EFA6A44-B3D5-43F1-BE2A-9B5BE681D580}"/>
                </a:ext>
              </a:extLst>
            </p:cNvPr>
            <p:cNvSpPr/>
            <p:nvPr/>
          </p:nvSpPr>
          <p:spPr>
            <a:xfrm>
              <a:off x="2501770" y="4081350"/>
              <a:ext cx="2052228" cy="722646"/>
            </a:xfrm>
            <a:prstGeom prst="roundRect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ko-KR" sz="1200" dirty="0"/>
                <a:t>Consumer Group B</a:t>
              </a:r>
              <a:endParaRPr lang="ko-KR" altLang="en-US" sz="1200" dirty="0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0D04AF20-0AE7-4278-A777-83004129ACF2}"/>
                </a:ext>
              </a:extLst>
            </p:cNvPr>
            <p:cNvSpPr/>
            <p:nvPr/>
          </p:nvSpPr>
          <p:spPr>
            <a:xfrm>
              <a:off x="2655929" y="4181020"/>
              <a:ext cx="1743912" cy="337429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Consumer B</a:t>
              </a:r>
              <a:endParaRPr lang="ko-KR" altLang="en-US" sz="12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5230FF1A-8A8B-461A-A6A7-E411A0A0385F}"/>
                </a:ext>
              </a:extLst>
            </p:cNvPr>
            <p:cNvSpPr/>
            <p:nvPr/>
          </p:nvSpPr>
          <p:spPr>
            <a:xfrm>
              <a:off x="4752021" y="4081350"/>
              <a:ext cx="3924436" cy="722646"/>
            </a:xfrm>
            <a:prstGeom prst="roundRect">
              <a:avLst/>
            </a:prstGeom>
            <a:ln w="127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altLang="ko-KR" sz="1200" dirty="0"/>
                <a:t>Consumer Group C</a:t>
              </a:r>
              <a:endParaRPr lang="ko-KR" altLang="en-US" sz="1200" dirty="0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B9B68B6-E172-4ADF-93FA-97134AB47BF3}"/>
                </a:ext>
              </a:extLst>
            </p:cNvPr>
            <p:cNvSpPr/>
            <p:nvPr/>
          </p:nvSpPr>
          <p:spPr>
            <a:xfrm>
              <a:off x="4906179" y="4179089"/>
              <a:ext cx="1743912" cy="339362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Consumer C</a:t>
              </a:r>
              <a:endParaRPr lang="ko-KR" altLang="en-US" sz="12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622663F-E44E-4474-90DF-2A71A36BD857}"/>
                </a:ext>
              </a:extLst>
            </p:cNvPr>
            <p:cNvSpPr/>
            <p:nvPr/>
          </p:nvSpPr>
          <p:spPr>
            <a:xfrm>
              <a:off x="6804248" y="4173760"/>
              <a:ext cx="1743912" cy="344691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Consumer D</a:t>
              </a:r>
              <a:endParaRPr lang="ko-KR" altLang="en-US" sz="1200" dirty="0"/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D37954FE-ED75-4B04-B330-707801592D9F}"/>
                </a:ext>
              </a:extLst>
            </p:cNvPr>
            <p:cNvCxnSpPr>
              <a:cxnSpLocks/>
              <a:stCxn id="3" idx="2"/>
              <a:endCxn id="13" idx="0"/>
            </p:cNvCxnSpPr>
            <p:nvPr/>
          </p:nvCxnSpPr>
          <p:spPr>
            <a:xfrm flipH="1">
              <a:off x="2411760" y="1195917"/>
              <a:ext cx="1050812" cy="61420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32C35FF-43F2-4928-AF4D-11225986EF96}"/>
                </a:ext>
              </a:extLst>
            </p:cNvPr>
            <p:cNvCxnSpPr>
              <a:cxnSpLocks/>
              <a:stCxn id="3" idx="2"/>
              <a:endCxn id="19" idx="0"/>
            </p:cNvCxnSpPr>
            <p:nvPr/>
          </p:nvCxnSpPr>
          <p:spPr>
            <a:xfrm>
              <a:off x="3462572" y="1195917"/>
              <a:ext cx="1001415" cy="61420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DCAB02C9-3F14-4BCC-8B1D-445A946DFD7B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>
              <a:off x="5514800" y="1195917"/>
              <a:ext cx="1023372" cy="10351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CE43D067-EFC5-4361-9604-E0A658584C58}"/>
                </a:ext>
              </a:extLst>
            </p:cNvPr>
            <p:cNvCxnSpPr>
              <a:cxnSpLocks/>
              <a:stCxn id="26" idx="2"/>
              <a:endCxn id="23" idx="0"/>
            </p:cNvCxnSpPr>
            <p:nvPr/>
          </p:nvCxnSpPr>
          <p:spPr>
            <a:xfrm>
              <a:off x="5514800" y="1195917"/>
              <a:ext cx="1023372" cy="145829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화살표 연결선 99">
              <a:extLst>
                <a:ext uri="{FF2B5EF4-FFF2-40B4-BE49-F238E27FC236}">
                  <a16:creationId xmlns:a16="http://schemas.microsoft.com/office/drawing/2014/main" id="{B02BE40B-5F79-4FDF-B65E-130CE8274CB2}"/>
                </a:ext>
              </a:extLst>
            </p:cNvPr>
            <p:cNvCxnSpPr>
              <a:cxnSpLocks/>
              <a:stCxn id="23" idx="2"/>
              <a:endCxn id="41" idx="0"/>
            </p:cNvCxnSpPr>
            <p:nvPr/>
          </p:nvCxnSpPr>
          <p:spPr>
            <a:xfrm>
              <a:off x="6538173" y="2956117"/>
              <a:ext cx="1138032" cy="121764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1E58488C-3C29-47B9-A59C-03896480B5DB}"/>
                </a:ext>
              </a:extLst>
            </p:cNvPr>
            <p:cNvCxnSpPr>
              <a:cxnSpLocks/>
              <a:stCxn id="25" idx="2"/>
              <a:endCxn id="41" idx="0"/>
            </p:cNvCxnSpPr>
            <p:nvPr/>
          </p:nvCxnSpPr>
          <p:spPr>
            <a:xfrm>
              <a:off x="6538173" y="2532997"/>
              <a:ext cx="1138032" cy="164076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FE3EABF-FDD9-4BF7-BF55-3A40EBCC6292}"/>
                </a:ext>
              </a:extLst>
            </p:cNvPr>
            <p:cNvCxnSpPr>
              <a:cxnSpLocks/>
              <a:stCxn id="19" idx="2"/>
              <a:endCxn id="38" idx="0"/>
            </p:cNvCxnSpPr>
            <p:nvPr/>
          </p:nvCxnSpPr>
          <p:spPr>
            <a:xfrm flipH="1">
              <a:off x="3527884" y="2112026"/>
              <a:ext cx="936104" cy="206899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1C14E7C3-E3F0-4114-8328-52EC5812BB4F}"/>
                </a:ext>
              </a:extLst>
            </p:cNvPr>
            <p:cNvCxnSpPr>
              <a:cxnSpLocks/>
              <a:stCxn id="3" idx="2"/>
              <a:endCxn id="14" idx="0"/>
            </p:cNvCxnSpPr>
            <p:nvPr/>
          </p:nvCxnSpPr>
          <p:spPr>
            <a:xfrm flipH="1">
              <a:off x="2411760" y="1195917"/>
              <a:ext cx="1050812" cy="103732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8E5603FF-361F-4F8C-86B9-B59035D725D6}"/>
                </a:ext>
              </a:extLst>
            </p:cNvPr>
            <p:cNvCxnSpPr>
              <a:cxnSpLocks/>
              <a:stCxn id="24" idx="2"/>
              <a:endCxn id="40" idx="0"/>
            </p:cNvCxnSpPr>
            <p:nvPr/>
          </p:nvCxnSpPr>
          <p:spPr>
            <a:xfrm flipH="1">
              <a:off x="5778134" y="2109874"/>
              <a:ext cx="760038" cy="206921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1F0DA32C-7E98-4A65-82C7-439DE6A8B0B7}"/>
                </a:ext>
              </a:extLst>
            </p:cNvPr>
            <p:cNvCxnSpPr>
              <a:cxnSpLocks/>
              <a:stCxn id="26" idx="2"/>
              <a:endCxn id="24" idx="0"/>
            </p:cNvCxnSpPr>
            <p:nvPr/>
          </p:nvCxnSpPr>
          <p:spPr>
            <a:xfrm>
              <a:off x="5514800" y="1195917"/>
              <a:ext cx="1023372" cy="61205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2B646D07-6343-4FE7-A291-3D9A676E7510}"/>
                </a:ext>
              </a:extLst>
            </p:cNvPr>
            <p:cNvCxnSpPr>
              <a:cxnSpLocks/>
              <a:stCxn id="19" idx="2"/>
              <a:endCxn id="40" idx="0"/>
            </p:cNvCxnSpPr>
            <p:nvPr/>
          </p:nvCxnSpPr>
          <p:spPr>
            <a:xfrm>
              <a:off x="4463989" y="2112026"/>
              <a:ext cx="1314146" cy="206706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AA045BEE-4705-444E-847F-77BD2A25E367}"/>
                </a:ext>
              </a:extLst>
            </p:cNvPr>
            <p:cNvSpPr/>
            <p:nvPr/>
          </p:nvSpPr>
          <p:spPr>
            <a:xfrm>
              <a:off x="1425786" y="3114184"/>
              <a:ext cx="6098362" cy="344494"/>
            </a:xfrm>
            <a:prstGeom prst="roundRect">
              <a:avLst>
                <a:gd name="adj" fmla="val 26190"/>
              </a:avLst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Kafka Broker</a:t>
              </a:r>
              <a:endParaRPr lang="ko-KR" altLang="en-US" sz="1200" dirty="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D3FFE380-A151-4112-BCC2-A501527A5894}"/>
                </a:ext>
              </a:extLst>
            </p:cNvPr>
            <p:cNvCxnSpPr>
              <a:cxnSpLocks/>
              <a:stCxn id="14" idx="2"/>
              <a:endCxn id="28" idx="0"/>
            </p:cNvCxnSpPr>
            <p:nvPr/>
          </p:nvCxnSpPr>
          <p:spPr>
            <a:xfrm flipH="1">
              <a:off x="1277634" y="2535148"/>
              <a:ext cx="1134126" cy="164587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1E1466B0-AD3A-4D87-8168-3ED31B40A844}"/>
                </a:ext>
              </a:extLst>
            </p:cNvPr>
            <p:cNvCxnSpPr>
              <a:cxnSpLocks/>
              <a:stCxn id="13" idx="2"/>
              <a:endCxn id="28" idx="0"/>
            </p:cNvCxnSpPr>
            <p:nvPr/>
          </p:nvCxnSpPr>
          <p:spPr>
            <a:xfrm flipH="1">
              <a:off x="1277634" y="2112025"/>
              <a:ext cx="1134126" cy="206899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5AC66B3-DB03-47E5-933F-998C691C8B08}"/>
                </a:ext>
              </a:extLst>
            </p:cNvPr>
            <p:cNvSpPr/>
            <p:nvPr/>
          </p:nvSpPr>
          <p:spPr>
            <a:xfrm>
              <a:off x="1425786" y="3458876"/>
              <a:ext cx="6098362" cy="352359"/>
            </a:xfrm>
            <a:prstGeom prst="roundRect">
              <a:avLst>
                <a:gd name="adj" fmla="val 26190"/>
              </a:avLst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Zookeeper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07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AB8CE-48B6-E562-D8F3-37E701CB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156A1-5F9E-61A4-03D0-874BDDA4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12810F5-1745-0121-E045-7CC15D98A305}"/>
              </a:ext>
            </a:extLst>
          </p:cNvPr>
          <p:cNvSpPr/>
          <p:nvPr/>
        </p:nvSpPr>
        <p:spPr>
          <a:xfrm>
            <a:off x="2598476" y="843558"/>
            <a:ext cx="1728192" cy="3523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Producer A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A21BFD5-158B-DD64-470B-441C74429C94}"/>
              </a:ext>
            </a:extLst>
          </p:cNvPr>
          <p:cNvSpPr/>
          <p:nvPr/>
        </p:nvSpPr>
        <p:spPr>
          <a:xfrm>
            <a:off x="1425785" y="1466034"/>
            <a:ext cx="1971950" cy="1644345"/>
          </a:xfrm>
          <a:prstGeom prst="roundRect">
            <a:avLst>
              <a:gd name="adj" fmla="val 4182"/>
            </a:avLst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 dirty="0"/>
              <a:t>Topic A</a:t>
            </a:r>
            <a:endParaRPr lang="ko-KR" altLang="en-US" sz="14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48A4E3-A30A-27FC-D8F9-43F20C1EA7C6}"/>
              </a:ext>
            </a:extLst>
          </p:cNvPr>
          <p:cNvSpPr/>
          <p:nvPr/>
        </p:nvSpPr>
        <p:spPr>
          <a:xfrm>
            <a:off x="1590114" y="1810122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0</a:t>
            </a:r>
            <a:endParaRPr lang="ko-KR" altLang="en-US" sz="14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4E3F8C4-8E43-D823-D539-61F7526CE520}"/>
              </a:ext>
            </a:extLst>
          </p:cNvPr>
          <p:cNvSpPr/>
          <p:nvPr/>
        </p:nvSpPr>
        <p:spPr>
          <a:xfrm>
            <a:off x="1590114" y="2233244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9571A1-A9C9-FB28-EB81-28838437A53C}"/>
              </a:ext>
            </a:extLst>
          </p:cNvPr>
          <p:cNvSpPr/>
          <p:nvPr/>
        </p:nvSpPr>
        <p:spPr>
          <a:xfrm>
            <a:off x="3478013" y="1466034"/>
            <a:ext cx="1971950" cy="1644345"/>
          </a:xfrm>
          <a:prstGeom prst="roundRect">
            <a:avLst>
              <a:gd name="adj" fmla="val 4549"/>
            </a:avLst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 dirty="0"/>
              <a:t>Topic B</a:t>
            </a:r>
            <a:endParaRPr lang="ko-KR" altLang="en-US" sz="14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41EC894-CBB6-F279-6BFC-0C58931197F9}"/>
              </a:ext>
            </a:extLst>
          </p:cNvPr>
          <p:cNvSpPr/>
          <p:nvPr/>
        </p:nvSpPr>
        <p:spPr>
          <a:xfrm>
            <a:off x="3642342" y="1810122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0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228F4EA-FDAD-C596-EDEF-C2D479AD5F55}"/>
              </a:ext>
            </a:extLst>
          </p:cNvPr>
          <p:cNvSpPr/>
          <p:nvPr/>
        </p:nvSpPr>
        <p:spPr>
          <a:xfrm>
            <a:off x="5552197" y="1463883"/>
            <a:ext cx="1971950" cy="1644345"/>
          </a:xfrm>
          <a:prstGeom prst="roundRect">
            <a:avLst>
              <a:gd name="adj" fmla="val 4549"/>
            </a:avLst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400" dirty="0"/>
              <a:t>Topic C</a:t>
            </a:r>
            <a:endParaRPr lang="ko-KR" altLang="en-US" sz="14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A7B3639-536C-7EB8-1DAA-E033E39E9AB4}"/>
              </a:ext>
            </a:extLst>
          </p:cNvPr>
          <p:cNvSpPr/>
          <p:nvPr/>
        </p:nvSpPr>
        <p:spPr>
          <a:xfrm>
            <a:off x="5716526" y="2654214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2</a:t>
            </a:r>
            <a:endParaRPr lang="ko-KR" altLang="en-US" sz="14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D9DAB80-91EB-C7D8-5CC0-A3B620C6D521}"/>
              </a:ext>
            </a:extLst>
          </p:cNvPr>
          <p:cNvSpPr/>
          <p:nvPr/>
        </p:nvSpPr>
        <p:spPr>
          <a:xfrm>
            <a:off x="5716526" y="1807971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0</a:t>
            </a:r>
            <a:endParaRPr lang="ko-KR" altLang="en-US" sz="14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545EB69-B22B-590A-8C47-45DB335AD0D9}"/>
              </a:ext>
            </a:extLst>
          </p:cNvPr>
          <p:cNvSpPr/>
          <p:nvPr/>
        </p:nvSpPr>
        <p:spPr>
          <a:xfrm>
            <a:off x="5716526" y="2231093"/>
            <a:ext cx="1643292" cy="301904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Partition 1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6B49A03-E9B4-8E6A-B972-1D68124AD926}"/>
              </a:ext>
            </a:extLst>
          </p:cNvPr>
          <p:cNvSpPr/>
          <p:nvPr/>
        </p:nvSpPr>
        <p:spPr>
          <a:xfrm>
            <a:off x="4650704" y="843558"/>
            <a:ext cx="1728192" cy="3523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Producer B</a:t>
            </a:r>
            <a:endParaRPr lang="ko-KR" altLang="en-US" sz="1400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1F1C868-CA38-F341-05B6-6A6149F52CDD}"/>
              </a:ext>
            </a:extLst>
          </p:cNvPr>
          <p:cNvSpPr/>
          <p:nvPr/>
        </p:nvSpPr>
        <p:spPr>
          <a:xfrm>
            <a:off x="251520" y="4081352"/>
            <a:ext cx="2052228" cy="722646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Consumer Group A</a:t>
            </a:r>
            <a:endParaRPr lang="ko-KR" altLang="en-US" sz="14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593152B-ACC3-A294-8C5E-8CB6A4ADAD2E}"/>
              </a:ext>
            </a:extLst>
          </p:cNvPr>
          <p:cNvSpPr/>
          <p:nvPr/>
        </p:nvSpPr>
        <p:spPr>
          <a:xfrm>
            <a:off x="405678" y="4181022"/>
            <a:ext cx="1743912" cy="3374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Consumer A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C92A12-59AB-77D3-A32E-6E534EE917F0}"/>
              </a:ext>
            </a:extLst>
          </p:cNvPr>
          <p:cNvSpPr/>
          <p:nvPr/>
        </p:nvSpPr>
        <p:spPr>
          <a:xfrm>
            <a:off x="2501770" y="4081352"/>
            <a:ext cx="2052228" cy="722646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Consumer Group B</a:t>
            </a:r>
            <a:endParaRPr lang="ko-KR" altLang="en-US" sz="1400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CBBE6BD-3220-51A5-D6AA-39B212FF5C20}"/>
              </a:ext>
            </a:extLst>
          </p:cNvPr>
          <p:cNvSpPr/>
          <p:nvPr/>
        </p:nvSpPr>
        <p:spPr>
          <a:xfrm>
            <a:off x="2655928" y="4181022"/>
            <a:ext cx="1743912" cy="3374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Consumer B</a:t>
            </a:r>
            <a:endParaRPr lang="ko-KR" altLang="en-US" sz="140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4DEFFD4-6CDC-073A-09C3-76EDA1AB5BF5}"/>
              </a:ext>
            </a:extLst>
          </p:cNvPr>
          <p:cNvSpPr/>
          <p:nvPr/>
        </p:nvSpPr>
        <p:spPr>
          <a:xfrm>
            <a:off x="4752020" y="4081352"/>
            <a:ext cx="3924436" cy="722646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Consumer Group C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9FEA50B-93BA-ABAD-DB66-48A6AE42B1C8}"/>
              </a:ext>
            </a:extLst>
          </p:cNvPr>
          <p:cNvSpPr/>
          <p:nvPr/>
        </p:nvSpPr>
        <p:spPr>
          <a:xfrm>
            <a:off x="4906178" y="4179090"/>
            <a:ext cx="1743912" cy="3393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Consumer C</a:t>
            </a:r>
            <a:endParaRPr lang="ko-KR" altLang="en-US" sz="14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3BE1C28-2604-C374-A85B-7CD84AECCF75}"/>
              </a:ext>
            </a:extLst>
          </p:cNvPr>
          <p:cNvSpPr/>
          <p:nvPr/>
        </p:nvSpPr>
        <p:spPr>
          <a:xfrm>
            <a:off x="6804248" y="4173761"/>
            <a:ext cx="1743912" cy="34469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Consumer D</a:t>
            </a:r>
            <a:endParaRPr lang="ko-KR" altLang="en-US" sz="14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59FDBF5-C45C-56D8-E828-B48922BA7E72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2411760" y="1195917"/>
            <a:ext cx="1050812" cy="6142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2B7D202-1E25-AC21-0F01-6A9D166F09A2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>
            <a:off x="3462572" y="1195917"/>
            <a:ext cx="1001416" cy="6142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3CFED42-EC06-FBF9-2821-33FC9056D631}"/>
              </a:ext>
            </a:extLst>
          </p:cNvPr>
          <p:cNvCxnSpPr>
            <a:cxnSpLocks/>
            <a:stCxn id="26" idx="2"/>
            <a:endCxn id="25" idx="0"/>
          </p:cNvCxnSpPr>
          <p:nvPr/>
        </p:nvCxnSpPr>
        <p:spPr>
          <a:xfrm>
            <a:off x="5514800" y="1195917"/>
            <a:ext cx="1023372" cy="103517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8A95CC6-FFA3-E784-2D50-DC27234B2FE5}"/>
              </a:ext>
            </a:extLst>
          </p:cNvPr>
          <p:cNvCxnSpPr>
            <a:cxnSpLocks/>
            <a:stCxn id="26" idx="2"/>
            <a:endCxn id="23" idx="0"/>
          </p:cNvCxnSpPr>
          <p:nvPr/>
        </p:nvCxnSpPr>
        <p:spPr>
          <a:xfrm>
            <a:off x="5514800" y="1195917"/>
            <a:ext cx="1023372" cy="145829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9049B8FD-5725-FB5C-01EF-ED8C9AC198FE}"/>
              </a:ext>
            </a:extLst>
          </p:cNvPr>
          <p:cNvCxnSpPr>
            <a:cxnSpLocks/>
            <a:stCxn id="23" idx="2"/>
            <a:endCxn id="41" idx="0"/>
          </p:cNvCxnSpPr>
          <p:nvPr/>
        </p:nvCxnSpPr>
        <p:spPr>
          <a:xfrm>
            <a:off x="6538172" y="2956118"/>
            <a:ext cx="1138032" cy="121764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FF824B2-B64A-4E00-4202-8253D7333F42}"/>
              </a:ext>
            </a:extLst>
          </p:cNvPr>
          <p:cNvCxnSpPr>
            <a:cxnSpLocks/>
            <a:stCxn id="25" idx="2"/>
            <a:endCxn id="41" idx="0"/>
          </p:cNvCxnSpPr>
          <p:nvPr/>
        </p:nvCxnSpPr>
        <p:spPr>
          <a:xfrm>
            <a:off x="6538172" y="2532997"/>
            <a:ext cx="1138032" cy="16407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7FBA808-8B6A-4047-76A3-6F34119722CB}"/>
              </a:ext>
            </a:extLst>
          </p:cNvPr>
          <p:cNvCxnSpPr>
            <a:cxnSpLocks/>
            <a:stCxn id="19" idx="2"/>
            <a:endCxn id="38" idx="0"/>
          </p:cNvCxnSpPr>
          <p:nvPr/>
        </p:nvCxnSpPr>
        <p:spPr>
          <a:xfrm flipH="1">
            <a:off x="3527884" y="2112026"/>
            <a:ext cx="936104" cy="206899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F35C36F-2B13-74D5-B9DF-F4C5C87004AA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 flipH="1">
            <a:off x="2411760" y="1195917"/>
            <a:ext cx="1050812" cy="10373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3AA9FCE-2CD9-61E0-41AF-2572936623CC}"/>
              </a:ext>
            </a:extLst>
          </p:cNvPr>
          <p:cNvCxnSpPr>
            <a:cxnSpLocks/>
            <a:stCxn id="24" idx="2"/>
            <a:endCxn id="40" idx="0"/>
          </p:cNvCxnSpPr>
          <p:nvPr/>
        </p:nvCxnSpPr>
        <p:spPr>
          <a:xfrm flipH="1">
            <a:off x="5778134" y="2109875"/>
            <a:ext cx="760038" cy="206921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3B98E58-1089-D447-680E-AEEE3C897424}"/>
              </a:ext>
            </a:extLst>
          </p:cNvPr>
          <p:cNvCxnSpPr>
            <a:cxnSpLocks/>
            <a:stCxn id="26" idx="2"/>
            <a:endCxn id="24" idx="0"/>
          </p:cNvCxnSpPr>
          <p:nvPr/>
        </p:nvCxnSpPr>
        <p:spPr>
          <a:xfrm>
            <a:off x="5514800" y="1195917"/>
            <a:ext cx="1023372" cy="6120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9BCFBBE-E144-B4F0-C057-C7A0072F3F27}"/>
              </a:ext>
            </a:extLst>
          </p:cNvPr>
          <p:cNvCxnSpPr>
            <a:cxnSpLocks/>
            <a:stCxn id="19" idx="2"/>
            <a:endCxn id="40" idx="0"/>
          </p:cNvCxnSpPr>
          <p:nvPr/>
        </p:nvCxnSpPr>
        <p:spPr>
          <a:xfrm>
            <a:off x="4463988" y="2112026"/>
            <a:ext cx="1314146" cy="206706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3D73302-86C4-9E05-31C9-D4A769C3D9A7}"/>
              </a:ext>
            </a:extLst>
          </p:cNvPr>
          <p:cNvSpPr/>
          <p:nvPr/>
        </p:nvSpPr>
        <p:spPr>
          <a:xfrm>
            <a:off x="1425786" y="3114185"/>
            <a:ext cx="6098362" cy="344494"/>
          </a:xfrm>
          <a:prstGeom prst="roundRect">
            <a:avLst>
              <a:gd name="adj" fmla="val 2619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Kafka Broker</a:t>
            </a:r>
            <a:endParaRPr lang="ko-KR" altLang="en-US" sz="14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6EE1A4B-9C4D-745C-41FB-E4224B37833C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 flipH="1">
            <a:off x="1277634" y="2535148"/>
            <a:ext cx="1134126" cy="164587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A33252E-B300-E763-1D9F-1A2AF3980EF4}"/>
              </a:ext>
            </a:extLst>
          </p:cNvPr>
          <p:cNvCxnSpPr>
            <a:cxnSpLocks/>
            <a:stCxn id="13" idx="2"/>
            <a:endCxn id="28" idx="0"/>
          </p:cNvCxnSpPr>
          <p:nvPr/>
        </p:nvCxnSpPr>
        <p:spPr>
          <a:xfrm flipH="1">
            <a:off x="1277634" y="2112026"/>
            <a:ext cx="1134126" cy="206899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4370345-2860-F0C0-15D3-6055A00C7AC6}"/>
              </a:ext>
            </a:extLst>
          </p:cNvPr>
          <p:cNvSpPr/>
          <p:nvPr/>
        </p:nvSpPr>
        <p:spPr>
          <a:xfrm>
            <a:off x="1425786" y="3458876"/>
            <a:ext cx="6098362" cy="352359"/>
          </a:xfrm>
          <a:prstGeom prst="roundRect">
            <a:avLst>
              <a:gd name="adj" fmla="val 26190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Zookeeper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4469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797D-73AB-EC99-9FF4-5FFAD184F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9310C-D83D-2A77-42B3-34439919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Partition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B70587-9DB1-4C07-1B69-7F54BA7096EE}"/>
              </a:ext>
            </a:extLst>
          </p:cNvPr>
          <p:cNvSpPr txBox="1"/>
          <p:nvPr/>
        </p:nvSpPr>
        <p:spPr>
          <a:xfrm>
            <a:off x="3938311" y="1705858"/>
            <a:ext cx="14558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/>
              <a:t>Topic C</a:t>
            </a:r>
            <a:endParaRPr lang="ko-KR" altLang="en-US" sz="1600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D16043-0A4E-6760-1DC5-A588AB2D8A3B}"/>
              </a:ext>
            </a:extLst>
          </p:cNvPr>
          <p:cNvSpPr txBox="1"/>
          <p:nvPr/>
        </p:nvSpPr>
        <p:spPr>
          <a:xfrm>
            <a:off x="1187624" y="2073501"/>
            <a:ext cx="1455880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Partition 0</a:t>
            </a:r>
          </a:p>
          <a:p>
            <a:pPr algn="ctr"/>
            <a:r>
              <a:rPr lang="en-US" altLang="ko-KR" sz="1100"/>
              <a:t>Group C : 8</a:t>
            </a:r>
            <a:endParaRPr lang="ko-KR" altLang="en-US" sz="11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BFF3D8-14A0-FA17-FC5C-59A1F625459B}"/>
              </a:ext>
            </a:extLst>
          </p:cNvPr>
          <p:cNvSpPr txBox="1"/>
          <p:nvPr/>
        </p:nvSpPr>
        <p:spPr>
          <a:xfrm>
            <a:off x="1187624" y="2919050"/>
            <a:ext cx="1455880" cy="477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Partition 1</a:t>
            </a:r>
          </a:p>
          <a:p>
            <a:pPr algn="ctr"/>
            <a:r>
              <a:rPr lang="en-US" altLang="ko-KR" sz="1100"/>
              <a:t>Group C : 3</a:t>
            </a:r>
            <a:endParaRPr lang="ko-KR" altLang="en-US" sz="11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17897C3-A9B7-2C18-9473-E7B27F8711AC}"/>
              </a:ext>
            </a:extLst>
          </p:cNvPr>
          <p:cNvSpPr txBox="1"/>
          <p:nvPr/>
        </p:nvSpPr>
        <p:spPr>
          <a:xfrm>
            <a:off x="1187624" y="3720775"/>
            <a:ext cx="1455880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Partition 2</a:t>
            </a:r>
          </a:p>
          <a:p>
            <a:pPr algn="ctr"/>
            <a:r>
              <a:rPr lang="en-US" altLang="ko-KR" sz="1100"/>
              <a:t>Group C : 4</a:t>
            </a:r>
            <a:endParaRPr lang="ko-KR" altLang="en-US" sz="11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895148-95D2-6065-D566-5BFDDA9200D3}"/>
              </a:ext>
            </a:extLst>
          </p:cNvPr>
          <p:cNvSpPr/>
          <p:nvPr/>
        </p:nvSpPr>
        <p:spPr>
          <a:xfrm>
            <a:off x="2483768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6E39B2-88E9-7324-DE8C-7B1D0F1BBD97}"/>
              </a:ext>
            </a:extLst>
          </p:cNvPr>
          <p:cNvSpPr/>
          <p:nvPr/>
        </p:nvSpPr>
        <p:spPr>
          <a:xfrm>
            <a:off x="2889631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A0DBFE1-12F2-CA78-2FF2-A92AE81A388F}"/>
              </a:ext>
            </a:extLst>
          </p:cNvPr>
          <p:cNvSpPr/>
          <p:nvPr/>
        </p:nvSpPr>
        <p:spPr>
          <a:xfrm>
            <a:off x="3295495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28CF152-F4B8-E44E-4E2A-6FD8F2E1FF85}"/>
              </a:ext>
            </a:extLst>
          </p:cNvPr>
          <p:cNvSpPr/>
          <p:nvPr/>
        </p:nvSpPr>
        <p:spPr>
          <a:xfrm>
            <a:off x="3701358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4</a:t>
            </a:r>
            <a:endParaRPr lang="ko-KR" altLang="en-US" sz="14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58B2D5D-83A5-03AC-4D6D-49464DE53BEF}"/>
              </a:ext>
            </a:extLst>
          </p:cNvPr>
          <p:cNvSpPr/>
          <p:nvPr/>
        </p:nvSpPr>
        <p:spPr>
          <a:xfrm>
            <a:off x="4107221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5</a:t>
            </a:r>
            <a:endParaRPr lang="ko-KR" altLang="en-US" sz="14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09FE7C9-3DB3-8EE0-0290-E01329FBD1CA}"/>
              </a:ext>
            </a:extLst>
          </p:cNvPr>
          <p:cNvSpPr/>
          <p:nvPr/>
        </p:nvSpPr>
        <p:spPr>
          <a:xfrm>
            <a:off x="4513084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6</a:t>
            </a:r>
            <a:endParaRPr lang="ko-KR" altLang="en-US" sz="14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4FA62A8-80BB-8792-0B3F-7F9B1B635971}"/>
              </a:ext>
            </a:extLst>
          </p:cNvPr>
          <p:cNvSpPr/>
          <p:nvPr/>
        </p:nvSpPr>
        <p:spPr>
          <a:xfrm>
            <a:off x="4918948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7</a:t>
            </a:r>
            <a:endParaRPr lang="ko-KR" altLang="en-US" sz="14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B52B36C-5543-B16C-292B-48D370AF3D45}"/>
              </a:ext>
            </a:extLst>
          </p:cNvPr>
          <p:cNvSpPr/>
          <p:nvPr/>
        </p:nvSpPr>
        <p:spPr>
          <a:xfrm>
            <a:off x="5324811" y="2139702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8</a:t>
            </a:r>
            <a:endParaRPr lang="ko-KR" altLang="en-US" sz="140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B7D3268-4BED-5564-0194-58A5C9D3185D}"/>
              </a:ext>
            </a:extLst>
          </p:cNvPr>
          <p:cNvSpPr/>
          <p:nvPr/>
        </p:nvSpPr>
        <p:spPr>
          <a:xfrm>
            <a:off x="5730674" y="2139702"/>
            <a:ext cx="405863" cy="360040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9</a:t>
            </a:r>
            <a:endParaRPr lang="ko-KR" altLang="en-US" sz="140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5378217-2CF2-09D8-7C91-BB7C8D22FFD0}"/>
              </a:ext>
            </a:extLst>
          </p:cNvPr>
          <p:cNvSpPr/>
          <p:nvPr/>
        </p:nvSpPr>
        <p:spPr>
          <a:xfrm>
            <a:off x="6136537" y="2139702"/>
            <a:ext cx="405863" cy="360040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10</a:t>
            </a:r>
            <a:endParaRPr lang="ko-KR" altLang="en-US" sz="140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C2D9384-BB34-1050-53F1-6FAF29343FA9}"/>
              </a:ext>
            </a:extLst>
          </p:cNvPr>
          <p:cNvSpPr/>
          <p:nvPr/>
        </p:nvSpPr>
        <p:spPr>
          <a:xfrm>
            <a:off x="6542401" y="2139702"/>
            <a:ext cx="405863" cy="36004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11</a:t>
            </a:r>
            <a:endParaRPr lang="ko-KR" altLang="en-US" sz="140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19633AC-9BB9-A3EE-614E-36A1FC813EB7}"/>
              </a:ext>
            </a:extLst>
          </p:cNvPr>
          <p:cNvSpPr/>
          <p:nvPr/>
        </p:nvSpPr>
        <p:spPr>
          <a:xfrm>
            <a:off x="2483768" y="2977557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ADF62F3-46D0-E644-E031-2EBF436210FC}"/>
              </a:ext>
            </a:extLst>
          </p:cNvPr>
          <p:cNvSpPr/>
          <p:nvPr/>
        </p:nvSpPr>
        <p:spPr>
          <a:xfrm>
            <a:off x="2889631" y="2977557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FD0CBD2-EB0B-86E2-BDC3-599FBAA7ADDF}"/>
              </a:ext>
            </a:extLst>
          </p:cNvPr>
          <p:cNvSpPr/>
          <p:nvPr/>
        </p:nvSpPr>
        <p:spPr>
          <a:xfrm>
            <a:off x="3295495" y="2977557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362DEFB-0F73-199C-F8AA-6BA529AF4865}"/>
              </a:ext>
            </a:extLst>
          </p:cNvPr>
          <p:cNvSpPr/>
          <p:nvPr/>
        </p:nvSpPr>
        <p:spPr>
          <a:xfrm>
            <a:off x="3701358" y="2977557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4</a:t>
            </a:r>
            <a:endParaRPr lang="ko-KR" altLang="en-US" sz="140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C551A04-3C02-712A-1D2E-2E81DDF97234}"/>
              </a:ext>
            </a:extLst>
          </p:cNvPr>
          <p:cNvSpPr/>
          <p:nvPr/>
        </p:nvSpPr>
        <p:spPr>
          <a:xfrm>
            <a:off x="4107221" y="2977557"/>
            <a:ext cx="405863" cy="36004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5</a:t>
            </a:r>
            <a:endParaRPr lang="ko-KR" altLang="en-US" sz="1400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9D5C54EE-D4E3-44C2-1088-1FA53CF9D84A}"/>
              </a:ext>
            </a:extLst>
          </p:cNvPr>
          <p:cNvSpPr/>
          <p:nvPr/>
        </p:nvSpPr>
        <p:spPr>
          <a:xfrm>
            <a:off x="2483768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CF7910C-DB0A-032D-2E43-F3C9064DDD72}"/>
              </a:ext>
            </a:extLst>
          </p:cNvPr>
          <p:cNvSpPr/>
          <p:nvPr/>
        </p:nvSpPr>
        <p:spPr>
          <a:xfrm>
            <a:off x="2889631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7719F46-5089-AAB2-40DC-97CA0C39793A}"/>
              </a:ext>
            </a:extLst>
          </p:cNvPr>
          <p:cNvSpPr/>
          <p:nvPr/>
        </p:nvSpPr>
        <p:spPr>
          <a:xfrm>
            <a:off x="3295495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499E839-01D2-8044-B360-D2C8274BF804}"/>
              </a:ext>
            </a:extLst>
          </p:cNvPr>
          <p:cNvSpPr/>
          <p:nvPr/>
        </p:nvSpPr>
        <p:spPr>
          <a:xfrm>
            <a:off x="3701358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4</a:t>
            </a:r>
            <a:endParaRPr lang="ko-KR" altLang="en-US" sz="140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2CD7315-CC70-35C5-83C5-DA975E0E3BC5}"/>
              </a:ext>
            </a:extLst>
          </p:cNvPr>
          <p:cNvSpPr/>
          <p:nvPr/>
        </p:nvSpPr>
        <p:spPr>
          <a:xfrm>
            <a:off x="4107221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5</a:t>
            </a:r>
            <a:endParaRPr lang="ko-KR" altLang="en-US" sz="140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6BDB95D-75D7-8FA2-A335-23801EE09E75}"/>
              </a:ext>
            </a:extLst>
          </p:cNvPr>
          <p:cNvSpPr/>
          <p:nvPr/>
        </p:nvSpPr>
        <p:spPr>
          <a:xfrm>
            <a:off x="4513084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6</a:t>
            </a:r>
            <a:endParaRPr lang="ko-KR" altLang="en-US" sz="1400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BA8F1D5-A681-33A8-ACFA-4C954F11EEEB}"/>
              </a:ext>
            </a:extLst>
          </p:cNvPr>
          <p:cNvSpPr/>
          <p:nvPr/>
        </p:nvSpPr>
        <p:spPr>
          <a:xfrm>
            <a:off x="4918948" y="3795886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7</a:t>
            </a:r>
            <a:endParaRPr lang="ko-KR" altLang="en-US" sz="140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8AD7420-7691-11A3-C931-5273CEE22A32}"/>
              </a:ext>
            </a:extLst>
          </p:cNvPr>
          <p:cNvSpPr/>
          <p:nvPr/>
        </p:nvSpPr>
        <p:spPr>
          <a:xfrm>
            <a:off x="5324811" y="3795886"/>
            <a:ext cx="405863" cy="36004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8</a:t>
            </a:r>
            <a:endParaRPr lang="ko-KR" altLang="en-US" sz="140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FE984697-F48A-C28A-47D5-E57EF0BF84BE}"/>
              </a:ext>
            </a:extLst>
          </p:cNvPr>
          <p:cNvSpPr/>
          <p:nvPr/>
        </p:nvSpPr>
        <p:spPr>
          <a:xfrm>
            <a:off x="183988" y="2912044"/>
            <a:ext cx="1122025" cy="667818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Producer B</a:t>
            </a:r>
            <a:endParaRPr lang="ko-KR" altLang="en-US" sz="1400" dirty="0"/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5DCA95B0-4ECD-029B-8528-62729759C3C6}"/>
              </a:ext>
            </a:extLst>
          </p:cNvPr>
          <p:cNvSpPr/>
          <p:nvPr/>
        </p:nvSpPr>
        <p:spPr>
          <a:xfrm>
            <a:off x="7380312" y="2257618"/>
            <a:ext cx="1603460" cy="2238744"/>
          </a:xfrm>
          <a:prstGeom prst="roundRect">
            <a:avLst>
              <a:gd name="adj" fmla="val 8253"/>
            </a:avLst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Consumer Group C</a:t>
            </a:r>
            <a:endParaRPr lang="ko-KR" altLang="en-US" sz="1400" dirty="0"/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F4B8B5B3-B39E-484B-4EEC-581CF02E81DC}"/>
              </a:ext>
            </a:extLst>
          </p:cNvPr>
          <p:cNvSpPr/>
          <p:nvPr/>
        </p:nvSpPr>
        <p:spPr>
          <a:xfrm>
            <a:off x="7621028" y="2375330"/>
            <a:ext cx="1122025" cy="667818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 C</a:t>
            </a:r>
            <a:endParaRPr lang="ko-KR" altLang="en-US" sz="1400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7318F1C-45D0-43A7-1D74-309F9D576472}"/>
              </a:ext>
            </a:extLst>
          </p:cNvPr>
          <p:cNvSpPr/>
          <p:nvPr/>
        </p:nvSpPr>
        <p:spPr>
          <a:xfrm>
            <a:off x="7621029" y="3252480"/>
            <a:ext cx="1122025" cy="667818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 D</a:t>
            </a:r>
            <a:endParaRPr lang="ko-KR" altLang="en-US" sz="14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DC46E2-E4E2-E322-1555-8B1B8DA2F0A4}"/>
              </a:ext>
            </a:extLst>
          </p:cNvPr>
          <p:cNvCxnSpPr>
            <a:cxnSpLocks/>
          </p:cNvCxnSpPr>
          <p:nvPr/>
        </p:nvCxnSpPr>
        <p:spPr>
          <a:xfrm>
            <a:off x="4746384" y="4381823"/>
            <a:ext cx="432048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F150D507-F30A-0A5A-DEB6-D598C9EE9069}"/>
              </a:ext>
            </a:extLst>
          </p:cNvPr>
          <p:cNvCxnSpPr>
            <a:cxnSpLocks/>
          </p:cNvCxnSpPr>
          <p:nvPr/>
        </p:nvCxnSpPr>
        <p:spPr>
          <a:xfrm>
            <a:off x="3492610" y="4381823"/>
            <a:ext cx="43204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B47C038-C39D-4239-8A8D-9CE584AC020C}"/>
              </a:ext>
            </a:extLst>
          </p:cNvPr>
          <p:cNvSpPr txBox="1"/>
          <p:nvPr/>
        </p:nvSpPr>
        <p:spPr>
          <a:xfrm>
            <a:off x="3535805" y="4227934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Write</a:t>
            </a:r>
            <a:endParaRPr lang="ko-KR" altLang="en-US" sz="14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3FFD81C-631D-A79A-8B50-79DF36FE4213}"/>
              </a:ext>
            </a:extLst>
          </p:cNvPr>
          <p:cNvSpPr txBox="1"/>
          <p:nvPr/>
        </p:nvSpPr>
        <p:spPr>
          <a:xfrm>
            <a:off x="4761790" y="4227934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Read</a:t>
            </a:r>
            <a:endParaRPr lang="ko-KR" altLang="en-US" sz="140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7FFFAD4-D8C0-19DC-C735-A1C996DC346E}"/>
              </a:ext>
            </a:extLst>
          </p:cNvPr>
          <p:cNvSpPr/>
          <p:nvPr/>
        </p:nvSpPr>
        <p:spPr>
          <a:xfrm>
            <a:off x="183988" y="1488253"/>
            <a:ext cx="1122025" cy="667818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Producer A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F5404B-BFC4-68AB-8CC1-4737C52B5DA0}"/>
              </a:ext>
            </a:extLst>
          </p:cNvPr>
          <p:cNvSpPr txBox="1"/>
          <p:nvPr/>
        </p:nvSpPr>
        <p:spPr>
          <a:xfrm>
            <a:off x="3938311" y="627534"/>
            <a:ext cx="14558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/>
              <a:t>Topic B</a:t>
            </a:r>
            <a:endParaRPr lang="ko-KR" altLang="en-US" sz="1600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308283-BA72-999B-18D8-99037902D8DD}"/>
              </a:ext>
            </a:extLst>
          </p:cNvPr>
          <p:cNvSpPr txBox="1"/>
          <p:nvPr/>
        </p:nvSpPr>
        <p:spPr>
          <a:xfrm>
            <a:off x="1187624" y="930954"/>
            <a:ext cx="145588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Partition 0</a:t>
            </a:r>
          </a:p>
          <a:p>
            <a:pPr algn="ctr"/>
            <a:r>
              <a:rPr lang="en-US" altLang="ko-KR" sz="1100"/>
              <a:t>Group B : 6</a:t>
            </a:r>
          </a:p>
          <a:p>
            <a:pPr algn="ctr"/>
            <a:r>
              <a:rPr lang="en-US" altLang="ko-KR" sz="1100"/>
              <a:t>Group C : 4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20540E8-E0CA-625E-1D8E-321FD9BDABE9}"/>
              </a:ext>
            </a:extLst>
          </p:cNvPr>
          <p:cNvSpPr/>
          <p:nvPr/>
        </p:nvSpPr>
        <p:spPr>
          <a:xfrm>
            <a:off x="2483768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1</a:t>
            </a:r>
            <a:endParaRPr lang="ko-KR" altLang="en-US" sz="14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46F91F6-78A6-CB14-0CE7-6A9CA4C526B9}"/>
              </a:ext>
            </a:extLst>
          </p:cNvPr>
          <p:cNvSpPr/>
          <p:nvPr/>
        </p:nvSpPr>
        <p:spPr>
          <a:xfrm>
            <a:off x="2889631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endParaRPr lang="ko-KR" altLang="en-US" sz="14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72B278B-4D14-0BB8-24CE-79418D5EEAB1}"/>
              </a:ext>
            </a:extLst>
          </p:cNvPr>
          <p:cNvSpPr/>
          <p:nvPr/>
        </p:nvSpPr>
        <p:spPr>
          <a:xfrm>
            <a:off x="3295495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3</a:t>
            </a:r>
            <a:endParaRPr lang="ko-KR" altLang="en-US" sz="14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A9A28B6-58DF-F5CF-D4EC-747840E21808}"/>
              </a:ext>
            </a:extLst>
          </p:cNvPr>
          <p:cNvSpPr/>
          <p:nvPr/>
        </p:nvSpPr>
        <p:spPr>
          <a:xfrm>
            <a:off x="3701358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4</a:t>
            </a:r>
            <a:endParaRPr lang="ko-KR" altLang="en-US" sz="140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4C2C29C-C9FF-E844-6B9C-3EC7CC1BD523}"/>
              </a:ext>
            </a:extLst>
          </p:cNvPr>
          <p:cNvSpPr/>
          <p:nvPr/>
        </p:nvSpPr>
        <p:spPr>
          <a:xfrm>
            <a:off x="4107221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5</a:t>
            </a:r>
            <a:endParaRPr lang="ko-KR" altLang="en-US" sz="140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289F320-A4A9-4EC1-E95A-7A934FC15C77}"/>
              </a:ext>
            </a:extLst>
          </p:cNvPr>
          <p:cNvSpPr/>
          <p:nvPr/>
        </p:nvSpPr>
        <p:spPr>
          <a:xfrm>
            <a:off x="4513084" y="1064809"/>
            <a:ext cx="405863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6</a:t>
            </a:r>
            <a:endParaRPr lang="ko-KR" altLang="en-US" sz="140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D7FBB5-134F-00AC-F8E2-F0107D9E025D}"/>
              </a:ext>
            </a:extLst>
          </p:cNvPr>
          <p:cNvSpPr/>
          <p:nvPr/>
        </p:nvSpPr>
        <p:spPr>
          <a:xfrm>
            <a:off x="4918948" y="1064809"/>
            <a:ext cx="405863" cy="36004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7</a:t>
            </a:r>
            <a:endParaRPr lang="ko-KR" altLang="en-US" sz="140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47D2B36-B986-E909-0A64-B824EA268E98}"/>
              </a:ext>
            </a:extLst>
          </p:cNvPr>
          <p:cNvSpPr/>
          <p:nvPr/>
        </p:nvSpPr>
        <p:spPr>
          <a:xfrm>
            <a:off x="7380312" y="699542"/>
            <a:ext cx="1603460" cy="1348548"/>
          </a:xfrm>
          <a:prstGeom prst="roundRect">
            <a:avLst>
              <a:gd name="adj" fmla="val 8253"/>
            </a:avLst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Consumer </a:t>
            </a:r>
            <a:r>
              <a:rPr lang="en-US" altLang="ko-KR" sz="1400"/>
              <a:t>Group B</a:t>
            </a:r>
            <a:endParaRPr lang="ko-KR" altLang="en-US" sz="14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62764B2-0D3F-D126-2101-2064284C2890}"/>
              </a:ext>
            </a:extLst>
          </p:cNvPr>
          <p:cNvSpPr/>
          <p:nvPr/>
        </p:nvSpPr>
        <p:spPr>
          <a:xfrm>
            <a:off x="7621029" y="804208"/>
            <a:ext cx="1122025" cy="667818"/>
          </a:xfrm>
          <a:prstGeom prst="roundRect">
            <a:avLst>
              <a:gd name="adj" fmla="val 141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 B</a:t>
            </a:r>
            <a:endParaRPr lang="ko-KR" altLang="en-US" sz="1400" dirty="0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BEC8DAA-D07A-A92B-10FC-C4BF5F633CE9}"/>
              </a:ext>
            </a:extLst>
          </p:cNvPr>
          <p:cNvSpPr/>
          <p:nvPr/>
        </p:nvSpPr>
        <p:spPr>
          <a:xfrm>
            <a:off x="1304144" y="1424377"/>
            <a:ext cx="3814997" cy="209551"/>
          </a:xfrm>
          <a:custGeom>
            <a:avLst/>
            <a:gdLst>
              <a:gd name="connsiteX0" fmla="*/ 0 w 3814997"/>
              <a:gd name="connsiteY0" fmla="*/ 194872 h 194872"/>
              <a:gd name="connsiteX1" fmla="*/ 3814997 w 3814997"/>
              <a:gd name="connsiteY1" fmla="*/ 194872 h 194872"/>
              <a:gd name="connsiteX2" fmla="*/ 3814997 w 3814997"/>
              <a:gd name="connsiteY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4997" h="194872">
                <a:moveTo>
                  <a:pt x="0" y="194872"/>
                </a:moveTo>
                <a:lnTo>
                  <a:pt x="3814997" y="194872"/>
                </a:lnTo>
                <a:lnTo>
                  <a:pt x="3814997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1FC002B7-E6E9-737A-ECC3-89B4C6205991}"/>
              </a:ext>
            </a:extLst>
          </p:cNvPr>
          <p:cNvSpPr/>
          <p:nvPr/>
        </p:nvSpPr>
        <p:spPr>
          <a:xfrm>
            <a:off x="4714407" y="1116767"/>
            <a:ext cx="2908091" cy="449705"/>
          </a:xfrm>
          <a:custGeom>
            <a:avLst/>
            <a:gdLst>
              <a:gd name="connsiteX0" fmla="*/ 0 w 2908091"/>
              <a:gd name="connsiteY0" fmla="*/ 314794 h 449705"/>
              <a:gd name="connsiteX1" fmla="*/ 0 w 2908091"/>
              <a:gd name="connsiteY1" fmla="*/ 449705 h 449705"/>
              <a:gd name="connsiteX2" fmla="*/ 1663908 w 2908091"/>
              <a:gd name="connsiteY2" fmla="*/ 449705 h 449705"/>
              <a:gd name="connsiteX3" fmla="*/ 1663908 w 2908091"/>
              <a:gd name="connsiteY3" fmla="*/ 67456 h 449705"/>
              <a:gd name="connsiteX4" fmla="*/ 1663908 w 2908091"/>
              <a:gd name="connsiteY4" fmla="*/ 37476 h 449705"/>
              <a:gd name="connsiteX5" fmla="*/ 1663908 w 2908091"/>
              <a:gd name="connsiteY5" fmla="*/ 0 h 449705"/>
              <a:gd name="connsiteX6" fmla="*/ 2908091 w 2908091"/>
              <a:gd name="connsiteY6" fmla="*/ 0 h 449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08091" h="449705">
                <a:moveTo>
                  <a:pt x="0" y="314794"/>
                </a:moveTo>
                <a:lnTo>
                  <a:pt x="0" y="449705"/>
                </a:lnTo>
                <a:lnTo>
                  <a:pt x="1663908" y="449705"/>
                </a:lnTo>
                <a:lnTo>
                  <a:pt x="1663908" y="67456"/>
                </a:lnTo>
                <a:lnTo>
                  <a:pt x="1663908" y="37476"/>
                </a:lnTo>
                <a:lnTo>
                  <a:pt x="1663908" y="0"/>
                </a:lnTo>
                <a:lnTo>
                  <a:pt x="2908091" y="0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E287DA9E-6086-FE1F-A081-7B3AD26E69AD}"/>
              </a:ext>
            </a:extLst>
          </p:cNvPr>
          <p:cNvSpPr/>
          <p:nvPr/>
        </p:nvSpPr>
        <p:spPr>
          <a:xfrm>
            <a:off x="734518" y="2510852"/>
            <a:ext cx="6018551" cy="404735"/>
          </a:xfrm>
          <a:custGeom>
            <a:avLst/>
            <a:gdLst>
              <a:gd name="connsiteX0" fmla="*/ 0 w 6018551"/>
              <a:gd name="connsiteY0" fmla="*/ 404735 h 404735"/>
              <a:gd name="connsiteX1" fmla="*/ 0 w 6018551"/>
              <a:gd name="connsiteY1" fmla="*/ 157397 h 404735"/>
              <a:gd name="connsiteX2" fmla="*/ 6018551 w 6018551"/>
              <a:gd name="connsiteY2" fmla="*/ 157397 h 404735"/>
              <a:gd name="connsiteX3" fmla="*/ 6018551 w 6018551"/>
              <a:gd name="connsiteY3" fmla="*/ 0 h 40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551" h="404735">
                <a:moveTo>
                  <a:pt x="0" y="404735"/>
                </a:moveTo>
                <a:lnTo>
                  <a:pt x="0" y="157397"/>
                </a:lnTo>
                <a:lnTo>
                  <a:pt x="6018551" y="157397"/>
                </a:lnTo>
                <a:lnTo>
                  <a:pt x="6018551" y="0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090FECB-105E-8A96-AFB3-D22D232227E0}"/>
              </a:ext>
            </a:extLst>
          </p:cNvPr>
          <p:cNvSpPr/>
          <p:nvPr/>
        </p:nvSpPr>
        <p:spPr>
          <a:xfrm>
            <a:off x="4302177" y="2668249"/>
            <a:ext cx="0" cy="307299"/>
          </a:xfrm>
          <a:custGeom>
            <a:avLst/>
            <a:gdLst>
              <a:gd name="connsiteX0" fmla="*/ 0 w 0"/>
              <a:gd name="connsiteY0" fmla="*/ 0 h 307299"/>
              <a:gd name="connsiteX1" fmla="*/ 0 w 0"/>
              <a:gd name="connsiteY1" fmla="*/ 307299 h 30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07299">
                <a:moveTo>
                  <a:pt x="0" y="0"/>
                </a:moveTo>
                <a:lnTo>
                  <a:pt x="0" y="307299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7EB7CA4-C752-DF6C-B1F8-6A7D199B00BD}"/>
              </a:ext>
            </a:extLst>
          </p:cNvPr>
          <p:cNvSpPr/>
          <p:nvPr/>
        </p:nvSpPr>
        <p:spPr>
          <a:xfrm>
            <a:off x="734518" y="3582649"/>
            <a:ext cx="4789357" cy="209862"/>
          </a:xfrm>
          <a:custGeom>
            <a:avLst/>
            <a:gdLst>
              <a:gd name="connsiteX0" fmla="*/ 0 w 4789357"/>
              <a:gd name="connsiteY0" fmla="*/ 0 h 209862"/>
              <a:gd name="connsiteX1" fmla="*/ 0 w 4789357"/>
              <a:gd name="connsiteY1" fmla="*/ 89941 h 209862"/>
              <a:gd name="connsiteX2" fmla="*/ 4789357 w 4789357"/>
              <a:gd name="connsiteY2" fmla="*/ 89941 h 209862"/>
              <a:gd name="connsiteX3" fmla="*/ 4789357 w 4789357"/>
              <a:gd name="connsiteY3" fmla="*/ 209862 h 209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9357" h="209862">
                <a:moveTo>
                  <a:pt x="0" y="0"/>
                </a:moveTo>
                <a:lnTo>
                  <a:pt x="0" y="89941"/>
                </a:lnTo>
                <a:lnTo>
                  <a:pt x="4789357" y="89941"/>
                </a:lnTo>
                <a:lnTo>
                  <a:pt x="4789357" y="209862"/>
                </a:ln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12F8941-4B1C-B38C-D904-F4C5CF8274FD}"/>
              </a:ext>
            </a:extLst>
          </p:cNvPr>
          <p:cNvSpPr/>
          <p:nvPr/>
        </p:nvSpPr>
        <p:spPr>
          <a:xfrm>
            <a:off x="5523875" y="2503357"/>
            <a:ext cx="2097151" cy="262328"/>
          </a:xfrm>
          <a:custGeom>
            <a:avLst/>
            <a:gdLst>
              <a:gd name="connsiteX0" fmla="*/ 0 w 2113614"/>
              <a:gd name="connsiteY0" fmla="*/ 0 h 262328"/>
              <a:gd name="connsiteX1" fmla="*/ 0 w 2113614"/>
              <a:gd name="connsiteY1" fmla="*/ 262328 h 262328"/>
              <a:gd name="connsiteX2" fmla="*/ 2113614 w 2113614"/>
              <a:gd name="connsiteY2" fmla="*/ 262328 h 262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3614" h="262328">
                <a:moveTo>
                  <a:pt x="0" y="0"/>
                </a:moveTo>
                <a:lnTo>
                  <a:pt x="0" y="262328"/>
                </a:lnTo>
                <a:lnTo>
                  <a:pt x="2113614" y="262328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0254A702-24F3-CA68-6E5B-DA365DA98D57}"/>
              </a:ext>
            </a:extLst>
          </p:cNvPr>
          <p:cNvSpPr/>
          <p:nvPr/>
        </p:nvSpPr>
        <p:spPr>
          <a:xfrm>
            <a:off x="3500203" y="3335311"/>
            <a:ext cx="4114800" cy="187378"/>
          </a:xfrm>
          <a:custGeom>
            <a:avLst/>
            <a:gdLst>
              <a:gd name="connsiteX0" fmla="*/ 0 w 4114800"/>
              <a:gd name="connsiteY0" fmla="*/ 0 h 187378"/>
              <a:gd name="connsiteX1" fmla="*/ 0 w 4114800"/>
              <a:gd name="connsiteY1" fmla="*/ 187378 h 187378"/>
              <a:gd name="connsiteX2" fmla="*/ 4114800 w 4114800"/>
              <a:gd name="connsiteY2" fmla="*/ 187378 h 1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0" h="187378">
                <a:moveTo>
                  <a:pt x="0" y="0"/>
                </a:moveTo>
                <a:lnTo>
                  <a:pt x="0" y="187378"/>
                </a:lnTo>
                <a:lnTo>
                  <a:pt x="4114800" y="187378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2B2ACCB7-00A0-7148-E6BE-64B5F5FEEC9B}"/>
              </a:ext>
            </a:extLst>
          </p:cNvPr>
          <p:cNvSpPr/>
          <p:nvPr/>
        </p:nvSpPr>
        <p:spPr>
          <a:xfrm>
            <a:off x="3902173" y="3530184"/>
            <a:ext cx="0" cy="262327"/>
          </a:xfrm>
          <a:custGeom>
            <a:avLst/>
            <a:gdLst>
              <a:gd name="connsiteX0" fmla="*/ 0 w 0"/>
              <a:gd name="connsiteY0" fmla="*/ 262327 h 262327"/>
              <a:gd name="connsiteX1" fmla="*/ 0 w 0"/>
              <a:gd name="connsiteY1" fmla="*/ 0 h 262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62327">
                <a:moveTo>
                  <a:pt x="0" y="262327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28EA2241-1CF3-62E1-F268-81ADEE5F0F85}"/>
              </a:ext>
            </a:extLst>
          </p:cNvPr>
          <p:cNvSpPr/>
          <p:nvPr/>
        </p:nvSpPr>
        <p:spPr>
          <a:xfrm>
            <a:off x="3904938" y="1424066"/>
            <a:ext cx="3230380" cy="1334124"/>
          </a:xfrm>
          <a:custGeom>
            <a:avLst/>
            <a:gdLst>
              <a:gd name="connsiteX0" fmla="*/ 0 w 3230380"/>
              <a:gd name="connsiteY0" fmla="*/ 0 h 1334124"/>
              <a:gd name="connsiteX1" fmla="*/ 0 w 3230380"/>
              <a:gd name="connsiteY1" fmla="*/ 299803 h 1334124"/>
              <a:gd name="connsiteX2" fmla="*/ 3230380 w 3230380"/>
              <a:gd name="connsiteY2" fmla="*/ 299803 h 1334124"/>
              <a:gd name="connsiteX3" fmla="*/ 3230380 w 3230380"/>
              <a:gd name="connsiteY3" fmla="*/ 1334124 h 1334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0380" h="1334124">
                <a:moveTo>
                  <a:pt x="0" y="0"/>
                </a:moveTo>
                <a:lnTo>
                  <a:pt x="0" y="299803"/>
                </a:lnTo>
                <a:lnTo>
                  <a:pt x="3230380" y="299803"/>
                </a:lnTo>
                <a:lnTo>
                  <a:pt x="3230380" y="1334124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61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E3437-E405-7E69-5528-8CE64C3B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0115C-B706-1F42-2235-5DBC096F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Consumer Group</a:t>
            </a:r>
            <a:endParaRPr lang="ko-KR" altLang="en-US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0795D51-A900-BA5C-4413-3BE363344A6C}"/>
              </a:ext>
            </a:extLst>
          </p:cNvPr>
          <p:cNvSpPr/>
          <p:nvPr/>
        </p:nvSpPr>
        <p:spPr>
          <a:xfrm>
            <a:off x="323528" y="1347614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/>
              <a:t>Topic</a:t>
            </a:r>
            <a:endParaRPr lang="ko-KR" altLang="en-US" sz="12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1FA94F0-FA72-178E-B6E5-C85DDD213D8C}"/>
              </a:ext>
            </a:extLst>
          </p:cNvPr>
          <p:cNvSpPr/>
          <p:nvPr/>
        </p:nvSpPr>
        <p:spPr>
          <a:xfrm>
            <a:off x="323528" y="3153588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/>
              <a:t>Consumer Group</a:t>
            </a:r>
            <a:endParaRPr lang="ko-KR" altLang="en-US" sz="12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BA4824A-3320-4655-5B3D-AE724F946184}"/>
              </a:ext>
            </a:extLst>
          </p:cNvPr>
          <p:cNvSpPr/>
          <p:nvPr/>
        </p:nvSpPr>
        <p:spPr>
          <a:xfrm>
            <a:off x="404799" y="3243839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284128C-A0AD-6E37-1510-EA836434D275}"/>
              </a:ext>
            </a:extLst>
          </p:cNvPr>
          <p:cNvSpPr/>
          <p:nvPr/>
        </p:nvSpPr>
        <p:spPr>
          <a:xfrm>
            <a:off x="1405457" y="3238918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2E309C88-537F-F90B-0DFA-7E267DACC846}"/>
              </a:ext>
            </a:extLst>
          </p:cNvPr>
          <p:cNvSpPr/>
          <p:nvPr/>
        </p:nvSpPr>
        <p:spPr>
          <a:xfrm>
            <a:off x="404799" y="1628023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5BD9779-7F25-56C0-93AF-96392864B94A}"/>
              </a:ext>
            </a:extLst>
          </p:cNvPr>
          <p:cNvSpPr/>
          <p:nvPr/>
        </p:nvSpPr>
        <p:spPr>
          <a:xfrm>
            <a:off x="1405457" y="1623102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74F81DA-3263-DBB2-6CB8-692DAAAD4018}"/>
              </a:ext>
            </a:extLst>
          </p:cNvPr>
          <p:cNvCxnSpPr>
            <a:cxnSpLocks/>
            <a:stCxn id="54" idx="2"/>
            <a:endCxn id="48" idx="0"/>
          </p:cNvCxnSpPr>
          <p:nvPr/>
        </p:nvCxnSpPr>
        <p:spPr>
          <a:xfrm>
            <a:off x="864493" y="1941387"/>
            <a:ext cx="0" cy="13024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49AE280-75BA-5F3E-4022-3A4E69596482}"/>
              </a:ext>
            </a:extLst>
          </p:cNvPr>
          <p:cNvCxnSpPr>
            <a:cxnSpLocks/>
            <a:stCxn id="55" idx="2"/>
            <a:endCxn id="53" idx="0"/>
          </p:cNvCxnSpPr>
          <p:nvPr/>
        </p:nvCxnSpPr>
        <p:spPr>
          <a:xfrm>
            <a:off x="1865150" y="1941387"/>
            <a:ext cx="0" cy="12975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928B1C8-B711-6559-AE98-74F561698219}"/>
              </a:ext>
            </a:extLst>
          </p:cNvPr>
          <p:cNvSpPr/>
          <p:nvPr/>
        </p:nvSpPr>
        <p:spPr>
          <a:xfrm>
            <a:off x="6779521" y="1347614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/>
              <a:t>Topic</a:t>
            </a:r>
            <a:endParaRPr lang="ko-KR" altLang="en-US" sz="1200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C92C552-E781-0D24-6DDD-A00FEDD0FEDA}"/>
              </a:ext>
            </a:extLst>
          </p:cNvPr>
          <p:cNvSpPr/>
          <p:nvPr/>
        </p:nvSpPr>
        <p:spPr>
          <a:xfrm>
            <a:off x="6779521" y="3153588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/>
              <a:t>Consumer Group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B10A545E-4277-6A78-211B-F36569B245E0}"/>
              </a:ext>
            </a:extLst>
          </p:cNvPr>
          <p:cNvSpPr/>
          <p:nvPr/>
        </p:nvSpPr>
        <p:spPr>
          <a:xfrm>
            <a:off x="6860793" y="3243839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CE68AD4-18DF-70BF-C1BB-95414A08B0A2}"/>
              </a:ext>
            </a:extLst>
          </p:cNvPr>
          <p:cNvSpPr/>
          <p:nvPr/>
        </p:nvSpPr>
        <p:spPr>
          <a:xfrm>
            <a:off x="7861451" y="3238918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F07B4B4-8052-24A3-AFAA-FF636F253576}"/>
              </a:ext>
            </a:extLst>
          </p:cNvPr>
          <p:cNvSpPr/>
          <p:nvPr/>
        </p:nvSpPr>
        <p:spPr>
          <a:xfrm>
            <a:off x="7354304" y="1628023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89A710E4-AB4D-A883-CBA6-A331939010FE}"/>
              </a:ext>
            </a:extLst>
          </p:cNvPr>
          <p:cNvCxnSpPr>
            <a:cxnSpLocks/>
            <a:stCxn id="71" idx="2"/>
            <a:endCxn id="69" idx="0"/>
          </p:cNvCxnSpPr>
          <p:nvPr/>
        </p:nvCxnSpPr>
        <p:spPr>
          <a:xfrm flipH="1">
            <a:off x="7320486" y="1941387"/>
            <a:ext cx="493511" cy="13024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9AFD219-8A5E-2F46-9F2F-996D252766BF}"/>
              </a:ext>
            </a:extLst>
          </p:cNvPr>
          <p:cNvCxnSpPr>
            <a:cxnSpLocks/>
            <a:stCxn id="71" idx="2"/>
            <a:endCxn id="70" idx="0"/>
          </p:cNvCxnSpPr>
          <p:nvPr/>
        </p:nvCxnSpPr>
        <p:spPr>
          <a:xfrm>
            <a:off x="7813997" y="1941387"/>
            <a:ext cx="507147" cy="12975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E2A3217C-E159-71F0-4B78-BF70223D0353}"/>
              </a:ext>
            </a:extLst>
          </p:cNvPr>
          <p:cNvSpPr/>
          <p:nvPr/>
        </p:nvSpPr>
        <p:spPr>
          <a:xfrm>
            <a:off x="2479075" y="1347614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/>
              <a:t>Topic</a:t>
            </a:r>
            <a:endParaRPr lang="ko-KR" altLang="en-US" sz="12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B804D336-E287-6BB9-9B5D-B9861BB2A526}"/>
              </a:ext>
            </a:extLst>
          </p:cNvPr>
          <p:cNvSpPr/>
          <p:nvPr/>
        </p:nvSpPr>
        <p:spPr>
          <a:xfrm>
            <a:off x="2479075" y="3153588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/>
              <a:t>Consumer Group</a:t>
            </a:r>
            <a:endParaRPr lang="ko-KR" altLang="en-US" sz="1200" dirty="0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6B426D77-C21F-88CC-5203-EE29ECA4DDA3}"/>
              </a:ext>
            </a:extLst>
          </p:cNvPr>
          <p:cNvSpPr/>
          <p:nvPr/>
        </p:nvSpPr>
        <p:spPr>
          <a:xfrm>
            <a:off x="2560347" y="3243839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F900E34-E559-60DB-75F6-CB8C9441E694}"/>
              </a:ext>
            </a:extLst>
          </p:cNvPr>
          <p:cNvSpPr/>
          <p:nvPr/>
        </p:nvSpPr>
        <p:spPr>
          <a:xfrm>
            <a:off x="3561005" y="3238918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25E99021-456E-BBC8-4F5D-C4A56BEE05B9}"/>
              </a:ext>
            </a:extLst>
          </p:cNvPr>
          <p:cNvSpPr/>
          <p:nvPr/>
        </p:nvSpPr>
        <p:spPr>
          <a:xfrm>
            <a:off x="2560347" y="1628023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27979505-965C-7EAC-5A6C-ADF992A23E94}"/>
              </a:ext>
            </a:extLst>
          </p:cNvPr>
          <p:cNvCxnSpPr>
            <a:cxnSpLocks/>
            <a:stCxn id="81" idx="2"/>
            <a:endCxn id="79" idx="0"/>
          </p:cNvCxnSpPr>
          <p:nvPr/>
        </p:nvCxnSpPr>
        <p:spPr>
          <a:xfrm>
            <a:off x="3020040" y="1941387"/>
            <a:ext cx="0" cy="13024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32B38951-1771-6BC4-5853-1151BFF6D5B6}"/>
              </a:ext>
            </a:extLst>
          </p:cNvPr>
          <p:cNvSpPr/>
          <p:nvPr/>
        </p:nvSpPr>
        <p:spPr>
          <a:xfrm>
            <a:off x="4629298" y="1347614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/>
              <a:t>Topic</a:t>
            </a:r>
            <a:endParaRPr lang="ko-KR" altLang="en-US" sz="1200" dirty="0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1E5774D1-5B5F-A3DE-7C6F-2B0A49D38319}"/>
              </a:ext>
            </a:extLst>
          </p:cNvPr>
          <p:cNvSpPr/>
          <p:nvPr/>
        </p:nvSpPr>
        <p:spPr>
          <a:xfrm>
            <a:off x="4629298" y="3153588"/>
            <a:ext cx="2068952" cy="667285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200"/>
              <a:t>Consumer Group</a:t>
            </a:r>
            <a:endParaRPr lang="ko-KR" altLang="en-US" sz="12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63098FC-9BB1-62A6-64E7-50EC163256EA}"/>
              </a:ext>
            </a:extLst>
          </p:cNvPr>
          <p:cNvSpPr/>
          <p:nvPr/>
        </p:nvSpPr>
        <p:spPr>
          <a:xfrm>
            <a:off x="5203763" y="3238918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Consumer</a:t>
            </a:r>
            <a:endParaRPr lang="ko-KR" altLang="en-US" sz="1200" dirty="0"/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B581236-7050-8D64-D5E6-9F56E47C4529}"/>
              </a:ext>
            </a:extLst>
          </p:cNvPr>
          <p:cNvSpPr/>
          <p:nvPr/>
        </p:nvSpPr>
        <p:spPr>
          <a:xfrm>
            <a:off x="4710570" y="1628023"/>
            <a:ext cx="919386" cy="31336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0DB96D2B-37E7-95C6-96B1-B92926A1A480}"/>
              </a:ext>
            </a:extLst>
          </p:cNvPr>
          <p:cNvSpPr/>
          <p:nvPr/>
        </p:nvSpPr>
        <p:spPr>
          <a:xfrm>
            <a:off x="5711228" y="1623102"/>
            <a:ext cx="919386" cy="3182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Partition</a:t>
            </a:r>
            <a:endParaRPr lang="ko-KR" altLang="en-US" sz="1200" dirty="0"/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3FC10FFA-B3DD-DE96-500D-A5B744B17A30}"/>
              </a:ext>
            </a:extLst>
          </p:cNvPr>
          <p:cNvCxnSpPr>
            <a:cxnSpLocks/>
            <a:stCxn id="109" idx="2"/>
            <a:endCxn id="108" idx="0"/>
          </p:cNvCxnSpPr>
          <p:nvPr/>
        </p:nvCxnSpPr>
        <p:spPr>
          <a:xfrm>
            <a:off x="5170263" y="1941387"/>
            <a:ext cx="493193" cy="12975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1C22FD1-4C4A-C1AF-B474-9A8B65CA5126}"/>
              </a:ext>
            </a:extLst>
          </p:cNvPr>
          <p:cNvCxnSpPr>
            <a:cxnSpLocks/>
            <a:stCxn id="110" idx="2"/>
            <a:endCxn id="108" idx="0"/>
          </p:cNvCxnSpPr>
          <p:nvPr/>
        </p:nvCxnSpPr>
        <p:spPr>
          <a:xfrm flipH="1">
            <a:off x="5663456" y="1941387"/>
            <a:ext cx="507465" cy="129753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4248276-4866-94FF-C3C1-0FBBF15974B2}"/>
              </a:ext>
            </a:extLst>
          </p:cNvPr>
          <p:cNvSpPr txBox="1"/>
          <p:nvPr/>
        </p:nvSpPr>
        <p:spPr>
          <a:xfrm>
            <a:off x="635388" y="3820873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>
                <a:solidFill>
                  <a:schemeClr val="tx2"/>
                </a:solidFill>
              </a:rPr>
              <a:t>OK</a:t>
            </a:r>
            <a:endParaRPr lang="ko-KR" altLang="en-US" sz="1400" b="1">
              <a:solidFill>
                <a:schemeClr val="tx2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D5B0AD3-AE72-D550-1819-6A12014927FF}"/>
              </a:ext>
            </a:extLst>
          </p:cNvPr>
          <p:cNvSpPr txBox="1"/>
          <p:nvPr/>
        </p:nvSpPr>
        <p:spPr>
          <a:xfrm>
            <a:off x="2785611" y="3820873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>
                <a:solidFill>
                  <a:schemeClr val="tx2"/>
                </a:solidFill>
              </a:rPr>
              <a:t>OK</a:t>
            </a:r>
            <a:endParaRPr lang="ko-KR" altLang="en-US" sz="1400" b="1">
              <a:solidFill>
                <a:schemeClr val="tx2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984CE58-481D-AF29-B2A0-17E8FB92B945}"/>
              </a:ext>
            </a:extLst>
          </p:cNvPr>
          <p:cNvSpPr txBox="1"/>
          <p:nvPr/>
        </p:nvSpPr>
        <p:spPr>
          <a:xfrm>
            <a:off x="4935834" y="3820873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>
                <a:solidFill>
                  <a:schemeClr val="tx2"/>
                </a:solidFill>
              </a:rPr>
              <a:t>OK</a:t>
            </a:r>
            <a:endParaRPr lang="ko-KR" altLang="en-US" sz="1400" b="1">
              <a:solidFill>
                <a:schemeClr val="tx2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9ACCC4-0CE8-044E-A554-94478ECA2867}"/>
              </a:ext>
            </a:extLst>
          </p:cNvPr>
          <p:cNvSpPr txBox="1"/>
          <p:nvPr/>
        </p:nvSpPr>
        <p:spPr>
          <a:xfrm>
            <a:off x="7086057" y="3820873"/>
            <a:ext cx="14558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>
                <a:solidFill>
                  <a:srgbClr val="C00000"/>
                </a:solidFill>
              </a:rPr>
              <a:t>NO</a:t>
            </a:r>
            <a:endParaRPr lang="ko-KR" altLang="en-US" sz="1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644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460210" y="497337"/>
            <a:ext cx="1872208" cy="3761469"/>
          </a:xfrm>
          <a:prstGeom prst="roundRect">
            <a:avLst>
              <a:gd name="adj" fmla="val 435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A</a:t>
            </a:r>
            <a:endParaRPr lang="ko-KR" altLang="en-US" sz="14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64F566C-AAA1-4C72-9FB2-52671A2E3589}"/>
              </a:ext>
            </a:extLst>
          </p:cNvPr>
          <p:cNvSpPr/>
          <p:nvPr/>
        </p:nvSpPr>
        <p:spPr>
          <a:xfrm>
            <a:off x="3563888" y="483518"/>
            <a:ext cx="1872208" cy="3775288"/>
          </a:xfrm>
          <a:prstGeom prst="roundRect">
            <a:avLst>
              <a:gd name="adj" fmla="val 56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B</a:t>
            </a:r>
            <a:endParaRPr lang="ko-KR" altLang="en-US" sz="14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A8E561-0D52-48A1-A8B6-9F42DD083DD7}"/>
              </a:ext>
            </a:extLst>
          </p:cNvPr>
          <p:cNvSpPr/>
          <p:nvPr/>
        </p:nvSpPr>
        <p:spPr>
          <a:xfrm>
            <a:off x="5652120" y="483518"/>
            <a:ext cx="1872208" cy="3775288"/>
          </a:xfrm>
          <a:prstGeom prst="roundRect">
            <a:avLst>
              <a:gd name="adj" fmla="val 52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C</a:t>
            </a:r>
            <a:endParaRPr lang="ko-KR" altLang="en-US" sz="1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Cluster</a:t>
            </a:r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6680711-9222-475F-8F0D-50BD15568FE4}"/>
              </a:ext>
            </a:extLst>
          </p:cNvPr>
          <p:cNvSpPr/>
          <p:nvPr/>
        </p:nvSpPr>
        <p:spPr>
          <a:xfrm>
            <a:off x="1691680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B510882-3AD7-4A8A-ACA7-B7996494A18E}"/>
              </a:ext>
            </a:extLst>
          </p:cNvPr>
          <p:cNvSpPr/>
          <p:nvPr/>
        </p:nvSpPr>
        <p:spPr>
          <a:xfrm>
            <a:off x="1691680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8EDAA14-A89A-489B-B003-40355A4D2500}"/>
              </a:ext>
            </a:extLst>
          </p:cNvPr>
          <p:cNvSpPr/>
          <p:nvPr/>
        </p:nvSpPr>
        <p:spPr>
          <a:xfrm>
            <a:off x="1691680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0081DD2-33FA-46B1-8ABB-C5E63737BABF}"/>
              </a:ext>
            </a:extLst>
          </p:cNvPr>
          <p:cNvSpPr/>
          <p:nvPr/>
        </p:nvSpPr>
        <p:spPr>
          <a:xfrm>
            <a:off x="1691680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D930AF3-C251-4D74-827F-DC86C862B00C}"/>
              </a:ext>
            </a:extLst>
          </p:cNvPr>
          <p:cNvSpPr/>
          <p:nvPr/>
        </p:nvSpPr>
        <p:spPr>
          <a:xfrm>
            <a:off x="3779912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093F3AF-A4D5-42A7-93F0-6BCBA9A55EF7}"/>
              </a:ext>
            </a:extLst>
          </p:cNvPr>
          <p:cNvSpPr/>
          <p:nvPr/>
        </p:nvSpPr>
        <p:spPr>
          <a:xfrm>
            <a:off x="3779912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0</a:t>
            </a:r>
            <a:endParaRPr lang="ko-KR" altLang="en-US" sz="11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E7BAF05-2759-4F3B-9CFD-1F237A1F8B70}"/>
              </a:ext>
            </a:extLst>
          </p:cNvPr>
          <p:cNvSpPr/>
          <p:nvPr/>
        </p:nvSpPr>
        <p:spPr>
          <a:xfrm>
            <a:off x="3779912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1</a:t>
            </a:r>
            <a:endParaRPr lang="ko-KR" altLang="en-US" sz="11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A0F0DF-F771-45A7-AE6F-EA0C6999E419}"/>
              </a:ext>
            </a:extLst>
          </p:cNvPr>
          <p:cNvSpPr/>
          <p:nvPr/>
        </p:nvSpPr>
        <p:spPr>
          <a:xfrm>
            <a:off x="3779912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4D930EB-BC46-471C-A7B6-A6B0BC36B737}"/>
              </a:ext>
            </a:extLst>
          </p:cNvPr>
          <p:cNvSpPr/>
          <p:nvPr/>
        </p:nvSpPr>
        <p:spPr>
          <a:xfrm>
            <a:off x="5868144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CB55B9F-1769-4742-9626-EA91B55F9CD0}"/>
              </a:ext>
            </a:extLst>
          </p:cNvPr>
          <p:cNvSpPr/>
          <p:nvPr/>
        </p:nvSpPr>
        <p:spPr>
          <a:xfrm>
            <a:off x="5868144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0</a:t>
            </a:r>
            <a:endParaRPr lang="ko-KR" altLang="en-US" sz="11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617FFBB-A175-4D87-8F62-AFE2F1679458}"/>
              </a:ext>
            </a:extLst>
          </p:cNvPr>
          <p:cNvSpPr/>
          <p:nvPr/>
        </p:nvSpPr>
        <p:spPr>
          <a:xfrm>
            <a:off x="5868144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50D8438-7982-4C6D-A88B-7801CD2300FE}"/>
              </a:ext>
            </a:extLst>
          </p:cNvPr>
          <p:cNvSpPr/>
          <p:nvPr/>
        </p:nvSpPr>
        <p:spPr>
          <a:xfrm>
            <a:off x="5868144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0FF450-E455-4CDD-9246-557B0E07B241}"/>
              </a:ext>
            </a:extLst>
          </p:cNvPr>
          <p:cNvSpPr/>
          <p:nvPr/>
        </p:nvSpPr>
        <p:spPr>
          <a:xfrm>
            <a:off x="1460210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1AECB2-35D2-425D-A059-8CED21029DB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412695"/>
            <a:ext cx="216025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0251F74-49B2-4DD0-98FA-A17BBF39C197}"/>
              </a:ext>
            </a:extLst>
          </p:cNvPr>
          <p:cNvSpPr/>
          <p:nvPr/>
        </p:nvSpPr>
        <p:spPr>
          <a:xfrm>
            <a:off x="1568670" y="564766"/>
            <a:ext cx="5862644" cy="1075263"/>
          </a:xfrm>
          <a:prstGeom prst="roundRect">
            <a:avLst>
              <a:gd name="adj" fmla="val 910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A</a:t>
            </a:r>
            <a:endParaRPr lang="ko-KR" altLang="en-US" sz="14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E7F032-13ED-4575-8F3C-092CC530ABC3}"/>
              </a:ext>
            </a:extLst>
          </p:cNvPr>
          <p:cNvSpPr/>
          <p:nvPr/>
        </p:nvSpPr>
        <p:spPr>
          <a:xfrm>
            <a:off x="1691680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070DDBB-C45F-422E-861A-975578A329CC}"/>
              </a:ext>
            </a:extLst>
          </p:cNvPr>
          <p:cNvSpPr/>
          <p:nvPr/>
        </p:nvSpPr>
        <p:spPr>
          <a:xfrm>
            <a:off x="1691680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64C36CA-B2B1-4C62-84BC-8CE2E6415074}"/>
              </a:ext>
            </a:extLst>
          </p:cNvPr>
          <p:cNvSpPr/>
          <p:nvPr/>
        </p:nvSpPr>
        <p:spPr>
          <a:xfrm>
            <a:off x="3779912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847AFD1-B7E6-4B29-BB80-578C46B9A5AC}"/>
              </a:ext>
            </a:extLst>
          </p:cNvPr>
          <p:cNvSpPr/>
          <p:nvPr/>
        </p:nvSpPr>
        <p:spPr>
          <a:xfrm>
            <a:off x="3779912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E094E8F-532F-442F-B6E4-AEF302B45199}"/>
              </a:ext>
            </a:extLst>
          </p:cNvPr>
          <p:cNvSpPr/>
          <p:nvPr/>
        </p:nvSpPr>
        <p:spPr>
          <a:xfrm>
            <a:off x="5868144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CBD8317-73E4-404D-BF25-BA454EE35500}"/>
              </a:ext>
            </a:extLst>
          </p:cNvPr>
          <p:cNvSpPr/>
          <p:nvPr/>
        </p:nvSpPr>
        <p:spPr>
          <a:xfrm>
            <a:off x="5868144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D9F8112-227F-4F6E-A135-A2A694B0FCDB}"/>
              </a:ext>
            </a:extLst>
          </p:cNvPr>
          <p:cNvSpPr/>
          <p:nvPr/>
        </p:nvSpPr>
        <p:spPr>
          <a:xfrm>
            <a:off x="1568670" y="1720585"/>
            <a:ext cx="5862644" cy="633079"/>
          </a:xfrm>
          <a:prstGeom prst="roundRect">
            <a:avLst>
              <a:gd name="adj" fmla="val 910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B</a:t>
            </a:r>
            <a:endParaRPr lang="ko-KR" altLang="en-US" sz="14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E1C50CF-EB0B-4961-9D79-9F68FF1B10AD}"/>
              </a:ext>
            </a:extLst>
          </p:cNvPr>
          <p:cNvSpPr/>
          <p:nvPr/>
        </p:nvSpPr>
        <p:spPr>
          <a:xfrm>
            <a:off x="1568670" y="2434221"/>
            <a:ext cx="5862644" cy="1426913"/>
          </a:xfrm>
          <a:prstGeom prst="roundRect">
            <a:avLst>
              <a:gd name="adj" fmla="val 554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C</a:t>
            </a:r>
            <a:endParaRPr lang="ko-KR" altLang="en-US" sz="140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86B18E4-F82A-431B-95F8-1DC0095C6A39}"/>
              </a:ext>
            </a:extLst>
          </p:cNvPr>
          <p:cNvSpPr/>
          <p:nvPr/>
        </p:nvSpPr>
        <p:spPr>
          <a:xfrm>
            <a:off x="2627784" y="4703308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552FB7B-B9C6-4993-867C-BD77AB3DB5A5}"/>
              </a:ext>
            </a:extLst>
          </p:cNvPr>
          <p:cNvSpPr/>
          <p:nvPr/>
        </p:nvSpPr>
        <p:spPr>
          <a:xfrm>
            <a:off x="4735962" y="4703307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D8720-8599-4976-A904-4AB34821EC41}"/>
              </a:ext>
            </a:extLst>
          </p:cNvPr>
          <p:cNvSpPr txBox="1"/>
          <p:nvPr/>
        </p:nvSpPr>
        <p:spPr>
          <a:xfrm>
            <a:off x="3275856" y="4675680"/>
            <a:ext cx="7400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Leader</a:t>
            </a:r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8F7836-E78C-4A74-A5F9-9B87C18B1EB8}"/>
              </a:ext>
            </a:extLst>
          </p:cNvPr>
          <p:cNvSpPr txBox="1"/>
          <p:nvPr/>
        </p:nvSpPr>
        <p:spPr>
          <a:xfrm>
            <a:off x="5384034" y="4675680"/>
            <a:ext cx="9161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Follower</a:t>
            </a:r>
            <a:endParaRPr lang="ko-KR" altLang="en-US" sz="14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26FE97-357E-4F9C-B81C-6AB1806CE577}"/>
              </a:ext>
            </a:extLst>
          </p:cNvPr>
          <p:cNvSpPr/>
          <p:nvPr/>
        </p:nvSpPr>
        <p:spPr>
          <a:xfrm>
            <a:off x="3563888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7EA8E5-1AFE-4D3E-9793-FD7909C76405}"/>
              </a:ext>
            </a:extLst>
          </p:cNvPr>
          <p:cNvSpPr/>
          <p:nvPr/>
        </p:nvSpPr>
        <p:spPr>
          <a:xfrm>
            <a:off x="5652121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6D47E7-F697-405F-96B3-B9D5BB94E2EE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412695"/>
            <a:ext cx="23147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19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460210" y="497337"/>
            <a:ext cx="1872208" cy="3761469"/>
          </a:xfrm>
          <a:prstGeom prst="roundRect">
            <a:avLst>
              <a:gd name="adj" fmla="val 435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A</a:t>
            </a:r>
            <a:endParaRPr lang="ko-KR" altLang="en-US" sz="1400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64F566C-AAA1-4C72-9FB2-52671A2E3589}"/>
              </a:ext>
            </a:extLst>
          </p:cNvPr>
          <p:cNvSpPr/>
          <p:nvPr/>
        </p:nvSpPr>
        <p:spPr>
          <a:xfrm>
            <a:off x="3563888" y="483518"/>
            <a:ext cx="1872208" cy="3775288"/>
          </a:xfrm>
          <a:prstGeom prst="roundRect">
            <a:avLst>
              <a:gd name="adj" fmla="val 56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B</a:t>
            </a:r>
            <a:endParaRPr lang="ko-KR" altLang="en-US" sz="14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A8E561-0D52-48A1-A8B6-9F42DD083DD7}"/>
              </a:ext>
            </a:extLst>
          </p:cNvPr>
          <p:cNvSpPr/>
          <p:nvPr/>
        </p:nvSpPr>
        <p:spPr>
          <a:xfrm>
            <a:off x="5652120" y="483518"/>
            <a:ext cx="1872208" cy="3775288"/>
          </a:xfrm>
          <a:prstGeom prst="roundRect">
            <a:avLst>
              <a:gd name="adj" fmla="val 52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 dirty="0"/>
              <a:t>Kafka Broker C</a:t>
            </a:r>
            <a:endParaRPr lang="ko-KR" altLang="en-US" sz="1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/>
              <a:t>Cluster</a:t>
            </a:r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6680711-9222-475F-8F0D-50BD15568FE4}"/>
              </a:ext>
            </a:extLst>
          </p:cNvPr>
          <p:cNvSpPr/>
          <p:nvPr/>
        </p:nvSpPr>
        <p:spPr>
          <a:xfrm>
            <a:off x="1691680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B510882-3AD7-4A8A-ACA7-B7996494A18E}"/>
              </a:ext>
            </a:extLst>
          </p:cNvPr>
          <p:cNvSpPr/>
          <p:nvPr/>
        </p:nvSpPr>
        <p:spPr>
          <a:xfrm>
            <a:off x="1691680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8EDAA14-A89A-489B-B003-40355A4D2500}"/>
              </a:ext>
            </a:extLst>
          </p:cNvPr>
          <p:cNvSpPr/>
          <p:nvPr/>
        </p:nvSpPr>
        <p:spPr>
          <a:xfrm>
            <a:off x="1691680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0081DD2-33FA-46B1-8ABB-C5E63737BABF}"/>
              </a:ext>
            </a:extLst>
          </p:cNvPr>
          <p:cNvSpPr/>
          <p:nvPr/>
        </p:nvSpPr>
        <p:spPr>
          <a:xfrm>
            <a:off x="1691680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D930AF3-C251-4D74-827F-DC86C862B00C}"/>
              </a:ext>
            </a:extLst>
          </p:cNvPr>
          <p:cNvSpPr/>
          <p:nvPr/>
        </p:nvSpPr>
        <p:spPr>
          <a:xfrm>
            <a:off x="3779912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093F3AF-A4D5-42A7-93F0-6BCBA9A55EF7}"/>
              </a:ext>
            </a:extLst>
          </p:cNvPr>
          <p:cNvSpPr/>
          <p:nvPr/>
        </p:nvSpPr>
        <p:spPr>
          <a:xfrm>
            <a:off x="3779912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0</a:t>
            </a:r>
            <a:endParaRPr lang="ko-KR" altLang="en-US" sz="1100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E7BAF05-2759-4F3B-9CFD-1F237A1F8B70}"/>
              </a:ext>
            </a:extLst>
          </p:cNvPr>
          <p:cNvSpPr/>
          <p:nvPr/>
        </p:nvSpPr>
        <p:spPr>
          <a:xfrm>
            <a:off x="3779912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1</a:t>
            </a:r>
            <a:endParaRPr lang="ko-KR" altLang="en-US" sz="11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A0F0DF-F771-45A7-AE6F-EA0C6999E419}"/>
              </a:ext>
            </a:extLst>
          </p:cNvPr>
          <p:cNvSpPr/>
          <p:nvPr/>
        </p:nvSpPr>
        <p:spPr>
          <a:xfrm>
            <a:off x="3779912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4D930EB-BC46-471C-A7B6-A6B0BC36B737}"/>
              </a:ext>
            </a:extLst>
          </p:cNvPr>
          <p:cNvSpPr/>
          <p:nvPr/>
        </p:nvSpPr>
        <p:spPr>
          <a:xfrm>
            <a:off x="5868144" y="179303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CB55B9F-1769-4742-9626-EA91B55F9CD0}"/>
              </a:ext>
            </a:extLst>
          </p:cNvPr>
          <p:cNvSpPr/>
          <p:nvPr/>
        </p:nvSpPr>
        <p:spPr>
          <a:xfrm>
            <a:off x="5868144" y="2549562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0</a:t>
            </a:r>
            <a:endParaRPr lang="ko-KR" altLang="en-US" sz="11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617FFBB-A175-4D87-8F62-AFE2F1679458}"/>
              </a:ext>
            </a:extLst>
          </p:cNvPr>
          <p:cNvSpPr/>
          <p:nvPr/>
        </p:nvSpPr>
        <p:spPr>
          <a:xfrm>
            <a:off x="5868144" y="2915774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50D8438-7982-4C6D-A88B-7801CD2300FE}"/>
              </a:ext>
            </a:extLst>
          </p:cNvPr>
          <p:cNvSpPr/>
          <p:nvPr/>
        </p:nvSpPr>
        <p:spPr>
          <a:xfrm>
            <a:off x="5868144" y="3281986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10FF450-E455-4CDD-9246-557B0E07B241}"/>
              </a:ext>
            </a:extLst>
          </p:cNvPr>
          <p:cNvSpPr/>
          <p:nvPr/>
        </p:nvSpPr>
        <p:spPr>
          <a:xfrm>
            <a:off x="1460210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A1AECB2-35D2-425D-A059-8CED21029DBB}"/>
              </a:ext>
            </a:extLst>
          </p:cNvPr>
          <p:cNvCxnSpPr>
            <a:cxnSpLocks/>
            <a:stCxn id="45" idx="1"/>
            <a:endCxn id="42" idx="3"/>
          </p:cNvCxnSpPr>
          <p:nvPr/>
        </p:nvCxnSpPr>
        <p:spPr>
          <a:xfrm flipH="1">
            <a:off x="5436096" y="4412695"/>
            <a:ext cx="216025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0251F74-49B2-4DD0-98FA-A17BBF39C197}"/>
              </a:ext>
            </a:extLst>
          </p:cNvPr>
          <p:cNvSpPr/>
          <p:nvPr/>
        </p:nvSpPr>
        <p:spPr>
          <a:xfrm>
            <a:off x="1568670" y="564766"/>
            <a:ext cx="5862644" cy="1075263"/>
          </a:xfrm>
          <a:prstGeom prst="roundRect">
            <a:avLst>
              <a:gd name="adj" fmla="val 910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A</a:t>
            </a:r>
            <a:endParaRPr lang="ko-KR" altLang="en-US" sz="14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2E7F032-13ED-4575-8F3C-092CC530ABC3}"/>
              </a:ext>
            </a:extLst>
          </p:cNvPr>
          <p:cNvSpPr/>
          <p:nvPr/>
        </p:nvSpPr>
        <p:spPr>
          <a:xfrm>
            <a:off x="1691680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070DDBB-C45F-422E-861A-975578A329CC}"/>
              </a:ext>
            </a:extLst>
          </p:cNvPr>
          <p:cNvSpPr/>
          <p:nvPr/>
        </p:nvSpPr>
        <p:spPr>
          <a:xfrm>
            <a:off x="1691680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64C36CA-B2B1-4C62-84BC-8CE2E6415074}"/>
              </a:ext>
            </a:extLst>
          </p:cNvPr>
          <p:cNvSpPr/>
          <p:nvPr/>
        </p:nvSpPr>
        <p:spPr>
          <a:xfrm>
            <a:off x="3779912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847AFD1-B7E6-4B29-BB80-578C46B9A5AC}"/>
              </a:ext>
            </a:extLst>
          </p:cNvPr>
          <p:cNvSpPr/>
          <p:nvPr/>
        </p:nvSpPr>
        <p:spPr>
          <a:xfrm>
            <a:off x="3779912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E094E8F-532F-442F-B6E4-AEF302B45199}"/>
              </a:ext>
            </a:extLst>
          </p:cNvPr>
          <p:cNvSpPr/>
          <p:nvPr/>
        </p:nvSpPr>
        <p:spPr>
          <a:xfrm>
            <a:off x="5868144" y="682345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0</a:t>
            </a:r>
            <a:endParaRPr lang="ko-KR" altLang="en-US" sz="11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CBD8317-73E4-404D-BF25-BA454EE35500}"/>
              </a:ext>
            </a:extLst>
          </p:cNvPr>
          <p:cNvSpPr/>
          <p:nvPr/>
        </p:nvSpPr>
        <p:spPr>
          <a:xfrm>
            <a:off x="5868144" y="1048558"/>
            <a:ext cx="1440160" cy="268948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Partition </a:t>
            </a:r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D9F8112-227F-4F6E-A135-A2A694B0FCDB}"/>
              </a:ext>
            </a:extLst>
          </p:cNvPr>
          <p:cNvSpPr/>
          <p:nvPr/>
        </p:nvSpPr>
        <p:spPr>
          <a:xfrm>
            <a:off x="1568670" y="1720585"/>
            <a:ext cx="5862644" cy="633079"/>
          </a:xfrm>
          <a:prstGeom prst="roundRect">
            <a:avLst>
              <a:gd name="adj" fmla="val 910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B</a:t>
            </a:r>
            <a:endParaRPr lang="ko-KR" altLang="en-US" sz="14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E1C50CF-EB0B-4961-9D79-9F68FF1B10AD}"/>
              </a:ext>
            </a:extLst>
          </p:cNvPr>
          <p:cNvSpPr/>
          <p:nvPr/>
        </p:nvSpPr>
        <p:spPr>
          <a:xfrm>
            <a:off x="1568670" y="2434221"/>
            <a:ext cx="5862644" cy="1426913"/>
          </a:xfrm>
          <a:prstGeom prst="roundRect">
            <a:avLst>
              <a:gd name="adj" fmla="val 5548"/>
            </a:avLst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1400"/>
              <a:t>Topic C</a:t>
            </a:r>
            <a:endParaRPr lang="ko-KR" altLang="en-US" sz="140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86B18E4-F82A-431B-95F8-1DC0095C6A39}"/>
              </a:ext>
            </a:extLst>
          </p:cNvPr>
          <p:cNvSpPr/>
          <p:nvPr/>
        </p:nvSpPr>
        <p:spPr>
          <a:xfrm>
            <a:off x="2627784" y="4703308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552FB7B-B9C6-4993-867C-BD77AB3DB5A5}"/>
              </a:ext>
            </a:extLst>
          </p:cNvPr>
          <p:cNvSpPr/>
          <p:nvPr/>
        </p:nvSpPr>
        <p:spPr>
          <a:xfrm>
            <a:off x="4735962" y="4703307"/>
            <a:ext cx="648072" cy="246063"/>
          </a:xfrm>
          <a:prstGeom prst="roundRect">
            <a:avLst>
              <a:gd name="adj" fmla="val 14105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D8720-8599-4976-A904-4AB34821EC41}"/>
              </a:ext>
            </a:extLst>
          </p:cNvPr>
          <p:cNvSpPr txBox="1"/>
          <p:nvPr/>
        </p:nvSpPr>
        <p:spPr>
          <a:xfrm>
            <a:off x="3275856" y="4675680"/>
            <a:ext cx="7400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Leader</a:t>
            </a:r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8F7836-E78C-4A74-A5F9-9B87C18B1EB8}"/>
              </a:ext>
            </a:extLst>
          </p:cNvPr>
          <p:cNvSpPr txBox="1"/>
          <p:nvPr/>
        </p:nvSpPr>
        <p:spPr>
          <a:xfrm>
            <a:off x="5384034" y="4675680"/>
            <a:ext cx="9161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/>
              <a:t>Follower</a:t>
            </a:r>
            <a:endParaRPr lang="ko-KR" altLang="en-US" sz="140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926FE97-357E-4F9C-B81C-6AB1806CE577}"/>
              </a:ext>
            </a:extLst>
          </p:cNvPr>
          <p:cNvSpPr/>
          <p:nvPr/>
        </p:nvSpPr>
        <p:spPr>
          <a:xfrm>
            <a:off x="3563888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7EA8E5-1AFE-4D3E-9793-FD7909C76405}"/>
              </a:ext>
            </a:extLst>
          </p:cNvPr>
          <p:cNvSpPr/>
          <p:nvPr/>
        </p:nvSpPr>
        <p:spPr>
          <a:xfrm>
            <a:off x="5652121" y="4258806"/>
            <a:ext cx="1872208" cy="307777"/>
          </a:xfrm>
          <a:prstGeom prst="roundRect">
            <a:avLst>
              <a:gd name="adj" fmla="val 25008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Zookeeper</a:t>
            </a:r>
            <a:endParaRPr lang="ko-KR" altLang="en-US" sz="14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B6D47E7-F697-405F-96B3-B9D5BB94E2EE}"/>
              </a:ext>
            </a:extLst>
          </p:cNvPr>
          <p:cNvCxnSpPr>
            <a:cxnSpLocks/>
            <a:stCxn id="42" idx="1"/>
            <a:endCxn id="74" idx="3"/>
          </p:cNvCxnSpPr>
          <p:nvPr/>
        </p:nvCxnSpPr>
        <p:spPr>
          <a:xfrm flipH="1">
            <a:off x="3332418" y="4412695"/>
            <a:ext cx="23147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345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7332" y="-236562"/>
            <a:ext cx="8229600" cy="857250"/>
          </a:xfrm>
        </p:spPr>
        <p:txBody>
          <a:bodyPr/>
          <a:lstStyle/>
          <a:p>
            <a:r>
              <a:rPr lang="en-US" altLang="ko-KR" dirty="0"/>
              <a:t>Kafka Architecture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76732FE-6C9D-4444-AFDA-801EE5F981CB}"/>
              </a:ext>
            </a:extLst>
          </p:cNvPr>
          <p:cNvSpPr/>
          <p:nvPr/>
        </p:nvSpPr>
        <p:spPr>
          <a:xfrm>
            <a:off x="2598476" y="1257300"/>
            <a:ext cx="1728192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Producer</a:t>
            </a:r>
            <a:endParaRPr lang="ko-KR" altLang="en-US" sz="14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8D51E8-B583-4C30-AEAD-66076B895A5D}"/>
              </a:ext>
            </a:extLst>
          </p:cNvPr>
          <p:cNvSpPr/>
          <p:nvPr/>
        </p:nvSpPr>
        <p:spPr>
          <a:xfrm>
            <a:off x="1387929" y="2049388"/>
            <a:ext cx="6208407" cy="954410"/>
          </a:xfrm>
          <a:prstGeom prst="roundRect">
            <a:avLst>
              <a:gd name="adj" fmla="val 63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400"/>
              <a:t>Kafka Cluster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605E7C-158D-49F1-8506-CEF09E8CC589}"/>
              </a:ext>
            </a:extLst>
          </p:cNvPr>
          <p:cNvSpPr/>
          <p:nvPr/>
        </p:nvSpPr>
        <p:spPr>
          <a:xfrm>
            <a:off x="1547664" y="2446040"/>
            <a:ext cx="1728192" cy="413742"/>
          </a:xfrm>
          <a:prstGeom prst="roundRect">
            <a:avLst>
              <a:gd name="adj" fmla="val 74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Topic A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1D51EEF-881E-4D40-8D97-72F8E211014A}"/>
              </a:ext>
            </a:extLst>
          </p:cNvPr>
          <p:cNvSpPr/>
          <p:nvPr/>
        </p:nvSpPr>
        <p:spPr>
          <a:xfrm>
            <a:off x="3599892" y="2446040"/>
            <a:ext cx="1728192" cy="413742"/>
          </a:xfrm>
          <a:prstGeom prst="roundRect">
            <a:avLst>
              <a:gd name="adj" fmla="val 74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Topic B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B1E2A6-F8AC-4742-9A35-2BCFEFE7A7A2}"/>
              </a:ext>
            </a:extLst>
          </p:cNvPr>
          <p:cNvSpPr/>
          <p:nvPr/>
        </p:nvSpPr>
        <p:spPr>
          <a:xfrm>
            <a:off x="5674076" y="2446040"/>
            <a:ext cx="1728192" cy="413742"/>
          </a:xfrm>
          <a:prstGeom prst="roundRect">
            <a:avLst>
              <a:gd name="adj" fmla="val 748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Topic C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95C71DC-3DAE-4BE3-B333-BA03C3FF760A}"/>
              </a:ext>
            </a:extLst>
          </p:cNvPr>
          <p:cNvSpPr/>
          <p:nvPr/>
        </p:nvSpPr>
        <p:spPr>
          <a:xfrm>
            <a:off x="4650704" y="1257300"/>
            <a:ext cx="1728192" cy="4320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Producer</a:t>
            </a:r>
            <a:endParaRPr lang="ko-KR" altLang="en-US" sz="14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FDAD9F0-B585-4776-8EFF-1B3B1CDDDF15}"/>
              </a:ext>
            </a:extLst>
          </p:cNvPr>
          <p:cNvSpPr/>
          <p:nvPr/>
        </p:nvSpPr>
        <p:spPr>
          <a:xfrm>
            <a:off x="514995" y="3363838"/>
            <a:ext cx="1743912" cy="41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</a:t>
            </a:r>
            <a:endParaRPr lang="ko-KR" altLang="en-US" sz="1400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D04AF20-0AE7-4278-A777-83004129ACF2}"/>
              </a:ext>
            </a:extLst>
          </p:cNvPr>
          <p:cNvSpPr/>
          <p:nvPr/>
        </p:nvSpPr>
        <p:spPr>
          <a:xfrm>
            <a:off x="2582170" y="3363838"/>
            <a:ext cx="1743912" cy="41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B9B68B6-E172-4ADF-93FA-97134AB47BF3}"/>
              </a:ext>
            </a:extLst>
          </p:cNvPr>
          <p:cNvSpPr/>
          <p:nvPr/>
        </p:nvSpPr>
        <p:spPr>
          <a:xfrm>
            <a:off x="4649345" y="3363838"/>
            <a:ext cx="1743912" cy="41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</a:t>
            </a:r>
            <a:endParaRPr lang="ko-KR" altLang="en-US" sz="14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622663F-E44E-4474-90DF-2A71A36BD857}"/>
              </a:ext>
            </a:extLst>
          </p:cNvPr>
          <p:cNvSpPr/>
          <p:nvPr/>
        </p:nvSpPr>
        <p:spPr>
          <a:xfrm>
            <a:off x="6716520" y="3363838"/>
            <a:ext cx="1743912" cy="41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Consumer</a:t>
            </a:r>
            <a:endParaRPr lang="ko-KR" altLang="en-US" sz="14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71CDA390-348B-470C-975B-56C3D1DDFB97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2411760" y="1689348"/>
            <a:ext cx="1050812" cy="75669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2EBB378-955E-4C44-8205-57BBEB5A153A}"/>
              </a:ext>
            </a:extLst>
          </p:cNvPr>
          <p:cNvCxnSpPr>
            <a:cxnSpLocks/>
            <a:stCxn id="7" idx="2"/>
            <a:endCxn id="28" idx="0"/>
          </p:cNvCxnSpPr>
          <p:nvPr/>
        </p:nvCxnSpPr>
        <p:spPr>
          <a:xfrm flipH="1">
            <a:off x="1386951" y="2859782"/>
            <a:ext cx="1024809" cy="5040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FE48A09-88FB-4373-B500-CAFF6ACC8694}"/>
              </a:ext>
            </a:extLst>
          </p:cNvPr>
          <p:cNvCxnSpPr>
            <a:cxnSpLocks/>
            <a:stCxn id="3" idx="2"/>
            <a:endCxn id="17" idx="0"/>
          </p:cNvCxnSpPr>
          <p:nvPr/>
        </p:nvCxnSpPr>
        <p:spPr>
          <a:xfrm>
            <a:off x="3462572" y="1689348"/>
            <a:ext cx="1001416" cy="75669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A8A4175-3FF9-47C2-805E-DA92A572AE58}"/>
              </a:ext>
            </a:extLst>
          </p:cNvPr>
          <p:cNvCxnSpPr>
            <a:cxnSpLocks/>
            <a:stCxn id="17" idx="2"/>
            <a:endCxn id="38" idx="0"/>
          </p:cNvCxnSpPr>
          <p:nvPr/>
        </p:nvCxnSpPr>
        <p:spPr>
          <a:xfrm flipH="1">
            <a:off x="3454126" y="2859782"/>
            <a:ext cx="1009862" cy="5040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C0BB3A0-E32A-48CF-8A5C-D34BF90A238C}"/>
              </a:ext>
            </a:extLst>
          </p:cNvPr>
          <p:cNvCxnSpPr>
            <a:cxnSpLocks/>
            <a:stCxn id="26" idx="2"/>
            <a:endCxn id="22" idx="0"/>
          </p:cNvCxnSpPr>
          <p:nvPr/>
        </p:nvCxnSpPr>
        <p:spPr>
          <a:xfrm>
            <a:off x="5514800" y="1689348"/>
            <a:ext cx="1023372" cy="75669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27ECACB-7702-4883-A512-C96F32C54BEA}"/>
              </a:ext>
            </a:extLst>
          </p:cNvPr>
          <p:cNvCxnSpPr>
            <a:cxnSpLocks/>
            <a:stCxn id="22" idx="2"/>
            <a:endCxn id="41" idx="0"/>
          </p:cNvCxnSpPr>
          <p:nvPr/>
        </p:nvCxnSpPr>
        <p:spPr>
          <a:xfrm>
            <a:off x="6538172" y="2859782"/>
            <a:ext cx="1050304" cy="5040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22F43C46-22E4-44CF-B72E-E8014A20E532}"/>
              </a:ext>
            </a:extLst>
          </p:cNvPr>
          <p:cNvCxnSpPr>
            <a:cxnSpLocks/>
            <a:stCxn id="22" idx="2"/>
            <a:endCxn id="40" idx="0"/>
          </p:cNvCxnSpPr>
          <p:nvPr/>
        </p:nvCxnSpPr>
        <p:spPr>
          <a:xfrm flipH="1">
            <a:off x="5521301" y="2859782"/>
            <a:ext cx="1016871" cy="5040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D82B42B-F78A-4B56-9BAF-55D72F9F251E}"/>
              </a:ext>
            </a:extLst>
          </p:cNvPr>
          <p:cNvCxnSpPr>
            <a:cxnSpLocks/>
            <a:stCxn id="17" idx="2"/>
            <a:endCxn id="40" idx="0"/>
          </p:cNvCxnSpPr>
          <p:nvPr/>
        </p:nvCxnSpPr>
        <p:spPr>
          <a:xfrm>
            <a:off x="4463988" y="2859782"/>
            <a:ext cx="1057313" cy="50405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058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33013</TotalTime>
  <Words>965</Words>
  <Application>Microsoft Macintosh PowerPoint</Application>
  <PresentationFormat>On-screen Show (16:9)</PresentationFormat>
  <Paragraphs>526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Kafka Architecture</vt:lpstr>
      <vt:lpstr>Kafka Architecture</vt:lpstr>
      <vt:lpstr>Partition</vt:lpstr>
      <vt:lpstr>Replication</vt:lpstr>
      <vt:lpstr>failover</vt:lpstr>
      <vt:lpstr>PowerPoint Presentation</vt:lpstr>
      <vt:lpstr>Consumer Group</vt:lpstr>
      <vt:lpstr>Kafka Architecture</vt:lpstr>
      <vt:lpstr>Replication</vt:lpstr>
      <vt:lpstr>Replication Failover</vt:lpstr>
      <vt:lpstr>Kafka Architecture</vt:lpstr>
      <vt:lpstr>Kafka Architecture</vt:lpstr>
      <vt:lpstr>Partition</vt:lpstr>
      <vt:lpstr>Consumer Group</vt:lpstr>
      <vt:lpstr>Cluster</vt:lpstr>
      <vt:lpstr>Cluster</vt:lpstr>
      <vt:lpstr>Kafka Architecture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4956</cp:revision>
  <dcterms:created xsi:type="dcterms:W3CDTF">2006-10-05T04:04:58Z</dcterms:created>
  <dcterms:modified xsi:type="dcterms:W3CDTF">2025-11-02T17:12:00Z</dcterms:modified>
</cp:coreProperties>
</file>
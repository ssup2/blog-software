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95" r:id="rId2"/>
    <p:sldId id="387" r:id="rId3"/>
    <p:sldId id="396" r:id="rId4"/>
    <p:sldId id="393" r:id="rId5"/>
    <p:sldId id="394" r:id="rId6"/>
    <p:sldId id="388" r:id="rId7"/>
    <p:sldId id="392" r:id="rId8"/>
    <p:sldId id="391" r:id="rId9"/>
    <p:sldId id="390" r:id="rId10"/>
    <p:sldId id="389" r:id="rId11"/>
    <p:sldId id="369" r:id="rId12"/>
    <p:sldId id="365" r:id="rId13"/>
    <p:sldId id="386" r:id="rId14"/>
    <p:sldId id="363" r:id="rId1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08" autoAdjust="0"/>
    <p:restoredTop sz="81275" autoAdjust="0"/>
  </p:normalViewPr>
  <p:slideViewPr>
    <p:cSldViewPr>
      <p:cViewPr varScale="1">
        <p:scale>
          <a:sx n="209" d="100"/>
          <a:sy n="209" d="100"/>
        </p:scale>
        <p:origin x="192" y="1624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C7530-3B0C-7FE2-8676-179D8E8B0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A9B6CF7-7DEC-20C1-DF13-31EF86AC5C4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C951D98-1B7C-0EC4-0A5A-BC4280CFEF58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2581BB8-37F3-B532-E3ED-738FBB1747F3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321E8DD-65E9-A4E2-D711-3FABB351251C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2FCDD04-7464-E705-0959-A819F21D38A1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A2C9CFF-026C-5254-C3B9-CC03A6D72EE7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0802E94-7C7A-714A-925D-F59899DDEFB5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E5C6E9-C7D0-FE3A-416F-4B8BE952ACD3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420C325-2A4A-3EC1-CC69-34BE5FDF78E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70B88EB-5F52-EE0B-E821-1CFD7DE6C427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635D5C4-BF9B-2FCC-8060-309AC79BB3FB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A0A1995-3137-1FD1-CEC2-EAEDAE8BCB3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355F32C9-7897-7E48-C914-D84BFC2312A7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A59AF46-02E5-9D7B-EAEB-4E3B4F7CD207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F40E2F4A-C3D2-CD5E-BEC9-79322A821B8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81CF3E5-8BEB-B301-3281-4E8AA2AF0A15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460786E-CE54-826C-4278-2CAAC50CA569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B90E4FF-E7E5-EC4B-298F-596B3755637D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CD2D0C14-CCAA-E440-D828-BD7BF3D1A111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7E77408-5094-C964-D2A3-EC53496B7FDA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9C7B896-5582-20FA-1822-69AD242E696D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E34F97-D7C2-2354-EDC9-4E694ACE4D4B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C019542-7437-CB27-5A9F-BA8761E3C9E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089A11BA-7389-474D-A193-98F3981D778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48E1C17A-FAA6-74E6-D8F5-88838B61F44D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F049CC14-D5E0-BB47-0C71-8A1887CC0D0F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3EDDA5CF-687D-9AA1-D2CF-60A1018FFF51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15EB020F-BBCB-A7C7-1AEB-26489C4A177A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B940939F-5C95-5FDC-C6CB-DBB6DE2E7AB1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01474708-DA05-140B-B12D-ADBDED54638A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6FB0AD3-92AE-559C-E95F-12312F7BAA4F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1444C2A5-2BD7-CC13-76CC-C1E3DA0D22B4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2A0DD18-2AC5-1817-DB85-8937CBB10221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E3D8D4FD-6903-C53A-F471-54214B19E49E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3BB58D81-6CC4-AB0F-AD2A-68C7AB05FE03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59998048-2BE0-4380-0025-1C08B9198675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DBDFA99B-296B-1B23-4D0F-B54B34D9EAAA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FA998875-95CB-A082-CE04-88B8AE408628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91F145BE-54B6-E321-DDC3-2903EA1F215B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83B4003B-888A-D84E-C9DC-0A887BA4FA6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A99916FD-1F6E-FC5D-3839-8B835824D89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29B34F26-474A-B881-A3DD-FE1B986EF262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B7714751-A181-5D97-8E0D-522244214796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58C98A1-7CA6-97E7-DAC0-A067F5B279D5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BA35F08E-4A54-2A76-3DAD-6FFB849059D1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7AAB0FD7-A862-8A80-73BB-88F9EE1BFDA0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0B6E1E59-8172-AE8D-AAE2-6DB233612F14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57B300FE-5751-A434-68E3-8A065E835440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F6563A76-7AF9-A7CA-62CE-464A3FDB37A7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DCF0E829-7132-2EA9-7CB1-C02C90282FBE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B4E209D7-6402-F226-2857-CF7A0C9D276D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7E9D171F-DA29-8492-FB6A-AE4AF2471963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966CFCE-21C1-7199-E39A-7DBF76325461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9263248C-2705-5C77-6C86-4A8FD78EB748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F1E0F712-C150-6777-458C-E53C35458749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110939C-73FB-D9A2-54F2-B08E4E786685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82F744DB-0E75-625C-7344-9C7C17875FD2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69669BB8-2DAE-E371-025F-51E22AFA953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120F8C9F-AE47-033B-4B96-0DF24E67B7D7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12DF25FD-3B5D-9130-BBFA-55EDB10C5AF6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E864410-2614-615A-10C1-A896D8626C23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98B9172A-F9FA-1B03-2E93-451F5EA733A8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EB9408EA-B995-1C5C-656D-49D8F8A4C605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FF0423B0-19B3-5AA0-BE1E-DF5FFBDC5025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661D18C1-B650-C449-EADD-11E008B59FCC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0F07CD2D-FCD0-D83D-E3C3-A41C2C0EE441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CACB67CA-B4C4-6894-0E4A-93581DB4AFCF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43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8C6DF-DE6D-89D7-4425-37FC34591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28DFFFA-9CF1-D591-AAC8-70ED40629FB9}"/>
              </a:ext>
            </a:extLst>
          </p:cNvPr>
          <p:cNvSpPr/>
          <p:nvPr/>
        </p:nvSpPr>
        <p:spPr>
          <a:xfrm>
            <a:off x="508272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EB0655C-A010-2FC8-0693-9B379B178CBE}"/>
              </a:ext>
            </a:extLst>
          </p:cNvPr>
          <p:cNvSpPr/>
          <p:nvPr/>
        </p:nvSpPr>
        <p:spPr>
          <a:xfrm>
            <a:off x="603392" y="1459813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Port: 8080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A6989E93-CBD3-87B3-AB8B-97D683469EFB}"/>
              </a:ext>
            </a:extLst>
          </p:cNvPr>
          <p:cNvSpPr/>
          <p:nvPr/>
        </p:nvSpPr>
        <p:spPr>
          <a:xfrm>
            <a:off x="5148064" y="490131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A97ED08-8100-1EB2-F69B-D02E4983EB48}"/>
              </a:ext>
            </a:extLst>
          </p:cNvPr>
          <p:cNvSpPr/>
          <p:nvPr/>
        </p:nvSpPr>
        <p:spPr>
          <a:xfrm>
            <a:off x="2705821" y="324756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07199C1-5990-8E26-CC99-21EA86A678EA}"/>
              </a:ext>
            </a:extLst>
          </p:cNvPr>
          <p:cNvSpPr/>
          <p:nvPr/>
        </p:nvSpPr>
        <p:spPr>
          <a:xfrm>
            <a:off x="2028260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34B3B77-2F71-61C1-D4C9-DD1FFB1EEE07}"/>
              </a:ext>
            </a:extLst>
          </p:cNvPr>
          <p:cNvSpPr/>
          <p:nvPr/>
        </p:nvSpPr>
        <p:spPr>
          <a:xfrm>
            <a:off x="2126702" y="1459813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0.0.0.0:8080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mTLS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EF97549-DB72-1612-DAC9-32F98238438E}"/>
              </a:ext>
            </a:extLst>
          </p:cNvPr>
          <p:cNvSpPr/>
          <p:nvPr/>
        </p:nvSpPr>
        <p:spPr>
          <a:xfrm>
            <a:off x="2126702" y="2106584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[::]:8080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B6395AC-A558-112D-77DB-45742085DFA2}"/>
              </a:ext>
            </a:extLst>
          </p:cNvPr>
          <p:cNvSpPr/>
          <p:nvPr/>
        </p:nvSpPr>
        <p:spPr>
          <a:xfrm>
            <a:off x="2126702" y="2753355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0.0.0.0:9090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A1248A8-5D5E-1848-217C-316F506067A1}"/>
              </a:ext>
            </a:extLst>
          </p:cNvPr>
          <p:cNvSpPr/>
          <p:nvPr/>
        </p:nvSpPr>
        <p:spPr>
          <a:xfrm>
            <a:off x="5068236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43A07A-F336-F2BB-526C-84B6E02C51C0}"/>
              </a:ext>
            </a:extLst>
          </p:cNvPr>
          <p:cNvSpPr/>
          <p:nvPr/>
        </p:nvSpPr>
        <p:spPr>
          <a:xfrm>
            <a:off x="5166679" y="1459813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SDS: internal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62E7BE65-1A60-509E-6D31-270F655D34B7}"/>
              </a:ext>
            </a:extLst>
          </p:cNvPr>
          <p:cNvSpPr/>
          <p:nvPr/>
        </p:nvSpPr>
        <p:spPr>
          <a:xfrm>
            <a:off x="5166679" y="2106584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SDS: internal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F64BE0A-4BF5-57BB-BF0B-8B22A71C8476}"/>
              </a:ext>
            </a:extLst>
          </p:cNvPr>
          <p:cNvSpPr/>
          <p:nvPr/>
        </p:nvSpPr>
        <p:spPr>
          <a:xfrm>
            <a:off x="5166679" y="2753355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SDS: internal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9AD72A1-7951-BBF3-20E8-5EB674E7C8F0}"/>
              </a:ext>
            </a:extLst>
          </p:cNvPr>
          <p:cNvSpPr/>
          <p:nvPr/>
        </p:nvSpPr>
        <p:spPr>
          <a:xfrm>
            <a:off x="3548248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CC8842CD-3F51-840A-E1E6-DCE91DD73893}"/>
              </a:ext>
            </a:extLst>
          </p:cNvPr>
          <p:cNvSpPr/>
          <p:nvPr/>
        </p:nvSpPr>
        <p:spPr>
          <a:xfrm>
            <a:off x="3646691" y="1672781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</a:t>
            </a:r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v1 80 : v2 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43A939C-BCE7-CDE9-C196-13C1CDB30F31}"/>
              </a:ext>
            </a:extLst>
          </p:cNvPr>
          <p:cNvSpPr/>
          <p:nvPr/>
        </p:nvSpPr>
        <p:spPr>
          <a:xfrm>
            <a:off x="3646691" y="2539535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</a:t>
            </a:r>
            <a:b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</a:b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AF323B5-2CF0-76F4-8E36-0F45CDE7D489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3090310" y="1673633"/>
            <a:ext cx="556381" cy="2129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5FFBD76-F7CC-D4E2-7461-9A7E6E730E7B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 flipV="1">
            <a:off x="3090310" y="1886601"/>
            <a:ext cx="556381" cy="4338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18DADF57-4B36-DE24-06AE-E2F4320C699B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090310" y="2753355"/>
            <a:ext cx="556381" cy="2138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1AC6D3F-D184-72C9-20A3-479F2C604816}"/>
              </a:ext>
            </a:extLst>
          </p:cNvPr>
          <p:cNvSpPr/>
          <p:nvPr/>
        </p:nvSpPr>
        <p:spPr>
          <a:xfrm>
            <a:off x="6588224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2242C29-0077-3BBB-9251-6C0F96C5F662}"/>
              </a:ext>
            </a:extLst>
          </p:cNvPr>
          <p:cNvSpPr/>
          <p:nvPr/>
        </p:nvSpPr>
        <p:spPr>
          <a:xfrm>
            <a:off x="6686667" y="1459814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52F1FAA6-1CC7-67E1-C29E-E53AB4BC9001}"/>
              </a:ext>
            </a:extLst>
          </p:cNvPr>
          <p:cNvSpPr/>
          <p:nvPr/>
        </p:nvSpPr>
        <p:spPr>
          <a:xfrm>
            <a:off x="6686667" y="1926470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64BE794-A0EA-AF55-94BA-496558A12AF0}"/>
              </a:ext>
            </a:extLst>
          </p:cNvPr>
          <p:cNvSpPr/>
          <p:nvPr/>
        </p:nvSpPr>
        <p:spPr>
          <a:xfrm>
            <a:off x="6686666" y="2393126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1E192864-7823-6DD7-F4D9-B6B6D9B030CA}"/>
              </a:ext>
            </a:extLst>
          </p:cNvPr>
          <p:cNvSpPr/>
          <p:nvPr/>
        </p:nvSpPr>
        <p:spPr>
          <a:xfrm>
            <a:off x="6686665" y="2859782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617DCCB-20D6-A98A-786B-63D2779CBB2B}"/>
              </a:ext>
            </a:extLst>
          </p:cNvPr>
          <p:cNvCxnSpPr>
            <a:cxnSpLocks/>
            <a:stCxn id="19" idx="3"/>
            <a:endCxn id="14" idx="1"/>
          </p:cNvCxnSpPr>
          <p:nvPr/>
        </p:nvCxnSpPr>
        <p:spPr>
          <a:xfrm flipV="1">
            <a:off x="4610299" y="1673633"/>
            <a:ext cx="556380" cy="2129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7DA5BAE-3D7A-6E6D-A319-887117D5ACA8}"/>
              </a:ext>
            </a:extLst>
          </p:cNvPr>
          <p:cNvCxnSpPr>
            <a:cxnSpLocks/>
            <a:stCxn id="19" idx="3"/>
            <a:endCxn id="15" idx="1"/>
          </p:cNvCxnSpPr>
          <p:nvPr/>
        </p:nvCxnSpPr>
        <p:spPr>
          <a:xfrm>
            <a:off x="4610299" y="1886601"/>
            <a:ext cx="556380" cy="4338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BF6B9DC5-2C9C-B8A9-36AA-700D9DC5D0E9}"/>
              </a:ext>
            </a:extLst>
          </p:cNvPr>
          <p:cNvCxnSpPr>
            <a:cxnSpLocks/>
            <a:stCxn id="21" idx="3"/>
            <a:endCxn id="16" idx="1"/>
          </p:cNvCxnSpPr>
          <p:nvPr/>
        </p:nvCxnSpPr>
        <p:spPr>
          <a:xfrm>
            <a:off x="4610299" y="2753355"/>
            <a:ext cx="556380" cy="2138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B26F7A6C-4FDA-3EC2-2313-72E135908975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6130287" y="2967175"/>
            <a:ext cx="556378" cy="353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48F27CF-8EE0-343F-6B7F-8094E844BA02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6130287" y="2320404"/>
            <a:ext cx="556379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CD379D1-C7CB-DBDC-EBE5-78CCCB2CD6CF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6130287" y="1673633"/>
            <a:ext cx="556380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D252A2F-C105-AA6C-DAE1-968C1A6E8107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6130287" y="1602529"/>
            <a:ext cx="556380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FB836D7-775C-03F5-826D-1CF27AA5B0BD}"/>
              </a:ext>
            </a:extLst>
          </p:cNvPr>
          <p:cNvSpPr/>
          <p:nvPr/>
        </p:nvSpPr>
        <p:spPr>
          <a:xfrm>
            <a:off x="603392" y="210658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Port: 8080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A832402-F9CD-F836-A2EF-FC2DE03E5572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73644" y="1673633"/>
            <a:ext cx="55305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0343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03585-8ED2-E5CD-3862-15FA1F5E1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1EE7BCC-36AF-7C5D-7E9E-229CDD1C2B40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395963E-0DAD-94C8-E0D3-2E2F05E68FC1}"/>
              </a:ext>
            </a:extLst>
          </p:cNvPr>
          <p:cNvSpPr/>
          <p:nvPr/>
        </p:nvSpPr>
        <p:spPr>
          <a:xfrm>
            <a:off x="1923898" y="376238"/>
            <a:ext cx="5921044" cy="46167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F5CD112-9516-FB9E-4569-30C49EFC110E}"/>
              </a:ext>
            </a:extLst>
          </p:cNvPr>
          <p:cNvSpPr/>
          <p:nvPr/>
        </p:nvSpPr>
        <p:spPr>
          <a:xfrm>
            <a:off x="2099365" y="446781"/>
            <a:ext cx="2109166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Selected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 b="1" u="sng">
                <a:solidFill>
                  <a:schemeClr val="tx1"/>
                </a:solidFill>
              </a:rPr>
              <a:t>by Port, IP, Protocol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DFFF5BF8-AE24-8A2F-180D-6FB99B297046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93BE1B7-B1DD-2E5D-0DEB-C74F43205230}"/>
              </a:ext>
            </a:extLst>
          </p:cNvPr>
          <p:cNvSpPr/>
          <p:nvPr/>
        </p:nvSpPr>
        <p:spPr>
          <a:xfrm>
            <a:off x="2014062" y="843557"/>
            <a:ext cx="4378494" cy="406394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5F69E85-966E-3448-4B2C-D9EED4CF28F3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Listener's 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DBD35D88-4527-18F4-FC41-F61AD3A4344C}"/>
              </a:ext>
            </a:extLst>
          </p:cNvPr>
          <p:cNvSpPr/>
          <p:nvPr/>
        </p:nvSpPr>
        <p:spPr>
          <a:xfrm>
            <a:off x="2103410" y="2021680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 Selected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 b="1" u="sng">
                <a:solidFill>
                  <a:schemeClr val="tx1"/>
                </a:solidFill>
              </a:rPr>
              <a:t>by SNI, ALPN </a:t>
            </a:r>
            <a:endParaRPr kumimoji="1" lang="ko-KR" altLang="en-US" sz="900" b="1" u="sng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A66FF8E-3484-BB42-37F4-4E6C26024DCA}"/>
              </a:ext>
            </a:extLst>
          </p:cNvPr>
          <p:cNvSpPr/>
          <p:nvPr/>
        </p:nvSpPr>
        <p:spPr>
          <a:xfrm>
            <a:off x="2190779" y="2710165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HCM</a:t>
            </a:r>
            <a:r>
              <a:rPr kumimoji="1" lang="en-US" altLang="ko-KR" sz="800">
                <a:solidFill>
                  <a:schemeClr val="tx1"/>
                </a:solidFill>
              </a:rPr>
              <a:t>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DD78DF63-9C5B-709A-8A47-F7C86EC0ABB9}"/>
              </a:ext>
            </a:extLst>
          </p:cNvPr>
          <p:cNvSpPr/>
          <p:nvPr/>
        </p:nvSpPr>
        <p:spPr>
          <a:xfrm>
            <a:off x="3357434" y="230591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0EA2977-6ABC-42CE-2B9F-7E0301CE255A}"/>
              </a:ext>
            </a:extLst>
          </p:cNvPr>
          <p:cNvSpPr/>
          <p:nvPr/>
        </p:nvSpPr>
        <p:spPr>
          <a:xfrm>
            <a:off x="2194891" y="2305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1730ADC6-5858-C1FB-7EA6-1FFD234B9BDE}"/>
              </a:ext>
            </a:extLst>
          </p:cNvPr>
          <p:cNvSpPr/>
          <p:nvPr/>
        </p:nvSpPr>
        <p:spPr>
          <a:xfrm>
            <a:off x="5313839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F7DABD3-039D-5289-1A8F-7D7E5FA9C7E5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F3A914-0677-E00C-ED68-69BE4C805466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37CBC98B-02F8-A40A-320B-8C575707DFCD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1DC7AEB8-2A25-1032-D591-1F542E89A1F2}"/>
              </a:ext>
            </a:extLst>
          </p:cNvPr>
          <p:cNvSpPr/>
          <p:nvPr/>
        </p:nvSpPr>
        <p:spPr>
          <a:xfrm>
            <a:off x="2280819" y="27970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9113C13-913D-47D0-82BF-37966BF9A524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DDA6BC1D-50DE-AB1C-B47A-789629044913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9DC3A7F0-C959-5931-63B5-71A25A524D62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F569408-6201-E713-EB2B-EA89B40C7C48}"/>
              </a:ext>
            </a:extLst>
          </p:cNvPr>
          <p:cNvSpPr/>
          <p:nvPr/>
        </p:nvSpPr>
        <p:spPr>
          <a:xfrm>
            <a:off x="2280818" y="3161120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40A6E248-38D4-FDC4-0AA8-75F4111C216F}"/>
              </a:ext>
            </a:extLst>
          </p:cNvPr>
          <p:cNvSpPr/>
          <p:nvPr/>
        </p:nvSpPr>
        <p:spPr>
          <a:xfrm>
            <a:off x="2370857" y="3446726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FEAD901E-333C-7B43-1101-C4AED71DDD86}"/>
              </a:ext>
            </a:extLst>
          </p:cNvPr>
          <p:cNvSpPr/>
          <p:nvPr/>
        </p:nvSpPr>
        <p:spPr>
          <a:xfrm>
            <a:off x="51647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D5870080-8F76-6124-1EFE-3E3F33D63C0A}"/>
              </a:ext>
            </a:extLst>
          </p:cNvPr>
          <p:cNvSpPr/>
          <p:nvPr/>
        </p:nvSpPr>
        <p:spPr>
          <a:xfrm flipH="1" flipV="1">
            <a:off x="3056260" y="233552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461D1282-A017-B23A-0FFE-8EF659467B04}"/>
              </a:ext>
            </a:extLst>
          </p:cNvPr>
          <p:cNvSpPr/>
          <p:nvPr/>
        </p:nvSpPr>
        <p:spPr>
          <a:xfrm flipH="1" flipV="1">
            <a:off x="3152091" y="233600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79F52B58-E807-6F51-42B2-EF32E22E73DA}"/>
              </a:ext>
            </a:extLst>
          </p:cNvPr>
          <p:cNvSpPr/>
          <p:nvPr/>
        </p:nvSpPr>
        <p:spPr>
          <a:xfrm flipH="1" flipV="1">
            <a:off x="3247921" y="23355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75DCBE2-1CDB-26A9-80DE-B682965598DB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E3BA8B3-ADBE-B427-5D7D-4DF07A7CA98B}"/>
              </a:ext>
            </a:extLst>
          </p:cNvPr>
          <p:cNvSpPr/>
          <p:nvPr/>
        </p:nvSpPr>
        <p:spPr>
          <a:xfrm>
            <a:off x="2466364" y="370912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74052BF-8389-FE4A-304A-8D708EE537BC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459309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BC4F3E9-4824-21E0-6F02-FF437FA41DB4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459308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66CD97E-97DE-E5D1-2444-456E00562517}"/>
              </a:ext>
            </a:extLst>
          </p:cNvPr>
          <p:cNvSpPr/>
          <p:nvPr/>
        </p:nvSpPr>
        <p:spPr>
          <a:xfrm>
            <a:off x="42658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A1B5767-2743-30FF-111E-903265C00F3F}"/>
              </a:ext>
            </a:extLst>
          </p:cNvPr>
          <p:cNvSpPr/>
          <p:nvPr/>
        </p:nvSpPr>
        <p:spPr>
          <a:xfrm>
            <a:off x="4335582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F792F7A-856A-F3D9-573A-914A18D1220E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459308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FCC713AE-2B54-6754-80FA-4119C3CC360F}"/>
              </a:ext>
            </a:extLst>
          </p:cNvPr>
          <p:cNvSpPr/>
          <p:nvPr/>
        </p:nvSpPr>
        <p:spPr>
          <a:xfrm>
            <a:off x="5164717" y="419405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FFE121C-EC9F-F1E9-6818-2D191320AD5B}"/>
              </a:ext>
            </a:extLst>
          </p:cNvPr>
          <p:cNvSpPr/>
          <p:nvPr/>
        </p:nvSpPr>
        <p:spPr>
          <a:xfrm>
            <a:off x="4265817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84DDAD4-686B-BA89-14C8-D6E275778999}"/>
              </a:ext>
            </a:extLst>
          </p:cNvPr>
          <p:cNvSpPr/>
          <p:nvPr/>
        </p:nvSpPr>
        <p:spPr>
          <a:xfrm>
            <a:off x="2466364" y="41871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82C44AB0-9638-E93F-BAD6-B542CD9FA92D}"/>
              </a:ext>
            </a:extLst>
          </p:cNvPr>
          <p:cNvSpPr/>
          <p:nvPr/>
        </p:nvSpPr>
        <p:spPr>
          <a:xfrm>
            <a:off x="3363512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9B89B7E-E58E-E1E3-98A9-6286A95D2947}"/>
              </a:ext>
            </a:extLst>
          </p:cNvPr>
          <p:cNvSpPr/>
          <p:nvPr/>
        </p:nvSpPr>
        <p:spPr>
          <a:xfrm flipH="1" flipV="1">
            <a:off x="3649356" y="377568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EC91275-AFBC-1E78-D1F0-E438F5F2FE97}"/>
              </a:ext>
            </a:extLst>
          </p:cNvPr>
          <p:cNvSpPr/>
          <p:nvPr/>
        </p:nvSpPr>
        <p:spPr>
          <a:xfrm flipH="1" flipV="1">
            <a:off x="3745187" y="377616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C072AF5-D9C1-A6AF-4BDD-15EA8D4F919B}"/>
              </a:ext>
            </a:extLst>
          </p:cNvPr>
          <p:cNvSpPr/>
          <p:nvPr/>
        </p:nvSpPr>
        <p:spPr>
          <a:xfrm flipH="1" flipV="1">
            <a:off x="3841017" y="37756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1D698EA4-ED25-3556-C679-B11495B341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9D6395A-DC00-DBDA-E878-A33619701BF5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879AB3-3B6D-5C80-8BE5-0E82C8223604}"/>
              </a:ext>
            </a:extLst>
          </p:cNvPr>
          <p:cNvSpPr/>
          <p:nvPr/>
        </p:nvSpPr>
        <p:spPr>
          <a:xfrm>
            <a:off x="6679601" y="4405327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1DCBC6CD-D930-E4DA-5343-B4A201254640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862513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0CF10B5-E493-ED58-888A-664FD099E3EF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341137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691F49B-B837-9CC3-EE82-9E2286B49778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341137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A119DE4-1F9C-64F7-6DEC-97169CBB47A2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340583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2496E3A-9BE6-692D-6333-FE4AB617EE52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862513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19518261-58F5-294E-6FD0-111E85C069C8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188363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335C34E7-F434-9581-22AD-FC11BD62626D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66A6C3A-3F7A-7FE4-1EC8-B95ECD4E36D9}"/>
              </a:ext>
            </a:extLst>
          </p:cNvPr>
          <p:cNvCxnSpPr>
            <a:cxnSpLocks/>
          </p:cNvCxnSpPr>
          <p:nvPr/>
        </p:nvCxnSpPr>
        <p:spPr>
          <a:xfrm flipH="1">
            <a:off x="2470644" y="1790940"/>
            <a:ext cx="7941" cy="51497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B345660C-8414-1417-B904-CE9098DABF91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313703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7F84384E-99C1-37FE-3531-85E54F7EC1B1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752371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A35AF65-9160-7EF5-B13F-2A98AAF20935}"/>
              </a:ext>
            </a:extLst>
          </p:cNvPr>
          <p:cNvSpPr/>
          <p:nvPr/>
        </p:nvSpPr>
        <p:spPr>
          <a:xfrm>
            <a:off x="8016787" y="440235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7B1FFBD9-71CA-9DD7-6E78-1B08E3A043C6}"/>
              </a:ext>
            </a:extLst>
          </p:cNvPr>
          <p:cNvSpPr/>
          <p:nvPr/>
        </p:nvSpPr>
        <p:spPr>
          <a:xfrm>
            <a:off x="6584598" y="2021680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8A505D3D-4187-4CB3-1145-03335EF40077}"/>
              </a:ext>
            </a:extLst>
          </p:cNvPr>
          <p:cNvSpPr/>
          <p:nvPr/>
        </p:nvSpPr>
        <p:spPr>
          <a:xfrm>
            <a:off x="6679601" y="2591993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CC2A285A-93B3-A098-5091-AE35D9282393}"/>
              </a:ext>
            </a:extLst>
          </p:cNvPr>
          <p:cNvSpPr/>
          <p:nvPr/>
        </p:nvSpPr>
        <p:spPr>
          <a:xfrm>
            <a:off x="6781188" y="294009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DB60EFEE-282E-9CE2-4E6E-D23813F04A1A}"/>
              </a:ext>
            </a:extLst>
          </p:cNvPr>
          <p:cNvSpPr/>
          <p:nvPr/>
        </p:nvSpPr>
        <p:spPr>
          <a:xfrm>
            <a:off x="6781188" y="3764120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5804D0EF-742C-F6AD-13AC-233B1DD84942}"/>
              </a:ext>
            </a:extLst>
          </p:cNvPr>
          <p:cNvSpPr/>
          <p:nvPr/>
        </p:nvSpPr>
        <p:spPr>
          <a:xfrm flipH="1" flipV="1">
            <a:off x="7020337" y="359752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4E011BC6-DB82-C793-46DA-8E6C295C0D3F}"/>
              </a:ext>
            </a:extLst>
          </p:cNvPr>
          <p:cNvSpPr/>
          <p:nvPr/>
        </p:nvSpPr>
        <p:spPr>
          <a:xfrm flipH="1" flipV="1">
            <a:off x="7020336" y="349392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9B63D58D-38A9-5CD8-C9D0-97CFB0659A4E}"/>
              </a:ext>
            </a:extLst>
          </p:cNvPr>
          <p:cNvSpPr/>
          <p:nvPr/>
        </p:nvSpPr>
        <p:spPr>
          <a:xfrm flipH="1" flipV="1">
            <a:off x="7020338" y="3389807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35C7A16A-8BA7-49B2-B045-0FC7DC1AE2C0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246876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A5EDD8DE-A6CF-1D66-3518-6D2FD36ED506}"/>
              </a:ext>
            </a:extLst>
          </p:cNvPr>
          <p:cNvCxnSpPr>
            <a:cxnSpLocks/>
          </p:cNvCxnSpPr>
          <p:nvPr/>
        </p:nvCxnSpPr>
        <p:spPr>
          <a:xfrm flipV="1">
            <a:off x="5966359" y="3045983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D2C7762-07BB-881F-90EE-B27B1BF05868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4070903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3AD91DAF-A5C9-417D-BFCA-9721F0DA7A08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616174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497A6695-36A4-9CCA-69B1-8D15EEA58F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AC36BB6D-13C1-412E-5DA6-F539A628DDFB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32A863F1-51F5-61DA-D135-E9F31856AC55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DC2AFCA8-2762-7249-AD3A-8D500C83CD41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AB4FA1DD-D9BD-E364-DF19-95BDA46B7107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E6DFF0-1FDC-DC83-A94B-329ACFAE4CE1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49CF47CA-4245-F9F2-9E7F-E4F1CDA04979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D25850AD-21D2-2AA1-66E2-C8CE5905C4AA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EEDAA189-DABB-7C46-445C-F8DD2085A8C1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5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7B3957E5-F636-88D9-3DEF-6935861E8C69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" name="꺾인 연결선[E] 2">
            <a:extLst>
              <a:ext uri="{FF2B5EF4-FFF2-40B4-BE49-F238E27FC236}">
                <a16:creationId xmlns:a16="http://schemas.microsoft.com/office/drawing/2014/main" id="{4F81158E-0BF2-E182-529A-E00049075290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4208531" y="600173"/>
            <a:ext cx="537176" cy="548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[E] 11">
            <a:extLst>
              <a:ext uri="{FF2B5EF4-FFF2-40B4-BE49-F238E27FC236}">
                <a16:creationId xmlns:a16="http://schemas.microsoft.com/office/drawing/2014/main" id="{328AF372-A471-CF88-3447-E1520B580133}"/>
              </a:ext>
            </a:extLst>
          </p:cNvPr>
          <p:cNvCxnSpPr>
            <a:cxnSpLocks/>
            <a:stCxn id="18" idx="2"/>
            <a:endCxn id="41" idx="0"/>
          </p:cNvCxnSpPr>
          <p:nvPr/>
        </p:nvCxnSpPr>
        <p:spPr>
          <a:xfrm rot="5400000">
            <a:off x="5575950" y="420152"/>
            <a:ext cx="234109" cy="29689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C27C083-CF24-CC4E-DD9D-85F9060AF794}"/>
              </a:ext>
            </a:extLst>
          </p:cNvPr>
          <p:cNvSpPr/>
          <p:nvPr/>
        </p:nvSpPr>
        <p:spPr>
          <a:xfrm>
            <a:off x="6679601" y="1359931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" name="꺾인 연결선[E] 29">
            <a:extLst>
              <a:ext uri="{FF2B5EF4-FFF2-40B4-BE49-F238E27FC236}">
                <a16:creationId xmlns:a16="http://schemas.microsoft.com/office/drawing/2014/main" id="{AC22E02E-7E41-93D2-ECBF-115A0E4547FE}"/>
              </a:ext>
            </a:extLst>
          </p:cNvPr>
          <p:cNvCxnSpPr>
            <a:cxnSpLocks/>
            <a:stCxn id="18" idx="2"/>
            <a:endCxn id="56" idx="2"/>
          </p:cNvCxnSpPr>
          <p:nvPr/>
        </p:nvCxnSpPr>
        <p:spPr>
          <a:xfrm rot="5400000">
            <a:off x="4888881" y="-497657"/>
            <a:ext cx="3369" cy="4573824"/>
          </a:xfrm>
          <a:prstGeom prst="bentConnector3">
            <a:avLst>
              <a:gd name="adj1" fmla="val 337061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7991E290-724C-D215-F213-49C7D9E72D27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825282" y="3041789"/>
            <a:ext cx="3378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78AC5C3-135C-9AB7-160E-5B5D998BFAE5}"/>
              </a:ext>
            </a:extLst>
          </p:cNvPr>
          <p:cNvSpPr/>
          <p:nvPr/>
        </p:nvSpPr>
        <p:spPr>
          <a:xfrm>
            <a:off x="1163177" y="2948994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Create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8FB914E0-829D-3091-E461-A64FDE0CB1EE}"/>
              </a:ext>
            </a:extLst>
          </p:cNvPr>
          <p:cNvSpPr/>
          <p:nvPr/>
        </p:nvSpPr>
        <p:spPr>
          <a:xfrm>
            <a:off x="4134826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933C0125-7D9C-2824-7C0E-5F709A31705C}"/>
              </a:ext>
            </a:extLst>
          </p:cNvPr>
          <p:cNvSpPr/>
          <p:nvPr/>
        </p:nvSpPr>
        <p:spPr>
          <a:xfrm>
            <a:off x="7092712" y="1706721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4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3" name="꺾인 연결선[E] 112">
            <a:extLst>
              <a:ext uri="{FF2B5EF4-FFF2-40B4-BE49-F238E27FC236}">
                <a16:creationId xmlns:a16="http://schemas.microsoft.com/office/drawing/2014/main" id="{0672A1ED-3AB6-9E26-8D58-9539E7A3EA52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5966359" y="3378340"/>
            <a:ext cx="713242" cy="969104"/>
          </a:xfrm>
          <a:prstGeom prst="bentConnector3">
            <a:avLst>
              <a:gd name="adj1" fmla="val 8006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0997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A1489-B288-7D7F-04F5-9AD538224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D515351-7663-6BA1-3841-ED5FD461C8F1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A1F42CB-F20C-1CCB-F798-B33EC492D527}"/>
              </a:ext>
            </a:extLst>
          </p:cNvPr>
          <p:cNvSpPr/>
          <p:nvPr/>
        </p:nvSpPr>
        <p:spPr>
          <a:xfrm>
            <a:off x="1923898" y="376238"/>
            <a:ext cx="5921044" cy="46167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4CDCD0E-1B29-5B22-8606-D65C73274C5F}"/>
              </a:ext>
            </a:extLst>
          </p:cNvPr>
          <p:cNvSpPr/>
          <p:nvPr/>
        </p:nvSpPr>
        <p:spPr>
          <a:xfrm>
            <a:off x="2099365" y="446781"/>
            <a:ext cx="2109166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Selected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 b="1" u="sng">
                <a:solidFill>
                  <a:schemeClr val="tx1"/>
                </a:solidFill>
              </a:rPr>
              <a:t>by Port, IP, Protocol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49A98A7C-2D1A-C462-1C89-2C3ABE91D510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939860A-6A50-60CF-83EC-AE5DD02636C7}"/>
              </a:ext>
            </a:extLst>
          </p:cNvPr>
          <p:cNvSpPr/>
          <p:nvPr/>
        </p:nvSpPr>
        <p:spPr>
          <a:xfrm>
            <a:off x="2014062" y="843557"/>
            <a:ext cx="4378494" cy="406394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E72A92C-3088-8F7B-D87F-034D596AD41C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Listener's 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3638424-2C0F-D930-390E-589847A4F7A1}"/>
              </a:ext>
            </a:extLst>
          </p:cNvPr>
          <p:cNvSpPr/>
          <p:nvPr/>
        </p:nvSpPr>
        <p:spPr>
          <a:xfrm>
            <a:off x="2103410" y="2021680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 Selected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 b="1" u="sng">
                <a:solidFill>
                  <a:schemeClr val="tx1"/>
                </a:solidFill>
              </a:rPr>
              <a:t>by SNI, ALPN </a:t>
            </a:r>
            <a:endParaRPr kumimoji="1" lang="ko-KR" altLang="en-US" sz="900" b="1" u="sng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9B7B0AF-5927-2F1B-6156-9B2AC299FA7E}"/>
              </a:ext>
            </a:extLst>
          </p:cNvPr>
          <p:cNvSpPr/>
          <p:nvPr/>
        </p:nvSpPr>
        <p:spPr>
          <a:xfrm>
            <a:off x="2190779" y="2710165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HTTP Connection Manager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(HCM</a:t>
            </a:r>
            <a:r>
              <a:rPr kumimoji="1" lang="en-US" altLang="ko-KR" sz="800" b="1" u="sng">
                <a:solidFill>
                  <a:schemeClr val="tx1"/>
                </a:solidFill>
              </a:rPr>
              <a:t>)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4A15EB46-4489-EF24-590A-D27FF60A3919}"/>
              </a:ext>
            </a:extLst>
          </p:cNvPr>
          <p:cNvSpPr/>
          <p:nvPr/>
        </p:nvSpPr>
        <p:spPr>
          <a:xfrm>
            <a:off x="3357434" y="230591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05067EA-AC47-F709-2BA5-4873ACDE4EF1}"/>
              </a:ext>
            </a:extLst>
          </p:cNvPr>
          <p:cNvSpPr/>
          <p:nvPr/>
        </p:nvSpPr>
        <p:spPr>
          <a:xfrm>
            <a:off x="2194891" y="2305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8B04EA3-AF3C-8CF5-A0CD-59107490A8CA}"/>
              </a:ext>
            </a:extLst>
          </p:cNvPr>
          <p:cNvSpPr/>
          <p:nvPr/>
        </p:nvSpPr>
        <p:spPr>
          <a:xfrm>
            <a:off x="5313839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30E17F1-7063-91F0-94DC-6CCFABC943E2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5006A0C-EA1D-4055-C70B-A199AFB6D065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3546A80-E856-13C1-E857-DEE33749D65B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73D89420-5E5D-36D8-9943-85CA34FC56BC}"/>
              </a:ext>
            </a:extLst>
          </p:cNvPr>
          <p:cNvSpPr/>
          <p:nvPr/>
        </p:nvSpPr>
        <p:spPr>
          <a:xfrm>
            <a:off x="2280819" y="27970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C9B23DBF-EF07-C6A9-C0DA-7F8E3597F4EE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36D4E2AF-D264-9F97-BA19-6DB1A8289DD7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18172E4-1F29-B2A2-5C1A-F092932F0C98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CB3BFB09-35F5-3362-D0CB-7C5E2D209262}"/>
              </a:ext>
            </a:extLst>
          </p:cNvPr>
          <p:cNvSpPr/>
          <p:nvPr/>
        </p:nvSpPr>
        <p:spPr>
          <a:xfrm>
            <a:off x="2280818" y="3161120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7986511-9ED7-0472-4405-496086F0B0BC}"/>
              </a:ext>
            </a:extLst>
          </p:cNvPr>
          <p:cNvSpPr/>
          <p:nvPr/>
        </p:nvSpPr>
        <p:spPr>
          <a:xfrm>
            <a:off x="2370857" y="3446726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AEBA344-2477-2F8B-D882-AD19ADADF914}"/>
              </a:ext>
            </a:extLst>
          </p:cNvPr>
          <p:cNvSpPr/>
          <p:nvPr/>
        </p:nvSpPr>
        <p:spPr>
          <a:xfrm>
            <a:off x="51647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2E9D6202-5BA8-2675-54F2-0AADC25423C4}"/>
              </a:ext>
            </a:extLst>
          </p:cNvPr>
          <p:cNvSpPr/>
          <p:nvPr/>
        </p:nvSpPr>
        <p:spPr>
          <a:xfrm flipH="1" flipV="1">
            <a:off x="3056260" y="233552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5A51C044-604C-F9C2-1752-C3F7EE9EF6EA}"/>
              </a:ext>
            </a:extLst>
          </p:cNvPr>
          <p:cNvSpPr/>
          <p:nvPr/>
        </p:nvSpPr>
        <p:spPr>
          <a:xfrm flipH="1" flipV="1">
            <a:off x="3152091" y="233600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C7FE31F2-52DE-CFDE-51E7-C899B8A833CC}"/>
              </a:ext>
            </a:extLst>
          </p:cNvPr>
          <p:cNvSpPr/>
          <p:nvPr/>
        </p:nvSpPr>
        <p:spPr>
          <a:xfrm flipH="1" flipV="1">
            <a:off x="3247921" y="23355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278D5C8-7660-92E3-052F-68E2F3A356C0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B850938-A6B3-FD7F-1764-AEB8D9CC49C3}"/>
              </a:ext>
            </a:extLst>
          </p:cNvPr>
          <p:cNvSpPr/>
          <p:nvPr/>
        </p:nvSpPr>
        <p:spPr>
          <a:xfrm>
            <a:off x="2466364" y="370912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AAC684D-3954-56C7-3B01-88799355F03A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459309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8BF222E-7D56-3CA0-6E22-784F117A9113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459308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57EAE5C2-C7A8-5FBB-A093-9F12C69E20E5}"/>
              </a:ext>
            </a:extLst>
          </p:cNvPr>
          <p:cNvSpPr/>
          <p:nvPr/>
        </p:nvSpPr>
        <p:spPr>
          <a:xfrm>
            <a:off x="42658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B6ABFD8E-4F0A-66D0-08A4-4962734852A0}"/>
              </a:ext>
            </a:extLst>
          </p:cNvPr>
          <p:cNvSpPr/>
          <p:nvPr/>
        </p:nvSpPr>
        <p:spPr>
          <a:xfrm>
            <a:off x="4335582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9193C2F-51AF-C9D3-3027-A71BDB323604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459308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7F12620-AF1A-4F76-26A1-C27577919ADC}"/>
              </a:ext>
            </a:extLst>
          </p:cNvPr>
          <p:cNvSpPr/>
          <p:nvPr/>
        </p:nvSpPr>
        <p:spPr>
          <a:xfrm>
            <a:off x="5164717" y="419405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34BA92E-554E-E2EF-89DA-2613626B7B89}"/>
              </a:ext>
            </a:extLst>
          </p:cNvPr>
          <p:cNvSpPr/>
          <p:nvPr/>
        </p:nvSpPr>
        <p:spPr>
          <a:xfrm>
            <a:off x="4265817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FD05732-B471-681C-3AD4-3F5F4B4D33D4}"/>
              </a:ext>
            </a:extLst>
          </p:cNvPr>
          <p:cNvSpPr/>
          <p:nvPr/>
        </p:nvSpPr>
        <p:spPr>
          <a:xfrm>
            <a:off x="2466364" y="41871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0CF836AE-0C73-9711-A239-096DED5A6EA5}"/>
              </a:ext>
            </a:extLst>
          </p:cNvPr>
          <p:cNvSpPr/>
          <p:nvPr/>
        </p:nvSpPr>
        <p:spPr>
          <a:xfrm>
            <a:off x="3363512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AE8D5B8-DE64-7B4F-E25F-A32B40801860}"/>
              </a:ext>
            </a:extLst>
          </p:cNvPr>
          <p:cNvSpPr/>
          <p:nvPr/>
        </p:nvSpPr>
        <p:spPr>
          <a:xfrm flipH="1" flipV="1">
            <a:off x="3649356" y="377568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DCF586E8-ED2E-5580-5B4E-DC2EECC53647}"/>
              </a:ext>
            </a:extLst>
          </p:cNvPr>
          <p:cNvSpPr/>
          <p:nvPr/>
        </p:nvSpPr>
        <p:spPr>
          <a:xfrm flipH="1" flipV="1">
            <a:off x="3745187" y="377616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49544F9F-CE18-1462-4A7C-26F88F165173}"/>
              </a:ext>
            </a:extLst>
          </p:cNvPr>
          <p:cNvSpPr/>
          <p:nvPr/>
        </p:nvSpPr>
        <p:spPr>
          <a:xfrm flipH="1" flipV="1">
            <a:off x="3841017" y="37756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3474999B-A8D6-DB8D-9B81-D2231EDADF55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D7C3D962-7AAD-CAB8-7957-1F59EBE256CF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5D956D1-8AE6-3E37-86C8-6DB26F8F3F54}"/>
              </a:ext>
            </a:extLst>
          </p:cNvPr>
          <p:cNvSpPr/>
          <p:nvPr/>
        </p:nvSpPr>
        <p:spPr>
          <a:xfrm>
            <a:off x="6679601" y="4405327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6F7734F0-8C16-CA51-2B63-69E76C8ECE5C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862513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71118B5E-F36C-995E-3F85-78D778B9E858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341137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83E1A6F-CF31-5B74-C180-05C8EF0BF7FD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341137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7E5D2F2-882D-1B39-9312-890CFAA626D4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340583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7C5A3D1-BF41-CF12-77D6-8B81D9944D3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862513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5E355697-185C-E247-C4F1-E56E29548FED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188363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C193C49A-10AD-8647-E7D2-CC768A443D3C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BF96B5A-EAFD-1564-48F7-7F9EC50ED0C9}"/>
              </a:ext>
            </a:extLst>
          </p:cNvPr>
          <p:cNvCxnSpPr>
            <a:cxnSpLocks/>
          </p:cNvCxnSpPr>
          <p:nvPr/>
        </p:nvCxnSpPr>
        <p:spPr>
          <a:xfrm flipH="1">
            <a:off x="2470644" y="1790940"/>
            <a:ext cx="7941" cy="51497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6ED587AB-D7D2-2402-F611-04831794DAA4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313703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81E0DC5B-CE2A-F76C-93CE-21E25390DC7F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752371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5274C4EC-565A-0FAB-F553-0A23B52A06E1}"/>
              </a:ext>
            </a:extLst>
          </p:cNvPr>
          <p:cNvSpPr/>
          <p:nvPr/>
        </p:nvSpPr>
        <p:spPr>
          <a:xfrm>
            <a:off x="8016787" y="440235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CABC5850-3495-D840-6FC2-CC08A2C505D0}"/>
              </a:ext>
            </a:extLst>
          </p:cNvPr>
          <p:cNvSpPr/>
          <p:nvPr/>
        </p:nvSpPr>
        <p:spPr>
          <a:xfrm>
            <a:off x="6584598" y="2021680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083392BD-D62A-713D-B9F1-B8B233F96597}"/>
              </a:ext>
            </a:extLst>
          </p:cNvPr>
          <p:cNvSpPr/>
          <p:nvPr/>
        </p:nvSpPr>
        <p:spPr>
          <a:xfrm>
            <a:off x="6679601" y="2591993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1603F408-0462-1CD0-174B-748788E2FC27}"/>
              </a:ext>
            </a:extLst>
          </p:cNvPr>
          <p:cNvSpPr/>
          <p:nvPr/>
        </p:nvSpPr>
        <p:spPr>
          <a:xfrm>
            <a:off x="6781188" y="294009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FCC11296-02FC-60D4-A0D2-30BFD085EF01}"/>
              </a:ext>
            </a:extLst>
          </p:cNvPr>
          <p:cNvSpPr/>
          <p:nvPr/>
        </p:nvSpPr>
        <p:spPr>
          <a:xfrm>
            <a:off x="6781188" y="3764120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A7B9C4B6-2236-F35A-E0C1-FE4D5522C9BB}"/>
              </a:ext>
            </a:extLst>
          </p:cNvPr>
          <p:cNvSpPr/>
          <p:nvPr/>
        </p:nvSpPr>
        <p:spPr>
          <a:xfrm flipH="1" flipV="1">
            <a:off x="7020337" y="359752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7F21B91B-9E76-07E6-9663-9E0E294C0645}"/>
              </a:ext>
            </a:extLst>
          </p:cNvPr>
          <p:cNvSpPr/>
          <p:nvPr/>
        </p:nvSpPr>
        <p:spPr>
          <a:xfrm flipH="1" flipV="1">
            <a:off x="7020336" y="349392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5378AF8E-7A28-21F9-DD98-D59BE1A85238}"/>
              </a:ext>
            </a:extLst>
          </p:cNvPr>
          <p:cNvSpPr/>
          <p:nvPr/>
        </p:nvSpPr>
        <p:spPr>
          <a:xfrm flipH="1" flipV="1">
            <a:off x="7020338" y="3389807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5F185B56-6C89-875A-EEDB-F4F5599C4F60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246876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8314AA4A-6920-F285-8B25-59E5A9E23704}"/>
              </a:ext>
            </a:extLst>
          </p:cNvPr>
          <p:cNvCxnSpPr>
            <a:cxnSpLocks/>
          </p:cNvCxnSpPr>
          <p:nvPr/>
        </p:nvCxnSpPr>
        <p:spPr>
          <a:xfrm flipV="1">
            <a:off x="5966359" y="3045983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FFA4F388-502B-D558-7B02-BF215433BFFA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4070903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398F419D-F81A-98E3-4AA2-0DEFA88B8607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616174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3A835AE5-789F-B5FB-8DB2-C5341C5A10E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E8BB3EFE-1E7A-E109-C9FC-2A0FA20A3E06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C94F45B8-7367-72A6-7F2A-8D7FC7F09D71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B5C878B0-BEAE-1A35-A811-04D4671F7E07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82454EF8-F351-B71D-516C-763809FE0D1E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DB68B8B5-C0C7-D69C-D117-3F4F8EE13985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AEA1E59C-92D9-36EF-5DDC-08E8E000EAA8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2832ED0A-BEB7-E01B-1E54-FA442931EDBF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2B070F3F-CD0F-4379-CB5A-711046613BD6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5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EFAF5CA7-BC0B-E878-70A8-C094728D31AC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" name="꺾인 연결선[E] 2">
            <a:extLst>
              <a:ext uri="{FF2B5EF4-FFF2-40B4-BE49-F238E27FC236}">
                <a16:creationId xmlns:a16="http://schemas.microsoft.com/office/drawing/2014/main" id="{F3E49686-DC12-4CBF-4FDE-676FAB650CFF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4208531" y="600173"/>
            <a:ext cx="537176" cy="548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[E] 11">
            <a:extLst>
              <a:ext uri="{FF2B5EF4-FFF2-40B4-BE49-F238E27FC236}">
                <a16:creationId xmlns:a16="http://schemas.microsoft.com/office/drawing/2014/main" id="{F2EA32A8-598F-3DC0-9C06-0D3CA4373670}"/>
              </a:ext>
            </a:extLst>
          </p:cNvPr>
          <p:cNvCxnSpPr>
            <a:cxnSpLocks/>
            <a:stCxn id="18" idx="2"/>
            <a:endCxn id="41" idx="0"/>
          </p:cNvCxnSpPr>
          <p:nvPr/>
        </p:nvCxnSpPr>
        <p:spPr>
          <a:xfrm rot="5400000">
            <a:off x="5575950" y="420152"/>
            <a:ext cx="234109" cy="29689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1D7E2A1-CACF-F8E3-A913-9664B12544A7}"/>
              </a:ext>
            </a:extLst>
          </p:cNvPr>
          <p:cNvSpPr/>
          <p:nvPr/>
        </p:nvSpPr>
        <p:spPr>
          <a:xfrm>
            <a:off x="6679601" y="1359931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" name="꺾인 연결선[E] 29">
            <a:extLst>
              <a:ext uri="{FF2B5EF4-FFF2-40B4-BE49-F238E27FC236}">
                <a16:creationId xmlns:a16="http://schemas.microsoft.com/office/drawing/2014/main" id="{60322DF1-6E47-8611-733A-1ECC6F492411}"/>
              </a:ext>
            </a:extLst>
          </p:cNvPr>
          <p:cNvCxnSpPr>
            <a:cxnSpLocks/>
            <a:stCxn id="18" idx="2"/>
            <a:endCxn id="56" idx="2"/>
          </p:cNvCxnSpPr>
          <p:nvPr/>
        </p:nvCxnSpPr>
        <p:spPr>
          <a:xfrm rot="5400000">
            <a:off x="4888881" y="-497657"/>
            <a:ext cx="3369" cy="4573824"/>
          </a:xfrm>
          <a:prstGeom prst="bentConnector3">
            <a:avLst>
              <a:gd name="adj1" fmla="val 337061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656A506A-0B96-32E2-D16A-D2DD3203AC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825282" y="3041789"/>
            <a:ext cx="3378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593FF171-DE69-5393-8216-4CC451EF105D}"/>
              </a:ext>
            </a:extLst>
          </p:cNvPr>
          <p:cNvSpPr/>
          <p:nvPr/>
        </p:nvSpPr>
        <p:spPr>
          <a:xfrm>
            <a:off x="1163177" y="2948994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Create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4D6FCC36-0306-C353-1B50-121D4B6DE376}"/>
              </a:ext>
            </a:extLst>
          </p:cNvPr>
          <p:cNvSpPr/>
          <p:nvPr/>
        </p:nvSpPr>
        <p:spPr>
          <a:xfrm>
            <a:off x="4134826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20E2093A-F37C-1353-7616-77AAFFC136D0}"/>
              </a:ext>
            </a:extLst>
          </p:cNvPr>
          <p:cNvSpPr/>
          <p:nvPr/>
        </p:nvSpPr>
        <p:spPr>
          <a:xfrm>
            <a:off x="7092712" y="1706721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4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3" name="꺾인 연결선[E] 112">
            <a:extLst>
              <a:ext uri="{FF2B5EF4-FFF2-40B4-BE49-F238E27FC236}">
                <a16:creationId xmlns:a16="http://schemas.microsoft.com/office/drawing/2014/main" id="{D101BF22-723F-806E-FAA6-3F58FA374A03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5966359" y="3378340"/>
            <a:ext cx="713242" cy="969104"/>
          </a:xfrm>
          <a:prstGeom prst="bentConnector3">
            <a:avLst>
              <a:gd name="adj1" fmla="val 8006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611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EEEF2-0A0B-6026-59B8-A2BD401D9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5F93256-3DCD-68C8-6FE8-D5245F19349B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DA8C20A-DB2C-8705-7D7B-102D5FEDC15A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3ED785C6-3C8A-CE92-8DFE-CA318ADFD565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70D10FD-0180-C2D0-535B-EF47408DD6A4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F9D902F-68EE-9055-D9F4-CCAF191817BB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CDD750D-C835-365A-DEAC-B50D0A70CB1E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FC38AA7-63DB-3D1F-3C73-ABF6BBD5F81D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AAE05885-4B05-A40D-0A2C-1B67CBB59800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HCM</a:t>
            </a:r>
            <a:r>
              <a:rPr kumimoji="1" lang="en-US" altLang="ko-KR" sz="800">
                <a:solidFill>
                  <a:schemeClr val="tx1"/>
                </a:solidFill>
              </a:rPr>
              <a:t>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18E80160-7F7D-0C05-EA7B-D73FD1FB0F3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DF8E74B-D6E2-1111-5F13-20C8CADF5AF7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D172FD6-652C-001B-E842-4189B0730CC0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AC94828-F6C3-384B-24BA-2EE5D7915A8A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9B071102-B7EA-1BE6-64A4-01017E6D3067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449BD2-61FD-BE97-3B38-E509AD85F8E4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58B8749D-2B1A-D93B-4A3C-79B70FDBCC0D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E08EF826-0282-C06E-791F-CFC9F28D11CA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05393B33-F958-8CB8-C1C7-8FA316EDB850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E884B3B-7507-23DB-1FA4-F223312731C3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EE77615-2F40-064D-A0B8-AEE39D6E170D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173D54-B0D3-7D17-4A98-C3377EA23044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1A2502D-523F-50A2-7C86-E4C79D988D3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EE4BF15A-D518-B083-186A-325E8E5041BF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AB6BF4EE-62DA-CC3E-41F2-87AF2E0E9B0A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53083B53-01D3-5A1B-5602-F74D6B603FF7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585589C-A876-CB3E-B1AB-320495FDB560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3C04865-7782-97C8-4FEC-8B0230A80A7F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33EFF58-4EB8-1C29-B34D-6A61F800C9A4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AB03C2B-867B-FD86-01EF-21C1BE2D39BD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80D78E6-DAA9-5196-3B69-54E76D48F369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98F564A-7846-46AB-F31D-E5628745735C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6DC29CD-D1C3-4913-6043-77409C2750B4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4F01126-FF99-0B7B-A2E0-54ADCD8DBD08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04AF7CE-BCB1-9A0B-CECC-7C23DFD974BD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D1FD9889-DC4E-5441-B185-3E626B8E68E6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0950EDFC-6F22-7284-700A-DC6FB0F113EA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E4DBF58-3CAE-32E2-FA21-D2F3E30095D5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C3F6357-2A40-A9C1-3B82-38A472D436F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76A501EA-599C-0DDA-A328-0030488063EE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D6F9A5C-6623-9B07-352C-2B11F16FF840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1328FA13-57D1-4590-AD28-6F3BE2667960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75E91B0-FB2C-E8B2-CD2D-F2F054A2D831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EB38523-768D-24ED-557E-EF8C460CB6F9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01F9E97-604C-9E60-7409-535577D9229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0100A9A-EE0F-7DD8-02CB-4161A677F3DF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FF34E08-A763-C22B-F7CF-1AFA29BF6F5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64F4361-3C66-91B7-5F23-94EC429C2BFE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5F34583-F707-D8E8-22E1-F46029193C54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CDE47669-951D-681C-2CF7-49AF36C1142A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3D9BBE5-66D2-2A21-7313-DDBB666D3FFF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01A8D22D-82D5-80DC-88C4-178E91746A2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C3F62324-EA0B-DA60-12D8-BC5955BBD4A8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56BE5B51-1503-9098-CDCC-82AEC9B1E1DD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F5641EF-83A1-305A-689A-BB6B4A9028CC}"/>
              </a:ext>
            </a:extLst>
          </p:cNvPr>
          <p:cNvSpPr/>
          <p:nvPr/>
        </p:nvSpPr>
        <p:spPr>
          <a:xfrm>
            <a:off x="6584598" y="1888406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73395843-5918-F792-E5D3-54296F61EC79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9CB3148A-8AD6-3D85-09A3-7143B32F863B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A9F3EA2E-97AA-40D4-0B56-4B6C8E58330B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07247AE6-205F-E97D-6597-9DE2AB62A645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7BF892AB-6909-012E-26AA-49EE39A5A642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10A8A495-C4E7-A89A-6D7D-045F5EA27A49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307E41E5-2532-8368-7048-309C60AB26EF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A531DB10-EE77-0288-40A9-C284882AE69B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6B575AF9-3A28-0158-0F49-4E6E80334E49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E4095A3B-0C8A-EE05-893F-E575B6E4E6C6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D3EB8DA-F627-085F-D68F-BF6AD89D93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A5659C0A-72CC-3053-A7E0-BB998753C696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6BD99445-5178-2504-A59F-D649FD0AE5EB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473CF68C-2803-F5BC-CFFE-E6A965699143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58072A42-AAFD-E6F8-5746-3AE7642A4F45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742A8E15-8BA6-0743-770E-31AF5516ECF2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1F9E6A80-4F6D-0974-D744-FFC0E52F9FEA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F600C28F-FF90-D905-B615-BC7064E753FD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11DC89F0-226A-2630-38C8-C3A05D4A2A63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683EF117-EB0B-ECB6-12D6-522FB7178CEC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57183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22A20-4BA9-BFC7-630D-2E1019B8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F959C0-5DDC-CD01-C1D6-47806CDC8C48}"/>
              </a:ext>
            </a:extLst>
          </p:cNvPr>
          <p:cNvSpPr/>
          <p:nvPr/>
        </p:nvSpPr>
        <p:spPr>
          <a:xfrm>
            <a:off x="81393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471A70-292F-E8D7-8384-AE25D14DE2C4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E430979-D7BD-0357-E443-7354D2814087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F6A45F0A-B63D-C1F8-578F-C4F41CEB40B2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84184" y="600172"/>
            <a:ext cx="315181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9D7D0D71-2541-3B21-295C-DA530AA772E9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8618E95-4EB7-F0E0-79F9-548DB594B65D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CEEF17D-D78F-F128-2304-609055E465EA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BEA4192-6A72-82EF-8474-65F8C19AF20A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3D360E6E-1F34-7315-C1B8-B3FFF0BD87AB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54904F7-B760-09C4-70D1-1DF7B160AC01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48D2CC6-AD7C-2E80-1B9F-3C3BC9EA2141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9FCFB66-C13B-9D72-29C5-64B7EFB4092C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F67E3FD-6614-EA0F-C7FD-EC986D71381B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39B5AED-C92F-ED17-219B-FC1BBD099AFF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208DBB-7549-FA0A-FE6D-25FA9E2A8E98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0C25EFE3-6917-D099-240B-FA8DACA81BB7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0D2F09C0-90F4-FCBD-3FB7-A5AC94B57973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7426B6A8-E2B1-AB30-CAE3-6C1A1DECC94E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AABA29F-0DFD-F0DB-5DCA-F819AA23847A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7EACD4F8-DE51-5BE5-3910-16D9727E12C4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04F7DCD-09B0-F8D2-5DD4-C4D67F93E36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EADA5E50-7306-77B0-17B0-2EBBAB81D4B6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C58C6E68-A304-AFC0-4F13-2023638FF6AB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0A0DAD7-FBED-327B-AF48-A00D56906C21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6129EB6-C4D4-FE31-F225-087135FAEBA0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757D6B80-A2A9-F775-E49E-3101803525BA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A5122F1-7F74-F618-0534-1F51F44295B9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AAA5CF3-194D-049C-1155-3540BC2B21DF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1A16D1E-952D-0CB4-3660-BE56673A7D84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2E2CCAE-B971-FB52-E02E-0E0716AC6A31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505858E-F8B8-2113-B135-DC75C16A574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559C099F-E3C6-F694-CD45-F9B2401A25CC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5979155-8987-6D9F-DAE2-0402109188D1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67554E4-8590-CBD3-604E-2B0BED7C7918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0F3E3E3-52FB-0660-D17D-646B77674DA2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D215F2F6-B398-B0D0-0E61-2701B0D23E52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83E5BDB-99AA-805F-BABA-F144B9215C2D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3D93121-B0AC-AFB4-FF41-6FBA986CD8E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3EC9DBA6-8379-21EC-F14A-0B34C0C5020C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3EE4DAB-B60F-0792-3095-1E625C3F4E02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C68A1F1-1148-5D3C-20EF-9152E008A2AB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1F1DC8C-45A9-D468-FFD9-EC5075D8410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AB7D7C1-C501-3D04-BE25-C18E66449793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F50CFDF3-21DE-3360-59EA-3F37B579784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E8A0326-6C20-4236-EB0D-E1CA12968812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F11084A-4792-91DD-E394-65F9EE992D9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5DDC7BD-A2F3-066E-F277-831859342D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A7BB54CD-0A18-009D-98AB-78FD81FBEBDB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0800C9-3299-2C9D-EE64-CB79D84AED30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17647" y="795401"/>
            <a:ext cx="763129" cy="800307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C1B64B16-D397-F9DC-18F9-305975F0C26C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80B752C0-1C18-B7A2-B23E-3AF68F1FDDF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15784380-76ED-CC63-985C-B0917EEF528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4E9D52C1-AA4D-5AEA-11E1-2B4F2AE76ABE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83A0138-E3AF-3A75-70E5-0F60B8B9F205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A4E5E7D0-92E5-B90D-A2D8-B0A0328972F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E3A84698-F2E2-F900-BBE2-69AAA47CCD72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4B016662-7F9C-1D37-90C9-95B5D427FB68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163E125F-AC02-0D1D-2945-CC1127343279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38FBDAF-B11E-BE22-3209-926CCD226D6D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20852D6D-D004-EABD-8465-2344E52283EF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C3D35680-B1AC-8ED4-D1E6-6C1A66B25386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76D665E4-BA73-9AEC-C3B2-680F4FEC13AE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F3B78CB-B4F3-BDD2-3A78-233D1EFB3913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40EB5C9B-4415-648A-6CF0-F83126EFEB85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5F1ED4E-BC25-5F29-E74B-2D8EEC6F700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931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8AC71-4CB1-BA5E-9C2C-C3CA11ECB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835D504-3D0A-0A26-2F10-90805DD1B967}"/>
              </a:ext>
            </a:extLst>
          </p:cNvPr>
          <p:cNvSpPr/>
          <p:nvPr/>
        </p:nvSpPr>
        <p:spPr>
          <a:xfrm>
            <a:off x="14916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C3BB7F3-09DC-7E46-9C05-2C8661B0477B}"/>
              </a:ext>
            </a:extLst>
          </p:cNvPr>
          <p:cNvSpPr/>
          <p:nvPr/>
        </p:nvSpPr>
        <p:spPr>
          <a:xfrm>
            <a:off x="1734557" y="376238"/>
            <a:ext cx="6110385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0E8FD8A-D178-303F-F1B9-68A181BB7FB3}"/>
              </a:ext>
            </a:extLst>
          </p:cNvPr>
          <p:cNvSpPr/>
          <p:nvPr/>
        </p:nvSpPr>
        <p:spPr>
          <a:xfrm>
            <a:off x="2099227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B4FBABA2-AB5D-D80C-3FC7-7513B94ED99F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B9C7A5E-F26B-024D-53C3-65DBD40E50CD}"/>
              </a:ext>
            </a:extLst>
          </p:cNvPr>
          <p:cNvCxnSpPr>
            <a:cxnSpLocks/>
          </p:cNvCxnSpPr>
          <p:nvPr/>
        </p:nvCxnSpPr>
        <p:spPr>
          <a:xfrm flipV="1">
            <a:off x="151641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75044C-EBBA-F98B-C9B5-5F371129F664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A479887C-3684-A973-08E6-A5ED0BBB224C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5C7FF66-7738-C45C-36D7-9FCDBBE2C960}"/>
              </a:ext>
            </a:extLst>
          </p:cNvPr>
          <p:cNvCxnSpPr>
            <a:cxnSpLocks/>
          </p:cNvCxnSpPr>
          <p:nvPr/>
        </p:nvCxnSpPr>
        <p:spPr>
          <a:xfrm>
            <a:off x="163805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B36032E-575A-14F3-42EE-D549339784F1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2744125-D43A-BB95-60F7-E4A140F267B6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9C59A0C-622F-4BD5-83AA-31AAAAAC5E5E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D744F6A-31C6-E086-DA16-CE50ECA310DA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4FC5F21C-A15C-0E47-1703-F0111772557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54A1E088-A265-C11C-7EAA-0AA4946AE79E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FE930429-CBBE-F182-EEAA-C8EEB4A0D4CE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69F3399-39B0-E5AD-5046-DFD1C7DCB898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B543B3C-B1EF-B345-4CBE-CE93AF9F6038}"/>
              </a:ext>
            </a:extLst>
          </p:cNvPr>
          <p:cNvSpPr/>
          <p:nvPr/>
        </p:nvSpPr>
        <p:spPr>
          <a:xfrm>
            <a:off x="44412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54C0DA6-BC19-F17F-6916-8DA5E2DFD4F3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DF70B368-E0F0-C3B6-2B6F-AFFA3CD758B1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C9F4C163-7BD6-C819-732B-6AECE4FAAB34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B317A52D-B835-E09E-40EF-1193537A6AD4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D985D1-9FCF-A1F8-9708-39BE2AE0502B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B96D864-3B3E-078B-2A89-6B9467A5DCE9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DB0668C-17AC-0AFF-E18F-8D1AABC6C1B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85A7983-2A3C-2DA8-E397-57BFE0E1E00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068F263-92F2-F5BD-D66B-1764EDE9E9FA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49FE8F01-9B9A-DE57-AAA5-A1AC9F01A3DC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D80C4BA-6795-713E-261E-93D404CD9B95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F648303-D3D0-3FAE-4D84-83A8D549FD93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A60E16A-34AF-F54A-D3CC-1E7DB036A5D8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7986AC0-4BB8-904C-D808-A79FEACCC1D2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4D2D064B-6DF8-3051-2581-AC76AD36726B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B4957BA-4CB2-C226-19EC-69C50750DA13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FD6C53F-F1AD-BC5E-6EB2-928E579CCEB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0D5A18E-2AA3-EA6F-39C1-4F2E5EFFD123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EE8C0C8B-1A76-923D-96B3-BD39FB1FFD54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853484E-A085-FCE3-6AD4-C72FF111B066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FC1DC0C-E8FA-2AEC-E540-9990119FB757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BA8ADD8-E0B7-D581-9836-B779C86542AD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4851A30-3A57-926E-287D-BCB214599FDB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06555BEB-F794-3605-A368-9B32618E173D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B7B26216-1DFD-63B5-094B-5544E3318C4F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8DEB0A9-9584-F95A-6B76-F2CAD850D169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D0343175-F2D0-6E3E-54B3-E8C73723C986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42878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9A1AAF7-707E-A989-0826-C46A5273693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38D8C58C-E8F4-4AAC-3E12-D4B3857B961E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63E2141-62C5-497C-396C-14273218262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2F687976-B867-9B49-FA2B-56D2D280D22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81E6D6B-D3AF-4AF3-884B-E264CCC3D7DB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EEB8EA5-FB48-7C72-85EC-AA07F20D2E6F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5546F80A-0B26-E02B-F400-3E3F790BECB0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B825741A-6F03-8F06-48F6-5550F6E1641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1861173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550CE62-AB2E-16DB-B5DA-3FD740EA2919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B4E2176D-2315-A732-9849-D5E6BE316431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4CE0E5C6-9C0A-1916-BF71-A02E94E308B1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BB84D37-6783-F4E9-229C-317C7E00895C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F2D37228-2254-8F71-B766-AFFE61EE79F6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EBBD1C17-FA61-B07B-D9B3-31BC35490C7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4F4BE9CD-3762-709B-EEBC-F7BB268573E8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3453674D-5819-390A-10EB-8F0BF4C7F7DF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C821057E-9D52-20DA-618F-1D51A126AE58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29C75844-0A20-41CC-20E9-D92583A99346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F2EE887F-EE0D-D24E-B2D5-50A595A62D17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9C8F9CFC-A51A-53BB-5976-D673ED6EBDC9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616C38D4-3D40-DE90-1C45-F77832E7D946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F7E92C8-256B-F7EA-9B82-700A2683FC60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B4449335-5004-4B97-41E9-3E5CA1739620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793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C51B9-F8E4-8646-9C52-788812BF3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4EA3D9D-2B9E-6663-B962-09876D2047B9}"/>
              </a:ext>
            </a:extLst>
          </p:cNvPr>
          <p:cNvSpPr/>
          <p:nvPr/>
        </p:nvSpPr>
        <p:spPr>
          <a:xfrm>
            <a:off x="1983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1AC8F6-C1E7-7B89-F547-E30F64981431}"/>
              </a:ext>
            </a:extLst>
          </p:cNvPr>
          <p:cNvSpPr/>
          <p:nvPr/>
        </p:nvSpPr>
        <p:spPr>
          <a:xfrm>
            <a:off x="933312" y="376238"/>
            <a:ext cx="7200769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F5BD10-9D1E-83D5-C345-D5592FE216CE}"/>
              </a:ext>
            </a:extLst>
          </p:cNvPr>
          <p:cNvSpPr/>
          <p:nvPr/>
        </p:nvSpPr>
        <p:spPr>
          <a:xfrm>
            <a:off x="1258854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2E1A2C7-EBA5-0481-D56A-34AE5ADB1D8D}"/>
              </a:ext>
            </a:extLst>
          </p:cNvPr>
          <p:cNvSpPr/>
          <p:nvPr/>
        </p:nvSpPr>
        <p:spPr>
          <a:xfrm>
            <a:off x="1188610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F456E8F-56BB-1D5F-C226-E0650636B0CB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F44174E-CB85-E6E2-AD98-EE313012CFB8}"/>
              </a:ext>
            </a:extLst>
          </p:cNvPr>
          <p:cNvCxnSpPr>
            <a:cxnSpLocks/>
          </p:cNvCxnSpPr>
          <p:nvPr/>
        </p:nvCxnSpPr>
        <p:spPr>
          <a:xfrm flipV="1">
            <a:off x="171327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E50325-778E-387D-9DAD-8BF49DCB87AF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3915DCE6-CB82-A418-CC1D-BCFE6DE9196A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AA0E539-80EF-C532-F1A4-52BEC09E7083}"/>
              </a:ext>
            </a:extLst>
          </p:cNvPr>
          <p:cNvCxnSpPr>
            <a:cxnSpLocks/>
          </p:cNvCxnSpPr>
          <p:nvPr/>
        </p:nvCxnSpPr>
        <p:spPr>
          <a:xfrm>
            <a:off x="183491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A732068-FD91-FD4B-25D6-3DC7E10021AA}"/>
              </a:ext>
            </a:extLst>
          </p:cNvPr>
          <p:cNvSpPr/>
          <p:nvPr/>
        </p:nvSpPr>
        <p:spPr>
          <a:xfrm>
            <a:off x="2394363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426F5EB-2E8D-E519-0BEF-A5BA5016E346}"/>
              </a:ext>
            </a:extLst>
          </p:cNvPr>
          <p:cNvSpPr/>
          <p:nvPr/>
        </p:nvSpPr>
        <p:spPr>
          <a:xfrm>
            <a:off x="3558063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BA43189-54AB-0A6B-0EBC-25305500C836}"/>
              </a:ext>
            </a:extLst>
          </p:cNvPr>
          <p:cNvSpPr/>
          <p:nvPr/>
        </p:nvSpPr>
        <p:spPr>
          <a:xfrm>
            <a:off x="2483711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AD3C6C5-B120-2BBB-F392-5E17D23592FA}"/>
              </a:ext>
            </a:extLst>
          </p:cNvPr>
          <p:cNvSpPr/>
          <p:nvPr/>
        </p:nvSpPr>
        <p:spPr>
          <a:xfrm>
            <a:off x="2571080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797C93D0-ECC3-1418-5491-92D3EDB14133}"/>
              </a:ext>
            </a:extLst>
          </p:cNvPr>
          <p:cNvSpPr/>
          <p:nvPr/>
        </p:nvSpPr>
        <p:spPr>
          <a:xfrm>
            <a:off x="3737735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DF61387D-24E7-6A54-9E02-028D52E39DF5}"/>
              </a:ext>
            </a:extLst>
          </p:cNvPr>
          <p:cNvSpPr/>
          <p:nvPr/>
        </p:nvSpPr>
        <p:spPr>
          <a:xfrm>
            <a:off x="2575192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31A045E7-205F-D851-524C-24615C6FDFCB}"/>
              </a:ext>
            </a:extLst>
          </p:cNvPr>
          <p:cNvSpPr/>
          <p:nvPr/>
        </p:nvSpPr>
        <p:spPr>
          <a:xfrm>
            <a:off x="5694140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C06355E-0C30-44B8-F1A3-79AA2F05468F}"/>
              </a:ext>
            </a:extLst>
          </p:cNvPr>
          <p:cNvSpPr/>
          <p:nvPr/>
        </p:nvSpPr>
        <p:spPr>
          <a:xfrm>
            <a:off x="5804208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D86A880-1281-85FE-349F-972E04169535}"/>
              </a:ext>
            </a:extLst>
          </p:cNvPr>
          <p:cNvSpPr/>
          <p:nvPr/>
        </p:nvSpPr>
        <p:spPr>
          <a:xfrm>
            <a:off x="4821537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843CA543-4FA3-5BC4-E3C3-AD3AC0A84C2C}"/>
              </a:ext>
            </a:extLst>
          </p:cNvPr>
          <p:cNvSpPr/>
          <p:nvPr/>
        </p:nvSpPr>
        <p:spPr>
          <a:xfrm>
            <a:off x="3644025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FC7E44E5-1C97-E87D-948E-1715DA723EF0}"/>
              </a:ext>
            </a:extLst>
          </p:cNvPr>
          <p:cNvSpPr/>
          <p:nvPr/>
        </p:nvSpPr>
        <p:spPr>
          <a:xfrm>
            <a:off x="2661120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FD7FE519-9F0F-453C-0148-F1CDC84FD701}"/>
              </a:ext>
            </a:extLst>
          </p:cNvPr>
          <p:cNvSpPr/>
          <p:nvPr/>
        </p:nvSpPr>
        <p:spPr>
          <a:xfrm flipH="1" flipV="1">
            <a:off x="4500636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C2EA552-3451-15F7-EA38-3A5D4E443C18}"/>
              </a:ext>
            </a:extLst>
          </p:cNvPr>
          <p:cNvSpPr/>
          <p:nvPr/>
        </p:nvSpPr>
        <p:spPr>
          <a:xfrm flipH="1" flipV="1">
            <a:off x="4596467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A5AFD618-887E-8AF6-9ABF-006F1EB2BE1F}"/>
              </a:ext>
            </a:extLst>
          </p:cNvPr>
          <p:cNvSpPr/>
          <p:nvPr/>
        </p:nvSpPr>
        <p:spPr>
          <a:xfrm flipH="1" flipV="1">
            <a:off x="4692297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DDE6E17-5A00-4114-C789-6A332961358D}"/>
              </a:ext>
            </a:extLst>
          </p:cNvPr>
          <p:cNvSpPr/>
          <p:nvPr/>
        </p:nvSpPr>
        <p:spPr>
          <a:xfrm>
            <a:off x="2661119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9A9A14-FBEE-5DC2-42A2-53A82A422C9D}"/>
              </a:ext>
            </a:extLst>
          </p:cNvPr>
          <p:cNvSpPr/>
          <p:nvPr/>
        </p:nvSpPr>
        <p:spPr>
          <a:xfrm>
            <a:off x="2751158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1B54904-5FA0-D591-2761-F9F3E62C9707}"/>
              </a:ext>
            </a:extLst>
          </p:cNvPr>
          <p:cNvSpPr/>
          <p:nvPr/>
        </p:nvSpPr>
        <p:spPr>
          <a:xfrm>
            <a:off x="55450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D27B0972-D22F-32FF-B9CD-ECD8ECC570E6}"/>
              </a:ext>
            </a:extLst>
          </p:cNvPr>
          <p:cNvSpPr/>
          <p:nvPr/>
        </p:nvSpPr>
        <p:spPr>
          <a:xfrm flipH="1" flipV="1">
            <a:off x="3436561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7333D99-BB62-7976-00D1-D322DD42DDFC}"/>
              </a:ext>
            </a:extLst>
          </p:cNvPr>
          <p:cNvSpPr/>
          <p:nvPr/>
        </p:nvSpPr>
        <p:spPr>
          <a:xfrm flipH="1" flipV="1">
            <a:off x="3532392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84E5B896-4FBD-8A1C-A1C1-408EF837EAC0}"/>
              </a:ext>
            </a:extLst>
          </p:cNvPr>
          <p:cNvSpPr/>
          <p:nvPr/>
        </p:nvSpPr>
        <p:spPr>
          <a:xfrm flipH="1" flipV="1">
            <a:off x="3628222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8403D72-7542-C661-C869-99EEC72003FE}"/>
              </a:ext>
            </a:extLst>
          </p:cNvPr>
          <p:cNvSpPr/>
          <p:nvPr/>
        </p:nvSpPr>
        <p:spPr>
          <a:xfrm>
            <a:off x="2479666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D10B24A-AD04-FB64-00E4-14A467A8D98E}"/>
              </a:ext>
            </a:extLst>
          </p:cNvPr>
          <p:cNvSpPr/>
          <p:nvPr/>
        </p:nvSpPr>
        <p:spPr>
          <a:xfrm>
            <a:off x="2846665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F14E661-C9D7-13E8-9E5D-40988D9B15D1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376834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E62999A-3E6B-4AC2-0844-70552C7E4059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539377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2A95D67-E20D-D1F4-23AB-48514963E7B8}"/>
              </a:ext>
            </a:extLst>
          </p:cNvPr>
          <p:cNvSpPr/>
          <p:nvPr/>
        </p:nvSpPr>
        <p:spPr>
          <a:xfrm>
            <a:off x="46461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D821297-E629-7FB8-064A-FEC20B3089ED}"/>
              </a:ext>
            </a:extLst>
          </p:cNvPr>
          <p:cNvSpPr/>
          <p:nvPr/>
        </p:nvSpPr>
        <p:spPr>
          <a:xfrm>
            <a:off x="4715883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52D8FDA-FFB1-2CC0-B57E-4604D8578D9B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517525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E8AFC24-FA9F-D46D-91AD-F01E7935B6F6}"/>
              </a:ext>
            </a:extLst>
          </p:cNvPr>
          <p:cNvSpPr/>
          <p:nvPr/>
        </p:nvSpPr>
        <p:spPr>
          <a:xfrm>
            <a:off x="5545018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4CBC11F-B4C1-F624-0B66-221A2A77160E}"/>
              </a:ext>
            </a:extLst>
          </p:cNvPr>
          <p:cNvSpPr/>
          <p:nvPr/>
        </p:nvSpPr>
        <p:spPr>
          <a:xfrm>
            <a:off x="4646118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CFEA4F5-F581-2200-9470-69D35006692C}"/>
              </a:ext>
            </a:extLst>
          </p:cNvPr>
          <p:cNvSpPr/>
          <p:nvPr/>
        </p:nvSpPr>
        <p:spPr>
          <a:xfrm>
            <a:off x="2846665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EA3DB8F1-1C7A-FEFF-8AB3-1B93EED52A71}"/>
              </a:ext>
            </a:extLst>
          </p:cNvPr>
          <p:cNvSpPr/>
          <p:nvPr/>
        </p:nvSpPr>
        <p:spPr>
          <a:xfrm>
            <a:off x="3743813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AAA2C0F-2D4A-02B7-C82C-B1D5CAD4ECD8}"/>
              </a:ext>
            </a:extLst>
          </p:cNvPr>
          <p:cNvSpPr/>
          <p:nvPr/>
        </p:nvSpPr>
        <p:spPr>
          <a:xfrm flipH="1" flipV="1">
            <a:off x="4029657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D0878EC-F002-169E-59AB-874B8467A68D}"/>
              </a:ext>
            </a:extLst>
          </p:cNvPr>
          <p:cNvSpPr/>
          <p:nvPr/>
        </p:nvSpPr>
        <p:spPr>
          <a:xfrm flipH="1" flipV="1">
            <a:off x="4125488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ABDD2295-2395-E18B-F17A-54CF66A1503A}"/>
              </a:ext>
            </a:extLst>
          </p:cNvPr>
          <p:cNvSpPr/>
          <p:nvPr/>
        </p:nvSpPr>
        <p:spPr>
          <a:xfrm flipH="1" flipV="1">
            <a:off x="4221318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6E8E4D3-6147-27A5-4A1C-2BB3651F7255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445667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B4E748D1-58D2-2A36-2BFF-98385F8E0EF8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623179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D1F5180-271B-DDE4-5CAE-5AC9C10EB438}"/>
              </a:ext>
            </a:extLst>
          </p:cNvPr>
          <p:cNvSpPr/>
          <p:nvPr/>
        </p:nvSpPr>
        <p:spPr>
          <a:xfrm>
            <a:off x="7059902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77C70E6-5A64-395B-037D-E1E8F056F55F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447760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18406B4-CE68-1977-AE8A-5CA56261CDEE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447760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167733F-DF87-8361-D5DD-AB98F356FE14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545455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FE7A390-D2AA-D7B9-9200-3D50BE52BD81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648307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F0ED221-B9AF-DB7D-4F9D-76BECE65DB51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648307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214A612-4AEC-2EAD-9465-D7A413BBCD32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486277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643738B5-1555-331F-40B5-C425AC32FD46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241474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BA74AD7-00D1-067A-3C6A-A43945BAF201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976013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E921E963-9FED-F43D-BD44-37D616A9738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852067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BC8FE688-38BE-1A73-523B-2443D6E19A83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511020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3DA80946-EA83-A27E-DC1A-C613976E4F4E}"/>
              </a:ext>
            </a:extLst>
          </p:cNvPr>
          <p:cNvSpPr/>
          <p:nvPr/>
        </p:nvSpPr>
        <p:spPr>
          <a:xfrm>
            <a:off x="8184442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6988C58B-BA4D-26DC-4CA0-67F790F77D94}"/>
              </a:ext>
            </a:extLst>
          </p:cNvPr>
          <p:cNvSpPr/>
          <p:nvPr/>
        </p:nvSpPr>
        <p:spPr>
          <a:xfrm>
            <a:off x="6964899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DCCB6172-4799-69B5-763B-4543CE2288B0}"/>
              </a:ext>
            </a:extLst>
          </p:cNvPr>
          <p:cNvSpPr/>
          <p:nvPr/>
        </p:nvSpPr>
        <p:spPr>
          <a:xfrm>
            <a:off x="7059902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0976E170-1CE8-CE93-F2F4-26623EF2602D}"/>
              </a:ext>
            </a:extLst>
          </p:cNvPr>
          <p:cNvSpPr/>
          <p:nvPr/>
        </p:nvSpPr>
        <p:spPr>
          <a:xfrm>
            <a:off x="7161489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79D2040D-FF57-4056-B477-22557F6A9798}"/>
              </a:ext>
            </a:extLst>
          </p:cNvPr>
          <p:cNvSpPr/>
          <p:nvPr/>
        </p:nvSpPr>
        <p:spPr>
          <a:xfrm>
            <a:off x="7161489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D051B56A-5386-B733-1A24-E6612DBCE185}"/>
              </a:ext>
            </a:extLst>
          </p:cNvPr>
          <p:cNvSpPr/>
          <p:nvPr/>
        </p:nvSpPr>
        <p:spPr>
          <a:xfrm flipH="1" flipV="1">
            <a:off x="7400638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57BAA9F-083E-98EB-6F1D-84503583533C}"/>
              </a:ext>
            </a:extLst>
          </p:cNvPr>
          <p:cNvSpPr/>
          <p:nvPr/>
        </p:nvSpPr>
        <p:spPr>
          <a:xfrm flipH="1" flipV="1">
            <a:off x="7400637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03536F46-0FAF-2A74-49C1-13E932662719}"/>
              </a:ext>
            </a:extLst>
          </p:cNvPr>
          <p:cNvSpPr/>
          <p:nvPr/>
        </p:nvSpPr>
        <p:spPr>
          <a:xfrm flipH="1" flipV="1">
            <a:off x="7400639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67CCB078-78AD-5EB3-E38B-0E690CCB9D7C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562310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2274137E-3F87-DB6C-4167-094125FBBFAC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6346660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CED855B5-4381-9082-19DD-30EAC3924BA7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557778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4AF4DDD3-EEC2-510A-AA54-C1E36BC53FC8}"/>
              </a:ext>
            </a:extLst>
          </p:cNvPr>
          <p:cNvSpPr txBox="1"/>
          <p:nvPr/>
        </p:nvSpPr>
        <p:spPr>
          <a:xfrm>
            <a:off x="8624305" y="39733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80726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BA20-9933-1073-9038-B64FC0EA5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89A952E-DE8A-A3BF-22A8-24B5FC64684B}"/>
              </a:ext>
            </a:extLst>
          </p:cNvPr>
          <p:cNvSpPr/>
          <p:nvPr/>
        </p:nvSpPr>
        <p:spPr>
          <a:xfrm>
            <a:off x="256294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AFCEABB-62F8-EB4B-3182-23D1A9A8B9D6}"/>
              </a:ext>
            </a:extLst>
          </p:cNvPr>
          <p:cNvSpPr/>
          <p:nvPr/>
        </p:nvSpPr>
        <p:spPr>
          <a:xfrm>
            <a:off x="1187624" y="376238"/>
            <a:ext cx="7056784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80F29C74-668A-CE12-1A43-3CF694AE4E9B}"/>
              </a:ext>
            </a:extLst>
          </p:cNvPr>
          <p:cNvSpPr/>
          <p:nvPr/>
        </p:nvSpPr>
        <p:spPr>
          <a:xfrm>
            <a:off x="1513165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53C5DD-0893-813F-4BF2-4E3955FD4CCB}"/>
              </a:ext>
            </a:extLst>
          </p:cNvPr>
          <p:cNvSpPr/>
          <p:nvPr/>
        </p:nvSpPr>
        <p:spPr>
          <a:xfrm>
            <a:off x="1442921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EF3175E-0F8C-F315-8488-F14C70B1C4B5}"/>
              </a:ext>
            </a:extLst>
          </p:cNvPr>
          <p:cNvCxnSpPr>
            <a:cxnSpLocks/>
          </p:cNvCxnSpPr>
          <p:nvPr/>
        </p:nvCxnSpPr>
        <p:spPr>
          <a:xfrm>
            <a:off x="971249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C5FF0B4-9968-4BC3-0DC3-E6FB0674D16E}"/>
              </a:ext>
            </a:extLst>
          </p:cNvPr>
          <p:cNvCxnSpPr>
            <a:cxnSpLocks/>
          </p:cNvCxnSpPr>
          <p:nvPr/>
        </p:nvCxnSpPr>
        <p:spPr>
          <a:xfrm flipV="1">
            <a:off x="196758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3F58F73-B869-6AD0-F108-A27C0D480AED}"/>
              </a:ext>
            </a:extLst>
          </p:cNvPr>
          <p:cNvCxnSpPr>
            <a:cxnSpLocks/>
          </p:cNvCxnSpPr>
          <p:nvPr/>
        </p:nvCxnSpPr>
        <p:spPr>
          <a:xfrm flipH="1">
            <a:off x="971249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BA60590-3E03-4C22-A84E-971C6E68FB48}"/>
              </a:ext>
            </a:extLst>
          </p:cNvPr>
          <p:cNvSpPr/>
          <p:nvPr/>
        </p:nvSpPr>
        <p:spPr>
          <a:xfrm>
            <a:off x="7583027" y="1384351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57FC168C-D998-7055-B57D-BAE9467A05EE}"/>
              </a:ext>
            </a:extLst>
          </p:cNvPr>
          <p:cNvCxnSpPr>
            <a:cxnSpLocks/>
          </p:cNvCxnSpPr>
          <p:nvPr/>
        </p:nvCxnSpPr>
        <p:spPr>
          <a:xfrm>
            <a:off x="208922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398CAF3-9539-A89B-D959-A979AB76387A}"/>
              </a:ext>
            </a:extLst>
          </p:cNvPr>
          <p:cNvSpPr/>
          <p:nvPr/>
        </p:nvSpPr>
        <p:spPr>
          <a:xfrm>
            <a:off x="2648674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1212F96-FD22-6AC5-9FAD-D74B032D9E7B}"/>
              </a:ext>
            </a:extLst>
          </p:cNvPr>
          <p:cNvSpPr/>
          <p:nvPr/>
        </p:nvSpPr>
        <p:spPr>
          <a:xfrm>
            <a:off x="3801736" y="1148273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A9F232D-68A1-40C9-EB07-18CA4526E6C5}"/>
              </a:ext>
            </a:extLst>
          </p:cNvPr>
          <p:cNvSpPr/>
          <p:nvPr/>
        </p:nvSpPr>
        <p:spPr>
          <a:xfrm>
            <a:off x="2738022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81F2813-5C1A-E88B-EEE2-0CB5AE5AAC18}"/>
              </a:ext>
            </a:extLst>
          </p:cNvPr>
          <p:cNvSpPr/>
          <p:nvPr/>
        </p:nvSpPr>
        <p:spPr>
          <a:xfrm>
            <a:off x="2825391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094F7196-7134-AAFB-774C-518D6E4F5F13}"/>
              </a:ext>
            </a:extLst>
          </p:cNvPr>
          <p:cNvSpPr/>
          <p:nvPr/>
        </p:nvSpPr>
        <p:spPr>
          <a:xfrm>
            <a:off x="3992046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ECDADF91-4BA7-FB40-3CF7-5F73E635E68E}"/>
              </a:ext>
            </a:extLst>
          </p:cNvPr>
          <p:cNvSpPr/>
          <p:nvPr/>
        </p:nvSpPr>
        <p:spPr>
          <a:xfrm>
            <a:off x="2829503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EDB7502-CE8A-E744-3FA6-16D1A9AE1A08}"/>
              </a:ext>
            </a:extLst>
          </p:cNvPr>
          <p:cNvSpPr/>
          <p:nvPr/>
        </p:nvSpPr>
        <p:spPr>
          <a:xfrm>
            <a:off x="5948451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ABC2DF5-ADC1-3927-C333-6A774E885C5C}"/>
              </a:ext>
            </a:extLst>
          </p:cNvPr>
          <p:cNvSpPr/>
          <p:nvPr/>
        </p:nvSpPr>
        <p:spPr>
          <a:xfrm>
            <a:off x="6034996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1D01CA0-22A6-4895-3BF3-1164FDB487BF}"/>
              </a:ext>
            </a:extLst>
          </p:cNvPr>
          <p:cNvSpPr/>
          <p:nvPr/>
        </p:nvSpPr>
        <p:spPr>
          <a:xfrm>
            <a:off x="505576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7E67F946-125D-3279-35C2-15190605CC34}"/>
              </a:ext>
            </a:extLst>
          </p:cNvPr>
          <p:cNvSpPr/>
          <p:nvPr/>
        </p:nvSpPr>
        <p:spPr>
          <a:xfrm>
            <a:off x="38983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E17210A9-587D-B896-102B-6402D6CC5FA6}"/>
              </a:ext>
            </a:extLst>
          </p:cNvPr>
          <p:cNvSpPr/>
          <p:nvPr/>
        </p:nvSpPr>
        <p:spPr>
          <a:xfrm>
            <a:off x="2915431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11E0223A-6CE5-9288-4E9B-AE67B42B03F3}"/>
              </a:ext>
            </a:extLst>
          </p:cNvPr>
          <p:cNvSpPr/>
          <p:nvPr/>
        </p:nvSpPr>
        <p:spPr>
          <a:xfrm flipH="1" flipV="1">
            <a:off x="4754947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D8A85906-41AE-8647-40FF-5421FC997453}"/>
              </a:ext>
            </a:extLst>
          </p:cNvPr>
          <p:cNvSpPr/>
          <p:nvPr/>
        </p:nvSpPr>
        <p:spPr>
          <a:xfrm flipH="1" flipV="1">
            <a:off x="4850778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622AD3E7-B9F5-EA7B-059F-104FF51E95A5}"/>
              </a:ext>
            </a:extLst>
          </p:cNvPr>
          <p:cNvSpPr/>
          <p:nvPr/>
        </p:nvSpPr>
        <p:spPr>
          <a:xfrm flipH="1" flipV="1">
            <a:off x="4946608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837EB55F-88D4-CBA0-BEE9-093CE9078179}"/>
              </a:ext>
            </a:extLst>
          </p:cNvPr>
          <p:cNvSpPr/>
          <p:nvPr/>
        </p:nvSpPr>
        <p:spPr>
          <a:xfrm>
            <a:off x="2915430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A8A7C468-35F6-6130-299F-7D2EE72B9834}"/>
              </a:ext>
            </a:extLst>
          </p:cNvPr>
          <p:cNvSpPr/>
          <p:nvPr/>
        </p:nvSpPr>
        <p:spPr>
          <a:xfrm>
            <a:off x="3005469" y="3313452"/>
            <a:ext cx="3687591" cy="1147893"/>
          </a:xfrm>
          <a:prstGeom prst="roundRect">
            <a:avLst>
              <a:gd name="adj" fmla="val 9482"/>
            </a:avLst>
          </a:prstGeom>
          <a:solidFill>
            <a:schemeClr val="bg2">
              <a:lumMod val="7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36A509FB-0993-8DB7-0FE9-5C22FE262A3F}"/>
              </a:ext>
            </a:extLst>
          </p:cNvPr>
          <p:cNvSpPr/>
          <p:nvPr/>
        </p:nvSpPr>
        <p:spPr>
          <a:xfrm>
            <a:off x="57993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8B7C748A-77E6-32A8-B195-FEFF872EDA86}"/>
              </a:ext>
            </a:extLst>
          </p:cNvPr>
          <p:cNvSpPr/>
          <p:nvPr/>
        </p:nvSpPr>
        <p:spPr>
          <a:xfrm flipH="1" flipV="1">
            <a:off x="3690872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EA01C10-7B9E-508A-6BCD-479B69F6525B}"/>
              </a:ext>
            </a:extLst>
          </p:cNvPr>
          <p:cNvSpPr/>
          <p:nvPr/>
        </p:nvSpPr>
        <p:spPr>
          <a:xfrm flipH="1" flipV="1">
            <a:off x="3786703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C242ECBF-5F72-9D96-6BE9-A56480065F78}"/>
              </a:ext>
            </a:extLst>
          </p:cNvPr>
          <p:cNvSpPr/>
          <p:nvPr/>
        </p:nvSpPr>
        <p:spPr>
          <a:xfrm flipH="1" flipV="1">
            <a:off x="3882533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C0FE541-5D80-B63C-3CC6-98E010FF0CFB}"/>
              </a:ext>
            </a:extLst>
          </p:cNvPr>
          <p:cNvSpPr/>
          <p:nvPr/>
        </p:nvSpPr>
        <p:spPr>
          <a:xfrm>
            <a:off x="2733977" y="1363300"/>
            <a:ext cx="995391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31AF8AC-7C9F-41FA-FA04-91DC848ACAA7}"/>
              </a:ext>
            </a:extLst>
          </p:cNvPr>
          <p:cNvSpPr/>
          <p:nvPr/>
        </p:nvSpPr>
        <p:spPr>
          <a:xfrm>
            <a:off x="3100976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18C046-1F48-EFFE-C664-A5BF558D18C3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631145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1745B71-58DF-60AD-42A1-CD0020FBE668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793688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163E164-C327-6EE8-DC7B-E284666C2091}"/>
              </a:ext>
            </a:extLst>
          </p:cNvPr>
          <p:cNvSpPr/>
          <p:nvPr/>
        </p:nvSpPr>
        <p:spPr>
          <a:xfrm>
            <a:off x="49004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7E4C6FF-A071-298C-4BF2-5DB9D426DF12}"/>
              </a:ext>
            </a:extLst>
          </p:cNvPr>
          <p:cNvSpPr/>
          <p:nvPr/>
        </p:nvSpPr>
        <p:spPr>
          <a:xfrm>
            <a:off x="4970194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C99CAF9-4CC9-EED8-FC7B-491F340B27A2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771836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8FD9EA7-FEE6-8673-CBD9-0880A9608564}"/>
              </a:ext>
            </a:extLst>
          </p:cNvPr>
          <p:cNvSpPr/>
          <p:nvPr/>
        </p:nvSpPr>
        <p:spPr>
          <a:xfrm>
            <a:off x="5799329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1AFE2E1-F638-08EF-83CF-032882DAD03A}"/>
              </a:ext>
            </a:extLst>
          </p:cNvPr>
          <p:cNvSpPr/>
          <p:nvPr/>
        </p:nvSpPr>
        <p:spPr>
          <a:xfrm>
            <a:off x="4900429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308E109-AB75-C2B3-FFCF-77A8E9BA193E}"/>
              </a:ext>
            </a:extLst>
          </p:cNvPr>
          <p:cNvSpPr/>
          <p:nvPr/>
        </p:nvSpPr>
        <p:spPr>
          <a:xfrm>
            <a:off x="3100976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8800A712-04DD-431D-A9BB-A923818DD16F}"/>
              </a:ext>
            </a:extLst>
          </p:cNvPr>
          <p:cNvSpPr/>
          <p:nvPr/>
        </p:nvSpPr>
        <p:spPr>
          <a:xfrm>
            <a:off x="3998124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8D2EE88-CE26-07EE-419F-DC2C45F3163F}"/>
              </a:ext>
            </a:extLst>
          </p:cNvPr>
          <p:cNvSpPr/>
          <p:nvPr/>
        </p:nvSpPr>
        <p:spPr>
          <a:xfrm flipH="1" flipV="1">
            <a:off x="4283968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F197321-A65F-3127-AFFA-E3DB0B1E5A7C}"/>
              </a:ext>
            </a:extLst>
          </p:cNvPr>
          <p:cNvSpPr/>
          <p:nvPr/>
        </p:nvSpPr>
        <p:spPr>
          <a:xfrm flipH="1" flipV="1">
            <a:off x="4379799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1EFB369E-CD6E-AD98-4B03-1EE78BB0F343}"/>
              </a:ext>
            </a:extLst>
          </p:cNvPr>
          <p:cNvSpPr/>
          <p:nvPr/>
        </p:nvSpPr>
        <p:spPr>
          <a:xfrm flipH="1" flipV="1">
            <a:off x="4475629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D37B301-7454-FEF4-6B95-EBD037363E2A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699978" y="1556031"/>
            <a:ext cx="355782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84FCD870-4CDC-D91C-01E0-0595CFB868D4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857402" y="1554267"/>
            <a:ext cx="177594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D1816012-3C29-8743-A907-839F9FDAB195}"/>
              </a:ext>
            </a:extLst>
          </p:cNvPr>
          <p:cNvSpPr/>
          <p:nvPr/>
        </p:nvSpPr>
        <p:spPr>
          <a:xfrm>
            <a:off x="7579593" y="2478329"/>
            <a:ext cx="982735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B68F1F40-7E4D-FDAB-9E23-B6AF9C334D7D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702071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AB47702-D9DB-7289-33AB-87565DD2FA7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702071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A9B1A9C-2FC0-4D3A-D463-08CB8DC393C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799766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083F6B17-3AB5-7B5D-7F38-01DC9EF767B4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902618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911D0BF-8C42-D5C5-3538-29543AD53A52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902618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960CCF9B-8DE1-CE1B-643D-42A8FC82A985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740588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B0DE4F-47E5-6EE8-90B4-AE9CCC1E9C1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495785" y="1577120"/>
            <a:ext cx="238192" cy="13004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4447BE1-8B7F-C4E6-A3F9-5E314A7A4EBB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3230324" y="1790940"/>
            <a:ext cx="1349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D1D3708D-E69E-6785-8D98-392F8EDE0FC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3106378" y="3180429"/>
            <a:ext cx="605292" cy="185545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F5A7CFC4-2B21-AFDF-FA9E-75C94EBDC89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765331" y="2619097"/>
            <a:ext cx="171287" cy="269835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2395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2DF4B5-1C62-E220-DA7B-4FFAFFAB051A}"/>
              </a:ext>
            </a:extLst>
          </p:cNvPr>
          <p:cNvSpPr/>
          <p:nvPr/>
        </p:nvSpPr>
        <p:spPr>
          <a:xfrm>
            <a:off x="107505" y="3170974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0531C4D-C6BE-C2A6-6677-B9FF9494911C}"/>
              </a:ext>
            </a:extLst>
          </p:cNvPr>
          <p:cNvSpPr/>
          <p:nvPr/>
        </p:nvSpPr>
        <p:spPr>
          <a:xfrm>
            <a:off x="1475656" y="881974"/>
            <a:ext cx="6120680" cy="3443592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8A821A7-3DB9-6F85-3714-2664FE6A664D}"/>
              </a:ext>
            </a:extLst>
          </p:cNvPr>
          <p:cNvSpPr/>
          <p:nvPr/>
        </p:nvSpPr>
        <p:spPr>
          <a:xfrm>
            <a:off x="1619673" y="2491838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38DADD2-B698-1DB7-6BD4-06458FC16DBC}"/>
              </a:ext>
            </a:extLst>
          </p:cNvPr>
          <p:cNvSpPr/>
          <p:nvPr/>
        </p:nvSpPr>
        <p:spPr>
          <a:xfrm>
            <a:off x="1619673" y="3169508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07B9CD0-F7E6-3E07-7214-264000812231}"/>
              </a:ext>
            </a:extLst>
          </p:cNvPr>
          <p:cNvCxnSpPr>
            <a:cxnSpLocks/>
          </p:cNvCxnSpPr>
          <p:nvPr/>
        </p:nvCxnSpPr>
        <p:spPr>
          <a:xfrm>
            <a:off x="1077757" y="3219822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FCB9AF7-A330-402F-9105-CBC88F419A76}"/>
              </a:ext>
            </a:extLst>
          </p:cNvPr>
          <p:cNvCxnSpPr>
            <a:cxnSpLocks/>
          </p:cNvCxnSpPr>
          <p:nvPr/>
        </p:nvCxnSpPr>
        <p:spPr>
          <a:xfrm flipV="1">
            <a:off x="207409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0614E0A-E63B-2720-6210-0BB93A1EE736}"/>
              </a:ext>
            </a:extLst>
          </p:cNvPr>
          <p:cNvCxnSpPr>
            <a:cxnSpLocks/>
          </p:cNvCxnSpPr>
          <p:nvPr/>
        </p:nvCxnSpPr>
        <p:spPr>
          <a:xfrm flipH="1">
            <a:off x="1077757" y="3311320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7FF793BE-E2AC-BFAA-25FB-A7D0B378838C}"/>
              </a:ext>
            </a:extLst>
          </p:cNvPr>
          <p:cNvSpPr/>
          <p:nvPr/>
        </p:nvSpPr>
        <p:spPr>
          <a:xfrm>
            <a:off x="7668344" y="1131590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FFD92DC-CCF5-01DA-2F4A-43CA12D9CAB4}"/>
              </a:ext>
            </a:extLst>
          </p:cNvPr>
          <p:cNvCxnSpPr>
            <a:cxnSpLocks/>
          </p:cNvCxnSpPr>
          <p:nvPr/>
        </p:nvCxnSpPr>
        <p:spPr>
          <a:xfrm>
            <a:off x="219573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2BAC641-C58B-4174-E4FC-7635E3F72E84}"/>
              </a:ext>
            </a:extLst>
          </p:cNvPr>
          <p:cNvSpPr/>
          <p:nvPr/>
        </p:nvSpPr>
        <p:spPr>
          <a:xfrm>
            <a:off x="3070436" y="968667"/>
            <a:ext cx="4477732" cy="3259266"/>
          </a:xfrm>
          <a:prstGeom prst="roundRect">
            <a:avLst>
              <a:gd name="adj" fmla="val 3704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State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B261467-36A1-8D46-23A9-EE2E9A93F693}"/>
              </a:ext>
            </a:extLst>
          </p:cNvPr>
          <p:cNvSpPr/>
          <p:nvPr/>
        </p:nvSpPr>
        <p:spPr>
          <a:xfrm>
            <a:off x="3159784" y="1274889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18D0F4D-4F93-4AAC-C377-4171470FD6BA}"/>
              </a:ext>
            </a:extLst>
          </p:cNvPr>
          <p:cNvSpPr/>
          <p:nvPr/>
        </p:nvSpPr>
        <p:spPr>
          <a:xfrm>
            <a:off x="3159784" y="2238523"/>
            <a:ext cx="3124284" cy="1898496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A40BD44-CE8D-685B-E2C7-74BCD7A5B0FB}"/>
              </a:ext>
            </a:extLst>
          </p:cNvPr>
          <p:cNvSpPr/>
          <p:nvPr/>
        </p:nvSpPr>
        <p:spPr>
          <a:xfrm>
            <a:off x="3247153" y="3003093"/>
            <a:ext cx="2947533" cy="1049855"/>
          </a:xfrm>
          <a:prstGeom prst="roundRect">
            <a:avLst>
              <a:gd name="adj" fmla="val 1033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8869F4B-716C-B79D-9CD3-522FF528D3BF}"/>
              </a:ext>
            </a:extLst>
          </p:cNvPr>
          <p:cNvSpPr/>
          <p:nvPr/>
        </p:nvSpPr>
        <p:spPr>
          <a:xfrm>
            <a:off x="4411750" y="250718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FF41EDF-E5E7-55CA-D574-122E1F3CE731}"/>
              </a:ext>
            </a:extLst>
          </p:cNvPr>
          <p:cNvSpPr/>
          <p:nvPr/>
        </p:nvSpPr>
        <p:spPr>
          <a:xfrm>
            <a:off x="3251265" y="250718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3E08CE1-C051-789F-8BF9-27C27843E460}"/>
              </a:ext>
            </a:extLst>
          </p:cNvPr>
          <p:cNvSpPr/>
          <p:nvPr/>
        </p:nvSpPr>
        <p:spPr>
          <a:xfrm>
            <a:off x="5393043" y="25071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53D62ED-524E-4B89-6267-C3720FCA9DA3}"/>
              </a:ext>
            </a:extLst>
          </p:cNvPr>
          <p:cNvSpPr/>
          <p:nvPr/>
        </p:nvSpPr>
        <p:spPr>
          <a:xfrm>
            <a:off x="5393044" y="15274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B04B119-3E75-E460-0736-03E0BD9CE064}"/>
              </a:ext>
            </a:extLst>
          </p:cNvPr>
          <p:cNvSpPr/>
          <p:nvPr/>
        </p:nvSpPr>
        <p:spPr>
          <a:xfrm>
            <a:off x="4413808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99E8414-2420-5D2E-1EBC-17F6EF46F0B1}"/>
              </a:ext>
            </a:extLst>
          </p:cNvPr>
          <p:cNvSpPr/>
          <p:nvPr/>
        </p:nvSpPr>
        <p:spPr>
          <a:xfrm>
            <a:off x="3256384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86548305-4DD2-F577-9DDA-D99E7C441310}"/>
              </a:ext>
            </a:extLst>
          </p:cNvPr>
          <p:cNvSpPr/>
          <p:nvPr/>
        </p:nvSpPr>
        <p:spPr>
          <a:xfrm>
            <a:off x="3337193" y="36119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304BBBB-1C10-2E7C-2BDD-917B43825F7A}"/>
              </a:ext>
            </a:extLst>
          </p:cNvPr>
          <p:cNvSpPr/>
          <p:nvPr/>
        </p:nvSpPr>
        <p:spPr>
          <a:xfrm flipH="1" flipV="1">
            <a:off x="4112995" y="165802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7684505-577D-9EF6-EBA6-12957ABD3BF6}"/>
              </a:ext>
            </a:extLst>
          </p:cNvPr>
          <p:cNvSpPr/>
          <p:nvPr/>
        </p:nvSpPr>
        <p:spPr>
          <a:xfrm flipH="1" flipV="1">
            <a:off x="4208826" y="165849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BE34B6E-0BBD-5B35-6B3D-07A020A5B9C7}"/>
              </a:ext>
            </a:extLst>
          </p:cNvPr>
          <p:cNvSpPr/>
          <p:nvPr/>
        </p:nvSpPr>
        <p:spPr>
          <a:xfrm flipH="1" flipV="1">
            <a:off x="4304656" y="165802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2260E37-A050-396E-30C1-32C3E3F4401F}"/>
              </a:ext>
            </a:extLst>
          </p:cNvPr>
          <p:cNvSpPr/>
          <p:nvPr/>
        </p:nvSpPr>
        <p:spPr>
          <a:xfrm>
            <a:off x="4226205" y="3311320"/>
            <a:ext cx="1884616" cy="660849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Request/Stream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769F75C-CBE3-1058-098A-970D04254E04}"/>
              </a:ext>
            </a:extLst>
          </p:cNvPr>
          <p:cNvSpPr/>
          <p:nvPr/>
        </p:nvSpPr>
        <p:spPr>
          <a:xfrm>
            <a:off x="4316245" y="36056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5347BF5-5647-8721-2978-7CDD5F73470B}"/>
              </a:ext>
            </a:extLst>
          </p:cNvPr>
          <p:cNvSpPr/>
          <p:nvPr/>
        </p:nvSpPr>
        <p:spPr>
          <a:xfrm>
            <a:off x="5238354" y="360565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9BD034E3-BCB0-E699-2FB9-E20BF1D0E73C}"/>
              </a:ext>
            </a:extLst>
          </p:cNvPr>
          <p:cNvSpPr/>
          <p:nvPr/>
        </p:nvSpPr>
        <p:spPr>
          <a:xfrm flipH="1" flipV="1">
            <a:off x="4112634" y="264375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FCC3EA-FB49-EA11-130D-6ECC64DC3F52}"/>
              </a:ext>
            </a:extLst>
          </p:cNvPr>
          <p:cNvSpPr/>
          <p:nvPr/>
        </p:nvSpPr>
        <p:spPr>
          <a:xfrm flipH="1" flipV="1">
            <a:off x="4208465" y="264423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F7A72F3-259D-0217-C5D2-373F684CBF8C}"/>
              </a:ext>
            </a:extLst>
          </p:cNvPr>
          <p:cNvSpPr/>
          <p:nvPr/>
        </p:nvSpPr>
        <p:spPr>
          <a:xfrm flipH="1" flipV="1">
            <a:off x="4304295" y="264375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02E5D3F-8EB9-0BD9-4202-AA2C05D73D92}"/>
              </a:ext>
            </a:extLst>
          </p:cNvPr>
          <p:cNvSpPr/>
          <p:nvPr/>
        </p:nvSpPr>
        <p:spPr>
          <a:xfrm>
            <a:off x="6419175" y="1877266"/>
            <a:ext cx="1052864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(TLS)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45711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370333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41058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467930" cy="833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01737" cy="1539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570197"/>
            <a:ext cx="0" cy="16928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50515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468616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2966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50515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468616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4"/>
            <a:ext cx="566213" cy="445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61BDBF5F-ADDC-3EB3-0769-547C61BCFA6B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5556C120-649A-CA9C-596B-56DA033B881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모서리가 둥근 직사각형 264">
            <a:extLst>
              <a:ext uri="{FF2B5EF4-FFF2-40B4-BE49-F238E27FC236}">
                <a16:creationId xmlns:a16="http://schemas.microsoft.com/office/drawing/2014/main" id="{06E045DA-815E-4D80-CBC8-8A247184DE8C}"/>
              </a:ext>
            </a:extLst>
          </p:cNvPr>
          <p:cNvSpPr/>
          <p:nvPr/>
        </p:nvSpPr>
        <p:spPr>
          <a:xfrm>
            <a:off x="5571348" y="1212845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1B321-BD35-009D-36B0-320A88A9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A76E102-72B3-9A85-754F-ED40F3B47EBB}"/>
              </a:ext>
            </a:extLst>
          </p:cNvPr>
          <p:cNvSpPr/>
          <p:nvPr/>
        </p:nvSpPr>
        <p:spPr>
          <a:xfrm>
            <a:off x="1044962" y="267494"/>
            <a:ext cx="5874790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B76B267-CB72-F70A-E350-4F4D2C9A8383}"/>
              </a:ext>
            </a:extLst>
          </p:cNvPr>
          <p:cNvSpPr/>
          <p:nvPr/>
        </p:nvSpPr>
        <p:spPr>
          <a:xfrm>
            <a:off x="1151630" y="555526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9A98F0-F49F-172B-A0BF-2666FEA6EA44}"/>
              </a:ext>
            </a:extLst>
          </p:cNvPr>
          <p:cNvSpPr/>
          <p:nvPr/>
        </p:nvSpPr>
        <p:spPr>
          <a:xfrm>
            <a:off x="1259641" y="843558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284BF0-78D4-35FB-2CDF-707322BF43EE}"/>
              </a:ext>
            </a:extLst>
          </p:cNvPr>
          <p:cNvSpPr/>
          <p:nvPr/>
        </p:nvSpPr>
        <p:spPr>
          <a:xfrm>
            <a:off x="2267752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C2A9B6-B885-E683-217D-57E5D9AE0FF7}"/>
              </a:ext>
            </a:extLst>
          </p:cNvPr>
          <p:cNvSpPr/>
          <p:nvPr/>
        </p:nvSpPr>
        <p:spPr>
          <a:xfrm>
            <a:off x="327587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FB8577-59B4-F7A8-D4DF-14A5037C64C6}"/>
              </a:ext>
            </a:extLst>
          </p:cNvPr>
          <p:cNvSpPr/>
          <p:nvPr/>
        </p:nvSpPr>
        <p:spPr>
          <a:xfrm>
            <a:off x="4283975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78543A-F10E-E14C-EACF-222E20C41E11}"/>
              </a:ext>
            </a:extLst>
          </p:cNvPr>
          <p:cNvSpPr/>
          <p:nvPr/>
        </p:nvSpPr>
        <p:spPr>
          <a:xfrm>
            <a:off x="529209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E1FFAB6-A34C-2B86-F11B-BA78A2CE13DA}"/>
              </a:ext>
            </a:extLst>
          </p:cNvPr>
          <p:cNvSpPr/>
          <p:nvPr/>
        </p:nvSpPr>
        <p:spPr>
          <a:xfrm>
            <a:off x="6384651" y="987574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13BCBB0-66AA-F83B-DAB0-A5ADB0972D27}"/>
              </a:ext>
            </a:extLst>
          </p:cNvPr>
          <p:cNvSpPr/>
          <p:nvPr/>
        </p:nvSpPr>
        <p:spPr>
          <a:xfrm>
            <a:off x="6537300" y="98757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FC3A0A8-48D0-3839-A9D8-F39A291F289F}"/>
              </a:ext>
            </a:extLst>
          </p:cNvPr>
          <p:cNvSpPr/>
          <p:nvPr/>
        </p:nvSpPr>
        <p:spPr>
          <a:xfrm>
            <a:off x="6683973" y="987573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277A8C0-7DE8-9B58-09D8-65CF1E9440CC}"/>
              </a:ext>
            </a:extLst>
          </p:cNvPr>
          <p:cNvSpPr/>
          <p:nvPr/>
        </p:nvSpPr>
        <p:spPr>
          <a:xfrm>
            <a:off x="1344359" y="4059199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9901243-B08D-0BC2-1EE3-DF1DE76485A3}"/>
              </a:ext>
            </a:extLst>
          </p:cNvPr>
          <p:cNvSpPr/>
          <p:nvPr/>
        </p:nvSpPr>
        <p:spPr>
          <a:xfrm>
            <a:off x="2352470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D0852B5-5790-CA3B-BDC6-F3705EAF706C}"/>
              </a:ext>
            </a:extLst>
          </p:cNvPr>
          <p:cNvSpPr/>
          <p:nvPr/>
        </p:nvSpPr>
        <p:spPr>
          <a:xfrm>
            <a:off x="336058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746AB5B-31E6-9945-A244-411233CA4EFD}"/>
              </a:ext>
            </a:extLst>
          </p:cNvPr>
          <p:cNvSpPr/>
          <p:nvPr/>
        </p:nvSpPr>
        <p:spPr>
          <a:xfrm>
            <a:off x="4368693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6F9CC1E-F7DF-83F2-44D0-07A69D1F622D}"/>
              </a:ext>
            </a:extLst>
          </p:cNvPr>
          <p:cNvSpPr/>
          <p:nvPr/>
        </p:nvSpPr>
        <p:spPr>
          <a:xfrm>
            <a:off x="537680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20B0B1E-9409-43DE-E262-57665AC6A097}"/>
              </a:ext>
            </a:extLst>
          </p:cNvPr>
          <p:cNvSpPr/>
          <p:nvPr/>
        </p:nvSpPr>
        <p:spPr>
          <a:xfrm>
            <a:off x="1022301" y="3555143"/>
            <a:ext cx="5819512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7CF569-E251-7435-6C24-10A4D7062B5C}"/>
              </a:ext>
            </a:extLst>
          </p:cNvPr>
          <p:cNvSpPr/>
          <p:nvPr/>
        </p:nvSpPr>
        <p:spPr>
          <a:xfrm>
            <a:off x="1236980" y="4131207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9ABBF70-5260-A06E-477F-848425742A0E}"/>
              </a:ext>
            </a:extLst>
          </p:cNvPr>
          <p:cNvSpPr/>
          <p:nvPr/>
        </p:nvSpPr>
        <p:spPr>
          <a:xfrm>
            <a:off x="2245091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D0B271-0055-3F1E-64BC-B9BF75B78116}"/>
              </a:ext>
            </a:extLst>
          </p:cNvPr>
          <p:cNvSpPr/>
          <p:nvPr/>
        </p:nvSpPr>
        <p:spPr>
          <a:xfrm>
            <a:off x="325320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8A57331-27F2-CDDA-BFBD-51EA9280BFF5}"/>
              </a:ext>
            </a:extLst>
          </p:cNvPr>
          <p:cNvSpPr/>
          <p:nvPr/>
        </p:nvSpPr>
        <p:spPr>
          <a:xfrm>
            <a:off x="4261314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F811E-73D9-7CD4-7CD3-2DC67424BA54}"/>
              </a:ext>
            </a:extLst>
          </p:cNvPr>
          <p:cNvSpPr/>
          <p:nvPr/>
        </p:nvSpPr>
        <p:spPr>
          <a:xfrm>
            <a:off x="526942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E4CB106-BEC3-4ADB-D51B-2BDF9390BBEA}"/>
              </a:ext>
            </a:extLst>
          </p:cNvPr>
          <p:cNvSpPr/>
          <p:nvPr/>
        </p:nvSpPr>
        <p:spPr>
          <a:xfrm>
            <a:off x="923866" y="3627150"/>
            <a:ext cx="5843045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7C8ABFF-8A0F-DFA3-612E-3BC92115B7DC}"/>
              </a:ext>
            </a:extLst>
          </p:cNvPr>
          <p:cNvSpPr/>
          <p:nvPr/>
        </p:nvSpPr>
        <p:spPr>
          <a:xfrm>
            <a:off x="1138545" y="420321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A090CD4-BA2A-383F-91D4-D70D628449E1}"/>
              </a:ext>
            </a:extLst>
          </p:cNvPr>
          <p:cNvSpPr/>
          <p:nvPr/>
        </p:nvSpPr>
        <p:spPr>
          <a:xfrm>
            <a:off x="2146656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7B105A3-5A11-67CE-EE43-E9FB49B6CFA6}"/>
              </a:ext>
            </a:extLst>
          </p:cNvPr>
          <p:cNvSpPr/>
          <p:nvPr/>
        </p:nvSpPr>
        <p:spPr>
          <a:xfrm>
            <a:off x="315477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F36D1A9-A0B0-1366-6AF3-E101A94709C8}"/>
              </a:ext>
            </a:extLst>
          </p:cNvPr>
          <p:cNvSpPr/>
          <p:nvPr/>
        </p:nvSpPr>
        <p:spPr>
          <a:xfrm>
            <a:off x="4162879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379E4E9-714A-AB8A-7932-4CC75468297D}"/>
              </a:ext>
            </a:extLst>
          </p:cNvPr>
          <p:cNvSpPr/>
          <p:nvPr/>
        </p:nvSpPr>
        <p:spPr>
          <a:xfrm>
            <a:off x="517099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A05E79F9-D3F9-5B38-36B2-E2741D228435}"/>
              </a:ext>
            </a:extLst>
          </p:cNvPr>
          <p:cNvSpPr/>
          <p:nvPr/>
        </p:nvSpPr>
        <p:spPr>
          <a:xfrm>
            <a:off x="816487" y="3699158"/>
            <a:ext cx="5874790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9437242-D2D2-3AE6-BB4D-B925FA72CF20}"/>
              </a:ext>
            </a:extLst>
          </p:cNvPr>
          <p:cNvSpPr/>
          <p:nvPr/>
        </p:nvSpPr>
        <p:spPr>
          <a:xfrm>
            <a:off x="923155" y="3987190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26AB0E46-5DBA-E75F-9419-4C40AB813F50}"/>
              </a:ext>
            </a:extLst>
          </p:cNvPr>
          <p:cNvSpPr/>
          <p:nvPr/>
        </p:nvSpPr>
        <p:spPr>
          <a:xfrm>
            <a:off x="1031166" y="427522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35E20105-5D5A-540A-963A-C45F8710DE65}"/>
              </a:ext>
            </a:extLst>
          </p:cNvPr>
          <p:cNvSpPr/>
          <p:nvPr/>
        </p:nvSpPr>
        <p:spPr>
          <a:xfrm>
            <a:off x="2039277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1CE8D5BB-2E2B-2B9F-66EE-3016F2BC0E57}"/>
              </a:ext>
            </a:extLst>
          </p:cNvPr>
          <p:cNvSpPr/>
          <p:nvPr/>
        </p:nvSpPr>
        <p:spPr>
          <a:xfrm>
            <a:off x="304739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3955A1F3-5D4B-74AF-D866-7BB7F2040F05}"/>
              </a:ext>
            </a:extLst>
          </p:cNvPr>
          <p:cNvSpPr/>
          <p:nvPr/>
        </p:nvSpPr>
        <p:spPr>
          <a:xfrm>
            <a:off x="4055500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DC23202-8C72-09EF-B41B-16FB52655626}"/>
              </a:ext>
            </a:extLst>
          </p:cNvPr>
          <p:cNvSpPr/>
          <p:nvPr/>
        </p:nvSpPr>
        <p:spPr>
          <a:xfrm>
            <a:off x="506361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BAD022B-F591-F9CD-3BFC-496C2A16713B}"/>
              </a:ext>
            </a:extLst>
          </p:cNvPr>
          <p:cNvSpPr/>
          <p:nvPr/>
        </p:nvSpPr>
        <p:spPr>
          <a:xfrm>
            <a:off x="6156176" y="441923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3CA72A3-8E90-E6C1-B207-CBECD0FE6451}"/>
              </a:ext>
            </a:extLst>
          </p:cNvPr>
          <p:cNvSpPr/>
          <p:nvPr/>
        </p:nvSpPr>
        <p:spPr>
          <a:xfrm>
            <a:off x="6308825" y="441923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E4DAC584-9148-D724-4F20-DE38125DBBCB}"/>
              </a:ext>
            </a:extLst>
          </p:cNvPr>
          <p:cNvSpPr/>
          <p:nvPr/>
        </p:nvSpPr>
        <p:spPr>
          <a:xfrm>
            <a:off x="6455498" y="441923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7F2C756-E73C-437F-CDF2-103C8535830E}"/>
              </a:ext>
            </a:extLst>
          </p:cNvPr>
          <p:cNvCxnSpPr>
            <a:cxnSpLocks/>
            <a:stCxn id="4" idx="2"/>
            <a:endCxn id="82" idx="0"/>
          </p:cNvCxnSpPr>
          <p:nvPr/>
        </p:nvCxnSpPr>
        <p:spPr>
          <a:xfrm flipH="1">
            <a:off x="1758945" y="1203598"/>
            <a:ext cx="4752" cy="10680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4CE53A11-3831-9A38-EA6F-F0B0F885CAE9}"/>
              </a:ext>
            </a:extLst>
          </p:cNvPr>
          <p:cNvCxnSpPr>
            <a:cxnSpLocks/>
            <a:stCxn id="73" idx="0"/>
            <a:endCxn id="82" idx="2"/>
          </p:cNvCxnSpPr>
          <p:nvPr/>
        </p:nvCxnSpPr>
        <p:spPr>
          <a:xfrm flipV="1">
            <a:off x="1535222" y="2703128"/>
            <a:ext cx="223723" cy="15720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4EE5E37-D69A-6CEA-CE29-37C7A9D404ED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684964" y="2703128"/>
            <a:ext cx="73981" cy="9960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20E989-EDB5-ABF4-768B-FAF2A5B3A59A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758945" y="2703128"/>
            <a:ext cx="0" cy="9302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13F8B917-D45E-EBA2-416B-04A7EEF7CEDB}"/>
              </a:ext>
            </a:extLst>
          </p:cNvPr>
          <p:cNvCxnSpPr>
            <a:cxnSpLocks/>
            <a:stCxn id="74" idx="0"/>
            <a:endCxn id="128" idx="2"/>
          </p:cNvCxnSpPr>
          <p:nvPr/>
        </p:nvCxnSpPr>
        <p:spPr>
          <a:xfrm flipV="1">
            <a:off x="2543333" y="3424415"/>
            <a:ext cx="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ED7ED2A-6B6B-71F5-F5B0-678A7CE72FD3}"/>
              </a:ext>
            </a:extLst>
          </p:cNvPr>
          <p:cNvCxnSpPr>
            <a:cxnSpLocks/>
            <a:stCxn id="5" idx="2"/>
            <a:endCxn id="116" idx="0"/>
          </p:cNvCxnSpPr>
          <p:nvPr/>
        </p:nvCxnSpPr>
        <p:spPr>
          <a:xfrm>
            <a:off x="2771808" y="1203598"/>
            <a:ext cx="0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E61594-577B-F627-BDBA-1F1A244C9369}"/>
              </a:ext>
            </a:extLst>
          </p:cNvPr>
          <p:cNvSpPr/>
          <p:nvPr/>
        </p:nvSpPr>
        <p:spPr>
          <a:xfrm>
            <a:off x="130918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Snapshot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C98ABB56-7187-F494-9DB9-5888D6DCE922}"/>
              </a:ext>
            </a:extLst>
          </p:cNvPr>
          <p:cNvSpPr/>
          <p:nvPr/>
        </p:nvSpPr>
        <p:spPr>
          <a:xfrm>
            <a:off x="2322051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ClusterInfo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(Immutable)</a:t>
            </a:r>
          </a:p>
        </p:txBody>
      </p:sp>
      <p:sp>
        <p:nvSpPr>
          <p:cNvPr id="116" name="모서리가 둥근 직사각형 115">
            <a:extLst>
              <a:ext uri="{FF2B5EF4-FFF2-40B4-BE49-F238E27FC236}">
                <a16:creationId xmlns:a16="http://schemas.microsoft.com/office/drawing/2014/main" id="{A432217A-69A3-3942-8D60-154FE3BA74E2}"/>
              </a:ext>
            </a:extLst>
          </p:cNvPr>
          <p:cNvSpPr/>
          <p:nvPr/>
        </p:nvSpPr>
        <p:spPr>
          <a:xfrm>
            <a:off x="2322051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7" name="모서리가 둥근 직사각형 116">
            <a:extLst>
              <a:ext uri="{FF2B5EF4-FFF2-40B4-BE49-F238E27FC236}">
                <a16:creationId xmlns:a16="http://schemas.microsoft.com/office/drawing/2014/main" id="{256061A4-449E-B9A3-95B7-5CD3C9502EE4}"/>
              </a:ext>
            </a:extLst>
          </p:cNvPr>
          <p:cNvSpPr/>
          <p:nvPr/>
        </p:nvSpPr>
        <p:spPr>
          <a:xfrm>
            <a:off x="2255255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D3CD78E-D5E0-48FB-26CA-84A5301C7DBA}"/>
              </a:ext>
            </a:extLst>
          </p:cNvPr>
          <p:cNvSpPr/>
          <p:nvPr/>
        </p:nvSpPr>
        <p:spPr>
          <a:xfrm>
            <a:off x="2174838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CE765E8A-9745-07A1-30F3-939E9AAF5C71}"/>
              </a:ext>
            </a:extLst>
          </p:cNvPr>
          <p:cNvSpPr/>
          <p:nvPr/>
        </p:nvSpPr>
        <p:spPr>
          <a:xfrm>
            <a:off x="2093576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3F94B586-2536-61F2-75F6-FC28F1B95484}"/>
              </a:ext>
            </a:extLst>
          </p:cNvPr>
          <p:cNvCxnSpPr>
            <a:cxnSpLocks/>
            <a:stCxn id="128" idx="0"/>
            <a:endCxn id="113" idx="2"/>
          </p:cNvCxnSpPr>
          <p:nvPr/>
        </p:nvCxnSpPr>
        <p:spPr>
          <a:xfrm flipV="1">
            <a:off x="2543333" y="2703128"/>
            <a:ext cx="228475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616D6AE6-70A2-2AC3-04A1-3B44AFA56212}"/>
              </a:ext>
            </a:extLst>
          </p:cNvPr>
          <p:cNvCxnSpPr>
            <a:cxnSpLocks/>
            <a:stCxn id="116" idx="2"/>
            <a:endCxn id="113" idx="0"/>
          </p:cNvCxnSpPr>
          <p:nvPr/>
        </p:nvCxnSpPr>
        <p:spPr>
          <a:xfrm>
            <a:off x="2771808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6EC02821-0F6A-72E1-5926-4D37D2115C34}"/>
              </a:ext>
            </a:extLst>
          </p:cNvPr>
          <p:cNvCxnSpPr>
            <a:cxnSpLocks/>
            <a:stCxn id="118" idx="0"/>
            <a:endCxn id="113" idx="2"/>
          </p:cNvCxnSpPr>
          <p:nvPr/>
        </p:nvCxnSpPr>
        <p:spPr>
          <a:xfrm flipV="1">
            <a:off x="2624595" y="2703128"/>
            <a:ext cx="147213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51423383-62BF-5614-A15C-0BA8F01B08A4}"/>
              </a:ext>
            </a:extLst>
          </p:cNvPr>
          <p:cNvCxnSpPr>
            <a:cxnSpLocks/>
            <a:stCxn id="117" idx="0"/>
            <a:endCxn id="113" idx="2"/>
          </p:cNvCxnSpPr>
          <p:nvPr/>
        </p:nvCxnSpPr>
        <p:spPr>
          <a:xfrm flipV="1">
            <a:off x="2705012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C34A0EF2-AFE0-0E5E-1004-FB1C7615BEDD}"/>
              </a:ext>
            </a:extLst>
          </p:cNvPr>
          <p:cNvSpPr/>
          <p:nvPr/>
        </p:nvSpPr>
        <p:spPr>
          <a:xfrm>
            <a:off x="4338274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78" name="모서리가 둥근 직사각형 177">
            <a:extLst>
              <a:ext uri="{FF2B5EF4-FFF2-40B4-BE49-F238E27FC236}">
                <a16:creationId xmlns:a16="http://schemas.microsoft.com/office/drawing/2014/main" id="{3EEA114B-4E49-B5EA-872D-AA62171A7D42}"/>
              </a:ext>
            </a:extLst>
          </p:cNvPr>
          <p:cNvSpPr/>
          <p:nvPr/>
        </p:nvSpPr>
        <p:spPr>
          <a:xfrm>
            <a:off x="4338274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(V2)</a:t>
            </a: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B4F52D5E-48DF-53E4-92EF-F33AE7DF5AC7}"/>
              </a:ext>
            </a:extLst>
          </p:cNvPr>
          <p:cNvCxnSpPr>
            <a:cxnSpLocks/>
            <a:stCxn id="7" idx="2"/>
            <a:endCxn id="178" idx="0"/>
          </p:cNvCxnSpPr>
          <p:nvPr/>
        </p:nvCxnSpPr>
        <p:spPr>
          <a:xfrm>
            <a:off x="4788031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C972CF69-862A-86E9-5516-E001FA9DBF46}"/>
              </a:ext>
            </a:extLst>
          </p:cNvPr>
          <p:cNvCxnSpPr>
            <a:cxnSpLocks/>
            <a:stCxn id="76" idx="0"/>
            <a:endCxn id="178" idx="2"/>
          </p:cNvCxnSpPr>
          <p:nvPr/>
        </p:nvCxnSpPr>
        <p:spPr>
          <a:xfrm flipV="1">
            <a:off x="4559556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24D61BA4-F66A-3791-442C-5FD438AA6CC4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695970" y="2992923"/>
            <a:ext cx="92061" cy="7158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8617168-9598-4D71-C824-053EB5B44D65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788030" y="2992923"/>
            <a:ext cx="1" cy="641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모서리가 둥근 직사각형 208">
            <a:extLst>
              <a:ext uri="{FF2B5EF4-FFF2-40B4-BE49-F238E27FC236}">
                <a16:creationId xmlns:a16="http://schemas.microsoft.com/office/drawing/2014/main" id="{8F036C4F-86ED-B121-8AB1-DEA7C175FCF1}"/>
              </a:ext>
            </a:extLst>
          </p:cNvPr>
          <p:cNvSpPr/>
          <p:nvPr/>
        </p:nvSpPr>
        <p:spPr>
          <a:xfrm>
            <a:off x="5355607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V1)</a:t>
            </a:r>
          </a:p>
        </p:txBody>
      </p:sp>
      <p:sp>
        <p:nvSpPr>
          <p:cNvPr id="210" name="모서리가 둥근 직사각형 209">
            <a:extLst>
              <a:ext uri="{FF2B5EF4-FFF2-40B4-BE49-F238E27FC236}">
                <a16:creationId xmlns:a16="http://schemas.microsoft.com/office/drawing/2014/main" id="{A6BE0FAD-B549-0D2C-16B4-4AA63E513571}"/>
              </a:ext>
            </a:extLst>
          </p:cNvPr>
          <p:cNvSpPr/>
          <p:nvPr/>
        </p:nvSpPr>
        <p:spPr>
          <a:xfrm>
            <a:off x="5355607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V2)</a:t>
            </a:r>
          </a:p>
        </p:txBody>
      </p: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8008FA70-D600-AD23-A259-6B873CEDE322}"/>
              </a:ext>
            </a:extLst>
          </p:cNvPr>
          <p:cNvCxnSpPr>
            <a:cxnSpLocks/>
            <a:endCxn id="210" idx="0"/>
          </p:cNvCxnSpPr>
          <p:nvPr/>
        </p:nvCxnSpPr>
        <p:spPr>
          <a:xfrm>
            <a:off x="5805364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A4B8086-AADD-4966-08CF-D3F1ADCB9078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576889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A4E73BE-7125-302E-B4D0-E819BC0D0F29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733535" y="2329781"/>
            <a:ext cx="71829" cy="1371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직선 화살표 연결선 213">
            <a:extLst>
              <a:ext uri="{FF2B5EF4-FFF2-40B4-BE49-F238E27FC236}">
                <a16:creationId xmlns:a16="http://schemas.microsoft.com/office/drawing/2014/main" id="{64894EC4-41E0-19D3-4CB9-DCB5F4ABE8B7}"/>
              </a:ext>
            </a:extLst>
          </p:cNvPr>
          <p:cNvCxnSpPr>
            <a:cxnSpLocks/>
            <a:endCxn id="209" idx="2"/>
          </p:cNvCxnSpPr>
          <p:nvPr/>
        </p:nvCxnSpPr>
        <p:spPr>
          <a:xfrm flipV="1">
            <a:off x="5805364" y="2992923"/>
            <a:ext cx="0" cy="6342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5374D1F-969E-1F0F-51A3-E5FF6742963C}"/>
              </a:ext>
            </a:extLst>
          </p:cNvPr>
          <p:cNvSpPr/>
          <p:nvPr/>
        </p:nvSpPr>
        <p:spPr>
          <a:xfrm>
            <a:off x="333440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Counter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(Atomic)</a:t>
            </a:r>
          </a:p>
        </p:txBody>
      </p:sp>
      <p:sp>
        <p:nvSpPr>
          <p:cNvPr id="233" name="모서리가 둥근 직사각형 232">
            <a:extLst>
              <a:ext uri="{FF2B5EF4-FFF2-40B4-BE49-F238E27FC236}">
                <a16:creationId xmlns:a16="http://schemas.microsoft.com/office/drawing/2014/main" id="{DCB13A05-A855-5DB5-92C0-312810A2517A}"/>
              </a:ext>
            </a:extLst>
          </p:cNvPr>
          <p:cNvSpPr/>
          <p:nvPr/>
        </p:nvSpPr>
        <p:spPr>
          <a:xfrm>
            <a:off x="3334408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37" name="직선 화살표 연결선 236">
            <a:extLst>
              <a:ext uri="{FF2B5EF4-FFF2-40B4-BE49-F238E27FC236}">
                <a16:creationId xmlns:a16="http://schemas.microsoft.com/office/drawing/2014/main" id="{75EF35AC-18AA-3846-63DF-8670DC074E5D}"/>
              </a:ext>
            </a:extLst>
          </p:cNvPr>
          <p:cNvCxnSpPr>
            <a:cxnSpLocks/>
            <a:stCxn id="233" idx="2"/>
            <a:endCxn id="232" idx="0"/>
          </p:cNvCxnSpPr>
          <p:nvPr/>
        </p:nvCxnSpPr>
        <p:spPr>
          <a:xfrm>
            <a:off x="3784165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332E0103-0884-A068-7D4D-444D1A69BF83}"/>
              </a:ext>
            </a:extLst>
          </p:cNvPr>
          <p:cNvCxnSpPr>
            <a:cxnSpLocks/>
            <a:endCxn id="232" idx="2"/>
          </p:cNvCxnSpPr>
          <p:nvPr/>
        </p:nvCxnSpPr>
        <p:spPr>
          <a:xfrm flipV="1">
            <a:off x="3717369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8363B7CD-5DDE-C019-0B1B-BDB33C4A12CF}"/>
              </a:ext>
            </a:extLst>
          </p:cNvPr>
          <p:cNvCxnSpPr>
            <a:cxnSpLocks/>
            <a:stCxn id="6" idx="2"/>
            <a:endCxn id="233" idx="0"/>
          </p:cNvCxnSpPr>
          <p:nvPr/>
        </p:nvCxnSpPr>
        <p:spPr>
          <a:xfrm>
            <a:off x="3779926" y="1203598"/>
            <a:ext cx="4239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직선 화살표 연결선 242">
            <a:extLst>
              <a:ext uri="{FF2B5EF4-FFF2-40B4-BE49-F238E27FC236}">
                <a16:creationId xmlns:a16="http://schemas.microsoft.com/office/drawing/2014/main" id="{E03F75D0-53CC-578F-F467-74C5F62C2636}"/>
              </a:ext>
            </a:extLst>
          </p:cNvPr>
          <p:cNvCxnSpPr>
            <a:cxnSpLocks/>
          </p:cNvCxnSpPr>
          <p:nvPr/>
        </p:nvCxnSpPr>
        <p:spPr>
          <a:xfrm flipV="1">
            <a:off x="2617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EDC9BB0-4708-B534-22C3-7F69C986E729}"/>
              </a:ext>
            </a:extLst>
          </p:cNvPr>
          <p:cNvCxnSpPr>
            <a:cxnSpLocks/>
          </p:cNvCxnSpPr>
          <p:nvPr/>
        </p:nvCxnSpPr>
        <p:spPr>
          <a:xfrm flipV="1">
            <a:off x="2679748" y="3420759"/>
            <a:ext cx="0" cy="2063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E4646DDB-F71A-9C38-59E8-1497A8A6CB4B}"/>
              </a:ext>
            </a:extLst>
          </p:cNvPr>
          <p:cNvCxnSpPr>
            <a:cxnSpLocks/>
            <a:stCxn id="75" idx="0"/>
            <a:endCxn id="260" idx="2"/>
          </p:cNvCxnSpPr>
          <p:nvPr/>
        </p:nvCxnSpPr>
        <p:spPr>
          <a:xfrm flipV="1">
            <a:off x="3551451" y="3424415"/>
            <a:ext cx="359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EC94D1C3-6A7A-8033-9E50-2643EED0169B}"/>
              </a:ext>
            </a:extLst>
          </p:cNvPr>
          <p:cNvSpPr/>
          <p:nvPr/>
        </p:nvSpPr>
        <p:spPr>
          <a:xfrm>
            <a:off x="3266963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9" name="모서리가 둥근 직사각형 258">
            <a:extLst>
              <a:ext uri="{FF2B5EF4-FFF2-40B4-BE49-F238E27FC236}">
                <a16:creationId xmlns:a16="http://schemas.microsoft.com/office/drawing/2014/main" id="{DCDEB718-4892-1671-C264-305833DE2EFA}"/>
              </a:ext>
            </a:extLst>
          </p:cNvPr>
          <p:cNvSpPr/>
          <p:nvPr/>
        </p:nvSpPr>
        <p:spPr>
          <a:xfrm>
            <a:off x="3186546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60" name="모서리가 둥근 직사각형 259">
            <a:extLst>
              <a:ext uri="{FF2B5EF4-FFF2-40B4-BE49-F238E27FC236}">
                <a16:creationId xmlns:a16="http://schemas.microsoft.com/office/drawing/2014/main" id="{A0F87518-98EF-18F6-85E2-B4C5C8D84F9D}"/>
              </a:ext>
            </a:extLst>
          </p:cNvPr>
          <p:cNvSpPr/>
          <p:nvPr/>
        </p:nvSpPr>
        <p:spPr>
          <a:xfrm>
            <a:off x="3105284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332D1549-45F5-9AE6-DB94-C216E9114B5A}"/>
              </a:ext>
            </a:extLst>
          </p:cNvPr>
          <p:cNvCxnSpPr>
            <a:cxnSpLocks/>
          </p:cNvCxnSpPr>
          <p:nvPr/>
        </p:nvCxnSpPr>
        <p:spPr>
          <a:xfrm flipV="1">
            <a:off x="3633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32A5C2CF-BF47-63CD-A40F-D50C87346CAE}"/>
              </a:ext>
            </a:extLst>
          </p:cNvPr>
          <p:cNvCxnSpPr>
            <a:cxnSpLocks/>
          </p:cNvCxnSpPr>
          <p:nvPr/>
        </p:nvCxnSpPr>
        <p:spPr>
          <a:xfrm flipV="1">
            <a:off x="3695748" y="3420759"/>
            <a:ext cx="0" cy="213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화살표 연결선 265">
            <a:extLst>
              <a:ext uri="{FF2B5EF4-FFF2-40B4-BE49-F238E27FC236}">
                <a16:creationId xmlns:a16="http://schemas.microsoft.com/office/drawing/2014/main" id="{6175CE6D-58B1-C6B1-E907-14640D67B3A0}"/>
              </a:ext>
            </a:extLst>
          </p:cNvPr>
          <p:cNvCxnSpPr>
            <a:cxnSpLocks/>
            <a:stCxn id="260" idx="0"/>
            <a:endCxn id="232" idx="2"/>
          </p:cNvCxnSpPr>
          <p:nvPr/>
        </p:nvCxnSpPr>
        <p:spPr>
          <a:xfrm flipV="1">
            <a:off x="3555041" y="2703128"/>
            <a:ext cx="229124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09B3D0B5-29E4-6487-1504-D2C6AE5C456B}"/>
              </a:ext>
            </a:extLst>
          </p:cNvPr>
          <p:cNvCxnSpPr>
            <a:cxnSpLocks/>
            <a:stCxn id="259" idx="0"/>
            <a:endCxn id="232" idx="2"/>
          </p:cNvCxnSpPr>
          <p:nvPr/>
        </p:nvCxnSpPr>
        <p:spPr>
          <a:xfrm flipV="1">
            <a:off x="3636303" y="2703128"/>
            <a:ext cx="147862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0523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52531</TotalTime>
  <Words>1556</Words>
  <Application>Microsoft Macintosh PowerPoint</Application>
  <PresentationFormat>화면 슬라이드 쇼(16:9)</PresentationFormat>
  <Paragraphs>614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5284</cp:revision>
  <dcterms:created xsi:type="dcterms:W3CDTF">2006-10-05T04:04:58Z</dcterms:created>
  <dcterms:modified xsi:type="dcterms:W3CDTF">2026-07-19T11:16:35Z</dcterms:modified>
</cp:coreProperties>
</file>
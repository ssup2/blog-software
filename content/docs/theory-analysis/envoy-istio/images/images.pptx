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96" r:id="rId2"/>
    <p:sldId id="387" r:id="rId3"/>
    <p:sldId id="399" r:id="rId4"/>
    <p:sldId id="398" r:id="rId5"/>
    <p:sldId id="397" r:id="rId6"/>
    <p:sldId id="395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79" autoAdjust="0"/>
    <p:restoredTop sz="81275" autoAdjust="0"/>
  </p:normalViewPr>
  <p:slideViewPr>
    <p:cSldViewPr>
      <p:cViewPr>
        <p:scale>
          <a:sx n="204" d="100"/>
          <a:sy n="204" d="100"/>
        </p:scale>
        <p:origin x="352" y="172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D573-88C9-364C-AEC5-9B99ABD0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0F8ABF3-67F5-90FC-F847-7E0D22B82D69}"/>
              </a:ext>
            </a:extLst>
          </p:cNvPr>
          <p:cNvSpPr/>
          <p:nvPr/>
        </p:nvSpPr>
        <p:spPr>
          <a:xfrm>
            <a:off x="5016111" y="472494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1822AE3-68DF-83AF-1E73-47472EB24D98}"/>
              </a:ext>
            </a:extLst>
          </p:cNvPr>
          <p:cNvSpPr/>
          <p:nvPr/>
        </p:nvSpPr>
        <p:spPr>
          <a:xfrm>
            <a:off x="909979" y="845092"/>
            <a:ext cx="5863887" cy="3687673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EDAE8A6-C821-BA1A-AF7A-A58E98E70C95}"/>
              </a:ext>
            </a:extLst>
          </p:cNvPr>
          <p:cNvSpPr/>
          <p:nvPr/>
        </p:nvSpPr>
        <p:spPr>
          <a:xfrm>
            <a:off x="981987" y="1157432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CCCE913-ECFB-6468-20F6-2B3F0C8270E9}"/>
              </a:ext>
            </a:extLst>
          </p:cNvPr>
          <p:cNvSpPr/>
          <p:nvPr/>
        </p:nvSpPr>
        <p:spPr>
          <a:xfrm>
            <a:off x="2566162" y="914373"/>
            <a:ext cx="4140012" cy="3534515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9998CDC-8886-8332-B131-FC5FFB1F0D23}"/>
              </a:ext>
            </a:extLst>
          </p:cNvPr>
          <p:cNvSpPr/>
          <p:nvPr/>
        </p:nvSpPr>
        <p:spPr>
          <a:xfrm>
            <a:off x="2638170" y="1199803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A2CA83F-A4BF-2672-0BCF-A4BF61B31CCC}"/>
              </a:ext>
            </a:extLst>
          </p:cNvPr>
          <p:cNvSpPr/>
          <p:nvPr/>
        </p:nvSpPr>
        <p:spPr>
          <a:xfrm>
            <a:off x="2710178" y="1487835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5D14139D-D06C-2C24-6F47-236C406FACA1}"/>
              </a:ext>
            </a:extLst>
          </p:cNvPr>
          <p:cNvSpPr/>
          <p:nvPr/>
        </p:nvSpPr>
        <p:spPr>
          <a:xfrm>
            <a:off x="2710178" y="2140972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5782B61-FCA9-C51D-9B94-E33DC260B3E7}"/>
              </a:ext>
            </a:extLst>
          </p:cNvPr>
          <p:cNvSpPr/>
          <p:nvPr/>
        </p:nvSpPr>
        <p:spPr>
          <a:xfrm>
            <a:off x="2638170" y="2932402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D420A395-08A4-9A90-892A-26FECF4BEA17}"/>
              </a:ext>
            </a:extLst>
          </p:cNvPr>
          <p:cNvSpPr/>
          <p:nvPr/>
        </p:nvSpPr>
        <p:spPr>
          <a:xfrm>
            <a:off x="2555776" y="88199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6FA26B9-D662-9E52-3021-D698D1364B3C}"/>
              </a:ext>
            </a:extLst>
          </p:cNvPr>
          <p:cNvSpPr/>
          <p:nvPr/>
        </p:nvSpPr>
        <p:spPr>
          <a:xfrm>
            <a:off x="1053995" y="1486489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C9946732-7AFE-C998-2705-746E20658268}"/>
              </a:ext>
            </a:extLst>
          </p:cNvPr>
          <p:cNvSpPr/>
          <p:nvPr/>
        </p:nvSpPr>
        <p:spPr>
          <a:xfrm>
            <a:off x="1053995" y="1737216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F6EA8C9-BDD7-1CBF-87FF-78BFC6B20FFC}"/>
              </a:ext>
            </a:extLst>
          </p:cNvPr>
          <p:cNvSpPr/>
          <p:nvPr/>
        </p:nvSpPr>
        <p:spPr>
          <a:xfrm>
            <a:off x="4675121" y="1486489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92919E0-C22E-A504-B395-231C235B367C}"/>
              </a:ext>
            </a:extLst>
          </p:cNvPr>
          <p:cNvSpPr/>
          <p:nvPr/>
        </p:nvSpPr>
        <p:spPr>
          <a:xfrm>
            <a:off x="4675121" y="1737216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B0A968F-24BD-679E-42FF-80E81C0077F6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170119" y="1613199"/>
            <a:ext cx="540059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B3B4C121-81F2-C399-D7F4-6517B7A2D4C8}"/>
              </a:ext>
            </a:extLst>
          </p:cNvPr>
          <p:cNvSpPr/>
          <p:nvPr/>
        </p:nvSpPr>
        <p:spPr>
          <a:xfrm>
            <a:off x="1968738" y="1331332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Lookup</a:t>
            </a:r>
            <a:endParaRPr kumimoji="1" lang="ko-KR" altLang="en-US" sz="800" b="1" i="1" u="sng">
              <a:solidFill>
                <a:schemeClr val="accent3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7DE6783-8241-CC17-4A65-5401BA4A6ABD}"/>
              </a:ext>
            </a:extLst>
          </p:cNvPr>
          <p:cNvSpPr/>
          <p:nvPr/>
        </p:nvSpPr>
        <p:spPr>
          <a:xfrm>
            <a:off x="2629467" y="333759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3D28801-5AE0-A68A-67DA-9EB3E191D249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385552" y="653766"/>
            <a:ext cx="0" cy="544904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61E05F34-3089-DA5A-E3DF-A81BD2DD1284}"/>
              </a:ext>
            </a:extLst>
          </p:cNvPr>
          <p:cNvSpPr/>
          <p:nvPr/>
        </p:nvSpPr>
        <p:spPr>
          <a:xfrm>
            <a:off x="4675121" y="2140972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9171C9E-E59D-A5DB-3A38-AD632CA82A9F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36168" y="2634116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8F441A0-AED0-B484-EE6B-2B9F8AD38EE6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2098111" y="1862580"/>
            <a:ext cx="257701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DEDC31A3-4512-02F3-38A0-CBE38758E843}"/>
              </a:ext>
            </a:extLst>
          </p:cNvPr>
          <p:cNvSpPr/>
          <p:nvPr/>
        </p:nvSpPr>
        <p:spPr>
          <a:xfrm>
            <a:off x="4636168" y="2685320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73349957-DFCA-1468-9FE2-BAF6E99BAA5B}"/>
              </a:ext>
            </a:extLst>
          </p:cNvPr>
          <p:cNvSpPr/>
          <p:nvPr/>
        </p:nvSpPr>
        <p:spPr>
          <a:xfrm>
            <a:off x="2710178" y="3205365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35D4BF1A-562B-B3E3-E411-E4BE29FF911A}"/>
              </a:ext>
            </a:extLst>
          </p:cNvPr>
          <p:cNvSpPr/>
          <p:nvPr/>
        </p:nvSpPr>
        <p:spPr>
          <a:xfrm>
            <a:off x="2710178" y="360786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533BB024-F581-3F80-DA15-DC19CD167A9B}"/>
              </a:ext>
            </a:extLst>
          </p:cNvPr>
          <p:cNvSpPr/>
          <p:nvPr/>
        </p:nvSpPr>
        <p:spPr>
          <a:xfrm>
            <a:off x="4675121" y="3205365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B7E2AF36-BBD9-F82B-F507-0514C547884D}"/>
              </a:ext>
            </a:extLst>
          </p:cNvPr>
          <p:cNvSpPr/>
          <p:nvPr/>
        </p:nvSpPr>
        <p:spPr>
          <a:xfrm>
            <a:off x="4675120" y="3607864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E0E5DBDB-3752-FAD2-778E-B488F46DF57E}"/>
              </a:ext>
            </a:extLst>
          </p:cNvPr>
          <p:cNvSpPr/>
          <p:nvPr/>
        </p:nvSpPr>
        <p:spPr>
          <a:xfrm>
            <a:off x="2710178" y="4009531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</a:t>
            </a:r>
          </a:p>
        </p:txBody>
      </p: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2B4C8E85-15FC-4751-E6AA-18126F6F704A}"/>
              </a:ext>
            </a:extLst>
          </p:cNvPr>
          <p:cNvCxnSpPr>
            <a:cxnSpLocks/>
            <a:stCxn id="28" idx="1"/>
            <a:endCxn id="88" idx="1"/>
          </p:cNvCxnSpPr>
          <p:nvPr/>
        </p:nvCxnSpPr>
        <p:spPr>
          <a:xfrm rot="10800000" flipV="1">
            <a:off x="4675121" y="1862579"/>
            <a:ext cx="12700" cy="1468149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BDB68A43-EC42-5304-A0CC-BEE8CF2BD367}"/>
              </a:ext>
            </a:extLst>
          </p:cNvPr>
          <p:cNvSpPr/>
          <p:nvPr/>
        </p:nvSpPr>
        <p:spPr>
          <a:xfrm>
            <a:off x="5023942" y="650729"/>
            <a:ext cx="138951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1"/>
                </a:solidFill>
              </a:rPr>
              <a:t>Scrape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7AF8112-39C9-F28F-4A0C-A1CFB1F00C2F}"/>
              </a:ext>
            </a:extLst>
          </p:cNvPr>
          <p:cNvCxnSpPr>
            <a:cxnSpLocks/>
            <a:stCxn id="6" idx="0"/>
            <a:endCxn id="90" idx="2"/>
          </p:cNvCxnSpPr>
          <p:nvPr/>
        </p:nvCxnSpPr>
        <p:spPr>
          <a:xfrm flipV="1">
            <a:off x="5609966" y="3858591"/>
            <a:ext cx="1" cy="86635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F46CAFF0-6F67-3B58-D8BF-9B8599F46E8B}"/>
              </a:ext>
            </a:extLst>
          </p:cNvPr>
          <p:cNvSpPr/>
          <p:nvPr/>
        </p:nvSpPr>
        <p:spPr>
          <a:xfrm>
            <a:off x="5579194" y="4525309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Health Check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7BBF1D60-F920-2530-0ECB-C826DE8FB756}"/>
              </a:ext>
            </a:extLst>
          </p:cNvPr>
          <p:cNvSpPr/>
          <p:nvPr/>
        </p:nvSpPr>
        <p:spPr>
          <a:xfrm>
            <a:off x="1411040" y="652531"/>
            <a:ext cx="2129944" cy="19559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 NDS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6C8FD3C9-3A70-8FBE-5C12-4C560EB2936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645025" y="2555440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8FEAA2D0-C12E-6E6F-BFED-839411F3A038}"/>
              </a:ext>
            </a:extLst>
          </p:cNvPr>
          <p:cNvSpPr/>
          <p:nvPr/>
        </p:nvSpPr>
        <p:spPr>
          <a:xfrm>
            <a:off x="2555776" y="2685320"/>
            <a:ext cx="184191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 </a:t>
            </a:r>
          </a:p>
          <a:p>
            <a:r>
              <a:rPr kumimoji="1" lang="en-US" altLang="ko-KR" sz="800" i="1">
                <a:solidFill>
                  <a:schemeClr val="accent5"/>
                </a:solidFill>
              </a:rPr>
              <a:t>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C2530E88-8BCB-021E-2EB7-FBD19733DAC8}"/>
              </a:ext>
            </a:extLst>
          </p:cNvPr>
          <p:cNvSpPr/>
          <p:nvPr/>
        </p:nvSpPr>
        <p:spPr>
          <a:xfrm>
            <a:off x="5461554" y="365299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2892618D-F4ED-199D-C4C1-60C609BD7950}"/>
              </a:ext>
            </a:extLst>
          </p:cNvPr>
          <p:cNvCxnSpPr>
            <a:cxnSpLocks/>
            <a:stCxn id="187" idx="2"/>
          </p:cNvCxnSpPr>
          <p:nvPr/>
        </p:nvCxnSpPr>
        <p:spPr>
          <a:xfrm>
            <a:off x="6116147" y="650729"/>
            <a:ext cx="0" cy="109588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BC6E3950-D310-CC30-25A2-236A724D1CE4}"/>
              </a:ext>
            </a:extLst>
          </p:cNvPr>
          <p:cNvCxnSpPr>
            <a:cxnSpLocks/>
          </p:cNvCxnSpPr>
          <p:nvPr/>
        </p:nvCxnSpPr>
        <p:spPr>
          <a:xfrm flipV="1">
            <a:off x="6454598" y="1746611"/>
            <a:ext cx="0" cy="18612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41B0BB69-DDE6-7BA3-7A48-0A2975AA9C4D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609966" y="2555440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4C75D58F-6DCE-0384-0EA8-54A7E259DCE1}"/>
              </a:ext>
            </a:extLst>
          </p:cNvPr>
          <p:cNvSpPr/>
          <p:nvPr/>
        </p:nvSpPr>
        <p:spPr>
          <a:xfrm>
            <a:off x="5586023" y="2685320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A00BCFA2-7294-1C24-4002-B8170BE71063}"/>
              </a:ext>
            </a:extLst>
          </p:cNvPr>
          <p:cNvSpPr/>
          <p:nvPr/>
        </p:nvSpPr>
        <p:spPr>
          <a:xfrm>
            <a:off x="986188" y="3203443"/>
            <a:ext cx="1183931" cy="655143"/>
          </a:xfrm>
          <a:prstGeom prst="roundRect">
            <a:avLst>
              <a:gd name="adj" fmla="val 572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0098E5F3-3CB6-CD23-425B-4ECA6829A5B0}"/>
              </a:ext>
            </a:extLst>
          </p:cNvPr>
          <p:cNvCxnSpPr>
            <a:cxnSpLocks/>
          </p:cNvCxnSpPr>
          <p:nvPr/>
        </p:nvCxnSpPr>
        <p:spPr>
          <a:xfrm>
            <a:off x="1432129" y="2068966"/>
            <a:ext cx="0" cy="113447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6241F1E3-888D-76F0-C35E-50D18CE3A45F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169697" y="3330729"/>
            <a:ext cx="540481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A21ABE42-291E-7BF8-A97F-3336DC0BA7B0}"/>
              </a:ext>
            </a:extLst>
          </p:cNvPr>
          <p:cNvCxnSpPr>
            <a:cxnSpLocks/>
          </p:cNvCxnSpPr>
          <p:nvPr/>
        </p:nvCxnSpPr>
        <p:spPr>
          <a:xfrm flipH="1">
            <a:off x="2169697" y="3438061"/>
            <a:ext cx="468473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587E4D22-00E9-A6EB-4224-62FA5C4C6BBD}"/>
              </a:ext>
            </a:extLst>
          </p:cNvPr>
          <p:cNvSpPr/>
          <p:nvPr/>
        </p:nvSpPr>
        <p:spPr>
          <a:xfrm>
            <a:off x="3044888" y="4734592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istioctl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E3982DED-C138-B14F-DFC7-7322DCDC5D96}"/>
              </a:ext>
            </a:extLst>
          </p:cNvPr>
          <p:cNvCxnSpPr>
            <a:cxnSpLocks/>
            <a:stCxn id="281" idx="0"/>
            <a:endCxn id="101" idx="2"/>
          </p:cNvCxnSpPr>
          <p:nvPr/>
        </p:nvCxnSpPr>
        <p:spPr>
          <a:xfrm flipV="1">
            <a:off x="3638743" y="4260258"/>
            <a:ext cx="1" cy="4743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모서리가 둥근 직사각형 288">
            <a:extLst>
              <a:ext uri="{FF2B5EF4-FFF2-40B4-BE49-F238E27FC236}">
                <a16:creationId xmlns:a16="http://schemas.microsoft.com/office/drawing/2014/main" id="{F3B3BCFB-B395-BF1A-CAA8-739E015EC4A7}"/>
              </a:ext>
            </a:extLst>
          </p:cNvPr>
          <p:cNvSpPr/>
          <p:nvPr/>
        </p:nvSpPr>
        <p:spPr>
          <a:xfrm>
            <a:off x="981987" y="472494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2" name="직선 화살표 연결선 291">
            <a:extLst>
              <a:ext uri="{FF2B5EF4-FFF2-40B4-BE49-F238E27FC236}">
                <a16:creationId xmlns:a16="http://schemas.microsoft.com/office/drawing/2014/main" id="{ED1B416B-E89E-2EDF-3F6A-08C18BDEC5B1}"/>
              </a:ext>
            </a:extLst>
          </p:cNvPr>
          <p:cNvCxnSpPr>
            <a:cxnSpLocks/>
          </p:cNvCxnSpPr>
          <p:nvPr/>
        </p:nvCxnSpPr>
        <p:spPr>
          <a:xfrm>
            <a:off x="1285066" y="3858586"/>
            <a:ext cx="0" cy="86550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화살표 연결선 377">
            <a:extLst>
              <a:ext uri="{FF2B5EF4-FFF2-40B4-BE49-F238E27FC236}">
                <a16:creationId xmlns:a16="http://schemas.microsoft.com/office/drawing/2014/main" id="{766ED5BC-A2A8-5AB3-5B0E-6D375BD941AB}"/>
              </a:ext>
            </a:extLst>
          </p:cNvPr>
          <p:cNvCxnSpPr>
            <a:cxnSpLocks/>
          </p:cNvCxnSpPr>
          <p:nvPr/>
        </p:nvCxnSpPr>
        <p:spPr>
          <a:xfrm flipV="1">
            <a:off x="1420849" y="3858586"/>
            <a:ext cx="0" cy="86550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화살표 연결선 380">
            <a:extLst>
              <a:ext uri="{FF2B5EF4-FFF2-40B4-BE49-F238E27FC236}">
                <a16:creationId xmlns:a16="http://schemas.microsoft.com/office/drawing/2014/main" id="{B142EAE1-FED7-8157-F0A8-359632DF160E}"/>
              </a:ext>
            </a:extLst>
          </p:cNvPr>
          <p:cNvCxnSpPr>
            <a:cxnSpLocks/>
          </p:cNvCxnSpPr>
          <p:nvPr/>
        </p:nvCxnSpPr>
        <p:spPr>
          <a:xfrm flipV="1">
            <a:off x="1285066" y="2071708"/>
            <a:ext cx="0" cy="113173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D0BA4242-2972-97CC-FB8C-7E67B13DD9D6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165512" y="3733228"/>
            <a:ext cx="544666" cy="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C97011D1-B40B-CB5E-5184-92F99503F20C}"/>
              </a:ext>
            </a:extLst>
          </p:cNvPr>
          <p:cNvCxnSpPr>
            <a:cxnSpLocks/>
          </p:cNvCxnSpPr>
          <p:nvPr/>
        </p:nvCxnSpPr>
        <p:spPr>
          <a:xfrm flipH="1">
            <a:off x="2165512" y="3624400"/>
            <a:ext cx="472658" cy="149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모서리가 둥근 직사각형 393">
            <a:extLst>
              <a:ext uri="{FF2B5EF4-FFF2-40B4-BE49-F238E27FC236}">
                <a16:creationId xmlns:a16="http://schemas.microsoft.com/office/drawing/2014/main" id="{C05917A6-8B4A-F683-1B34-CFFF82224DF2}"/>
              </a:ext>
            </a:extLst>
          </p:cNvPr>
          <p:cNvSpPr/>
          <p:nvPr/>
        </p:nvSpPr>
        <p:spPr>
          <a:xfrm>
            <a:off x="3598684" y="4527814"/>
            <a:ext cx="128468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Access to Envoy Admin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397" name="모서리가 둥근 직사각형 396">
            <a:extLst>
              <a:ext uri="{FF2B5EF4-FFF2-40B4-BE49-F238E27FC236}">
                <a16:creationId xmlns:a16="http://schemas.microsoft.com/office/drawing/2014/main" id="{38930EBA-3CA3-6FC0-DECD-1495648D8226}"/>
              </a:ext>
            </a:extLst>
          </p:cNvPr>
          <p:cNvSpPr/>
          <p:nvPr/>
        </p:nvSpPr>
        <p:spPr>
          <a:xfrm>
            <a:off x="1503236" y="4161810"/>
            <a:ext cx="89860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istio-init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9EAD833C-BCAA-82ED-8B9E-8CA3A329C9D1}"/>
              </a:ext>
            </a:extLst>
          </p:cNvPr>
          <p:cNvCxnSpPr>
            <a:cxnSpLocks/>
            <a:stCxn id="397" idx="0"/>
          </p:cNvCxnSpPr>
          <p:nvPr/>
        </p:nvCxnSpPr>
        <p:spPr>
          <a:xfrm flipV="1">
            <a:off x="1952539" y="3858586"/>
            <a:ext cx="0" cy="30322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4B3B32E6-5A1C-3122-F6C0-DF05E4490C2F}"/>
              </a:ext>
            </a:extLst>
          </p:cNvPr>
          <p:cNvSpPr/>
          <p:nvPr/>
        </p:nvSpPr>
        <p:spPr>
          <a:xfrm>
            <a:off x="1902589" y="3924691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Init iptables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404" name="모서리가 둥근 직사각형 403">
            <a:extLst>
              <a:ext uri="{FF2B5EF4-FFF2-40B4-BE49-F238E27FC236}">
                <a16:creationId xmlns:a16="http://schemas.microsoft.com/office/drawing/2014/main" id="{B19B6A40-B023-8B5F-FDB0-6994B422327A}"/>
              </a:ext>
            </a:extLst>
          </p:cNvPr>
          <p:cNvSpPr/>
          <p:nvPr/>
        </p:nvSpPr>
        <p:spPr>
          <a:xfrm>
            <a:off x="1385674" y="4525309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FFC000"/>
                </a:solidFill>
              </a:rPr>
              <a:t>Inbound Traffic</a:t>
            </a:r>
            <a:endParaRPr kumimoji="1" lang="ko-KR" altLang="en-US" sz="800" i="1">
              <a:solidFill>
                <a:srgbClr val="FFC000"/>
              </a:solidFill>
            </a:endParaRPr>
          </a:p>
        </p:txBody>
      </p:sp>
      <p:sp>
        <p:nvSpPr>
          <p:cNvPr id="409" name="모서리가 둥근 직사각형 408">
            <a:extLst>
              <a:ext uri="{FF2B5EF4-FFF2-40B4-BE49-F238E27FC236}">
                <a16:creationId xmlns:a16="http://schemas.microsoft.com/office/drawing/2014/main" id="{CF3D4649-68D8-34DA-B534-D7CB585005CF}"/>
              </a:ext>
            </a:extLst>
          </p:cNvPr>
          <p:cNvSpPr/>
          <p:nvPr/>
        </p:nvSpPr>
        <p:spPr>
          <a:xfrm>
            <a:off x="1381053" y="2070337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6"/>
                </a:solidFill>
              </a:rPr>
              <a:t>Outbound Traffic</a:t>
            </a:r>
            <a:endParaRPr kumimoji="1" lang="ko-KR" altLang="en-US" sz="800" i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46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AC95-5D60-D487-36EB-24D3957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F975390-9D4C-E906-281D-CF0685FB83FE}"/>
              </a:ext>
            </a:extLst>
          </p:cNvPr>
          <p:cNvSpPr/>
          <p:nvPr/>
        </p:nvSpPr>
        <p:spPr>
          <a:xfrm>
            <a:off x="4932040" y="4731990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EF28AA8-5400-BAAB-61DF-D485BF1CB0A1}"/>
              </a:ext>
            </a:extLst>
          </p:cNvPr>
          <p:cNvSpPr/>
          <p:nvPr/>
        </p:nvSpPr>
        <p:spPr>
          <a:xfrm>
            <a:off x="886646" y="961691"/>
            <a:ext cx="5863887" cy="3687673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A487F92-FC19-14A8-985E-2BAA461EA552}"/>
              </a:ext>
            </a:extLst>
          </p:cNvPr>
          <p:cNvSpPr/>
          <p:nvPr/>
        </p:nvSpPr>
        <p:spPr>
          <a:xfrm>
            <a:off x="958654" y="1274031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33CB336-DE83-026D-11E6-7E97E95DBC7E}"/>
              </a:ext>
            </a:extLst>
          </p:cNvPr>
          <p:cNvSpPr/>
          <p:nvPr/>
        </p:nvSpPr>
        <p:spPr>
          <a:xfrm>
            <a:off x="2542829" y="1030972"/>
            <a:ext cx="4140012" cy="3534515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62A0C07-6D36-E270-176E-BB5D43AFE889}"/>
              </a:ext>
            </a:extLst>
          </p:cNvPr>
          <p:cNvSpPr/>
          <p:nvPr/>
        </p:nvSpPr>
        <p:spPr>
          <a:xfrm>
            <a:off x="2614837" y="1316402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7DA7710-5BA3-B23B-F762-733CCBEF6E7D}"/>
              </a:ext>
            </a:extLst>
          </p:cNvPr>
          <p:cNvSpPr/>
          <p:nvPr/>
        </p:nvSpPr>
        <p:spPr>
          <a:xfrm>
            <a:off x="2686845" y="160443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EA22BD7-8CB9-1735-73D2-7AF2375C1B44}"/>
              </a:ext>
            </a:extLst>
          </p:cNvPr>
          <p:cNvSpPr/>
          <p:nvPr/>
        </p:nvSpPr>
        <p:spPr>
          <a:xfrm>
            <a:off x="2686845" y="2257571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AEB71C71-C22A-1921-9202-A86055B0E4A4}"/>
              </a:ext>
            </a:extLst>
          </p:cNvPr>
          <p:cNvSpPr/>
          <p:nvPr/>
        </p:nvSpPr>
        <p:spPr>
          <a:xfrm>
            <a:off x="2614837" y="3049001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D406AA0-9AD8-1973-E74B-10F9CB9AE129}"/>
              </a:ext>
            </a:extLst>
          </p:cNvPr>
          <p:cNvSpPr/>
          <p:nvPr/>
        </p:nvSpPr>
        <p:spPr>
          <a:xfrm>
            <a:off x="2532443" y="170783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9A76674-5FA2-C7BA-40B5-8F4A66E84B3B}"/>
              </a:ext>
            </a:extLst>
          </p:cNvPr>
          <p:cNvSpPr/>
          <p:nvPr/>
        </p:nvSpPr>
        <p:spPr>
          <a:xfrm>
            <a:off x="1030662" y="1603088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0B14782C-C126-09F2-1D30-592E15C576F0}"/>
              </a:ext>
            </a:extLst>
          </p:cNvPr>
          <p:cNvSpPr/>
          <p:nvPr/>
        </p:nvSpPr>
        <p:spPr>
          <a:xfrm>
            <a:off x="1030662" y="1853815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93D06B9-E21D-3046-2854-60ADAE659477}"/>
              </a:ext>
            </a:extLst>
          </p:cNvPr>
          <p:cNvSpPr/>
          <p:nvPr/>
        </p:nvSpPr>
        <p:spPr>
          <a:xfrm>
            <a:off x="4651788" y="1603088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271E54E-C376-DFE2-327B-C98C50FA1455}"/>
              </a:ext>
            </a:extLst>
          </p:cNvPr>
          <p:cNvSpPr/>
          <p:nvPr/>
        </p:nvSpPr>
        <p:spPr>
          <a:xfrm>
            <a:off x="4651788" y="1853815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B549B0C-F063-D9D0-A526-8602B2801850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146786" y="1729798"/>
            <a:ext cx="540059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D0F9099C-2CE3-BA9A-A8AB-38FDE6499173}"/>
              </a:ext>
            </a:extLst>
          </p:cNvPr>
          <p:cNvSpPr/>
          <p:nvPr/>
        </p:nvSpPr>
        <p:spPr>
          <a:xfrm>
            <a:off x="1945405" y="1447931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Lookup</a:t>
            </a:r>
            <a:endParaRPr kumimoji="1" lang="ko-KR" altLang="en-US" sz="800" b="1" i="1" u="sng">
              <a:solidFill>
                <a:schemeClr val="accent3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3D0F07EA-5C63-28C9-8589-8391F51927E4}"/>
              </a:ext>
            </a:extLst>
          </p:cNvPr>
          <p:cNvSpPr/>
          <p:nvPr/>
        </p:nvSpPr>
        <p:spPr>
          <a:xfrm>
            <a:off x="2606134" y="416343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5D43DD8-4E16-9EFA-A9BE-7680447DDC89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362219" y="736350"/>
            <a:ext cx="0" cy="58005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7948DE24-0ED2-7ED5-F106-567D0023190A}"/>
              </a:ext>
            </a:extLst>
          </p:cNvPr>
          <p:cNvSpPr/>
          <p:nvPr/>
        </p:nvSpPr>
        <p:spPr>
          <a:xfrm>
            <a:off x="4651788" y="2257571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5BBB632-430D-D512-E790-ED20AA235231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12835" y="2750715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CAFFE34-E223-B188-A413-4356A0F87E5E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2074778" y="1979179"/>
            <a:ext cx="257701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FA8EC081-64FD-0600-BCD1-058531CC4028}"/>
              </a:ext>
            </a:extLst>
          </p:cNvPr>
          <p:cNvSpPr/>
          <p:nvPr/>
        </p:nvSpPr>
        <p:spPr>
          <a:xfrm>
            <a:off x="4612835" y="2801919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654E0B3C-A6B2-BC36-6F09-B4531449AF79}"/>
              </a:ext>
            </a:extLst>
          </p:cNvPr>
          <p:cNvSpPr/>
          <p:nvPr/>
        </p:nvSpPr>
        <p:spPr>
          <a:xfrm>
            <a:off x="2686845" y="332196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CAD9731-3F65-27B9-59E7-03887FF1D825}"/>
              </a:ext>
            </a:extLst>
          </p:cNvPr>
          <p:cNvCxnSpPr>
            <a:cxnSpLocks/>
          </p:cNvCxnSpPr>
          <p:nvPr/>
        </p:nvCxnSpPr>
        <p:spPr>
          <a:xfrm>
            <a:off x="6822541" y="2119833"/>
            <a:ext cx="1134125" cy="1261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FA4D99DA-7BBD-8D91-536E-FFF8AE0B3C04}"/>
              </a:ext>
            </a:extLst>
          </p:cNvPr>
          <p:cNvSpPr/>
          <p:nvPr/>
        </p:nvSpPr>
        <p:spPr>
          <a:xfrm>
            <a:off x="2686845" y="3724463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AAA0683F-AA5C-7ECE-06D7-7624E2AC6BA6}"/>
              </a:ext>
            </a:extLst>
          </p:cNvPr>
          <p:cNvSpPr/>
          <p:nvPr/>
        </p:nvSpPr>
        <p:spPr>
          <a:xfrm>
            <a:off x="4651788" y="3321964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7C892276-472C-6BBD-A68F-9C431647B855}"/>
              </a:ext>
            </a:extLst>
          </p:cNvPr>
          <p:cNvSpPr/>
          <p:nvPr/>
        </p:nvSpPr>
        <p:spPr>
          <a:xfrm>
            <a:off x="4651787" y="3724463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42B1FC1C-3E9A-B8D4-761C-1B75A22B55E4}"/>
              </a:ext>
            </a:extLst>
          </p:cNvPr>
          <p:cNvSpPr/>
          <p:nvPr/>
        </p:nvSpPr>
        <p:spPr>
          <a:xfrm>
            <a:off x="2686845" y="4126130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 (istioctl)</a:t>
            </a:r>
          </a:p>
        </p:txBody>
      </p: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59BF4065-4064-EB21-E261-0BEC4C6A9D5E}"/>
              </a:ext>
            </a:extLst>
          </p:cNvPr>
          <p:cNvCxnSpPr>
            <a:cxnSpLocks/>
            <a:stCxn id="28" idx="1"/>
            <a:endCxn id="88" idx="1"/>
          </p:cNvCxnSpPr>
          <p:nvPr/>
        </p:nvCxnSpPr>
        <p:spPr>
          <a:xfrm rot="10800000" flipV="1">
            <a:off x="4651788" y="1979178"/>
            <a:ext cx="12700" cy="1468149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8FEF8A04-78CC-5412-A1F1-27C4F32370C9}"/>
              </a:ext>
            </a:extLst>
          </p:cNvPr>
          <p:cNvSpPr/>
          <p:nvPr/>
        </p:nvSpPr>
        <p:spPr>
          <a:xfrm>
            <a:off x="5000609" y="755219"/>
            <a:ext cx="1389510" cy="190164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1"/>
                </a:solidFill>
              </a:rPr>
              <a:t>Scrape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BFDF374C-0546-2812-23A6-0F26D5201EA9}"/>
              </a:ext>
            </a:extLst>
          </p:cNvPr>
          <p:cNvCxnSpPr>
            <a:cxnSpLocks/>
            <a:stCxn id="6" idx="0"/>
            <a:endCxn id="90" idx="2"/>
          </p:cNvCxnSpPr>
          <p:nvPr/>
        </p:nvCxnSpPr>
        <p:spPr>
          <a:xfrm flipV="1">
            <a:off x="5586633" y="3975190"/>
            <a:ext cx="1" cy="75680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DE601670-8104-10AD-0AA5-F2B05523B125}"/>
              </a:ext>
            </a:extLst>
          </p:cNvPr>
          <p:cNvSpPr/>
          <p:nvPr/>
        </p:nvSpPr>
        <p:spPr>
          <a:xfrm>
            <a:off x="5526489" y="4291800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Health Check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7466F4D0-BC71-5C63-759B-1141C8B1133B}"/>
              </a:ext>
            </a:extLst>
          </p:cNvPr>
          <p:cNvSpPr/>
          <p:nvPr/>
        </p:nvSpPr>
        <p:spPr>
          <a:xfrm>
            <a:off x="1387707" y="757506"/>
            <a:ext cx="2129944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 NDS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DA88BC67-4A51-0854-55F7-11DBE4C4B6D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621692" y="2672039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893AE8C7-F5F2-2697-375D-3520A172D98E}"/>
              </a:ext>
            </a:extLst>
          </p:cNvPr>
          <p:cNvSpPr/>
          <p:nvPr/>
        </p:nvSpPr>
        <p:spPr>
          <a:xfrm>
            <a:off x="2532443" y="2801919"/>
            <a:ext cx="184191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 </a:t>
            </a:r>
          </a:p>
          <a:p>
            <a:r>
              <a:rPr kumimoji="1" lang="en-US" altLang="ko-KR" sz="800" i="1">
                <a:solidFill>
                  <a:schemeClr val="accent5"/>
                </a:solidFill>
              </a:rPr>
              <a:t>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8881E3BF-7E43-BACE-EEF1-F5FC1E459AA0}"/>
              </a:ext>
            </a:extLst>
          </p:cNvPr>
          <p:cNvSpPr/>
          <p:nvPr/>
        </p:nvSpPr>
        <p:spPr>
          <a:xfrm>
            <a:off x="5438221" y="447883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35A54C03-794E-2B19-0609-8AA948E1DB4D}"/>
              </a:ext>
            </a:extLst>
          </p:cNvPr>
          <p:cNvCxnSpPr>
            <a:cxnSpLocks/>
            <a:stCxn id="187" idx="2"/>
          </p:cNvCxnSpPr>
          <p:nvPr/>
        </p:nvCxnSpPr>
        <p:spPr>
          <a:xfrm>
            <a:off x="6092814" y="733313"/>
            <a:ext cx="1" cy="11205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E767FFB-F2BF-1F5D-790C-CE296A3E4295}"/>
              </a:ext>
            </a:extLst>
          </p:cNvPr>
          <p:cNvCxnSpPr>
            <a:cxnSpLocks/>
          </p:cNvCxnSpPr>
          <p:nvPr/>
        </p:nvCxnSpPr>
        <p:spPr>
          <a:xfrm flipV="1">
            <a:off x="6431265" y="1863210"/>
            <a:ext cx="0" cy="18612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9A64FE15-314E-3BDD-D523-458469A9E202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586633" y="2672039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6364C1B3-886A-C1FF-3F5B-C638E377C288}"/>
              </a:ext>
            </a:extLst>
          </p:cNvPr>
          <p:cNvSpPr/>
          <p:nvPr/>
        </p:nvSpPr>
        <p:spPr>
          <a:xfrm>
            <a:off x="5562690" y="2801919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8BEE643E-FFBB-598B-E8EC-A21F0A5753DF}"/>
              </a:ext>
            </a:extLst>
          </p:cNvPr>
          <p:cNvSpPr/>
          <p:nvPr/>
        </p:nvSpPr>
        <p:spPr>
          <a:xfrm>
            <a:off x="962855" y="3316036"/>
            <a:ext cx="1183931" cy="659154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65" name="꺾인 연결선[E] 264">
            <a:extLst>
              <a:ext uri="{FF2B5EF4-FFF2-40B4-BE49-F238E27FC236}">
                <a16:creationId xmlns:a16="http://schemas.microsoft.com/office/drawing/2014/main" id="{40878032-A39D-78EE-1841-81EDF4015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5853" y="2235633"/>
            <a:ext cx="1130471" cy="210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8FFB3558-D228-ECAE-3DAF-3735A8F267F8}"/>
              </a:ext>
            </a:extLst>
          </p:cNvPr>
          <p:cNvCxnSpPr>
            <a:cxnSpLocks/>
          </p:cNvCxnSpPr>
          <p:nvPr/>
        </p:nvCxnSpPr>
        <p:spPr>
          <a:xfrm>
            <a:off x="1259632" y="2185565"/>
            <a:ext cx="2101" cy="113047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23397B72-9158-EB1A-9974-014CDAF008F7}"/>
              </a:ext>
            </a:extLst>
          </p:cNvPr>
          <p:cNvCxnSpPr>
            <a:cxnSpLocks/>
          </p:cNvCxnSpPr>
          <p:nvPr/>
        </p:nvCxnSpPr>
        <p:spPr>
          <a:xfrm>
            <a:off x="2146364" y="3447327"/>
            <a:ext cx="288653" cy="27713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D3E4-AA98-4304-C0E0-D1CA12EF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5E9BB70-1BA0-81C8-D5BC-7F9CACAC3E9C}"/>
              </a:ext>
            </a:extLst>
          </p:cNvPr>
          <p:cNvSpPr/>
          <p:nvPr/>
        </p:nvSpPr>
        <p:spPr>
          <a:xfrm>
            <a:off x="6241911" y="32947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935505D-84B0-65DE-0198-A9CF9465BF49}"/>
              </a:ext>
            </a:extLst>
          </p:cNvPr>
          <p:cNvSpPr/>
          <p:nvPr/>
        </p:nvSpPr>
        <p:spPr>
          <a:xfrm>
            <a:off x="270213" y="967281"/>
            <a:ext cx="5863887" cy="2705046"/>
          </a:xfrm>
          <a:prstGeom prst="roundRect">
            <a:avLst>
              <a:gd name="adj" fmla="val 232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F3A55C4-32A2-3E45-7B07-92E69C46A00D}"/>
              </a:ext>
            </a:extLst>
          </p:cNvPr>
          <p:cNvSpPr/>
          <p:nvPr/>
        </p:nvSpPr>
        <p:spPr>
          <a:xfrm>
            <a:off x="342221" y="1469716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CFD2DEB-93BF-9C6E-C20F-E616570C47BD}"/>
              </a:ext>
            </a:extLst>
          </p:cNvPr>
          <p:cNvSpPr/>
          <p:nvPr/>
        </p:nvSpPr>
        <p:spPr>
          <a:xfrm>
            <a:off x="1926396" y="1226656"/>
            <a:ext cx="4140012" cy="3649341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B335E67-7AE4-AEE2-F289-2FCED5871DAC}"/>
              </a:ext>
            </a:extLst>
          </p:cNvPr>
          <p:cNvSpPr/>
          <p:nvPr/>
        </p:nvSpPr>
        <p:spPr>
          <a:xfrm>
            <a:off x="1998404" y="1512087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2CEF273-7E44-FD02-7280-A3964F1D3649}"/>
              </a:ext>
            </a:extLst>
          </p:cNvPr>
          <p:cNvSpPr/>
          <p:nvPr/>
        </p:nvSpPr>
        <p:spPr>
          <a:xfrm>
            <a:off x="2070412" y="1800119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via NDS Table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8CA6110-DB72-BFC8-3015-2218CD817215}"/>
              </a:ext>
            </a:extLst>
          </p:cNvPr>
          <p:cNvSpPr/>
          <p:nvPr/>
        </p:nvSpPr>
        <p:spPr>
          <a:xfrm>
            <a:off x="2070412" y="2453256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DNS via NDS Table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9E9727D-A7A6-AC88-41AE-1A4D166352DB}"/>
              </a:ext>
            </a:extLst>
          </p:cNvPr>
          <p:cNvSpPr/>
          <p:nvPr/>
        </p:nvSpPr>
        <p:spPr>
          <a:xfrm>
            <a:off x="1998404" y="3244686"/>
            <a:ext cx="3995995" cy="1103975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A17F006-CECD-5670-BEF7-0DDE040CA936}"/>
              </a:ext>
            </a:extLst>
          </p:cNvPr>
          <p:cNvSpPr/>
          <p:nvPr/>
        </p:nvSpPr>
        <p:spPr>
          <a:xfrm>
            <a:off x="3719205" y="156154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11E62A81-A7A8-88B0-8175-AED99C17C744}"/>
              </a:ext>
            </a:extLst>
          </p:cNvPr>
          <p:cNvSpPr/>
          <p:nvPr/>
        </p:nvSpPr>
        <p:spPr>
          <a:xfrm>
            <a:off x="414229" y="1798773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98CFF2E-14F9-8560-A8DC-FEE400A52CEE}"/>
              </a:ext>
            </a:extLst>
          </p:cNvPr>
          <p:cNvSpPr/>
          <p:nvPr/>
        </p:nvSpPr>
        <p:spPr>
          <a:xfrm>
            <a:off x="414229" y="2049500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E22B14F-B31C-1039-B84B-759AA4A06C30}"/>
              </a:ext>
            </a:extLst>
          </p:cNvPr>
          <p:cNvSpPr/>
          <p:nvPr/>
        </p:nvSpPr>
        <p:spPr>
          <a:xfrm>
            <a:off x="4035355" y="1798773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6B1B551-3DEF-F53E-EAEA-E5C1D41D1D59}"/>
              </a:ext>
            </a:extLst>
          </p:cNvPr>
          <p:cNvSpPr/>
          <p:nvPr/>
        </p:nvSpPr>
        <p:spPr>
          <a:xfrm>
            <a:off x="4035355" y="2049500"/>
            <a:ext cx="1869694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28FEBEB-9FB1-F4DD-E5A3-7BA34A4C7E0B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1530353" y="1925483"/>
            <a:ext cx="5400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56000B4-9A0F-75BE-F60F-EB064B7312D4}"/>
              </a:ext>
            </a:extLst>
          </p:cNvPr>
          <p:cNvSpPr/>
          <p:nvPr/>
        </p:nvSpPr>
        <p:spPr>
          <a:xfrm>
            <a:off x="1328972" y="1643616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tx1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tx1"/>
                </a:solidFill>
              </a:rPr>
              <a:t>Lookup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016DB087-849A-422B-2E26-607788237093}"/>
              </a:ext>
            </a:extLst>
          </p:cNvPr>
          <p:cNvSpPr/>
          <p:nvPr/>
        </p:nvSpPr>
        <p:spPr>
          <a:xfrm>
            <a:off x="3792896" y="401714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Server, CA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27CC274-8A54-D89B-0D0D-DEAF6091B98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4548980" y="652441"/>
            <a:ext cx="0" cy="859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9D5EFC01-7AED-64E0-F578-A2DF92ADE91D}"/>
              </a:ext>
            </a:extLst>
          </p:cNvPr>
          <p:cNvSpPr/>
          <p:nvPr/>
        </p:nvSpPr>
        <p:spPr>
          <a:xfrm>
            <a:off x="4035355" y="2453256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DNS via NDS Table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B8F634D-FC6B-71FD-E517-E1DA005E4680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3996402" y="2946400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417AB48-5316-185A-8E48-A23700D2EAFA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1458345" y="2174864"/>
            <a:ext cx="25770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2D3F02C6-EB0E-2811-2585-6FA80006CAE6}"/>
              </a:ext>
            </a:extLst>
          </p:cNvPr>
          <p:cNvSpPr/>
          <p:nvPr/>
        </p:nvSpPr>
        <p:spPr>
          <a:xfrm>
            <a:off x="3996402" y="2997604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Exec 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E898E253-D458-1E19-6317-7037FD7DB264}"/>
              </a:ext>
            </a:extLst>
          </p:cNvPr>
          <p:cNvSpPr/>
          <p:nvPr/>
        </p:nvSpPr>
        <p:spPr>
          <a:xfrm>
            <a:off x="2070412" y="3517649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0F9135E-D6DF-32D9-147A-BA477500C071}"/>
              </a:ext>
            </a:extLst>
          </p:cNvPr>
          <p:cNvCxnSpPr>
            <a:cxnSpLocks/>
            <a:stCxn id="9" idx="2"/>
            <a:endCxn id="75" idx="1"/>
          </p:cNvCxnSpPr>
          <p:nvPr/>
        </p:nvCxnSpPr>
        <p:spPr>
          <a:xfrm>
            <a:off x="936287" y="2381250"/>
            <a:ext cx="1134125" cy="1261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B5C13326-4C22-4C7B-157D-40F3D0F6BB59}"/>
              </a:ext>
            </a:extLst>
          </p:cNvPr>
          <p:cNvSpPr/>
          <p:nvPr/>
        </p:nvSpPr>
        <p:spPr>
          <a:xfrm>
            <a:off x="2070412" y="3920148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0569264-3F59-CEA1-6CDE-023D281247C9}"/>
              </a:ext>
            </a:extLst>
          </p:cNvPr>
          <p:cNvCxnSpPr>
            <a:cxnSpLocks/>
            <a:stCxn id="80" idx="1"/>
            <a:endCxn id="9" idx="2"/>
          </p:cNvCxnSpPr>
          <p:nvPr/>
        </p:nvCxnSpPr>
        <p:spPr>
          <a:xfrm flipH="1" flipV="1">
            <a:off x="936287" y="2381250"/>
            <a:ext cx="1134125" cy="16642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CF236BAE-D7CD-C759-967C-D524E023A8F6}"/>
              </a:ext>
            </a:extLst>
          </p:cNvPr>
          <p:cNvSpPr/>
          <p:nvPr/>
        </p:nvSpPr>
        <p:spPr>
          <a:xfrm>
            <a:off x="4035354" y="3517649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envoy stats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C4EE6BA9-1919-3A48-11A5-95382EB4D57F}"/>
              </a:ext>
            </a:extLst>
          </p:cNvPr>
          <p:cNvSpPr/>
          <p:nvPr/>
        </p:nvSpPr>
        <p:spPr>
          <a:xfrm>
            <a:off x="4035354" y="3920148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</p:spTree>
    <p:extLst>
      <p:ext uri="{BB962C8B-B14F-4D97-AF65-F5344CB8AC3E}">
        <p14:creationId xmlns:p14="http://schemas.microsoft.com/office/powerpoint/2010/main" val="6343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B867-02CE-660F-42B9-6B0A0F2A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58C79FD-BB90-B4EF-52C6-268D8604D826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01E7D33-B5AD-ABE8-7DC0-6F1424ED1552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0CF2F3C-BF40-57B5-6864-10E3B3FB9A84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1C34AF9-1FD3-7218-90D1-6BBBF5F66647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68C1BE8-857D-982E-6908-B32E410CB347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DFE9CAE-3C2E-F785-0C00-6E3943CF8BAF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CE83F64-CFCB-EF3C-7182-DA4452355368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E86B15B-85F9-0B6B-2DB8-FDD40A86AA21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D7E8FD9-0CAD-6313-A18A-287D773C9FF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487752B-2042-3CE1-4348-C710F6C63CD1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26D1A28-8E99-4C30-C8C0-98ABA41FFECF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24AEED21-3311-CD02-6282-3E294C36721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5B27F8E-EB23-90D5-2332-C59F691E647F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9C11A9FF-CD06-2069-A035-4D4EC67F4F9F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6605D23-029B-711E-E1B4-DBA65B5A63E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92DFB23-FB10-FD87-42BE-F49B0AEE5981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FBA8ED4-EDA6-376E-E621-5D7AC6CEE321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9FF759E-4A3E-F5FA-6B03-1ADFF761BA88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FC68D6E-8E09-F4BC-9CDB-AEB1B59F4BAD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57F27F3-11F8-0210-4E68-36F9AF6AA191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D5F55F2-C0E5-0085-A756-7ECFE870F96B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16D6F38-7CD4-2E83-4366-C9421C897714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4F15515-1514-64C3-BC10-BAB4CBE8673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3E38AFD-A5F0-82DE-2972-3CEEC9C9D04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0B0DCD39-09D3-6BEC-50AA-096646E4A4C9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D8428FDF-C0E2-EEC3-5B77-1817D1102E6C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DCCF9100-4229-B346-EE97-C269DE6842AF}"/>
              </a:ext>
            </a:extLst>
          </p:cNvPr>
          <p:cNvSpPr/>
          <p:nvPr/>
        </p:nvSpPr>
        <p:spPr>
          <a:xfrm>
            <a:off x="3848832" y="2520828"/>
            <a:ext cx="1378126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44833A9E-F345-BD46-B376-BBFE0CD9B4AD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CAB7B4C6-6794-91AB-BDBB-7521419C6BBD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D4D642C-9275-EE6D-0551-9F454419CB34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1196E73B-6AC3-BC2B-4578-7A884AC93C67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0B31A9A-33AF-EFF1-9D7C-4BEAC2169A90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1C02B102-BF43-3EFA-24B2-55AB8F44E833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9F644A2F-08E9-EEEF-9D42-AD2FF04EFC85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CFF5E169-82EE-308B-0AE8-3870F31811DF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89DD3E43-E38A-0A9D-829C-94182A8A1D8B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example.com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C404B521-284C-604B-A176-8020AAE70D93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C51BCDBF-BFC8-D1B0-8681-7D803B26E96F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2F173CC1-BA9E-ECAF-60F6-27FC58067666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CA98BD43-7F52-A44A-377D-C86EF15F02E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02A4B383-9CD9-46F6-BBD4-9CBD026CCF0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912A7DE6-569C-8934-AC03-4C7C1F558426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326F4435-1D79-89C8-1A02-B399AF3D250E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2311B763-0971-698B-2420-3B00D118D109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DDD24507-53E6-8A92-AA29-F3F59C6550E0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1EADCDC1-CCD9-619D-C351-79AC12FD1E0C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A8EF032B-3A0A-5A20-59C1-F933DEF5FBB2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19ED3F61-F0C2-B194-1E0E-2135CBCB9FF4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956BD8F5-55CA-ADBB-0908-27007C38F651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65765479-1E8A-C20A-348C-52CBB810DEC6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A0472896-DEAA-0F65-C69B-224605047945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3FCA8948-7880-79CE-46DD-6323DF67F352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404ADA2-039A-0F38-6838-2D9F33F84B96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49311423-46F6-C0E0-A617-F27B401162CF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18F63372-1EE1-60F5-EB3D-F6D1D42191EA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8E2246A-4822-F57E-D32E-F9E913C571EF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7F7AD85D-178F-6101-0DC1-FA0A2E03315C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ECA51CBA-1A59-67C4-C5F0-ACF97A1AB6D6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3C813439-ACE5-9A17-2445-FE3133FA7231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E929A037-9740-6FD3-BF9B-3BC4235BD6FE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9A04EF3-3295-F5B2-DD71-659BD05AAFA2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F4983A9A-8BE5-7C22-9C5D-DDDDF38B13EB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8A8A062C-4B37-22B4-D64E-34AA94C359F4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215FEDEB-CB15-6E47-834B-2CD252B7994E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5C6E6412-B020-09E9-5222-47F683968439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E40A190F-DED6-3D38-7AB9-E06A7C0E1816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0941F7C4-9198-D465-B0D5-4843B93AC834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769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7530-3B0C-7FE2-8676-179D8E8B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A9B6CF7-7DEC-20C1-DF13-31EF86AC5C46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C951D98-1B7C-0EC4-0A5A-BC4280CFEF58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581BB8-37F3-B532-E3ED-738FBB1747F3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21E8DD-65E9-A4E2-D711-3FABB351251C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2FCDD04-7464-E705-0959-A819F21D38A1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A2C9CFF-026C-5254-C3B9-CC03A6D72EE7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0802E94-7C7A-714A-925D-F59899DDEFB5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AE5C6E9-C7D0-FE3A-416F-4B8BE952ACD3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420C325-2A4A-3EC1-CC69-34BE5FDF78E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70B88EB-5F52-EE0B-E821-1CFD7DE6C427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635D5C4-BF9B-2FCC-8060-309AC79BB3FB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A0A1995-3137-1FD1-CEC2-EAEDAE8BCB3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5F32C9-7897-7E48-C914-D84BFC2312A7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59AF46-02E5-9D7B-EAEB-4E3B4F7CD207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F40E2F4A-C3D2-CD5E-BEC9-79322A821B8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81CF3E5-8BEB-B301-3281-4E8AA2AF0A15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460786E-CE54-826C-4278-2CAAC50CA569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B90E4FF-E7E5-EC4B-298F-596B3755637D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2D0C14-CCAA-E440-D828-BD7BF3D1A111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7E77408-5094-C964-D2A3-EC53496B7FDA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9C7B896-5582-20FA-1822-69AD242E696D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8E34F97-D7C2-2354-EDC9-4E694ACE4D4B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C019542-7437-CB27-5A9F-BA8761E3C9E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89A11BA-7389-474D-A193-98F3981D778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E1C17A-FAA6-74E6-D8F5-88838B61F44D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F049CC14-D5E0-BB47-0C71-8A1887CC0D0F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3EDDA5CF-687D-9AA1-D2CF-60A1018FFF51}"/>
              </a:ext>
            </a:extLst>
          </p:cNvPr>
          <p:cNvSpPr/>
          <p:nvPr/>
        </p:nvSpPr>
        <p:spPr>
          <a:xfrm>
            <a:off x="3848832" y="2520828"/>
            <a:ext cx="1378126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15EB020F-BBCB-A7C7-1AEB-26489C4A177A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940939F-5C95-5FDC-C6CB-DBB6DE2E7AB1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1474708-DA05-140B-B12D-ADBDED54638A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A6FB0AD3-92AE-559C-E95F-12312F7BAA4F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1444C2A5-2BD7-CC13-76CC-C1E3DA0D22B4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2A0DD18-2AC5-1817-DB85-8937CBB10221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E3D8D4FD-6903-C53A-F471-54214B19E49E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3BB58D81-6CC4-AB0F-AD2A-68C7AB05FE03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59998048-2BE0-4380-0025-1C08B9198675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example.com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DBDFA99B-296B-1B23-4D0F-B54B34D9EAAA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FA998875-95CB-A082-CE04-88B8AE408628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91F145BE-54B6-E321-DDC3-2903EA1F215B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83B4003B-888A-D84E-C9DC-0A887BA4FA6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A99916FD-1F6E-FC5D-3839-8B835824D89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29B34F26-474A-B881-A3DD-FE1B986EF262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B7714751-A181-5D97-8E0D-522244214796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458C98A1-7CA6-97E7-DAC0-A067F5B279D5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BA35F08E-4A54-2A76-3DAD-6FFB849059D1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7AAB0FD7-A862-8A80-73BB-88F9EE1BFDA0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0B6E1E59-8172-AE8D-AAE2-6DB233612F14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57B300FE-5751-A434-68E3-8A065E835440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F6563A76-7AF9-A7CA-62CE-464A3FDB37A7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DCF0E829-7132-2EA9-7CB1-C02C90282FBE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B4E209D7-6402-F226-2857-CF7A0C9D276D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7E9D171F-DA29-8492-FB6A-AE4AF2471963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966CFCE-21C1-7199-E39A-7DBF76325461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9263248C-2705-5C77-6C86-4A8FD78EB748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F1E0F712-C150-6777-458C-E53C35458749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110939C-73FB-D9A2-54F2-B08E4E786685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82F744DB-0E75-625C-7344-9C7C17875FD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69669BB8-2DAE-E371-025F-51E22AFA953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120F8C9F-AE47-033B-4B96-0DF24E67B7D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12DF25FD-3B5D-9130-BBFA-55EDB10C5AF6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E864410-2614-615A-10C1-A896D8626C23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98B9172A-F9FA-1B03-2E93-451F5EA733A8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EB9408EA-B995-1C5C-656D-49D8F8A4C605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FF0423B0-19B3-5AA0-BE1E-DF5FFBDC5025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661D18C1-B650-C449-EADD-11E008B59FCC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0F07CD2D-FCD0-D83D-E3C3-A41C2C0EE441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CACB67CA-B4C4-6894-0E4A-93581DB4AFCF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3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52815</TotalTime>
  <Words>662</Words>
  <Application>Microsoft Macintosh PowerPoint</Application>
  <PresentationFormat>화면 슬라이드 쇼(16:9)</PresentationFormat>
  <Paragraphs>244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5401</cp:revision>
  <dcterms:created xsi:type="dcterms:W3CDTF">2006-10-05T04:04:58Z</dcterms:created>
  <dcterms:modified xsi:type="dcterms:W3CDTF">2026-07-19T18:49:52Z</dcterms:modified>
</cp:coreProperties>
</file>
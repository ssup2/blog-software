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43" r:id="rId2"/>
    <p:sldId id="437" r:id="rId3"/>
    <p:sldId id="452" r:id="rId4"/>
    <p:sldId id="455" r:id="rId5"/>
    <p:sldId id="453" r:id="rId6"/>
    <p:sldId id="456" r:id="rId7"/>
    <p:sldId id="454" r:id="rId8"/>
    <p:sldId id="447" r:id="rId9"/>
    <p:sldId id="451" r:id="rId10"/>
    <p:sldId id="448" r:id="rId11"/>
    <p:sldId id="450" r:id="rId12"/>
    <p:sldId id="449" r:id="rId13"/>
    <p:sldId id="446" r:id="rId14"/>
    <p:sldId id="445" r:id="rId15"/>
    <p:sldId id="444" r:id="rId16"/>
    <p:sldId id="435" r:id="rId17"/>
    <p:sldId id="442" r:id="rId18"/>
    <p:sldId id="441" r:id="rId19"/>
    <p:sldId id="440" r:id="rId20"/>
    <p:sldId id="439" r:id="rId21"/>
    <p:sldId id="438" r:id="rId2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 autoAdjust="0"/>
    <p:restoredTop sz="89754" autoAdjust="0"/>
  </p:normalViewPr>
  <p:slideViewPr>
    <p:cSldViewPr>
      <p:cViewPr>
        <p:scale>
          <a:sx n="160" d="100"/>
          <a:sy n="160" d="100"/>
        </p:scale>
        <p:origin x="432" y="18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61F2-DACC-289F-6228-7BB247580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887D43-58D5-7635-1C45-6AAA82115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E8665E-E015-0EA4-77BB-6B415A961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D7088-B250-1568-A3C9-DA4822646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64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DB7AE-EEBC-4FDB-B667-A80815275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CFE21F-08C8-78C9-082E-2FB345909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9CFA57-5546-0B23-CC40-17677DB70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9ECE61-87CD-CA10-BB37-1DE0F42E3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0157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54FB7-7BC7-74CA-499F-36C038797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E8735A-92CD-D3E1-5C2B-A53911CFC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9B15EE-C28A-BDCF-6682-E02D08307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0FBA14-56DB-568E-C450-1D0BD5EBB8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499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F2EBE-5BE8-3F5D-3EC3-13B5E4BCA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240708-EBD5-98B3-9E21-995A68D11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1EB676-BB12-A98D-318A-C23CB2D70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C7F71A-8C5B-84DA-3A34-A0BCB7EC9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3947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44B02308-6C79-9584-B6C8-EE4C091A7BE1}"/>
              </a:ext>
            </a:extLst>
          </p:cNvPr>
          <p:cNvSpPr/>
          <p:nvPr/>
        </p:nvSpPr>
        <p:spPr>
          <a:xfrm>
            <a:off x="4646192" y="3680817"/>
            <a:ext cx="3375798" cy="577858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E4D58C26-69D4-67D5-73E4-DC2CE75B78E2}"/>
              </a:ext>
            </a:extLst>
          </p:cNvPr>
          <p:cNvSpPr/>
          <p:nvPr/>
        </p:nvSpPr>
        <p:spPr>
          <a:xfrm>
            <a:off x="832237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 err="1"/>
              <a:t>istio</a:t>
            </a:r>
            <a:r>
              <a:rPr lang="en-US" altLang="ko-KR" sz="1000"/>
              <a:t>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8A647843-F2A6-9CC1-6635-8DBFB8BFA57E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E62BF3C-07D3-C2BB-C8E9-B15FF693A227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292C8C0F-87FE-A870-E150-08051ABC411E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71AC3E03-0B6C-DA00-35AC-B060BE744CBA}"/>
              </a:ext>
            </a:extLst>
          </p:cNvPr>
          <p:cNvSpPr/>
          <p:nvPr/>
        </p:nvSpPr>
        <p:spPr>
          <a:xfrm>
            <a:off x="1784606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istiod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7394B3CD-9703-FBE9-8EC4-DBB79035D0FF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Istio CRs</a:t>
            </a:r>
            <a:endParaRPr lang="ko-KR" altLang="en-US" sz="100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C0837E3D-2005-D8B9-67B8-47535FE0FE53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K8s Resources</a:t>
            </a:r>
            <a:endParaRPr lang="ko-KR" altLang="en-US" sz="100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7398BB5A-902D-805E-C693-0E7713437A62}"/>
              </a:ext>
            </a:extLst>
          </p:cNvPr>
          <p:cNvSpPr/>
          <p:nvPr/>
        </p:nvSpPr>
        <p:spPr>
          <a:xfrm>
            <a:off x="3119396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037D21F8-E5ED-A6B5-287D-EECDBFDC1EED}"/>
              </a:ext>
            </a:extLst>
          </p:cNvPr>
          <p:cNvSpPr/>
          <p:nvPr/>
        </p:nvSpPr>
        <p:spPr>
          <a:xfrm>
            <a:off x="4358531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D5F78397-3EF4-CD4B-A2E0-B4A262496F0D}"/>
              </a:ext>
            </a:extLst>
          </p:cNvPr>
          <p:cNvSpPr/>
          <p:nvPr/>
        </p:nvSpPr>
        <p:spPr>
          <a:xfrm>
            <a:off x="5597666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B336371F-6063-1F5B-62B5-45ECABA962F0}"/>
              </a:ext>
            </a:extLst>
          </p:cNvPr>
          <p:cNvSpPr/>
          <p:nvPr/>
        </p:nvSpPr>
        <p:spPr>
          <a:xfrm>
            <a:off x="1880261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9A948E68-4D8E-F94F-9465-0171D4D976CA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C85D6B8-6D50-B2CF-C751-325EC53C01B9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E4EE3C4-5E46-8FD7-F315-B0527EAB3BE9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DB543F41-9B9E-942A-A75E-04BD1186A086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B10309F9-9A1A-35B7-4437-8E280E31CF15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A3F22B83-373D-BB1F-7AF8-8FF7CC943CCA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38E63478-F04C-414B-A98C-1EB38E370CEC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6C485D67-7186-BBDB-5874-DA67941EFCE1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4756C286-EB39-2610-452A-A6ED282A86EF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87C30A7A-EA79-32E6-43B6-EDC2E176FA91}"/>
              </a:ext>
            </a:extLst>
          </p:cNvPr>
          <p:cNvSpPr/>
          <p:nvPr/>
        </p:nvSpPr>
        <p:spPr>
          <a:xfrm>
            <a:off x="3116074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12262256-0497-0BBC-0FD8-154874607E06}"/>
              </a:ext>
            </a:extLst>
          </p:cNvPr>
          <p:cNvSpPr/>
          <p:nvPr/>
        </p:nvSpPr>
        <p:spPr>
          <a:xfrm>
            <a:off x="3116074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8C7A4617-ACE0-BAF1-6AE9-3AEAA67AE5FC}"/>
              </a:ext>
            </a:extLst>
          </p:cNvPr>
          <p:cNvSpPr/>
          <p:nvPr/>
        </p:nvSpPr>
        <p:spPr>
          <a:xfrm>
            <a:off x="3116074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0CC762CF-EC7B-ECC1-EBED-7AD701A681DF}"/>
              </a:ext>
            </a:extLst>
          </p:cNvPr>
          <p:cNvCxnSpPr>
            <a:cxnSpLocks/>
            <a:stCxn id="12" idx="2"/>
            <a:endCxn id="29" idx="0"/>
          </p:cNvCxnSpPr>
          <p:nvPr/>
        </p:nvCxnSpPr>
        <p:spPr>
          <a:xfrm>
            <a:off x="3087704" y="1274542"/>
            <a:ext cx="601411" cy="25258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DC3A4DB5-74E1-2C64-638F-3288F0EC6C0B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flipH="1">
            <a:off x="2449980" y="1274542"/>
            <a:ext cx="637724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61905AF6-23A3-F6FE-1A58-ED4CA563092B}"/>
              </a:ext>
            </a:extLst>
          </p:cNvPr>
          <p:cNvCxnSpPr>
            <a:cxnSpLocks/>
            <a:stCxn id="34" idx="2"/>
            <a:endCxn id="30" idx="0"/>
          </p:cNvCxnSpPr>
          <p:nvPr/>
        </p:nvCxnSpPr>
        <p:spPr>
          <a:xfrm flipH="1">
            <a:off x="4928250" y="1274542"/>
            <a:ext cx="1434845" cy="2525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94BCF08C-A190-87B2-DFF7-8511C1510F14}"/>
              </a:ext>
            </a:extLst>
          </p:cNvPr>
          <p:cNvCxnSpPr>
            <a:cxnSpLocks/>
            <a:stCxn id="38" idx="2"/>
            <a:endCxn id="32" idx="0"/>
          </p:cNvCxnSpPr>
          <p:nvPr/>
        </p:nvCxnSpPr>
        <p:spPr>
          <a:xfrm flipH="1">
            <a:off x="6167385" y="1274542"/>
            <a:ext cx="1626155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31B64E8C-F3C7-4B01-5A76-53C00F0E7EBB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926589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351F0AFB-78BE-3581-3384-6121FCBADC7F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926589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3F774095-091A-21AC-693D-576F43F2B2DE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689115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E2FF177A-B115-1640-4268-E002346664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926589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31078A02-CAA4-34FF-5D7D-FCABD7F8FD90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926589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A0B19D08-8280-D049-F38E-9701D3556E6A}"/>
              </a:ext>
            </a:extLst>
          </p:cNvPr>
          <p:cNvSpPr/>
          <p:nvPr/>
        </p:nvSpPr>
        <p:spPr>
          <a:xfrm>
            <a:off x="1035475" y="3680815"/>
            <a:ext cx="3501563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6CCF416A-2813-363F-F8FE-EBFDAF3CEC00}"/>
              </a:ext>
            </a:extLst>
          </p:cNvPr>
          <p:cNvSpPr/>
          <p:nvPr/>
        </p:nvSpPr>
        <p:spPr>
          <a:xfrm>
            <a:off x="198650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F8FB062C-2212-F21D-9A48-FEFF058F8C76}"/>
              </a:ext>
            </a:extLst>
          </p:cNvPr>
          <p:cNvSpPr/>
          <p:nvPr/>
        </p:nvSpPr>
        <p:spPr>
          <a:xfrm>
            <a:off x="3289323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F3242BC2-DAFA-EF79-80C6-C24FACE2C15F}"/>
              </a:ext>
            </a:extLst>
          </p:cNvPr>
          <p:cNvSpPr/>
          <p:nvPr/>
        </p:nvSpPr>
        <p:spPr>
          <a:xfrm>
            <a:off x="1987206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9987F4CA-1B1C-6E4F-E50A-3B1DDBA58F2F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449980" y="1888477"/>
            <a:ext cx="105744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23011529-18BF-2327-3ED9-946FAFF12CFA}"/>
              </a:ext>
            </a:extLst>
          </p:cNvPr>
          <p:cNvSpPr/>
          <p:nvPr/>
        </p:nvSpPr>
        <p:spPr>
          <a:xfrm>
            <a:off x="3286124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91182DE8-6368-9202-28B0-E21F3D17F357}"/>
              </a:ext>
            </a:extLst>
          </p:cNvPr>
          <p:cNvSpPr/>
          <p:nvPr/>
        </p:nvSpPr>
        <p:spPr>
          <a:xfrm>
            <a:off x="193406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288D9A68-F395-7F2B-F23D-85F11B5D4AA0}"/>
              </a:ext>
            </a:extLst>
          </p:cNvPr>
          <p:cNvSpPr/>
          <p:nvPr/>
        </p:nvSpPr>
        <p:spPr>
          <a:xfrm>
            <a:off x="323537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1D62E48E-D509-85DA-0713-6144E51AE306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449980" y="1888477"/>
            <a:ext cx="1407054" cy="186007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AADD7AE5-FDF4-764A-5564-DD1E15062D4A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2556925" y="3408617"/>
            <a:ext cx="2369664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F9CDCCD0-A501-5659-9FBA-488CCAB5DDAC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3855843" y="3408617"/>
            <a:ext cx="1070746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C7C0323B-7B71-2D58-F9FE-F2046BED41E7}"/>
              </a:ext>
            </a:extLst>
          </p:cNvPr>
          <p:cNvSpPr/>
          <p:nvPr/>
        </p:nvSpPr>
        <p:spPr>
          <a:xfrm>
            <a:off x="5538700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app-a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0E64939F-2E39-B719-1EE2-8E0D3330031F}"/>
              </a:ext>
            </a:extLst>
          </p:cNvPr>
          <p:cNvSpPr/>
          <p:nvPr/>
        </p:nvSpPr>
        <p:spPr>
          <a:xfrm>
            <a:off x="6804065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app-b </a:t>
            </a:r>
            <a:br>
              <a:rPr lang="en-US" altLang="ko-KR" sz="900"/>
            </a:br>
            <a:r>
              <a:rPr lang="en-US" altLang="ko-KR" sz="900"/>
              <a:t>(envoy sidecar)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6067EEC5-126C-A8BB-4778-33B8C7DFBF4C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926589" y="3408617"/>
            <a:ext cx="1181830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96">
            <a:extLst>
              <a:ext uri="{FF2B5EF4-FFF2-40B4-BE49-F238E27FC236}">
                <a16:creationId xmlns:a16="http://schemas.microsoft.com/office/drawing/2014/main" id="{576E8BDE-F1EA-A0A6-1F13-BCF2582DB225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926589" y="3408617"/>
            <a:ext cx="2447195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38E8374E-8586-B28F-AC4F-BCCABC5499DC}"/>
              </a:ext>
            </a:extLst>
          </p:cNvPr>
          <p:cNvSpPr/>
          <p:nvPr/>
        </p:nvSpPr>
        <p:spPr>
          <a:xfrm>
            <a:off x="6959117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8C305FAE-943B-06EC-3D37-2F2E89624825}"/>
              </a:ext>
            </a:extLst>
          </p:cNvPr>
          <p:cNvSpPr/>
          <p:nvPr/>
        </p:nvSpPr>
        <p:spPr>
          <a:xfrm>
            <a:off x="6959117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F8240FA5-05FD-6D86-0F6F-DE88B660AD01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737104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760DE463-7319-D123-5A01-2E97FFB35FFC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737104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8074FFD7-BAC8-3B86-E219-C6F558551FC7}"/>
              </a:ext>
            </a:extLst>
          </p:cNvPr>
          <p:cNvCxnSpPr>
            <a:cxnSpLocks/>
          </p:cNvCxnSpPr>
          <p:nvPr/>
        </p:nvCxnSpPr>
        <p:spPr>
          <a:xfrm>
            <a:off x="4745313" y="4471935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E1291C7-E80E-2E51-FE57-5C151D777C95}"/>
              </a:ext>
            </a:extLst>
          </p:cNvPr>
          <p:cNvSpPr txBox="1"/>
          <p:nvPr/>
        </p:nvSpPr>
        <p:spPr>
          <a:xfrm>
            <a:off x="5041056" y="436216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Configs</a:t>
            </a:r>
            <a:endParaRPr lang="en-KR" sz="900"/>
          </a:p>
        </p:txBody>
      </p:sp>
      <p:cxnSp>
        <p:nvCxnSpPr>
          <p:cNvPr id="6" name="직선 화살표 연결선 96">
            <a:extLst>
              <a:ext uri="{FF2B5EF4-FFF2-40B4-BE49-F238E27FC236}">
                <a16:creationId xmlns:a16="http://schemas.microsoft.com/office/drawing/2014/main" id="{4EA135B2-89B5-8BE7-AF0C-A68CF8B1CA2E}"/>
              </a:ext>
            </a:extLst>
          </p:cNvPr>
          <p:cNvCxnSpPr>
            <a:cxnSpLocks/>
          </p:cNvCxnSpPr>
          <p:nvPr/>
        </p:nvCxnSpPr>
        <p:spPr>
          <a:xfrm>
            <a:off x="5743511" y="4471935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F6E8D15-22CC-41AF-C063-7FF9C3A49AB9}"/>
              </a:ext>
            </a:extLst>
          </p:cNvPr>
          <p:cNvSpPr txBox="1"/>
          <p:nvPr/>
        </p:nvSpPr>
        <p:spPr>
          <a:xfrm>
            <a:off x="6039254" y="4362165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993003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5C731CB5-D617-2562-E312-005350B8F86C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DCD19F5F-6674-AFFB-37CE-09BBA1505C19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C97DE029-5410-6FF5-D65B-DB16E66E66ED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81FA547-E2EA-A8C3-0FEB-0B594FC77944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3E8F9D5A-2A38-D237-4BEA-B8FB364B4D22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7990BB79-FB00-6464-08C8-0E0AEC3B9EB5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9B457469-024E-1C09-5A66-39036652DB5C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7E688C8-D018-E1CB-A41A-FA4862011758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F9053209-F34C-E332-79C6-AE94A7E5324A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CEA25FE5-1DA9-7255-2EF4-E1FEAD9529C2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DEC98292-6C87-1583-80E8-6C4CE7048E0B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85E36BDC-54C5-201A-2625-FF796BB3807F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E63877EB-979F-BE99-E108-68F5A48A892A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7F58B6AE-6F44-55DB-1CE1-95F6F09C586B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58C1B539-744A-6C4C-D72E-9A2EF2D309C7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259DE615-1264-21CC-B5DF-DC6F0DA6C2B7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C7632A65-6C4B-5038-8741-FF89B1CC25E1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1D192207-61A6-7654-ECB6-FB521A68E797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1741DD2F-779F-F004-6BDF-FE16AE0B128C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7E3485E8-6CA5-62F8-A73D-7A8AE5F1B1CF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D563C09B-3E56-66AD-41F0-0A3B4E752773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978CC67-A5C6-1B75-807E-212B7F6C7B41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170" name="직선 화살표 연결선 96">
            <a:extLst>
              <a:ext uri="{FF2B5EF4-FFF2-40B4-BE49-F238E27FC236}">
                <a16:creationId xmlns:a16="http://schemas.microsoft.com/office/drawing/2014/main" id="{07F3DA02-79FF-29ED-13D7-01A97059C17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직선 화살표 연결선 96">
            <a:extLst>
              <a:ext uri="{FF2B5EF4-FFF2-40B4-BE49-F238E27FC236}">
                <a16:creationId xmlns:a16="http://schemas.microsoft.com/office/drawing/2014/main" id="{6D38AF94-EF05-3FE3-A883-C3444C96694C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96">
            <a:extLst>
              <a:ext uri="{FF2B5EF4-FFF2-40B4-BE49-F238E27FC236}">
                <a16:creationId xmlns:a16="http://schemas.microsoft.com/office/drawing/2014/main" id="{3B61B4B4-1467-DE2E-5CD0-44BE748C1F10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521A9-6FB3-0059-449D-772CB85C6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89C3B0F-B0D3-058C-F796-EDAFBF4ECD16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7ADA5249-8C38-AB9A-5232-8C4BDE33F924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39B2253F-55C3-AF43-0CD9-E12AF3BAAD00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C0B4850E-3566-4133-1483-8065A8CD0F87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520A0BF1-B074-5CA8-65EC-03F4A8A79571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8CD019FB-9D0D-8D2E-C146-6F0DF73E53EB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BAF56DC0-DC34-D15B-D1B7-A1DE13512A48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688D2132-B56A-970A-C13E-A56D9662C704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90DCDA3C-9C28-28DC-C97B-01DAFE4EA435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09B2044B-3244-14A3-4CB3-758D4BE186A1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6815448-DB17-DA0F-7841-D21D54E264B0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46BC52B4-119C-F1FD-93C9-87DC09B288E8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BD31C6ED-FD0C-E9C3-3480-53641DF9FEDC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852992EA-A549-06AA-1799-039D29A43426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12FF5F15-6D7B-4704-7A19-2E5B607F1325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0BE4635A-313E-ED2F-0C58-2CB659BDAD2F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AC2D94F3-DA6C-C025-7C4A-5A76A585E556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EA56C5E5-C1D2-6C1B-8FF6-0D469939C70B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44507263-8C57-189E-2F7B-1472D6797D17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8A498ABD-12B3-20BF-B264-22BDE83623B0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7EBF1FAF-9FD1-B490-4C88-7516DD78BA48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642F4FE5-8487-D3F2-C754-71A7AF2B25A8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E605D755-E7E3-6906-1FCC-97A8153DF365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r>
              <a:rPr lang="ko-KR" altLang="en-US" sz="900" b="1"/>
              <a:t> </a:t>
            </a:r>
            <a:r>
              <a:rPr lang="en-US" altLang="ko-KR" sz="900" b="1"/>
              <a:t>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CD7FD28A-C8C9-E7B8-E5CB-FF6D50C463A7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F42D04A4-AA47-9B12-BDE7-CAF3F9A410B5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66BA3E9A-5CF7-3D27-992B-3EF9F7B50C10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3A4176C8-07F2-2A3A-C9A9-FDF3418960E2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99DE70D5-2F6B-B4F5-9336-ADB6690E06A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05109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3F8DC4BA-711C-4F57-26B1-DA6FB7318725}"/>
              </a:ext>
            </a:extLst>
          </p:cNvPr>
          <p:cNvCxnSpPr>
            <a:cxnSpLocks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6776E5A7-2383-226E-4379-5E5F25BD900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95F3ABDE-5266-4A7C-38DE-9D17BCDFFB91}"/>
              </a:ext>
            </a:extLst>
          </p:cNvPr>
          <p:cNvCxnSpPr>
            <a:cxnSpLocks/>
          </p:cNvCxnSpPr>
          <p:nvPr/>
        </p:nvCxnSpPr>
        <p:spPr>
          <a:xfrm>
            <a:off x="642596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87A6396-CE02-3027-5259-52D30FDB0BA8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96">
            <a:extLst>
              <a:ext uri="{FF2B5EF4-FFF2-40B4-BE49-F238E27FC236}">
                <a16:creationId xmlns:a16="http://schemas.microsoft.com/office/drawing/2014/main" id="{C15119B8-E6F5-7ACA-3C6A-87F2AF676CC1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1FEB261A-D5E2-8558-B571-921447ECCCA4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3312A314-88C6-E1C8-D91B-956C41A9926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068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CE99C-7AE2-D5DD-514B-7B436824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321D0AD2-FB5B-D00B-342A-808D95267B02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7FA3BECC-4D3D-B781-372C-9CA4606B2A76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6FD93B4C-5DBA-2F39-AE12-EA057CD55F36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E7BF7115-CD7E-09AF-0EE1-B65F5BCFB3C0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0273FF58-51F5-E130-F291-5C5B81A889E6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FDA273AE-231D-0E11-6BB0-1E103B235598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31CCE07A-3200-24B6-16A4-A6D2C025EB76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D965B7E3-6343-5853-5B78-5384A0F393A0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7B8623D-5019-E29C-0939-0422507D290D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98AA2862-545C-3F3E-2058-338C80C38E84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8B945095-C5C8-68CB-C867-E68041E14FC7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9DA2DCD-670E-7229-20FF-B44E50CC2E39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203C6C0F-20E4-1BB3-806D-F7218A24174F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1C84FBDA-5397-8750-5981-33F1B362B4B8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CC70AF18-1B45-1452-49D9-6D20D1EEBB04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CBBEFB9E-8AC3-3934-E4E0-66D9E96F8A1C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60F2749B-ED31-3B82-5329-819E811E7B29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11C93D4D-D7DE-D241-414D-7B5555F51DFB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00E24C0-FB92-9A28-63DD-3EFC14759F68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1A6D6335-2155-13E0-AC98-3D108AF1196B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80A63EDA-4EFA-A766-5E1C-0E544F14DB33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CAFE839C-CDDA-FC96-BE6A-6B918F13E672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BF65A8F-F447-E7FE-E83B-EBCD44A2A509}"/>
              </a:ext>
            </a:extLst>
          </p:cNvPr>
          <p:cNvSpPr/>
          <p:nvPr/>
        </p:nvSpPr>
        <p:spPr>
          <a:xfrm>
            <a:off x="2911656" y="1275592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4" name="직선 화살표 연결선 96">
            <a:extLst>
              <a:ext uri="{FF2B5EF4-FFF2-40B4-BE49-F238E27FC236}">
                <a16:creationId xmlns:a16="http://schemas.microsoft.com/office/drawing/2014/main" id="{FFF3BDC2-5F4E-8EA9-A07F-1FA661D79599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96">
            <a:extLst>
              <a:ext uri="{FF2B5EF4-FFF2-40B4-BE49-F238E27FC236}">
                <a16:creationId xmlns:a16="http://schemas.microsoft.com/office/drawing/2014/main" id="{1824AF6E-7ACB-79F5-8D16-DEEE3D385E36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E070703-F93D-FD39-2496-C51F437430C1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885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1C3D-B913-FA0F-F706-7940E1DDC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27A5499-5A04-7047-B290-C824F342D70E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AD9C759-71A7-6BF4-3082-91AD09BCBD9B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F0AF349D-EC57-B0DD-8B65-C84382344828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CDBD728-1F14-F1D7-39D8-40E63F505F59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BD951FAE-9F37-A302-8BA3-E97076D4E726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40C50E4E-0A26-6EF9-686A-CE5253A628B9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5BA9C4B0-FE68-0DD8-3C21-FC9F96EC5495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784E03B2-BF1D-4794-4D78-F2BD5A85D2B7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2050FE53-6E75-75E6-DFBB-3DDCCB103562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6DC7FACA-3D5E-6E76-5E4C-D59491411D4C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33C9DEE-D85E-185A-7782-C551BA08A8DA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1C03983E-BEF0-A659-EE3F-EF715CEC3BF3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08E72692-940E-93A7-1636-5E133F839F08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044C22DD-DAEB-885F-44DB-E11F54729BE9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1040A103-C714-BC0E-EE16-098B3403FD37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F10C20BE-F7E7-1D38-6074-F81ED9EE6E25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144043E8-DBB1-43AF-2433-0EE8DAE1E2F9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205522B8-F74A-EDA2-2DAB-57FEB1F2BA1A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DCDFC616-FFBC-D0E1-E3C8-79FDD3DFA36C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38BF06FB-EF14-FC0A-F5D5-44C705A49081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CA5B0EE6-A036-C5F9-AFF2-1B7F799FFEB9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BCC2EE39-A3B5-9F53-9456-1ADB644DC6A3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63FE32-C33B-B4CB-4134-A3FA97757230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D36C678-15C1-50ED-E2C9-3CAE0A1AD200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D7AD4FA7-9530-759E-C159-648C8D54C073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0" name="사각형: 둥근 모서리 12">
            <a:extLst>
              <a:ext uri="{FF2B5EF4-FFF2-40B4-BE49-F238E27FC236}">
                <a16:creationId xmlns:a16="http://schemas.microsoft.com/office/drawing/2014/main" id="{A7E73954-A981-90D3-6C52-A1C473643C5F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1CD5989-E453-322D-710E-A6CA51C1D625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2" name="직선 화살표 연결선 96">
            <a:extLst>
              <a:ext uri="{FF2B5EF4-FFF2-40B4-BE49-F238E27FC236}">
                <a16:creationId xmlns:a16="http://schemas.microsoft.com/office/drawing/2014/main" id="{6AFEE7BC-A564-8240-5034-188F0F56753C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4051094" y="1786866"/>
            <a:ext cx="258865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9C30975F-3CE8-3E22-F86C-5EE7B9166989}"/>
              </a:ext>
            </a:extLst>
          </p:cNvPr>
          <p:cNvCxnSpPr>
            <a:cxnSpLocks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96">
            <a:extLst>
              <a:ext uri="{FF2B5EF4-FFF2-40B4-BE49-F238E27FC236}">
                <a16:creationId xmlns:a16="http://schemas.microsoft.com/office/drawing/2014/main" id="{9D7DBEEA-71ED-F004-765C-731DCA3F08BE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96">
            <a:extLst>
              <a:ext uri="{FF2B5EF4-FFF2-40B4-BE49-F238E27FC236}">
                <a16:creationId xmlns:a16="http://schemas.microsoft.com/office/drawing/2014/main" id="{8E57F0D5-98C7-CBFE-B844-5D42FD580D2B}"/>
              </a:ext>
            </a:extLst>
          </p:cNvPr>
          <p:cNvCxnSpPr>
            <a:cxnSpLocks/>
          </p:cNvCxnSpPr>
          <p:nvPr/>
        </p:nvCxnSpPr>
        <p:spPr>
          <a:xfrm>
            <a:off x="6425968" y="1491630"/>
            <a:ext cx="213783" cy="29523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8F1450E-98A2-6E25-7814-822344F89FAA}"/>
              </a:ext>
            </a:extLst>
          </p:cNvPr>
          <p:cNvSpPr/>
          <p:nvPr/>
        </p:nvSpPr>
        <p:spPr>
          <a:xfrm>
            <a:off x="5022769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4" name="직선 화살표 연결선 96">
            <a:extLst>
              <a:ext uri="{FF2B5EF4-FFF2-40B4-BE49-F238E27FC236}">
                <a16:creationId xmlns:a16="http://schemas.microsoft.com/office/drawing/2014/main" id="{E02CCEDF-F9AB-C7FE-ABAE-7DB48DFFFCEF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995651"/>
            <a:ext cx="3780035" cy="2324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5E4607CD-289A-35DD-CED4-81E5697E9AF3}"/>
              </a:ext>
            </a:extLst>
          </p:cNvPr>
          <p:cNvCxnSpPr>
            <a:cxnSpLocks/>
            <a:endCxn id="160" idx="0"/>
          </p:cNvCxnSpPr>
          <p:nvPr/>
        </p:nvCxnSpPr>
        <p:spPr>
          <a:xfrm flipH="1">
            <a:off x="5592488" y="2345666"/>
            <a:ext cx="1670123" cy="16181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46DB3E3-6B9B-423D-3039-35C7E4422712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5592488" y="1709231"/>
            <a:ext cx="257111" cy="9509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96">
            <a:extLst>
              <a:ext uri="{FF2B5EF4-FFF2-40B4-BE49-F238E27FC236}">
                <a16:creationId xmlns:a16="http://schemas.microsoft.com/office/drawing/2014/main" id="{1D5208D0-879D-9193-FC23-01D9039BB2F0}"/>
              </a:ext>
            </a:extLst>
          </p:cNvPr>
          <p:cNvCxnSpPr>
            <a:cxnSpLocks/>
            <a:stCxn id="13" idx="2"/>
            <a:endCxn id="158" idx="0"/>
          </p:cNvCxnSpPr>
          <p:nvPr/>
        </p:nvCxnSpPr>
        <p:spPr>
          <a:xfrm>
            <a:off x="5592488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96">
            <a:extLst>
              <a:ext uri="{FF2B5EF4-FFF2-40B4-BE49-F238E27FC236}">
                <a16:creationId xmlns:a16="http://schemas.microsoft.com/office/drawing/2014/main" id="{9ABEC490-1339-4C58-4073-B5AE0CC9C845}"/>
              </a:ext>
            </a:extLst>
          </p:cNvPr>
          <p:cNvCxnSpPr>
            <a:cxnSpLocks/>
            <a:stCxn id="13" idx="2"/>
            <a:endCxn id="157" idx="0"/>
          </p:cNvCxnSpPr>
          <p:nvPr/>
        </p:nvCxnSpPr>
        <p:spPr>
          <a:xfrm flipH="1">
            <a:off x="4273463" y="3102951"/>
            <a:ext cx="1319025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60655472-EBBE-3F18-9C11-1D8A590262FC}"/>
              </a:ext>
            </a:extLst>
          </p:cNvPr>
          <p:cNvCxnSpPr>
            <a:cxnSpLocks/>
            <a:endCxn id="159" idx="0"/>
          </p:cNvCxnSpPr>
          <p:nvPr/>
        </p:nvCxnSpPr>
        <p:spPr>
          <a:xfrm flipH="1">
            <a:off x="4273463" y="2345666"/>
            <a:ext cx="2989148" cy="16181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96">
            <a:extLst>
              <a:ext uri="{FF2B5EF4-FFF2-40B4-BE49-F238E27FC236}">
                <a16:creationId xmlns:a16="http://schemas.microsoft.com/office/drawing/2014/main" id="{3A73F304-2343-E153-C3BC-AA3CE7D0373A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52C63C6F-DF00-8E8B-DA34-87232EE4963F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82EF774E-8C76-4FC8-93DB-CC3420B18F7D}"/>
              </a:ext>
            </a:extLst>
          </p:cNvPr>
          <p:cNvCxnSpPr>
            <a:cxnSpLocks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4E86D46-6770-D77A-966B-100B04CA97DD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1002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90439-2266-E66F-8765-2187373C9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337A590-224E-FE84-86D8-B97D6911DA17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E77FA9-B596-282A-C2F4-23CA3F059864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B902AE75-A4D5-7AED-56B1-89453C954642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2917ACA-6AA0-FE19-E3EA-B55B0969EA3E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C67A60E3-298D-26FA-43BC-8268E3EC7281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1EB1E1B6-394B-1BF9-9C70-0A48434A0C8B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CFC9ACF3-41DB-3E5C-5259-842115DDF7CE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057FB27-A217-158B-CF14-722542461C66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AE919F12-BF9C-7C8D-FE09-E9EF3B8D2C24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0BA641E3-9AEF-70CA-FB00-FEFFDF33112C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1847B9E-CC20-EC35-5DEC-1ABAB5E94F42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619752D0-E1C0-587B-5F61-E89E783F6988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D607C0CE-F6D2-F4AE-7338-E4375DD82CE2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7F41AC08-63B6-B416-47C3-35648C56F804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C91C9D88-C867-9217-7B3E-EAA2ECFED3F9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1D0CE54B-38A4-582B-77A6-5E6A06D4ED59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A1010BE6-9FB9-6EEB-BB6C-BA49CB24BA2C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9D82ABEC-A11A-05F8-18B8-441B95600D9F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91D15D54-4E73-14A3-781D-D5C449E8FF1D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13541699-488E-D6F0-403D-2A37DDB11B8B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54719A66-ABC6-8D77-B055-F0C15C959D6B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D0ACA350-26BB-4DE7-9468-F70404D91354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FA70C0D9-70F2-A934-94E5-ED06FA24585B}"/>
              </a:ext>
            </a:extLst>
          </p:cNvPr>
          <p:cNvSpPr/>
          <p:nvPr/>
        </p:nvSpPr>
        <p:spPr>
          <a:xfrm>
            <a:off x="2911656" y="1275592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gateway-ingress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5289B6CE-1926-B69C-07D7-D1C970FF02D4}"/>
              </a:ext>
            </a:extLst>
          </p:cNvPr>
          <p:cNvSpPr/>
          <p:nvPr/>
        </p:nvSpPr>
        <p:spPr>
          <a:xfrm>
            <a:off x="4583731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server-ingress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9" name="직선 화살표 연결선 96">
            <a:extLst>
              <a:ext uri="{FF2B5EF4-FFF2-40B4-BE49-F238E27FC236}">
                <a16:creationId xmlns:a16="http://schemas.microsoft.com/office/drawing/2014/main" id="{A00CC0FB-86CA-B86F-A972-FD5E9A6B5361}"/>
              </a:ext>
            </a:extLst>
          </p:cNvPr>
          <p:cNvCxnSpPr>
            <a:cxnSpLocks/>
            <a:stCxn id="76" idx="2"/>
            <a:endCxn id="15" idx="0"/>
          </p:cNvCxnSpPr>
          <p:nvPr/>
        </p:nvCxnSpPr>
        <p:spPr>
          <a:xfrm flipH="1">
            <a:off x="2162350" y="995651"/>
            <a:ext cx="1319025" cy="23241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96">
            <a:extLst>
              <a:ext uri="{FF2B5EF4-FFF2-40B4-BE49-F238E27FC236}">
                <a16:creationId xmlns:a16="http://schemas.microsoft.com/office/drawing/2014/main" id="{1118824A-8FF2-2825-B919-CC540227B813}"/>
              </a:ext>
            </a:extLst>
          </p:cNvPr>
          <p:cNvCxnSpPr>
            <a:cxnSpLocks/>
            <a:stCxn id="15" idx="2"/>
            <a:endCxn id="159" idx="0"/>
          </p:cNvCxnSpPr>
          <p:nvPr/>
        </p:nvCxnSpPr>
        <p:spPr>
          <a:xfrm>
            <a:off x="2162350" y="2345666"/>
            <a:ext cx="2111113" cy="16181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2A69522D-EC9A-EFF2-E1C3-7CC7C1DBC87F}"/>
              </a:ext>
            </a:extLst>
          </p:cNvPr>
          <p:cNvCxnSpPr>
            <a:cxnSpLocks/>
            <a:stCxn id="15" idx="2"/>
            <a:endCxn id="160" idx="0"/>
          </p:cNvCxnSpPr>
          <p:nvPr/>
        </p:nvCxnSpPr>
        <p:spPr>
          <a:xfrm>
            <a:off x="2162350" y="2345666"/>
            <a:ext cx="3430138" cy="16181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9EAC3760-03DF-7B98-F663-1D4D5BF1C0A8}"/>
              </a:ext>
            </a:extLst>
          </p:cNvPr>
          <p:cNvCxnSpPr>
            <a:cxnSpLocks/>
            <a:stCxn id="4" idx="0"/>
            <a:endCxn id="2" idx="2"/>
          </p:cNvCxnSpPr>
          <p:nvPr/>
        </p:nvCxnSpPr>
        <p:spPr>
          <a:xfrm flipH="1" flipV="1">
            <a:off x="3481375" y="1718380"/>
            <a:ext cx="1672075" cy="94178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96">
            <a:extLst>
              <a:ext uri="{FF2B5EF4-FFF2-40B4-BE49-F238E27FC236}">
                <a16:creationId xmlns:a16="http://schemas.microsoft.com/office/drawing/2014/main" id="{80BA443A-9032-7F77-AF6B-8F749D03EB2B}"/>
              </a:ext>
            </a:extLst>
          </p:cNvPr>
          <p:cNvCxnSpPr>
            <a:cxnSpLocks/>
            <a:stCxn id="4" idx="2"/>
            <a:endCxn id="157" idx="0"/>
          </p:cNvCxnSpPr>
          <p:nvPr/>
        </p:nvCxnSpPr>
        <p:spPr>
          <a:xfrm flipH="1">
            <a:off x="4273463" y="3102951"/>
            <a:ext cx="879987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46D8A0E2-712F-F293-7932-B8FBDB0A8E70}"/>
              </a:ext>
            </a:extLst>
          </p:cNvPr>
          <p:cNvCxnSpPr>
            <a:cxnSpLocks/>
            <a:stCxn id="4" idx="2"/>
            <a:endCxn id="158" idx="0"/>
          </p:cNvCxnSpPr>
          <p:nvPr/>
        </p:nvCxnSpPr>
        <p:spPr>
          <a:xfrm>
            <a:off x="5153450" y="3102951"/>
            <a:ext cx="439038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96">
            <a:extLst>
              <a:ext uri="{FF2B5EF4-FFF2-40B4-BE49-F238E27FC236}">
                <a16:creationId xmlns:a16="http://schemas.microsoft.com/office/drawing/2014/main" id="{2EA6E3A4-2771-7766-8A39-DD273CD9C488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C0EB483F-3A5E-48C1-9D74-3A69DE55D1D8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BBBB060C-47BB-D117-87E8-70D458271303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9909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B5151-6308-6960-7963-07BCDDC30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1B1584F-2E1A-E09F-907C-2BCAB4125B26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86D66E72-A9A3-C229-2C65-F645E81EB03F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A2EB9D07-4A04-FBFD-3587-79981C726A62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A309B977-F45C-BBF6-3A78-98D31C9F8449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10409F5B-D937-30A1-9A9D-1028EA1B9B7B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0F5D3425-2FA3-010F-1141-719BC99C21E1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6239DB07-4FC1-FC87-F165-8A938765FABB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29D832FB-ED93-7068-03F2-3DF9F05E3FD6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407AB974-63F3-6611-49AE-C8F044EF459F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51" name="직선 화살표 연결선 96">
            <a:extLst>
              <a:ext uri="{FF2B5EF4-FFF2-40B4-BE49-F238E27FC236}">
                <a16:creationId xmlns:a16="http://schemas.microsoft.com/office/drawing/2014/main" id="{A250C9AB-FDC3-109D-929C-6C1A9285F23F}"/>
              </a:ext>
            </a:extLst>
          </p:cNvPr>
          <p:cNvCxnSpPr>
            <a:cxnSpLocks/>
          </p:cNvCxnSpPr>
          <p:nvPr/>
        </p:nvCxnSpPr>
        <p:spPr>
          <a:xfrm>
            <a:off x="6496305" y="2732921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4B73C05-120D-A8E3-F20B-47FD6086C0D4}"/>
              </a:ext>
            </a:extLst>
          </p:cNvPr>
          <p:cNvSpPr txBox="1"/>
          <p:nvPr/>
        </p:nvSpPr>
        <p:spPr>
          <a:xfrm>
            <a:off x="6792048" y="262315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8FA6976C-1E6E-EF86-8862-1FFB1456081F}"/>
              </a:ext>
            </a:extLst>
          </p:cNvPr>
          <p:cNvCxnSpPr>
            <a:cxnSpLocks/>
          </p:cNvCxnSpPr>
          <p:nvPr/>
        </p:nvCxnSpPr>
        <p:spPr>
          <a:xfrm>
            <a:off x="6496305" y="2979561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1A5143B2-BD61-EB44-2453-ECFC93EDC2F1}"/>
              </a:ext>
            </a:extLst>
          </p:cNvPr>
          <p:cNvSpPr txBox="1"/>
          <p:nvPr/>
        </p:nvSpPr>
        <p:spPr>
          <a:xfrm>
            <a:off x="6792048" y="2869791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sp>
        <p:nvSpPr>
          <p:cNvPr id="155" name="사각형: 둥근 모서리 70">
            <a:extLst>
              <a:ext uri="{FF2B5EF4-FFF2-40B4-BE49-F238E27FC236}">
                <a16:creationId xmlns:a16="http://schemas.microsoft.com/office/drawing/2014/main" id="{B67A89CA-4129-9E2C-5E05-B026CDEB62E0}"/>
              </a:ext>
            </a:extLst>
          </p:cNvPr>
          <p:cNvSpPr/>
          <p:nvPr/>
        </p:nvSpPr>
        <p:spPr>
          <a:xfrm>
            <a:off x="1403648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56" name="사각형: 둥근 모서리 12">
            <a:extLst>
              <a:ext uri="{FF2B5EF4-FFF2-40B4-BE49-F238E27FC236}">
                <a16:creationId xmlns:a16="http://schemas.microsoft.com/office/drawing/2014/main" id="{FC1EB99D-4A4D-4105-25C0-44FA4C8CBB86}"/>
              </a:ext>
            </a:extLst>
          </p:cNvPr>
          <p:cNvSpPr/>
          <p:nvPr/>
        </p:nvSpPr>
        <p:spPr>
          <a:xfrm>
            <a:off x="2384719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7" name="사각형: 둥근 모서리 12">
            <a:extLst>
              <a:ext uri="{FF2B5EF4-FFF2-40B4-BE49-F238E27FC236}">
                <a16:creationId xmlns:a16="http://schemas.microsoft.com/office/drawing/2014/main" id="{9CE05459-D6E9-21FC-18B2-8F3BA6B8357F}"/>
              </a:ext>
            </a:extLst>
          </p:cNvPr>
          <p:cNvSpPr/>
          <p:nvPr/>
        </p:nvSpPr>
        <p:spPr>
          <a:xfrm>
            <a:off x="3703744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8" name="사각형: 둥근 모서리 12">
            <a:extLst>
              <a:ext uri="{FF2B5EF4-FFF2-40B4-BE49-F238E27FC236}">
                <a16:creationId xmlns:a16="http://schemas.microsoft.com/office/drawing/2014/main" id="{CC7EBDA0-E836-C400-2884-2DC69DE08330}"/>
              </a:ext>
            </a:extLst>
          </p:cNvPr>
          <p:cNvSpPr/>
          <p:nvPr/>
        </p:nvSpPr>
        <p:spPr>
          <a:xfrm>
            <a:off x="5022769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59" name="사각형: 둥근 모서리 12">
            <a:extLst>
              <a:ext uri="{FF2B5EF4-FFF2-40B4-BE49-F238E27FC236}">
                <a16:creationId xmlns:a16="http://schemas.microsoft.com/office/drawing/2014/main" id="{D8170DCF-3609-78AF-5155-21598639FC12}"/>
              </a:ext>
            </a:extLst>
          </p:cNvPr>
          <p:cNvSpPr/>
          <p:nvPr/>
        </p:nvSpPr>
        <p:spPr>
          <a:xfrm>
            <a:off x="3703744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0" name="사각형: 둥근 모서리 12">
            <a:extLst>
              <a:ext uri="{FF2B5EF4-FFF2-40B4-BE49-F238E27FC236}">
                <a16:creationId xmlns:a16="http://schemas.microsoft.com/office/drawing/2014/main" id="{881191EC-466E-260D-FC2A-17DD445AD17B}"/>
              </a:ext>
            </a:extLst>
          </p:cNvPr>
          <p:cNvSpPr/>
          <p:nvPr/>
        </p:nvSpPr>
        <p:spPr>
          <a:xfrm>
            <a:off x="5022769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163" name="사각형: 둥근 모서리 12">
            <a:extLst>
              <a:ext uri="{FF2B5EF4-FFF2-40B4-BE49-F238E27FC236}">
                <a16:creationId xmlns:a16="http://schemas.microsoft.com/office/drawing/2014/main" id="{68B591D4-DCD8-E342-AC86-9E038A17ED60}"/>
              </a:ext>
            </a:extLst>
          </p:cNvPr>
          <p:cNvSpPr/>
          <p:nvPr/>
        </p:nvSpPr>
        <p:spPr>
          <a:xfrm>
            <a:off x="2378681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(curl, envoy)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168" name="직선 화살표 연결선 96">
            <a:extLst>
              <a:ext uri="{FF2B5EF4-FFF2-40B4-BE49-F238E27FC236}">
                <a16:creationId xmlns:a16="http://schemas.microsoft.com/office/drawing/2014/main" id="{E28BA672-D4B9-0C01-7E5C-CF1C728AEE9E}"/>
              </a:ext>
            </a:extLst>
          </p:cNvPr>
          <p:cNvCxnSpPr>
            <a:cxnSpLocks/>
          </p:cNvCxnSpPr>
          <p:nvPr/>
        </p:nvCxnSpPr>
        <p:spPr>
          <a:xfrm>
            <a:off x="6496305" y="3228227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0FCD8552-5E4E-FAD1-6544-FE116B36A557}"/>
              </a:ext>
            </a:extLst>
          </p:cNvPr>
          <p:cNvSpPr txBox="1"/>
          <p:nvPr/>
        </p:nvSpPr>
        <p:spPr>
          <a:xfrm>
            <a:off x="6792048" y="3118457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87E3E81D-C69A-4ACD-1319-8BF53BDA0C32}"/>
              </a:ext>
            </a:extLst>
          </p:cNvPr>
          <p:cNvSpPr/>
          <p:nvPr/>
        </p:nvSpPr>
        <p:spPr>
          <a:xfrm>
            <a:off x="3703744" y="2660163"/>
            <a:ext cx="1139438" cy="442788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server-mesh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4" name="직선 화살표 연결선 96">
            <a:extLst>
              <a:ext uri="{FF2B5EF4-FFF2-40B4-BE49-F238E27FC236}">
                <a16:creationId xmlns:a16="http://schemas.microsoft.com/office/drawing/2014/main" id="{96075CBA-E2F4-AC99-A1BB-D10014FA842F}"/>
              </a:ext>
            </a:extLst>
          </p:cNvPr>
          <p:cNvCxnSpPr>
            <a:cxnSpLocks/>
            <a:stCxn id="163" idx="3"/>
            <a:endCxn id="159" idx="0"/>
          </p:cNvCxnSpPr>
          <p:nvPr/>
        </p:nvCxnSpPr>
        <p:spPr>
          <a:xfrm>
            <a:off x="3518119" y="3512679"/>
            <a:ext cx="755344" cy="45109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CD54B018-8C66-2693-56A6-9C489262C470}"/>
              </a:ext>
            </a:extLst>
          </p:cNvPr>
          <p:cNvCxnSpPr>
            <a:cxnSpLocks/>
            <a:stCxn id="163" idx="3"/>
            <a:endCxn id="160" idx="0"/>
          </p:cNvCxnSpPr>
          <p:nvPr/>
        </p:nvCxnSpPr>
        <p:spPr>
          <a:xfrm>
            <a:off x="3518119" y="3512679"/>
            <a:ext cx="2074369" cy="45109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061DF3B8-519D-623C-0350-A6BFDC3770A3}"/>
              </a:ext>
            </a:extLst>
          </p:cNvPr>
          <p:cNvCxnSpPr>
            <a:cxnSpLocks/>
            <a:stCxn id="2" idx="2"/>
            <a:endCxn id="157" idx="0"/>
          </p:cNvCxnSpPr>
          <p:nvPr/>
        </p:nvCxnSpPr>
        <p:spPr>
          <a:xfrm>
            <a:off x="4273463" y="3102951"/>
            <a:ext cx="0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96">
            <a:extLst>
              <a:ext uri="{FF2B5EF4-FFF2-40B4-BE49-F238E27FC236}">
                <a16:creationId xmlns:a16="http://schemas.microsoft.com/office/drawing/2014/main" id="{D3239AD1-7508-7D7E-3352-E7FC30029B2B}"/>
              </a:ext>
            </a:extLst>
          </p:cNvPr>
          <p:cNvCxnSpPr>
            <a:cxnSpLocks/>
            <a:stCxn id="2" idx="1"/>
            <a:endCxn id="156" idx="3"/>
          </p:cNvCxnSpPr>
          <p:nvPr/>
        </p:nvCxnSpPr>
        <p:spPr>
          <a:xfrm flipH="1">
            <a:off x="3524157" y="2881557"/>
            <a:ext cx="179587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C869932-F078-43ED-C4A5-27AE56A1958D}"/>
              </a:ext>
            </a:extLst>
          </p:cNvPr>
          <p:cNvCxnSpPr>
            <a:cxnSpLocks/>
            <a:stCxn id="2" idx="2"/>
            <a:endCxn id="158" idx="0"/>
          </p:cNvCxnSpPr>
          <p:nvPr/>
        </p:nvCxnSpPr>
        <p:spPr>
          <a:xfrm>
            <a:off x="4273463" y="3102951"/>
            <a:ext cx="1319025" cy="2071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6424C1A-400A-1FB4-F90E-123A1BDAAF03}"/>
              </a:ext>
            </a:extLst>
          </p:cNvPr>
          <p:cNvCxnSpPr>
            <a:cxnSpLocks/>
            <a:stCxn id="157" idx="2"/>
            <a:endCxn id="159" idx="0"/>
          </p:cNvCxnSpPr>
          <p:nvPr/>
        </p:nvCxnSpPr>
        <p:spPr>
          <a:xfrm>
            <a:off x="4273463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E65B4820-6AC7-2E10-0D3C-F40D276B2C72}"/>
              </a:ext>
            </a:extLst>
          </p:cNvPr>
          <p:cNvCxnSpPr>
            <a:cxnSpLocks/>
            <a:stCxn id="158" idx="2"/>
            <a:endCxn id="160" idx="0"/>
          </p:cNvCxnSpPr>
          <p:nvPr/>
        </p:nvCxnSpPr>
        <p:spPr>
          <a:xfrm>
            <a:off x="5592488" y="3752875"/>
            <a:ext cx="0" cy="2109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96">
            <a:extLst>
              <a:ext uri="{FF2B5EF4-FFF2-40B4-BE49-F238E27FC236}">
                <a16:creationId xmlns:a16="http://schemas.microsoft.com/office/drawing/2014/main" id="{79FCE07D-DBAC-7162-E1AA-60AB9E4FEF15}"/>
              </a:ext>
            </a:extLst>
          </p:cNvPr>
          <p:cNvCxnSpPr>
            <a:cxnSpLocks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728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8717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CA1B-830C-3862-72F0-01177A310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DDDC4D6E-C61D-B7BF-5ADA-B85B2BADC730}"/>
              </a:ext>
            </a:extLst>
          </p:cNvPr>
          <p:cNvSpPr/>
          <p:nvPr/>
        </p:nvSpPr>
        <p:spPr>
          <a:xfrm>
            <a:off x="611560" y="2571750"/>
            <a:ext cx="4866373" cy="1931486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F9059B5-6286-5B81-01C5-D04C9A2F114C}"/>
              </a:ext>
            </a:extLst>
          </p:cNvPr>
          <p:cNvSpPr/>
          <p:nvPr/>
        </p:nvSpPr>
        <p:spPr>
          <a:xfrm>
            <a:off x="611560" y="1168800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B47F6114-BE76-0D40-DF7D-06DF127A8608}"/>
              </a:ext>
            </a:extLst>
          </p:cNvPr>
          <p:cNvSpPr/>
          <p:nvPr/>
        </p:nvSpPr>
        <p:spPr>
          <a:xfrm>
            <a:off x="1592631" y="18516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0371BC75-244B-90B3-BEF8-A39B79849A85}"/>
              </a:ext>
            </a:extLst>
          </p:cNvPr>
          <p:cNvSpPr/>
          <p:nvPr/>
        </p:nvSpPr>
        <p:spPr>
          <a:xfrm>
            <a:off x="1592631" y="127559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098002DC-E429-F31E-C2CC-F8553DED340F}"/>
              </a:ext>
            </a:extLst>
          </p:cNvPr>
          <p:cNvSpPr/>
          <p:nvPr/>
        </p:nvSpPr>
        <p:spPr>
          <a:xfrm>
            <a:off x="2911656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ECD7285B-C4FB-3B74-9897-C7F8F1B4FDFA}"/>
              </a:ext>
            </a:extLst>
          </p:cNvPr>
          <p:cNvSpPr/>
          <p:nvPr/>
        </p:nvSpPr>
        <p:spPr>
          <a:xfrm>
            <a:off x="4334799" y="1168800"/>
            <a:ext cx="3870261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65AD2836-4EF0-1BF0-9607-C8F767B218D5}"/>
              </a:ext>
            </a:extLst>
          </p:cNvPr>
          <p:cNvSpPr/>
          <p:nvPr/>
        </p:nvSpPr>
        <p:spPr>
          <a:xfrm>
            <a:off x="6692892" y="127627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724CE27D-6FB8-3F3C-15C2-DAD4FAA5EC8F}"/>
              </a:ext>
            </a:extLst>
          </p:cNvPr>
          <p:cNvSpPr/>
          <p:nvPr/>
        </p:nvSpPr>
        <p:spPr>
          <a:xfrm>
            <a:off x="6692892" y="184871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EEFCEA47-7DAE-276B-9075-1ACC3AAE105C}"/>
              </a:ext>
            </a:extLst>
          </p:cNvPr>
          <p:cNvSpPr/>
          <p:nvPr/>
        </p:nvSpPr>
        <p:spPr>
          <a:xfrm>
            <a:off x="663975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3CDF43FA-4F5E-B67C-6FDC-AB408AFCD632}"/>
              </a:ext>
            </a:extLst>
          </p:cNvPr>
          <p:cNvSpPr/>
          <p:nvPr/>
        </p:nvSpPr>
        <p:spPr>
          <a:xfrm>
            <a:off x="1540691" y="1228066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73996D9B-FD99-C563-DAC5-5B5891F187CA}"/>
              </a:ext>
            </a:extLst>
          </p:cNvPr>
          <p:cNvSpPr/>
          <p:nvPr/>
        </p:nvSpPr>
        <p:spPr>
          <a:xfrm>
            <a:off x="1592631" y="26601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7FE2FB24-2C19-181A-F654-7C549042AD86}"/>
              </a:ext>
            </a:extLst>
          </p:cNvPr>
          <p:cNvSpPr/>
          <p:nvPr/>
        </p:nvSpPr>
        <p:spPr>
          <a:xfrm>
            <a:off x="2911656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B4D6C792-BA8C-98C2-A80F-2A41E8BCF7BC}"/>
              </a:ext>
            </a:extLst>
          </p:cNvPr>
          <p:cNvSpPr/>
          <p:nvPr/>
        </p:nvSpPr>
        <p:spPr>
          <a:xfrm>
            <a:off x="4230681" y="331008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793F082A-79A6-06EF-301A-EC11D6BDA81C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flipH="1">
            <a:off x="4800400" y="2291501"/>
            <a:ext cx="2462211" cy="101858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E7FCCD2C-3FF7-8D2F-3656-F13C94BDEFB5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718380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6A995EDE-B730-8CD2-EB22-88A4460C162D}"/>
              </a:ext>
            </a:extLst>
          </p:cNvPr>
          <p:cNvSpPr/>
          <p:nvPr/>
        </p:nvSpPr>
        <p:spPr>
          <a:xfrm>
            <a:off x="2911656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9770C381-7789-6DAF-7676-C43014E69398}"/>
              </a:ext>
            </a:extLst>
          </p:cNvPr>
          <p:cNvSpPr/>
          <p:nvPr/>
        </p:nvSpPr>
        <p:spPr>
          <a:xfrm>
            <a:off x="4230681" y="396377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A108D13A-E3EA-0FBD-AB74-6F726AC56022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752875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40556EAC-A019-B881-A133-33E1D0FACCF6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752875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C5C35314-AC19-ABE7-1ADA-8F50CF9DED05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7262611" y="1718380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96">
            <a:extLst>
              <a:ext uri="{FF2B5EF4-FFF2-40B4-BE49-F238E27FC236}">
                <a16:creationId xmlns:a16="http://schemas.microsoft.com/office/drawing/2014/main" id="{C0AC816F-B198-C85C-15EC-129EFF9F45B2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481375" y="2291501"/>
            <a:ext cx="3781236" cy="101858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DFCE5E5D-B29C-582F-CEBC-85C7EF6DD34A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2162350" y="2294444"/>
            <a:ext cx="1319025" cy="101564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EBC339A6-E568-9AB4-4931-04DA87689B00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2162350" y="2294444"/>
            <a:ext cx="2638050" cy="101564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395E0DFF-7D58-7ACE-F973-7019A1C51729}"/>
              </a:ext>
            </a:extLst>
          </p:cNvPr>
          <p:cNvSpPr/>
          <p:nvPr/>
        </p:nvSpPr>
        <p:spPr>
          <a:xfrm>
            <a:off x="2911656" y="55286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77" name="사각형: 둥근 모서리 12">
            <a:extLst>
              <a:ext uri="{FF2B5EF4-FFF2-40B4-BE49-F238E27FC236}">
                <a16:creationId xmlns:a16="http://schemas.microsoft.com/office/drawing/2014/main" id="{168AC939-E772-E4AF-F0D9-83461B1CA447}"/>
              </a:ext>
            </a:extLst>
          </p:cNvPr>
          <p:cNvSpPr/>
          <p:nvPr/>
        </p:nvSpPr>
        <p:spPr>
          <a:xfrm>
            <a:off x="1586593" y="3291285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client (curl)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ADC72ED6-B56D-03DC-E493-4CC65B6399BC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995651"/>
            <a:ext cx="1319025" cy="27994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82375C11-2296-3AC3-E363-7E9C52CABF65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995651"/>
            <a:ext cx="3781236" cy="28062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사각형: 둥근 모서리 12">
            <a:extLst>
              <a:ext uri="{FF2B5EF4-FFF2-40B4-BE49-F238E27FC236}">
                <a16:creationId xmlns:a16="http://schemas.microsoft.com/office/drawing/2014/main" id="{093DDD83-D03E-0046-F587-A85351843BFE}"/>
              </a:ext>
            </a:extLst>
          </p:cNvPr>
          <p:cNvSpPr/>
          <p:nvPr/>
        </p:nvSpPr>
        <p:spPr>
          <a:xfrm>
            <a:off x="5287731" y="553204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00" name="사각형: 둥근 모서리 12">
            <a:extLst>
              <a:ext uri="{FF2B5EF4-FFF2-40B4-BE49-F238E27FC236}">
                <a16:creationId xmlns:a16="http://schemas.microsoft.com/office/drawing/2014/main" id="{E563E958-9273-C220-3E5F-12FF44A1B7C3}"/>
              </a:ext>
            </a:extLst>
          </p:cNvPr>
          <p:cNvSpPr/>
          <p:nvPr/>
        </p:nvSpPr>
        <p:spPr>
          <a:xfrm>
            <a:off x="5286530" y="1275592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103" name="사각형: 둥근 모서리 12">
            <a:extLst>
              <a:ext uri="{FF2B5EF4-FFF2-40B4-BE49-F238E27FC236}">
                <a16:creationId xmlns:a16="http://schemas.microsoft.com/office/drawing/2014/main" id="{1234458F-B8AD-0F7C-3AE6-50D3AE962A62}"/>
              </a:ext>
            </a:extLst>
          </p:cNvPr>
          <p:cNvSpPr/>
          <p:nvPr/>
        </p:nvSpPr>
        <p:spPr>
          <a:xfrm>
            <a:off x="6692892" y="552863"/>
            <a:ext cx="1139438" cy="44210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istio-remote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cxnSp>
        <p:nvCxnSpPr>
          <p:cNvPr id="104" name="직선 화살표 연결선 96">
            <a:extLst>
              <a:ext uri="{FF2B5EF4-FFF2-40B4-BE49-F238E27FC236}">
                <a16:creationId xmlns:a16="http://schemas.microsoft.com/office/drawing/2014/main" id="{BE684341-9968-CA48-26F2-23B885C1A4ED}"/>
              </a:ext>
            </a:extLst>
          </p:cNvPr>
          <p:cNvCxnSpPr>
            <a:cxnSpLocks/>
            <a:stCxn id="100" idx="0"/>
            <a:endCxn id="92" idx="2"/>
          </p:cNvCxnSpPr>
          <p:nvPr/>
        </p:nvCxnSpPr>
        <p:spPr>
          <a:xfrm flipV="1">
            <a:off x="5856249" y="995310"/>
            <a:ext cx="1201" cy="28028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12">
            <a:extLst>
              <a:ext uri="{FF2B5EF4-FFF2-40B4-BE49-F238E27FC236}">
                <a16:creationId xmlns:a16="http://schemas.microsoft.com/office/drawing/2014/main" id="{8F3C01E5-8B45-EBE5-EF43-4A185318E789}"/>
              </a:ext>
            </a:extLst>
          </p:cNvPr>
          <p:cNvSpPr/>
          <p:nvPr/>
        </p:nvSpPr>
        <p:spPr>
          <a:xfrm>
            <a:off x="5286530" y="1849054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gateway-options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9" name="직선 화살표 연결선 96">
            <a:extLst>
              <a:ext uri="{FF2B5EF4-FFF2-40B4-BE49-F238E27FC236}">
                <a16:creationId xmlns:a16="http://schemas.microsoft.com/office/drawing/2014/main" id="{B518C148-F574-743E-B816-592A767D3965}"/>
              </a:ext>
            </a:extLst>
          </p:cNvPr>
          <p:cNvCxnSpPr>
            <a:cxnSpLocks/>
            <a:stCxn id="100" idx="2"/>
          </p:cNvCxnSpPr>
          <p:nvPr/>
        </p:nvCxnSpPr>
        <p:spPr>
          <a:xfrm>
            <a:off x="5856249" y="1717698"/>
            <a:ext cx="0" cy="13101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96">
            <a:extLst>
              <a:ext uri="{FF2B5EF4-FFF2-40B4-BE49-F238E27FC236}">
                <a16:creationId xmlns:a16="http://schemas.microsoft.com/office/drawing/2014/main" id="{C9B1238E-8B56-6AC0-841F-5D430DB30F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6425968" y="1528840"/>
            <a:ext cx="213783" cy="2580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사각형: 둥근 모서리 12">
            <a:extLst>
              <a:ext uri="{FF2B5EF4-FFF2-40B4-BE49-F238E27FC236}">
                <a16:creationId xmlns:a16="http://schemas.microsoft.com/office/drawing/2014/main" id="{88160030-5CC9-A9C6-212C-E8F3DF7719A1}"/>
              </a:ext>
            </a:extLst>
          </p:cNvPr>
          <p:cNvSpPr/>
          <p:nvPr/>
        </p:nvSpPr>
        <p:spPr>
          <a:xfrm>
            <a:off x="4230681" y="267089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  <p:cxnSp>
        <p:nvCxnSpPr>
          <p:cNvPr id="117" name="직선 화살표 연결선 96">
            <a:extLst>
              <a:ext uri="{FF2B5EF4-FFF2-40B4-BE49-F238E27FC236}">
                <a16:creationId xmlns:a16="http://schemas.microsoft.com/office/drawing/2014/main" id="{5AE66530-C4B7-CE3D-B333-C558EA324EBD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051094" y="1786866"/>
            <a:ext cx="2555997" cy="28324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96">
            <a:extLst>
              <a:ext uri="{FF2B5EF4-FFF2-40B4-BE49-F238E27FC236}">
                <a16:creationId xmlns:a16="http://schemas.microsoft.com/office/drawing/2014/main" id="{348A9189-ED2D-7AE6-6CDF-0A7608D9208E}"/>
              </a:ext>
            </a:extLst>
          </p:cNvPr>
          <p:cNvCxnSpPr>
            <a:cxnSpLocks/>
            <a:stCxn id="116" idx="0"/>
            <a:endCxn id="100" idx="1"/>
          </p:cNvCxnSpPr>
          <p:nvPr/>
        </p:nvCxnSpPr>
        <p:spPr>
          <a:xfrm flipV="1">
            <a:off x="4800400" y="1496645"/>
            <a:ext cx="486130" cy="11742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96">
            <a:extLst>
              <a:ext uri="{FF2B5EF4-FFF2-40B4-BE49-F238E27FC236}">
                <a16:creationId xmlns:a16="http://schemas.microsoft.com/office/drawing/2014/main" id="{EE7EA42C-DDC6-ECD5-CC21-A6508B02AF4E}"/>
              </a:ext>
            </a:extLst>
          </p:cNvPr>
          <p:cNvCxnSpPr>
            <a:cxnSpLocks/>
            <a:stCxn id="116" idx="2"/>
            <a:endCxn id="18" idx="0"/>
          </p:cNvCxnSpPr>
          <p:nvPr/>
        </p:nvCxnSpPr>
        <p:spPr>
          <a:xfrm>
            <a:off x="4800400" y="3113682"/>
            <a:ext cx="0" cy="1964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96">
            <a:extLst>
              <a:ext uri="{FF2B5EF4-FFF2-40B4-BE49-F238E27FC236}">
                <a16:creationId xmlns:a16="http://schemas.microsoft.com/office/drawing/2014/main" id="{5D9A04A1-5FA9-A2DF-4B16-C90C7035535C}"/>
              </a:ext>
            </a:extLst>
          </p:cNvPr>
          <p:cNvCxnSpPr>
            <a:cxnSpLocks/>
            <a:stCxn id="116" idx="2"/>
            <a:endCxn id="17" idx="0"/>
          </p:cNvCxnSpPr>
          <p:nvPr/>
        </p:nvCxnSpPr>
        <p:spPr>
          <a:xfrm flipH="1">
            <a:off x="3481375" y="3113682"/>
            <a:ext cx="1319025" cy="19640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사각형: 둥근 모서리 12">
            <a:extLst>
              <a:ext uri="{FF2B5EF4-FFF2-40B4-BE49-F238E27FC236}">
                <a16:creationId xmlns:a16="http://schemas.microsoft.com/office/drawing/2014/main" id="{BF04F991-9993-C76E-2A86-939109A6A345}"/>
              </a:ext>
            </a:extLst>
          </p:cNvPr>
          <p:cNvSpPr/>
          <p:nvPr/>
        </p:nvSpPr>
        <p:spPr>
          <a:xfrm>
            <a:off x="2911655" y="267089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server-mesh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HTTPRoute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54506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5A05C-45EA-9900-A4BD-8CCB325EB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511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91DB8-04CA-429B-20DF-87F677F1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217CA547-9390-C960-2E1F-89BDCA3BB304}"/>
              </a:ext>
            </a:extLst>
          </p:cNvPr>
          <p:cNvSpPr/>
          <p:nvPr/>
        </p:nvSpPr>
        <p:spPr>
          <a:xfrm>
            <a:off x="611560" y="2255819"/>
            <a:ext cx="5904655" cy="1930400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626E73BD-5270-1C50-7327-6629F1518FB4}"/>
              </a:ext>
            </a:extLst>
          </p:cNvPr>
          <p:cNvSpPr/>
          <p:nvPr/>
        </p:nvSpPr>
        <p:spPr>
          <a:xfrm>
            <a:off x="611560" y="907927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C1497846-7ECF-91A2-F692-D0A093F0395F}"/>
              </a:ext>
            </a:extLst>
          </p:cNvPr>
          <p:cNvSpPr/>
          <p:nvPr/>
        </p:nvSpPr>
        <p:spPr>
          <a:xfrm>
            <a:off x="1592631" y="159078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93BE9FB9-2A4A-9435-DEC6-FA6E0757CFE7}"/>
              </a:ext>
            </a:extLst>
          </p:cNvPr>
          <p:cNvSpPr/>
          <p:nvPr/>
        </p:nvSpPr>
        <p:spPr>
          <a:xfrm>
            <a:off x="1592631" y="1014719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4D475250-D7CD-776B-A229-C15E17591F90}"/>
              </a:ext>
            </a:extLst>
          </p:cNvPr>
          <p:cNvSpPr/>
          <p:nvPr/>
        </p:nvSpPr>
        <p:spPr>
          <a:xfrm>
            <a:off x="2911656" y="158784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80F08CA1-2796-BB2B-725F-A67ACAD1373A}"/>
              </a:ext>
            </a:extLst>
          </p:cNvPr>
          <p:cNvSpPr/>
          <p:nvPr/>
        </p:nvSpPr>
        <p:spPr>
          <a:xfrm>
            <a:off x="4302139" y="907927"/>
            <a:ext cx="3438213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E6A33ECD-D3A0-F84D-616E-AA7EFF0D4612}"/>
              </a:ext>
            </a:extLst>
          </p:cNvPr>
          <p:cNvSpPr/>
          <p:nvPr/>
        </p:nvSpPr>
        <p:spPr>
          <a:xfrm>
            <a:off x="5253870" y="1015401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2F1BBE2-C562-2404-2288-873F5863F906}"/>
              </a:ext>
            </a:extLst>
          </p:cNvPr>
          <p:cNvSpPr/>
          <p:nvPr/>
        </p:nvSpPr>
        <p:spPr>
          <a:xfrm>
            <a:off x="5253870" y="158784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648CF335-0AE3-C94A-810B-DD4421CD6B67}"/>
              </a:ext>
            </a:extLst>
          </p:cNvPr>
          <p:cNvSpPr/>
          <p:nvPr/>
        </p:nvSpPr>
        <p:spPr>
          <a:xfrm>
            <a:off x="5200729" y="967193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78AF4DED-7F3F-DA0D-BEAF-CC0AE2223DFE}"/>
              </a:ext>
            </a:extLst>
          </p:cNvPr>
          <p:cNvSpPr/>
          <p:nvPr/>
        </p:nvSpPr>
        <p:spPr>
          <a:xfrm>
            <a:off x="1540691" y="967193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0C2B656F-F37B-3886-220C-67D7D466DC5E}"/>
              </a:ext>
            </a:extLst>
          </p:cNvPr>
          <p:cNvSpPr/>
          <p:nvPr/>
        </p:nvSpPr>
        <p:spPr>
          <a:xfrm>
            <a:off x="1592631" y="2344232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627A4C91-0BE6-0A98-0852-0D73715FDF65}"/>
              </a:ext>
            </a:extLst>
          </p:cNvPr>
          <p:cNvSpPr/>
          <p:nvPr/>
        </p:nvSpPr>
        <p:spPr>
          <a:xfrm>
            <a:off x="2911656" y="29941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CEBFD38C-6A1E-C36A-20A1-A07C946630B4}"/>
              </a:ext>
            </a:extLst>
          </p:cNvPr>
          <p:cNvSpPr/>
          <p:nvPr/>
        </p:nvSpPr>
        <p:spPr>
          <a:xfrm>
            <a:off x="4230681" y="299415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A0D51A77-913D-3891-3307-2F668E6779D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flipH="1">
            <a:off x="4800400" y="2030628"/>
            <a:ext cx="1023189" cy="9635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A98CA5FA-5F5A-7D38-F141-DEAB00C367BA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1457507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2EE97F73-984B-6E1A-0250-D9F926C3642B}"/>
              </a:ext>
            </a:extLst>
          </p:cNvPr>
          <p:cNvSpPr/>
          <p:nvPr/>
        </p:nvSpPr>
        <p:spPr>
          <a:xfrm>
            <a:off x="2911656" y="36478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0A15E473-15AD-059F-F708-D5471275D038}"/>
              </a:ext>
            </a:extLst>
          </p:cNvPr>
          <p:cNvSpPr/>
          <p:nvPr/>
        </p:nvSpPr>
        <p:spPr>
          <a:xfrm>
            <a:off x="4230681" y="36478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C3CFF7EA-8F59-90D4-5BF1-B8C53D12F059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436944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493A9A17-1C56-8A37-219B-1B8174D7253F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436944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E5A10BD0-8D16-A189-06A8-C06379B40A34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23589" y="1457507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96">
            <a:extLst>
              <a:ext uri="{FF2B5EF4-FFF2-40B4-BE49-F238E27FC236}">
                <a16:creationId xmlns:a16="http://schemas.microsoft.com/office/drawing/2014/main" id="{F73CDF7F-C3E1-CB87-18AE-0A3B7515BD7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flipH="1">
            <a:off x="3481375" y="2030628"/>
            <a:ext cx="2342214" cy="96352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96">
            <a:extLst>
              <a:ext uri="{FF2B5EF4-FFF2-40B4-BE49-F238E27FC236}">
                <a16:creationId xmlns:a16="http://schemas.microsoft.com/office/drawing/2014/main" id="{F15ADC6C-DC85-DE92-78E3-721EAD370BBB}"/>
              </a:ext>
            </a:extLst>
          </p:cNvPr>
          <p:cNvCxnSpPr>
            <a:cxnSpLocks/>
            <a:stCxn id="5" idx="2"/>
            <a:endCxn id="17" idx="0"/>
          </p:cNvCxnSpPr>
          <p:nvPr/>
        </p:nvCxnSpPr>
        <p:spPr>
          <a:xfrm>
            <a:off x="2162350" y="2033571"/>
            <a:ext cx="1319025" cy="96058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01D25359-564D-C88F-09E6-7EF3D2ABD362}"/>
              </a:ext>
            </a:extLst>
          </p:cNvPr>
          <p:cNvCxnSpPr>
            <a:cxnSpLocks/>
            <a:stCxn id="5" idx="2"/>
            <a:endCxn id="18" idx="0"/>
          </p:cNvCxnSpPr>
          <p:nvPr/>
        </p:nvCxnSpPr>
        <p:spPr>
          <a:xfrm>
            <a:off x="2162350" y="2033571"/>
            <a:ext cx="2638050" cy="96058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12">
            <a:extLst>
              <a:ext uri="{FF2B5EF4-FFF2-40B4-BE49-F238E27FC236}">
                <a16:creationId xmlns:a16="http://schemas.microsoft.com/office/drawing/2014/main" id="{83E587DA-D491-BBD6-0626-4268417F400A}"/>
              </a:ext>
            </a:extLst>
          </p:cNvPr>
          <p:cNvSpPr/>
          <p:nvPr/>
        </p:nvSpPr>
        <p:spPr>
          <a:xfrm>
            <a:off x="2911656" y="351099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r>
              <a:rPr lang="en-US" altLang="ko-KR" sz="900" b="1" dirty="0" err="1"/>
              <a:t> </a:t>
            </a:r>
          </a:p>
          <a:p>
            <a:pPr algn="ctr"/>
            <a:r>
              <a:rPr lang="en-US" altLang="ko-KR" sz="900" b="1" dirty="0" err="1"/>
              <a:t>Client</a:t>
            </a:r>
            <a:endParaRPr lang="en-US" altLang="ko-KR" sz="900" dirty="0"/>
          </a:p>
        </p:txBody>
      </p:sp>
      <p:sp>
        <p:nvSpPr>
          <p:cNvPr id="77" name="사각형: 둥근 모서리 12">
            <a:extLst>
              <a:ext uri="{FF2B5EF4-FFF2-40B4-BE49-F238E27FC236}">
                <a16:creationId xmlns:a16="http://schemas.microsoft.com/office/drawing/2014/main" id="{EC6C2D51-16CD-DFCE-BD91-0DFBF62F8CE6}"/>
              </a:ext>
            </a:extLst>
          </p:cNvPr>
          <p:cNvSpPr/>
          <p:nvPr/>
        </p:nvSpPr>
        <p:spPr>
          <a:xfrm>
            <a:off x="1586593" y="297535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curl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86" name="직선 화살표 연결선 96">
            <a:extLst>
              <a:ext uri="{FF2B5EF4-FFF2-40B4-BE49-F238E27FC236}">
                <a16:creationId xmlns:a16="http://schemas.microsoft.com/office/drawing/2014/main" id="{C09FE56C-1AD8-3FF2-BC76-B11C92B921D8}"/>
              </a:ext>
            </a:extLst>
          </p:cNvPr>
          <p:cNvCxnSpPr>
            <a:cxnSpLocks/>
            <a:stCxn id="76" idx="2"/>
            <a:endCxn id="6" idx="0"/>
          </p:cNvCxnSpPr>
          <p:nvPr/>
        </p:nvCxnSpPr>
        <p:spPr>
          <a:xfrm flipH="1">
            <a:off x="2162350" y="793887"/>
            <a:ext cx="1319025" cy="22083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96">
            <a:extLst>
              <a:ext uri="{FF2B5EF4-FFF2-40B4-BE49-F238E27FC236}">
                <a16:creationId xmlns:a16="http://schemas.microsoft.com/office/drawing/2014/main" id="{935D74F9-536D-BD44-B4A2-65D8DE260C50}"/>
              </a:ext>
            </a:extLst>
          </p:cNvPr>
          <p:cNvCxnSpPr>
            <a:cxnSpLocks/>
            <a:stCxn id="76" idx="2"/>
            <a:endCxn id="9" idx="0"/>
          </p:cNvCxnSpPr>
          <p:nvPr/>
        </p:nvCxnSpPr>
        <p:spPr>
          <a:xfrm>
            <a:off x="3481375" y="793887"/>
            <a:ext cx="2342214" cy="22151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343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FF54A-510F-67C3-CA25-9806348B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9B2CD23D-E209-F101-AEEB-841392A3B5AF}"/>
              </a:ext>
            </a:extLst>
          </p:cNvPr>
          <p:cNvSpPr/>
          <p:nvPr/>
        </p:nvSpPr>
        <p:spPr>
          <a:xfrm>
            <a:off x="611560" y="1896533"/>
            <a:ext cx="5904655" cy="1930400"/>
          </a:xfrm>
          <a:prstGeom prst="roundRect">
            <a:avLst>
              <a:gd name="adj" fmla="val 570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server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711E633A-C048-45DC-3DA2-3221357AEB35}"/>
              </a:ext>
            </a:extLst>
          </p:cNvPr>
          <p:cNvSpPr/>
          <p:nvPr/>
        </p:nvSpPr>
        <p:spPr>
          <a:xfrm>
            <a:off x="611560" y="448734"/>
            <a:ext cx="3545573" cy="1236134"/>
          </a:xfrm>
          <a:prstGeom prst="roundRect">
            <a:avLst>
              <a:gd name="adj" fmla="val 7988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842FE5-76EF-0044-BC3D-CA6E0C36DDF6}"/>
              </a:ext>
            </a:extLst>
          </p:cNvPr>
          <p:cNvSpPr/>
          <p:nvPr/>
        </p:nvSpPr>
        <p:spPr>
          <a:xfrm>
            <a:off x="1592631" y="113159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6" name="사각형: 둥근 모서리 12">
            <a:extLst>
              <a:ext uri="{FF2B5EF4-FFF2-40B4-BE49-F238E27FC236}">
                <a16:creationId xmlns:a16="http://schemas.microsoft.com/office/drawing/2014/main" id="{63DEAEC2-57EE-5F7C-16E2-0E09EF72F9A0}"/>
              </a:ext>
            </a:extLst>
          </p:cNvPr>
          <p:cNvSpPr/>
          <p:nvPr/>
        </p:nvSpPr>
        <p:spPr>
          <a:xfrm>
            <a:off x="1592631" y="55552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ingress-gateway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E4942F3-FB83-F470-DEBA-2CF97D7DAEF7}"/>
              </a:ext>
            </a:extLst>
          </p:cNvPr>
          <p:cNvSpPr/>
          <p:nvPr/>
        </p:nvSpPr>
        <p:spPr>
          <a:xfrm>
            <a:off x="2911656" y="112864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istiod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8" name="사각형: 둥근 모서리 70">
            <a:extLst>
              <a:ext uri="{FF2B5EF4-FFF2-40B4-BE49-F238E27FC236}">
                <a16:creationId xmlns:a16="http://schemas.microsoft.com/office/drawing/2014/main" id="{117256E5-96A0-9F6D-C5F4-E736FB29356B}"/>
              </a:ext>
            </a:extLst>
          </p:cNvPr>
          <p:cNvSpPr/>
          <p:nvPr/>
        </p:nvSpPr>
        <p:spPr>
          <a:xfrm>
            <a:off x="4302140" y="448734"/>
            <a:ext cx="2214076" cy="1236134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</a:p>
          <a:p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9" name="사각형: 둥근 모서리 12">
            <a:extLst>
              <a:ext uri="{FF2B5EF4-FFF2-40B4-BE49-F238E27FC236}">
                <a16:creationId xmlns:a16="http://schemas.microsoft.com/office/drawing/2014/main" id="{12699B76-C9BC-FE66-CAC7-BF421457532D}"/>
              </a:ext>
            </a:extLst>
          </p:cNvPr>
          <p:cNvSpPr/>
          <p:nvPr/>
        </p:nvSpPr>
        <p:spPr>
          <a:xfrm>
            <a:off x="5253870" y="556208"/>
            <a:ext cx="1139438" cy="44210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210FD4E-0E2B-32A0-294B-5E117E21C8D7}"/>
              </a:ext>
            </a:extLst>
          </p:cNvPr>
          <p:cNvSpPr/>
          <p:nvPr/>
        </p:nvSpPr>
        <p:spPr>
          <a:xfrm>
            <a:off x="5253870" y="1128647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/>
              <a:t>(envoy)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3" name="사각형: 둥근 모서리 70">
            <a:extLst>
              <a:ext uri="{FF2B5EF4-FFF2-40B4-BE49-F238E27FC236}">
                <a16:creationId xmlns:a16="http://schemas.microsoft.com/office/drawing/2014/main" id="{138A34D9-9410-254A-4BA0-6A16F7991CC6}"/>
              </a:ext>
            </a:extLst>
          </p:cNvPr>
          <p:cNvSpPr/>
          <p:nvPr/>
        </p:nvSpPr>
        <p:spPr>
          <a:xfrm>
            <a:off x="5200729" y="508000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5" name="사각형: 둥근 모서리 70">
            <a:extLst>
              <a:ext uri="{FF2B5EF4-FFF2-40B4-BE49-F238E27FC236}">
                <a16:creationId xmlns:a16="http://schemas.microsoft.com/office/drawing/2014/main" id="{5EBD9CD4-911E-F46A-8AB0-9BD245F46DCD}"/>
              </a:ext>
            </a:extLst>
          </p:cNvPr>
          <p:cNvSpPr/>
          <p:nvPr/>
        </p:nvSpPr>
        <p:spPr>
          <a:xfrm>
            <a:off x="1540691" y="508000"/>
            <a:ext cx="1243318" cy="1117600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/>
          </a:p>
        </p:txBody>
      </p:sp>
      <p:sp>
        <p:nvSpPr>
          <p:cNvPr id="16" name="사각형: 둥근 모서리 12">
            <a:extLst>
              <a:ext uri="{FF2B5EF4-FFF2-40B4-BE49-F238E27FC236}">
                <a16:creationId xmlns:a16="http://schemas.microsoft.com/office/drawing/2014/main" id="{AF3F47ED-1CA0-D299-1B09-F0FE7E26235C}"/>
              </a:ext>
            </a:extLst>
          </p:cNvPr>
          <p:cNvSpPr/>
          <p:nvPr/>
        </p:nvSpPr>
        <p:spPr>
          <a:xfrm>
            <a:off x="1592631" y="1984946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1EA564FB-87F2-C2DC-85F5-8909A1034303}"/>
              </a:ext>
            </a:extLst>
          </p:cNvPr>
          <p:cNvSpPr/>
          <p:nvPr/>
        </p:nvSpPr>
        <p:spPr>
          <a:xfrm>
            <a:off x="2911656" y="263487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E0D2BB85-29BC-29B4-8576-A39C3560AAAB}"/>
              </a:ext>
            </a:extLst>
          </p:cNvPr>
          <p:cNvSpPr/>
          <p:nvPr/>
        </p:nvSpPr>
        <p:spPr>
          <a:xfrm>
            <a:off x="4230681" y="263487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32" name="직선 화살표 연결선 96">
            <a:extLst>
              <a:ext uri="{FF2B5EF4-FFF2-40B4-BE49-F238E27FC236}">
                <a16:creationId xmlns:a16="http://schemas.microsoft.com/office/drawing/2014/main" id="{9D2ED38E-0A5A-8741-9B33-C5F5D1C9AC79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2162350" y="1571435"/>
            <a:ext cx="3661239" cy="413511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96">
            <a:extLst>
              <a:ext uri="{FF2B5EF4-FFF2-40B4-BE49-F238E27FC236}">
                <a16:creationId xmlns:a16="http://schemas.microsoft.com/office/drawing/2014/main" id="{918AC181-63DF-5217-17B1-16862B16AF19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2162350" y="2427734"/>
            <a:ext cx="2638050" cy="20713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96">
            <a:extLst>
              <a:ext uri="{FF2B5EF4-FFF2-40B4-BE49-F238E27FC236}">
                <a16:creationId xmlns:a16="http://schemas.microsoft.com/office/drawing/2014/main" id="{85D28D3C-6639-7067-6FBB-4BD4E4F4D14C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2162350" y="2427734"/>
            <a:ext cx="1319025" cy="20713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5D24484D-F522-29BB-EFB7-7B56D2E410EA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2162350" y="1574378"/>
            <a:ext cx="0" cy="41056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96">
            <a:extLst>
              <a:ext uri="{FF2B5EF4-FFF2-40B4-BE49-F238E27FC236}">
                <a16:creationId xmlns:a16="http://schemas.microsoft.com/office/drawing/2014/main" id="{B01C2A71-0C80-2980-0EF1-F318D54A076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2162350" y="998314"/>
            <a:ext cx="0" cy="13327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12">
            <a:extLst>
              <a:ext uri="{FF2B5EF4-FFF2-40B4-BE49-F238E27FC236}">
                <a16:creationId xmlns:a16="http://schemas.microsoft.com/office/drawing/2014/main" id="{F7D2F2CF-586D-8CDE-DD84-B84E88CC1596}"/>
              </a:ext>
            </a:extLst>
          </p:cNvPr>
          <p:cNvSpPr/>
          <p:nvPr/>
        </p:nvSpPr>
        <p:spPr>
          <a:xfrm>
            <a:off x="2911656" y="328856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server-v1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sp>
        <p:nvSpPr>
          <p:cNvPr id="50" name="사각형: 둥근 모서리 12">
            <a:extLst>
              <a:ext uri="{FF2B5EF4-FFF2-40B4-BE49-F238E27FC236}">
                <a16:creationId xmlns:a16="http://schemas.microsoft.com/office/drawing/2014/main" id="{9F110367-5D8C-F90F-A94E-2A499D41033C}"/>
              </a:ext>
            </a:extLst>
          </p:cNvPr>
          <p:cNvSpPr/>
          <p:nvPr/>
        </p:nvSpPr>
        <p:spPr>
          <a:xfrm>
            <a:off x="4230681" y="3288560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/>
              <a:t>server-v2</a:t>
            </a:r>
            <a:endParaRPr lang="en-US" altLang="ko-KR" sz="900" dirty="0"/>
          </a:p>
          <a:p>
            <a:pPr algn="ctr"/>
            <a:r>
              <a:rPr lang="en-US" altLang="ko-KR" sz="900" b="1" dirty="0"/>
              <a:t>Pod</a:t>
            </a:r>
            <a:endParaRPr lang="ko-KR" altLang="en-US" sz="900" b="1" dirty="0"/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FAB4A642-6E90-04A7-0A03-C5976AD27799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>
            <a:off x="3481375" y="3077658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96">
            <a:extLst>
              <a:ext uri="{FF2B5EF4-FFF2-40B4-BE49-F238E27FC236}">
                <a16:creationId xmlns:a16="http://schemas.microsoft.com/office/drawing/2014/main" id="{D829A975-13B5-16A0-CA40-C7A96D2C052A}"/>
              </a:ext>
            </a:extLst>
          </p:cNvPr>
          <p:cNvCxnSpPr>
            <a:cxnSpLocks/>
            <a:stCxn id="18" idx="2"/>
            <a:endCxn id="50" idx="0"/>
          </p:cNvCxnSpPr>
          <p:nvPr/>
        </p:nvCxnSpPr>
        <p:spPr>
          <a:xfrm>
            <a:off x="4800400" y="3077658"/>
            <a:ext cx="0" cy="21090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96">
            <a:extLst>
              <a:ext uri="{FF2B5EF4-FFF2-40B4-BE49-F238E27FC236}">
                <a16:creationId xmlns:a16="http://schemas.microsoft.com/office/drawing/2014/main" id="{0C15C83B-8110-C4E1-9DCF-94DEFE04954C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23589" y="998314"/>
            <a:ext cx="0" cy="130333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6010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57F9-7525-B46F-8595-F5731BDE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B04D5C97-F71C-6034-C575-23035B4FB6B5}"/>
              </a:ext>
            </a:extLst>
          </p:cNvPr>
          <p:cNvSpPr/>
          <p:nvPr/>
        </p:nvSpPr>
        <p:spPr>
          <a:xfrm>
            <a:off x="5580112" y="3363838"/>
            <a:ext cx="2880320" cy="1368152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93CEED53-233F-6A0E-E9C0-607A9BE82867}"/>
              </a:ext>
            </a:extLst>
          </p:cNvPr>
          <p:cNvSpPr/>
          <p:nvPr/>
        </p:nvSpPr>
        <p:spPr>
          <a:xfrm>
            <a:off x="3059832" y="267493"/>
            <a:ext cx="4608512" cy="1987075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istio-system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EF46EB1B-19A3-A2FC-99EA-6B4A4B9B34EF}"/>
              </a:ext>
            </a:extLst>
          </p:cNvPr>
          <p:cNvSpPr/>
          <p:nvPr/>
        </p:nvSpPr>
        <p:spPr>
          <a:xfrm>
            <a:off x="251520" y="267494"/>
            <a:ext cx="2608918" cy="2874714"/>
          </a:xfrm>
          <a:prstGeom prst="roundRect">
            <a:avLst>
              <a:gd name="adj" fmla="val 6280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Gateway API Resources</a:t>
            </a:r>
            <a:endParaRPr lang="ko-KR" altLang="en-US" sz="100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DA3094E-5216-DAFF-9FBB-126970FE2888}"/>
              </a:ext>
            </a:extLst>
          </p:cNvPr>
          <p:cNvSpPr/>
          <p:nvPr/>
        </p:nvSpPr>
        <p:spPr>
          <a:xfrm>
            <a:off x="986260" y="356087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5DBCB92-98EA-723D-4B7A-10E61A9955FB}"/>
              </a:ext>
            </a:extLst>
          </p:cNvPr>
          <p:cNvSpPr/>
          <p:nvPr/>
        </p:nvSpPr>
        <p:spPr>
          <a:xfrm>
            <a:off x="364616" y="124782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758AE22E-73A7-34AA-9B1F-BBFDE259B8D1}"/>
              </a:ext>
            </a:extLst>
          </p:cNvPr>
          <p:cNvSpPr/>
          <p:nvPr/>
        </p:nvSpPr>
        <p:spPr>
          <a:xfrm>
            <a:off x="364616" y="18030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D7BD4B9D-C36F-706F-E82C-034A50DF483E}"/>
              </a:ext>
            </a:extLst>
          </p:cNvPr>
          <p:cNvSpPr/>
          <p:nvPr/>
        </p:nvSpPr>
        <p:spPr>
          <a:xfrm>
            <a:off x="1620604" y="18086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BF5F0538-6710-0DAF-23F8-D54E84EA8C42}"/>
              </a:ext>
            </a:extLst>
          </p:cNvPr>
          <p:cNvSpPr/>
          <p:nvPr/>
        </p:nvSpPr>
        <p:spPr>
          <a:xfrm>
            <a:off x="364616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9E027C2-7D53-8D8A-5A15-E1539FF7B8CF}"/>
              </a:ext>
            </a:extLst>
          </p:cNvPr>
          <p:cNvSpPr/>
          <p:nvPr/>
        </p:nvSpPr>
        <p:spPr>
          <a:xfrm>
            <a:off x="1620604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48374CF0-058A-299E-0BC7-6E999D727D00}"/>
              </a:ext>
            </a:extLst>
          </p:cNvPr>
          <p:cNvSpPr/>
          <p:nvPr/>
        </p:nvSpPr>
        <p:spPr>
          <a:xfrm>
            <a:off x="1620604" y="124782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1B125035-39F8-68DA-444F-18D54D76A50F}"/>
              </a:ext>
            </a:extLst>
          </p:cNvPr>
          <p:cNvSpPr/>
          <p:nvPr/>
        </p:nvSpPr>
        <p:spPr>
          <a:xfrm>
            <a:off x="3203848" y="611859"/>
            <a:ext cx="5051330" cy="1527843"/>
          </a:xfrm>
          <a:prstGeom prst="roundRect">
            <a:avLst>
              <a:gd name="adj" fmla="val 857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Pod</a:t>
            </a:r>
            <a:endParaRPr lang="ko-KR" altLang="en-US" sz="900" b="1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BDAE1FF-7872-F46E-4577-1DF8937322FA}"/>
              </a:ext>
            </a:extLst>
          </p:cNvPr>
          <p:cNvSpPr/>
          <p:nvPr/>
        </p:nvSpPr>
        <p:spPr>
          <a:xfrm>
            <a:off x="4538638" y="7214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14898B4-D74C-56F0-8920-D520D42666CB}"/>
              </a:ext>
            </a:extLst>
          </p:cNvPr>
          <p:cNvSpPr/>
          <p:nvPr/>
        </p:nvSpPr>
        <p:spPr>
          <a:xfrm>
            <a:off x="5777773" y="72142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C67D12CC-85A4-EEC9-5A80-101D252026DF}"/>
              </a:ext>
            </a:extLst>
          </p:cNvPr>
          <p:cNvSpPr/>
          <p:nvPr/>
        </p:nvSpPr>
        <p:spPr>
          <a:xfrm>
            <a:off x="7016908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A6B5F0B2-0F3E-02C6-8CD3-00F3ABE6EFE0}"/>
              </a:ext>
            </a:extLst>
          </p:cNvPr>
          <p:cNvSpPr/>
          <p:nvPr/>
        </p:nvSpPr>
        <p:spPr>
          <a:xfrm>
            <a:off x="3301524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223867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138E-B7F9-A744-319C-9517CC13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9EFD680A-7587-F42D-6458-FE279FE4EFB3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84BFE2DA-0DFB-9807-B0BE-901AAD50146A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A2F227FF-6FD7-7013-B2F7-5FE8635BF197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31D30BE-39BA-CF43-7E34-812FE651E33E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EAEB97A0-C060-3797-A37B-3A14DB3DC5FA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DDCEF51F-70BE-C7F2-8C2B-E07E88DCC7BD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ADD21830-1978-9716-5C83-D503339569A3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2F27FFD2-C981-7741-EAB8-E3CC2F4337A0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E04DC4C-BEF4-9F30-D347-F66C1AD39D5D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68FFADBB-95F2-3940-BFB9-8811FE12F2E5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4EA9A61-19CF-A415-E26F-4EAFE7C5A447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3B497E2-FBEB-4A2A-8215-4F5F89F10B02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F96BB30F-8013-6917-3287-F71B8A4955C1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03EC2A3E-26F5-9355-4DEF-64A3A2AD5179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38C3D893-9E3C-A5D5-56F4-AF8AAA8DB39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0384CE22-D684-4023-A793-885A9763DF6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96930A7D-5EB7-5FD3-4FC6-CF861C1BBDA2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3D1A2E0A-84D7-331C-617A-DF2AE07CFC38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A7EDC53-381A-96A8-779C-F5D997F3D14C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EB96FA15-BF2D-437D-EB6F-6EC58C844BCF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5B89A2FD-5D99-7281-AA6F-CAC368A903EC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2CEB00BE-1A1F-01A4-C82C-3B3FBB4D5310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790F6168-8BC7-43DB-05BF-6005E86FD48B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F71456EE-F50A-E50F-2776-C06B2A68AB0F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3D29B0FA-02CA-345F-9889-773FD94F087A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BBF9B658-D358-F7D2-7A1B-ECEBA47A84CA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ED5C6333-E9E4-D31A-95EB-30A7BE5EDADE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1CABD05F-AFF9-53EB-CAC3-5D41BC4CD7FE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78558C94-1C9C-220E-0F8B-D623394F2557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6AA5B075-9396-3EDA-5D6E-C44CB0840581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62BE5D10-8762-1350-49E8-B58E63440310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6A422107-D30E-CCD2-41D0-E44F14649CD8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86E9EB64-9F2F-E167-271A-27D17D417619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7FDE4D0C-874C-B033-9061-62E3B84E3C57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1B9D28CC-6F39-98B0-7690-D6564960B6BF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AED208B3-F4FB-3FED-DE61-0AA6E495259C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7A26AA1A-5A40-4CD0-5797-8A620C71E9BF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11FC039A-4E4D-58FD-93BA-33747232FB50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8AB0D666-DE7C-90A0-B16D-6AFF35960296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CB0076B6-87A5-CBE1-51C9-D746FD5A2C61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29A78AF-EA14-FD8D-6B9E-E4ED3AC6D2EE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4682D718-81BA-9D50-DAAF-C41B2A8BB8F5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DEBCD456-A163-2466-F936-0BEC7FDA068A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AF86BC7E-BBFB-C08A-13EB-8D062F9C817D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C778E6E3-155C-2B3C-A412-E7F883E45707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AD9625BD-D3C2-D576-741D-D16887E5A6F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AAE2936-0B69-FDD5-6BCB-A7DA14A8B25C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32DEFF31-533F-FC5C-530D-899C69FE8A4F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C5C2236D-B30F-52B8-EE1B-D557D8B20245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8F32F4C5-E9C6-C0E0-8B03-E1CA9BFC3381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16A84568-2E1D-7795-04DA-0E50C41DF7E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746AC063-BD48-81A7-B991-1815CAA0359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0C361C4C-35CE-C65E-7FAB-CE6E4F45045C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DBB4D40-617E-DF4F-B05C-9ECF605CD4B5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4D8FF50B-B6D9-9A20-8398-128DC33FBC86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9FF3F387-7D0A-6040-E218-5678A507DA12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6266F0E-F76D-EE71-1817-6154F7C0C843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7B75A541-3FE2-1958-EB0E-31FA2AD816B9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97F07993-CD40-C9BC-1F1A-9409085A38BA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5FDB22C0-3E98-E7AD-CDB1-02587E621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0590BF2-558C-DCF8-6C1F-202126A136A5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7AE7DC9-4F18-E4BC-FBBF-468EDA38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B59CBA1-ECE6-D2E0-A39D-EF87C6ACF13B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4BEF61D5-CBBB-8317-39DF-12DE42A78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5464C3F6-C12B-7AFE-FD25-89EAC7EB6680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Controller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3385041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59BC1-5116-6055-CADF-0D26579E0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8C404C4A-E7DE-7E70-0BAF-3AA53AE519B8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C9DE4E98-26B3-3433-FE04-3C006A7E503F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2DD745D-B22C-7174-2952-668BFAEFFD09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F6FE35F-A5AC-1C2D-F13B-291128067207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AF4C5305-35CC-478F-635D-29DA3394579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4488AA37-7E4F-64AF-F2F0-43E527EACE28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C4BAEE8B-D7B4-7537-D969-4714E55EF08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057E9180-BAA8-0DA2-9B2F-A7C6115578AF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E78010D-9B29-5834-0A66-CAB3E9C2A171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EEB4C84D-2FBB-0CBA-9952-9770E5A6B0FD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972F5A4-FC02-DBCA-C30C-6DD9D0423D2B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30136B58-96C7-83F0-903C-18B9E710B444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C8DBF62B-619B-B28A-B612-CF57535A7ADB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286E231A-1A74-CD62-0886-01B8619EC4A6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4303FE27-A5F9-7234-8C0E-68F5998FB87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AB14E79E-9C4B-6024-726B-2101AB41AE7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13E130F4-7ACB-AD5E-C61A-06AD4D08CB5E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4D959966-EADE-913D-E156-0E3F6ABC939F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8F4A0FCC-33C4-1514-0870-A03825934CDA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3916907-C300-A4C9-4AFD-96DEFF4E2383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E7069A6E-DE9C-776E-3661-5A8D02001D90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039D7C3D-D517-D449-6C7C-CD8AB1716D12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0A1D57F5-1701-363D-DA0D-EBC1DD860FAF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7D37192F-8173-CD29-A75E-37CCD30AD867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3CA6001-C3C3-269C-E299-09E3070453CE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32377B34-F481-F306-07F2-535A1C8D2BD8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0169FF9F-6AAB-9C26-2E21-F8EC47CD05C1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E06B2269-5E01-F836-5FE4-9863249C24C1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BA212A38-CE56-7108-08E0-77115411103B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C2F6F671-3ED5-0CD7-FB78-0CAEB3D4F0D0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088B8C75-589D-A723-A446-3F1AD2601FAA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3771F3DB-00AA-248C-B160-45BC9D0210C7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7835F091-D89F-7C78-CE99-E615AD8DC761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39B0ADC7-C68E-EFEF-3066-6A69EA59DA6C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D063C1F5-8DCA-6989-CCAF-915042EE306A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DB7EAAC2-3A01-CC20-FC37-8D07B323844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4ADED609-0D1B-34A1-9B1A-DEEFBDDD40B0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089A3E45-879D-2084-FCC9-6A756BC147C7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D5E4C156-2924-1469-9513-3ED23ADAEAFA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016E390F-270D-0BAC-0D7F-07A41F5F74B3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63D2F3CD-2B69-B648-2B79-0A7170E49949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10C5E27A-0003-101D-78D6-D24448C6A56C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518FA0FA-800B-EC36-2291-CF8624DB8B2B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B7FC2968-C640-B0A5-8776-2AE20D583595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2A820F4C-045A-3012-81AD-9F3A88EB62D8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36334018-7EEE-C7EF-CE83-52A797827B9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2D6BE76-251B-F2BA-5601-42D213B34102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6DFDE6A3-CCE7-6701-A3DE-A3DF9D352C34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010B76B9-CDC3-B484-9AB4-A9480E677724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3B477A6F-C2C8-DBC7-DEFD-313D8C9266B0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EDC8C31-5602-95CE-F551-67A521687333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F8183C1-0EA0-5610-EE28-F7058583A7EA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1CF52026-8D21-E343-DE7B-92D6C570BF20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5A29602-DCF6-1355-7EC1-6681EC55D548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C5581BB4-E7BA-3925-0309-D8457D751729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23A338A7-E443-6675-E136-A5864795C2D7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CD2F31C7-C57F-4618-03E3-45289F7556DE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5601BE79-C982-04D7-9078-31B371384C38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8F696A-D44E-B20D-08D0-2C9B2953EEFE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FE875617-7945-4823-18ED-A9D76C154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53B3A3E2-0795-B92D-1F91-065FD01C3E0D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74DC0714-8C5A-A7F4-48CC-2DBB9E468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CECC181-FC3B-1237-C8F1-F5DD866049A6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E2EBE77D-CCCC-7410-9B84-458ED6974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63FF9364-B143-EA0C-62BA-739E097D95A8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Controller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506830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41BED83-1991-CE4A-67EF-369980987206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EAED8867-A42B-8EDE-4967-039B509992A8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545DCB1-AB2B-7EF8-17B4-DB56A905D022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A52A5DD-52D3-DCFD-D0F3-FD92FEFECF7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55B4A9E-B52D-2973-D24B-26EC39DEEF59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51A04E2D-0770-EDE0-5DC2-38EA4986466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BA22A39E-AF9C-EF33-C5CB-E3EF764366F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E13BEBEC-EB22-843E-1C64-5449830849F6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8C9EFFA-0A7C-142E-99C9-0B9846DA2742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DD12B57-1E9F-27BE-BA1D-0E654A0C0207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14A56A17-8DF2-1CCD-1635-AE92CF3F7DF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112ED3C-DF07-FC75-D32F-1EFF3285F5D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010DAA-1A43-1D69-E857-8F9259BB597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04774B6-A1B9-342B-5F97-D3BB0D6B33B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69B012B-A247-535E-DC3F-1154AFD60E4E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36214CFC-B840-C27A-69B9-5DC02EBBE4F3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1F12FD1-2A72-77F4-2231-C4B535D1C90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8698F85-4F7E-A7C6-9ED1-DC63E226259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C03660A1-4EB1-AB11-9891-43717BF3D0F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E9352DA-8A8B-090B-10A3-13D559074C51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44E19CC-2B38-2AFE-5B6A-C4461632F1D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E22346A-0449-48AE-12C0-E9610A0A7F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2EB8634-FA08-FDF6-BA47-D70F6D328EFE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DF8F8655-BE09-9F3A-2DFB-82E289A4B27F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6FF4AA-EF3B-A056-60B9-AFDCF43CDD6C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56D3479B-5A4C-DE3B-7A2C-D880B5955BDF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2EE07326-D05D-144F-78D8-FD2346580E89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9979C7F7-15FB-23D3-BCC7-C8A59BCBBE25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8F4F8DF4-5A35-DBAA-80CD-4F077A7B1310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BE6F8243-E627-0C78-F6C2-98FC1F20DCC1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351B7AA-AD0C-E508-2281-35ACC739D60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91B4D567-C0CB-46CE-CC98-39957CE45418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F59A36E3-B8CE-570A-749E-A119447B7EB5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389EE03-2F37-0884-361F-0F4497E068D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3F42500-BAA6-D0E6-EF69-3A6718DF3EE8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5587DC12-C6E5-D889-35F0-0E8F4595393E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D2B730F1-BD05-E98F-3E2F-E43DCA468E50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22D4D98C-A537-C8AD-3752-87A7EEE19245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A9CCFB15-267E-BF78-1CEF-F3C43A036D39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3D81CBD3-3AAA-1157-418A-F45CDBEEAC67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C2591E36-A709-3E43-66E5-6618D8A5920A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BD34D976-DD0C-8388-6839-AED8438FCD17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379E19C-7FD4-945C-2D25-70DB27D951A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B3E76B2B-29BC-1031-79D0-7E038F41EA4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F1DE08A6-66D5-3B44-D4E7-6B72B624C26C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817813F-212E-7BD5-142D-FC06C4E318FD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20663B6F-9AB5-8F4B-5ABA-EEE51B4A8EB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43AA19-0955-1478-4D38-50216DED409A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465F8B1-F243-1BCC-A314-B7750D4572AA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BADE94C-E923-2BD0-DDB4-C376DC92E8C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53CC7DB-CF75-A5CA-67B0-74199FEA8D31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0E23B2-B4D6-ECDA-7484-13BEA97DD482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3B18D22-CF3F-F25B-5FA4-2C2A6AEDEB1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2658FF9D-E277-2DB9-DB90-3477A6A051F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8C3DCE1B-A661-1A0E-6602-180950CCA780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7F79E6B-D577-99E1-F114-806F24EA3FD2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BF0ADD61-8197-44A2-2C92-019B828F7374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94C6244B-9E5C-D5E2-8D47-59D1CF1DCEEB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B66ABEE7-64D6-A35F-A2DE-70F98B121128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D960CB63-83EF-4948-6984-1EB868F3A487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76870-D4D0-5D53-CAF8-FB50C70B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DE0F76A7-EDA8-B61D-79FE-A51AB02ADA9A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C966635-758A-B896-9643-FE8EA1EB4657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5F30D938-D1E2-5504-44C8-AE975F858009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0024AF01-A0D0-ED88-6BC9-13F093AA14F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F09A9B72-B7A9-ED17-BF26-649D60077C3C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8E68ADDE-090C-C069-E30A-6435D7CB82E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FF690FD2-9573-39F7-6F95-F75CEF00AFDC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23BA22D-49E1-A45E-830A-72C3B6A855E5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3488D1C-76A6-DEFE-90EE-464B61DABFDD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16B8F46-2A90-2B0E-7399-FBC977614C00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759CF75-22A2-DEBE-1451-DCE43E543F5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93172DBF-3B35-C6B6-814C-D0B2E1B33A2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6349F9C-DDA4-1896-A110-9B87B943F62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934E595-51B1-253A-CF31-A15D45F1372B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BFA3188-4058-8842-9A0F-3A03C302304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4E1F56C-54C6-BBC4-E4CB-B31BCCAE4F7F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8A806C7-84A5-A189-2D81-994756F09D2B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8C27B383-D021-EE95-DD79-C3CCC7BC9CCD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38DBEFD-8CF6-3695-0F06-F20AB58BBFA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152AFC7-DB14-6395-0BFD-7CC65CCF8069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FF1AE129-CDE8-ACBC-D5C5-ADEC794F3D81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BB23360E-07B8-B1AA-31D5-76FC668DE8AF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7CF563F3-054D-AC1D-088E-3036CB7161CB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7DAE3EC5-2720-E11B-649E-B7B64AB1BEF1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79E418C9-5168-8849-494C-6DE80398810F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22B8F532-80E9-6F57-62F9-6EF6532C08F6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0D21D598-4A6F-D1D7-4F5D-A8DE7ADC62EA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D048321B-3B01-A5DA-B5E4-BB31EE0031F0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95A324F-FC48-2BB9-F2DB-7F129BF90AC9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CBD9D109-5FA0-3F23-30C2-869BD3D16DDA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B567CCB6-72A6-E1B0-27BC-ECEFB9EE6D8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19F62B77-3230-4EFC-757D-37DD3E09D0B3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C177D59E-EA78-22FD-577B-98C33D16D357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D67CFA5-E8CF-4986-C535-58E50CCA9F3B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3544D3FC-F14A-5CB7-2C59-4822ADB42447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138695CF-FEB2-22B6-7804-B70B630D7B57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B0E8EE51-60B9-1335-1A27-E11C66C910D1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FB82F89E-1A46-809C-055B-9ED4DCE6B1D4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449F214-0CC3-4C21-7445-70BA43671276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C778983A-74AF-7B2D-DC64-5A18A105F52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79B9F72-1645-E364-690C-6A6871F98871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4092A35-9B70-6239-50B2-B7D6A185A950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A24FBEA7-EB40-C067-D79B-59706B7001B0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1CDBBD5-1ABC-F8F2-B787-6B40F80D49E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746EEF96-869E-1FBE-1FD3-B302AD0E5F14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BF4CBF8-9709-3CC2-2BD2-A032AB206EF9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EDA27004-2E25-8E47-018D-553E689EA1B0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29E382B-57D3-05F4-665B-35DF6FAD336C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EABBB36-7305-3D3A-9209-89E3494C2FA5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07586E7-11E7-0CF1-B1C6-572FBEEF05B0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2DC8DBBE-07E0-6B8B-A287-9AA5077BA082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3ACD3ADD-0197-C70F-290D-BFF9C32DAA28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D3847423-3FE5-D174-58EF-5523958B4ED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3290DFD5-53E2-0C0D-D75A-8A6EC95B73AD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CC97C2BB-D006-B4B2-9F9D-24BCC2B640DA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2210697A-AEC5-8249-487A-CE1D7F86025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0F827BE9-9531-B31B-773B-175AAD9627B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7C8C91B6-1263-AC05-7A00-9B997D0C6DE6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E1F4031D-5C4D-D333-7490-6B2F7312F7F3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A0666AF7-F87C-00C8-0522-716031B4234E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3196965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LLM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/>
            </a:br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Service</a:t>
            </a:r>
          </a:p>
          <a:p>
            <a:pPr algn="ctr"/>
            <a:r>
              <a:rPr lang="en-US" altLang="ko-KR" sz="900" b="1"/>
              <a:t>(Headless)</a:t>
            </a:r>
            <a:endParaRPr lang="ko-KR" altLang="en-US" sz="900" b="1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DestinationRule</a:t>
            </a:r>
            <a:endParaRPr lang="ko-KR" altLang="en-US" sz="900" b="1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Gateway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App </a:t>
            </a:r>
            <a:r>
              <a:rPr lang="en-US" altLang="ko-KR" sz="1000" b="1"/>
              <a:t>Namespace</a:t>
            </a:r>
            <a:endParaRPr lang="ko-KR" altLang="en-US" sz="10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Service (LB)</a:t>
            </a:r>
            <a:endParaRPr lang="ko-KR" altLang="en-US" sz="900" b="1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Client</a:t>
            </a:r>
            <a:endParaRPr lang="ko-KR" altLang="en-US" sz="90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Service</a:t>
            </a:r>
            <a:endParaRPr lang="ko-KR" altLang="en-US" sz="900" b="1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Gateway Namespace</a:t>
            </a:r>
            <a:endParaRPr lang="ko-KR" altLang="en-US" sz="100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App A Namespace</a:t>
            </a:r>
            <a:endParaRPr lang="ko-KR" altLang="en-US" sz="100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55717</TotalTime>
  <Words>1138</Words>
  <Application>Microsoft Macintosh PowerPoint</Application>
  <PresentationFormat>화면 슬라이드 쇼(16:9)</PresentationFormat>
  <Paragraphs>734</Paragraphs>
  <Slides>21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6138</cp:revision>
  <dcterms:created xsi:type="dcterms:W3CDTF">2006-10-05T04:04:58Z</dcterms:created>
  <dcterms:modified xsi:type="dcterms:W3CDTF">2026-10-07T07:35:30Z</dcterms:modified>
</cp:coreProperties>
</file>
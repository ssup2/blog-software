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443" r:id="rId2"/>
    <p:sldId id="437" r:id="rId3"/>
    <p:sldId id="446" r:id="rId4"/>
    <p:sldId id="445" r:id="rId5"/>
    <p:sldId id="444" r:id="rId6"/>
    <p:sldId id="435" r:id="rId7"/>
    <p:sldId id="442" r:id="rId8"/>
    <p:sldId id="441" r:id="rId9"/>
    <p:sldId id="440" r:id="rId10"/>
    <p:sldId id="439" r:id="rId11"/>
    <p:sldId id="438" r:id="rId12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27" autoAdjust="0"/>
    <p:restoredTop sz="89760" autoAdjust="0"/>
  </p:normalViewPr>
  <p:slideViewPr>
    <p:cSldViewPr>
      <p:cViewPr>
        <p:scale>
          <a:sx n="200" d="100"/>
          <a:sy n="200" d="100"/>
        </p:scale>
        <p:origin x="152" y="124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2026. 10. 6.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76221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B61F2-DACC-289F-6228-7BB247580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887D43-58D5-7635-1C45-6AAA82115B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E8665E-E015-0EA4-77BB-6B415A9618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5D7088-B250-1568-A3C9-DA48226460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59642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DB7AE-EEBC-4FDB-B667-A80815275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CFE21F-08C8-78C9-082E-2FB345909B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9CFA57-5546-0B23-CC40-17677DB707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9ECE61-87CD-CA10-BB37-1DE0F42E34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01578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54FB7-7BC7-74CA-499F-36C038797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EE8735A-92CD-D3E1-5C2B-A53911CFC4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9B15EE-C28A-BDCF-6682-E02D08307D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0FBA14-56DB-568E-C450-1D0BD5EBB8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64992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76221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F2EBE-5BE8-3F5D-3EC3-13B5E4BCA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240708-EBD5-98B3-9E21-995A68D11B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F1EB676-BB12-A98D-318A-C23CB2D701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C7F71A-8C5B-84DA-3A34-A0BCB7EC90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53947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4124F-6235-C860-093B-BEFCBD9E8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AA9B1C-C179-2349-37F8-D98A535DB7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592222-B3A5-1081-9816-A3FD942E1F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4DE100-398B-535B-B807-E50944BD67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48569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4FFFC-DE26-2C98-43CC-EEAA69D35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673050-7946-7137-7B9E-59BDABAA9D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A03BBA-1CB2-99AB-9B66-B5E3124B3F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E0A4C8-BC42-38C2-AC7B-0715B4D474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46911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49DD8-BF45-2A0D-59A7-C053E6E98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245C3A3-A571-E3EB-9A0E-2C2B5ED7A3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E13356-88ED-1837-A664-FD84CFBA83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C7B7A1-26FA-FF77-110F-F15589CFFD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64290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2026. 10. 6.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2026. 10. 6.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2026. 10. 6.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2026. 10. 6.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48935-DA93-1F89-C2C8-9496EA63E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44B02308-6C79-9584-B6C8-EE4C091A7BE1}"/>
              </a:ext>
            </a:extLst>
          </p:cNvPr>
          <p:cNvSpPr/>
          <p:nvPr/>
        </p:nvSpPr>
        <p:spPr>
          <a:xfrm>
            <a:off x="4646192" y="3680817"/>
            <a:ext cx="3375798" cy="577858"/>
          </a:xfrm>
          <a:prstGeom prst="roundRect">
            <a:avLst>
              <a:gd name="adj" fmla="val 10713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app </a:t>
            </a:r>
          </a:p>
          <a:p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70">
            <a:extLst>
              <a:ext uri="{FF2B5EF4-FFF2-40B4-BE49-F238E27FC236}">
                <a16:creationId xmlns:a16="http://schemas.microsoft.com/office/drawing/2014/main" id="{E4D58C26-69D4-67D5-73E4-DC2CE75B78E2}"/>
              </a:ext>
            </a:extLst>
          </p:cNvPr>
          <p:cNvSpPr/>
          <p:nvPr/>
        </p:nvSpPr>
        <p:spPr>
          <a:xfrm>
            <a:off x="832237" y="1406769"/>
            <a:ext cx="7346557" cy="2135732"/>
          </a:xfrm>
          <a:prstGeom prst="roundRect">
            <a:avLst>
              <a:gd name="adj" fmla="val 3231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istio-system </a:t>
            </a:r>
          </a:p>
          <a:p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2" name="사각형: 둥근 모서리 70">
            <a:extLst>
              <a:ext uri="{FF2B5EF4-FFF2-40B4-BE49-F238E27FC236}">
                <a16:creationId xmlns:a16="http://schemas.microsoft.com/office/drawing/2014/main" id="{8A647843-F2A6-9CC1-6635-8DBFB8BFA57E}"/>
              </a:ext>
            </a:extLst>
          </p:cNvPr>
          <p:cNvSpPr/>
          <p:nvPr/>
        </p:nvSpPr>
        <p:spPr>
          <a:xfrm>
            <a:off x="595295" y="130383"/>
            <a:ext cx="4984817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Gateway API Resources</a:t>
            </a:r>
            <a:endParaRPr lang="ko-KR" altLang="en-US" sz="1000" dirty="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9E62BF3C-07D3-C2BB-C8E9-B15FF693A227}"/>
              </a:ext>
            </a:extLst>
          </p:cNvPr>
          <p:cNvSpPr/>
          <p:nvPr/>
        </p:nvSpPr>
        <p:spPr>
          <a:xfrm>
            <a:off x="664302" y="416426"/>
            <a:ext cx="1139438" cy="803143"/>
          </a:xfrm>
          <a:prstGeom prst="roundRect">
            <a:avLst>
              <a:gd name="adj" fmla="val 10920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istio-remote</a:t>
            </a:r>
            <a:br>
              <a:rPr lang="en-US" altLang="ko-KR" sz="900"/>
            </a:br>
            <a:r>
              <a:rPr lang="en-US" altLang="ko-KR" sz="900"/>
              <a:t>istio-waypoint</a:t>
            </a:r>
            <a:br>
              <a:rPr lang="en-US" altLang="ko-KR" sz="900"/>
            </a:br>
            <a:r>
              <a:rPr lang="en-US" altLang="ko-KR" sz="900"/>
              <a:t>istio-east-west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23" name="사각형: 둥근 모서리 12">
            <a:extLst>
              <a:ext uri="{FF2B5EF4-FFF2-40B4-BE49-F238E27FC236}">
                <a16:creationId xmlns:a16="http://schemas.microsoft.com/office/drawing/2014/main" id="{292C8C0F-87FE-A870-E150-08051ABC411E}"/>
              </a:ext>
            </a:extLst>
          </p:cNvPr>
          <p:cNvSpPr/>
          <p:nvPr/>
        </p:nvSpPr>
        <p:spPr>
          <a:xfrm>
            <a:off x="3135208" y="857084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TCPRoute</a:t>
            </a:r>
            <a:endParaRPr lang="ko-KR" altLang="en-US" sz="900" b="1" dirty="0"/>
          </a:p>
        </p:txBody>
      </p:sp>
      <p:sp>
        <p:nvSpPr>
          <p:cNvPr id="25" name="사각형: 둥근 모서리 12">
            <a:extLst>
              <a:ext uri="{FF2B5EF4-FFF2-40B4-BE49-F238E27FC236}">
                <a16:creationId xmlns:a16="http://schemas.microsoft.com/office/drawing/2014/main" id="{71AC3E03-0B6C-DA00-35AC-B060BE744CBA}"/>
              </a:ext>
            </a:extLst>
          </p:cNvPr>
          <p:cNvSpPr/>
          <p:nvPr/>
        </p:nvSpPr>
        <p:spPr>
          <a:xfrm>
            <a:off x="1784606" y="1472178"/>
            <a:ext cx="5051330" cy="2006380"/>
          </a:xfrm>
          <a:prstGeom prst="roundRect">
            <a:avLst>
              <a:gd name="adj" fmla="val 4149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en-US" altLang="ko-KR" sz="900"/>
              <a:t>istio </a:t>
            </a:r>
            <a:r>
              <a:rPr lang="en-US" altLang="ko-KR" sz="900" b="1"/>
              <a:t>Pod</a:t>
            </a:r>
            <a:endParaRPr lang="ko-KR" altLang="en-US" sz="900" b="1" dirty="0"/>
          </a:p>
        </p:txBody>
      </p:sp>
      <p:sp>
        <p:nvSpPr>
          <p:cNvPr id="34" name="사각형: 둥근 모서리 70">
            <a:extLst>
              <a:ext uri="{FF2B5EF4-FFF2-40B4-BE49-F238E27FC236}">
                <a16:creationId xmlns:a16="http://schemas.microsoft.com/office/drawing/2014/main" id="{7394B3CD-9703-FBE9-8EC4-DBB79035D0FF}"/>
              </a:ext>
            </a:extLst>
          </p:cNvPr>
          <p:cNvSpPr/>
          <p:nvPr/>
        </p:nvSpPr>
        <p:spPr>
          <a:xfrm>
            <a:off x="5715632" y="130383"/>
            <a:ext cx="1294925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Istio CRs</a:t>
            </a:r>
            <a:endParaRPr lang="ko-KR" altLang="en-US" sz="1000" dirty="0"/>
          </a:p>
        </p:txBody>
      </p:sp>
      <p:sp>
        <p:nvSpPr>
          <p:cNvPr id="38" name="사각형: 둥근 모서리 70">
            <a:extLst>
              <a:ext uri="{FF2B5EF4-FFF2-40B4-BE49-F238E27FC236}">
                <a16:creationId xmlns:a16="http://schemas.microsoft.com/office/drawing/2014/main" id="{C0837E3D-2005-D8B9-67B8-47535FE0FE53}"/>
              </a:ext>
            </a:extLst>
          </p:cNvPr>
          <p:cNvSpPr/>
          <p:nvPr/>
        </p:nvSpPr>
        <p:spPr>
          <a:xfrm>
            <a:off x="7146077" y="130383"/>
            <a:ext cx="1294925" cy="1144159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K8s Resources</a:t>
            </a:r>
            <a:endParaRPr lang="ko-KR" altLang="en-US" sz="1000" dirty="0"/>
          </a:p>
        </p:txBody>
      </p:sp>
      <p:sp>
        <p:nvSpPr>
          <p:cNvPr id="29" name="사각형: 둥근 모서리 12">
            <a:extLst>
              <a:ext uri="{FF2B5EF4-FFF2-40B4-BE49-F238E27FC236}">
                <a16:creationId xmlns:a16="http://schemas.microsoft.com/office/drawing/2014/main" id="{7398BB5A-902D-805E-C693-0E7713437A62}"/>
              </a:ext>
            </a:extLst>
          </p:cNvPr>
          <p:cNvSpPr/>
          <p:nvPr/>
        </p:nvSpPr>
        <p:spPr>
          <a:xfrm>
            <a:off x="3119396" y="1527123"/>
            <a:ext cx="1139438" cy="361354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API</a:t>
            </a:r>
          </a:p>
          <a:p>
            <a:pPr algn="ctr"/>
            <a:r>
              <a:rPr lang="en-US" altLang="ko-KR" sz="900" b="1"/>
              <a:t>Controller</a:t>
            </a:r>
            <a:endParaRPr lang="ko-KR" altLang="en-US" sz="900" b="1" dirty="0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037D21F8-E5ED-A6B5-287D-EECDBFDC1EED}"/>
              </a:ext>
            </a:extLst>
          </p:cNvPr>
          <p:cNvSpPr/>
          <p:nvPr/>
        </p:nvSpPr>
        <p:spPr>
          <a:xfrm>
            <a:off x="4358531" y="1527122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crdclient</a:t>
            </a:r>
            <a:endParaRPr lang="ko-KR" altLang="en-US" sz="900" b="1" dirty="0"/>
          </a:p>
        </p:txBody>
      </p: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D5F78397-3EF4-CD4B-A2E0-B4A262496F0D}"/>
              </a:ext>
            </a:extLst>
          </p:cNvPr>
          <p:cNvSpPr/>
          <p:nvPr/>
        </p:nvSpPr>
        <p:spPr>
          <a:xfrm>
            <a:off x="5597666" y="1527121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 Registry</a:t>
            </a:r>
            <a:endParaRPr lang="ko-KR" altLang="en-US" sz="900" b="1" dirty="0"/>
          </a:p>
        </p:txBody>
      </p:sp>
      <p:sp>
        <p:nvSpPr>
          <p:cNvPr id="33" name="사각형: 둥근 모서리 12">
            <a:extLst>
              <a:ext uri="{FF2B5EF4-FFF2-40B4-BE49-F238E27FC236}">
                <a16:creationId xmlns:a16="http://schemas.microsoft.com/office/drawing/2014/main" id="{B336371F-6063-1F5B-62B5-45ECABA962F0}"/>
              </a:ext>
            </a:extLst>
          </p:cNvPr>
          <p:cNvSpPr/>
          <p:nvPr/>
        </p:nvSpPr>
        <p:spPr>
          <a:xfrm>
            <a:off x="1880261" y="1527121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</a:p>
          <a:p>
            <a:pPr algn="ctr"/>
            <a:r>
              <a:rPr lang="en-US" altLang="ko-KR" sz="900" b="1"/>
              <a:t>Deployment</a:t>
            </a:r>
            <a:endParaRPr lang="ko-KR" altLang="en-US" sz="900" b="1" dirty="0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9A948E68-4D8E-F94F-9465-0171D4D976CA}"/>
              </a:ext>
            </a:extLst>
          </p:cNvPr>
          <p:cNvSpPr/>
          <p:nvPr/>
        </p:nvSpPr>
        <p:spPr>
          <a:xfrm>
            <a:off x="1899755" y="416428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CC85D6B8-6D50-B2CF-C751-325EC53C01B9}"/>
              </a:ext>
            </a:extLst>
          </p:cNvPr>
          <p:cNvSpPr/>
          <p:nvPr/>
        </p:nvSpPr>
        <p:spPr>
          <a:xfrm>
            <a:off x="1899755" y="859216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2E4EE3C4-5E46-8FD7-F315-B0527EAB3BE9}"/>
              </a:ext>
            </a:extLst>
          </p:cNvPr>
          <p:cNvSpPr/>
          <p:nvPr/>
        </p:nvSpPr>
        <p:spPr>
          <a:xfrm>
            <a:off x="3135208" y="416427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GRPCRoute</a:t>
            </a:r>
            <a:endParaRPr lang="ko-KR" altLang="en-US" sz="900" b="1" dirty="0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DB543F41-9B9E-942A-A75E-04BD1186A086}"/>
              </a:ext>
            </a:extLst>
          </p:cNvPr>
          <p:cNvSpPr/>
          <p:nvPr/>
        </p:nvSpPr>
        <p:spPr>
          <a:xfrm>
            <a:off x="4370661" y="857084"/>
            <a:ext cx="1139438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TLSRoute</a:t>
            </a:r>
            <a:endParaRPr lang="ko-KR" altLang="en-US" sz="900" b="1" dirty="0"/>
          </a:p>
        </p:txBody>
      </p:sp>
      <p:sp>
        <p:nvSpPr>
          <p:cNvPr id="24" name="사각형: 둥근 모서리 12">
            <a:extLst>
              <a:ext uri="{FF2B5EF4-FFF2-40B4-BE49-F238E27FC236}">
                <a16:creationId xmlns:a16="http://schemas.microsoft.com/office/drawing/2014/main" id="{B10309F9-9A1A-35B7-4437-8E280E31CF15}"/>
              </a:ext>
            </a:extLst>
          </p:cNvPr>
          <p:cNvSpPr/>
          <p:nvPr/>
        </p:nvSpPr>
        <p:spPr>
          <a:xfrm>
            <a:off x="4366602" y="416426"/>
            <a:ext cx="1143497" cy="361356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ReferenceGrant</a:t>
            </a:r>
            <a:endParaRPr lang="ko-KR" altLang="en-US" sz="900" b="1" dirty="0"/>
          </a:p>
        </p:txBody>
      </p:sp>
      <p:sp>
        <p:nvSpPr>
          <p:cNvPr id="36" name="사각형: 둥근 모서리 12">
            <a:extLst>
              <a:ext uri="{FF2B5EF4-FFF2-40B4-BE49-F238E27FC236}">
                <a16:creationId xmlns:a16="http://schemas.microsoft.com/office/drawing/2014/main" id="{A3F22B83-373D-BB1F-7AF8-8FF7CC943CCA}"/>
              </a:ext>
            </a:extLst>
          </p:cNvPr>
          <p:cNvSpPr/>
          <p:nvPr/>
        </p:nvSpPr>
        <p:spPr>
          <a:xfrm>
            <a:off x="5789728" y="419148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37" name="사각형: 둥근 모서리 12">
            <a:extLst>
              <a:ext uri="{FF2B5EF4-FFF2-40B4-BE49-F238E27FC236}">
                <a16:creationId xmlns:a16="http://schemas.microsoft.com/office/drawing/2014/main" id="{38E63478-F04C-414B-A98C-1EB38E370CEC}"/>
              </a:ext>
            </a:extLst>
          </p:cNvPr>
          <p:cNvSpPr/>
          <p:nvPr/>
        </p:nvSpPr>
        <p:spPr>
          <a:xfrm>
            <a:off x="5789728" y="857084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VirtualService</a:t>
            </a:r>
            <a:endParaRPr lang="ko-KR" altLang="en-US" sz="900" b="1" dirty="0"/>
          </a:p>
        </p:txBody>
      </p:sp>
      <p:sp>
        <p:nvSpPr>
          <p:cNvPr id="39" name="사각형: 둥근 모서리 12">
            <a:extLst>
              <a:ext uri="{FF2B5EF4-FFF2-40B4-BE49-F238E27FC236}">
                <a16:creationId xmlns:a16="http://schemas.microsoft.com/office/drawing/2014/main" id="{6C485D67-7186-BBDB-5874-DA67941EFCE1}"/>
              </a:ext>
            </a:extLst>
          </p:cNvPr>
          <p:cNvSpPr/>
          <p:nvPr/>
        </p:nvSpPr>
        <p:spPr>
          <a:xfrm>
            <a:off x="7221041" y="420308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  <a:endParaRPr lang="ko-KR" altLang="en-US" sz="900" b="1" dirty="0"/>
          </a:p>
        </p:txBody>
      </p:sp>
      <p:sp>
        <p:nvSpPr>
          <p:cNvPr id="40" name="사각형: 둥근 모서리 12">
            <a:extLst>
              <a:ext uri="{FF2B5EF4-FFF2-40B4-BE49-F238E27FC236}">
                <a16:creationId xmlns:a16="http://schemas.microsoft.com/office/drawing/2014/main" id="{4756C286-EB39-2610-452A-A6ED282A86EF}"/>
              </a:ext>
            </a:extLst>
          </p:cNvPr>
          <p:cNvSpPr/>
          <p:nvPr/>
        </p:nvSpPr>
        <p:spPr>
          <a:xfrm>
            <a:off x="7221041" y="858244"/>
            <a:ext cx="1139438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Endpoints</a:t>
            </a:r>
            <a:endParaRPr lang="ko-KR" altLang="en-US" sz="900" b="1" dirty="0"/>
          </a:p>
        </p:txBody>
      </p:sp>
      <p:sp>
        <p:nvSpPr>
          <p:cNvPr id="43" name="사각형: 둥근 모서리 12">
            <a:extLst>
              <a:ext uri="{FF2B5EF4-FFF2-40B4-BE49-F238E27FC236}">
                <a16:creationId xmlns:a16="http://schemas.microsoft.com/office/drawing/2014/main" id="{87C30A7A-EA79-32E6-43B6-EDC2E176FA91}"/>
              </a:ext>
            </a:extLst>
          </p:cNvPr>
          <p:cNvSpPr/>
          <p:nvPr/>
        </p:nvSpPr>
        <p:spPr>
          <a:xfrm>
            <a:off x="3116074" y="2026399"/>
            <a:ext cx="3621030" cy="361356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PushContext</a:t>
            </a:r>
            <a:endParaRPr lang="ko-KR" altLang="en-US" sz="900" b="1" dirty="0"/>
          </a:p>
        </p:txBody>
      </p:sp>
      <p:sp>
        <p:nvSpPr>
          <p:cNvPr id="44" name="사각형: 둥근 모서리 12">
            <a:extLst>
              <a:ext uri="{FF2B5EF4-FFF2-40B4-BE49-F238E27FC236}">
                <a16:creationId xmlns:a16="http://schemas.microsoft.com/office/drawing/2014/main" id="{12262256-0497-0BBC-0FD8-154874607E06}"/>
              </a:ext>
            </a:extLst>
          </p:cNvPr>
          <p:cNvSpPr/>
          <p:nvPr/>
        </p:nvSpPr>
        <p:spPr>
          <a:xfrm>
            <a:off x="3116074" y="2525412"/>
            <a:ext cx="3621030" cy="37277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ConfigGenerator</a:t>
            </a:r>
            <a:br>
              <a:rPr lang="en-US" altLang="ko-KR" sz="900" b="1"/>
            </a:br>
            <a:r>
              <a:rPr lang="en-US" altLang="ko-KR" sz="900"/>
              <a:t>(Gateway to Listener, Virtual Service to Route)</a:t>
            </a:r>
            <a:endParaRPr lang="ko-KR" altLang="en-US" sz="900" dirty="0"/>
          </a:p>
        </p:txBody>
      </p:sp>
      <p:sp>
        <p:nvSpPr>
          <p:cNvPr id="52" name="사각형: 둥근 모서리 12">
            <a:extLst>
              <a:ext uri="{FF2B5EF4-FFF2-40B4-BE49-F238E27FC236}">
                <a16:creationId xmlns:a16="http://schemas.microsoft.com/office/drawing/2014/main" id="{8C7A4617-ACE0-BAF1-6AE9-3AEAA67AE5FC}"/>
              </a:ext>
            </a:extLst>
          </p:cNvPr>
          <p:cNvSpPr/>
          <p:nvPr/>
        </p:nvSpPr>
        <p:spPr>
          <a:xfrm>
            <a:off x="3116074" y="3035843"/>
            <a:ext cx="3621030" cy="37277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DiscoveryServer </a:t>
            </a:r>
            <a:r>
              <a:rPr lang="en-US" altLang="ko-KR" sz="900"/>
              <a:t>(xDS Push)</a:t>
            </a:r>
            <a:endParaRPr lang="ko-KR" altLang="en-US" sz="900" dirty="0"/>
          </a:p>
        </p:txBody>
      </p:sp>
      <p:cxnSp>
        <p:nvCxnSpPr>
          <p:cNvPr id="53" name="직선 화살표 연결선 96">
            <a:extLst>
              <a:ext uri="{FF2B5EF4-FFF2-40B4-BE49-F238E27FC236}">
                <a16:creationId xmlns:a16="http://schemas.microsoft.com/office/drawing/2014/main" id="{0CC762CF-EC7B-ECC1-EBED-7AD701A681DF}"/>
              </a:ext>
            </a:extLst>
          </p:cNvPr>
          <p:cNvCxnSpPr>
            <a:cxnSpLocks/>
            <a:stCxn id="12" idx="2"/>
            <a:endCxn id="29" idx="0"/>
          </p:cNvCxnSpPr>
          <p:nvPr/>
        </p:nvCxnSpPr>
        <p:spPr>
          <a:xfrm>
            <a:off x="3087704" y="1274542"/>
            <a:ext cx="601411" cy="25258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96">
            <a:extLst>
              <a:ext uri="{FF2B5EF4-FFF2-40B4-BE49-F238E27FC236}">
                <a16:creationId xmlns:a16="http://schemas.microsoft.com/office/drawing/2014/main" id="{DC3A4DB5-74E1-2C64-638F-3288F0EC6C0B}"/>
              </a:ext>
            </a:extLst>
          </p:cNvPr>
          <p:cNvCxnSpPr>
            <a:cxnSpLocks/>
            <a:stCxn id="12" idx="2"/>
            <a:endCxn id="33" idx="0"/>
          </p:cNvCxnSpPr>
          <p:nvPr/>
        </p:nvCxnSpPr>
        <p:spPr>
          <a:xfrm flipH="1">
            <a:off x="2449980" y="1274542"/>
            <a:ext cx="637724" cy="25257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96">
            <a:extLst>
              <a:ext uri="{FF2B5EF4-FFF2-40B4-BE49-F238E27FC236}">
                <a16:creationId xmlns:a16="http://schemas.microsoft.com/office/drawing/2014/main" id="{61905AF6-23A3-F6FE-1A58-ED4CA563092B}"/>
              </a:ext>
            </a:extLst>
          </p:cNvPr>
          <p:cNvCxnSpPr>
            <a:cxnSpLocks/>
            <a:stCxn id="34" idx="2"/>
            <a:endCxn id="30" idx="0"/>
          </p:cNvCxnSpPr>
          <p:nvPr/>
        </p:nvCxnSpPr>
        <p:spPr>
          <a:xfrm flipH="1">
            <a:off x="4928250" y="1274542"/>
            <a:ext cx="1434845" cy="25258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96">
            <a:extLst>
              <a:ext uri="{FF2B5EF4-FFF2-40B4-BE49-F238E27FC236}">
                <a16:creationId xmlns:a16="http://schemas.microsoft.com/office/drawing/2014/main" id="{94BCF08C-A190-87B2-DFF7-8511C1510F14}"/>
              </a:ext>
            </a:extLst>
          </p:cNvPr>
          <p:cNvCxnSpPr>
            <a:cxnSpLocks/>
            <a:stCxn id="38" idx="2"/>
            <a:endCxn id="32" idx="0"/>
          </p:cNvCxnSpPr>
          <p:nvPr/>
        </p:nvCxnSpPr>
        <p:spPr>
          <a:xfrm flipH="1">
            <a:off x="6167385" y="1274542"/>
            <a:ext cx="1626155" cy="25257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96">
            <a:extLst>
              <a:ext uri="{FF2B5EF4-FFF2-40B4-BE49-F238E27FC236}">
                <a16:creationId xmlns:a16="http://schemas.microsoft.com/office/drawing/2014/main" id="{31B64E8C-F3C7-4B01-5A76-53C00F0E7EBB}"/>
              </a:ext>
            </a:extLst>
          </p:cNvPr>
          <p:cNvCxnSpPr>
            <a:cxnSpLocks/>
            <a:stCxn id="32" idx="2"/>
            <a:endCxn id="43" idx="0"/>
          </p:cNvCxnSpPr>
          <p:nvPr/>
        </p:nvCxnSpPr>
        <p:spPr>
          <a:xfrm flipH="1">
            <a:off x="4926589" y="1888475"/>
            <a:ext cx="1240796" cy="13792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96">
            <a:extLst>
              <a:ext uri="{FF2B5EF4-FFF2-40B4-BE49-F238E27FC236}">
                <a16:creationId xmlns:a16="http://schemas.microsoft.com/office/drawing/2014/main" id="{351F0AFB-78BE-3581-3384-6121FCBADC7F}"/>
              </a:ext>
            </a:extLst>
          </p:cNvPr>
          <p:cNvCxnSpPr>
            <a:cxnSpLocks/>
            <a:stCxn id="30" idx="2"/>
            <a:endCxn id="43" idx="0"/>
          </p:cNvCxnSpPr>
          <p:nvPr/>
        </p:nvCxnSpPr>
        <p:spPr>
          <a:xfrm flipH="1">
            <a:off x="4926589" y="1888476"/>
            <a:ext cx="1661" cy="13792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96">
            <a:extLst>
              <a:ext uri="{FF2B5EF4-FFF2-40B4-BE49-F238E27FC236}">
                <a16:creationId xmlns:a16="http://schemas.microsoft.com/office/drawing/2014/main" id="{3F774095-091A-21AC-693D-576F43F2B2DE}"/>
              </a:ext>
            </a:extLst>
          </p:cNvPr>
          <p:cNvCxnSpPr>
            <a:cxnSpLocks/>
            <a:stCxn id="29" idx="2"/>
            <a:endCxn id="43" idx="0"/>
          </p:cNvCxnSpPr>
          <p:nvPr/>
        </p:nvCxnSpPr>
        <p:spPr>
          <a:xfrm>
            <a:off x="3689115" y="1888477"/>
            <a:ext cx="1237474" cy="13792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96">
            <a:extLst>
              <a:ext uri="{FF2B5EF4-FFF2-40B4-BE49-F238E27FC236}">
                <a16:creationId xmlns:a16="http://schemas.microsoft.com/office/drawing/2014/main" id="{E2FF177A-B115-1640-4268-E00234666468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4926589" y="2387755"/>
            <a:ext cx="0" cy="1376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96">
            <a:extLst>
              <a:ext uri="{FF2B5EF4-FFF2-40B4-BE49-F238E27FC236}">
                <a16:creationId xmlns:a16="http://schemas.microsoft.com/office/drawing/2014/main" id="{31078A02-CAA4-34FF-5D7D-FCABD7F8FD90}"/>
              </a:ext>
            </a:extLst>
          </p:cNvPr>
          <p:cNvCxnSpPr>
            <a:cxnSpLocks/>
            <a:stCxn id="44" idx="2"/>
            <a:endCxn id="52" idx="0"/>
          </p:cNvCxnSpPr>
          <p:nvPr/>
        </p:nvCxnSpPr>
        <p:spPr>
          <a:xfrm>
            <a:off x="4926589" y="2898186"/>
            <a:ext cx="0" cy="13765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사각형: 둥근 모서리 70">
            <a:extLst>
              <a:ext uri="{FF2B5EF4-FFF2-40B4-BE49-F238E27FC236}">
                <a16:creationId xmlns:a16="http://schemas.microsoft.com/office/drawing/2014/main" id="{A0B19D08-8280-D049-F38E-9701D3556E6A}"/>
              </a:ext>
            </a:extLst>
          </p:cNvPr>
          <p:cNvSpPr/>
          <p:nvPr/>
        </p:nvSpPr>
        <p:spPr>
          <a:xfrm>
            <a:off x="1035475" y="3680815"/>
            <a:ext cx="3501563" cy="1144158"/>
          </a:xfrm>
          <a:prstGeom prst="roundRect">
            <a:avLst>
              <a:gd name="adj" fmla="val 7360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gateway </a:t>
            </a:r>
          </a:p>
          <a:p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82" name="사각형: 둥근 모서리 12">
            <a:extLst>
              <a:ext uri="{FF2B5EF4-FFF2-40B4-BE49-F238E27FC236}">
                <a16:creationId xmlns:a16="http://schemas.microsoft.com/office/drawing/2014/main" id="{6CCF416A-2813-363F-F8FE-EBFDAF3CEC00}"/>
              </a:ext>
            </a:extLst>
          </p:cNvPr>
          <p:cNvSpPr/>
          <p:nvPr/>
        </p:nvSpPr>
        <p:spPr>
          <a:xfrm>
            <a:off x="1986504" y="3788289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external-gateway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93" name="사각형: 둥근 모서리 12">
            <a:extLst>
              <a:ext uri="{FF2B5EF4-FFF2-40B4-BE49-F238E27FC236}">
                <a16:creationId xmlns:a16="http://schemas.microsoft.com/office/drawing/2014/main" id="{F8FB062C-2212-F21D-9A48-FEFF058F8C76}"/>
              </a:ext>
            </a:extLst>
          </p:cNvPr>
          <p:cNvSpPr/>
          <p:nvPr/>
        </p:nvSpPr>
        <p:spPr>
          <a:xfrm>
            <a:off x="3289323" y="3788289"/>
            <a:ext cx="1139438" cy="361354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Internal-gateway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94" name="사각형: 둥근 모서리 12">
            <a:extLst>
              <a:ext uri="{FF2B5EF4-FFF2-40B4-BE49-F238E27FC236}">
                <a16:creationId xmlns:a16="http://schemas.microsoft.com/office/drawing/2014/main" id="{F3242BC2-DAFA-EF79-80C6-C24FACE2C15F}"/>
              </a:ext>
            </a:extLst>
          </p:cNvPr>
          <p:cNvSpPr/>
          <p:nvPr/>
        </p:nvSpPr>
        <p:spPr>
          <a:xfrm>
            <a:off x="1987206" y="428428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external-gateway</a:t>
            </a:r>
          </a:p>
          <a:p>
            <a:pPr algn="ctr"/>
            <a:r>
              <a:rPr lang="en-US" altLang="ko-KR" sz="900" dirty="0"/>
              <a:t>(envoy)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95" name="직선 화살표 연결선 96">
            <a:extLst>
              <a:ext uri="{FF2B5EF4-FFF2-40B4-BE49-F238E27FC236}">
                <a16:creationId xmlns:a16="http://schemas.microsoft.com/office/drawing/2014/main" id="{9987F4CA-1B1C-6E4F-E50A-3B1DDBA58F2F}"/>
              </a:ext>
            </a:extLst>
          </p:cNvPr>
          <p:cNvCxnSpPr>
            <a:cxnSpLocks/>
            <a:stCxn id="33" idx="2"/>
            <a:endCxn id="100" idx="0"/>
          </p:cNvCxnSpPr>
          <p:nvPr/>
        </p:nvCxnSpPr>
        <p:spPr>
          <a:xfrm>
            <a:off x="2449980" y="1888477"/>
            <a:ext cx="105744" cy="186007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사각형: 둥근 모서리 12">
            <a:extLst>
              <a:ext uri="{FF2B5EF4-FFF2-40B4-BE49-F238E27FC236}">
                <a16:creationId xmlns:a16="http://schemas.microsoft.com/office/drawing/2014/main" id="{23011529-18BF-2327-3ED9-946FAFF12CFA}"/>
              </a:ext>
            </a:extLst>
          </p:cNvPr>
          <p:cNvSpPr/>
          <p:nvPr/>
        </p:nvSpPr>
        <p:spPr>
          <a:xfrm>
            <a:off x="3286124" y="4284284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Internal-gateway</a:t>
            </a:r>
          </a:p>
          <a:p>
            <a:pPr algn="ctr"/>
            <a:r>
              <a:rPr lang="en-US" altLang="ko-KR" sz="900" dirty="0"/>
              <a:t>(envoy)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00" name="사각형: 둥근 모서리 70">
            <a:extLst>
              <a:ext uri="{FF2B5EF4-FFF2-40B4-BE49-F238E27FC236}">
                <a16:creationId xmlns:a16="http://schemas.microsoft.com/office/drawing/2014/main" id="{91182DE8-6368-9202-28B0-E21F3D17F357}"/>
              </a:ext>
            </a:extLst>
          </p:cNvPr>
          <p:cNvSpPr/>
          <p:nvPr/>
        </p:nvSpPr>
        <p:spPr>
          <a:xfrm>
            <a:off x="1934065" y="3748551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 dirty="0"/>
          </a:p>
        </p:txBody>
      </p:sp>
      <p:sp>
        <p:nvSpPr>
          <p:cNvPr id="102" name="사각형: 둥근 모서리 70">
            <a:extLst>
              <a:ext uri="{FF2B5EF4-FFF2-40B4-BE49-F238E27FC236}">
                <a16:creationId xmlns:a16="http://schemas.microsoft.com/office/drawing/2014/main" id="{288D9A68-F395-7F2B-F23D-85F11B5D4AA0}"/>
              </a:ext>
            </a:extLst>
          </p:cNvPr>
          <p:cNvSpPr/>
          <p:nvPr/>
        </p:nvSpPr>
        <p:spPr>
          <a:xfrm>
            <a:off x="3235375" y="3748551"/>
            <a:ext cx="1243318" cy="1021676"/>
          </a:xfrm>
          <a:prstGeom prst="roundRect">
            <a:avLst>
              <a:gd name="adj" fmla="val 660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ko-KR" altLang="en-US" sz="1000" dirty="0"/>
          </a:p>
        </p:txBody>
      </p:sp>
      <p:cxnSp>
        <p:nvCxnSpPr>
          <p:cNvPr id="113" name="직선 화살표 연결선 96">
            <a:extLst>
              <a:ext uri="{FF2B5EF4-FFF2-40B4-BE49-F238E27FC236}">
                <a16:creationId xmlns:a16="http://schemas.microsoft.com/office/drawing/2014/main" id="{1D62E48E-D509-85DA-0713-6144E51AE306}"/>
              </a:ext>
            </a:extLst>
          </p:cNvPr>
          <p:cNvCxnSpPr>
            <a:cxnSpLocks/>
            <a:stCxn id="33" idx="2"/>
            <a:endCxn id="102" idx="0"/>
          </p:cNvCxnSpPr>
          <p:nvPr/>
        </p:nvCxnSpPr>
        <p:spPr>
          <a:xfrm>
            <a:off x="2449980" y="1888477"/>
            <a:ext cx="1407054" cy="186007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화살표 연결선 96">
            <a:extLst>
              <a:ext uri="{FF2B5EF4-FFF2-40B4-BE49-F238E27FC236}">
                <a16:creationId xmlns:a16="http://schemas.microsoft.com/office/drawing/2014/main" id="{AADD7AE5-FDF4-764A-5564-DD1E15062D4A}"/>
              </a:ext>
            </a:extLst>
          </p:cNvPr>
          <p:cNvCxnSpPr>
            <a:cxnSpLocks/>
            <a:stCxn id="52" idx="2"/>
            <a:endCxn id="94" idx="0"/>
          </p:cNvCxnSpPr>
          <p:nvPr/>
        </p:nvCxnSpPr>
        <p:spPr>
          <a:xfrm flipH="1">
            <a:off x="2556925" y="3408617"/>
            <a:ext cx="2369664" cy="8756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96">
            <a:extLst>
              <a:ext uri="{FF2B5EF4-FFF2-40B4-BE49-F238E27FC236}">
                <a16:creationId xmlns:a16="http://schemas.microsoft.com/office/drawing/2014/main" id="{F9CDCCD0-A501-5659-9FBA-488CCAB5DDAC}"/>
              </a:ext>
            </a:extLst>
          </p:cNvPr>
          <p:cNvCxnSpPr>
            <a:cxnSpLocks/>
            <a:stCxn id="52" idx="2"/>
            <a:endCxn id="98" idx="0"/>
          </p:cNvCxnSpPr>
          <p:nvPr/>
        </p:nvCxnSpPr>
        <p:spPr>
          <a:xfrm flipH="1">
            <a:off x="3855843" y="3408617"/>
            <a:ext cx="1070746" cy="87566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C7C0323B-7B71-2D58-F9FE-F2046BED41E7}"/>
              </a:ext>
            </a:extLst>
          </p:cNvPr>
          <p:cNvSpPr/>
          <p:nvPr/>
        </p:nvSpPr>
        <p:spPr>
          <a:xfrm>
            <a:off x="5538700" y="3748551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app-a </a:t>
            </a:r>
            <a:br>
              <a:rPr lang="en-US" altLang="ko-KR" sz="900" dirty="0"/>
            </a:br>
            <a:r>
              <a:rPr lang="en-US" altLang="ko-KR" sz="900" dirty="0"/>
              <a:t>(envoy sidecar)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0E64939F-2E39-B719-1EE2-8E0D3330031F}"/>
              </a:ext>
            </a:extLst>
          </p:cNvPr>
          <p:cNvSpPr/>
          <p:nvPr/>
        </p:nvSpPr>
        <p:spPr>
          <a:xfrm>
            <a:off x="6804065" y="3748551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app-b </a:t>
            </a:r>
            <a:br>
              <a:rPr lang="en-US" altLang="ko-KR" sz="900" dirty="0"/>
            </a:br>
            <a:r>
              <a:rPr lang="en-US" altLang="ko-KR" sz="900" dirty="0"/>
              <a:t>(envoy sidecar)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6067EEC5-126C-A8BB-4778-33B8C7DFBF4C}"/>
              </a:ext>
            </a:extLst>
          </p:cNvPr>
          <p:cNvCxnSpPr>
            <a:cxnSpLocks/>
            <a:stCxn id="52" idx="2"/>
            <a:endCxn id="127" idx="0"/>
          </p:cNvCxnSpPr>
          <p:nvPr/>
        </p:nvCxnSpPr>
        <p:spPr>
          <a:xfrm>
            <a:off x="4926589" y="3408617"/>
            <a:ext cx="1181830" cy="3399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96">
            <a:extLst>
              <a:ext uri="{FF2B5EF4-FFF2-40B4-BE49-F238E27FC236}">
                <a16:creationId xmlns:a16="http://schemas.microsoft.com/office/drawing/2014/main" id="{576E8BDE-F1EA-A0A6-1F13-BCF2582DB225}"/>
              </a:ext>
            </a:extLst>
          </p:cNvPr>
          <p:cNvCxnSpPr>
            <a:cxnSpLocks/>
            <a:stCxn id="52" idx="2"/>
            <a:endCxn id="129" idx="0"/>
          </p:cNvCxnSpPr>
          <p:nvPr/>
        </p:nvCxnSpPr>
        <p:spPr>
          <a:xfrm>
            <a:off x="4926589" y="3408617"/>
            <a:ext cx="2447195" cy="3399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사각형: 둥근 모서리 12">
            <a:extLst>
              <a:ext uri="{FF2B5EF4-FFF2-40B4-BE49-F238E27FC236}">
                <a16:creationId xmlns:a16="http://schemas.microsoft.com/office/drawing/2014/main" id="{38E8374E-8586-B28F-AC4F-BCCABC5499DC}"/>
              </a:ext>
            </a:extLst>
          </p:cNvPr>
          <p:cNvSpPr/>
          <p:nvPr/>
        </p:nvSpPr>
        <p:spPr>
          <a:xfrm>
            <a:off x="6959117" y="2461188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ingress-gateway</a:t>
            </a:r>
          </a:p>
          <a:p>
            <a:pPr algn="ctr"/>
            <a:r>
              <a:rPr lang="en-US" altLang="ko-KR" sz="900" dirty="0"/>
              <a:t>(envoy)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40" name="사각형: 둥근 모서리 12">
            <a:extLst>
              <a:ext uri="{FF2B5EF4-FFF2-40B4-BE49-F238E27FC236}">
                <a16:creationId xmlns:a16="http://schemas.microsoft.com/office/drawing/2014/main" id="{8C305FAE-943B-06EC-3D37-2F2E89624825}"/>
              </a:ext>
            </a:extLst>
          </p:cNvPr>
          <p:cNvSpPr/>
          <p:nvPr/>
        </p:nvSpPr>
        <p:spPr>
          <a:xfrm>
            <a:off x="6959117" y="3035843"/>
            <a:ext cx="1139438" cy="44278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egress-gateway</a:t>
            </a:r>
          </a:p>
          <a:p>
            <a:pPr algn="ctr"/>
            <a:r>
              <a:rPr lang="en-US" altLang="ko-KR" sz="900" dirty="0"/>
              <a:t>(envoy)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41" name="직선 화살표 연결선 96">
            <a:extLst>
              <a:ext uri="{FF2B5EF4-FFF2-40B4-BE49-F238E27FC236}">
                <a16:creationId xmlns:a16="http://schemas.microsoft.com/office/drawing/2014/main" id="{F8240FA5-05FD-6D86-0F6F-DE88B660AD01}"/>
              </a:ext>
            </a:extLst>
          </p:cNvPr>
          <p:cNvCxnSpPr>
            <a:cxnSpLocks/>
            <a:stCxn id="52" idx="3"/>
            <a:endCxn id="140" idx="1"/>
          </p:cNvCxnSpPr>
          <p:nvPr/>
        </p:nvCxnSpPr>
        <p:spPr>
          <a:xfrm>
            <a:off x="6737104" y="3222230"/>
            <a:ext cx="222013" cy="3500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직선 화살표 연결선 96">
            <a:extLst>
              <a:ext uri="{FF2B5EF4-FFF2-40B4-BE49-F238E27FC236}">
                <a16:creationId xmlns:a16="http://schemas.microsoft.com/office/drawing/2014/main" id="{760DE463-7319-D123-5A01-2E97FFB35FFC}"/>
              </a:ext>
            </a:extLst>
          </p:cNvPr>
          <p:cNvCxnSpPr>
            <a:cxnSpLocks/>
            <a:stCxn id="52" idx="3"/>
            <a:endCxn id="139" idx="1"/>
          </p:cNvCxnSpPr>
          <p:nvPr/>
        </p:nvCxnSpPr>
        <p:spPr>
          <a:xfrm flipV="1">
            <a:off x="6737104" y="2682582"/>
            <a:ext cx="222013" cy="5396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30037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A5C0E-43D4-42B8-FA0F-BEC5D18B9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3591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C57F9-7525-B46F-8595-F5731BDE6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B04D5C97-F71C-6034-C575-23035B4FB6B5}"/>
              </a:ext>
            </a:extLst>
          </p:cNvPr>
          <p:cNvSpPr/>
          <p:nvPr/>
        </p:nvSpPr>
        <p:spPr>
          <a:xfrm>
            <a:off x="5580112" y="3363838"/>
            <a:ext cx="2880320" cy="1368152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app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70">
            <a:extLst>
              <a:ext uri="{FF2B5EF4-FFF2-40B4-BE49-F238E27FC236}">
                <a16:creationId xmlns:a16="http://schemas.microsoft.com/office/drawing/2014/main" id="{93CEED53-233F-6A0E-E9C0-607A9BE82867}"/>
              </a:ext>
            </a:extLst>
          </p:cNvPr>
          <p:cNvSpPr/>
          <p:nvPr/>
        </p:nvSpPr>
        <p:spPr>
          <a:xfrm>
            <a:off x="3059832" y="267493"/>
            <a:ext cx="4608512" cy="1987075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istio-system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2" name="사각형: 둥근 모서리 70">
            <a:extLst>
              <a:ext uri="{FF2B5EF4-FFF2-40B4-BE49-F238E27FC236}">
                <a16:creationId xmlns:a16="http://schemas.microsoft.com/office/drawing/2014/main" id="{EF46EB1B-19A3-A2FC-99EA-6B4A4B9B34EF}"/>
              </a:ext>
            </a:extLst>
          </p:cNvPr>
          <p:cNvSpPr/>
          <p:nvPr/>
        </p:nvSpPr>
        <p:spPr>
          <a:xfrm>
            <a:off x="251520" y="267494"/>
            <a:ext cx="2608918" cy="2874714"/>
          </a:xfrm>
          <a:prstGeom prst="roundRect">
            <a:avLst>
              <a:gd name="adj" fmla="val 6280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Gateway API Resources</a:t>
            </a:r>
            <a:endParaRPr lang="ko-KR" altLang="en-US" sz="1000" dirty="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9DA3094E-5216-DAFF-9FBB-126970FE2888}"/>
              </a:ext>
            </a:extLst>
          </p:cNvPr>
          <p:cNvSpPr/>
          <p:nvPr/>
        </p:nvSpPr>
        <p:spPr>
          <a:xfrm>
            <a:off x="986260" y="356087"/>
            <a:ext cx="1139438" cy="803143"/>
          </a:xfrm>
          <a:prstGeom prst="roundRect">
            <a:avLst>
              <a:gd name="adj" fmla="val 10920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istio-remote</a:t>
            </a:r>
            <a:br>
              <a:rPr lang="en-US" altLang="ko-KR" sz="900"/>
            </a:br>
            <a:r>
              <a:rPr lang="en-US" altLang="ko-KR" sz="900"/>
              <a:t>istio-waypoint</a:t>
            </a:r>
            <a:br>
              <a:rPr lang="en-US" altLang="ko-KR" sz="900"/>
            </a:br>
            <a:r>
              <a:rPr lang="en-US" altLang="ko-KR" sz="900"/>
              <a:t>istio-east-west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B5DBCB92-98EA-723D-4B7A-10E61A9955FB}"/>
              </a:ext>
            </a:extLst>
          </p:cNvPr>
          <p:cNvSpPr/>
          <p:nvPr/>
        </p:nvSpPr>
        <p:spPr>
          <a:xfrm>
            <a:off x="364616" y="1247825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758AE22E-73A7-34AA-9B1F-BBFDE259B8D1}"/>
              </a:ext>
            </a:extLst>
          </p:cNvPr>
          <p:cNvSpPr/>
          <p:nvPr/>
        </p:nvSpPr>
        <p:spPr>
          <a:xfrm>
            <a:off x="364616" y="18030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D7BD4B9D-C36F-706F-E82C-034A50DF483E}"/>
              </a:ext>
            </a:extLst>
          </p:cNvPr>
          <p:cNvSpPr/>
          <p:nvPr/>
        </p:nvSpPr>
        <p:spPr>
          <a:xfrm>
            <a:off x="1620604" y="18086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GRPCRoute</a:t>
            </a:r>
            <a:endParaRPr lang="ko-KR" altLang="en-US" sz="900" b="1" dirty="0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BF5F0538-6710-0DAF-23F8-D54E84EA8C42}"/>
              </a:ext>
            </a:extLst>
          </p:cNvPr>
          <p:cNvSpPr/>
          <p:nvPr/>
        </p:nvSpPr>
        <p:spPr>
          <a:xfrm>
            <a:off x="364616" y="236393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TLSRoute</a:t>
            </a:r>
            <a:endParaRPr lang="ko-KR" altLang="en-US" sz="900" b="1" dirty="0"/>
          </a:p>
        </p:txBody>
      </p:sp>
      <p:sp>
        <p:nvSpPr>
          <p:cNvPr id="23" name="사각형: 둥근 모서리 12">
            <a:extLst>
              <a:ext uri="{FF2B5EF4-FFF2-40B4-BE49-F238E27FC236}">
                <a16:creationId xmlns:a16="http://schemas.microsoft.com/office/drawing/2014/main" id="{09E027C2-7D53-8D8A-5A15-E1539FF7B8CF}"/>
              </a:ext>
            </a:extLst>
          </p:cNvPr>
          <p:cNvSpPr/>
          <p:nvPr/>
        </p:nvSpPr>
        <p:spPr>
          <a:xfrm>
            <a:off x="1620604" y="236393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TCPRoute</a:t>
            </a:r>
            <a:endParaRPr lang="ko-KR" altLang="en-US" sz="900" b="1" dirty="0"/>
          </a:p>
        </p:txBody>
      </p:sp>
      <p:sp>
        <p:nvSpPr>
          <p:cNvPr id="24" name="사각형: 둥근 모서리 12">
            <a:extLst>
              <a:ext uri="{FF2B5EF4-FFF2-40B4-BE49-F238E27FC236}">
                <a16:creationId xmlns:a16="http://schemas.microsoft.com/office/drawing/2014/main" id="{48374CF0-058A-299E-0BC7-6E999D727D00}"/>
              </a:ext>
            </a:extLst>
          </p:cNvPr>
          <p:cNvSpPr/>
          <p:nvPr/>
        </p:nvSpPr>
        <p:spPr>
          <a:xfrm>
            <a:off x="1620604" y="1247824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ReferenceGrant</a:t>
            </a:r>
            <a:endParaRPr lang="ko-KR" altLang="en-US" sz="900" b="1" dirty="0"/>
          </a:p>
        </p:txBody>
      </p:sp>
      <p:sp>
        <p:nvSpPr>
          <p:cNvPr id="25" name="사각형: 둥근 모서리 12">
            <a:extLst>
              <a:ext uri="{FF2B5EF4-FFF2-40B4-BE49-F238E27FC236}">
                <a16:creationId xmlns:a16="http://schemas.microsoft.com/office/drawing/2014/main" id="{1B125035-39F8-68DA-444F-18D54D76A50F}"/>
              </a:ext>
            </a:extLst>
          </p:cNvPr>
          <p:cNvSpPr/>
          <p:nvPr/>
        </p:nvSpPr>
        <p:spPr>
          <a:xfrm>
            <a:off x="3203848" y="611859"/>
            <a:ext cx="5051330" cy="1527843"/>
          </a:xfrm>
          <a:prstGeom prst="roundRect">
            <a:avLst>
              <a:gd name="adj" fmla="val 857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Pod</a:t>
            </a:r>
            <a:endParaRPr lang="ko-KR" altLang="en-US" sz="900" b="1" dirty="0"/>
          </a:p>
        </p:txBody>
      </p:sp>
      <p:sp>
        <p:nvSpPr>
          <p:cNvPr id="29" name="사각형: 둥근 모서리 12">
            <a:extLst>
              <a:ext uri="{FF2B5EF4-FFF2-40B4-BE49-F238E27FC236}">
                <a16:creationId xmlns:a16="http://schemas.microsoft.com/office/drawing/2014/main" id="{1BDAE1FF-7872-F46E-4577-1DF8937322FA}"/>
              </a:ext>
            </a:extLst>
          </p:cNvPr>
          <p:cNvSpPr/>
          <p:nvPr/>
        </p:nvSpPr>
        <p:spPr>
          <a:xfrm>
            <a:off x="4538638" y="72142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API</a:t>
            </a:r>
            <a:endParaRPr lang="ko-KR" altLang="en-US" sz="900" b="1" dirty="0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614898B4-D74C-56F0-8920-D520D42666CB}"/>
              </a:ext>
            </a:extLst>
          </p:cNvPr>
          <p:cNvSpPr/>
          <p:nvPr/>
        </p:nvSpPr>
        <p:spPr>
          <a:xfrm>
            <a:off x="5777773" y="721422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crdclient</a:t>
            </a:r>
            <a:endParaRPr lang="ko-KR" altLang="en-US" sz="900" b="1" dirty="0"/>
          </a:p>
        </p:txBody>
      </p:sp>
      <p:sp>
        <p:nvSpPr>
          <p:cNvPr id="32" name="사각형: 둥근 모서리 12">
            <a:extLst>
              <a:ext uri="{FF2B5EF4-FFF2-40B4-BE49-F238E27FC236}">
                <a16:creationId xmlns:a16="http://schemas.microsoft.com/office/drawing/2014/main" id="{C67D12CC-85A4-EEC9-5A80-101D252026DF}"/>
              </a:ext>
            </a:extLst>
          </p:cNvPr>
          <p:cNvSpPr/>
          <p:nvPr/>
        </p:nvSpPr>
        <p:spPr>
          <a:xfrm>
            <a:off x="7016908" y="72142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 Registry</a:t>
            </a:r>
            <a:endParaRPr lang="ko-KR" altLang="en-US" sz="900" b="1" dirty="0"/>
          </a:p>
        </p:txBody>
      </p:sp>
      <p:sp>
        <p:nvSpPr>
          <p:cNvPr id="33" name="사각형: 둥근 모서리 12">
            <a:extLst>
              <a:ext uri="{FF2B5EF4-FFF2-40B4-BE49-F238E27FC236}">
                <a16:creationId xmlns:a16="http://schemas.microsoft.com/office/drawing/2014/main" id="{A6B5F0B2-0F3E-02C6-8CD3-00F3ABE6EFE0}"/>
              </a:ext>
            </a:extLst>
          </p:cNvPr>
          <p:cNvSpPr/>
          <p:nvPr/>
        </p:nvSpPr>
        <p:spPr>
          <a:xfrm>
            <a:off x="3301524" y="72142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API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2238671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6138E-B7F9-A744-319C-9517CC135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9EFD680A-7587-F42D-6458-FE279FE4EFB3}"/>
              </a:ext>
            </a:extLst>
          </p:cNvPr>
          <p:cNvSpPr/>
          <p:nvPr/>
        </p:nvSpPr>
        <p:spPr>
          <a:xfrm>
            <a:off x="5139179" y="73542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Vendor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84BFE2DA-0DFB-9807-B0BE-901AAD50146A}"/>
              </a:ext>
            </a:extLst>
          </p:cNvPr>
          <p:cNvSpPr/>
          <p:nvPr/>
        </p:nvSpPr>
        <p:spPr>
          <a:xfrm>
            <a:off x="3056578" y="1792126"/>
            <a:ext cx="5304640" cy="1545936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Gateway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A2F227FF-6FD7-7013-B2F7-5FE8635BF197}"/>
              </a:ext>
            </a:extLst>
          </p:cNvPr>
          <p:cNvSpPr/>
          <p:nvPr/>
        </p:nvSpPr>
        <p:spPr>
          <a:xfrm>
            <a:off x="4482222" y="209191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831D30BE-39BA-CF43-7E34-812FE651E33E}"/>
              </a:ext>
            </a:extLst>
          </p:cNvPr>
          <p:cNvSpPr/>
          <p:nvPr/>
        </p:nvSpPr>
        <p:spPr>
          <a:xfrm>
            <a:off x="5796136" y="209190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EAEB97A0-C060-3797-A37B-3A14DB3DC5FA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5051941" y="1186933"/>
            <a:ext cx="656957" cy="9049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DDCEF51F-70BE-C7F2-8C2B-E07E88DCC7BD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5708898" y="1186933"/>
            <a:ext cx="656957" cy="904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ADD21830-1978-9716-5C83-D503339569A3}"/>
              </a:ext>
            </a:extLst>
          </p:cNvPr>
          <p:cNvSpPr/>
          <p:nvPr/>
        </p:nvSpPr>
        <p:spPr>
          <a:xfrm>
            <a:off x="2463800" y="3524900"/>
            <a:ext cx="6489700" cy="1495118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App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2F27FFD2-C981-7741-EAB8-E3CC2F4337A0}"/>
              </a:ext>
            </a:extLst>
          </p:cNvPr>
          <p:cNvSpPr/>
          <p:nvPr/>
        </p:nvSpPr>
        <p:spPr>
          <a:xfrm>
            <a:off x="6770451" y="1102094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Controller</a:t>
            </a:r>
            <a:r>
              <a:rPr lang="en-US" altLang="ko-KR" sz="900" b="1"/>
              <a:t> </a:t>
            </a:r>
            <a:br>
              <a:rPr lang="en-US" altLang="ko-KR" sz="900" b="1"/>
            </a:br>
            <a:r>
              <a:rPr lang="en-US" altLang="ko-KR" sz="900" b="1"/>
              <a:t>Deployment</a:t>
            </a:r>
            <a:endParaRPr lang="ko-KR" altLang="en-US" sz="900" b="1" dirty="0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CE04DC4C-BEF4-9F30-D347-F66C1AD39D5D}"/>
              </a:ext>
            </a:extLst>
          </p:cNvPr>
          <p:cNvCxnSpPr>
            <a:cxnSpLocks/>
            <a:stCxn id="4" idx="3"/>
            <a:endCxn id="18" idx="1"/>
          </p:cNvCxnSpPr>
          <p:nvPr/>
        </p:nvCxnSpPr>
        <p:spPr>
          <a:xfrm>
            <a:off x="6278617" y="961178"/>
            <a:ext cx="491834" cy="36667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68FFADBB-95F2-3940-BFB9-8811FE12F2E5}"/>
              </a:ext>
            </a:extLst>
          </p:cNvPr>
          <p:cNvSpPr/>
          <p:nvPr/>
        </p:nvSpPr>
        <p:spPr>
          <a:xfrm>
            <a:off x="7110050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A4EA9A61-19CF-A415-E26F-4EAFE7C5A447}"/>
              </a:ext>
            </a:extLst>
          </p:cNvPr>
          <p:cNvSpPr/>
          <p:nvPr/>
        </p:nvSpPr>
        <p:spPr>
          <a:xfrm>
            <a:off x="3168308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A3B497E2-FBEB-4A2A-8215-4F5F89F10B02}"/>
              </a:ext>
            </a:extLst>
          </p:cNvPr>
          <p:cNvCxnSpPr>
            <a:cxnSpLocks/>
            <a:stCxn id="18" idx="2"/>
            <a:endCxn id="27" idx="0"/>
          </p:cNvCxnSpPr>
          <p:nvPr/>
        </p:nvCxnSpPr>
        <p:spPr>
          <a:xfrm flipH="1">
            <a:off x="3738027" y="1553605"/>
            <a:ext cx="3602143" cy="5383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F96BB30F-8013-6917-3287-F71B8A4955C1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>
            <a:off x="7340170" y="1553605"/>
            <a:ext cx="339599" cy="5383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96">
            <a:extLst>
              <a:ext uri="{FF2B5EF4-FFF2-40B4-BE49-F238E27FC236}">
                <a16:creationId xmlns:a16="http://schemas.microsoft.com/office/drawing/2014/main" id="{03EC2A3E-26F5-9355-4DEF-64A3A2AD5179}"/>
              </a:ext>
            </a:extLst>
          </p:cNvPr>
          <p:cNvCxnSpPr>
            <a:cxnSpLocks/>
            <a:stCxn id="5" idx="1"/>
            <a:endCxn id="27" idx="3"/>
          </p:cNvCxnSpPr>
          <p:nvPr/>
        </p:nvCxnSpPr>
        <p:spPr>
          <a:xfrm flipH="1" flipV="1">
            <a:off x="4307746" y="2317665"/>
            <a:ext cx="174476" cy="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12">
            <a:extLst>
              <a:ext uri="{FF2B5EF4-FFF2-40B4-BE49-F238E27FC236}">
                <a16:creationId xmlns:a16="http://schemas.microsoft.com/office/drawing/2014/main" id="{38C3D893-9E3C-A5D5-56F4-AF8AAA8DB397}"/>
              </a:ext>
            </a:extLst>
          </p:cNvPr>
          <p:cNvSpPr/>
          <p:nvPr/>
        </p:nvSpPr>
        <p:spPr>
          <a:xfrm>
            <a:off x="3166944" y="7482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  <a:endParaRPr lang="ko-KR" altLang="en-US" sz="900" dirty="0"/>
          </a:p>
        </p:txBody>
      </p:sp>
      <p:cxnSp>
        <p:nvCxnSpPr>
          <p:cNvPr id="42" name="직선 화살표 연결선 96">
            <a:extLst>
              <a:ext uri="{FF2B5EF4-FFF2-40B4-BE49-F238E27FC236}">
                <a16:creationId xmlns:a16="http://schemas.microsoft.com/office/drawing/2014/main" id="{0384CE22-D684-4023-A793-885A9763DF68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6935574" y="231766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사각형: 둥근 모서리 12">
            <a:extLst>
              <a:ext uri="{FF2B5EF4-FFF2-40B4-BE49-F238E27FC236}">
                <a16:creationId xmlns:a16="http://schemas.microsoft.com/office/drawing/2014/main" id="{96930A7D-5EB7-5FD3-4FC6-CF861C1BBDA2}"/>
              </a:ext>
            </a:extLst>
          </p:cNvPr>
          <p:cNvSpPr/>
          <p:nvPr/>
        </p:nvSpPr>
        <p:spPr>
          <a:xfrm>
            <a:off x="3166944" y="279252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47" name="사각형: 둥근 모서리 12">
            <a:extLst>
              <a:ext uri="{FF2B5EF4-FFF2-40B4-BE49-F238E27FC236}">
                <a16:creationId xmlns:a16="http://schemas.microsoft.com/office/drawing/2014/main" id="{3D1A2E0A-84D7-331C-617A-DF2AE07CFC38}"/>
              </a:ext>
            </a:extLst>
          </p:cNvPr>
          <p:cNvSpPr/>
          <p:nvPr/>
        </p:nvSpPr>
        <p:spPr>
          <a:xfrm>
            <a:off x="7110050" y="278928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3A7EDC53-381A-96A8-779C-F5D997F3D14C}"/>
              </a:ext>
            </a:extLst>
          </p:cNvPr>
          <p:cNvCxnSpPr>
            <a:cxnSpLocks/>
            <a:stCxn id="41" idx="2"/>
            <a:endCxn id="27" idx="0"/>
          </p:cNvCxnSpPr>
          <p:nvPr/>
        </p:nvCxnSpPr>
        <p:spPr>
          <a:xfrm>
            <a:off x="3736663" y="526334"/>
            <a:ext cx="1364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EB96FA15-BF2D-437D-EB6F-6EC58C844BCF}"/>
              </a:ext>
            </a:extLst>
          </p:cNvPr>
          <p:cNvCxnSpPr>
            <a:cxnSpLocks/>
            <a:stCxn id="41" idx="2"/>
            <a:endCxn id="26" idx="0"/>
          </p:cNvCxnSpPr>
          <p:nvPr/>
        </p:nvCxnSpPr>
        <p:spPr>
          <a:xfrm>
            <a:off x="3736663" y="526334"/>
            <a:ext cx="3943106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96">
            <a:extLst>
              <a:ext uri="{FF2B5EF4-FFF2-40B4-BE49-F238E27FC236}">
                <a16:creationId xmlns:a16="http://schemas.microsoft.com/office/drawing/2014/main" id="{5B89A2FD-5D99-7281-AA6F-CAC368A903EC}"/>
              </a:ext>
            </a:extLst>
          </p:cNvPr>
          <p:cNvCxnSpPr>
            <a:cxnSpLocks/>
            <a:stCxn id="27" idx="2"/>
            <a:endCxn id="46" idx="0"/>
          </p:cNvCxnSpPr>
          <p:nvPr/>
        </p:nvCxnSpPr>
        <p:spPr>
          <a:xfrm flipH="1">
            <a:off x="3736663" y="2543420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96">
            <a:extLst>
              <a:ext uri="{FF2B5EF4-FFF2-40B4-BE49-F238E27FC236}">
                <a16:creationId xmlns:a16="http://schemas.microsoft.com/office/drawing/2014/main" id="{2CEB00BE-1A1F-01A4-C82C-3B3FBB4D5310}"/>
              </a:ext>
            </a:extLst>
          </p:cNvPr>
          <p:cNvCxnSpPr>
            <a:cxnSpLocks/>
            <a:stCxn id="26" idx="2"/>
            <a:endCxn id="47" idx="0"/>
          </p:cNvCxnSpPr>
          <p:nvPr/>
        </p:nvCxnSpPr>
        <p:spPr>
          <a:xfrm>
            <a:off x="7679769" y="2543420"/>
            <a:ext cx="0" cy="24586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연결선[R] 103">
            <a:extLst>
              <a:ext uri="{FF2B5EF4-FFF2-40B4-BE49-F238E27FC236}">
                <a16:creationId xmlns:a16="http://schemas.microsoft.com/office/drawing/2014/main" id="{790F6168-8BC7-43DB-05BF-6005E86FD48B}"/>
              </a:ext>
            </a:extLst>
          </p:cNvPr>
          <p:cNvCxnSpPr>
            <a:cxnSpLocks/>
          </p:cNvCxnSpPr>
          <p:nvPr/>
        </p:nvCxnSpPr>
        <p:spPr>
          <a:xfrm>
            <a:off x="1043608" y="1399538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[R] 107">
            <a:extLst>
              <a:ext uri="{FF2B5EF4-FFF2-40B4-BE49-F238E27FC236}">
                <a16:creationId xmlns:a16="http://schemas.microsoft.com/office/drawing/2014/main" id="{F71456EE-F50A-E50F-2776-C06B2A68AB0F}"/>
              </a:ext>
            </a:extLst>
          </p:cNvPr>
          <p:cNvCxnSpPr>
            <a:cxnSpLocks/>
          </p:cNvCxnSpPr>
          <p:nvPr/>
        </p:nvCxnSpPr>
        <p:spPr>
          <a:xfrm>
            <a:off x="1043608" y="3428311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3D29B0FA-02CA-345F-9889-773FD94F087A}"/>
              </a:ext>
            </a:extLst>
          </p:cNvPr>
          <p:cNvSpPr/>
          <p:nvPr/>
        </p:nvSpPr>
        <p:spPr>
          <a:xfrm>
            <a:off x="4482222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109" name="사각형: 둥근 모서리 12">
            <a:extLst>
              <a:ext uri="{FF2B5EF4-FFF2-40B4-BE49-F238E27FC236}">
                <a16:creationId xmlns:a16="http://schemas.microsoft.com/office/drawing/2014/main" id="{BBF9B658-D358-F7D2-7A1B-ECEBA47A84CA}"/>
              </a:ext>
            </a:extLst>
          </p:cNvPr>
          <p:cNvSpPr/>
          <p:nvPr/>
        </p:nvSpPr>
        <p:spPr>
          <a:xfrm>
            <a:off x="5796135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GRPCRoute</a:t>
            </a:r>
            <a:endParaRPr lang="ko-KR" altLang="en-US" sz="900" b="1" dirty="0"/>
          </a:p>
        </p:txBody>
      </p:sp>
      <p:sp>
        <p:nvSpPr>
          <p:cNvPr id="110" name="사각형: 둥근 모서리 12">
            <a:extLst>
              <a:ext uri="{FF2B5EF4-FFF2-40B4-BE49-F238E27FC236}">
                <a16:creationId xmlns:a16="http://schemas.microsoft.com/office/drawing/2014/main" id="{ED5C6333-E9E4-D31A-95EB-30A7BE5EDADE}"/>
              </a:ext>
            </a:extLst>
          </p:cNvPr>
          <p:cNvSpPr/>
          <p:nvPr/>
        </p:nvSpPr>
        <p:spPr>
          <a:xfrm>
            <a:off x="3847030" y="448677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TLSRoute</a:t>
            </a:r>
            <a:endParaRPr lang="ko-KR" altLang="en-US" sz="900" b="1" dirty="0"/>
          </a:p>
        </p:txBody>
      </p:sp>
      <p:sp>
        <p:nvSpPr>
          <p:cNvPr id="111" name="사각형: 둥근 모서리 12">
            <a:extLst>
              <a:ext uri="{FF2B5EF4-FFF2-40B4-BE49-F238E27FC236}">
                <a16:creationId xmlns:a16="http://schemas.microsoft.com/office/drawing/2014/main" id="{1CABD05F-AFF9-53EB-CAC3-5D41BC4CD7FE}"/>
              </a:ext>
            </a:extLst>
          </p:cNvPr>
          <p:cNvSpPr/>
          <p:nvPr/>
        </p:nvSpPr>
        <p:spPr>
          <a:xfrm>
            <a:off x="5138497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TCPRoute</a:t>
            </a:r>
            <a:endParaRPr lang="ko-KR" altLang="en-US" sz="900" b="1" dirty="0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78558C94-1C9C-220E-0F8B-D623394F2557}"/>
              </a:ext>
            </a:extLst>
          </p:cNvPr>
          <p:cNvSpPr/>
          <p:nvPr/>
        </p:nvSpPr>
        <p:spPr>
          <a:xfrm>
            <a:off x="6429964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UDPRoute</a:t>
            </a:r>
            <a:endParaRPr lang="ko-KR" altLang="en-US" sz="900" b="1" dirty="0"/>
          </a:p>
        </p:txBody>
      </p:sp>
      <p:sp>
        <p:nvSpPr>
          <p:cNvPr id="118" name="사각형: 둥근 모서리 12">
            <a:extLst>
              <a:ext uri="{FF2B5EF4-FFF2-40B4-BE49-F238E27FC236}">
                <a16:creationId xmlns:a16="http://schemas.microsoft.com/office/drawing/2014/main" id="{6AA5B075-9396-3EDA-5D6E-C44CB0840581}"/>
              </a:ext>
            </a:extLst>
          </p:cNvPr>
          <p:cNvSpPr/>
          <p:nvPr/>
        </p:nvSpPr>
        <p:spPr>
          <a:xfrm>
            <a:off x="3168308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21" name="사각형: 둥근 모서리 12">
            <a:extLst>
              <a:ext uri="{FF2B5EF4-FFF2-40B4-BE49-F238E27FC236}">
                <a16:creationId xmlns:a16="http://schemas.microsoft.com/office/drawing/2014/main" id="{62BE5D10-8762-1350-49E8-B58E63440310}"/>
              </a:ext>
            </a:extLst>
          </p:cNvPr>
          <p:cNvSpPr/>
          <p:nvPr/>
        </p:nvSpPr>
        <p:spPr>
          <a:xfrm>
            <a:off x="2551546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22" name="직선 화살표 연결선 96">
            <a:extLst>
              <a:ext uri="{FF2B5EF4-FFF2-40B4-BE49-F238E27FC236}">
                <a16:creationId xmlns:a16="http://schemas.microsoft.com/office/drawing/2014/main" id="{6A422107-D30E-CCD2-41D0-E44F14649CD8}"/>
              </a:ext>
            </a:extLst>
          </p:cNvPr>
          <p:cNvCxnSpPr>
            <a:cxnSpLocks/>
            <a:stCxn id="46" idx="2"/>
            <a:endCxn id="118" idx="0"/>
          </p:cNvCxnSpPr>
          <p:nvPr/>
        </p:nvCxnSpPr>
        <p:spPr>
          <a:xfrm>
            <a:off x="3736663" y="3244040"/>
            <a:ext cx="1364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86E9EB64-9F2F-E167-271A-27D17D417619}"/>
              </a:ext>
            </a:extLst>
          </p:cNvPr>
          <p:cNvCxnSpPr>
            <a:cxnSpLocks/>
            <a:stCxn id="118" idx="2"/>
            <a:endCxn id="121" idx="0"/>
          </p:cNvCxnSpPr>
          <p:nvPr/>
        </p:nvCxnSpPr>
        <p:spPr>
          <a:xfrm flipH="1">
            <a:off x="3121265" y="4288030"/>
            <a:ext cx="616762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7FDE4D0C-874C-B033-9061-62E3B84E3C57}"/>
              </a:ext>
            </a:extLst>
          </p:cNvPr>
          <p:cNvCxnSpPr>
            <a:cxnSpLocks/>
            <a:stCxn id="17" idx="0"/>
            <a:endCxn id="5" idx="2"/>
          </p:cNvCxnSpPr>
          <p:nvPr/>
        </p:nvCxnSpPr>
        <p:spPr>
          <a:xfrm flipV="1">
            <a:off x="5051941" y="2543421"/>
            <a:ext cx="0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96">
            <a:extLst>
              <a:ext uri="{FF2B5EF4-FFF2-40B4-BE49-F238E27FC236}">
                <a16:creationId xmlns:a16="http://schemas.microsoft.com/office/drawing/2014/main" id="{1B9D28CC-6F39-98B0-7690-D6564960B6BF}"/>
              </a:ext>
            </a:extLst>
          </p:cNvPr>
          <p:cNvCxnSpPr>
            <a:cxnSpLocks/>
            <a:stCxn id="110" idx="0"/>
            <a:endCxn id="5" idx="2"/>
          </p:cNvCxnSpPr>
          <p:nvPr/>
        </p:nvCxnSpPr>
        <p:spPr>
          <a:xfrm flipV="1">
            <a:off x="4416749" y="2543421"/>
            <a:ext cx="635192" cy="19433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AED208B3-F4FB-3FED-DE61-0AA6E495259C}"/>
              </a:ext>
            </a:extLst>
          </p:cNvPr>
          <p:cNvCxnSpPr>
            <a:cxnSpLocks/>
            <a:stCxn id="109" idx="0"/>
            <a:endCxn id="8" idx="2"/>
          </p:cNvCxnSpPr>
          <p:nvPr/>
        </p:nvCxnSpPr>
        <p:spPr>
          <a:xfrm flipV="1">
            <a:off x="6365854" y="2543420"/>
            <a:ext cx="1" cy="12930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96">
            <a:extLst>
              <a:ext uri="{FF2B5EF4-FFF2-40B4-BE49-F238E27FC236}">
                <a16:creationId xmlns:a16="http://schemas.microsoft.com/office/drawing/2014/main" id="{7A26AA1A-5A40-4CD0-5797-8A620C71E9BF}"/>
              </a:ext>
            </a:extLst>
          </p:cNvPr>
          <p:cNvCxnSpPr>
            <a:cxnSpLocks/>
            <a:stCxn id="17" idx="1"/>
            <a:endCxn id="118" idx="3"/>
          </p:cNvCxnSpPr>
          <p:nvPr/>
        </p:nvCxnSpPr>
        <p:spPr>
          <a:xfrm flipH="1">
            <a:off x="4307746" y="406227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96">
            <a:extLst>
              <a:ext uri="{FF2B5EF4-FFF2-40B4-BE49-F238E27FC236}">
                <a16:creationId xmlns:a16="http://schemas.microsoft.com/office/drawing/2014/main" id="{11FC039A-4E4D-58FD-93BA-33747232FB50}"/>
              </a:ext>
            </a:extLst>
          </p:cNvPr>
          <p:cNvCxnSpPr>
            <a:cxnSpLocks/>
            <a:stCxn id="110" idx="0"/>
            <a:endCxn id="118" idx="3"/>
          </p:cNvCxnSpPr>
          <p:nvPr/>
        </p:nvCxnSpPr>
        <p:spPr>
          <a:xfrm flipH="1" flipV="1">
            <a:off x="4307746" y="4062275"/>
            <a:ext cx="109003" cy="42449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사각형: 둥근 모서리 12">
            <a:extLst>
              <a:ext uri="{FF2B5EF4-FFF2-40B4-BE49-F238E27FC236}">
                <a16:creationId xmlns:a16="http://schemas.microsoft.com/office/drawing/2014/main" id="{8AB0D666-DE7C-90A0-B16D-6AFF35960296}"/>
              </a:ext>
            </a:extLst>
          </p:cNvPr>
          <p:cNvSpPr/>
          <p:nvPr/>
        </p:nvSpPr>
        <p:spPr>
          <a:xfrm>
            <a:off x="7110047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73" name="사각형: 둥근 모서리 12">
            <a:extLst>
              <a:ext uri="{FF2B5EF4-FFF2-40B4-BE49-F238E27FC236}">
                <a16:creationId xmlns:a16="http://schemas.microsoft.com/office/drawing/2014/main" id="{CB0076B6-87A5-CBE1-51C9-D746FD5A2C61}"/>
              </a:ext>
            </a:extLst>
          </p:cNvPr>
          <p:cNvSpPr/>
          <p:nvPr/>
        </p:nvSpPr>
        <p:spPr>
          <a:xfrm>
            <a:off x="7726327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74" name="직선 화살표 연결선 96">
            <a:extLst>
              <a:ext uri="{FF2B5EF4-FFF2-40B4-BE49-F238E27FC236}">
                <a16:creationId xmlns:a16="http://schemas.microsoft.com/office/drawing/2014/main" id="{C29A78AF-EA14-FD8D-6B9E-E4ED3AC6D2EE}"/>
              </a:ext>
            </a:extLst>
          </p:cNvPr>
          <p:cNvCxnSpPr>
            <a:cxnSpLocks/>
            <a:stCxn id="111" idx="0"/>
          </p:cNvCxnSpPr>
          <p:nvPr/>
        </p:nvCxnSpPr>
        <p:spPr>
          <a:xfrm flipV="1">
            <a:off x="5708216" y="4059583"/>
            <a:ext cx="1458523" cy="4271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화살표 연결선 96">
            <a:extLst>
              <a:ext uri="{FF2B5EF4-FFF2-40B4-BE49-F238E27FC236}">
                <a16:creationId xmlns:a16="http://schemas.microsoft.com/office/drawing/2014/main" id="{4682D718-81BA-9D50-DAAF-C41B2A8BB8F5}"/>
              </a:ext>
            </a:extLst>
          </p:cNvPr>
          <p:cNvCxnSpPr>
            <a:cxnSpLocks/>
            <a:stCxn id="112" idx="0"/>
            <a:endCxn id="172" idx="1"/>
          </p:cNvCxnSpPr>
          <p:nvPr/>
        </p:nvCxnSpPr>
        <p:spPr>
          <a:xfrm flipV="1">
            <a:off x="6999683" y="4062275"/>
            <a:ext cx="110364" cy="42449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96">
            <a:extLst>
              <a:ext uri="{FF2B5EF4-FFF2-40B4-BE49-F238E27FC236}">
                <a16:creationId xmlns:a16="http://schemas.microsoft.com/office/drawing/2014/main" id="{DEBCD456-A163-2466-F936-0BEC7FDA068A}"/>
              </a:ext>
            </a:extLst>
          </p:cNvPr>
          <p:cNvCxnSpPr>
            <a:cxnSpLocks/>
            <a:stCxn id="111" idx="0"/>
            <a:endCxn id="8" idx="2"/>
          </p:cNvCxnSpPr>
          <p:nvPr/>
        </p:nvCxnSpPr>
        <p:spPr>
          <a:xfrm flipV="1">
            <a:off x="5708216" y="2543420"/>
            <a:ext cx="657639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96">
            <a:extLst>
              <a:ext uri="{FF2B5EF4-FFF2-40B4-BE49-F238E27FC236}">
                <a16:creationId xmlns:a16="http://schemas.microsoft.com/office/drawing/2014/main" id="{AF86BC7E-BBFB-C08A-13EB-8D062F9C817D}"/>
              </a:ext>
            </a:extLst>
          </p:cNvPr>
          <p:cNvCxnSpPr>
            <a:cxnSpLocks/>
            <a:stCxn id="112" idx="0"/>
            <a:endCxn id="8" idx="2"/>
          </p:cNvCxnSpPr>
          <p:nvPr/>
        </p:nvCxnSpPr>
        <p:spPr>
          <a:xfrm flipH="1" flipV="1">
            <a:off x="6365855" y="2543420"/>
            <a:ext cx="633828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96">
            <a:extLst>
              <a:ext uri="{FF2B5EF4-FFF2-40B4-BE49-F238E27FC236}">
                <a16:creationId xmlns:a16="http://schemas.microsoft.com/office/drawing/2014/main" id="{C778E6E3-155C-2B3C-A412-E7F883E45707}"/>
              </a:ext>
            </a:extLst>
          </p:cNvPr>
          <p:cNvCxnSpPr>
            <a:cxnSpLocks/>
            <a:stCxn id="109" idx="3"/>
            <a:endCxn id="172" idx="1"/>
          </p:cNvCxnSpPr>
          <p:nvPr/>
        </p:nvCxnSpPr>
        <p:spPr>
          <a:xfrm>
            <a:off x="6935573" y="4062275"/>
            <a:ext cx="174474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직선 화살표 연결선 96">
            <a:extLst>
              <a:ext uri="{FF2B5EF4-FFF2-40B4-BE49-F238E27FC236}">
                <a16:creationId xmlns:a16="http://schemas.microsoft.com/office/drawing/2014/main" id="{AD9625BD-D3C2-D576-741D-D16887E5A6F5}"/>
              </a:ext>
            </a:extLst>
          </p:cNvPr>
          <p:cNvCxnSpPr>
            <a:cxnSpLocks/>
            <a:stCxn id="47" idx="2"/>
            <a:endCxn id="172" idx="0"/>
          </p:cNvCxnSpPr>
          <p:nvPr/>
        </p:nvCxnSpPr>
        <p:spPr>
          <a:xfrm flipH="1">
            <a:off x="7679766" y="3240797"/>
            <a:ext cx="3" cy="59572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96">
            <a:extLst>
              <a:ext uri="{FF2B5EF4-FFF2-40B4-BE49-F238E27FC236}">
                <a16:creationId xmlns:a16="http://schemas.microsoft.com/office/drawing/2014/main" id="{8AAE2936-0B69-FDD5-6BCB-A7DA14A8B25C}"/>
              </a:ext>
            </a:extLst>
          </p:cNvPr>
          <p:cNvCxnSpPr>
            <a:cxnSpLocks/>
            <a:stCxn id="172" idx="2"/>
            <a:endCxn id="173" idx="0"/>
          </p:cNvCxnSpPr>
          <p:nvPr/>
        </p:nvCxnSpPr>
        <p:spPr>
          <a:xfrm>
            <a:off x="7679766" y="4288030"/>
            <a:ext cx="616280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직선 연결선[R] 200">
            <a:extLst>
              <a:ext uri="{FF2B5EF4-FFF2-40B4-BE49-F238E27FC236}">
                <a16:creationId xmlns:a16="http://schemas.microsoft.com/office/drawing/2014/main" id="{32DEFF31-533F-FC5C-530D-899C69FE8A4F}"/>
              </a:ext>
            </a:extLst>
          </p:cNvPr>
          <p:cNvCxnSpPr>
            <a:cxnSpLocks/>
          </p:cNvCxnSpPr>
          <p:nvPr/>
        </p:nvCxnSpPr>
        <p:spPr>
          <a:xfrm>
            <a:off x="1048324" y="627534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직선 화살표 연결선 96">
            <a:extLst>
              <a:ext uri="{FF2B5EF4-FFF2-40B4-BE49-F238E27FC236}">
                <a16:creationId xmlns:a16="http://schemas.microsoft.com/office/drawing/2014/main" id="{C5C2236D-B30F-52B8-EE1B-D557D8B20245}"/>
              </a:ext>
            </a:extLst>
          </p:cNvPr>
          <p:cNvCxnSpPr>
            <a:cxnSpLocks/>
          </p:cNvCxnSpPr>
          <p:nvPr/>
        </p:nvCxnSpPr>
        <p:spPr>
          <a:xfrm>
            <a:off x="4572560" y="300578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TextBox 211">
            <a:extLst>
              <a:ext uri="{FF2B5EF4-FFF2-40B4-BE49-F238E27FC236}">
                <a16:creationId xmlns:a16="http://schemas.microsoft.com/office/drawing/2014/main" id="{8F32F4C5-E9C6-C0E0-8B03-E1CA9BFC3381}"/>
              </a:ext>
            </a:extLst>
          </p:cNvPr>
          <p:cNvSpPr txBox="1"/>
          <p:nvPr/>
        </p:nvSpPr>
        <p:spPr>
          <a:xfrm>
            <a:off x="4868303" y="19080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14" name="직선 화살표 연결선 96">
            <a:extLst>
              <a:ext uri="{FF2B5EF4-FFF2-40B4-BE49-F238E27FC236}">
                <a16:creationId xmlns:a16="http://schemas.microsoft.com/office/drawing/2014/main" id="{16A84568-2E1D-7795-04DA-0E50C41DF7E8}"/>
              </a:ext>
            </a:extLst>
          </p:cNvPr>
          <p:cNvCxnSpPr>
            <a:cxnSpLocks/>
          </p:cNvCxnSpPr>
          <p:nvPr/>
        </p:nvCxnSpPr>
        <p:spPr>
          <a:xfrm>
            <a:off x="5691416" y="303274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746AC063-BD48-81A7-B991-1815CAA03592}"/>
              </a:ext>
            </a:extLst>
          </p:cNvPr>
          <p:cNvSpPr txBox="1"/>
          <p:nvPr/>
        </p:nvSpPr>
        <p:spPr>
          <a:xfrm>
            <a:off x="5987159" y="193504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16" name="직선 화살표 연결선 96">
            <a:extLst>
              <a:ext uri="{FF2B5EF4-FFF2-40B4-BE49-F238E27FC236}">
                <a16:creationId xmlns:a16="http://schemas.microsoft.com/office/drawing/2014/main" id="{0C361C4C-35CE-C65E-7FAB-CE6E4F45045C}"/>
              </a:ext>
            </a:extLst>
          </p:cNvPr>
          <p:cNvCxnSpPr>
            <a:cxnSpLocks/>
            <a:stCxn id="18" idx="2"/>
            <a:endCxn id="47" idx="0"/>
          </p:cNvCxnSpPr>
          <p:nvPr/>
        </p:nvCxnSpPr>
        <p:spPr>
          <a:xfrm>
            <a:off x="7340170" y="1553605"/>
            <a:ext cx="339599" cy="1235681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96">
            <a:extLst>
              <a:ext uri="{FF2B5EF4-FFF2-40B4-BE49-F238E27FC236}">
                <a16:creationId xmlns:a16="http://schemas.microsoft.com/office/drawing/2014/main" id="{CDBB4D40-617E-DF4F-B05C-9ECF605CD4B5}"/>
              </a:ext>
            </a:extLst>
          </p:cNvPr>
          <p:cNvCxnSpPr>
            <a:cxnSpLocks/>
            <a:stCxn id="18" idx="2"/>
            <a:endCxn id="46" idx="0"/>
          </p:cNvCxnSpPr>
          <p:nvPr/>
        </p:nvCxnSpPr>
        <p:spPr>
          <a:xfrm flipH="1">
            <a:off x="3736663" y="1553605"/>
            <a:ext cx="3603507" cy="123892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직선 화살표 연결선 96">
            <a:extLst>
              <a:ext uri="{FF2B5EF4-FFF2-40B4-BE49-F238E27FC236}">
                <a16:creationId xmlns:a16="http://schemas.microsoft.com/office/drawing/2014/main" id="{4D8FF50B-B6D9-9A20-8398-128DC33FBC86}"/>
              </a:ext>
            </a:extLst>
          </p:cNvPr>
          <p:cNvCxnSpPr>
            <a:cxnSpLocks/>
            <a:stCxn id="5" idx="1"/>
            <a:endCxn id="46" idx="3"/>
          </p:cNvCxnSpPr>
          <p:nvPr/>
        </p:nvCxnSpPr>
        <p:spPr>
          <a:xfrm flipH="1">
            <a:off x="4306382" y="2317666"/>
            <a:ext cx="175840" cy="70061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직선 화살표 연결선 96">
            <a:extLst>
              <a:ext uri="{FF2B5EF4-FFF2-40B4-BE49-F238E27FC236}">
                <a16:creationId xmlns:a16="http://schemas.microsoft.com/office/drawing/2014/main" id="{9FF3F387-7D0A-6040-E218-5678A507DA12}"/>
              </a:ext>
            </a:extLst>
          </p:cNvPr>
          <p:cNvCxnSpPr>
            <a:cxnSpLocks/>
            <a:stCxn id="8" idx="3"/>
            <a:endCxn id="47" idx="1"/>
          </p:cNvCxnSpPr>
          <p:nvPr/>
        </p:nvCxnSpPr>
        <p:spPr>
          <a:xfrm>
            <a:off x="6935574" y="2317665"/>
            <a:ext cx="174476" cy="697377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직선 화살표 연결선 96">
            <a:extLst>
              <a:ext uri="{FF2B5EF4-FFF2-40B4-BE49-F238E27FC236}">
                <a16:creationId xmlns:a16="http://schemas.microsoft.com/office/drawing/2014/main" id="{A6266F0E-F76D-EE71-1817-6154F7C0C843}"/>
              </a:ext>
            </a:extLst>
          </p:cNvPr>
          <p:cNvCxnSpPr>
            <a:cxnSpLocks/>
          </p:cNvCxnSpPr>
          <p:nvPr/>
        </p:nvCxnSpPr>
        <p:spPr>
          <a:xfrm>
            <a:off x="6627325" y="300578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TextBox 228">
            <a:extLst>
              <a:ext uri="{FF2B5EF4-FFF2-40B4-BE49-F238E27FC236}">
                <a16:creationId xmlns:a16="http://schemas.microsoft.com/office/drawing/2014/main" id="{7B75A541-3FE2-1958-EB0E-31FA2AD816B9}"/>
              </a:ext>
            </a:extLst>
          </p:cNvPr>
          <p:cNvSpPr txBox="1"/>
          <p:nvPr/>
        </p:nvSpPr>
        <p:spPr>
          <a:xfrm>
            <a:off x="6923068" y="190808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97F07993-CD40-C9BC-1F1A-9409085A38BA}"/>
              </a:ext>
            </a:extLst>
          </p:cNvPr>
          <p:cNvSpPr txBox="1"/>
          <p:nvPr/>
        </p:nvSpPr>
        <p:spPr>
          <a:xfrm>
            <a:off x="1639312" y="828870"/>
            <a:ext cx="953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/>
              <a:t>Infrastructure Provide</a:t>
            </a:r>
            <a:endParaRPr lang="en-KR" sz="900" b="1"/>
          </a:p>
        </p:txBody>
      </p:sp>
      <p:pic>
        <p:nvPicPr>
          <p:cNvPr id="246" name="그림 245" descr="사람 아이콘 일러스트 | Canva">
            <a:extLst>
              <a:ext uri="{FF2B5EF4-FFF2-40B4-BE49-F238E27FC236}">
                <a16:creationId xmlns:a16="http://schemas.microsoft.com/office/drawing/2014/main" id="{5FDB22C0-3E98-E7AD-CDB1-02587E6214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013" y="836246"/>
            <a:ext cx="315254" cy="354581"/>
          </a:xfrm>
          <a:prstGeom prst="rect">
            <a:avLst/>
          </a:prstGeom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60590BF2-558C-DCF8-6C1F-202126A136A5}"/>
              </a:ext>
            </a:extLst>
          </p:cNvPr>
          <p:cNvSpPr txBox="1"/>
          <p:nvPr/>
        </p:nvSpPr>
        <p:spPr>
          <a:xfrm>
            <a:off x="1644008" y="2211750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Cluster</a:t>
            </a:r>
            <a:br>
              <a:rPr lang="en-US" altLang="ko-KR" sz="900" b="1"/>
            </a:br>
            <a:r>
              <a:rPr lang="en-US" altLang="ko-KR" sz="900" b="1"/>
              <a:t>Operator</a:t>
            </a:r>
            <a:endParaRPr lang="en-KR" sz="900" b="1"/>
          </a:p>
        </p:txBody>
      </p:sp>
      <p:pic>
        <p:nvPicPr>
          <p:cNvPr id="248" name="그림 247" descr="사람 아이콘 일러스트 | Canva">
            <a:extLst>
              <a:ext uri="{FF2B5EF4-FFF2-40B4-BE49-F238E27FC236}">
                <a16:creationId xmlns:a16="http://schemas.microsoft.com/office/drawing/2014/main" id="{B7AE7DC9-4F18-E4BC-FBBF-468EDA383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2219126"/>
            <a:ext cx="315254" cy="354581"/>
          </a:xfrm>
          <a:prstGeom prst="rect">
            <a:avLst/>
          </a:prstGeom>
        </p:spPr>
      </p:pic>
      <p:sp>
        <p:nvSpPr>
          <p:cNvPr id="249" name="TextBox 248">
            <a:extLst>
              <a:ext uri="{FF2B5EF4-FFF2-40B4-BE49-F238E27FC236}">
                <a16:creationId xmlns:a16="http://schemas.microsoft.com/office/drawing/2014/main" id="{DB59CBA1-ECE6-D2E0-A39D-EF87C6ACF13B}"/>
              </a:ext>
            </a:extLst>
          </p:cNvPr>
          <p:cNvSpPr txBox="1"/>
          <p:nvPr/>
        </p:nvSpPr>
        <p:spPr>
          <a:xfrm>
            <a:off x="1644008" y="4059583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App</a:t>
            </a:r>
            <a:br>
              <a:rPr lang="en-US" altLang="ko-KR" sz="900" b="1"/>
            </a:br>
            <a:r>
              <a:rPr lang="en-US" altLang="ko-KR" sz="900" b="1"/>
              <a:t>Developer</a:t>
            </a:r>
            <a:endParaRPr lang="en-KR" sz="900"/>
          </a:p>
        </p:txBody>
      </p:sp>
      <p:pic>
        <p:nvPicPr>
          <p:cNvPr id="250" name="그림 249" descr="사람 아이콘 일러스트 | Canva">
            <a:extLst>
              <a:ext uri="{FF2B5EF4-FFF2-40B4-BE49-F238E27FC236}">
                <a16:creationId xmlns:a16="http://schemas.microsoft.com/office/drawing/2014/main" id="{4BEF61D5-CBBB-8317-39DF-12DE42A781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4066959"/>
            <a:ext cx="315254" cy="354581"/>
          </a:xfrm>
          <a:prstGeom prst="rect">
            <a:avLst/>
          </a:prstGeom>
        </p:spPr>
      </p:pic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5464C3F6-C12B-7AFE-FD25-89EAC7EB6680}"/>
              </a:ext>
            </a:extLst>
          </p:cNvPr>
          <p:cNvSpPr/>
          <p:nvPr/>
        </p:nvSpPr>
        <p:spPr>
          <a:xfrm>
            <a:off x="6647429" y="693167"/>
            <a:ext cx="1385482" cy="951484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Controller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</p:spTree>
    <p:extLst>
      <p:ext uri="{BB962C8B-B14F-4D97-AF65-F5344CB8AC3E}">
        <p14:creationId xmlns:p14="http://schemas.microsoft.com/office/powerpoint/2010/main" val="3338504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59BC1-5116-6055-CADF-0D26579E0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8C404C4A-E7DE-7E70-0BAF-3AA53AE519B8}"/>
              </a:ext>
            </a:extLst>
          </p:cNvPr>
          <p:cNvSpPr/>
          <p:nvPr/>
        </p:nvSpPr>
        <p:spPr>
          <a:xfrm>
            <a:off x="5139179" y="73542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Vendor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C9DE4E98-26B3-3433-FE04-3C006A7E503F}"/>
              </a:ext>
            </a:extLst>
          </p:cNvPr>
          <p:cNvSpPr/>
          <p:nvPr/>
        </p:nvSpPr>
        <p:spPr>
          <a:xfrm>
            <a:off x="3056578" y="1792126"/>
            <a:ext cx="5304640" cy="1545936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Gateway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12DD745D-B22C-7174-2952-668BFAEFFD09}"/>
              </a:ext>
            </a:extLst>
          </p:cNvPr>
          <p:cNvSpPr/>
          <p:nvPr/>
        </p:nvSpPr>
        <p:spPr>
          <a:xfrm>
            <a:off x="4482222" y="209191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8F6FE35F-A5AC-1C2D-F13B-291128067207}"/>
              </a:ext>
            </a:extLst>
          </p:cNvPr>
          <p:cNvSpPr/>
          <p:nvPr/>
        </p:nvSpPr>
        <p:spPr>
          <a:xfrm>
            <a:off x="5796136" y="209190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AF4C5305-35CC-478F-635D-29DA33945794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5051941" y="1186933"/>
            <a:ext cx="656957" cy="9049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4488AA37-7E4F-64AF-F2F0-43E527EACE28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5708898" y="1186933"/>
            <a:ext cx="656957" cy="904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C4BAEE8B-D7B4-7537-D969-4714E55EF082}"/>
              </a:ext>
            </a:extLst>
          </p:cNvPr>
          <p:cNvSpPr/>
          <p:nvPr/>
        </p:nvSpPr>
        <p:spPr>
          <a:xfrm>
            <a:off x="2463800" y="3524900"/>
            <a:ext cx="6489700" cy="1495118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App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057E9180-BAA8-0DA2-9B2F-A7C6115578AF}"/>
              </a:ext>
            </a:extLst>
          </p:cNvPr>
          <p:cNvSpPr/>
          <p:nvPr/>
        </p:nvSpPr>
        <p:spPr>
          <a:xfrm>
            <a:off x="6770451" y="1102094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2">
              <a:lumMod val="9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Controller</a:t>
            </a:r>
            <a:r>
              <a:rPr lang="en-US" altLang="ko-KR" sz="900" b="1"/>
              <a:t> </a:t>
            </a:r>
            <a:br>
              <a:rPr lang="en-US" altLang="ko-KR" sz="900" b="1"/>
            </a:br>
            <a:r>
              <a:rPr lang="en-US" altLang="ko-KR" sz="900" b="1"/>
              <a:t>Deployment</a:t>
            </a:r>
            <a:endParaRPr lang="ko-KR" altLang="en-US" sz="900" b="1" dirty="0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FE78010D-9B29-5834-0A66-CAB3E9C2A171}"/>
              </a:ext>
            </a:extLst>
          </p:cNvPr>
          <p:cNvCxnSpPr>
            <a:cxnSpLocks/>
            <a:stCxn id="4" idx="3"/>
            <a:endCxn id="18" idx="1"/>
          </p:cNvCxnSpPr>
          <p:nvPr/>
        </p:nvCxnSpPr>
        <p:spPr>
          <a:xfrm>
            <a:off x="6278617" y="961178"/>
            <a:ext cx="491834" cy="36667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EEB4C84D-2FBB-0CBA-9952-9770E5A6B0FD}"/>
              </a:ext>
            </a:extLst>
          </p:cNvPr>
          <p:cNvSpPr/>
          <p:nvPr/>
        </p:nvSpPr>
        <p:spPr>
          <a:xfrm>
            <a:off x="7110050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8972F5A4-FC02-DBCA-C30C-6DD9D0423D2B}"/>
              </a:ext>
            </a:extLst>
          </p:cNvPr>
          <p:cNvSpPr/>
          <p:nvPr/>
        </p:nvSpPr>
        <p:spPr>
          <a:xfrm>
            <a:off x="3168308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30136B58-96C7-83F0-903C-18B9E710B444}"/>
              </a:ext>
            </a:extLst>
          </p:cNvPr>
          <p:cNvCxnSpPr>
            <a:cxnSpLocks/>
            <a:stCxn id="18" idx="2"/>
            <a:endCxn id="27" idx="0"/>
          </p:cNvCxnSpPr>
          <p:nvPr/>
        </p:nvCxnSpPr>
        <p:spPr>
          <a:xfrm flipH="1">
            <a:off x="3738027" y="1553605"/>
            <a:ext cx="3602143" cy="5383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C8DBF62B-619B-B28A-B612-CF57535A7ADB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>
            <a:off x="7340170" y="1553605"/>
            <a:ext cx="339599" cy="5383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96">
            <a:extLst>
              <a:ext uri="{FF2B5EF4-FFF2-40B4-BE49-F238E27FC236}">
                <a16:creationId xmlns:a16="http://schemas.microsoft.com/office/drawing/2014/main" id="{286E231A-1A74-CD62-0886-01B8619EC4A6}"/>
              </a:ext>
            </a:extLst>
          </p:cNvPr>
          <p:cNvCxnSpPr>
            <a:cxnSpLocks/>
            <a:stCxn id="5" idx="1"/>
            <a:endCxn id="27" idx="3"/>
          </p:cNvCxnSpPr>
          <p:nvPr/>
        </p:nvCxnSpPr>
        <p:spPr>
          <a:xfrm flipH="1" flipV="1">
            <a:off x="4307746" y="2317665"/>
            <a:ext cx="174476" cy="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12">
            <a:extLst>
              <a:ext uri="{FF2B5EF4-FFF2-40B4-BE49-F238E27FC236}">
                <a16:creationId xmlns:a16="http://schemas.microsoft.com/office/drawing/2014/main" id="{4303FE27-A5F9-7234-8C0E-68F5998FB877}"/>
              </a:ext>
            </a:extLst>
          </p:cNvPr>
          <p:cNvSpPr/>
          <p:nvPr/>
        </p:nvSpPr>
        <p:spPr>
          <a:xfrm>
            <a:off x="3166944" y="7482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  <a:endParaRPr lang="ko-KR" altLang="en-US" sz="900" dirty="0"/>
          </a:p>
        </p:txBody>
      </p:sp>
      <p:cxnSp>
        <p:nvCxnSpPr>
          <p:cNvPr id="42" name="직선 화살표 연결선 96">
            <a:extLst>
              <a:ext uri="{FF2B5EF4-FFF2-40B4-BE49-F238E27FC236}">
                <a16:creationId xmlns:a16="http://schemas.microsoft.com/office/drawing/2014/main" id="{AB14E79E-9C4B-6024-726B-2101AB41AE78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6935574" y="231766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사각형: 둥근 모서리 12">
            <a:extLst>
              <a:ext uri="{FF2B5EF4-FFF2-40B4-BE49-F238E27FC236}">
                <a16:creationId xmlns:a16="http://schemas.microsoft.com/office/drawing/2014/main" id="{13E130F4-7ACB-AD5E-C61A-06AD4D08CB5E}"/>
              </a:ext>
            </a:extLst>
          </p:cNvPr>
          <p:cNvSpPr/>
          <p:nvPr/>
        </p:nvSpPr>
        <p:spPr>
          <a:xfrm>
            <a:off x="3166944" y="279252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47" name="사각형: 둥근 모서리 12">
            <a:extLst>
              <a:ext uri="{FF2B5EF4-FFF2-40B4-BE49-F238E27FC236}">
                <a16:creationId xmlns:a16="http://schemas.microsoft.com/office/drawing/2014/main" id="{4D959966-EADE-913D-E156-0E3F6ABC939F}"/>
              </a:ext>
            </a:extLst>
          </p:cNvPr>
          <p:cNvSpPr/>
          <p:nvPr/>
        </p:nvSpPr>
        <p:spPr>
          <a:xfrm>
            <a:off x="7110050" y="278928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8F4A0FCC-33C4-1514-0870-A03825934CDA}"/>
              </a:ext>
            </a:extLst>
          </p:cNvPr>
          <p:cNvCxnSpPr>
            <a:cxnSpLocks/>
            <a:stCxn id="41" idx="2"/>
            <a:endCxn id="27" idx="0"/>
          </p:cNvCxnSpPr>
          <p:nvPr/>
        </p:nvCxnSpPr>
        <p:spPr>
          <a:xfrm>
            <a:off x="3736663" y="526334"/>
            <a:ext cx="1364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73916907-C300-A4C9-4AFD-96DEFF4E2383}"/>
              </a:ext>
            </a:extLst>
          </p:cNvPr>
          <p:cNvCxnSpPr>
            <a:cxnSpLocks/>
            <a:stCxn id="41" idx="2"/>
            <a:endCxn id="26" idx="0"/>
          </p:cNvCxnSpPr>
          <p:nvPr/>
        </p:nvCxnSpPr>
        <p:spPr>
          <a:xfrm>
            <a:off x="3736663" y="526334"/>
            <a:ext cx="3943106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96">
            <a:extLst>
              <a:ext uri="{FF2B5EF4-FFF2-40B4-BE49-F238E27FC236}">
                <a16:creationId xmlns:a16="http://schemas.microsoft.com/office/drawing/2014/main" id="{E7069A6E-DE9C-776E-3661-5A8D02001D90}"/>
              </a:ext>
            </a:extLst>
          </p:cNvPr>
          <p:cNvCxnSpPr>
            <a:cxnSpLocks/>
            <a:stCxn id="27" idx="2"/>
            <a:endCxn id="46" idx="0"/>
          </p:cNvCxnSpPr>
          <p:nvPr/>
        </p:nvCxnSpPr>
        <p:spPr>
          <a:xfrm flipH="1">
            <a:off x="3736663" y="2543420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96">
            <a:extLst>
              <a:ext uri="{FF2B5EF4-FFF2-40B4-BE49-F238E27FC236}">
                <a16:creationId xmlns:a16="http://schemas.microsoft.com/office/drawing/2014/main" id="{039D7C3D-D517-D449-6C7C-CD8AB1716D12}"/>
              </a:ext>
            </a:extLst>
          </p:cNvPr>
          <p:cNvCxnSpPr>
            <a:cxnSpLocks/>
            <a:stCxn id="26" idx="2"/>
            <a:endCxn id="47" idx="0"/>
          </p:cNvCxnSpPr>
          <p:nvPr/>
        </p:nvCxnSpPr>
        <p:spPr>
          <a:xfrm>
            <a:off x="7679769" y="2543420"/>
            <a:ext cx="0" cy="24586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연결선[R] 103">
            <a:extLst>
              <a:ext uri="{FF2B5EF4-FFF2-40B4-BE49-F238E27FC236}">
                <a16:creationId xmlns:a16="http://schemas.microsoft.com/office/drawing/2014/main" id="{0A1D57F5-1701-363D-DA0D-EBC1DD860FAF}"/>
              </a:ext>
            </a:extLst>
          </p:cNvPr>
          <p:cNvCxnSpPr>
            <a:cxnSpLocks/>
          </p:cNvCxnSpPr>
          <p:nvPr/>
        </p:nvCxnSpPr>
        <p:spPr>
          <a:xfrm>
            <a:off x="1043608" y="1399538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[R] 107">
            <a:extLst>
              <a:ext uri="{FF2B5EF4-FFF2-40B4-BE49-F238E27FC236}">
                <a16:creationId xmlns:a16="http://schemas.microsoft.com/office/drawing/2014/main" id="{7D37192F-8173-CD29-A75E-37CCD30AD867}"/>
              </a:ext>
            </a:extLst>
          </p:cNvPr>
          <p:cNvCxnSpPr>
            <a:cxnSpLocks/>
          </p:cNvCxnSpPr>
          <p:nvPr/>
        </p:nvCxnSpPr>
        <p:spPr>
          <a:xfrm>
            <a:off x="1043608" y="3428311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C3CA6001-C3C3-269C-E299-09E3070453CE}"/>
              </a:ext>
            </a:extLst>
          </p:cNvPr>
          <p:cNvSpPr/>
          <p:nvPr/>
        </p:nvSpPr>
        <p:spPr>
          <a:xfrm>
            <a:off x="4482222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109" name="사각형: 둥근 모서리 12">
            <a:extLst>
              <a:ext uri="{FF2B5EF4-FFF2-40B4-BE49-F238E27FC236}">
                <a16:creationId xmlns:a16="http://schemas.microsoft.com/office/drawing/2014/main" id="{32377B34-F481-F306-07F2-535A1C8D2BD8}"/>
              </a:ext>
            </a:extLst>
          </p:cNvPr>
          <p:cNvSpPr/>
          <p:nvPr/>
        </p:nvSpPr>
        <p:spPr>
          <a:xfrm>
            <a:off x="5796135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GRPCRoute</a:t>
            </a:r>
            <a:endParaRPr lang="ko-KR" altLang="en-US" sz="900" b="1" dirty="0"/>
          </a:p>
        </p:txBody>
      </p:sp>
      <p:sp>
        <p:nvSpPr>
          <p:cNvPr id="110" name="사각형: 둥근 모서리 12">
            <a:extLst>
              <a:ext uri="{FF2B5EF4-FFF2-40B4-BE49-F238E27FC236}">
                <a16:creationId xmlns:a16="http://schemas.microsoft.com/office/drawing/2014/main" id="{0169FF9F-6AAB-9C26-2E21-F8EC47CD05C1}"/>
              </a:ext>
            </a:extLst>
          </p:cNvPr>
          <p:cNvSpPr/>
          <p:nvPr/>
        </p:nvSpPr>
        <p:spPr>
          <a:xfrm>
            <a:off x="3847030" y="448677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TLSRoute</a:t>
            </a:r>
            <a:endParaRPr lang="ko-KR" altLang="en-US" sz="900" b="1" dirty="0"/>
          </a:p>
        </p:txBody>
      </p:sp>
      <p:sp>
        <p:nvSpPr>
          <p:cNvPr id="111" name="사각형: 둥근 모서리 12">
            <a:extLst>
              <a:ext uri="{FF2B5EF4-FFF2-40B4-BE49-F238E27FC236}">
                <a16:creationId xmlns:a16="http://schemas.microsoft.com/office/drawing/2014/main" id="{E06B2269-5E01-F836-5FE4-9863249C24C1}"/>
              </a:ext>
            </a:extLst>
          </p:cNvPr>
          <p:cNvSpPr/>
          <p:nvPr/>
        </p:nvSpPr>
        <p:spPr>
          <a:xfrm>
            <a:off x="5138497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TCPRoute</a:t>
            </a:r>
            <a:endParaRPr lang="ko-KR" altLang="en-US" sz="900" b="1" dirty="0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BA212A38-CE56-7108-08E0-77115411103B}"/>
              </a:ext>
            </a:extLst>
          </p:cNvPr>
          <p:cNvSpPr/>
          <p:nvPr/>
        </p:nvSpPr>
        <p:spPr>
          <a:xfrm>
            <a:off x="6429964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UDPRoute</a:t>
            </a:r>
            <a:endParaRPr lang="ko-KR" altLang="en-US" sz="900" b="1" dirty="0"/>
          </a:p>
        </p:txBody>
      </p:sp>
      <p:sp>
        <p:nvSpPr>
          <p:cNvPr id="118" name="사각형: 둥근 모서리 12">
            <a:extLst>
              <a:ext uri="{FF2B5EF4-FFF2-40B4-BE49-F238E27FC236}">
                <a16:creationId xmlns:a16="http://schemas.microsoft.com/office/drawing/2014/main" id="{C2F6F671-3ED5-0CD7-FB78-0CAEB3D4F0D0}"/>
              </a:ext>
            </a:extLst>
          </p:cNvPr>
          <p:cNvSpPr/>
          <p:nvPr/>
        </p:nvSpPr>
        <p:spPr>
          <a:xfrm>
            <a:off x="3168308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21" name="사각형: 둥근 모서리 12">
            <a:extLst>
              <a:ext uri="{FF2B5EF4-FFF2-40B4-BE49-F238E27FC236}">
                <a16:creationId xmlns:a16="http://schemas.microsoft.com/office/drawing/2014/main" id="{088B8C75-589D-A723-A446-3F1AD2601FAA}"/>
              </a:ext>
            </a:extLst>
          </p:cNvPr>
          <p:cNvSpPr/>
          <p:nvPr/>
        </p:nvSpPr>
        <p:spPr>
          <a:xfrm>
            <a:off x="2551546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22" name="직선 화살표 연결선 96">
            <a:extLst>
              <a:ext uri="{FF2B5EF4-FFF2-40B4-BE49-F238E27FC236}">
                <a16:creationId xmlns:a16="http://schemas.microsoft.com/office/drawing/2014/main" id="{3771F3DB-00AA-248C-B160-45BC9D0210C7}"/>
              </a:ext>
            </a:extLst>
          </p:cNvPr>
          <p:cNvCxnSpPr>
            <a:cxnSpLocks/>
            <a:stCxn id="46" idx="2"/>
            <a:endCxn id="118" idx="0"/>
          </p:cNvCxnSpPr>
          <p:nvPr/>
        </p:nvCxnSpPr>
        <p:spPr>
          <a:xfrm>
            <a:off x="3736663" y="3244040"/>
            <a:ext cx="1364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7835F091-D89F-7C78-CE99-E615AD8DC761}"/>
              </a:ext>
            </a:extLst>
          </p:cNvPr>
          <p:cNvCxnSpPr>
            <a:cxnSpLocks/>
            <a:stCxn id="118" idx="2"/>
            <a:endCxn id="121" idx="0"/>
          </p:cNvCxnSpPr>
          <p:nvPr/>
        </p:nvCxnSpPr>
        <p:spPr>
          <a:xfrm flipH="1">
            <a:off x="3121265" y="4288030"/>
            <a:ext cx="616762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39B0ADC7-C68E-EFEF-3066-6A69EA59DA6C}"/>
              </a:ext>
            </a:extLst>
          </p:cNvPr>
          <p:cNvCxnSpPr>
            <a:cxnSpLocks/>
            <a:stCxn id="17" idx="0"/>
            <a:endCxn id="5" idx="2"/>
          </p:cNvCxnSpPr>
          <p:nvPr/>
        </p:nvCxnSpPr>
        <p:spPr>
          <a:xfrm flipV="1">
            <a:off x="5051941" y="2543421"/>
            <a:ext cx="0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96">
            <a:extLst>
              <a:ext uri="{FF2B5EF4-FFF2-40B4-BE49-F238E27FC236}">
                <a16:creationId xmlns:a16="http://schemas.microsoft.com/office/drawing/2014/main" id="{D063C1F5-8DCA-6989-CCAF-915042EE306A}"/>
              </a:ext>
            </a:extLst>
          </p:cNvPr>
          <p:cNvCxnSpPr>
            <a:cxnSpLocks/>
            <a:stCxn id="110" idx="0"/>
            <a:endCxn id="5" idx="2"/>
          </p:cNvCxnSpPr>
          <p:nvPr/>
        </p:nvCxnSpPr>
        <p:spPr>
          <a:xfrm flipV="1">
            <a:off x="4416749" y="2543421"/>
            <a:ext cx="635192" cy="19433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DB7EAAC2-3A01-CC20-FC37-8D07B3238446}"/>
              </a:ext>
            </a:extLst>
          </p:cNvPr>
          <p:cNvCxnSpPr>
            <a:cxnSpLocks/>
            <a:stCxn id="109" idx="0"/>
            <a:endCxn id="8" idx="2"/>
          </p:cNvCxnSpPr>
          <p:nvPr/>
        </p:nvCxnSpPr>
        <p:spPr>
          <a:xfrm flipV="1">
            <a:off x="6365854" y="2543420"/>
            <a:ext cx="1" cy="12930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96">
            <a:extLst>
              <a:ext uri="{FF2B5EF4-FFF2-40B4-BE49-F238E27FC236}">
                <a16:creationId xmlns:a16="http://schemas.microsoft.com/office/drawing/2014/main" id="{4ADED609-0D1B-34A1-9B1A-DEEFBDDD40B0}"/>
              </a:ext>
            </a:extLst>
          </p:cNvPr>
          <p:cNvCxnSpPr>
            <a:cxnSpLocks/>
            <a:stCxn id="17" idx="1"/>
            <a:endCxn id="118" idx="3"/>
          </p:cNvCxnSpPr>
          <p:nvPr/>
        </p:nvCxnSpPr>
        <p:spPr>
          <a:xfrm flipH="1">
            <a:off x="4307746" y="406227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96">
            <a:extLst>
              <a:ext uri="{FF2B5EF4-FFF2-40B4-BE49-F238E27FC236}">
                <a16:creationId xmlns:a16="http://schemas.microsoft.com/office/drawing/2014/main" id="{089A3E45-879D-2084-FCC9-6A756BC147C7}"/>
              </a:ext>
            </a:extLst>
          </p:cNvPr>
          <p:cNvCxnSpPr>
            <a:cxnSpLocks/>
            <a:stCxn id="110" idx="0"/>
            <a:endCxn id="118" idx="3"/>
          </p:cNvCxnSpPr>
          <p:nvPr/>
        </p:nvCxnSpPr>
        <p:spPr>
          <a:xfrm flipH="1" flipV="1">
            <a:off x="4307746" y="4062275"/>
            <a:ext cx="109003" cy="42449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사각형: 둥근 모서리 12">
            <a:extLst>
              <a:ext uri="{FF2B5EF4-FFF2-40B4-BE49-F238E27FC236}">
                <a16:creationId xmlns:a16="http://schemas.microsoft.com/office/drawing/2014/main" id="{D5E4C156-2924-1469-9513-3ED23ADAEAFA}"/>
              </a:ext>
            </a:extLst>
          </p:cNvPr>
          <p:cNvSpPr/>
          <p:nvPr/>
        </p:nvSpPr>
        <p:spPr>
          <a:xfrm>
            <a:off x="7110047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73" name="사각형: 둥근 모서리 12">
            <a:extLst>
              <a:ext uri="{FF2B5EF4-FFF2-40B4-BE49-F238E27FC236}">
                <a16:creationId xmlns:a16="http://schemas.microsoft.com/office/drawing/2014/main" id="{016E390F-270D-0BAC-0D7F-07A41F5F74B3}"/>
              </a:ext>
            </a:extLst>
          </p:cNvPr>
          <p:cNvSpPr/>
          <p:nvPr/>
        </p:nvSpPr>
        <p:spPr>
          <a:xfrm>
            <a:off x="7726327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74" name="직선 화살표 연결선 96">
            <a:extLst>
              <a:ext uri="{FF2B5EF4-FFF2-40B4-BE49-F238E27FC236}">
                <a16:creationId xmlns:a16="http://schemas.microsoft.com/office/drawing/2014/main" id="{63D2F3CD-2B69-B648-2B79-0A7170E49949}"/>
              </a:ext>
            </a:extLst>
          </p:cNvPr>
          <p:cNvCxnSpPr>
            <a:cxnSpLocks/>
            <a:stCxn id="111" idx="0"/>
          </p:cNvCxnSpPr>
          <p:nvPr/>
        </p:nvCxnSpPr>
        <p:spPr>
          <a:xfrm flipV="1">
            <a:off x="5708216" y="4059583"/>
            <a:ext cx="1458523" cy="4271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화살표 연결선 96">
            <a:extLst>
              <a:ext uri="{FF2B5EF4-FFF2-40B4-BE49-F238E27FC236}">
                <a16:creationId xmlns:a16="http://schemas.microsoft.com/office/drawing/2014/main" id="{10C5E27A-0003-101D-78D6-D24448C6A56C}"/>
              </a:ext>
            </a:extLst>
          </p:cNvPr>
          <p:cNvCxnSpPr>
            <a:cxnSpLocks/>
            <a:stCxn id="112" idx="0"/>
            <a:endCxn id="172" idx="1"/>
          </p:cNvCxnSpPr>
          <p:nvPr/>
        </p:nvCxnSpPr>
        <p:spPr>
          <a:xfrm flipV="1">
            <a:off x="6999683" y="4062275"/>
            <a:ext cx="110364" cy="42449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96">
            <a:extLst>
              <a:ext uri="{FF2B5EF4-FFF2-40B4-BE49-F238E27FC236}">
                <a16:creationId xmlns:a16="http://schemas.microsoft.com/office/drawing/2014/main" id="{518FA0FA-800B-EC36-2291-CF8624DB8B2B}"/>
              </a:ext>
            </a:extLst>
          </p:cNvPr>
          <p:cNvCxnSpPr>
            <a:cxnSpLocks/>
            <a:stCxn id="111" idx="0"/>
            <a:endCxn id="8" idx="2"/>
          </p:cNvCxnSpPr>
          <p:nvPr/>
        </p:nvCxnSpPr>
        <p:spPr>
          <a:xfrm flipV="1">
            <a:off x="5708216" y="2543420"/>
            <a:ext cx="657639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96">
            <a:extLst>
              <a:ext uri="{FF2B5EF4-FFF2-40B4-BE49-F238E27FC236}">
                <a16:creationId xmlns:a16="http://schemas.microsoft.com/office/drawing/2014/main" id="{B7FC2968-C640-B0A5-8776-2AE20D583595}"/>
              </a:ext>
            </a:extLst>
          </p:cNvPr>
          <p:cNvCxnSpPr>
            <a:cxnSpLocks/>
            <a:stCxn id="112" idx="0"/>
            <a:endCxn id="8" idx="2"/>
          </p:cNvCxnSpPr>
          <p:nvPr/>
        </p:nvCxnSpPr>
        <p:spPr>
          <a:xfrm flipH="1" flipV="1">
            <a:off x="6365855" y="2543420"/>
            <a:ext cx="633828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96">
            <a:extLst>
              <a:ext uri="{FF2B5EF4-FFF2-40B4-BE49-F238E27FC236}">
                <a16:creationId xmlns:a16="http://schemas.microsoft.com/office/drawing/2014/main" id="{2A820F4C-045A-3012-81AD-9F3A88EB62D8}"/>
              </a:ext>
            </a:extLst>
          </p:cNvPr>
          <p:cNvCxnSpPr>
            <a:cxnSpLocks/>
            <a:stCxn id="109" idx="3"/>
            <a:endCxn id="172" idx="1"/>
          </p:cNvCxnSpPr>
          <p:nvPr/>
        </p:nvCxnSpPr>
        <p:spPr>
          <a:xfrm>
            <a:off x="6935573" y="4062275"/>
            <a:ext cx="174474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직선 화살표 연결선 96">
            <a:extLst>
              <a:ext uri="{FF2B5EF4-FFF2-40B4-BE49-F238E27FC236}">
                <a16:creationId xmlns:a16="http://schemas.microsoft.com/office/drawing/2014/main" id="{36334018-7EEE-C7EF-CE83-52A797827B95}"/>
              </a:ext>
            </a:extLst>
          </p:cNvPr>
          <p:cNvCxnSpPr>
            <a:cxnSpLocks/>
            <a:stCxn id="47" idx="2"/>
            <a:endCxn id="172" idx="0"/>
          </p:cNvCxnSpPr>
          <p:nvPr/>
        </p:nvCxnSpPr>
        <p:spPr>
          <a:xfrm flipH="1">
            <a:off x="7679766" y="3240797"/>
            <a:ext cx="3" cy="59572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96">
            <a:extLst>
              <a:ext uri="{FF2B5EF4-FFF2-40B4-BE49-F238E27FC236}">
                <a16:creationId xmlns:a16="http://schemas.microsoft.com/office/drawing/2014/main" id="{82D6BE76-251B-F2BA-5601-42D213B34102}"/>
              </a:ext>
            </a:extLst>
          </p:cNvPr>
          <p:cNvCxnSpPr>
            <a:cxnSpLocks/>
            <a:stCxn id="172" idx="2"/>
            <a:endCxn id="173" idx="0"/>
          </p:cNvCxnSpPr>
          <p:nvPr/>
        </p:nvCxnSpPr>
        <p:spPr>
          <a:xfrm>
            <a:off x="7679766" y="4288030"/>
            <a:ext cx="616280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직선 연결선[R] 200">
            <a:extLst>
              <a:ext uri="{FF2B5EF4-FFF2-40B4-BE49-F238E27FC236}">
                <a16:creationId xmlns:a16="http://schemas.microsoft.com/office/drawing/2014/main" id="{6DFDE6A3-CCE7-6701-A3DE-A3DF9D352C34}"/>
              </a:ext>
            </a:extLst>
          </p:cNvPr>
          <p:cNvCxnSpPr>
            <a:cxnSpLocks/>
          </p:cNvCxnSpPr>
          <p:nvPr/>
        </p:nvCxnSpPr>
        <p:spPr>
          <a:xfrm>
            <a:off x="1048324" y="627534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직선 화살표 연결선 96">
            <a:extLst>
              <a:ext uri="{FF2B5EF4-FFF2-40B4-BE49-F238E27FC236}">
                <a16:creationId xmlns:a16="http://schemas.microsoft.com/office/drawing/2014/main" id="{010B76B9-CDC3-B484-9AB4-A9480E677724}"/>
              </a:ext>
            </a:extLst>
          </p:cNvPr>
          <p:cNvCxnSpPr>
            <a:cxnSpLocks/>
          </p:cNvCxnSpPr>
          <p:nvPr/>
        </p:nvCxnSpPr>
        <p:spPr>
          <a:xfrm>
            <a:off x="4572560" y="300578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TextBox 211">
            <a:extLst>
              <a:ext uri="{FF2B5EF4-FFF2-40B4-BE49-F238E27FC236}">
                <a16:creationId xmlns:a16="http://schemas.microsoft.com/office/drawing/2014/main" id="{3B477A6F-C2C8-DBC7-DEFD-313D8C9266B0}"/>
              </a:ext>
            </a:extLst>
          </p:cNvPr>
          <p:cNvSpPr txBox="1"/>
          <p:nvPr/>
        </p:nvSpPr>
        <p:spPr>
          <a:xfrm>
            <a:off x="4868303" y="19080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14" name="직선 화살표 연결선 96">
            <a:extLst>
              <a:ext uri="{FF2B5EF4-FFF2-40B4-BE49-F238E27FC236}">
                <a16:creationId xmlns:a16="http://schemas.microsoft.com/office/drawing/2014/main" id="{0EDC8C31-5602-95CE-F551-67A521687333}"/>
              </a:ext>
            </a:extLst>
          </p:cNvPr>
          <p:cNvCxnSpPr>
            <a:cxnSpLocks/>
          </p:cNvCxnSpPr>
          <p:nvPr/>
        </p:nvCxnSpPr>
        <p:spPr>
          <a:xfrm>
            <a:off x="5691416" y="303274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2F8183C1-0EA0-5610-EE28-F7058583A7EA}"/>
              </a:ext>
            </a:extLst>
          </p:cNvPr>
          <p:cNvSpPr txBox="1"/>
          <p:nvPr/>
        </p:nvSpPr>
        <p:spPr>
          <a:xfrm>
            <a:off x="5987159" y="193504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16" name="직선 화살표 연결선 96">
            <a:extLst>
              <a:ext uri="{FF2B5EF4-FFF2-40B4-BE49-F238E27FC236}">
                <a16:creationId xmlns:a16="http://schemas.microsoft.com/office/drawing/2014/main" id="{1CF52026-8D21-E343-DE7B-92D6C570BF20}"/>
              </a:ext>
            </a:extLst>
          </p:cNvPr>
          <p:cNvCxnSpPr>
            <a:cxnSpLocks/>
            <a:stCxn id="18" idx="2"/>
            <a:endCxn id="47" idx="0"/>
          </p:cNvCxnSpPr>
          <p:nvPr/>
        </p:nvCxnSpPr>
        <p:spPr>
          <a:xfrm>
            <a:off x="7340170" y="1553605"/>
            <a:ext cx="339599" cy="1235681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96">
            <a:extLst>
              <a:ext uri="{FF2B5EF4-FFF2-40B4-BE49-F238E27FC236}">
                <a16:creationId xmlns:a16="http://schemas.microsoft.com/office/drawing/2014/main" id="{C5A29602-DCF6-1355-7EC1-6681EC55D548}"/>
              </a:ext>
            </a:extLst>
          </p:cNvPr>
          <p:cNvCxnSpPr>
            <a:cxnSpLocks/>
            <a:stCxn id="18" idx="2"/>
            <a:endCxn id="46" idx="0"/>
          </p:cNvCxnSpPr>
          <p:nvPr/>
        </p:nvCxnSpPr>
        <p:spPr>
          <a:xfrm flipH="1">
            <a:off x="3736663" y="1553605"/>
            <a:ext cx="3603507" cy="123892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직선 화살표 연결선 96">
            <a:extLst>
              <a:ext uri="{FF2B5EF4-FFF2-40B4-BE49-F238E27FC236}">
                <a16:creationId xmlns:a16="http://schemas.microsoft.com/office/drawing/2014/main" id="{C5581BB4-E7BA-3925-0309-D8457D751729}"/>
              </a:ext>
            </a:extLst>
          </p:cNvPr>
          <p:cNvCxnSpPr>
            <a:cxnSpLocks/>
            <a:stCxn id="5" idx="1"/>
            <a:endCxn id="46" idx="3"/>
          </p:cNvCxnSpPr>
          <p:nvPr/>
        </p:nvCxnSpPr>
        <p:spPr>
          <a:xfrm flipH="1">
            <a:off x="4306382" y="2317666"/>
            <a:ext cx="175840" cy="70061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직선 화살표 연결선 96">
            <a:extLst>
              <a:ext uri="{FF2B5EF4-FFF2-40B4-BE49-F238E27FC236}">
                <a16:creationId xmlns:a16="http://schemas.microsoft.com/office/drawing/2014/main" id="{23A338A7-E443-6675-E136-A5864795C2D7}"/>
              </a:ext>
            </a:extLst>
          </p:cNvPr>
          <p:cNvCxnSpPr>
            <a:cxnSpLocks/>
            <a:stCxn id="8" idx="3"/>
            <a:endCxn id="47" idx="1"/>
          </p:cNvCxnSpPr>
          <p:nvPr/>
        </p:nvCxnSpPr>
        <p:spPr>
          <a:xfrm>
            <a:off x="6935574" y="2317665"/>
            <a:ext cx="174476" cy="697377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직선 화살표 연결선 96">
            <a:extLst>
              <a:ext uri="{FF2B5EF4-FFF2-40B4-BE49-F238E27FC236}">
                <a16:creationId xmlns:a16="http://schemas.microsoft.com/office/drawing/2014/main" id="{CD2F31C7-C57F-4618-03E3-45289F7556DE}"/>
              </a:ext>
            </a:extLst>
          </p:cNvPr>
          <p:cNvCxnSpPr>
            <a:cxnSpLocks/>
          </p:cNvCxnSpPr>
          <p:nvPr/>
        </p:nvCxnSpPr>
        <p:spPr>
          <a:xfrm>
            <a:off x="6627325" y="300578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TextBox 228">
            <a:extLst>
              <a:ext uri="{FF2B5EF4-FFF2-40B4-BE49-F238E27FC236}">
                <a16:creationId xmlns:a16="http://schemas.microsoft.com/office/drawing/2014/main" id="{5601BE79-C982-04D7-9078-31B371384C38}"/>
              </a:ext>
            </a:extLst>
          </p:cNvPr>
          <p:cNvSpPr txBox="1"/>
          <p:nvPr/>
        </p:nvSpPr>
        <p:spPr>
          <a:xfrm>
            <a:off x="6923068" y="190808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248F696A-D44E-B20D-08D0-2C9B2953EEFE}"/>
              </a:ext>
            </a:extLst>
          </p:cNvPr>
          <p:cNvSpPr txBox="1"/>
          <p:nvPr/>
        </p:nvSpPr>
        <p:spPr>
          <a:xfrm>
            <a:off x="1639312" y="828870"/>
            <a:ext cx="953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/>
              <a:t>Infrastructure Provide</a:t>
            </a:r>
            <a:endParaRPr lang="en-KR" sz="900" b="1"/>
          </a:p>
        </p:txBody>
      </p:sp>
      <p:pic>
        <p:nvPicPr>
          <p:cNvPr id="246" name="그림 245" descr="사람 아이콘 일러스트 | Canva">
            <a:extLst>
              <a:ext uri="{FF2B5EF4-FFF2-40B4-BE49-F238E27FC236}">
                <a16:creationId xmlns:a16="http://schemas.microsoft.com/office/drawing/2014/main" id="{FE875617-7945-4823-18ED-A9D76C1541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013" y="836246"/>
            <a:ext cx="315254" cy="354581"/>
          </a:xfrm>
          <a:prstGeom prst="rect">
            <a:avLst/>
          </a:prstGeom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53B3A3E2-0795-B92D-1F91-065FD01C3E0D}"/>
              </a:ext>
            </a:extLst>
          </p:cNvPr>
          <p:cNvSpPr txBox="1"/>
          <p:nvPr/>
        </p:nvSpPr>
        <p:spPr>
          <a:xfrm>
            <a:off x="1644008" y="2211750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Cluster</a:t>
            </a:r>
            <a:br>
              <a:rPr lang="en-US" altLang="ko-KR" sz="900" b="1"/>
            </a:br>
            <a:r>
              <a:rPr lang="en-US" altLang="ko-KR" sz="900" b="1"/>
              <a:t>Operator</a:t>
            </a:r>
            <a:endParaRPr lang="en-KR" sz="900" b="1"/>
          </a:p>
        </p:txBody>
      </p:sp>
      <p:pic>
        <p:nvPicPr>
          <p:cNvPr id="248" name="그림 247" descr="사람 아이콘 일러스트 | Canva">
            <a:extLst>
              <a:ext uri="{FF2B5EF4-FFF2-40B4-BE49-F238E27FC236}">
                <a16:creationId xmlns:a16="http://schemas.microsoft.com/office/drawing/2014/main" id="{74DC0714-8C5A-A7F4-48CC-2DBB9E4683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2219126"/>
            <a:ext cx="315254" cy="354581"/>
          </a:xfrm>
          <a:prstGeom prst="rect">
            <a:avLst/>
          </a:prstGeom>
        </p:spPr>
      </p:pic>
      <p:sp>
        <p:nvSpPr>
          <p:cNvPr id="249" name="TextBox 248">
            <a:extLst>
              <a:ext uri="{FF2B5EF4-FFF2-40B4-BE49-F238E27FC236}">
                <a16:creationId xmlns:a16="http://schemas.microsoft.com/office/drawing/2014/main" id="{DCECC181-FC3B-1237-C8F1-F5DD866049A6}"/>
              </a:ext>
            </a:extLst>
          </p:cNvPr>
          <p:cNvSpPr txBox="1"/>
          <p:nvPr/>
        </p:nvSpPr>
        <p:spPr>
          <a:xfrm>
            <a:off x="1644008" y="4059583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App</a:t>
            </a:r>
            <a:br>
              <a:rPr lang="en-US" altLang="ko-KR" sz="900" b="1"/>
            </a:br>
            <a:r>
              <a:rPr lang="en-US" altLang="ko-KR" sz="900" b="1"/>
              <a:t>Developer</a:t>
            </a:r>
            <a:endParaRPr lang="en-KR" sz="900"/>
          </a:p>
        </p:txBody>
      </p:sp>
      <p:pic>
        <p:nvPicPr>
          <p:cNvPr id="250" name="그림 249" descr="사람 아이콘 일러스트 | Canva">
            <a:extLst>
              <a:ext uri="{FF2B5EF4-FFF2-40B4-BE49-F238E27FC236}">
                <a16:creationId xmlns:a16="http://schemas.microsoft.com/office/drawing/2014/main" id="{E2EBE77D-CCCC-7410-9B84-458ED6974C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4066959"/>
            <a:ext cx="315254" cy="354581"/>
          </a:xfrm>
          <a:prstGeom prst="rect">
            <a:avLst/>
          </a:prstGeom>
        </p:spPr>
      </p:pic>
      <p:sp>
        <p:nvSpPr>
          <p:cNvPr id="2" name="사각형: 둥근 모서리 70">
            <a:extLst>
              <a:ext uri="{FF2B5EF4-FFF2-40B4-BE49-F238E27FC236}">
                <a16:creationId xmlns:a16="http://schemas.microsoft.com/office/drawing/2014/main" id="{63FF9364-B143-EA0C-62BA-739E097D95A8}"/>
              </a:ext>
            </a:extLst>
          </p:cNvPr>
          <p:cNvSpPr/>
          <p:nvPr/>
        </p:nvSpPr>
        <p:spPr>
          <a:xfrm>
            <a:off x="6647429" y="693167"/>
            <a:ext cx="1385482" cy="951484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Controller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</p:spTree>
    <p:extLst>
      <p:ext uri="{BB962C8B-B14F-4D97-AF65-F5344CB8AC3E}">
        <p14:creationId xmlns:p14="http://schemas.microsoft.com/office/powerpoint/2010/main" val="3506830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48935-DA93-1F89-C2C8-9496EA63E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341BED83-1991-CE4A-67EF-369980987206}"/>
              </a:ext>
            </a:extLst>
          </p:cNvPr>
          <p:cNvSpPr/>
          <p:nvPr/>
        </p:nvSpPr>
        <p:spPr>
          <a:xfrm>
            <a:off x="4716619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EAED8867-A42B-8EDE-4967-039B509992A8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Gateway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3545DCB1-AB2B-7EF8-17B4-DB56A905D022}"/>
              </a:ext>
            </a:extLst>
          </p:cNvPr>
          <p:cNvSpPr/>
          <p:nvPr/>
        </p:nvSpPr>
        <p:spPr>
          <a:xfrm>
            <a:off x="4716619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AA52A5DD-52D3-DCFD-D0F3-FD92FEFECF7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LLM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655B4A9E-B52D-2973-D24B-26EC39DEEF59}"/>
              </a:ext>
            </a:extLst>
          </p:cNvPr>
          <p:cNvSpPr/>
          <p:nvPr/>
        </p:nvSpPr>
        <p:spPr>
          <a:xfrm>
            <a:off x="6030533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51A04E2D-0770-EDE0-5DC2-38EA49864660}"/>
              </a:ext>
            </a:extLst>
          </p:cNvPr>
          <p:cNvSpPr/>
          <p:nvPr/>
        </p:nvSpPr>
        <p:spPr>
          <a:xfrm>
            <a:off x="3400055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BA22A39E-AF9C-EF33-C5CB-E3EF764366F9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 dirty="0"/>
            </a:b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E13BEBEC-EB22-843E-1C64-5449830849F6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C8C9EFFA-0A7C-142E-99C9-0B9846DA2742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7DD12B57-1E9F-27BE-BA1D-0E654A0C0207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14A56A17-8DF2-1CCD-1635-AE92CF3F7DF1}"/>
              </a:ext>
            </a:extLst>
          </p:cNvPr>
          <p:cNvSpPr/>
          <p:nvPr/>
        </p:nvSpPr>
        <p:spPr>
          <a:xfrm>
            <a:off x="3398691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  <a:endParaRPr lang="ko-KR" altLang="en-US" sz="900" dirty="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7112ED3C-DF07-FC75-D32F-1EFF3285F5D3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968410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11010DAA-1A43-1D69-E857-8F9259BB597A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5286338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F04774B6-A1B9-342B-5F97-D3BB0D6B33B3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09977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569B012B-A247-535E-DC3F-1154AFD60E4E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856057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36214CFC-B840-C27A-69B9-5DC02EBBE4F3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1311263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B1F12FD1-2A72-77F4-2231-C4B535D1C90F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A8698F85-4F7E-A7C6-9ED1-DC63E226259F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C03660A1-4EB1-AB11-9891-43717BF3D0FA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EE9352DA-8A8B-090B-10A3-13D559074C51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044E19CC-2B38-2AFE-5B6A-C4461632F1D8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3969774" y="761231"/>
            <a:ext cx="2630478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6E22346A-0449-48AE-12C0-E9610A0A7F3D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940455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22EB8634-FA08-FDF6-BA47-D70F6D328EFE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940455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DF8F8655-BE09-9F3A-2DFB-82E289A4B27F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966FF4AA-EF3B-A056-60B9-AFDCF43CDD6C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56D3479B-5A4C-DE3B-7A2C-D880B5955BDF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2EE07326-D05D-144F-78D8-FD2346580E89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9979C7F7-15FB-23D3-BCC7-C8A59BCBBE25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8F4F8DF4-5A35-DBAA-80CD-4F077A7B1310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BE6F8243-E627-0C78-F6C2-98FC1F20DCC1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7351B7AA-AD0C-E508-2281-35ACC739D609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91B4D567-C0CB-46CE-CC98-39957CE45418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F59A36E3-B8CE-570A-749E-A119447B7EB5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D389EE03-2F37-0884-361F-0F4497E068DF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A3F42500-BAA6-D0E6-EF69-3A6718DF3EE8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5587DC12-C6E5-D889-35F0-0E8F4595393E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D2B730F1-BD05-E98F-3E2F-E43DCA468E50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22D4D98C-A537-C8AD-3752-87A7EEE19245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A9CCFB15-267E-BF78-1CEF-F3C43A036D39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3D81CBD3-3AAA-1157-418A-F45CDBEEAC67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V="1">
            <a:off x="5286338" y="1777109"/>
            <a:ext cx="0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C2591E36-A709-3E43-66E5-6618D8A5920A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BD34D976-DD0C-8388-6839-AED8438FCD17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8379E19C-7FD4-945C-2D25-70DB27D951A8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6600252" y="761231"/>
            <a:ext cx="4015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B3E76B2B-29BC-1031-79D0-7E038F41EA4C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F1DE08A6-66D5-3B44-D4E7-6B72B624C26C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A817813F-212E-7BD5-142D-FC06C4E318FD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20663B6F-9AB5-8F4B-5ABA-EEE51B4A8EBD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E043AA19-0955-1478-4D38-50216DED409A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B465F8B1-F243-1BCC-A314-B7750D4572AA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9BADE94C-E923-2BD0-DDB4-C376DC92E8C1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F53CC7DB-CF75-A5CA-67B0-74199FEA8D31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6F0E23B2-B4D6-ECDA-7484-13BEA97DD482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33B18D22-CF3F-F25B-5FA4-2C2A6AEDEB17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2658FF9D-E277-2DB9-DB90-3477A6A051FB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8C3DCE1B-A661-1A0E-6602-180950CCA780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77F79E6B-D577-99E1-F114-806F24EA3FD2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BF0ADD61-8197-44A2-2C92-019B828F7374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94C6244B-9E5C-D5E2-8D47-59D1CF1DCEEB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  <p:cxnSp>
        <p:nvCxnSpPr>
          <p:cNvPr id="211" name="직선 화살표 연결선 96">
            <a:extLst>
              <a:ext uri="{FF2B5EF4-FFF2-40B4-BE49-F238E27FC236}">
                <a16:creationId xmlns:a16="http://schemas.microsoft.com/office/drawing/2014/main" id="{B66ABEE7-64D6-A35F-A2DE-70F98B121128}"/>
              </a:ext>
            </a:extLst>
          </p:cNvPr>
          <p:cNvCxnSpPr>
            <a:cxnSpLocks/>
          </p:cNvCxnSpPr>
          <p:nvPr/>
        </p:nvCxnSpPr>
        <p:spPr>
          <a:xfrm>
            <a:off x="7392531" y="1321675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D960CB63-83EF-4948-6984-1EB868F3A487}"/>
              </a:ext>
            </a:extLst>
          </p:cNvPr>
          <p:cNvSpPr txBox="1"/>
          <p:nvPr/>
        </p:nvSpPr>
        <p:spPr>
          <a:xfrm>
            <a:off x="7688274" y="1211905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Get Metrics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23147988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76870-D4D0-5D53-CAF8-FB50C70B8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DE0F76A7-EDA8-B61D-79FE-A51AB02ADA9A}"/>
              </a:ext>
            </a:extLst>
          </p:cNvPr>
          <p:cNvSpPr/>
          <p:nvPr/>
        </p:nvSpPr>
        <p:spPr>
          <a:xfrm>
            <a:off x="4716619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DC966635-758A-B896-9643-FE8EA1EB4657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Gateway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5F30D938-D1E2-5504-44C8-AE975F858009}"/>
              </a:ext>
            </a:extLst>
          </p:cNvPr>
          <p:cNvSpPr/>
          <p:nvPr/>
        </p:nvSpPr>
        <p:spPr>
          <a:xfrm>
            <a:off x="4716619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0024AF01-A0D0-ED88-6BC9-13F093AA14F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LLM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F09A9B72-B7A9-ED17-BF26-649D60077C3C}"/>
              </a:ext>
            </a:extLst>
          </p:cNvPr>
          <p:cNvSpPr/>
          <p:nvPr/>
        </p:nvSpPr>
        <p:spPr>
          <a:xfrm>
            <a:off x="6030533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8E68ADDE-090C-C069-E30A-6435D7CB82E0}"/>
              </a:ext>
            </a:extLst>
          </p:cNvPr>
          <p:cNvSpPr/>
          <p:nvPr/>
        </p:nvSpPr>
        <p:spPr>
          <a:xfrm>
            <a:off x="3400055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FF690FD2-9573-39F7-6F95-F75CEF00AFDC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 dirty="0"/>
            </a:b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B23BA22D-49E1-A45E-830A-72C3B6A855E5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C3488D1C-76A6-DEFE-90EE-464B61DABFDD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716B8F46-2A90-2B0E-7399-FBC977614C00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3759CF75-22A2-DEBE-1451-DCE43E543F51}"/>
              </a:ext>
            </a:extLst>
          </p:cNvPr>
          <p:cNvSpPr/>
          <p:nvPr/>
        </p:nvSpPr>
        <p:spPr>
          <a:xfrm>
            <a:off x="3398691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  <a:endParaRPr lang="ko-KR" altLang="en-US" sz="900" dirty="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93172DBF-3B35-C6B6-814C-D0B2E1B33A29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968410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56349F9C-DDA4-1896-A110-9B87B943F62A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5286338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F934E595-51B1-253A-CF31-A15D45F1372B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09977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ABFA3188-4058-8842-9A0F-3A03C302304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856057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24E1F56C-54C6-BBC4-E4CB-B31BCCAE4F7F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1311263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B8A806C7-84A5-A189-2D81-994756F09D2B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8C27B383-D021-EE95-DD79-C3CCC7BC9CCD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D38DBEFD-8CF6-3695-0F06-F20AB58BBFA6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4152AFC7-DB14-6395-0BFD-7CC65CCF8069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FF1AE129-CDE8-ACBC-D5C5-ADEC794F3D81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3969774" y="761231"/>
            <a:ext cx="2630478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BB23360E-07B8-B1AA-31D5-76FC668DE8AF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940455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7CF563F3-054D-AC1D-088E-3036CB7161CB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940455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7DAE3EC5-2720-E11B-649E-B7B64AB1BEF1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79E418C9-5168-8849-494C-6DE80398810F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22B8F532-80E9-6F57-62F9-6EF6532C08F6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0D21D598-4A6F-D1D7-4F5D-A8DE7ADC62EA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D048321B-3B01-A5DA-B5E4-BB31EE0031F0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E95A324F-FC48-2BB9-F2DB-7F129BF90AC9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CBD9D109-5FA0-3F23-30C2-869BD3D16DDA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B567CCB6-72A6-E1B0-27BC-ECEFB9EE6D89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19F62B77-3230-4EFC-757D-37DD3E09D0B3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C177D59E-EA78-22FD-577B-98C33D16D357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DD67CFA5-E8CF-4986-C535-58E50CCA9F3B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3544D3FC-F14A-5CB7-2C59-4822ADB42447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138695CF-FEB2-22B6-7804-B70B630D7B57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B0E8EE51-60B9-1335-1A27-E11C66C910D1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FB82F89E-1A46-809C-055B-9ED4DCE6B1D4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4449F214-0CC3-4C21-7445-70BA43671276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C778983A-74AF-7B2D-DC64-5A18A105F520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V="1">
            <a:off x="5286338" y="1777109"/>
            <a:ext cx="0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A79B9F72-1645-E364-690C-6A6871F98871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F4092A35-9B70-6239-50B2-B7D6A185A950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A24FBEA7-EB40-C067-D79B-59706B7001B0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6600252" y="761231"/>
            <a:ext cx="4015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61CDBBD5-1ABC-F8F2-B787-6B40F80D49EC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746EEF96-869E-1FBE-1FD3-B302AD0E5F14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ABF4CBF8-9709-3CC2-2BD2-A032AB206EF9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EDA27004-2E25-8E47-018D-553E689EA1B0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729E382B-57D3-05F4-665B-35DF6FAD336C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0EABBB36-7305-3D3A-9209-89E3494C2FA5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907586E7-11E7-0CF1-B1C6-572FBEEF05B0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2DC8DBBE-07E0-6B8B-A287-9AA5077BA082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3ACD3ADD-0197-C70F-290D-BFF9C32DAA28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D3847423-3FE5-D174-58EF-5523958B4ED7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3290DFD5-53E2-0C0D-D75A-8A6EC95B73AD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CC97C2BB-D006-B4B2-9F9D-24BCC2B640DA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2210697A-AEC5-8249-487A-CE1D7F86025F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0F827BE9-9531-B31B-773B-175AAD9627B9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7C8C91B6-1263-AC05-7A00-9B997D0C6DE6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  <p:cxnSp>
        <p:nvCxnSpPr>
          <p:cNvPr id="211" name="직선 화살표 연결선 96">
            <a:extLst>
              <a:ext uri="{FF2B5EF4-FFF2-40B4-BE49-F238E27FC236}">
                <a16:creationId xmlns:a16="http://schemas.microsoft.com/office/drawing/2014/main" id="{E1F4031D-5C4D-D333-7490-6B2F7312F7F3}"/>
              </a:ext>
            </a:extLst>
          </p:cNvPr>
          <p:cNvCxnSpPr>
            <a:cxnSpLocks/>
          </p:cNvCxnSpPr>
          <p:nvPr/>
        </p:nvCxnSpPr>
        <p:spPr>
          <a:xfrm>
            <a:off x="7392531" y="1321675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A0666AF7-F87C-00C8-0522-716031B4234E}"/>
              </a:ext>
            </a:extLst>
          </p:cNvPr>
          <p:cNvSpPr txBox="1"/>
          <p:nvPr/>
        </p:nvSpPr>
        <p:spPr>
          <a:xfrm>
            <a:off x="7688274" y="1211905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Get Metrics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3196965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A5B99-E1F7-0AB1-C288-331117323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5F27C842-1BBF-D4DD-263E-053F33160F51}"/>
              </a:ext>
            </a:extLst>
          </p:cNvPr>
          <p:cNvSpPr/>
          <p:nvPr/>
        </p:nvSpPr>
        <p:spPr>
          <a:xfrm>
            <a:off x="4062313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2F9DEB4F-92AE-D9FD-0251-69089FCC8B8A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Gateway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130560D3-1E43-5AF9-4A2E-05DFE5343F63}"/>
              </a:ext>
            </a:extLst>
          </p:cNvPr>
          <p:cNvSpPr/>
          <p:nvPr/>
        </p:nvSpPr>
        <p:spPr>
          <a:xfrm>
            <a:off x="4062313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A08804D4-E5EF-386B-ECA8-A2452FFE138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LLM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BB24923F-AE0A-E04F-9477-9AD61007225A}"/>
              </a:ext>
            </a:extLst>
          </p:cNvPr>
          <p:cNvSpPr/>
          <p:nvPr/>
        </p:nvSpPr>
        <p:spPr>
          <a:xfrm>
            <a:off x="5376227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BD7B2D79-212C-9DB6-2E14-EFDED1B0C845}"/>
              </a:ext>
            </a:extLst>
          </p:cNvPr>
          <p:cNvSpPr/>
          <p:nvPr/>
        </p:nvSpPr>
        <p:spPr>
          <a:xfrm>
            <a:off x="2091442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0E57968B-08D6-4341-725A-1434581A074E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 dirty="0"/>
            </a:b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C8EE0897-83B7-07B6-62E3-8B06215C612C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5DB1F9D0-D9C5-0EA5-8D6A-9C1426E995F4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C3403E0E-FFF8-403B-4147-934184A07991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34F74D5F-ADAD-00EF-518D-E8EFABBB0682}"/>
              </a:ext>
            </a:extLst>
          </p:cNvPr>
          <p:cNvSpPr/>
          <p:nvPr/>
        </p:nvSpPr>
        <p:spPr>
          <a:xfrm>
            <a:off x="2090078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  <a:endParaRPr lang="ko-KR" altLang="en-US" sz="900" dirty="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DBD5ED76-B7C8-E858-D802-1EA78F8120B9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2659797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5BD1005C-3E00-B068-AD31-CE4AB261B6CE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4632032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C7BDDB4B-89D0-DC5F-684C-B63E250DA0B7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7357918F-8322-D52C-A8F5-79ADCE9D5B90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201751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B9DB441A-1B4B-2F49-7C08-842C356BE99B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656957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47F505D0-0F92-EC97-2A3D-BFEC05D52A6F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92D61E2C-4CE5-C535-B4A9-948DF38E945F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4CE86ACB-5CCA-61BA-E207-D8CC8BE2CA8D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CC725E0A-E539-EBE3-8BA3-67D145A884AA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0DD78658-6298-B979-F17D-28306BD11EF9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2661161" y="761231"/>
            <a:ext cx="3284785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A0A592B6-E3FF-24E8-F20E-F54CBE56955E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286149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B2D1E572-DCA2-CB79-49F7-0C22B195EEC7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286149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B445BBB4-C586-7819-5543-E4C2F7A5BE88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1195382D-FD79-C7E6-8F2C-ADA81A46DE26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1973AF31-A7B4-A292-BC10-3ABF263CD6A0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CB87EB7D-D3E2-B582-2A2C-0C0D6476423E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3E69754F-EF27-3023-7BE9-C82933AC6987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F30C83A6-A2F2-21AF-7DC5-1DAB5D17D8CC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18595FDF-4C04-8B60-8F92-1AFD5F2C4448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07BBD0B7-1164-142E-D398-FC30C0404B0B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7A3ECFF2-12B6-1789-A545-457679A4EC11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46505409-03B3-5D99-DB01-C6C1306FE12E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1EAF6ED7-065A-C9E0-2373-ECB779E7F13F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8941CEDA-7076-795C-CA7B-2E8C1A742CD2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C18AD20C-3DB8-6B57-8A49-150A24E2E278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A65BB3F8-DE99-E7FC-E90C-2E03E581F28A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A90315EC-1C02-3D35-7A0C-EBB819F2793F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45B4C68B-E838-CA7D-DD34-95A30BD7D15D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54DD087A-DD03-B221-BEEB-A29EF1E76EFF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H="1" flipV="1">
            <a:off x="4632032" y="1777109"/>
            <a:ext cx="654306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A9D46B34-2401-AD88-A6F8-AE5B9F0C59A6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F3529BCA-EC61-E5A8-7D9D-895A3F7352BD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E6C85F84-A880-2EC1-32DE-06E559816A36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5945946" y="761231"/>
            <a:ext cx="658321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26B4DA43-3179-F30B-934B-F83EF5922FFE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CDC983F4-CBF6-AA69-92E3-8DF07713E36B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38DB9A88-70C6-6F49-EA48-5E9B7552AE01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05DEE178-4A5C-BEAD-134D-26C0115D89B6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68F378D-D121-401F-5E9C-C0141124F116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06668A02-2372-3329-D373-E4AC22D75F34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60D13826-0B08-CF4C-62B5-606282A346F1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45461C05-890A-56EE-8D24-C7D2AFA6EF26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46CED67A-DAEF-00BF-1E36-8BAB5BAC5F55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AA28695B-9B06-2D73-7850-BEFB519026F9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414EBAB0-ABCF-4BA1-6993-F438C98E1F61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5ABBABA0-429F-2B7A-5C17-A6C25D6B4F85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55B8CBAC-5C1A-4FDC-43D3-BD2BB175466F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A936B6CC-B00B-9FC6-BDB4-F9709ACCC78B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150FBBB0-72FB-B7A1-558A-295BF38A6E82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  <p:cxnSp>
        <p:nvCxnSpPr>
          <p:cNvPr id="211" name="직선 화살표 연결선 96">
            <a:extLst>
              <a:ext uri="{FF2B5EF4-FFF2-40B4-BE49-F238E27FC236}">
                <a16:creationId xmlns:a16="http://schemas.microsoft.com/office/drawing/2014/main" id="{4C2065B8-81A6-5A1D-4143-8875194DAB94}"/>
              </a:ext>
            </a:extLst>
          </p:cNvPr>
          <p:cNvCxnSpPr>
            <a:cxnSpLocks/>
          </p:cNvCxnSpPr>
          <p:nvPr/>
        </p:nvCxnSpPr>
        <p:spPr>
          <a:xfrm>
            <a:off x="7392531" y="1321675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8A4CC6BE-CB8B-DE21-FC99-C3AF2325054D}"/>
              </a:ext>
            </a:extLst>
          </p:cNvPr>
          <p:cNvSpPr txBox="1"/>
          <p:nvPr/>
        </p:nvSpPr>
        <p:spPr>
          <a:xfrm>
            <a:off x="7688274" y="1211905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Get Metrics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8711461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77DCB-B5E0-D942-4F3E-59F38784E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0BF4F9D6-9E85-F84C-9223-8BFFB26550A6}"/>
              </a:ext>
            </a:extLst>
          </p:cNvPr>
          <p:cNvSpPr/>
          <p:nvPr/>
        </p:nvSpPr>
        <p:spPr>
          <a:xfrm>
            <a:off x="4062313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10FE405F-E2ED-809F-4320-D43AAF59D671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Gateway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8207E634-5E81-F183-C1F4-164096FB4ADC}"/>
              </a:ext>
            </a:extLst>
          </p:cNvPr>
          <p:cNvSpPr/>
          <p:nvPr/>
        </p:nvSpPr>
        <p:spPr>
          <a:xfrm>
            <a:off x="4062313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5A6EF79B-4513-8D26-1615-C67E80D9BE4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LLM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5FC1E958-DBD2-C48D-0689-B93617242600}"/>
              </a:ext>
            </a:extLst>
          </p:cNvPr>
          <p:cNvSpPr/>
          <p:nvPr/>
        </p:nvSpPr>
        <p:spPr>
          <a:xfrm>
            <a:off x="5376227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01A4CB84-C93E-7B7B-1191-8A57074D0E47}"/>
              </a:ext>
            </a:extLst>
          </p:cNvPr>
          <p:cNvSpPr/>
          <p:nvPr/>
        </p:nvSpPr>
        <p:spPr>
          <a:xfrm>
            <a:off x="2091442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3C80008A-D267-65BE-32D2-3A3E3185E404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 dirty="0"/>
            </a:b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79B63E46-0310-54A6-15B1-BA92DF5CB318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DA8A9E29-7E8E-9305-72F0-3AF3832A77FB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23D195AE-90DF-5B36-EF8B-02BC6611CA1E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03929264-D561-AB89-C323-84CBF73E4997}"/>
              </a:ext>
            </a:extLst>
          </p:cNvPr>
          <p:cNvSpPr/>
          <p:nvPr/>
        </p:nvSpPr>
        <p:spPr>
          <a:xfrm>
            <a:off x="2090078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  <a:endParaRPr lang="ko-KR" altLang="en-US" sz="900" dirty="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7C8E9657-A82F-2E95-61D9-CA153D0D3CDE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2659797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BEA21B93-33F7-5363-6162-B2373E58EAE2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4632032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4388C77B-4935-5CB8-D176-7BF3C92D9FF1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51ED296F-B882-880F-79E7-4C1466E4AB30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201751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AEA4FD01-DC4F-62DB-5311-5D243E71E38A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656957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21348B76-D5DF-00B7-7AF2-8197F56AFF3A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7507D8D1-1F74-6654-DCCB-3C22C304F1BC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D2990641-8419-8D24-1CC8-37E0B12D6176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4EFAEF02-B7E6-E8E3-3FD4-7DEB717AFAF0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139ECECF-F82C-B9A1-6EF6-03D59085D8A8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2661161" y="761231"/>
            <a:ext cx="3284785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436EDCFE-6458-487F-796F-17A7BD4F94BB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286149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F696814C-4110-A895-1A8F-56C5ACD50ABD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286149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A36BE3B1-0F55-1ED2-1329-D597B0349038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96A04251-6AB7-57DF-D4B4-578548891D62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B4D8418A-AEA9-CB7F-3D9D-61DAFC4286B3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6B007108-3489-EFCE-28A6-B2776ED2AB41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A5865510-1801-CE8C-F2CB-93F1F9AF08D6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16BCD9BB-2F35-5487-09CE-62947155F8B7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8DE7782F-C19B-2C52-D944-68E6F870B52B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7671F5B1-EF2E-D4DC-BDA9-1CB030F5DAC9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58C64673-ED50-C4AB-1A41-691BB4EF5031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5C41BB3C-87F7-703A-5239-77166904D571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3678AD27-235A-EF17-5BFE-1E768ED33CDE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D58762FD-828A-EBC1-0ADC-2BB685F5EA5C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486C0532-DE52-5BE2-DF04-B66A764A77DF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292C888E-513F-5DC1-1ABE-252BAE94B3A6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322E8B2B-5AB8-51EC-35C2-8F6E0B4D4C26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3442B002-DA97-EA12-A3C4-938B3766DE77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B420FE5E-CF10-C2D7-E5E8-3502C9911CC0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H="1" flipV="1">
            <a:off x="4632032" y="1777109"/>
            <a:ext cx="654306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F3FBA233-91A1-8FAE-FB98-25A884E8E3A3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951097FE-2E56-48BC-2474-A26F5C0B37F8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89D8A2A7-9E40-A633-060C-DCCAD740AA59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5945946" y="761231"/>
            <a:ext cx="658321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6201EEC4-53B4-4BE0-5328-B51A3BB75C9E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020E512A-1568-1FA5-6A60-E7AF1F1627F6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6C18DDA7-4016-C989-CCF5-FB7A915EF3C6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484512C4-D518-9463-DB2F-34D9A4BFE819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3C159BDD-C3BF-7F8F-17DC-125EA25B9B0B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37FBB5FC-B88F-6376-DF91-6C59D6708CF8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754AE87E-1EA3-EF5D-E252-C9A605A2668F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5BA8064B-0B00-5E74-F0E7-6E514B3E7968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09FC8EED-2732-BC99-BAFE-C0FAE09B38FB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EB17D397-50C1-D4B4-77E0-3A1BBBD0E1E8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A045B9CF-8D97-4B64-C4A1-15AEB2FAB3A5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BC3BC161-D5CD-1500-397F-4C3A63AFEC2B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7E780DC0-F077-59B0-05E9-AE8DD67C0615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66F793BB-47F8-7D7B-90F2-F11648E09749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DC3E3A22-FE2E-DEDD-3ED0-F59A07F9EE60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12211988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2A60A-8045-C872-D0B4-4ECF7EA1E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72CA7226-1928-EAEC-8BC1-C377F5B482D9}"/>
              </a:ext>
            </a:extLst>
          </p:cNvPr>
          <p:cNvSpPr/>
          <p:nvPr/>
        </p:nvSpPr>
        <p:spPr>
          <a:xfrm>
            <a:off x="5139179" y="73542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Vendor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7DF0A562-ECD2-F54D-BB26-C808FAFA5F79}"/>
              </a:ext>
            </a:extLst>
          </p:cNvPr>
          <p:cNvSpPr/>
          <p:nvPr/>
        </p:nvSpPr>
        <p:spPr>
          <a:xfrm>
            <a:off x="3056578" y="1792126"/>
            <a:ext cx="5304640" cy="1545936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Gateway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6AF81984-B9E4-A407-7E8B-38D1E9CEEFD5}"/>
              </a:ext>
            </a:extLst>
          </p:cNvPr>
          <p:cNvSpPr/>
          <p:nvPr/>
        </p:nvSpPr>
        <p:spPr>
          <a:xfrm>
            <a:off x="4482222" y="209191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0170B70D-6184-2672-A9D8-97DD8E8D33F6}"/>
              </a:ext>
            </a:extLst>
          </p:cNvPr>
          <p:cNvSpPr/>
          <p:nvPr/>
        </p:nvSpPr>
        <p:spPr>
          <a:xfrm>
            <a:off x="5796136" y="209190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05E0769E-4F34-DBC9-2839-A37E3E16D60D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5051941" y="1186933"/>
            <a:ext cx="656957" cy="9049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E0EB4756-70B7-8920-A7F3-5B4D2E803AC1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5708898" y="1186933"/>
            <a:ext cx="656957" cy="904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081281B8-2D86-E316-B449-5F7283FD57D2}"/>
              </a:ext>
            </a:extLst>
          </p:cNvPr>
          <p:cNvSpPr/>
          <p:nvPr/>
        </p:nvSpPr>
        <p:spPr>
          <a:xfrm>
            <a:off x="2463800" y="3524900"/>
            <a:ext cx="6489700" cy="1495118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App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8F44604D-9B15-A6BB-C3AC-33FD36882FC8}"/>
              </a:ext>
            </a:extLst>
          </p:cNvPr>
          <p:cNvSpPr/>
          <p:nvPr/>
        </p:nvSpPr>
        <p:spPr>
          <a:xfrm>
            <a:off x="6770451" y="115965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Controller</a:t>
            </a:r>
            <a:endParaRPr lang="ko-KR" altLang="en-US" sz="900" dirty="0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FD58DEB5-7600-DCC0-4AEE-C90A29D699AD}"/>
              </a:ext>
            </a:extLst>
          </p:cNvPr>
          <p:cNvCxnSpPr>
            <a:cxnSpLocks/>
            <a:stCxn id="4" idx="3"/>
            <a:endCxn id="18" idx="0"/>
          </p:cNvCxnSpPr>
          <p:nvPr/>
        </p:nvCxnSpPr>
        <p:spPr>
          <a:xfrm>
            <a:off x="6278617" y="961178"/>
            <a:ext cx="1061553" cy="19848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D2BEC4E8-BDA6-0761-917E-799650B711B7}"/>
              </a:ext>
            </a:extLst>
          </p:cNvPr>
          <p:cNvSpPr/>
          <p:nvPr/>
        </p:nvSpPr>
        <p:spPr>
          <a:xfrm>
            <a:off x="7110050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31A9F01F-DE4D-1F6A-EBA1-0747CDD68B7C}"/>
              </a:ext>
            </a:extLst>
          </p:cNvPr>
          <p:cNvSpPr/>
          <p:nvPr/>
        </p:nvSpPr>
        <p:spPr>
          <a:xfrm>
            <a:off x="3168308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5DB39D59-2616-2C66-DD0E-C7957A44CF5F}"/>
              </a:ext>
            </a:extLst>
          </p:cNvPr>
          <p:cNvCxnSpPr>
            <a:cxnSpLocks/>
            <a:stCxn id="18" idx="2"/>
            <a:endCxn id="27" idx="0"/>
          </p:cNvCxnSpPr>
          <p:nvPr/>
        </p:nvCxnSpPr>
        <p:spPr>
          <a:xfrm flipH="1">
            <a:off x="3738027" y="1611169"/>
            <a:ext cx="3602143" cy="48074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D4F6A704-D354-D6A6-3F68-7DEEF0152DD4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>
            <a:off x="7340170" y="1611169"/>
            <a:ext cx="339599" cy="48074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96">
            <a:extLst>
              <a:ext uri="{FF2B5EF4-FFF2-40B4-BE49-F238E27FC236}">
                <a16:creationId xmlns:a16="http://schemas.microsoft.com/office/drawing/2014/main" id="{DDBE155E-E461-9A82-97AE-F07B72EB07AF}"/>
              </a:ext>
            </a:extLst>
          </p:cNvPr>
          <p:cNvCxnSpPr>
            <a:cxnSpLocks/>
            <a:stCxn id="5" idx="1"/>
            <a:endCxn id="27" idx="3"/>
          </p:cNvCxnSpPr>
          <p:nvPr/>
        </p:nvCxnSpPr>
        <p:spPr>
          <a:xfrm flipH="1" flipV="1">
            <a:off x="4307746" y="2317665"/>
            <a:ext cx="174476" cy="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12">
            <a:extLst>
              <a:ext uri="{FF2B5EF4-FFF2-40B4-BE49-F238E27FC236}">
                <a16:creationId xmlns:a16="http://schemas.microsoft.com/office/drawing/2014/main" id="{AD0858C9-543E-E1C4-C440-20D08876B30F}"/>
              </a:ext>
            </a:extLst>
          </p:cNvPr>
          <p:cNvSpPr/>
          <p:nvPr/>
        </p:nvSpPr>
        <p:spPr>
          <a:xfrm>
            <a:off x="3166944" y="7482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  <a:endParaRPr lang="ko-KR" altLang="en-US" sz="900" dirty="0"/>
          </a:p>
        </p:txBody>
      </p:sp>
      <p:cxnSp>
        <p:nvCxnSpPr>
          <p:cNvPr id="42" name="직선 화살표 연결선 96">
            <a:extLst>
              <a:ext uri="{FF2B5EF4-FFF2-40B4-BE49-F238E27FC236}">
                <a16:creationId xmlns:a16="http://schemas.microsoft.com/office/drawing/2014/main" id="{49BB6146-C522-843C-012F-28A6782C9F9C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6935574" y="231766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사각형: 둥근 모서리 12">
            <a:extLst>
              <a:ext uri="{FF2B5EF4-FFF2-40B4-BE49-F238E27FC236}">
                <a16:creationId xmlns:a16="http://schemas.microsoft.com/office/drawing/2014/main" id="{CAC534FE-EF0F-B8C4-64BE-ADB51A42EA65}"/>
              </a:ext>
            </a:extLst>
          </p:cNvPr>
          <p:cNvSpPr/>
          <p:nvPr/>
        </p:nvSpPr>
        <p:spPr>
          <a:xfrm>
            <a:off x="3166944" y="279252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47" name="사각형: 둥근 모서리 12">
            <a:extLst>
              <a:ext uri="{FF2B5EF4-FFF2-40B4-BE49-F238E27FC236}">
                <a16:creationId xmlns:a16="http://schemas.microsoft.com/office/drawing/2014/main" id="{28E3823D-E78B-FAEB-82CA-F3038DF6B055}"/>
              </a:ext>
            </a:extLst>
          </p:cNvPr>
          <p:cNvSpPr/>
          <p:nvPr/>
        </p:nvSpPr>
        <p:spPr>
          <a:xfrm>
            <a:off x="7110050" y="278928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3126A693-7289-E88A-5756-C25AA02CEF3E}"/>
              </a:ext>
            </a:extLst>
          </p:cNvPr>
          <p:cNvCxnSpPr>
            <a:cxnSpLocks/>
            <a:stCxn id="41" idx="2"/>
            <a:endCxn id="27" idx="0"/>
          </p:cNvCxnSpPr>
          <p:nvPr/>
        </p:nvCxnSpPr>
        <p:spPr>
          <a:xfrm>
            <a:off x="3736663" y="526334"/>
            <a:ext cx="1364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59091320-F068-271C-23B6-846039B06EFD}"/>
              </a:ext>
            </a:extLst>
          </p:cNvPr>
          <p:cNvCxnSpPr>
            <a:cxnSpLocks/>
            <a:stCxn id="41" idx="2"/>
            <a:endCxn id="26" idx="0"/>
          </p:cNvCxnSpPr>
          <p:nvPr/>
        </p:nvCxnSpPr>
        <p:spPr>
          <a:xfrm>
            <a:off x="3736663" y="526334"/>
            <a:ext cx="3943106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96">
            <a:extLst>
              <a:ext uri="{FF2B5EF4-FFF2-40B4-BE49-F238E27FC236}">
                <a16:creationId xmlns:a16="http://schemas.microsoft.com/office/drawing/2014/main" id="{180508BA-07D8-62D2-AE30-4914A48D6CAB}"/>
              </a:ext>
            </a:extLst>
          </p:cNvPr>
          <p:cNvCxnSpPr>
            <a:cxnSpLocks/>
            <a:stCxn id="27" idx="2"/>
            <a:endCxn id="46" idx="0"/>
          </p:cNvCxnSpPr>
          <p:nvPr/>
        </p:nvCxnSpPr>
        <p:spPr>
          <a:xfrm flipH="1">
            <a:off x="3736663" y="2543420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96">
            <a:extLst>
              <a:ext uri="{FF2B5EF4-FFF2-40B4-BE49-F238E27FC236}">
                <a16:creationId xmlns:a16="http://schemas.microsoft.com/office/drawing/2014/main" id="{7F327002-AC3A-F262-212E-73715FD46D27}"/>
              </a:ext>
            </a:extLst>
          </p:cNvPr>
          <p:cNvCxnSpPr>
            <a:cxnSpLocks/>
            <a:stCxn id="26" idx="2"/>
            <a:endCxn id="47" idx="0"/>
          </p:cNvCxnSpPr>
          <p:nvPr/>
        </p:nvCxnSpPr>
        <p:spPr>
          <a:xfrm>
            <a:off x="7679769" y="2543420"/>
            <a:ext cx="0" cy="24586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연결선[R] 103">
            <a:extLst>
              <a:ext uri="{FF2B5EF4-FFF2-40B4-BE49-F238E27FC236}">
                <a16:creationId xmlns:a16="http://schemas.microsoft.com/office/drawing/2014/main" id="{A987A162-DBD9-C207-FE2A-FA71B63BF527}"/>
              </a:ext>
            </a:extLst>
          </p:cNvPr>
          <p:cNvCxnSpPr>
            <a:cxnSpLocks/>
          </p:cNvCxnSpPr>
          <p:nvPr/>
        </p:nvCxnSpPr>
        <p:spPr>
          <a:xfrm>
            <a:off x="1043608" y="1399538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[R] 107">
            <a:extLst>
              <a:ext uri="{FF2B5EF4-FFF2-40B4-BE49-F238E27FC236}">
                <a16:creationId xmlns:a16="http://schemas.microsoft.com/office/drawing/2014/main" id="{235C078B-A91C-52D5-BB37-F951CBF37A12}"/>
              </a:ext>
            </a:extLst>
          </p:cNvPr>
          <p:cNvCxnSpPr>
            <a:cxnSpLocks/>
          </p:cNvCxnSpPr>
          <p:nvPr/>
        </p:nvCxnSpPr>
        <p:spPr>
          <a:xfrm>
            <a:off x="1043608" y="3428311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B9E58C46-04E6-0681-735C-93AE99A0CD01}"/>
              </a:ext>
            </a:extLst>
          </p:cNvPr>
          <p:cNvSpPr/>
          <p:nvPr/>
        </p:nvSpPr>
        <p:spPr>
          <a:xfrm>
            <a:off x="4482222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109" name="사각형: 둥근 모서리 12">
            <a:extLst>
              <a:ext uri="{FF2B5EF4-FFF2-40B4-BE49-F238E27FC236}">
                <a16:creationId xmlns:a16="http://schemas.microsoft.com/office/drawing/2014/main" id="{8ADE1538-FF60-5341-184C-BC8CC601CF19}"/>
              </a:ext>
            </a:extLst>
          </p:cNvPr>
          <p:cNvSpPr/>
          <p:nvPr/>
        </p:nvSpPr>
        <p:spPr>
          <a:xfrm>
            <a:off x="5796135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GRPCRoute</a:t>
            </a:r>
            <a:endParaRPr lang="ko-KR" altLang="en-US" sz="900" b="1" dirty="0"/>
          </a:p>
        </p:txBody>
      </p:sp>
      <p:sp>
        <p:nvSpPr>
          <p:cNvPr id="110" name="사각형: 둥근 모서리 12">
            <a:extLst>
              <a:ext uri="{FF2B5EF4-FFF2-40B4-BE49-F238E27FC236}">
                <a16:creationId xmlns:a16="http://schemas.microsoft.com/office/drawing/2014/main" id="{5F5B150C-E8D4-1F0E-5F8B-E086FCC739AF}"/>
              </a:ext>
            </a:extLst>
          </p:cNvPr>
          <p:cNvSpPr/>
          <p:nvPr/>
        </p:nvSpPr>
        <p:spPr>
          <a:xfrm>
            <a:off x="3847030" y="448677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TLSRoute</a:t>
            </a:r>
            <a:endParaRPr lang="ko-KR" altLang="en-US" sz="900" b="1" dirty="0"/>
          </a:p>
        </p:txBody>
      </p:sp>
      <p:sp>
        <p:nvSpPr>
          <p:cNvPr id="111" name="사각형: 둥근 모서리 12">
            <a:extLst>
              <a:ext uri="{FF2B5EF4-FFF2-40B4-BE49-F238E27FC236}">
                <a16:creationId xmlns:a16="http://schemas.microsoft.com/office/drawing/2014/main" id="{433FD7D3-3819-C914-E524-666E4B1A51F2}"/>
              </a:ext>
            </a:extLst>
          </p:cNvPr>
          <p:cNvSpPr/>
          <p:nvPr/>
        </p:nvSpPr>
        <p:spPr>
          <a:xfrm>
            <a:off x="5138497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TCPRoute</a:t>
            </a:r>
            <a:endParaRPr lang="ko-KR" altLang="en-US" sz="900" b="1" dirty="0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5C578898-1C41-0482-350C-0B7A99DBB06D}"/>
              </a:ext>
            </a:extLst>
          </p:cNvPr>
          <p:cNvSpPr/>
          <p:nvPr/>
        </p:nvSpPr>
        <p:spPr>
          <a:xfrm>
            <a:off x="6429964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UDPRoute</a:t>
            </a:r>
            <a:endParaRPr lang="ko-KR" altLang="en-US" sz="900" b="1" dirty="0"/>
          </a:p>
        </p:txBody>
      </p:sp>
      <p:sp>
        <p:nvSpPr>
          <p:cNvPr id="118" name="사각형: 둥근 모서리 12">
            <a:extLst>
              <a:ext uri="{FF2B5EF4-FFF2-40B4-BE49-F238E27FC236}">
                <a16:creationId xmlns:a16="http://schemas.microsoft.com/office/drawing/2014/main" id="{A15D81A6-5C4B-7C05-7F0F-C248782C5D77}"/>
              </a:ext>
            </a:extLst>
          </p:cNvPr>
          <p:cNvSpPr/>
          <p:nvPr/>
        </p:nvSpPr>
        <p:spPr>
          <a:xfrm>
            <a:off x="3168308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21" name="사각형: 둥근 모서리 12">
            <a:extLst>
              <a:ext uri="{FF2B5EF4-FFF2-40B4-BE49-F238E27FC236}">
                <a16:creationId xmlns:a16="http://schemas.microsoft.com/office/drawing/2014/main" id="{77A879F5-A91C-7270-6039-F92DD5D8B84C}"/>
              </a:ext>
            </a:extLst>
          </p:cNvPr>
          <p:cNvSpPr/>
          <p:nvPr/>
        </p:nvSpPr>
        <p:spPr>
          <a:xfrm>
            <a:off x="2551546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22" name="직선 화살표 연결선 96">
            <a:extLst>
              <a:ext uri="{FF2B5EF4-FFF2-40B4-BE49-F238E27FC236}">
                <a16:creationId xmlns:a16="http://schemas.microsoft.com/office/drawing/2014/main" id="{C8229506-6325-16AD-E375-74C8F0836376}"/>
              </a:ext>
            </a:extLst>
          </p:cNvPr>
          <p:cNvCxnSpPr>
            <a:cxnSpLocks/>
            <a:stCxn id="46" idx="2"/>
            <a:endCxn id="118" idx="0"/>
          </p:cNvCxnSpPr>
          <p:nvPr/>
        </p:nvCxnSpPr>
        <p:spPr>
          <a:xfrm>
            <a:off x="3736663" y="3244040"/>
            <a:ext cx="1364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ECF57EB1-690C-AF69-EFD9-08FEAB097C9F}"/>
              </a:ext>
            </a:extLst>
          </p:cNvPr>
          <p:cNvCxnSpPr>
            <a:cxnSpLocks/>
            <a:stCxn id="118" idx="2"/>
            <a:endCxn id="121" idx="0"/>
          </p:cNvCxnSpPr>
          <p:nvPr/>
        </p:nvCxnSpPr>
        <p:spPr>
          <a:xfrm flipH="1">
            <a:off x="3121265" y="4288030"/>
            <a:ext cx="616762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AF61AD8D-1791-F3C8-F4C2-5B0664B97244}"/>
              </a:ext>
            </a:extLst>
          </p:cNvPr>
          <p:cNvCxnSpPr>
            <a:cxnSpLocks/>
            <a:stCxn id="17" idx="0"/>
            <a:endCxn id="5" idx="2"/>
          </p:cNvCxnSpPr>
          <p:nvPr/>
        </p:nvCxnSpPr>
        <p:spPr>
          <a:xfrm flipV="1">
            <a:off x="5051941" y="2543421"/>
            <a:ext cx="0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96">
            <a:extLst>
              <a:ext uri="{FF2B5EF4-FFF2-40B4-BE49-F238E27FC236}">
                <a16:creationId xmlns:a16="http://schemas.microsoft.com/office/drawing/2014/main" id="{5155BD9D-1441-0186-7796-571D15AEF371}"/>
              </a:ext>
            </a:extLst>
          </p:cNvPr>
          <p:cNvCxnSpPr>
            <a:cxnSpLocks/>
            <a:stCxn id="110" idx="0"/>
            <a:endCxn id="5" idx="2"/>
          </p:cNvCxnSpPr>
          <p:nvPr/>
        </p:nvCxnSpPr>
        <p:spPr>
          <a:xfrm flipV="1">
            <a:off x="4416749" y="2543421"/>
            <a:ext cx="635192" cy="19433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BB78E4DC-F0F0-D879-8EE5-8043328BD796}"/>
              </a:ext>
            </a:extLst>
          </p:cNvPr>
          <p:cNvCxnSpPr>
            <a:cxnSpLocks/>
            <a:stCxn id="109" idx="0"/>
            <a:endCxn id="8" idx="2"/>
          </p:cNvCxnSpPr>
          <p:nvPr/>
        </p:nvCxnSpPr>
        <p:spPr>
          <a:xfrm flipV="1">
            <a:off x="6365854" y="2543420"/>
            <a:ext cx="1" cy="12930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96">
            <a:extLst>
              <a:ext uri="{FF2B5EF4-FFF2-40B4-BE49-F238E27FC236}">
                <a16:creationId xmlns:a16="http://schemas.microsoft.com/office/drawing/2014/main" id="{CCD9D7E0-ABDE-8844-EB47-701334007C83}"/>
              </a:ext>
            </a:extLst>
          </p:cNvPr>
          <p:cNvCxnSpPr>
            <a:cxnSpLocks/>
            <a:stCxn id="17" idx="1"/>
            <a:endCxn id="118" idx="3"/>
          </p:cNvCxnSpPr>
          <p:nvPr/>
        </p:nvCxnSpPr>
        <p:spPr>
          <a:xfrm flipH="1">
            <a:off x="4307746" y="406227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96">
            <a:extLst>
              <a:ext uri="{FF2B5EF4-FFF2-40B4-BE49-F238E27FC236}">
                <a16:creationId xmlns:a16="http://schemas.microsoft.com/office/drawing/2014/main" id="{455F5FF9-EB6F-7CC2-FEC8-0B93116CCE4E}"/>
              </a:ext>
            </a:extLst>
          </p:cNvPr>
          <p:cNvCxnSpPr>
            <a:cxnSpLocks/>
            <a:stCxn id="110" idx="0"/>
            <a:endCxn id="118" idx="3"/>
          </p:cNvCxnSpPr>
          <p:nvPr/>
        </p:nvCxnSpPr>
        <p:spPr>
          <a:xfrm flipH="1" flipV="1">
            <a:off x="4307746" y="4062275"/>
            <a:ext cx="109003" cy="42449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사각형: 둥근 모서리 12">
            <a:extLst>
              <a:ext uri="{FF2B5EF4-FFF2-40B4-BE49-F238E27FC236}">
                <a16:creationId xmlns:a16="http://schemas.microsoft.com/office/drawing/2014/main" id="{E0F2BEE2-E624-77B5-1777-35CAE40796C4}"/>
              </a:ext>
            </a:extLst>
          </p:cNvPr>
          <p:cNvSpPr/>
          <p:nvPr/>
        </p:nvSpPr>
        <p:spPr>
          <a:xfrm>
            <a:off x="7110047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73" name="사각형: 둥근 모서리 12">
            <a:extLst>
              <a:ext uri="{FF2B5EF4-FFF2-40B4-BE49-F238E27FC236}">
                <a16:creationId xmlns:a16="http://schemas.microsoft.com/office/drawing/2014/main" id="{4DF00A24-64F6-098C-3E9A-2C207D318AFB}"/>
              </a:ext>
            </a:extLst>
          </p:cNvPr>
          <p:cNvSpPr/>
          <p:nvPr/>
        </p:nvSpPr>
        <p:spPr>
          <a:xfrm>
            <a:off x="7726327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74" name="직선 화살표 연결선 96">
            <a:extLst>
              <a:ext uri="{FF2B5EF4-FFF2-40B4-BE49-F238E27FC236}">
                <a16:creationId xmlns:a16="http://schemas.microsoft.com/office/drawing/2014/main" id="{C85B1CE1-4632-4CD1-BEBF-583C906307F5}"/>
              </a:ext>
            </a:extLst>
          </p:cNvPr>
          <p:cNvCxnSpPr>
            <a:cxnSpLocks/>
            <a:stCxn id="111" idx="0"/>
          </p:cNvCxnSpPr>
          <p:nvPr/>
        </p:nvCxnSpPr>
        <p:spPr>
          <a:xfrm flipV="1">
            <a:off x="5708216" y="4059583"/>
            <a:ext cx="1458523" cy="4271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화살표 연결선 96">
            <a:extLst>
              <a:ext uri="{FF2B5EF4-FFF2-40B4-BE49-F238E27FC236}">
                <a16:creationId xmlns:a16="http://schemas.microsoft.com/office/drawing/2014/main" id="{2FB2F1E3-632B-4667-0B3A-E02CBF8353F2}"/>
              </a:ext>
            </a:extLst>
          </p:cNvPr>
          <p:cNvCxnSpPr>
            <a:cxnSpLocks/>
            <a:stCxn id="112" idx="0"/>
            <a:endCxn id="172" idx="1"/>
          </p:cNvCxnSpPr>
          <p:nvPr/>
        </p:nvCxnSpPr>
        <p:spPr>
          <a:xfrm flipV="1">
            <a:off x="6999683" y="4062275"/>
            <a:ext cx="110364" cy="42449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96">
            <a:extLst>
              <a:ext uri="{FF2B5EF4-FFF2-40B4-BE49-F238E27FC236}">
                <a16:creationId xmlns:a16="http://schemas.microsoft.com/office/drawing/2014/main" id="{E29CB0A6-62FE-F15B-3E33-063EB1D4B5BE}"/>
              </a:ext>
            </a:extLst>
          </p:cNvPr>
          <p:cNvCxnSpPr>
            <a:cxnSpLocks/>
            <a:stCxn id="111" idx="0"/>
            <a:endCxn id="8" idx="2"/>
          </p:cNvCxnSpPr>
          <p:nvPr/>
        </p:nvCxnSpPr>
        <p:spPr>
          <a:xfrm flipV="1">
            <a:off x="5708216" y="2543420"/>
            <a:ext cx="657639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96">
            <a:extLst>
              <a:ext uri="{FF2B5EF4-FFF2-40B4-BE49-F238E27FC236}">
                <a16:creationId xmlns:a16="http://schemas.microsoft.com/office/drawing/2014/main" id="{81CC13F9-FF85-155E-486F-581B2C9941FB}"/>
              </a:ext>
            </a:extLst>
          </p:cNvPr>
          <p:cNvCxnSpPr>
            <a:cxnSpLocks/>
            <a:stCxn id="112" idx="0"/>
            <a:endCxn id="8" idx="2"/>
          </p:cNvCxnSpPr>
          <p:nvPr/>
        </p:nvCxnSpPr>
        <p:spPr>
          <a:xfrm flipH="1" flipV="1">
            <a:off x="6365855" y="2543420"/>
            <a:ext cx="633828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96">
            <a:extLst>
              <a:ext uri="{FF2B5EF4-FFF2-40B4-BE49-F238E27FC236}">
                <a16:creationId xmlns:a16="http://schemas.microsoft.com/office/drawing/2014/main" id="{6DA0709C-B7B5-92A5-CB8D-01BC30911436}"/>
              </a:ext>
            </a:extLst>
          </p:cNvPr>
          <p:cNvCxnSpPr>
            <a:cxnSpLocks/>
            <a:stCxn id="109" idx="3"/>
            <a:endCxn id="172" idx="1"/>
          </p:cNvCxnSpPr>
          <p:nvPr/>
        </p:nvCxnSpPr>
        <p:spPr>
          <a:xfrm>
            <a:off x="6935573" y="4062275"/>
            <a:ext cx="174474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직선 화살표 연결선 96">
            <a:extLst>
              <a:ext uri="{FF2B5EF4-FFF2-40B4-BE49-F238E27FC236}">
                <a16:creationId xmlns:a16="http://schemas.microsoft.com/office/drawing/2014/main" id="{27E858F6-CA7F-937E-99E1-EA7A960427EC}"/>
              </a:ext>
            </a:extLst>
          </p:cNvPr>
          <p:cNvCxnSpPr>
            <a:cxnSpLocks/>
            <a:stCxn id="47" idx="2"/>
            <a:endCxn id="172" idx="0"/>
          </p:cNvCxnSpPr>
          <p:nvPr/>
        </p:nvCxnSpPr>
        <p:spPr>
          <a:xfrm flipH="1">
            <a:off x="7679766" y="3240797"/>
            <a:ext cx="3" cy="59572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96">
            <a:extLst>
              <a:ext uri="{FF2B5EF4-FFF2-40B4-BE49-F238E27FC236}">
                <a16:creationId xmlns:a16="http://schemas.microsoft.com/office/drawing/2014/main" id="{145E79E5-4FD3-F019-337C-A9DB534125D3}"/>
              </a:ext>
            </a:extLst>
          </p:cNvPr>
          <p:cNvCxnSpPr>
            <a:cxnSpLocks/>
            <a:stCxn id="172" idx="2"/>
            <a:endCxn id="173" idx="0"/>
          </p:cNvCxnSpPr>
          <p:nvPr/>
        </p:nvCxnSpPr>
        <p:spPr>
          <a:xfrm>
            <a:off x="7679766" y="4288030"/>
            <a:ext cx="616280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직선 연결선[R] 200">
            <a:extLst>
              <a:ext uri="{FF2B5EF4-FFF2-40B4-BE49-F238E27FC236}">
                <a16:creationId xmlns:a16="http://schemas.microsoft.com/office/drawing/2014/main" id="{5BE196E3-24A8-5D8B-A78A-EAFB074F070D}"/>
              </a:ext>
            </a:extLst>
          </p:cNvPr>
          <p:cNvCxnSpPr>
            <a:cxnSpLocks/>
          </p:cNvCxnSpPr>
          <p:nvPr/>
        </p:nvCxnSpPr>
        <p:spPr>
          <a:xfrm>
            <a:off x="1048324" y="627534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직선 화살표 연결선 96">
            <a:extLst>
              <a:ext uri="{FF2B5EF4-FFF2-40B4-BE49-F238E27FC236}">
                <a16:creationId xmlns:a16="http://schemas.microsoft.com/office/drawing/2014/main" id="{562CDC28-9668-C2CC-12FF-B20F7D57D5AE}"/>
              </a:ext>
            </a:extLst>
          </p:cNvPr>
          <p:cNvCxnSpPr>
            <a:cxnSpLocks/>
          </p:cNvCxnSpPr>
          <p:nvPr/>
        </p:nvCxnSpPr>
        <p:spPr>
          <a:xfrm>
            <a:off x="4572560" y="300578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TextBox 211">
            <a:extLst>
              <a:ext uri="{FF2B5EF4-FFF2-40B4-BE49-F238E27FC236}">
                <a16:creationId xmlns:a16="http://schemas.microsoft.com/office/drawing/2014/main" id="{6659D8E0-D094-19D6-1DF6-4EF8699886B6}"/>
              </a:ext>
            </a:extLst>
          </p:cNvPr>
          <p:cNvSpPr txBox="1"/>
          <p:nvPr/>
        </p:nvSpPr>
        <p:spPr>
          <a:xfrm>
            <a:off x="4868303" y="19080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14" name="직선 화살표 연결선 96">
            <a:extLst>
              <a:ext uri="{FF2B5EF4-FFF2-40B4-BE49-F238E27FC236}">
                <a16:creationId xmlns:a16="http://schemas.microsoft.com/office/drawing/2014/main" id="{07576374-56D7-62D0-30C6-4EF6BA8D6D08}"/>
              </a:ext>
            </a:extLst>
          </p:cNvPr>
          <p:cNvCxnSpPr>
            <a:cxnSpLocks/>
          </p:cNvCxnSpPr>
          <p:nvPr/>
        </p:nvCxnSpPr>
        <p:spPr>
          <a:xfrm>
            <a:off x="5691416" y="303274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D0D9B2A0-436D-6FDF-869E-681FB7E3FBE2}"/>
              </a:ext>
            </a:extLst>
          </p:cNvPr>
          <p:cNvSpPr txBox="1"/>
          <p:nvPr/>
        </p:nvSpPr>
        <p:spPr>
          <a:xfrm>
            <a:off x="5987159" y="193504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16" name="직선 화살표 연결선 96">
            <a:extLst>
              <a:ext uri="{FF2B5EF4-FFF2-40B4-BE49-F238E27FC236}">
                <a16:creationId xmlns:a16="http://schemas.microsoft.com/office/drawing/2014/main" id="{EB9EB18C-5B5E-0461-2C1E-16AF20618E2D}"/>
              </a:ext>
            </a:extLst>
          </p:cNvPr>
          <p:cNvCxnSpPr>
            <a:cxnSpLocks/>
            <a:stCxn id="18" idx="2"/>
            <a:endCxn id="47" idx="0"/>
          </p:cNvCxnSpPr>
          <p:nvPr/>
        </p:nvCxnSpPr>
        <p:spPr>
          <a:xfrm>
            <a:off x="7340170" y="1611169"/>
            <a:ext cx="339599" cy="1178117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96">
            <a:extLst>
              <a:ext uri="{FF2B5EF4-FFF2-40B4-BE49-F238E27FC236}">
                <a16:creationId xmlns:a16="http://schemas.microsoft.com/office/drawing/2014/main" id="{A8747DE9-7345-4E9D-1C0F-18BC440CB4C2}"/>
              </a:ext>
            </a:extLst>
          </p:cNvPr>
          <p:cNvCxnSpPr>
            <a:cxnSpLocks/>
            <a:stCxn id="18" idx="2"/>
            <a:endCxn id="46" idx="0"/>
          </p:cNvCxnSpPr>
          <p:nvPr/>
        </p:nvCxnSpPr>
        <p:spPr>
          <a:xfrm flipH="1">
            <a:off x="3736663" y="1611169"/>
            <a:ext cx="3603507" cy="118136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직선 화살표 연결선 96">
            <a:extLst>
              <a:ext uri="{FF2B5EF4-FFF2-40B4-BE49-F238E27FC236}">
                <a16:creationId xmlns:a16="http://schemas.microsoft.com/office/drawing/2014/main" id="{1CBAC56B-8020-7BEA-D640-B5FC021495AB}"/>
              </a:ext>
            </a:extLst>
          </p:cNvPr>
          <p:cNvCxnSpPr>
            <a:cxnSpLocks/>
            <a:stCxn id="5" idx="1"/>
            <a:endCxn id="46" idx="3"/>
          </p:cNvCxnSpPr>
          <p:nvPr/>
        </p:nvCxnSpPr>
        <p:spPr>
          <a:xfrm flipH="1">
            <a:off x="4306382" y="2317666"/>
            <a:ext cx="175840" cy="70061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직선 화살표 연결선 96">
            <a:extLst>
              <a:ext uri="{FF2B5EF4-FFF2-40B4-BE49-F238E27FC236}">
                <a16:creationId xmlns:a16="http://schemas.microsoft.com/office/drawing/2014/main" id="{BFB0FBD1-2973-B1BB-5A33-60067EDA932D}"/>
              </a:ext>
            </a:extLst>
          </p:cNvPr>
          <p:cNvCxnSpPr>
            <a:cxnSpLocks/>
            <a:stCxn id="8" idx="3"/>
            <a:endCxn id="47" idx="1"/>
          </p:cNvCxnSpPr>
          <p:nvPr/>
        </p:nvCxnSpPr>
        <p:spPr>
          <a:xfrm>
            <a:off x="6935574" y="2317665"/>
            <a:ext cx="174476" cy="697377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직선 화살표 연결선 96">
            <a:extLst>
              <a:ext uri="{FF2B5EF4-FFF2-40B4-BE49-F238E27FC236}">
                <a16:creationId xmlns:a16="http://schemas.microsoft.com/office/drawing/2014/main" id="{A5F1BDEA-DB0F-6D37-CB30-4D8F696E07B0}"/>
              </a:ext>
            </a:extLst>
          </p:cNvPr>
          <p:cNvCxnSpPr>
            <a:cxnSpLocks/>
          </p:cNvCxnSpPr>
          <p:nvPr/>
        </p:nvCxnSpPr>
        <p:spPr>
          <a:xfrm>
            <a:off x="6627325" y="300578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TextBox 228">
            <a:extLst>
              <a:ext uri="{FF2B5EF4-FFF2-40B4-BE49-F238E27FC236}">
                <a16:creationId xmlns:a16="http://schemas.microsoft.com/office/drawing/2014/main" id="{AE33635D-1C66-6F76-D1FC-FF3718C3B7CD}"/>
              </a:ext>
            </a:extLst>
          </p:cNvPr>
          <p:cNvSpPr txBox="1"/>
          <p:nvPr/>
        </p:nvSpPr>
        <p:spPr>
          <a:xfrm>
            <a:off x="6923068" y="190808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24F0A9AC-2578-F58B-AF2E-E2F052A61260}"/>
              </a:ext>
            </a:extLst>
          </p:cNvPr>
          <p:cNvSpPr txBox="1"/>
          <p:nvPr/>
        </p:nvSpPr>
        <p:spPr>
          <a:xfrm>
            <a:off x="1639312" y="828870"/>
            <a:ext cx="953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/>
              <a:t>Infrastructure Provide</a:t>
            </a:r>
            <a:endParaRPr lang="en-KR" sz="900" b="1"/>
          </a:p>
        </p:txBody>
      </p:sp>
      <p:pic>
        <p:nvPicPr>
          <p:cNvPr id="246" name="그림 245" descr="사람 아이콘 일러스트 | Canva">
            <a:extLst>
              <a:ext uri="{FF2B5EF4-FFF2-40B4-BE49-F238E27FC236}">
                <a16:creationId xmlns:a16="http://schemas.microsoft.com/office/drawing/2014/main" id="{20287508-976C-92D2-0C39-FEBBE6881C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013" y="836246"/>
            <a:ext cx="315254" cy="354581"/>
          </a:xfrm>
          <a:prstGeom prst="rect">
            <a:avLst/>
          </a:prstGeom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6A33E687-44EE-E9F1-1658-7BD46340D45F}"/>
              </a:ext>
            </a:extLst>
          </p:cNvPr>
          <p:cNvSpPr txBox="1"/>
          <p:nvPr/>
        </p:nvSpPr>
        <p:spPr>
          <a:xfrm>
            <a:off x="1644008" y="2211750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Cluster</a:t>
            </a:r>
            <a:br>
              <a:rPr lang="en-US" altLang="ko-KR" sz="900" b="1"/>
            </a:br>
            <a:r>
              <a:rPr lang="en-US" altLang="ko-KR" sz="900" b="1"/>
              <a:t>Operator</a:t>
            </a:r>
            <a:endParaRPr lang="en-KR" sz="900" b="1"/>
          </a:p>
        </p:txBody>
      </p:sp>
      <p:pic>
        <p:nvPicPr>
          <p:cNvPr id="248" name="그림 247" descr="사람 아이콘 일러스트 | Canva">
            <a:extLst>
              <a:ext uri="{FF2B5EF4-FFF2-40B4-BE49-F238E27FC236}">
                <a16:creationId xmlns:a16="http://schemas.microsoft.com/office/drawing/2014/main" id="{B6B8BD04-DA2B-D2B5-C811-114156A3A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2219126"/>
            <a:ext cx="315254" cy="354581"/>
          </a:xfrm>
          <a:prstGeom prst="rect">
            <a:avLst/>
          </a:prstGeom>
        </p:spPr>
      </p:pic>
      <p:sp>
        <p:nvSpPr>
          <p:cNvPr id="249" name="TextBox 248">
            <a:extLst>
              <a:ext uri="{FF2B5EF4-FFF2-40B4-BE49-F238E27FC236}">
                <a16:creationId xmlns:a16="http://schemas.microsoft.com/office/drawing/2014/main" id="{02E6F2F5-F83C-8577-3253-7DC19F2194BF}"/>
              </a:ext>
            </a:extLst>
          </p:cNvPr>
          <p:cNvSpPr txBox="1"/>
          <p:nvPr/>
        </p:nvSpPr>
        <p:spPr>
          <a:xfrm>
            <a:off x="1644008" y="4059583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App</a:t>
            </a:r>
            <a:br>
              <a:rPr lang="en-US" altLang="ko-KR" sz="900" b="1"/>
            </a:br>
            <a:r>
              <a:rPr lang="en-US" altLang="ko-KR" sz="900" b="1"/>
              <a:t>Developer</a:t>
            </a:r>
            <a:endParaRPr lang="en-KR" sz="900"/>
          </a:p>
        </p:txBody>
      </p:sp>
      <p:pic>
        <p:nvPicPr>
          <p:cNvPr id="250" name="그림 249" descr="사람 아이콘 일러스트 | Canva">
            <a:extLst>
              <a:ext uri="{FF2B5EF4-FFF2-40B4-BE49-F238E27FC236}">
                <a16:creationId xmlns:a16="http://schemas.microsoft.com/office/drawing/2014/main" id="{8F2BF8BD-705A-773E-5617-55FD74613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4066959"/>
            <a:ext cx="315254" cy="35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9938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E7910-9D9E-5E07-2F2D-70AD8362C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DB14B1ED-8D8D-D9EA-3E1F-FBE91520E3C3}"/>
              </a:ext>
            </a:extLst>
          </p:cNvPr>
          <p:cNvSpPr/>
          <p:nvPr/>
        </p:nvSpPr>
        <p:spPr>
          <a:xfrm>
            <a:off x="3203848" y="8435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Primary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13E4332F-C7A5-DFA4-6B29-5D05B124D015}"/>
              </a:ext>
            </a:extLst>
          </p:cNvPr>
          <p:cNvSpPr/>
          <p:nvPr/>
        </p:nvSpPr>
        <p:spPr>
          <a:xfrm>
            <a:off x="2458832" y="1635644"/>
            <a:ext cx="2629470" cy="895847"/>
          </a:xfrm>
          <a:prstGeom prst="roundRect">
            <a:avLst>
              <a:gd name="adj" fmla="val 712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Gateway Namespace</a:t>
            </a:r>
            <a:endParaRPr lang="ko-KR" altLang="en-US" sz="1000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2FBB3F73-DD4E-1149-010D-D9820BA917F0}"/>
              </a:ext>
            </a:extLst>
          </p:cNvPr>
          <p:cNvSpPr/>
          <p:nvPr/>
        </p:nvSpPr>
        <p:spPr>
          <a:xfrm>
            <a:off x="2546891" y="199568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EB4362DB-3DB5-2CB1-1F28-84B9AD718DA3}"/>
              </a:ext>
            </a:extLst>
          </p:cNvPr>
          <p:cNvSpPr/>
          <p:nvPr/>
        </p:nvSpPr>
        <p:spPr>
          <a:xfrm>
            <a:off x="3860805" y="1995685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734A7F69-A744-EADC-975E-49C550DD0430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3116610" y="1295069"/>
            <a:ext cx="656957" cy="70061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BBD03077-68B1-29E9-19E1-92A4CF65F67A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3773567" y="1295069"/>
            <a:ext cx="656957" cy="70061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E55B8D5C-220A-C1F5-5159-BF8A60BAAF49}"/>
              </a:ext>
            </a:extLst>
          </p:cNvPr>
          <p:cNvSpPr/>
          <p:nvPr/>
        </p:nvSpPr>
        <p:spPr>
          <a:xfrm>
            <a:off x="1824808" y="2870652"/>
            <a:ext cx="3897518" cy="895847"/>
          </a:xfrm>
          <a:prstGeom prst="roundRect">
            <a:avLst>
              <a:gd name="adj" fmla="val 712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App A Namespace</a:t>
            </a:r>
            <a:endParaRPr lang="ko-KR" altLang="en-US" sz="1000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2252741F-A932-AC7B-C1EB-10C8485E0B70}"/>
              </a:ext>
            </a:extLst>
          </p:cNvPr>
          <p:cNvSpPr/>
          <p:nvPr/>
        </p:nvSpPr>
        <p:spPr>
          <a:xfrm>
            <a:off x="1942644" y="319894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91D34F43-E0BC-6079-2453-9F060C5AC09F}"/>
              </a:ext>
            </a:extLst>
          </p:cNvPr>
          <p:cNvSpPr/>
          <p:nvPr/>
        </p:nvSpPr>
        <p:spPr>
          <a:xfrm>
            <a:off x="4835120" y="84355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Controller Pod</a:t>
            </a:r>
            <a:endParaRPr lang="ko-KR" altLang="en-US" sz="900" b="1" dirty="0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6AFB81F4-C3E8-BCFD-7BCC-00349A72FA07}"/>
              </a:ext>
            </a:extLst>
          </p:cNvPr>
          <p:cNvCxnSpPr>
            <a:cxnSpLocks/>
            <a:stCxn id="4" idx="3"/>
            <a:endCxn id="18" idx="1"/>
          </p:cNvCxnSpPr>
          <p:nvPr/>
        </p:nvCxnSpPr>
        <p:spPr>
          <a:xfrm flipV="1">
            <a:off x="4343286" y="1069313"/>
            <a:ext cx="49183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779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55561</TotalTime>
  <Words>716</Words>
  <Application>Microsoft Macintosh PowerPoint</Application>
  <PresentationFormat>화면 슬라이드 쇼(16:9)</PresentationFormat>
  <Paragraphs>396</Paragraphs>
  <Slides>11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6037</cp:revision>
  <dcterms:created xsi:type="dcterms:W3CDTF">2006-10-05T04:04:58Z</dcterms:created>
  <dcterms:modified xsi:type="dcterms:W3CDTF">2026-10-06T16:41:34Z</dcterms:modified>
</cp:coreProperties>
</file>
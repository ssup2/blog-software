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443" r:id="rId2"/>
    <p:sldId id="437" r:id="rId3"/>
    <p:sldId id="452" r:id="rId4"/>
    <p:sldId id="455" r:id="rId5"/>
    <p:sldId id="453" r:id="rId6"/>
    <p:sldId id="456" r:id="rId7"/>
    <p:sldId id="454" r:id="rId8"/>
    <p:sldId id="447" r:id="rId9"/>
    <p:sldId id="457" r:id="rId10"/>
    <p:sldId id="451" r:id="rId11"/>
    <p:sldId id="448" r:id="rId12"/>
    <p:sldId id="450" r:id="rId13"/>
    <p:sldId id="449" r:id="rId14"/>
    <p:sldId id="446" r:id="rId15"/>
    <p:sldId id="445" r:id="rId16"/>
    <p:sldId id="444" r:id="rId17"/>
    <p:sldId id="435" r:id="rId18"/>
    <p:sldId id="442" r:id="rId19"/>
    <p:sldId id="441" r:id="rId20"/>
    <p:sldId id="440" r:id="rId21"/>
    <p:sldId id="439" r:id="rId22"/>
    <p:sldId id="438" r:id="rId2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 autoAdjust="0"/>
    <p:restoredTop sz="89726" autoAdjust="0"/>
  </p:normalViewPr>
  <p:slideViewPr>
    <p:cSldViewPr>
      <p:cViewPr>
        <p:scale>
          <a:sx n="160" d="100"/>
          <a:sy n="160" d="100"/>
        </p:scale>
        <p:origin x="368" y="3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FB208-05FF-9EA9-94E8-E647C3B6F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556A7C-4F3A-3A73-447D-EF6929A0A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674B5E-6BAB-E2CA-AD64-E1953422EB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44783A-6127-7440-EA49-EB3832A5F9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13829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B61F2-DACC-289F-6228-7BB247580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887D43-58D5-7635-1C45-6AAA82115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E8665E-E015-0EA4-77BB-6B415A961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D7088-B250-1568-A3C9-DA48226460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642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DB7AE-EEBC-4FDB-B667-A80815275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CFE21F-08C8-78C9-082E-2FB345909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9CFA57-5546-0B23-CC40-17677DB70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9ECE61-87CD-CA10-BB37-1DE0F42E3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0157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54FB7-7BC7-74CA-499F-36C038797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E8735A-92CD-D3E1-5C2B-A53911CFC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9B15EE-C28A-BDCF-6682-E02D08307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0FBA14-56DB-568E-C450-1D0BD5EBB8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6499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F2EBE-5BE8-3F5D-3EC3-13B5E4BCA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240708-EBD5-98B3-9E21-995A68D11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F1EB676-BB12-A98D-318A-C23CB2D70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C7F71A-8C5B-84DA-3A34-A0BCB7EC90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3947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4124F-6235-C860-093B-BEFCBD9E8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AA9B1C-C179-2349-37F8-D98A535DB7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592222-B3A5-1081-9816-A3FD942E1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4DE100-398B-535B-B807-E50944BD67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48569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4FFFC-DE26-2C98-43CC-EEAA69D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673050-7946-7137-7B9E-59BDABAA9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A03BBA-1CB2-99AB-9B66-B5E3124B3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E0A4C8-BC42-38C2-AC7B-0715B4D47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691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9DD8-BF45-2A0D-59A7-C053E6E9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45C3A3-A571-E3EB-9A0E-2C2B5ED7A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E13356-88ED-1837-A664-FD84CFBA8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B7A1-26FA-FF77-110F-F15589CFF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6429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44B02308-6C79-9584-B6C8-EE4C091A7BE1}"/>
              </a:ext>
            </a:extLst>
          </p:cNvPr>
          <p:cNvSpPr/>
          <p:nvPr/>
        </p:nvSpPr>
        <p:spPr>
          <a:xfrm>
            <a:off x="5308093" y="3680816"/>
            <a:ext cx="3375798" cy="1144155"/>
          </a:xfrm>
          <a:prstGeom prst="roundRect">
            <a:avLst>
              <a:gd name="adj" fmla="val 10713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E4D58C26-69D4-67D5-73E4-DC2CE75B78E2}"/>
              </a:ext>
            </a:extLst>
          </p:cNvPr>
          <p:cNvSpPr/>
          <p:nvPr/>
        </p:nvSpPr>
        <p:spPr>
          <a:xfrm>
            <a:off x="468719" y="1406769"/>
            <a:ext cx="7346557" cy="2135732"/>
          </a:xfrm>
          <a:prstGeom prst="roundRect">
            <a:avLst>
              <a:gd name="adj" fmla="val 32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 err="1"/>
              <a:t>istio</a:t>
            </a:r>
            <a:r>
              <a:rPr lang="en-US" altLang="ko-KR" sz="1000"/>
              <a:t>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8A647843-F2A6-9CC1-6635-8DBFB8BFA57E}"/>
              </a:ext>
            </a:extLst>
          </p:cNvPr>
          <p:cNvSpPr/>
          <p:nvPr/>
        </p:nvSpPr>
        <p:spPr>
          <a:xfrm>
            <a:off x="595295" y="130383"/>
            <a:ext cx="4984817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9E62BF3C-07D3-C2BB-C8E9-B15FF693A227}"/>
              </a:ext>
            </a:extLst>
          </p:cNvPr>
          <p:cNvSpPr/>
          <p:nvPr/>
        </p:nvSpPr>
        <p:spPr>
          <a:xfrm>
            <a:off x="664302" y="416426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292C8C0F-87FE-A870-E150-08051ABC411E}"/>
              </a:ext>
            </a:extLst>
          </p:cNvPr>
          <p:cNvSpPr/>
          <p:nvPr/>
        </p:nvSpPr>
        <p:spPr>
          <a:xfrm>
            <a:off x="3135208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71AC3E03-0B6C-DA00-35AC-B060BE744CBA}"/>
              </a:ext>
            </a:extLst>
          </p:cNvPr>
          <p:cNvSpPr/>
          <p:nvPr/>
        </p:nvSpPr>
        <p:spPr>
          <a:xfrm>
            <a:off x="1421088" y="1472178"/>
            <a:ext cx="5051330" cy="2006380"/>
          </a:xfrm>
          <a:prstGeom prst="roundRect">
            <a:avLst>
              <a:gd name="adj" fmla="val 414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900"/>
              <a:t>istiod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34" name="사각형: 둥근 모서리 70">
            <a:extLst>
              <a:ext uri="{FF2B5EF4-FFF2-40B4-BE49-F238E27FC236}">
                <a16:creationId xmlns:a16="http://schemas.microsoft.com/office/drawing/2014/main" id="{7394B3CD-9703-FBE9-8EC4-DBB79035D0FF}"/>
              </a:ext>
            </a:extLst>
          </p:cNvPr>
          <p:cNvSpPr/>
          <p:nvPr/>
        </p:nvSpPr>
        <p:spPr>
          <a:xfrm>
            <a:off x="5715632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Istio CRs</a:t>
            </a:r>
            <a:endParaRPr lang="ko-KR" altLang="en-US" sz="1000"/>
          </a:p>
        </p:txBody>
      </p:sp>
      <p:sp>
        <p:nvSpPr>
          <p:cNvPr id="38" name="사각형: 둥근 모서리 70">
            <a:extLst>
              <a:ext uri="{FF2B5EF4-FFF2-40B4-BE49-F238E27FC236}">
                <a16:creationId xmlns:a16="http://schemas.microsoft.com/office/drawing/2014/main" id="{C0837E3D-2005-D8B9-67B8-47535FE0FE53}"/>
              </a:ext>
            </a:extLst>
          </p:cNvPr>
          <p:cNvSpPr/>
          <p:nvPr/>
        </p:nvSpPr>
        <p:spPr>
          <a:xfrm>
            <a:off x="7146077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K8s Resources</a:t>
            </a:r>
            <a:endParaRPr lang="ko-KR" altLang="en-US" sz="100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7398BB5A-902D-805E-C693-0E7713437A62}"/>
              </a:ext>
            </a:extLst>
          </p:cNvPr>
          <p:cNvSpPr/>
          <p:nvPr/>
        </p:nvSpPr>
        <p:spPr>
          <a:xfrm>
            <a:off x="2755878" y="1527123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037D21F8-E5ED-A6B5-287D-EECDBFDC1EED}"/>
              </a:ext>
            </a:extLst>
          </p:cNvPr>
          <p:cNvSpPr/>
          <p:nvPr/>
        </p:nvSpPr>
        <p:spPr>
          <a:xfrm>
            <a:off x="3995013" y="1527122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D5F78397-3EF4-CD4B-A2E0-B4A262496F0D}"/>
              </a:ext>
            </a:extLst>
          </p:cNvPr>
          <p:cNvSpPr/>
          <p:nvPr/>
        </p:nvSpPr>
        <p:spPr>
          <a:xfrm>
            <a:off x="5234148" y="1527121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B336371F-6063-1F5B-62B5-45ECABA962F0}"/>
              </a:ext>
            </a:extLst>
          </p:cNvPr>
          <p:cNvSpPr/>
          <p:nvPr/>
        </p:nvSpPr>
        <p:spPr>
          <a:xfrm>
            <a:off x="1516743" y="1527121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9A948E68-4D8E-F94F-9465-0171D4D976CA}"/>
              </a:ext>
            </a:extLst>
          </p:cNvPr>
          <p:cNvSpPr/>
          <p:nvPr/>
        </p:nvSpPr>
        <p:spPr>
          <a:xfrm>
            <a:off x="1899755" y="416428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C85D6B8-6D50-B2CF-C751-325EC53C01B9}"/>
              </a:ext>
            </a:extLst>
          </p:cNvPr>
          <p:cNvSpPr/>
          <p:nvPr/>
        </p:nvSpPr>
        <p:spPr>
          <a:xfrm>
            <a:off x="1899755" y="85921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2E4EE3C4-5E46-8FD7-F315-B0527EAB3BE9}"/>
              </a:ext>
            </a:extLst>
          </p:cNvPr>
          <p:cNvSpPr/>
          <p:nvPr/>
        </p:nvSpPr>
        <p:spPr>
          <a:xfrm>
            <a:off x="3135208" y="41642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DB543F41-9B9E-942A-A75E-04BD1186A086}"/>
              </a:ext>
            </a:extLst>
          </p:cNvPr>
          <p:cNvSpPr/>
          <p:nvPr/>
        </p:nvSpPr>
        <p:spPr>
          <a:xfrm>
            <a:off x="4370661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B10309F9-9A1A-35B7-4437-8E280E31CF15}"/>
              </a:ext>
            </a:extLst>
          </p:cNvPr>
          <p:cNvSpPr/>
          <p:nvPr/>
        </p:nvSpPr>
        <p:spPr>
          <a:xfrm>
            <a:off x="4366602" y="416426"/>
            <a:ext cx="1143497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A3F22B83-373D-BB1F-7AF8-8FF7CC943CCA}"/>
              </a:ext>
            </a:extLst>
          </p:cNvPr>
          <p:cNvSpPr/>
          <p:nvPr/>
        </p:nvSpPr>
        <p:spPr>
          <a:xfrm>
            <a:off x="5789728" y="41914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38E63478-F04C-414B-A98C-1EB38E370CEC}"/>
              </a:ext>
            </a:extLst>
          </p:cNvPr>
          <p:cNvSpPr/>
          <p:nvPr/>
        </p:nvSpPr>
        <p:spPr>
          <a:xfrm>
            <a:off x="5789728" y="85708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VirtualService</a:t>
            </a:r>
            <a:endParaRPr lang="ko-KR" altLang="en-US" sz="900" b="1"/>
          </a:p>
        </p:txBody>
      </p: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6C485D67-7186-BBDB-5874-DA67941EFCE1}"/>
              </a:ext>
            </a:extLst>
          </p:cNvPr>
          <p:cNvSpPr/>
          <p:nvPr/>
        </p:nvSpPr>
        <p:spPr>
          <a:xfrm>
            <a:off x="7221041" y="42030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40" name="사각형: 둥근 모서리 12">
            <a:extLst>
              <a:ext uri="{FF2B5EF4-FFF2-40B4-BE49-F238E27FC236}">
                <a16:creationId xmlns:a16="http://schemas.microsoft.com/office/drawing/2014/main" id="{4756C286-EB39-2610-452A-A6ED282A86EF}"/>
              </a:ext>
            </a:extLst>
          </p:cNvPr>
          <p:cNvSpPr/>
          <p:nvPr/>
        </p:nvSpPr>
        <p:spPr>
          <a:xfrm>
            <a:off x="7221041" y="85824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Endpoints</a:t>
            </a:r>
            <a:endParaRPr lang="ko-KR" altLang="en-US" sz="900" b="1"/>
          </a:p>
        </p:txBody>
      </p:sp>
      <p:sp>
        <p:nvSpPr>
          <p:cNvPr id="43" name="사각형: 둥근 모서리 12">
            <a:extLst>
              <a:ext uri="{FF2B5EF4-FFF2-40B4-BE49-F238E27FC236}">
                <a16:creationId xmlns:a16="http://schemas.microsoft.com/office/drawing/2014/main" id="{87C30A7A-EA79-32E6-43B6-EDC2E176FA91}"/>
              </a:ext>
            </a:extLst>
          </p:cNvPr>
          <p:cNvSpPr/>
          <p:nvPr/>
        </p:nvSpPr>
        <p:spPr>
          <a:xfrm>
            <a:off x="2752556" y="2026399"/>
            <a:ext cx="3621030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PushContext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12262256-0497-0BBC-0FD8-154874607E06}"/>
              </a:ext>
            </a:extLst>
          </p:cNvPr>
          <p:cNvSpPr/>
          <p:nvPr/>
        </p:nvSpPr>
        <p:spPr>
          <a:xfrm>
            <a:off x="2752556" y="2525412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ConfigGenerator</a:t>
            </a:r>
            <a:br>
              <a:rPr lang="en-US" altLang="ko-KR" sz="900" b="1"/>
            </a:br>
            <a:r>
              <a:rPr lang="en-US" altLang="ko-KR" sz="900"/>
              <a:t>(Gateway to Listener, Virtual Service to Route)</a:t>
            </a:r>
            <a:endParaRPr lang="ko-KR" altLang="en-US" sz="900"/>
          </a:p>
        </p:txBody>
      </p:sp>
      <p:sp>
        <p:nvSpPr>
          <p:cNvPr id="52" name="사각형: 둥근 모서리 12">
            <a:extLst>
              <a:ext uri="{FF2B5EF4-FFF2-40B4-BE49-F238E27FC236}">
                <a16:creationId xmlns:a16="http://schemas.microsoft.com/office/drawing/2014/main" id="{8C7A4617-ACE0-BAF1-6AE9-3AEAA67AE5FC}"/>
              </a:ext>
            </a:extLst>
          </p:cNvPr>
          <p:cNvSpPr/>
          <p:nvPr/>
        </p:nvSpPr>
        <p:spPr>
          <a:xfrm>
            <a:off x="2752556" y="3035843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DiscoveryServer </a:t>
            </a:r>
            <a:r>
              <a:rPr lang="en-US" altLang="ko-KR" sz="900"/>
              <a:t>(xDS Push)</a:t>
            </a:r>
            <a:endParaRPr lang="ko-KR" altLang="en-US" sz="900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0CC762CF-EC7B-ECC1-EBED-7AD701A681D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H="1" flipV="1">
            <a:off x="3087704" y="1274542"/>
            <a:ext cx="237893" cy="252581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96">
            <a:extLst>
              <a:ext uri="{FF2B5EF4-FFF2-40B4-BE49-F238E27FC236}">
                <a16:creationId xmlns:a16="http://schemas.microsoft.com/office/drawing/2014/main" id="{DC3A4DB5-74E1-2C64-638F-3288F0EC6C0B}"/>
              </a:ext>
            </a:extLst>
          </p:cNvPr>
          <p:cNvCxnSpPr>
            <a:cxnSpLocks/>
            <a:stCxn id="33" idx="0"/>
            <a:endCxn id="12" idx="2"/>
          </p:cNvCxnSpPr>
          <p:nvPr/>
        </p:nvCxnSpPr>
        <p:spPr>
          <a:xfrm flipV="1">
            <a:off x="2086462" y="1274542"/>
            <a:ext cx="1001242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96">
            <a:extLst>
              <a:ext uri="{FF2B5EF4-FFF2-40B4-BE49-F238E27FC236}">
                <a16:creationId xmlns:a16="http://schemas.microsoft.com/office/drawing/2014/main" id="{61905AF6-23A3-F6FE-1A58-ED4CA563092B}"/>
              </a:ext>
            </a:extLst>
          </p:cNvPr>
          <p:cNvCxnSpPr>
            <a:cxnSpLocks/>
            <a:stCxn id="30" idx="0"/>
            <a:endCxn id="34" idx="2"/>
          </p:cNvCxnSpPr>
          <p:nvPr/>
        </p:nvCxnSpPr>
        <p:spPr>
          <a:xfrm flipV="1">
            <a:off x="4564732" y="1274542"/>
            <a:ext cx="1798363" cy="25258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96">
            <a:extLst>
              <a:ext uri="{FF2B5EF4-FFF2-40B4-BE49-F238E27FC236}">
                <a16:creationId xmlns:a16="http://schemas.microsoft.com/office/drawing/2014/main" id="{94BCF08C-A190-87B2-DFF7-8511C1510F14}"/>
              </a:ext>
            </a:extLst>
          </p:cNvPr>
          <p:cNvCxnSpPr>
            <a:cxnSpLocks/>
            <a:stCxn id="32" idx="0"/>
            <a:endCxn id="38" idx="2"/>
          </p:cNvCxnSpPr>
          <p:nvPr/>
        </p:nvCxnSpPr>
        <p:spPr>
          <a:xfrm flipV="1">
            <a:off x="5803867" y="1274542"/>
            <a:ext cx="1989673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31B64E8C-F3C7-4B01-5A76-53C00F0E7EBB}"/>
              </a:ext>
            </a:extLst>
          </p:cNvPr>
          <p:cNvCxnSpPr>
            <a:cxnSpLocks/>
            <a:stCxn id="32" idx="2"/>
            <a:endCxn id="43" idx="0"/>
          </p:cNvCxnSpPr>
          <p:nvPr/>
        </p:nvCxnSpPr>
        <p:spPr>
          <a:xfrm flipH="1">
            <a:off x="4563071" y="1888475"/>
            <a:ext cx="1240796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351F0AFB-78BE-3581-3384-6121FCBADC7F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flipH="1">
            <a:off x="4563071" y="1888476"/>
            <a:ext cx="1661" cy="13792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3F774095-091A-21AC-693D-576F43F2B2DE}"/>
              </a:ext>
            </a:extLst>
          </p:cNvPr>
          <p:cNvCxnSpPr>
            <a:cxnSpLocks/>
            <a:stCxn id="29" idx="2"/>
            <a:endCxn id="43" idx="0"/>
          </p:cNvCxnSpPr>
          <p:nvPr/>
        </p:nvCxnSpPr>
        <p:spPr>
          <a:xfrm>
            <a:off x="3325597" y="1888477"/>
            <a:ext cx="1237474" cy="1379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E2FF177A-B115-1640-4268-E0023466646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4563071" y="2387755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96">
            <a:extLst>
              <a:ext uri="{FF2B5EF4-FFF2-40B4-BE49-F238E27FC236}">
                <a16:creationId xmlns:a16="http://schemas.microsoft.com/office/drawing/2014/main" id="{31078A02-CAA4-34FF-5D7D-FCABD7F8FD90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4563071" y="2898186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70">
            <a:extLst>
              <a:ext uri="{FF2B5EF4-FFF2-40B4-BE49-F238E27FC236}">
                <a16:creationId xmlns:a16="http://schemas.microsoft.com/office/drawing/2014/main" id="{A0B19D08-8280-D049-F38E-9701D3556E6A}"/>
              </a:ext>
            </a:extLst>
          </p:cNvPr>
          <p:cNvSpPr/>
          <p:nvPr/>
        </p:nvSpPr>
        <p:spPr>
          <a:xfrm>
            <a:off x="467544" y="3680815"/>
            <a:ext cx="4731396" cy="1144158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82" name="사각형: 둥근 모서리 12">
            <a:extLst>
              <a:ext uri="{FF2B5EF4-FFF2-40B4-BE49-F238E27FC236}">
                <a16:creationId xmlns:a16="http://schemas.microsoft.com/office/drawing/2014/main" id="{6CCF416A-2813-363F-F8FE-EBFDAF3CEC00}"/>
              </a:ext>
            </a:extLst>
          </p:cNvPr>
          <p:cNvSpPr/>
          <p:nvPr/>
        </p:nvSpPr>
        <p:spPr>
          <a:xfrm>
            <a:off x="2648405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3" name="사각형: 둥근 모서리 12">
            <a:extLst>
              <a:ext uri="{FF2B5EF4-FFF2-40B4-BE49-F238E27FC236}">
                <a16:creationId xmlns:a16="http://schemas.microsoft.com/office/drawing/2014/main" id="{F8FB062C-2212-F21D-9A48-FEFF058F8C76}"/>
              </a:ext>
            </a:extLst>
          </p:cNvPr>
          <p:cNvSpPr/>
          <p:nvPr/>
        </p:nvSpPr>
        <p:spPr>
          <a:xfrm>
            <a:off x="3951224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4" name="사각형: 둥근 모서리 12">
            <a:extLst>
              <a:ext uri="{FF2B5EF4-FFF2-40B4-BE49-F238E27FC236}">
                <a16:creationId xmlns:a16="http://schemas.microsoft.com/office/drawing/2014/main" id="{F3242BC2-DAFA-EF79-80C6-C24FACE2C15F}"/>
              </a:ext>
            </a:extLst>
          </p:cNvPr>
          <p:cNvSpPr/>
          <p:nvPr/>
        </p:nvSpPr>
        <p:spPr>
          <a:xfrm>
            <a:off x="2649107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9987F4CA-1B1C-6E4F-E50A-3B1DDBA58F2F}"/>
              </a:ext>
            </a:extLst>
          </p:cNvPr>
          <p:cNvCxnSpPr>
            <a:cxnSpLocks/>
            <a:stCxn id="33" idx="2"/>
            <a:endCxn id="100" idx="0"/>
          </p:cNvCxnSpPr>
          <p:nvPr/>
        </p:nvCxnSpPr>
        <p:spPr>
          <a:xfrm>
            <a:off x="2086462" y="1888477"/>
            <a:ext cx="113116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12">
            <a:extLst>
              <a:ext uri="{FF2B5EF4-FFF2-40B4-BE49-F238E27FC236}">
                <a16:creationId xmlns:a16="http://schemas.microsoft.com/office/drawing/2014/main" id="{23011529-18BF-2327-3ED9-946FAFF12CFA}"/>
              </a:ext>
            </a:extLst>
          </p:cNvPr>
          <p:cNvSpPr/>
          <p:nvPr/>
        </p:nvSpPr>
        <p:spPr>
          <a:xfrm>
            <a:off x="3948025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00" name="사각형: 둥근 모서리 70">
            <a:extLst>
              <a:ext uri="{FF2B5EF4-FFF2-40B4-BE49-F238E27FC236}">
                <a16:creationId xmlns:a16="http://schemas.microsoft.com/office/drawing/2014/main" id="{91182DE8-6368-9202-28B0-E21F3D17F357}"/>
              </a:ext>
            </a:extLst>
          </p:cNvPr>
          <p:cNvSpPr/>
          <p:nvPr/>
        </p:nvSpPr>
        <p:spPr>
          <a:xfrm>
            <a:off x="259596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2" name="사각형: 둥근 모서리 70">
            <a:extLst>
              <a:ext uri="{FF2B5EF4-FFF2-40B4-BE49-F238E27FC236}">
                <a16:creationId xmlns:a16="http://schemas.microsoft.com/office/drawing/2014/main" id="{288D9A68-F395-7F2B-F23D-85F11B5D4AA0}"/>
              </a:ext>
            </a:extLst>
          </p:cNvPr>
          <p:cNvSpPr/>
          <p:nvPr/>
        </p:nvSpPr>
        <p:spPr>
          <a:xfrm>
            <a:off x="389727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1D62E48E-D509-85DA-0713-6144E51AE306}"/>
              </a:ext>
            </a:extLst>
          </p:cNvPr>
          <p:cNvCxnSpPr>
            <a:cxnSpLocks/>
            <a:stCxn id="33" idx="2"/>
            <a:endCxn id="102" idx="0"/>
          </p:cNvCxnSpPr>
          <p:nvPr/>
        </p:nvCxnSpPr>
        <p:spPr>
          <a:xfrm>
            <a:off x="2086462" y="1888477"/>
            <a:ext cx="243247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96">
            <a:extLst>
              <a:ext uri="{FF2B5EF4-FFF2-40B4-BE49-F238E27FC236}">
                <a16:creationId xmlns:a16="http://schemas.microsoft.com/office/drawing/2014/main" id="{AADD7AE5-FDF4-764A-5564-DD1E15062D4A}"/>
              </a:ext>
            </a:extLst>
          </p:cNvPr>
          <p:cNvCxnSpPr>
            <a:cxnSpLocks/>
            <a:stCxn id="52" idx="2"/>
            <a:endCxn id="94" idx="0"/>
          </p:cNvCxnSpPr>
          <p:nvPr/>
        </p:nvCxnSpPr>
        <p:spPr>
          <a:xfrm flipH="1">
            <a:off x="3218826" y="3408617"/>
            <a:ext cx="1344245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96">
            <a:extLst>
              <a:ext uri="{FF2B5EF4-FFF2-40B4-BE49-F238E27FC236}">
                <a16:creationId xmlns:a16="http://schemas.microsoft.com/office/drawing/2014/main" id="{F9CDCCD0-A501-5659-9FBA-488CCAB5DDAC}"/>
              </a:ext>
            </a:extLst>
          </p:cNvPr>
          <p:cNvCxnSpPr>
            <a:cxnSpLocks/>
            <a:stCxn id="52" idx="2"/>
            <a:endCxn id="98" idx="0"/>
          </p:cNvCxnSpPr>
          <p:nvPr/>
        </p:nvCxnSpPr>
        <p:spPr>
          <a:xfrm flipH="1">
            <a:off x="4517744" y="3408617"/>
            <a:ext cx="45327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C7C0323B-7B71-2D58-F9FE-F2046BED41E7}"/>
              </a:ext>
            </a:extLst>
          </p:cNvPr>
          <p:cNvSpPr/>
          <p:nvPr/>
        </p:nvSpPr>
        <p:spPr>
          <a:xfrm>
            <a:off x="6200601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0E64939F-2E39-B719-1EE2-8E0D3330031F}"/>
              </a:ext>
            </a:extLst>
          </p:cNvPr>
          <p:cNvSpPr/>
          <p:nvPr/>
        </p:nvSpPr>
        <p:spPr>
          <a:xfrm>
            <a:off x="7465966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9" name="사각형: 둥근 모서리 12">
            <a:extLst>
              <a:ext uri="{FF2B5EF4-FFF2-40B4-BE49-F238E27FC236}">
                <a16:creationId xmlns:a16="http://schemas.microsoft.com/office/drawing/2014/main" id="{38E8374E-8586-B28F-AC4F-BCCABC5499DC}"/>
              </a:ext>
            </a:extLst>
          </p:cNvPr>
          <p:cNvSpPr/>
          <p:nvPr/>
        </p:nvSpPr>
        <p:spPr>
          <a:xfrm>
            <a:off x="6595599" y="2461188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40" name="사각형: 둥근 모서리 12">
            <a:extLst>
              <a:ext uri="{FF2B5EF4-FFF2-40B4-BE49-F238E27FC236}">
                <a16:creationId xmlns:a16="http://schemas.microsoft.com/office/drawing/2014/main" id="{8C305FAE-943B-06EC-3D37-2F2E89624825}"/>
              </a:ext>
            </a:extLst>
          </p:cNvPr>
          <p:cNvSpPr/>
          <p:nvPr/>
        </p:nvSpPr>
        <p:spPr>
          <a:xfrm>
            <a:off x="6595599" y="303584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41" name="직선 화살표 연결선 96">
            <a:extLst>
              <a:ext uri="{FF2B5EF4-FFF2-40B4-BE49-F238E27FC236}">
                <a16:creationId xmlns:a16="http://schemas.microsoft.com/office/drawing/2014/main" id="{F8240FA5-05FD-6D86-0F6F-DE88B660AD01}"/>
              </a:ext>
            </a:extLst>
          </p:cNvPr>
          <p:cNvCxnSpPr>
            <a:cxnSpLocks/>
            <a:stCxn id="52" idx="3"/>
            <a:endCxn id="140" idx="1"/>
          </p:cNvCxnSpPr>
          <p:nvPr/>
        </p:nvCxnSpPr>
        <p:spPr>
          <a:xfrm>
            <a:off x="6373586" y="3222230"/>
            <a:ext cx="222013" cy="3500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760DE463-7319-D123-5A01-2E97FFB35FFC}"/>
              </a:ext>
            </a:extLst>
          </p:cNvPr>
          <p:cNvCxnSpPr>
            <a:cxnSpLocks/>
            <a:stCxn id="52" idx="3"/>
            <a:endCxn id="139" idx="1"/>
          </p:cNvCxnSpPr>
          <p:nvPr/>
        </p:nvCxnSpPr>
        <p:spPr>
          <a:xfrm flipV="1">
            <a:off x="6373586" y="2682582"/>
            <a:ext cx="222013" cy="5396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8074FFD7-BAC8-3B86-E219-C6F558551FC7}"/>
              </a:ext>
            </a:extLst>
          </p:cNvPr>
          <p:cNvCxnSpPr>
            <a:cxnSpLocks/>
          </p:cNvCxnSpPr>
          <p:nvPr/>
        </p:nvCxnSpPr>
        <p:spPr>
          <a:xfrm>
            <a:off x="7883528" y="1601569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E1291C7-E80E-2E51-FE57-5C151D777C95}"/>
              </a:ext>
            </a:extLst>
          </p:cNvPr>
          <p:cNvSpPr txBox="1"/>
          <p:nvPr/>
        </p:nvSpPr>
        <p:spPr>
          <a:xfrm>
            <a:off x="8179271" y="1491799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Configs</a:t>
            </a:r>
            <a:endParaRPr lang="en-KR" sz="900"/>
          </a:p>
        </p:txBody>
      </p:sp>
      <p:cxnSp>
        <p:nvCxnSpPr>
          <p:cNvPr id="6" name="직선 화살표 연결선 96">
            <a:extLst>
              <a:ext uri="{FF2B5EF4-FFF2-40B4-BE49-F238E27FC236}">
                <a16:creationId xmlns:a16="http://schemas.microsoft.com/office/drawing/2014/main" id="{4EA135B2-89B5-8BE7-AF0C-A68CF8B1CA2E}"/>
              </a:ext>
            </a:extLst>
          </p:cNvPr>
          <p:cNvCxnSpPr>
            <a:cxnSpLocks/>
          </p:cNvCxnSpPr>
          <p:nvPr/>
        </p:nvCxnSpPr>
        <p:spPr>
          <a:xfrm>
            <a:off x="7883528" y="1851928"/>
            <a:ext cx="323569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F6E8D15-22CC-41AF-C063-7FF9C3A49AB9}"/>
              </a:ext>
            </a:extLst>
          </p:cNvPr>
          <p:cNvSpPr txBox="1"/>
          <p:nvPr/>
        </p:nvSpPr>
        <p:spPr>
          <a:xfrm>
            <a:off x="8179271" y="174215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Watch</a:t>
            </a:r>
            <a:endParaRPr lang="en-KR" sz="900"/>
          </a:p>
        </p:txBody>
      </p:sp>
      <p:sp>
        <p:nvSpPr>
          <p:cNvPr id="45" name="사각형: 둥근 모서리 12">
            <a:extLst>
              <a:ext uri="{FF2B5EF4-FFF2-40B4-BE49-F238E27FC236}">
                <a16:creationId xmlns:a16="http://schemas.microsoft.com/office/drawing/2014/main" id="{5D1A1CE9-A097-9FDF-EEE0-B2605111D0AA}"/>
              </a:ext>
            </a:extLst>
          </p:cNvPr>
          <p:cNvSpPr/>
          <p:nvPr/>
        </p:nvSpPr>
        <p:spPr>
          <a:xfrm>
            <a:off x="6200601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44D3D8F8-E0C4-BEC6-E74D-9CA59CD7B1ED}"/>
              </a:ext>
            </a:extLst>
          </p:cNvPr>
          <p:cNvSpPr/>
          <p:nvPr/>
        </p:nvSpPr>
        <p:spPr>
          <a:xfrm>
            <a:off x="7465966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47" name="직선 화살표 연결선 96">
            <a:extLst>
              <a:ext uri="{FF2B5EF4-FFF2-40B4-BE49-F238E27FC236}">
                <a16:creationId xmlns:a16="http://schemas.microsoft.com/office/drawing/2014/main" id="{2577D99E-DF51-609D-0254-B8A7ED5C81B7}"/>
              </a:ext>
            </a:extLst>
          </p:cNvPr>
          <p:cNvCxnSpPr>
            <a:cxnSpLocks/>
            <a:stCxn id="52" idx="2"/>
            <a:endCxn id="127" idx="0"/>
          </p:cNvCxnSpPr>
          <p:nvPr/>
        </p:nvCxnSpPr>
        <p:spPr>
          <a:xfrm>
            <a:off x="4563071" y="3408617"/>
            <a:ext cx="2207249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9E9FCA97-D736-0A1F-4CC2-6C276CA9F5C0}"/>
              </a:ext>
            </a:extLst>
          </p:cNvPr>
          <p:cNvCxnSpPr>
            <a:cxnSpLocks/>
            <a:stCxn id="52" idx="2"/>
            <a:endCxn id="129" idx="0"/>
          </p:cNvCxnSpPr>
          <p:nvPr/>
        </p:nvCxnSpPr>
        <p:spPr>
          <a:xfrm>
            <a:off x="4563071" y="3408617"/>
            <a:ext cx="3472614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DA7966D8-D8E8-361D-7D4F-A14CF059E7C2}"/>
              </a:ext>
            </a:extLst>
          </p:cNvPr>
          <p:cNvCxnSpPr>
            <a:cxnSpLocks/>
            <a:stCxn id="45" idx="0"/>
            <a:endCxn id="29" idx="2"/>
          </p:cNvCxnSpPr>
          <p:nvPr/>
        </p:nvCxnSpPr>
        <p:spPr>
          <a:xfrm flipH="1" flipV="1">
            <a:off x="3325597" y="1888477"/>
            <a:ext cx="3444723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AB68BC4D-D222-C723-DA18-5F67BA78A21C}"/>
              </a:ext>
            </a:extLst>
          </p:cNvPr>
          <p:cNvCxnSpPr>
            <a:cxnSpLocks/>
            <a:stCxn id="46" idx="0"/>
            <a:endCxn id="29" idx="2"/>
          </p:cNvCxnSpPr>
          <p:nvPr/>
        </p:nvCxnSpPr>
        <p:spPr>
          <a:xfrm flipH="1" flipV="1">
            <a:off x="3325597" y="1888477"/>
            <a:ext cx="471008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25563670-80F8-98A7-323F-23968F12D0B9}"/>
              </a:ext>
            </a:extLst>
          </p:cNvPr>
          <p:cNvSpPr/>
          <p:nvPr/>
        </p:nvSpPr>
        <p:spPr>
          <a:xfrm>
            <a:off x="6595599" y="1972990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gateway-ingress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14E958A5-AE58-721A-F866-A85B61FBC8FD}"/>
              </a:ext>
            </a:extLst>
          </p:cNvPr>
          <p:cNvCxnSpPr>
            <a:cxnSpLocks/>
            <a:stCxn id="62" idx="1"/>
            <a:endCxn id="29" idx="3"/>
          </p:cNvCxnSpPr>
          <p:nvPr/>
        </p:nvCxnSpPr>
        <p:spPr>
          <a:xfrm flipH="1" flipV="1">
            <a:off x="3895316" y="1707800"/>
            <a:ext cx="2700283" cy="4458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84B6BB80-5E61-8039-3201-49D6BEE11D21}"/>
              </a:ext>
            </a:extLst>
          </p:cNvPr>
          <p:cNvSpPr/>
          <p:nvPr/>
        </p:nvSpPr>
        <p:spPr>
          <a:xfrm>
            <a:off x="1347375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0" name="사각형: 둥근 모서리 12">
            <a:extLst>
              <a:ext uri="{FF2B5EF4-FFF2-40B4-BE49-F238E27FC236}">
                <a16:creationId xmlns:a16="http://schemas.microsoft.com/office/drawing/2014/main" id="{788A8FDE-87ED-1127-1057-C7FF8ADDE306}"/>
              </a:ext>
            </a:extLst>
          </p:cNvPr>
          <p:cNvSpPr/>
          <p:nvPr/>
        </p:nvSpPr>
        <p:spPr>
          <a:xfrm>
            <a:off x="1356398" y="4274087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FDCA1A40-F79D-44EB-ECA1-64E14365FB09}"/>
              </a:ext>
            </a:extLst>
          </p:cNvPr>
          <p:cNvCxnSpPr>
            <a:cxnSpLocks/>
            <a:stCxn id="70" idx="0"/>
            <a:endCxn id="33" idx="2"/>
          </p:cNvCxnSpPr>
          <p:nvPr/>
        </p:nvCxnSpPr>
        <p:spPr>
          <a:xfrm flipV="1">
            <a:off x="1917094" y="1888477"/>
            <a:ext cx="16936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6">
            <a:extLst>
              <a:ext uri="{FF2B5EF4-FFF2-40B4-BE49-F238E27FC236}">
                <a16:creationId xmlns:a16="http://schemas.microsoft.com/office/drawing/2014/main" id="{DD768526-FDD4-B785-51D3-EDACB715130E}"/>
              </a:ext>
            </a:extLst>
          </p:cNvPr>
          <p:cNvCxnSpPr>
            <a:cxnSpLocks/>
            <a:stCxn id="70" idx="0"/>
            <a:endCxn id="29" idx="2"/>
          </p:cNvCxnSpPr>
          <p:nvPr/>
        </p:nvCxnSpPr>
        <p:spPr>
          <a:xfrm flipV="1">
            <a:off x="1917094" y="1888477"/>
            <a:ext cx="1408503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6">
            <a:extLst>
              <a:ext uri="{FF2B5EF4-FFF2-40B4-BE49-F238E27FC236}">
                <a16:creationId xmlns:a16="http://schemas.microsoft.com/office/drawing/2014/main" id="{814A0CFC-907F-A972-620F-0254D712EAE2}"/>
              </a:ext>
            </a:extLst>
          </p:cNvPr>
          <p:cNvCxnSpPr>
            <a:cxnSpLocks/>
            <a:stCxn id="80" idx="0"/>
            <a:endCxn id="33" idx="2"/>
          </p:cNvCxnSpPr>
          <p:nvPr/>
        </p:nvCxnSpPr>
        <p:spPr>
          <a:xfrm flipV="1">
            <a:off x="1926117" y="1888477"/>
            <a:ext cx="160345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96">
            <a:extLst>
              <a:ext uri="{FF2B5EF4-FFF2-40B4-BE49-F238E27FC236}">
                <a16:creationId xmlns:a16="http://schemas.microsoft.com/office/drawing/2014/main" id="{98CF2DF7-4BEC-1445-4760-C3FD25F4517B}"/>
              </a:ext>
            </a:extLst>
          </p:cNvPr>
          <p:cNvCxnSpPr>
            <a:cxnSpLocks/>
            <a:stCxn id="80" idx="0"/>
            <a:endCxn id="29" idx="2"/>
          </p:cNvCxnSpPr>
          <p:nvPr/>
        </p:nvCxnSpPr>
        <p:spPr>
          <a:xfrm flipV="1">
            <a:off x="1926117" y="1888477"/>
            <a:ext cx="1399480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3823DA0C-830A-ADE6-7B70-54715EC9F120}"/>
              </a:ext>
            </a:extLst>
          </p:cNvPr>
          <p:cNvCxnSpPr>
            <a:cxnSpLocks/>
          </p:cNvCxnSpPr>
          <p:nvPr/>
        </p:nvCxnSpPr>
        <p:spPr>
          <a:xfrm>
            <a:off x="7883528" y="2096641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20D4BA53-F4CC-CEBD-F9F2-BE51A2D0A5F3}"/>
              </a:ext>
            </a:extLst>
          </p:cNvPr>
          <p:cNvSpPr txBox="1"/>
          <p:nvPr/>
        </p:nvSpPr>
        <p:spPr>
          <a:xfrm>
            <a:off x="8179271" y="198687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9930037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5C731CB5-D617-2562-E312-005350B8F86C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DCD19F5F-6674-AFFB-37CE-09BBA1505C19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C97DE029-5410-6FF5-D65B-DB16E66E66ED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881FA547-E2EA-A8C3-0FEB-0B594FC77944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3E8F9D5A-2A38-D237-4BEA-B8FB364B4D22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7990BB79-FB00-6464-08C8-0E0AEC3B9EB5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9B457469-024E-1C09-5A66-39036652DB5C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27E688C8-D018-E1CB-A41A-FA4862011758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F9053209-F34C-E332-79C6-AE94A7E5324A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CEA25FE5-1DA9-7255-2EF4-E1FEAD9529C2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DEC98292-6C87-1583-80E8-6C4CE7048E0B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85E36BDC-54C5-201A-2625-FF796BB3807F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E63877EB-979F-BE99-E108-68F5A48A892A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7F58B6AE-6F44-55DB-1CE1-95F6F09C586B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58C1B539-744A-6C4C-D72E-9A2EF2D309C7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259DE615-1264-21CC-B5DF-DC6F0DA6C2B7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C7632A65-6C4B-5038-8741-FF89B1CC25E1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1D192207-61A6-7654-ECB6-FB521A68E797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1741DD2F-779F-F004-6BDF-FE16AE0B128C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7E3485E8-6CA5-62F8-A73D-7A8AE5F1B1CF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D563C09B-3E56-66AD-41F0-0A3B4E752773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978CC67-A5C6-1B75-807E-212B7F6C7B41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170" name="직선 화살표 연결선 96">
            <a:extLst>
              <a:ext uri="{FF2B5EF4-FFF2-40B4-BE49-F238E27FC236}">
                <a16:creationId xmlns:a16="http://schemas.microsoft.com/office/drawing/2014/main" id="{07F3DA02-79FF-29ED-13D7-01A97059C17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직선 화살표 연결선 96">
            <a:extLst>
              <a:ext uri="{FF2B5EF4-FFF2-40B4-BE49-F238E27FC236}">
                <a16:creationId xmlns:a16="http://schemas.microsoft.com/office/drawing/2014/main" id="{6D38AF94-EF05-3FE3-A883-C3444C96694C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직선 화살표 연결선 96">
            <a:extLst>
              <a:ext uri="{FF2B5EF4-FFF2-40B4-BE49-F238E27FC236}">
                <a16:creationId xmlns:a16="http://schemas.microsoft.com/office/drawing/2014/main" id="{3B61B4B4-1467-DE2E-5CD0-44BE748C1F10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521A9-6FB3-0059-449D-772CB85C6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689C3B0F-B0D3-058C-F796-EDAFBF4ECD16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7ADA5249-8C38-AB9A-5232-8C4BDE33F924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39B2253F-55C3-AF43-0CD9-E12AF3BAAD00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C0B4850E-3566-4133-1483-8065A8CD0F87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520A0BF1-B074-5CA8-65EC-03F4A8A79571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8CD019FB-9D0D-8D2E-C146-6F0DF73E53EB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BAF56DC0-DC34-D15B-D1B7-A1DE13512A48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688D2132-B56A-970A-C13E-A56D9662C704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90DCDA3C-9C28-28DC-C97B-01DAFE4EA435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09B2044B-3244-14A3-4CB3-758D4BE186A1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F6815448-DB17-DA0F-7841-D21D54E264B0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46BC52B4-119C-F1FD-93C9-87DC09B288E8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BD31C6ED-FD0C-E9C3-3480-53641DF9FEDC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852992EA-A549-06AA-1799-039D29A43426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12FF5F15-6D7B-4704-7A19-2E5B607F1325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0BE4635A-313E-ED2F-0C58-2CB659BDAD2F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AC2D94F3-DA6C-C025-7C4A-5A76A585E556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EA56C5E5-C1D2-6C1B-8FF6-0D469939C70B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44507263-8C57-189E-2F7B-1472D6797D17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8A498ABD-12B3-20BF-B264-22BDE83623B0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7EBF1FAF-9FD1-B490-4C88-7516DD78BA48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642F4FE5-8487-D3F2-C754-71A7AF2B25A8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E605D755-E7E3-6906-1FCC-97A8153DF365}"/>
              </a:ext>
            </a:extLst>
          </p:cNvPr>
          <p:cNvSpPr/>
          <p:nvPr/>
        </p:nvSpPr>
        <p:spPr>
          <a:xfrm>
            <a:off x="6692892" y="127627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r>
              <a:rPr lang="ko-KR" altLang="en-US" sz="900" b="1"/>
              <a:t> </a:t>
            </a:r>
            <a:r>
              <a:rPr lang="en-US" altLang="ko-KR" sz="900" b="1"/>
              <a:t>(LB)</a:t>
            </a:r>
            <a:endParaRPr lang="ko-KR" altLang="en-US" sz="9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CD7FD28A-C8C9-E7B8-E5CB-FF6D50C463A7}"/>
              </a:ext>
            </a:extLst>
          </p:cNvPr>
          <p:cNvSpPr/>
          <p:nvPr/>
        </p:nvSpPr>
        <p:spPr>
          <a:xfrm>
            <a:off x="6692892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F42D04A4-AA47-9B12-BDE7-CAF3F9A410B5}"/>
              </a:ext>
            </a:extLst>
          </p:cNvPr>
          <p:cNvSpPr/>
          <p:nvPr/>
        </p:nvSpPr>
        <p:spPr>
          <a:xfrm>
            <a:off x="663975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" name="사각형: 둥근 모서리 12">
            <a:extLst>
              <a:ext uri="{FF2B5EF4-FFF2-40B4-BE49-F238E27FC236}">
                <a16:creationId xmlns:a16="http://schemas.microsoft.com/office/drawing/2014/main" id="{66BA3E9A-5CF7-3D27-992B-3EF9F7B50C10}"/>
              </a:ext>
            </a:extLst>
          </p:cNvPr>
          <p:cNvSpPr/>
          <p:nvPr/>
        </p:nvSpPr>
        <p:spPr>
          <a:xfrm>
            <a:off x="5286530" y="1275592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3A4176C8-07F2-2A3A-C9A9-FDF3418960E2}"/>
              </a:ext>
            </a:extLst>
          </p:cNvPr>
          <p:cNvSpPr/>
          <p:nvPr/>
        </p:nvSpPr>
        <p:spPr>
          <a:xfrm>
            <a:off x="5286530" y="184905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gateway-options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2" name="직선 화살표 연결선 96">
            <a:extLst>
              <a:ext uri="{FF2B5EF4-FFF2-40B4-BE49-F238E27FC236}">
                <a16:creationId xmlns:a16="http://schemas.microsoft.com/office/drawing/2014/main" id="{99DE70D5-2F6B-B4F5-9336-ADB6690E06AD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4051094" y="1786866"/>
            <a:ext cx="2588657" cy="28324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3F8DC4BA-711C-4F57-26B1-DA6FB7318725}"/>
              </a:ext>
            </a:extLst>
          </p:cNvPr>
          <p:cNvCxnSpPr>
            <a:cxnSpLocks/>
          </p:cNvCxnSpPr>
          <p:nvPr/>
        </p:nvCxnSpPr>
        <p:spPr>
          <a:xfrm flipV="1">
            <a:off x="5856249" y="995310"/>
            <a:ext cx="1201" cy="28028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96">
            <a:extLst>
              <a:ext uri="{FF2B5EF4-FFF2-40B4-BE49-F238E27FC236}">
                <a16:creationId xmlns:a16="http://schemas.microsoft.com/office/drawing/2014/main" id="{6776E5A7-2383-226E-4379-5E5F25BD900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856249" y="1717698"/>
            <a:ext cx="0" cy="1310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95F3ABDE-5266-4A7C-38DE-9D17BCDFFB91}"/>
              </a:ext>
            </a:extLst>
          </p:cNvPr>
          <p:cNvCxnSpPr>
            <a:cxnSpLocks/>
          </p:cNvCxnSpPr>
          <p:nvPr/>
        </p:nvCxnSpPr>
        <p:spPr>
          <a:xfrm>
            <a:off x="6425968" y="1491630"/>
            <a:ext cx="213783" cy="29523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87A6396-CE02-3027-5259-52D30FDB0BA8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96">
            <a:extLst>
              <a:ext uri="{FF2B5EF4-FFF2-40B4-BE49-F238E27FC236}">
                <a16:creationId xmlns:a16="http://schemas.microsoft.com/office/drawing/2014/main" id="{C15119B8-E6F5-7ACA-3C6A-87F2AF676CC1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1FEB261A-D5E2-8558-B571-921447ECCCA4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7262611" y="1718380"/>
            <a:ext cx="0" cy="1303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3312A314-88C6-E1C8-D91B-956C41A99261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5068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CE99C-7AE2-D5DD-514B-7B436824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321D0AD2-FB5B-D00B-342A-808D95267B02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7FA3BECC-4D3D-B781-372C-9CA4606B2A76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6FD93B4C-5DBA-2F39-AE12-EA057CD55F36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E7BF7115-CD7E-09AF-0EE1-B65F5BCFB3C0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0273FF58-51F5-E130-F291-5C5B81A889E6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FDA273AE-231D-0E11-6BB0-1E103B235598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31CCE07A-3200-24B6-16A4-A6D2C025EB76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D965B7E3-6343-5853-5B78-5384A0F393A0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27B8623D-5019-E29C-0939-0422507D290D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98AA2862-545C-3F3E-2058-338C80C38E84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8B945095-C5C8-68CB-C867-E68041E14FC7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9DA2DCD-670E-7229-20FF-B44E50CC2E39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203C6C0F-20E4-1BB3-806D-F7218A24174F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1C84FBDA-5397-8750-5981-33F1B362B4B8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CC70AF18-1B45-1452-49D9-6D20D1EEBB04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CBBEFB9E-8AC3-3934-E4E0-66D9E96F8A1C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60F2749B-ED31-3B82-5329-819E811E7B29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11C93D4D-D7DE-D241-414D-7B5555F51DFB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D00E24C0-FB92-9A28-63DD-3EFC14759F68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1A6D6335-2155-13E0-AC98-3D108AF1196B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80A63EDA-4EFA-A766-5E1C-0E544F14DB33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CAFE839C-CDDA-FC96-BE6A-6B918F13E672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5BF65A8F-F447-E7FE-E83B-EBCD44A2A509}"/>
              </a:ext>
            </a:extLst>
          </p:cNvPr>
          <p:cNvSpPr/>
          <p:nvPr/>
        </p:nvSpPr>
        <p:spPr>
          <a:xfrm>
            <a:off x="2911656" y="1275592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gateway-ingress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4" name="직선 화살표 연결선 96">
            <a:extLst>
              <a:ext uri="{FF2B5EF4-FFF2-40B4-BE49-F238E27FC236}">
                <a16:creationId xmlns:a16="http://schemas.microsoft.com/office/drawing/2014/main" id="{FFF3BDC2-5F4E-8EA9-A07F-1FA661D79599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1824AF6E-7ACB-79F5-8D16-DEEE3D385E36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9E070703-F93D-FD39-2496-C51F437430C1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9885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31C3D-B913-FA0F-F706-7940E1DDC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727A5499-5A04-7047-B290-C824F342D70E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1AD9C759-71A7-6BF4-3082-91AD09BCBD9B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F0AF349D-EC57-B0DD-8B65-C84382344828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CDBD728-1F14-F1D7-39D8-40E63F505F59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BD951FAE-9F37-A302-8BA3-E97076D4E726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40C50E4E-0A26-6EF9-686A-CE5253A628B9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5BA9C4B0-FE68-0DD8-3C21-FC9F96EC5495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784E03B2-BF1D-4794-4D78-F2BD5A85D2B7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2050FE53-6E75-75E6-DFBB-3DDCCB103562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6DC7FACA-3D5E-6E76-5E4C-D59491411D4C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33C9DEE-D85E-185A-7782-C551BA08A8DA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1C03983E-BEF0-A659-EE3F-EF715CEC3BF3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08E72692-940E-93A7-1636-5E133F839F08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044C22DD-DAEB-885F-44DB-E11F54729BE9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1040A103-C714-BC0E-EE16-098B3403FD37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F10C20BE-F7E7-1D38-6074-F81ED9EE6E25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144043E8-DBB1-43AF-2433-0EE8DAE1E2F9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205522B8-F74A-EDA2-2DAB-57FEB1F2BA1A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DCDFC616-FFBC-D0E1-E3C8-79FDD3DFA36C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38BF06FB-EF14-FC0A-F5D5-44C705A49081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CA5B0EE6-A036-C5F9-AFF2-1B7F799FFEB9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BCC2EE39-A3B5-9F53-9456-1ADB644DC6A3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FA63FE32-C33B-B4CB-4134-A3FA97757230}"/>
              </a:ext>
            </a:extLst>
          </p:cNvPr>
          <p:cNvSpPr/>
          <p:nvPr/>
        </p:nvSpPr>
        <p:spPr>
          <a:xfrm>
            <a:off x="6692892" y="127627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5D36C678-15C1-50ED-E2C9-3CAE0A1AD200}"/>
              </a:ext>
            </a:extLst>
          </p:cNvPr>
          <p:cNvSpPr/>
          <p:nvPr/>
        </p:nvSpPr>
        <p:spPr>
          <a:xfrm>
            <a:off x="6692892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D7AD4FA7-9530-759E-C159-648C8D54C073}"/>
              </a:ext>
            </a:extLst>
          </p:cNvPr>
          <p:cNvSpPr/>
          <p:nvPr/>
        </p:nvSpPr>
        <p:spPr>
          <a:xfrm>
            <a:off x="663975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" name="사각형: 둥근 모서리 12">
            <a:extLst>
              <a:ext uri="{FF2B5EF4-FFF2-40B4-BE49-F238E27FC236}">
                <a16:creationId xmlns:a16="http://schemas.microsoft.com/office/drawing/2014/main" id="{A7E73954-A981-90D3-6C52-A1C473643C5F}"/>
              </a:ext>
            </a:extLst>
          </p:cNvPr>
          <p:cNvSpPr/>
          <p:nvPr/>
        </p:nvSpPr>
        <p:spPr>
          <a:xfrm>
            <a:off x="5286530" y="1275592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1CD5989-E453-322D-710E-A6CA51C1D625}"/>
              </a:ext>
            </a:extLst>
          </p:cNvPr>
          <p:cNvSpPr/>
          <p:nvPr/>
        </p:nvSpPr>
        <p:spPr>
          <a:xfrm>
            <a:off x="5286530" y="184905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gateway-options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2" name="직선 화살표 연결선 96">
            <a:extLst>
              <a:ext uri="{FF2B5EF4-FFF2-40B4-BE49-F238E27FC236}">
                <a16:creationId xmlns:a16="http://schemas.microsoft.com/office/drawing/2014/main" id="{6AFEE7BC-A564-8240-5034-188F0F56753C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4051094" y="1786866"/>
            <a:ext cx="2588657" cy="28324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9C30975F-3CE8-3E22-F86C-5EE7B9166989}"/>
              </a:ext>
            </a:extLst>
          </p:cNvPr>
          <p:cNvCxnSpPr>
            <a:cxnSpLocks/>
          </p:cNvCxnSpPr>
          <p:nvPr/>
        </p:nvCxnSpPr>
        <p:spPr>
          <a:xfrm flipV="1">
            <a:off x="5856249" y="995310"/>
            <a:ext cx="1201" cy="28028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96">
            <a:extLst>
              <a:ext uri="{FF2B5EF4-FFF2-40B4-BE49-F238E27FC236}">
                <a16:creationId xmlns:a16="http://schemas.microsoft.com/office/drawing/2014/main" id="{9D7DBEEA-71ED-F004-765C-731DCA3F08B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856249" y="1717698"/>
            <a:ext cx="0" cy="1310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8E57F0D5-98C7-CBFE-B844-5D42FD580D2B}"/>
              </a:ext>
            </a:extLst>
          </p:cNvPr>
          <p:cNvCxnSpPr>
            <a:cxnSpLocks/>
          </p:cNvCxnSpPr>
          <p:nvPr/>
        </p:nvCxnSpPr>
        <p:spPr>
          <a:xfrm>
            <a:off x="6425968" y="1491630"/>
            <a:ext cx="213783" cy="29523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8F1450E-98A2-6E25-7814-822344F89FAA}"/>
              </a:ext>
            </a:extLst>
          </p:cNvPr>
          <p:cNvSpPr/>
          <p:nvPr/>
        </p:nvSpPr>
        <p:spPr>
          <a:xfrm>
            <a:off x="5022769" y="2660163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14" name="직선 화살표 연결선 96">
            <a:extLst>
              <a:ext uri="{FF2B5EF4-FFF2-40B4-BE49-F238E27FC236}">
                <a16:creationId xmlns:a16="http://schemas.microsoft.com/office/drawing/2014/main" id="{E02CCEDF-F9AB-C7FE-ABAE-7DB48DFFFCEF}"/>
              </a:ext>
            </a:extLst>
          </p:cNvPr>
          <p:cNvCxnSpPr>
            <a:cxnSpLocks/>
            <a:stCxn id="76" idx="2"/>
            <a:endCxn id="9" idx="0"/>
          </p:cNvCxnSpPr>
          <p:nvPr/>
        </p:nvCxnSpPr>
        <p:spPr>
          <a:xfrm>
            <a:off x="3481375" y="995651"/>
            <a:ext cx="3780035" cy="2324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96">
            <a:extLst>
              <a:ext uri="{FF2B5EF4-FFF2-40B4-BE49-F238E27FC236}">
                <a16:creationId xmlns:a16="http://schemas.microsoft.com/office/drawing/2014/main" id="{5E4607CD-289A-35DD-CED4-81E5697E9AF3}"/>
              </a:ext>
            </a:extLst>
          </p:cNvPr>
          <p:cNvCxnSpPr>
            <a:cxnSpLocks/>
            <a:endCxn id="160" idx="0"/>
          </p:cNvCxnSpPr>
          <p:nvPr/>
        </p:nvCxnSpPr>
        <p:spPr>
          <a:xfrm flipH="1">
            <a:off x="5592488" y="2345666"/>
            <a:ext cx="1670123" cy="161811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946DB3E3-6B9B-423D-3039-35C7E4422712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5592488" y="1709231"/>
            <a:ext cx="257111" cy="95093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96">
            <a:extLst>
              <a:ext uri="{FF2B5EF4-FFF2-40B4-BE49-F238E27FC236}">
                <a16:creationId xmlns:a16="http://schemas.microsoft.com/office/drawing/2014/main" id="{1D5208D0-879D-9193-FC23-01D9039BB2F0}"/>
              </a:ext>
            </a:extLst>
          </p:cNvPr>
          <p:cNvCxnSpPr>
            <a:cxnSpLocks/>
            <a:stCxn id="13" idx="2"/>
            <a:endCxn id="158" idx="0"/>
          </p:cNvCxnSpPr>
          <p:nvPr/>
        </p:nvCxnSpPr>
        <p:spPr>
          <a:xfrm>
            <a:off x="5592488" y="3102951"/>
            <a:ext cx="0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96">
            <a:extLst>
              <a:ext uri="{FF2B5EF4-FFF2-40B4-BE49-F238E27FC236}">
                <a16:creationId xmlns:a16="http://schemas.microsoft.com/office/drawing/2014/main" id="{9ABEC490-1339-4C58-4073-B5AE0CC9C845}"/>
              </a:ext>
            </a:extLst>
          </p:cNvPr>
          <p:cNvCxnSpPr>
            <a:cxnSpLocks/>
            <a:stCxn id="13" idx="2"/>
            <a:endCxn id="157" idx="0"/>
          </p:cNvCxnSpPr>
          <p:nvPr/>
        </p:nvCxnSpPr>
        <p:spPr>
          <a:xfrm flipH="1">
            <a:off x="4273463" y="3102951"/>
            <a:ext cx="1319025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60655472-EBBE-3F18-9C11-1D8A590262FC}"/>
              </a:ext>
            </a:extLst>
          </p:cNvPr>
          <p:cNvCxnSpPr>
            <a:cxnSpLocks/>
            <a:endCxn id="159" idx="0"/>
          </p:cNvCxnSpPr>
          <p:nvPr/>
        </p:nvCxnSpPr>
        <p:spPr>
          <a:xfrm flipH="1">
            <a:off x="4273463" y="2345666"/>
            <a:ext cx="2989148" cy="161811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96">
            <a:extLst>
              <a:ext uri="{FF2B5EF4-FFF2-40B4-BE49-F238E27FC236}">
                <a16:creationId xmlns:a16="http://schemas.microsoft.com/office/drawing/2014/main" id="{3A73F304-2343-E153-C3BC-AA3CE7D0373A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52C63C6F-DF00-8E8B-DA34-87232EE4963F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82EF774E-8C76-4FC8-93DB-CC3420B18F7D}"/>
              </a:ext>
            </a:extLst>
          </p:cNvPr>
          <p:cNvCxnSpPr>
            <a:cxnSpLocks/>
          </p:cNvCxnSpPr>
          <p:nvPr/>
        </p:nvCxnSpPr>
        <p:spPr>
          <a:xfrm>
            <a:off x="7262611" y="1718380"/>
            <a:ext cx="0" cy="1303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64E86D46-6770-D77A-966B-100B04CA97DD}"/>
              </a:ext>
            </a:extLst>
          </p:cNvPr>
          <p:cNvCxnSpPr>
            <a:cxnSpLocks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1002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90439-2266-E66F-8765-2187373C9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6337A590-224E-FE84-86D8-B97D6911DA17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E77FA9-B596-282A-C2F4-23CA3F059864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B902AE75-A4D5-7AED-56B1-89453C954642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2917ACA-6AA0-FE19-E3EA-B55B0969EA3E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C67A60E3-298D-26FA-43BC-8268E3EC7281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1EB1E1B6-394B-1BF9-9C70-0A48434A0C8B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CFC9ACF3-41DB-3E5C-5259-842115DDF7CE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2057FB27-A217-158B-CF14-722542461C66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AE919F12-BF9C-7C8D-FE09-E9EF3B8D2C24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0BA641E3-9AEF-70CA-FB00-FEFFDF33112C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1847B9E-CC20-EC35-5DEC-1ABAB5E94F42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619752D0-E1C0-587B-5F61-E89E783F6988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D607C0CE-F6D2-F4AE-7338-E4375DD82CE2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7F41AC08-63B6-B416-47C3-35648C56F804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C91C9D88-C867-9217-7B3E-EAA2ECFED3F9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1D0CE54B-38A4-582B-77A6-5E6A06D4ED59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A1010BE6-9FB9-6EEB-BB6C-BA49CB24BA2C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9D82ABEC-A11A-05F8-18B8-441B95600D9F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91D15D54-4E73-14A3-781D-D5C449E8FF1D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13541699-488E-D6F0-403D-2A37DDB11B8B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54719A66-ABC6-8D77-B055-F0C15C959D6B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D0ACA350-26BB-4DE7-9468-F70404D91354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FA70C0D9-70F2-A934-94E5-ED06FA24585B}"/>
              </a:ext>
            </a:extLst>
          </p:cNvPr>
          <p:cNvSpPr/>
          <p:nvPr/>
        </p:nvSpPr>
        <p:spPr>
          <a:xfrm>
            <a:off x="2911656" y="1275592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gateway-ingress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5289B6CE-1926-B69C-07D7-D1C970FF02D4}"/>
              </a:ext>
            </a:extLst>
          </p:cNvPr>
          <p:cNvSpPr/>
          <p:nvPr/>
        </p:nvSpPr>
        <p:spPr>
          <a:xfrm>
            <a:off x="4583731" y="2660163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server-ingress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A00CC0FB-86CA-B86F-A972-FD5E9A6B5361}"/>
              </a:ext>
            </a:extLst>
          </p:cNvPr>
          <p:cNvCxnSpPr>
            <a:cxnSpLocks/>
            <a:stCxn id="76" idx="2"/>
            <a:endCxn id="15" idx="0"/>
          </p:cNvCxnSpPr>
          <p:nvPr/>
        </p:nvCxnSpPr>
        <p:spPr>
          <a:xfrm flipH="1">
            <a:off x="2162350" y="995651"/>
            <a:ext cx="1319025" cy="2324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1118824A-8FF2-2825-B919-CC540227B813}"/>
              </a:ext>
            </a:extLst>
          </p:cNvPr>
          <p:cNvCxnSpPr>
            <a:cxnSpLocks/>
            <a:stCxn id="15" idx="2"/>
            <a:endCxn id="159" idx="0"/>
          </p:cNvCxnSpPr>
          <p:nvPr/>
        </p:nvCxnSpPr>
        <p:spPr>
          <a:xfrm>
            <a:off x="2162350" y="2345666"/>
            <a:ext cx="2111113" cy="161811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2A69522D-EC9A-EFF2-E1C3-7CC7C1DBC87F}"/>
              </a:ext>
            </a:extLst>
          </p:cNvPr>
          <p:cNvCxnSpPr>
            <a:cxnSpLocks/>
            <a:stCxn id="15" idx="2"/>
            <a:endCxn id="160" idx="0"/>
          </p:cNvCxnSpPr>
          <p:nvPr/>
        </p:nvCxnSpPr>
        <p:spPr>
          <a:xfrm>
            <a:off x="2162350" y="2345666"/>
            <a:ext cx="3430138" cy="161811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9EAC3760-03DF-7B98-F663-1D4D5BF1C0A8}"/>
              </a:ext>
            </a:extLst>
          </p:cNvPr>
          <p:cNvCxnSpPr>
            <a:cxnSpLocks/>
            <a:stCxn id="4" idx="0"/>
            <a:endCxn id="2" idx="2"/>
          </p:cNvCxnSpPr>
          <p:nvPr/>
        </p:nvCxnSpPr>
        <p:spPr>
          <a:xfrm flipH="1" flipV="1">
            <a:off x="3481375" y="1718380"/>
            <a:ext cx="1672075" cy="94178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80BA443A-9032-7F77-AF6B-8F749D03EB2B}"/>
              </a:ext>
            </a:extLst>
          </p:cNvPr>
          <p:cNvCxnSpPr>
            <a:cxnSpLocks/>
            <a:stCxn id="4" idx="2"/>
            <a:endCxn id="157" idx="0"/>
          </p:cNvCxnSpPr>
          <p:nvPr/>
        </p:nvCxnSpPr>
        <p:spPr>
          <a:xfrm flipH="1">
            <a:off x="4273463" y="3102951"/>
            <a:ext cx="879987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46D8A0E2-712F-F293-7932-B8FBDB0A8E70}"/>
              </a:ext>
            </a:extLst>
          </p:cNvPr>
          <p:cNvCxnSpPr>
            <a:cxnSpLocks/>
            <a:stCxn id="4" idx="2"/>
            <a:endCxn id="158" idx="0"/>
          </p:cNvCxnSpPr>
          <p:nvPr/>
        </p:nvCxnSpPr>
        <p:spPr>
          <a:xfrm>
            <a:off x="5153450" y="3102951"/>
            <a:ext cx="439038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96">
            <a:extLst>
              <a:ext uri="{FF2B5EF4-FFF2-40B4-BE49-F238E27FC236}">
                <a16:creationId xmlns:a16="http://schemas.microsoft.com/office/drawing/2014/main" id="{2EA6E3A4-2771-7766-8A39-DD273CD9C488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C0EB483F-3A5E-48C1-9D74-3A69DE55D1D8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BBBB060C-47BB-D117-87E8-70D458271303}"/>
              </a:ext>
            </a:extLst>
          </p:cNvPr>
          <p:cNvCxnSpPr>
            <a:cxnSpLocks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9909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B5151-6308-6960-7963-07BCDDC30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D1B1584F-2E1A-E09F-907C-2BCAB4125B26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86D66E72-A9A3-C229-2C65-F645E81EB03F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A2EB9D07-4A04-FBFD-3587-79981C726A62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A309B977-F45C-BBF6-3A78-98D31C9F8449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10409F5B-D937-30A1-9A9D-1028EA1B9B7B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0F5D3425-2FA3-010F-1141-719BC99C21E1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6239DB07-4FC1-FC87-F165-8A938765FABB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29D832FB-ED93-7068-03F2-3DF9F05E3FD6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407AB974-63F3-6611-49AE-C8F044EF459F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A250C9AB-FDC3-109D-929C-6C1A9285F23F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4B73C05-120D-A8E3-F20B-47FD6086C0D4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8FA6976C-1E6E-EF86-8862-1FFB1456081F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1A5143B2-BD61-EB44-2453-ECFC93EDC2F1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B67A89CA-4129-9E2C-5E05-B026CDEB62E0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FC1EB99D-4A4D-4105-25C0-44FA4C8CBB86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9CE05459-D6E9-21FC-18B2-8F3BA6B8357F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CC7EBDA0-E836-C400-2884-2DC69DE08330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D8170DCF-3609-78AF-5155-21598639FC12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881191EC-466E-260D-FC2A-17DD445AD17B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68B591D4-DCD8-E342-AC86-9E038A17ED60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(curl, envoy)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E28BA672-D4B9-0C01-7E5C-CF1C728AEE9E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0FCD8552-5E4E-FAD1-6544-FE116B36A557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87E3E81D-C69A-4ACD-1319-8BF53BDA0C32}"/>
              </a:ext>
            </a:extLst>
          </p:cNvPr>
          <p:cNvSpPr/>
          <p:nvPr/>
        </p:nvSpPr>
        <p:spPr>
          <a:xfrm>
            <a:off x="3703744" y="2660163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server-mesh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4" name="직선 화살표 연결선 96">
            <a:extLst>
              <a:ext uri="{FF2B5EF4-FFF2-40B4-BE49-F238E27FC236}">
                <a16:creationId xmlns:a16="http://schemas.microsoft.com/office/drawing/2014/main" id="{96075CBA-E2F4-AC99-A1BB-D10014FA842F}"/>
              </a:ext>
            </a:extLst>
          </p:cNvPr>
          <p:cNvCxnSpPr>
            <a:cxnSpLocks/>
            <a:stCxn id="163" idx="3"/>
            <a:endCxn id="159" idx="0"/>
          </p:cNvCxnSpPr>
          <p:nvPr/>
        </p:nvCxnSpPr>
        <p:spPr>
          <a:xfrm>
            <a:off x="3518119" y="3512679"/>
            <a:ext cx="755344" cy="45109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CD54B018-8C66-2693-56A6-9C489262C470}"/>
              </a:ext>
            </a:extLst>
          </p:cNvPr>
          <p:cNvCxnSpPr>
            <a:cxnSpLocks/>
            <a:stCxn id="163" idx="3"/>
            <a:endCxn id="160" idx="0"/>
          </p:cNvCxnSpPr>
          <p:nvPr/>
        </p:nvCxnSpPr>
        <p:spPr>
          <a:xfrm>
            <a:off x="3518119" y="3512679"/>
            <a:ext cx="2074369" cy="45109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061DF3B8-519D-623C-0350-A6BFDC3770A3}"/>
              </a:ext>
            </a:extLst>
          </p:cNvPr>
          <p:cNvCxnSpPr>
            <a:cxnSpLocks/>
            <a:stCxn id="2" idx="2"/>
            <a:endCxn id="157" idx="0"/>
          </p:cNvCxnSpPr>
          <p:nvPr/>
        </p:nvCxnSpPr>
        <p:spPr>
          <a:xfrm>
            <a:off x="4273463" y="3102951"/>
            <a:ext cx="0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96">
            <a:extLst>
              <a:ext uri="{FF2B5EF4-FFF2-40B4-BE49-F238E27FC236}">
                <a16:creationId xmlns:a16="http://schemas.microsoft.com/office/drawing/2014/main" id="{D3239AD1-7508-7D7E-3352-E7FC30029B2B}"/>
              </a:ext>
            </a:extLst>
          </p:cNvPr>
          <p:cNvCxnSpPr>
            <a:cxnSpLocks/>
            <a:stCxn id="2" idx="1"/>
            <a:endCxn id="156" idx="3"/>
          </p:cNvCxnSpPr>
          <p:nvPr/>
        </p:nvCxnSpPr>
        <p:spPr>
          <a:xfrm flipH="1">
            <a:off x="3524157" y="2881557"/>
            <a:ext cx="179587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AC869932-F078-43ED-C4A5-27AE56A1958D}"/>
              </a:ext>
            </a:extLst>
          </p:cNvPr>
          <p:cNvCxnSpPr>
            <a:cxnSpLocks/>
            <a:stCxn id="2" idx="2"/>
            <a:endCxn id="158" idx="0"/>
          </p:cNvCxnSpPr>
          <p:nvPr/>
        </p:nvCxnSpPr>
        <p:spPr>
          <a:xfrm>
            <a:off x="4273463" y="3102951"/>
            <a:ext cx="1319025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56424C1A-400A-1FB4-F90E-123A1BDAAF03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E65B4820-6AC7-2E10-0D3C-F40D276B2C72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96">
            <a:extLst>
              <a:ext uri="{FF2B5EF4-FFF2-40B4-BE49-F238E27FC236}">
                <a16:creationId xmlns:a16="http://schemas.microsoft.com/office/drawing/2014/main" id="{79FCE07D-DBAC-7162-E1AA-60AB9E4FEF15}"/>
              </a:ext>
            </a:extLst>
          </p:cNvPr>
          <p:cNvCxnSpPr>
            <a:cxnSpLocks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2728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8717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C3238-586F-D05B-B673-37D0C426A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B0E4A09F-B495-67A7-1606-19B78BCDBC17}"/>
              </a:ext>
            </a:extLst>
          </p:cNvPr>
          <p:cNvSpPr/>
          <p:nvPr/>
        </p:nvSpPr>
        <p:spPr>
          <a:xfrm>
            <a:off x="4646192" y="3680817"/>
            <a:ext cx="3375798" cy="577858"/>
          </a:xfrm>
          <a:prstGeom prst="roundRect">
            <a:avLst>
              <a:gd name="adj" fmla="val 10713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8FC41D38-7998-E23F-8C07-22B6C5294FED}"/>
              </a:ext>
            </a:extLst>
          </p:cNvPr>
          <p:cNvSpPr/>
          <p:nvPr/>
        </p:nvSpPr>
        <p:spPr>
          <a:xfrm>
            <a:off x="832237" y="1406769"/>
            <a:ext cx="7346557" cy="2135732"/>
          </a:xfrm>
          <a:prstGeom prst="roundRect">
            <a:avLst>
              <a:gd name="adj" fmla="val 32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 err="1"/>
              <a:t>istio</a:t>
            </a:r>
            <a:r>
              <a:rPr lang="en-US" altLang="ko-KR" sz="1000"/>
              <a:t>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56628BF4-8A94-ECBF-4644-A0BD8E4DED49}"/>
              </a:ext>
            </a:extLst>
          </p:cNvPr>
          <p:cNvSpPr/>
          <p:nvPr/>
        </p:nvSpPr>
        <p:spPr>
          <a:xfrm>
            <a:off x="595295" y="130383"/>
            <a:ext cx="4984817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C4866E56-F6C3-02FB-E0DF-1ADAD491BD1B}"/>
              </a:ext>
            </a:extLst>
          </p:cNvPr>
          <p:cNvSpPr/>
          <p:nvPr/>
        </p:nvSpPr>
        <p:spPr>
          <a:xfrm>
            <a:off x="664302" y="416426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C5564739-182C-CC17-6789-F370C1A3BFFE}"/>
              </a:ext>
            </a:extLst>
          </p:cNvPr>
          <p:cNvSpPr/>
          <p:nvPr/>
        </p:nvSpPr>
        <p:spPr>
          <a:xfrm>
            <a:off x="3135208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4A938FD2-DDCD-FD00-1E98-A2CAB11400A7}"/>
              </a:ext>
            </a:extLst>
          </p:cNvPr>
          <p:cNvSpPr/>
          <p:nvPr/>
        </p:nvSpPr>
        <p:spPr>
          <a:xfrm>
            <a:off x="1784606" y="1472178"/>
            <a:ext cx="5051330" cy="2006380"/>
          </a:xfrm>
          <a:prstGeom prst="roundRect">
            <a:avLst>
              <a:gd name="adj" fmla="val 414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900"/>
              <a:t>istiod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34" name="사각형: 둥근 모서리 70">
            <a:extLst>
              <a:ext uri="{FF2B5EF4-FFF2-40B4-BE49-F238E27FC236}">
                <a16:creationId xmlns:a16="http://schemas.microsoft.com/office/drawing/2014/main" id="{E5961CC0-ED86-FE65-572E-EE50E7C8C6AB}"/>
              </a:ext>
            </a:extLst>
          </p:cNvPr>
          <p:cNvSpPr/>
          <p:nvPr/>
        </p:nvSpPr>
        <p:spPr>
          <a:xfrm>
            <a:off x="5715632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Istio CRs</a:t>
            </a:r>
            <a:endParaRPr lang="ko-KR" altLang="en-US" sz="1000"/>
          </a:p>
        </p:txBody>
      </p:sp>
      <p:sp>
        <p:nvSpPr>
          <p:cNvPr id="38" name="사각형: 둥근 모서리 70">
            <a:extLst>
              <a:ext uri="{FF2B5EF4-FFF2-40B4-BE49-F238E27FC236}">
                <a16:creationId xmlns:a16="http://schemas.microsoft.com/office/drawing/2014/main" id="{E4AF7055-4A57-DF6A-C637-67F514A0E7DA}"/>
              </a:ext>
            </a:extLst>
          </p:cNvPr>
          <p:cNvSpPr/>
          <p:nvPr/>
        </p:nvSpPr>
        <p:spPr>
          <a:xfrm>
            <a:off x="7146077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K8s Resources</a:t>
            </a:r>
            <a:endParaRPr lang="ko-KR" altLang="en-US" sz="100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D021F2F9-F8EE-897F-0D19-38E6D572BFA4}"/>
              </a:ext>
            </a:extLst>
          </p:cNvPr>
          <p:cNvSpPr/>
          <p:nvPr/>
        </p:nvSpPr>
        <p:spPr>
          <a:xfrm>
            <a:off x="3119396" y="1527123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094BF42F-0480-B293-7096-B722B2A140DD}"/>
              </a:ext>
            </a:extLst>
          </p:cNvPr>
          <p:cNvSpPr/>
          <p:nvPr/>
        </p:nvSpPr>
        <p:spPr>
          <a:xfrm>
            <a:off x="4358531" y="1527122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9C5963A4-822C-D8F1-E185-F210765640C3}"/>
              </a:ext>
            </a:extLst>
          </p:cNvPr>
          <p:cNvSpPr/>
          <p:nvPr/>
        </p:nvSpPr>
        <p:spPr>
          <a:xfrm>
            <a:off x="5597666" y="1527121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D27A6E0C-0476-1160-8729-56195B0CB4C1}"/>
              </a:ext>
            </a:extLst>
          </p:cNvPr>
          <p:cNvSpPr/>
          <p:nvPr/>
        </p:nvSpPr>
        <p:spPr>
          <a:xfrm>
            <a:off x="1880261" y="1527121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41D9C35E-25D7-2DB7-3FD1-3AAD42D15A19}"/>
              </a:ext>
            </a:extLst>
          </p:cNvPr>
          <p:cNvSpPr/>
          <p:nvPr/>
        </p:nvSpPr>
        <p:spPr>
          <a:xfrm>
            <a:off x="1899755" y="416428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2DC6BCAF-76D6-9306-CF14-17D85CEF1298}"/>
              </a:ext>
            </a:extLst>
          </p:cNvPr>
          <p:cNvSpPr/>
          <p:nvPr/>
        </p:nvSpPr>
        <p:spPr>
          <a:xfrm>
            <a:off x="1899755" y="85921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B4D1B5C6-05C5-DD1C-8B4C-50CFB0EDBA65}"/>
              </a:ext>
            </a:extLst>
          </p:cNvPr>
          <p:cNvSpPr/>
          <p:nvPr/>
        </p:nvSpPr>
        <p:spPr>
          <a:xfrm>
            <a:off x="3135208" y="41642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FD1CE189-FCA8-AF69-5B50-D779CAC99587}"/>
              </a:ext>
            </a:extLst>
          </p:cNvPr>
          <p:cNvSpPr/>
          <p:nvPr/>
        </p:nvSpPr>
        <p:spPr>
          <a:xfrm>
            <a:off x="4370661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D4AD43E0-EDEF-ACC1-2AEF-4781C8A64868}"/>
              </a:ext>
            </a:extLst>
          </p:cNvPr>
          <p:cNvSpPr/>
          <p:nvPr/>
        </p:nvSpPr>
        <p:spPr>
          <a:xfrm>
            <a:off x="4366602" y="416426"/>
            <a:ext cx="1143497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CECA7F73-2353-07DD-FA7A-CC5F1DBBA867}"/>
              </a:ext>
            </a:extLst>
          </p:cNvPr>
          <p:cNvSpPr/>
          <p:nvPr/>
        </p:nvSpPr>
        <p:spPr>
          <a:xfrm>
            <a:off x="5789728" y="41914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03F5D08D-DFB0-E0E3-5E52-A97106BAB381}"/>
              </a:ext>
            </a:extLst>
          </p:cNvPr>
          <p:cNvSpPr/>
          <p:nvPr/>
        </p:nvSpPr>
        <p:spPr>
          <a:xfrm>
            <a:off x="5789728" y="85708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VirtualService</a:t>
            </a:r>
            <a:endParaRPr lang="ko-KR" altLang="en-US" sz="900" b="1"/>
          </a:p>
        </p:txBody>
      </p: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5AC20B64-A985-3B15-86D6-EFFF3254C3F9}"/>
              </a:ext>
            </a:extLst>
          </p:cNvPr>
          <p:cNvSpPr/>
          <p:nvPr/>
        </p:nvSpPr>
        <p:spPr>
          <a:xfrm>
            <a:off x="7221041" y="42030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40" name="사각형: 둥근 모서리 12">
            <a:extLst>
              <a:ext uri="{FF2B5EF4-FFF2-40B4-BE49-F238E27FC236}">
                <a16:creationId xmlns:a16="http://schemas.microsoft.com/office/drawing/2014/main" id="{0FFB9E96-19AA-E4FC-E35C-E6B5AACDEA25}"/>
              </a:ext>
            </a:extLst>
          </p:cNvPr>
          <p:cNvSpPr/>
          <p:nvPr/>
        </p:nvSpPr>
        <p:spPr>
          <a:xfrm>
            <a:off x="7221041" y="85824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Endpoints</a:t>
            </a:r>
            <a:endParaRPr lang="ko-KR" altLang="en-US" sz="900" b="1"/>
          </a:p>
        </p:txBody>
      </p:sp>
      <p:sp>
        <p:nvSpPr>
          <p:cNvPr id="43" name="사각형: 둥근 모서리 12">
            <a:extLst>
              <a:ext uri="{FF2B5EF4-FFF2-40B4-BE49-F238E27FC236}">
                <a16:creationId xmlns:a16="http://schemas.microsoft.com/office/drawing/2014/main" id="{A6F5E368-11BF-94DD-408A-BCEAA1A3F144}"/>
              </a:ext>
            </a:extLst>
          </p:cNvPr>
          <p:cNvSpPr/>
          <p:nvPr/>
        </p:nvSpPr>
        <p:spPr>
          <a:xfrm>
            <a:off x="3116074" y="2026399"/>
            <a:ext cx="3621030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PushContext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60CF2175-CF49-1D51-2462-0C7D0503B00B}"/>
              </a:ext>
            </a:extLst>
          </p:cNvPr>
          <p:cNvSpPr/>
          <p:nvPr/>
        </p:nvSpPr>
        <p:spPr>
          <a:xfrm>
            <a:off x="3116074" y="2525412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ConfigGenerator</a:t>
            </a:r>
            <a:br>
              <a:rPr lang="en-US" altLang="ko-KR" sz="900" b="1"/>
            </a:br>
            <a:r>
              <a:rPr lang="en-US" altLang="ko-KR" sz="900"/>
              <a:t>(Gateway to Listener, Virtual Service to Route)</a:t>
            </a:r>
            <a:endParaRPr lang="ko-KR" altLang="en-US" sz="900"/>
          </a:p>
        </p:txBody>
      </p:sp>
      <p:sp>
        <p:nvSpPr>
          <p:cNvPr id="52" name="사각형: 둥근 모서리 12">
            <a:extLst>
              <a:ext uri="{FF2B5EF4-FFF2-40B4-BE49-F238E27FC236}">
                <a16:creationId xmlns:a16="http://schemas.microsoft.com/office/drawing/2014/main" id="{24B3B729-E97C-37D4-53A2-102700F240AB}"/>
              </a:ext>
            </a:extLst>
          </p:cNvPr>
          <p:cNvSpPr/>
          <p:nvPr/>
        </p:nvSpPr>
        <p:spPr>
          <a:xfrm>
            <a:off x="3116074" y="3035843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DiscoveryServer </a:t>
            </a:r>
            <a:r>
              <a:rPr lang="en-US" altLang="ko-KR" sz="900"/>
              <a:t>(xDS Push)</a:t>
            </a:r>
            <a:endParaRPr lang="ko-KR" altLang="en-US" sz="900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D899285A-08E3-BD52-A577-5DBAA377E16D}"/>
              </a:ext>
            </a:extLst>
          </p:cNvPr>
          <p:cNvCxnSpPr>
            <a:cxnSpLocks/>
            <a:stCxn id="12" idx="2"/>
            <a:endCxn id="29" idx="0"/>
          </p:cNvCxnSpPr>
          <p:nvPr/>
        </p:nvCxnSpPr>
        <p:spPr>
          <a:xfrm>
            <a:off x="3087704" y="1274542"/>
            <a:ext cx="601411" cy="25258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96">
            <a:extLst>
              <a:ext uri="{FF2B5EF4-FFF2-40B4-BE49-F238E27FC236}">
                <a16:creationId xmlns:a16="http://schemas.microsoft.com/office/drawing/2014/main" id="{36A28D46-BA36-68D8-C61E-1D779E5C6ADC}"/>
              </a:ext>
            </a:extLst>
          </p:cNvPr>
          <p:cNvCxnSpPr>
            <a:cxnSpLocks/>
            <a:stCxn id="12" idx="2"/>
            <a:endCxn id="33" idx="0"/>
          </p:cNvCxnSpPr>
          <p:nvPr/>
        </p:nvCxnSpPr>
        <p:spPr>
          <a:xfrm flipH="1">
            <a:off x="2449980" y="1274542"/>
            <a:ext cx="637724" cy="2525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96">
            <a:extLst>
              <a:ext uri="{FF2B5EF4-FFF2-40B4-BE49-F238E27FC236}">
                <a16:creationId xmlns:a16="http://schemas.microsoft.com/office/drawing/2014/main" id="{32A473D6-7108-64BB-ED83-8CD78951FB3E}"/>
              </a:ext>
            </a:extLst>
          </p:cNvPr>
          <p:cNvCxnSpPr>
            <a:cxnSpLocks/>
            <a:stCxn id="34" idx="2"/>
            <a:endCxn id="30" idx="0"/>
          </p:cNvCxnSpPr>
          <p:nvPr/>
        </p:nvCxnSpPr>
        <p:spPr>
          <a:xfrm flipH="1">
            <a:off x="4928250" y="1274542"/>
            <a:ext cx="1434845" cy="2525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96">
            <a:extLst>
              <a:ext uri="{FF2B5EF4-FFF2-40B4-BE49-F238E27FC236}">
                <a16:creationId xmlns:a16="http://schemas.microsoft.com/office/drawing/2014/main" id="{35D8071B-E4FB-D55C-2979-56AAE64927EF}"/>
              </a:ext>
            </a:extLst>
          </p:cNvPr>
          <p:cNvCxnSpPr>
            <a:cxnSpLocks/>
            <a:stCxn id="38" idx="2"/>
            <a:endCxn id="32" idx="0"/>
          </p:cNvCxnSpPr>
          <p:nvPr/>
        </p:nvCxnSpPr>
        <p:spPr>
          <a:xfrm flipH="1">
            <a:off x="6167385" y="1274542"/>
            <a:ext cx="1626155" cy="2525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CBE3839A-EA64-B498-0C05-919B4510B124}"/>
              </a:ext>
            </a:extLst>
          </p:cNvPr>
          <p:cNvCxnSpPr>
            <a:cxnSpLocks/>
            <a:stCxn id="32" idx="2"/>
            <a:endCxn id="43" idx="0"/>
          </p:cNvCxnSpPr>
          <p:nvPr/>
        </p:nvCxnSpPr>
        <p:spPr>
          <a:xfrm flipH="1">
            <a:off x="4926589" y="1888475"/>
            <a:ext cx="1240796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EEF610B2-E9D4-7BE0-3F9F-DF7FE5BC8D35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flipH="1">
            <a:off x="4926589" y="1888476"/>
            <a:ext cx="1661" cy="13792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829B03F7-EFBF-1B35-7F5F-99FF83D480BB}"/>
              </a:ext>
            </a:extLst>
          </p:cNvPr>
          <p:cNvCxnSpPr>
            <a:cxnSpLocks/>
            <a:stCxn id="29" idx="2"/>
            <a:endCxn id="43" idx="0"/>
          </p:cNvCxnSpPr>
          <p:nvPr/>
        </p:nvCxnSpPr>
        <p:spPr>
          <a:xfrm>
            <a:off x="3689115" y="1888477"/>
            <a:ext cx="1237474" cy="1379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2585F489-4052-C63F-5624-1B374ABB89E5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4926589" y="2387755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96">
            <a:extLst>
              <a:ext uri="{FF2B5EF4-FFF2-40B4-BE49-F238E27FC236}">
                <a16:creationId xmlns:a16="http://schemas.microsoft.com/office/drawing/2014/main" id="{5690E44D-371C-3487-9E6A-4E14054A7F68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4926589" y="2898186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70">
            <a:extLst>
              <a:ext uri="{FF2B5EF4-FFF2-40B4-BE49-F238E27FC236}">
                <a16:creationId xmlns:a16="http://schemas.microsoft.com/office/drawing/2014/main" id="{34A6C8C7-DB58-65BC-504B-F6BCFA7A9414}"/>
              </a:ext>
            </a:extLst>
          </p:cNvPr>
          <p:cNvSpPr/>
          <p:nvPr/>
        </p:nvSpPr>
        <p:spPr>
          <a:xfrm>
            <a:off x="1035475" y="3680815"/>
            <a:ext cx="3501563" cy="1144158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82" name="사각형: 둥근 모서리 12">
            <a:extLst>
              <a:ext uri="{FF2B5EF4-FFF2-40B4-BE49-F238E27FC236}">
                <a16:creationId xmlns:a16="http://schemas.microsoft.com/office/drawing/2014/main" id="{C456EA38-870D-46B9-1742-1ADB0484D631}"/>
              </a:ext>
            </a:extLst>
          </p:cNvPr>
          <p:cNvSpPr/>
          <p:nvPr/>
        </p:nvSpPr>
        <p:spPr>
          <a:xfrm>
            <a:off x="1986504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3" name="사각형: 둥근 모서리 12">
            <a:extLst>
              <a:ext uri="{FF2B5EF4-FFF2-40B4-BE49-F238E27FC236}">
                <a16:creationId xmlns:a16="http://schemas.microsoft.com/office/drawing/2014/main" id="{453F50E3-39E3-C492-9AFB-9A09256C1DBB}"/>
              </a:ext>
            </a:extLst>
          </p:cNvPr>
          <p:cNvSpPr/>
          <p:nvPr/>
        </p:nvSpPr>
        <p:spPr>
          <a:xfrm>
            <a:off x="3289323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4" name="사각형: 둥근 모서리 12">
            <a:extLst>
              <a:ext uri="{FF2B5EF4-FFF2-40B4-BE49-F238E27FC236}">
                <a16:creationId xmlns:a16="http://schemas.microsoft.com/office/drawing/2014/main" id="{C61D6BE7-C777-1B3D-A50B-69214D717038}"/>
              </a:ext>
            </a:extLst>
          </p:cNvPr>
          <p:cNvSpPr/>
          <p:nvPr/>
        </p:nvSpPr>
        <p:spPr>
          <a:xfrm>
            <a:off x="1987206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62E608A7-3153-0FF5-29A0-9E57B437EADC}"/>
              </a:ext>
            </a:extLst>
          </p:cNvPr>
          <p:cNvCxnSpPr>
            <a:cxnSpLocks/>
            <a:stCxn id="33" idx="2"/>
            <a:endCxn id="100" idx="0"/>
          </p:cNvCxnSpPr>
          <p:nvPr/>
        </p:nvCxnSpPr>
        <p:spPr>
          <a:xfrm>
            <a:off x="2449980" y="1888477"/>
            <a:ext cx="105744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12">
            <a:extLst>
              <a:ext uri="{FF2B5EF4-FFF2-40B4-BE49-F238E27FC236}">
                <a16:creationId xmlns:a16="http://schemas.microsoft.com/office/drawing/2014/main" id="{4D93CE4D-BE01-EA17-8765-AB4938F5EBF7}"/>
              </a:ext>
            </a:extLst>
          </p:cNvPr>
          <p:cNvSpPr/>
          <p:nvPr/>
        </p:nvSpPr>
        <p:spPr>
          <a:xfrm>
            <a:off x="3286124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00" name="사각형: 둥근 모서리 70">
            <a:extLst>
              <a:ext uri="{FF2B5EF4-FFF2-40B4-BE49-F238E27FC236}">
                <a16:creationId xmlns:a16="http://schemas.microsoft.com/office/drawing/2014/main" id="{8D738498-864A-90D4-4BA9-BF02E18D60B3}"/>
              </a:ext>
            </a:extLst>
          </p:cNvPr>
          <p:cNvSpPr/>
          <p:nvPr/>
        </p:nvSpPr>
        <p:spPr>
          <a:xfrm>
            <a:off x="1934065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2" name="사각형: 둥근 모서리 70">
            <a:extLst>
              <a:ext uri="{FF2B5EF4-FFF2-40B4-BE49-F238E27FC236}">
                <a16:creationId xmlns:a16="http://schemas.microsoft.com/office/drawing/2014/main" id="{599D7428-3FBC-E1B6-6668-7CCCB18EEBD4}"/>
              </a:ext>
            </a:extLst>
          </p:cNvPr>
          <p:cNvSpPr/>
          <p:nvPr/>
        </p:nvSpPr>
        <p:spPr>
          <a:xfrm>
            <a:off x="3235375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6D734385-694A-65B0-52F5-F197512709AA}"/>
              </a:ext>
            </a:extLst>
          </p:cNvPr>
          <p:cNvCxnSpPr>
            <a:cxnSpLocks/>
            <a:stCxn id="33" idx="2"/>
            <a:endCxn id="102" idx="0"/>
          </p:cNvCxnSpPr>
          <p:nvPr/>
        </p:nvCxnSpPr>
        <p:spPr>
          <a:xfrm>
            <a:off x="2449980" y="1888477"/>
            <a:ext cx="1407054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96">
            <a:extLst>
              <a:ext uri="{FF2B5EF4-FFF2-40B4-BE49-F238E27FC236}">
                <a16:creationId xmlns:a16="http://schemas.microsoft.com/office/drawing/2014/main" id="{AD958788-4C49-CC30-6297-5C4ED538DBA4}"/>
              </a:ext>
            </a:extLst>
          </p:cNvPr>
          <p:cNvCxnSpPr>
            <a:cxnSpLocks/>
            <a:stCxn id="52" idx="2"/>
            <a:endCxn id="94" idx="0"/>
          </p:cNvCxnSpPr>
          <p:nvPr/>
        </p:nvCxnSpPr>
        <p:spPr>
          <a:xfrm flipH="1">
            <a:off x="2556925" y="3408617"/>
            <a:ext cx="2369664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96">
            <a:extLst>
              <a:ext uri="{FF2B5EF4-FFF2-40B4-BE49-F238E27FC236}">
                <a16:creationId xmlns:a16="http://schemas.microsoft.com/office/drawing/2014/main" id="{AF072659-A58F-4BDB-BB76-1FF3104585CC}"/>
              </a:ext>
            </a:extLst>
          </p:cNvPr>
          <p:cNvCxnSpPr>
            <a:cxnSpLocks/>
            <a:stCxn id="52" idx="2"/>
            <a:endCxn id="98" idx="0"/>
          </p:cNvCxnSpPr>
          <p:nvPr/>
        </p:nvCxnSpPr>
        <p:spPr>
          <a:xfrm flipH="1">
            <a:off x="3855843" y="3408617"/>
            <a:ext cx="1070746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5C4AA4B6-AA71-ECFE-8882-4BE974DBC7F5}"/>
              </a:ext>
            </a:extLst>
          </p:cNvPr>
          <p:cNvSpPr/>
          <p:nvPr/>
        </p:nvSpPr>
        <p:spPr>
          <a:xfrm>
            <a:off x="5538700" y="3748551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66E7E831-3579-4B5A-C9E1-644AD16295AE}"/>
              </a:ext>
            </a:extLst>
          </p:cNvPr>
          <p:cNvSpPr/>
          <p:nvPr/>
        </p:nvSpPr>
        <p:spPr>
          <a:xfrm>
            <a:off x="6804065" y="3748551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58EF3278-9495-1774-2065-C9F91CD7CC41}"/>
              </a:ext>
            </a:extLst>
          </p:cNvPr>
          <p:cNvCxnSpPr>
            <a:cxnSpLocks/>
            <a:stCxn id="52" idx="2"/>
            <a:endCxn id="127" idx="0"/>
          </p:cNvCxnSpPr>
          <p:nvPr/>
        </p:nvCxnSpPr>
        <p:spPr>
          <a:xfrm>
            <a:off x="4926589" y="3408617"/>
            <a:ext cx="1181830" cy="3399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96">
            <a:extLst>
              <a:ext uri="{FF2B5EF4-FFF2-40B4-BE49-F238E27FC236}">
                <a16:creationId xmlns:a16="http://schemas.microsoft.com/office/drawing/2014/main" id="{306472B2-BF29-ED88-DC68-85109484A9E1}"/>
              </a:ext>
            </a:extLst>
          </p:cNvPr>
          <p:cNvCxnSpPr>
            <a:cxnSpLocks/>
            <a:stCxn id="52" idx="2"/>
            <a:endCxn id="129" idx="0"/>
          </p:cNvCxnSpPr>
          <p:nvPr/>
        </p:nvCxnSpPr>
        <p:spPr>
          <a:xfrm>
            <a:off x="4926589" y="3408617"/>
            <a:ext cx="2447195" cy="3399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사각형: 둥근 모서리 12">
            <a:extLst>
              <a:ext uri="{FF2B5EF4-FFF2-40B4-BE49-F238E27FC236}">
                <a16:creationId xmlns:a16="http://schemas.microsoft.com/office/drawing/2014/main" id="{798E658F-8598-91F5-9BF5-2A9F62A8A950}"/>
              </a:ext>
            </a:extLst>
          </p:cNvPr>
          <p:cNvSpPr/>
          <p:nvPr/>
        </p:nvSpPr>
        <p:spPr>
          <a:xfrm>
            <a:off x="6959117" y="2461188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40" name="사각형: 둥근 모서리 12">
            <a:extLst>
              <a:ext uri="{FF2B5EF4-FFF2-40B4-BE49-F238E27FC236}">
                <a16:creationId xmlns:a16="http://schemas.microsoft.com/office/drawing/2014/main" id="{EBC0679D-7571-EB02-F979-290ADB26B8C0}"/>
              </a:ext>
            </a:extLst>
          </p:cNvPr>
          <p:cNvSpPr/>
          <p:nvPr/>
        </p:nvSpPr>
        <p:spPr>
          <a:xfrm>
            <a:off x="6959117" y="303584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41" name="직선 화살표 연결선 96">
            <a:extLst>
              <a:ext uri="{FF2B5EF4-FFF2-40B4-BE49-F238E27FC236}">
                <a16:creationId xmlns:a16="http://schemas.microsoft.com/office/drawing/2014/main" id="{04436B04-AC26-4DB2-307B-3EFA69C5CB37}"/>
              </a:ext>
            </a:extLst>
          </p:cNvPr>
          <p:cNvCxnSpPr>
            <a:cxnSpLocks/>
            <a:stCxn id="52" idx="3"/>
            <a:endCxn id="140" idx="1"/>
          </p:cNvCxnSpPr>
          <p:nvPr/>
        </p:nvCxnSpPr>
        <p:spPr>
          <a:xfrm>
            <a:off x="6737104" y="3222230"/>
            <a:ext cx="222013" cy="3500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3588E610-AB0B-1B96-3CED-D962B3496878}"/>
              </a:ext>
            </a:extLst>
          </p:cNvPr>
          <p:cNvCxnSpPr>
            <a:cxnSpLocks/>
            <a:stCxn id="52" idx="3"/>
            <a:endCxn id="139" idx="1"/>
          </p:cNvCxnSpPr>
          <p:nvPr/>
        </p:nvCxnSpPr>
        <p:spPr>
          <a:xfrm flipV="1">
            <a:off x="6737104" y="2682582"/>
            <a:ext cx="222013" cy="5396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A5343E79-C6F0-62C0-4D8D-7D1DCE4B7FF7}"/>
              </a:ext>
            </a:extLst>
          </p:cNvPr>
          <p:cNvCxnSpPr>
            <a:cxnSpLocks/>
          </p:cNvCxnSpPr>
          <p:nvPr/>
        </p:nvCxnSpPr>
        <p:spPr>
          <a:xfrm>
            <a:off x="4745313" y="4471935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D9BE811-EC3B-C399-32E7-DED1B3C09E78}"/>
              </a:ext>
            </a:extLst>
          </p:cNvPr>
          <p:cNvSpPr txBox="1"/>
          <p:nvPr/>
        </p:nvSpPr>
        <p:spPr>
          <a:xfrm>
            <a:off x="5041056" y="4362165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Configs</a:t>
            </a:r>
            <a:endParaRPr lang="en-KR" sz="900"/>
          </a:p>
        </p:txBody>
      </p:sp>
      <p:cxnSp>
        <p:nvCxnSpPr>
          <p:cNvPr id="6" name="직선 화살표 연결선 96">
            <a:extLst>
              <a:ext uri="{FF2B5EF4-FFF2-40B4-BE49-F238E27FC236}">
                <a16:creationId xmlns:a16="http://schemas.microsoft.com/office/drawing/2014/main" id="{BC22161B-E6B9-A429-9055-7FD923155C80}"/>
              </a:ext>
            </a:extLst>
          </p:cNvPr>
          <p:cNvCxnSpPr>
            <a:cxnSpLocks/>
          </p:cNvCxnSpPr>
          <p:nvPr/>
        </p:nvCxnSpPr>
        <p:spPr>
          <a:xfrm>
            <a:off x="5743511" y="4471935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9A239B4-9177-3282-233C-6EDE6140A506}"/>
              </a:ext>
            </a:extLst>
          </p:cNvPr>
          <p:cNvSpPr txBox="1"/>
          <p:nvPr/>
        </p:nvSpPr>
        <p:spPr>
          <a:xfrm>
            <a:off x="6039254" y="4362165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3404228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CA1B-830C-3862-72F0-01177A310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DDDC4D6E-C61D-B7BF-5ADA-B85B2BADC730}"/>
              </a:ext>
            </a:extLst>
          </p:cNvPr>
          <p:cNvSpPr/>
          <p:nvPr/>
        </p:nvSpPr>
        <p:spPr>
          <a:xfrm>
            <a:off x="611560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DF9059B5-6286-5B81-01C5-D04C9A2F114C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B47F6114-BE76-0D40-DF7D-06DF127A8608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0371BC75-244B-90B3-BEF8-A39B79849A85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098002DC-E429-F31E-C2CC-F8553DED340F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ECD7285B-C4FB-3B74-9897-C7F8F1B4FDFA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9" name="사각형: 둥근 모서리 12">
            <a:extLst>
              <a:ext uri="{FF2B5EF4-FFF2-40B4-BE49-F238E27FC236}">
                <a16:creationId xmlns:a16="http://schemas.microsoft.com/office/drawing/2014/main" id="{65AD2836-4EF0-1BF0-9607-C8F767B218D5}"/>
              </a:ext>
            </a:extLst>
          </p:cNvPr>
          <p:cNvSpPr/>
          <p:nvPr/>
        </p:nvSpPr>
        <p:spPr>
          <a:xfrm>
            <a:off x="6692892" y="127627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724CE27D-6FB8-3F3C-15C2-DAD4FAA5EC8F}"/>
              </a:ext>
            </a:extLst>
          </p:cNvPr>
          <p:cNvSpPr/>
          <p:nvPr/>
        </p:nvSpPr>
        <p:spPr>
          <a:xfrm>
            <a:off x="6692892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" name="사각형: 둥근 모서리 70">
            <a:extLst>
              <a:ext uri="{FF2B5EF4-FFF2-40B4-BE49-F238E27FC236}">
                <a16:creationId xmlns:a16="http://schemas.microsoft.com/office/drawing/2014/main" id="{EEFCEA47-7DAE-276B-9075-1ACC3AAE105C}"/>
              </a:ext>
            </a:extLst>
          </p:cNvPr>
          <p:cNvSpPr/>
          <p:nvPr/>
        </p:nvSpPr>
        <p:spPr>
          <a:xfrm>
            <a:off x="663975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3CDF43FA-4F5E-B67C-6FDC-AB408AFCD632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6" name="사각형: 둥근 모서리 12">
            <a:extLst>
              <a:ext uri="{FF2B5EF4-FFF2-40B4-BE49-F238E27FC236}">
                <a16:creationId xmlns:a16="http://schemas.microsoft.com/office/drawing/2014/main" id="{73996D9B-FD99-C563-DAC5-5B5891F187CA}"/>
              </a:ext>
            </a:extLst>
          </p:cNvPr>
          <p:cNvSpPr/>
          <p:nvPr/>
        </p:nvSpPr>
        <p:spPr>
          <a:xfrm>
            <a:off x="1592631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7FE2FB24-2C19-181A-F654-7C549042AD86}"/>
              </a:ext>
            </a:extLst>
          </p:cNvPr>
          <p:cNvSpPr/>
          <p:nvPr/>
        </p:nvSpPr>
        <p:spPr>
          <a:xfrm>
            <a:off x="2911656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B4D6C792-BA8C-98C2-A80F-2A41E8BCF7BC}"/>
              </a:ext>
            </a:extLst>
          </p:cNvPr>
          <p:cNvSpPr/>
          <p:nvPr/>
        </p:nvSpPr>
        <p:spPr>
          <a:xfrm>
            <a:off x="4230681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793F082A-79A6-06EF-301A-EC11D6BDA81C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flipH="1">
            <a:off x="4800400" y="2291501"/>
            <a:ext cx="2462211" cy="101858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E7FCCD2C-3FF7-8D2F-3656-F13C94BDEFB5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12">
            <a:extLst>
              <a:ext uri="{FF2B5EF4-FFF2-40B4-BE49-F238E27FC236}">
                <a16:creationId xmlns:a16="http://schemas.microsoft.com/office/drawing/2014/main" id="{6A995EDE-B730-8CD2-EB22-88A4460C162D}"/>
              </a:ext>
            </a:extLst>
          </p:cNvPr>
          <p:cNvSpPr/>
          <p:nvPr/>
        </p:nvSpPr>
        <p:spPr>
          <a:xfrm>
            <a:off x="2911656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50" name="사각형: 둥근 모서리 12">
            <a:extLst>
              <a:ext uri="{FF2B5EF4-FFF2-40B4-BE49-F238E27FC236}">
                <a16:creationId xmlns:a16="http://schemas.microsoft.com/office/drawing/2014/main" id="{9770C381-7789-6DAF-7676-C43014E69398}"/>
              </a:ext>
            </a:extLst>
          </p:cNvPr>
          <p:cNvSpPr/>
          <p:nvPr/>
        </p:nvSpPr>
        <p:spPr>
          <a:xfrm>
            <a:off x="4230681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A108D13A-E3EA-0FBD-AB74-6F726AC56022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>
            <a:off x="3481375" y="3752875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40556EAC-A019-B881-A133-33E1D0FACCF6}"/>
              </a:ext>
            </a:extLst>
          </p:cNvPr>
          <p:cNvCxnSpPr>
            <a:cxnSpLocks/>
            <a:stCxn id="18" idx="2"/>
            <a:endCxn id="50" idx="0"/>
          </p:cNvCxnSpPr>
          <p:nvPr/>
        </p:nvCxnSpPr>
        <p:spPr>
          <a:xfrm>
            <a:off x="4800400" y="3752875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96">
            <a:extLst>
              <a:ext uri="{FF2B5EF4-FFF2-40B4-BE49-F238E27FC236}">
                <a16:creationId xmlns:a16="http://schemas.microsoft.com/office/drawing/2014/main" id="{C5C35314-AC19-ABE7-1ADA-8F50CF9DED05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7262611" y="1718380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96">
            <a:extLst>
              <a:ext uri="{FF2B5EF4-FFF2-40B4-BE49-F238E27FC236}">
                <a16:creationId xmlns:a16="http://schemas.microsoft.com/office/drawing/2014/main" id="{C0AC816F-B198-C85C-15EC-129EFF9F45B2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flipH="1">
            <a:off x="3481375" y="2291501"/>
            <a:ext cx="3781236" cy="101858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DFCE5E5D-B29C-582F-CEBC-85C7EF6DD34A}"/>
              </a:ext>
            </a:extLst>
          </p:cNvPr>
          <p:cNvCxnSpPr>
            <a:cxnSpLocks/>
            <a:stCxn id="5" idx="2"/>
            <a:endCxn id="17" idx="0"/>
          </p:cNvCxnSpPr>
          <p:nvPr/>
        </p:nvCxnSpPr>
        <p:spPr>
          <a:xfrm>
            <a:off x="2162350" y="2294444"/>
            <a:ext cx="1319025" cy="101564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EBC339A6-E568-9AB4-4931-04DA87689B00}"/>
              </a:ext>
            </a:extLst>
          </p:cNvPr>
          <p:cNvCxnSpPr>
            <a:cxnSpLocks/>
            <a:stCxn id="5" idx="2"/>
            <a:endCxn id="18" idx="0"/>
          </p:cNvCxnSpPr>
          <p:nvPr/>
        </p:nvCxnSpPr>
        <p:spPr>
          <a:xfrm>
            <a:off x="2162350" y="2294444"/>
            <a:ext cx="2638050" cy="101564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395E0DFF-7D58-7ACE-F973-7019A1C51729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77" name="사각형: 둥근 모서리 12">
            <a:extLst>
              <a:ext uri="{FF2B5EF4-FFF2-40B4-BE49-F238E27FC236}">
                <a16:creationId xmlns:a16="http://schemas.microsoft.com/office/drawing/2014/main" id="{168AC939-E772-E4AF-F0D9-83461B1CA447}"/>
              </a:ext>
            </a:extLst>
          </p:cNvPr>
          <p:cNvSpPr/>
          <p:nvPr/>
        </p:nvSpPr>
        <p:spPr>
          <a:xfrm>
            <a:off x="1586593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86" name="직선 화살표 연결선 96">
            <a:extLst>
              <a:ext uri="{FF2B5EF4-FFF2-40B4-BE49-F238E27FC236}">
                <a16:creationId xmlns:a16="http://schemas.microsoft.com/office/drawing/2014/main" id="{ADC72ED6-B56D-03DC-E493-4CC65B6399BC}"/>
              </a:ext>
            </a:extLst>
          </p:cNvPr>
          <p:cNvCxnSpPr>
            <a:cxnSpLocks/>
            <a:stCxn id="76" idx="2"/>
            <a:endCxn id="6" idx="0"/>
          </p:cNvCxnSpPr>
          <p:nvPr/>
        </p:nvCxnSpPr>
        <p:spPr>
          <a:xfrm flipH="1">
            <a:off x="2162350" y="995651"/>
            <a:ext cx="1319025" cy="27994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82375C11-2296-3AC3-E363-7E9C52CABF65}"/>
              </a:ext>
            </a:extLst>
          </p:cNvPr>
          <p:cNvCxnSpPr>
            <a:cxnSpLocks/>
            <a:stCxn id="76" idx="2"/>
            <a:endCxn id="9" idx="0"/>
          </p:cNvCxnSpPr>
          <p:nvPr/>
        </p:nvCxnSpPr>
        <p:spPr>
          <a:xfrm>
            <a:off x="3481375" y="995651"/>
            <a:ext cx="3781236" cy="28062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093DDD83-D03E-0046-F587-A85351843BFE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0" name="사각형: 둥근 모서리 12">
            <a:extLst>
              <a:ext uri="{FF2B5EF4-FFF2-40B4-BE49-F238E27FC236}">
                <a16:creationId xmlns:a16="http://schemas.microsoft.com/office/drawing/2014/main" id="{E563E958-9273-C220-3E5F-12FF44A1B7C3}"/>
              </a:ext>
            </a:extLst>
          </p:cNvPr>
          <p:cNvSpPr/>
          <p:nvPr/>
        </p:nvSpPr>
        <p:spPr>
          <a:xfrm>
            <a:off x="5286530" y="1275592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1234458F-B8AD-0F7C-3AE6-50D3AE962A62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04" name="직선 화살표 연결선 96">
            <a:extLst>
              <a:ext uri="{FF2B5EF4-FFF2-40B4-BE49-F238E27FC236}">
                <a16:creationId xmlns:a16="http://schemas.microsoft.com/office/drawing/2014/main" id="{BE684341-9968-CA48-26F2-23B885C1A4ED}"/>
              </a:ext>
            </a:extLst>
          </p:cNvPr>
          <p:cNvCxnSpPr>
            <a:cxnSpLocks/>
            <a:stCxn id="100" idx="0"/>
            <a:endCxn id="92" idx="2"/>
          </p:cNvCxnSpPr>
          <p:nvPr/>
        </p:nvCxnSpPr>
        <p:spPr>
          <a:xfrm flipV="1">
            <a:off x="5856249" y="995310"/>
            <a:ext cx="1201" cy="28028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8F3C01E5-8B45-EBE5-EF43-4A185318E789}"/>
              </a:ext>
            </a:extLst>
          </p:cNvPr>
          <p:cNvSpPr/>
          <p:nvPr/>
        </p:nvSpPr>
        <p:spPr>
          <a:xfrm>
            <a:off x="5286530" y="184905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gateway-options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9" name="직선 화살표 연결선 96">
            <a:extLst>
              <a:ext uri="{FF2B5EF4-FFF2-40B4-BE49-F238E27FC236}">
                <a16:creationId xmlns:a16="http://schemas.microsoft.com/office/drawing/2014/main" id="{B518C148-F574-743E-B816-592A767D3965}"/>
              </a:ext>
            </a:extLst>
          </p:cNvPr>
          <p:cNvCxnSpPr>
            <a:cxnSpLocks/>
            <a:stCxn id="100" idx="2"/>
          </p:cNvCxnSpPr>
          <p:nvPr/>
        </p:nvCxnSpPr>
        <p:spPr>
          <a:xfrm>
            <a:off x="5856249" y="1717698"/>
            <a:ext cx="0" cy="1310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96">
            <a:extLst>
              <a:ext uri="{FF2B5EF4-FFF2-40B4-BE49-F238E27FC236}">
                <a16:creationId xmlns:a16="http://schemas.microsoft.com/office/drawing/2014/main" id="{C9B1238E-8B56-6AC0-841F-5D430DB30FE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6425968" y="1528840"/>
            <a:ext cx="213783" cy="2580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사각형: 둥근 모서리 12">
            <a:extLst>
              <a:ext uri="{FF2B5EF4-FFF2-40B4-BE49-F238E27FC236}">
                <a16:creationId xmlns:a16="http://schemas.microsoft.com/office/drawing/2014/main" id="{88160030-5CC9-A9C6-212C-E8F3DF7719A1}"/>
              </a:ext>
            </a:extLst>
          </p:cNvPr>
          <p:cNvSpPr/>
          <p:nvPr/>
        </p:nvSpPr>
        <p:spPr>
          <a:xfrm>
            <a:off x="4230681" y="267089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5AE66530-C4B7-CE3D-B333-C558EA324EBD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051094" y="1786866"/>
            <a:ext cx="2555997" cy="28324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96">
            <a:extLst>
              <a:ext uri="{FF2B5EF4-FFF2-40B4-BE49-F238E27FC236}">
                <a16:creationId xmlns:a16="http://schemas.microsoft.com/office/drawing/2014/main" id="{348A9189-ED2D-7AE6-6CDF-0A7608D9208E}"/>
              </a:ext>
            </a:extLst>
          </p:cNvPr>
          <p:cNvCxnSpPr>
            <a:cxnSpLocks/>
            <a:stCxn id="116" idx="0"/>
            <a:endCxn id="100" idx="1"/>
          </p:cNvCxnSpPr>
          <p:nvPr/>
        </p:nvCxnSpPr>
        <p:spPr>
          <a:xfrm flipV="1">
            <a:off x="4800400" y="1496645"/>
            <a:ext cx="486130" cy="11742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96">
            <a:extLst>
              <a:ext uri="{FF2B5EF4-FFF2-40B4-BE49-F238E27FC236}">
                <a16:creationId xmlns:a16="http://schemas.microsoft.com/office/drawing/2014/main" id="{EE7EA42C-DDC6-ECD5-CC21-A6508B02AF4E}"/>
              </a:ext>
            </a:extLst>
          </p:cNvPr>
          <p:cNvCxnSpPr>
            <a:cxnSpLocks/>
            <a:stCxn id="116" idx="2"/>
            <a:endCxn id="18" idx="0"/>
          </p:cNvCxnSpPr>
          <p:nvPr/>
        </p:nvCxnSpPr>
        <p:spPr>
          <a:xfrm>
            <a:off x="4800400" y="3113682"/>
            <a:ext cx="0" cy="19640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96">
            <a:extLst>
              <a:ext uri="{FF2B5EF4-FFF2-40B4-BE49-F238E27FC236}">
                <a16:creationId xmlns:a16="http://schemas.microsoft.com/office/drawing/2014/main" id="{5D9A04A1-5FA9-A2DF-4B16-C90C7035535C}"/>
              </a:ext>
            </a:extLst>
          </p:cNvPr>
          <p:cNvCxnSpPr>
            <a:cxnSpLocks/>
            <a:stCxn id="116" idx="2"/>
            <a:endCxn id="17" idx="0"/>
          </p:cNvCxnSpPr>
          <p:nvPr/>
        </p:nvCxnSpPr>
        <p:spPr>
          <a:xfrm flipH="1">
            <a:off x="3481375" y="3113682"/>
            <a:ext cx="1319025" cy="19640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사각형: 둥근 모서리 12">
            <a:extLst>
              <a:ext uri="{FF2B5EF4-FFF2-40B4-BE49-F238E27FC236}">
                <a16:creationId xmlns:a16="http://schemas.microsoft.com/office/drawing/2014/main" id="{BF04F991-9993-C76E-2A86-939109A6A345}"/>
              </a:ext>
            </a:extLst>
          </p:cNvPr>
          <p:cNvSpPr/>
          <p:nvPr/>
        </p:nvSpPr>
        <p:spPr>
          <a:xfrm>
            <a:off x="2911655" y="267089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server-mesh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5450622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5A05C-45EA-9900-A4BD-8CCB325EB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511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91DB8-04CA-429B-20DF-87F677F1A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217CA547-9390-C960-2E1F-89BDCA3BB304}"/>
              </a:ext>
            </a:extLst>
          </p:cNvPr>
          <p:cNvSpPr/>
          <p:nvPr/>
        </p:nvSpPr>
        <p:spPr>
          <a:xfrm>
            <a:off x="611560" y="2255819"/>
            <a:ext cx="5904655" cy="1930400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626E73BD-5270-1C50-7327-6629F1518FB4}"/>
              </a:ext>
            </a:extLst>
          </p:cNvPr>
          <p:cNvSpPr/>
          <p:nvPr/>
        </p:nvSpPr>
        <p:spPr>
          <a:xfrm>
            <a:off x="611560" y="907927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C1497846-7ECF-91A2-F692-D0A093F0395F}"/>
              </a:ext>
            </a:extLst>
          </p:cNvPr>
          <p:cNvSpPr/>
          <p:nvPr/>
        </p:nvSpPr>
        <p:spPr>
          <a:xfrm>
            <a:off x="1592631" y="159078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93BE9FB9-2A4A-9435-DEC6-FA6E0757CFE7}"/>
              </a:ext>
            </a:extLst>
          </p:cNvPr>
          <p:cNvSpPr/>
          <p:nvPr/>
        </p:nvSpPr>
        <p:spPr>
          <a:xfrm>
            <a:off x="1592631" y="1014719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4D475250-D7CD-776B-A229-C15E17591F90}"/>
              </a:ext>
            </a:extLst>
          </p:cNvPr>
          <p:cNvSpPr/>
          <p:nvPr/>
        </p:nvSpPr>
        <p:spPr>
          <a:xfrm>
            <a:off x="2911656" y="158784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80F08CA1-2796-BB2B-725F-A67ACAD1373A}"/>
              </a:ext>
            </a:extLst>
          </p:cNvPr>
          <p:cNvSpPr/>
          <p:nvPr/>
        </p:nvSpPr>
        <p:spPr>
          <a:xfrm>
            <a:off x="4302139" y="907927"/>
            <a:ext cx="3438213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9" name="사각형: 둥근 모서리 12">
            <a:extLst>
              <a:ext uri="{FF2B5EF4-FFF2-40B4-BE49-F238E27FC236}">
                <a16:creationId xmlns:a16="http://schemas.microsoft.com/office/drawing/2014/main" id="{E6A33ECD-D3A0-F84D-616E-AA7EFF0D4612}"/>
              </a:ext>
            </a:extLst>
          </p:cNvPr>
          <p:cNvSpPr/>
          <p:nvPr/>
        </p:nvSpPr>
        <p:spPr>
          <a:xfrm>
            <a:off x="5253870" y="1015401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2F1BBE2-C562-2404-2288-873F5863F906}"/>
              </a:ext>
            </a:extLst>
          </p:cNvPr>
          <p:cNvSpPr/>
          <p:nvPr/>
        </p:nvSpPr>
        <p:spPr>
          <a:xfrm>
            <a:off x="5253870" y="158784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" name="사각형: 둥근 모서리 70">
            <a:extLst>
              <a:ext uri="{FF2B5EF4-FFF2-40B4-BE49-F238E27FC236}">
                <a16:creationId xmlns:a16="http://schemas.microsoft.com/office/drawing/2014/main" id="{648CF335-0AE3-C94A-810B-DD4421CD6B67}"/>
              </a:ext>
            </a:extLst>
          </p:cNvPr>
          <p:cNvSpPr/>
          <p:nvPr/>
        </p:nvSpPr>
        <p:spPr>
          <a:xfrm>
            <a:off x="5200729" y="967193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78AF4DED-7F3F-DA0D-BEAF-CC0AE2223DFE}"/>
              </a:ext>
            </a:extLst>
          </p:cNvPr>
          <p:cNvSpPr/>
          <p:nvPr/>
        </p:nvSpPr>
        <p:spPr>
          <a:xfrm>
            <a:off x="1540691" y="967193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6" name="사각형: 둥근 모서리 12">
            <a:extLst>
              <a:ext uri="{FF2B5EF4-FFF2-40B4-BE49-F238E27FC236}">
                <a16:creationId xmlns:a16="http://schemas.microsoft.com/office/drawing/2014/main" id="{0C2B656F-F37B-3886-220C-67D7D466DC5E}"/>
              </a:ext>
            </a:extLst>
          </p:cNvPr>
          <p:cNvSpPr/>
          <p:nvPr/>
        </p:nvSpPr>
        <p:spPr>
          <a:xfrm>
            <a:off x="1592631" y="234423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627A4C91-0BE6-0A98-0852-0D73715FDF65}"/>
              </a:ext>
            </a:extLst>
          </p:cNvPr>
          <p:cNvSpPr/>
          <p:nvPr/>
        </p:nvSpPr>
        <p:spPr>
          <a:xfrm>
            <a:off x="2911656" y="29941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CEBFD38C-6A1E-C36A-20A1-A07C946630B4}"/>
              </a:ext>
            </a:extLst>
          </p:cNvPr>
          <p:cNvSpPr/>
          <p:nvPr/>
        </p:nvSpPr>
        <p:spPr>
          <a:xfrm>
            <a:off x="4230681" y="29941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A0D51A77-913D-3891-3307-2F668E6779D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flipH="1">
            <a:off x="4800400" y="2030628"/>
            <a:ext cx="1023189" cy="96352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A98CA5FA-5F5A-7D38-F141-DEAB00C367BA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457507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12">
            <a:extLst>
              <a:ext uri="{FF2B5EF4-FFF2-40B4-BE49-F238E27FC236}">
                <a16:creationId xmlns:a16="http://schemas.microsoft.com/office/drawing/2014/main" id="{2EE97F73-984B-6E1A-0250-D9F926C3642B}"/>
              </a:ext>
            </a:extLst>
          </p:cNvPr>
          <p:cNvSpPr/>
          <p:nvPr/>
        </p:nvSpPr>
        <p:spPr>
          <a:xfrm>
            <a:off x="2911656" y="364784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50" name="사각형: 둥근 모서리 12">
            <a:extLst>
              <a:ext uri="{FF2B5EF4-FFF2-40B4-BE49-F238E27FC236}">
                <a16:creationId xmlns:a16="http://schemas.microsoft.com/office/drawing/2014/main" id="{0A15E473-15AD-059F-F708-D5471275D038}"/>
              </a:ext>
            </a:extLst>
          </p:cNvPr>
          <p:cNvSpPr/>
          <p:nvPr/>
        </p:nvSpPr>
        <p:spPr>
          <a:xfrm>
            <a:off x="4230681" y="364784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C3CFF7EA-8F59-90D4-5BF1-B8C53D12F059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>
            <a:off x="3481375" y="3436944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493A9A17-1C56-8A37-219B-1B8174D7253F}"/>
              </a:ext>
            </a:extLst>
          </p:cNvPr>
          <p:cNvCxnSpPr>
            <a:cxnSpLocks/>
            <a:stCxn id="18" idx="2"/>
            <a:endCxn id="50" idx="0"/>
          </p:cNvCxnSpPr>
          <p:nvPr/>
        </p:nvCxnSpPr>
        <p:spPr>
          <a:xfrm>
            <a:off x="4800400" y="3436944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96">
            <a:extLst>
              <a:ext uri="{FF2B5EF4-FFF2-40B4-BE49-F238E27FC236}">
                <a16:creationId xmlns:a16="http://schemas.microsoft.com/office/drawing/2014/main" id="{E5A10BD0-8D16-A189-06A8-C06379B40A34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23589" y="1457507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96">
            <a:extLst>
              <a:ext uri="{FF2B5EF4-FFF2-40B4-BE49-F238E27FC236}">
                <a16:creationId xmlns:a16="http://schemas.microsoft.com/office/drawing/2014/main" id="{F73CDF7F-C3E1-CB87-18AE-0A3B7515BD7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flipH="1">
            <a:off x="3481375" y="2030628"/>
            <a:ext cx="2342214" cy="96352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F15ADC6C-DC85-DE92-78E3-721EAD370BBB}"/>
              </a:ext>
            </a:extLst>
          </p:cNvPr>
          <p:cNvCxnSpPr>
            <a:cxnSpLocks/>
            <a:stCxn id="5" idx="2"/>
            <a:endCxn id="17" idx="0"/>
          </p:cNvCxnSpPr>
          <p:nvPr/>
        </p:nvCxnSpPr>
        <p:spPr>
          <a:xfrm>
            <a:off x="2162350" y="2033571"/>
            <a:ext cx="1319025" cy="96058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01D25359-564D-C88F-09E6-7EF3D2ABD362}"/>
              </a:ext>
            </a:extLst>
          </p:cNvPr>
          <p:cNvCxnSpPr>
            <a:cxnSpLocks/>
            <a:stCxn id="5" idx="2"/>
            <a:endCxn id="18" idx="0"/>
          </p:cNvCxnSpPr>
          <p:nvPr/>
        </p:nvCxnSpPr>
        <p:spPr>
          <a:xfrm>
            <a:off x="2162350" y="2033571"/>
            <a:ext cx="2638050" cy="96058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83E587DA-D491-BBD6-0626-4268417F400A}"/>
              </a:ext>
            </a:extLst>
          </p:cNvPr>
          <p:cNvSpPr/>
          <p:nvPr/>
        </p:nvSpPr>
        <p:spPr>
          <a:xfrm>
            <a:off x="2911656" y="351099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77" name="사각형: 둥근 모서리 12">
            <a:extLst>
              <a:ext uri="{FF2B5EF4-FFF2-40B4-BE49-F238E27FC236}">
                <a16:creationId xmlns:a16="http://schemas.microsoft.com/office/drawing/2014/main" id="{EC6C2D51-16CD-DFCE-BD91-0DFBF62F8CE6}"/>
              </a:ext>
            </a:extLst>
          </p:cNvPr>
          <p:cNvSpPr/>
          <p:nvPr/>
        </p:nvSpPr>
        <p:spPr>
          <a:xfrm>
            <a:off x="1586593" y="297535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86" name="직선 화살표 연결선 96">
            <a:extLst>
              <a:ext uri="{FF2B5EF4-FFF2-40B4-BE49-F238E27FC236}">
                <a16:creationId xmlns:a16="http://schemas.microsoft.com/office/drawing/2014/main" id="{C09FE56C-1AD8-3FF2-BC76-B11C92B921D8}"/>
              </a:ext>
            </a:extLst>
          </p:cNvPr>
          <p:cNvCxnSpPr>
            <a:cxnSpLocks/>
            <a:stCxn id="76" idx="2"/>
            <a:endCxn id="6" idx="0"/>
          </p:cNvCxnSpPr>
          <p:nvPr/>
        </p:nvCxnSpPr>
        <p:spPr>
          <a:xfrm flipH="1">
            <a:off x="2162350" y="793887"/>
            <a:ext cx="1319025" cy="2208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935D74F9-536D-BD44-B4A2-65D8DE260C50}"/>
              </a:ext>
            </a:extLst>
          </p:cNvPr>
          <p:cNvCxnSpPr>
            <a:cxnSpLocks/>
            <a:stCxn id="76" idx="2"/>
            <a:endCxn id="9" idx="0"/>
          </p:cNvCxnSpPr>
          <p:nvPr/>
        </p:nvCxnSpPr>
        <p:spPr>
          <a:xfrm>
            <a:off x="3481375" y="793887"/>
            <a:ext cx="2342214" cy="22151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33438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FF54A-510F-67C3-CA25-9806348B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9B2CD23D-E209-F101-AEEB-841392A3B5AF}"/>
              </a:ext>
            </a:extLst>
          </p:cNvPr>
          <p:cNvSpPr/>
          <p:nvPr/>
        </p:nvSpPr>
        <p:spPr>
          <a:xfrm>
            <a:off x="611560" y="1896533"/>
            <a:ext cx="5904655" cy="1930400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711E633A-C048-45DC-3DA2-3221357AEB35}"/>
              </a:ext>
            </a:extLst>
          </p:cNvPr>
          <p:cNvSpPr/>
          <p:nvPr/>
        </p:nvSpPr>
        <p:spPr>
          <a:xfrm>
            <a:off x="611560" y="448734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A842FE5-76EF-0044-BC3D-CA6E0C36DDF6}"/>
              </a:ext>
            </a:extLst>
          </p:cNvPr>
          <p:cNvSpPr/>
          <p:nvPr/>
        </p:nvSpPr>
        <p:spPr>
          <a:xfrm>
            <a:off x="1592631" y="113159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63DEAEC2-57EE-5F7C-16E2-0E09EF72F9A0}"/>
              </a:ext>
            </a:extLst>
          </p:cNvPr>
          <p:cNvSpPr/>
          <p:nvPr/>
        </p:nvSpPr>
        <p:spPr>
          <a:xfrm>
            <a:off x="1592631" y="55552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E4942F3-FB83-F470-DEBA-2CF97D7DAEF7}"/>
              </a:ext>
            </a:extLst>
          </p:cNvPr>
          <p:cNvSpPr/>
          <p:nvPr/>
        </p:nvSpPr>
        <p:spPr>
          <a:xfrm>
            <a:off x="2911656" y="112864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117256E5-96A0-9F6D-C5F4-E736FB29356B}"/>
              </a:ext>
            </a:extLst>
          </p:cNvPr>
          <p:cNvSpPr/>
          <p:nvPr/>
        </p:nvSpPr>
        <p:spPr>
          <a:xfrm>
            <a:off x="4302140" y="448734"/>
            <a:ext cx="2214076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9" name="사각형: 둥근 모서리 12">
            <a:extLst>
              <a:ext uri="{FF2B5EF4-FFF2-40B4-BE49-F238E27FC236}">
                <a16:creationId xmlns:a16="http://schemas.microsoft.com/office/drawing/2014/main" id="{12699B76-C9BC-FE66-CAC7-BF421457532D}"/>
              </a:ext>
            </a:extLst>
          </p:cNvPr>
          <p:cNvSpPr/>
          <p:nvPr/>
        </p:nvSpPr>
        <p:spPr>
          <a:xfrm>
            <a:off x="5253870" y="556208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210FD4E-0E2B-32A0-294B-5E117E21C8D7}"/>
              </a:ext>
            </a:extLst>
          </p:cNvPr>
          <p:cNvSpPr/>
          <p:nvPr/>
        </p:nvSpPr>
        <p:spPr>
          <a:xfrm>
            <a:off x="5253870" y="112864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" name="사각형: 둥근 모서리 70">
            <a:extLst>
              <a:ext uri="{FF2B5EF4-FFF2-40B4-BE49-F238E27FC236}">
                <a16:creationId xmlns:a16="http://schemas.microsoft.com/office/drawing/2014/main" id="{138A34D9-9410-254A-4BA0-6A16F7991CC6}"/>
              </a:ext>
            </a:extLst>
          </p:cNvPr>
          <p:cNvSpPr/>
          <p:nvPr/>
        </p:nvSpPr>
        <p:spPr>
          <a:xfrm>
            <a:off x="5200729" y="508000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5EBD9CD4-911E-F46A-8AB0-9BD245F46DCD}"/>
              </a:ext>
            </a:extLst>
          </p:cNvPr>
          <p:cNvSpPr/>
          <p:nvPr/>
        </p:nvSpPr>
        <p:spPr>
          <a:xfrm>
            <a:off x="1540691" y="508000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6" name="사각형: 둥근 모서리 12">
            <a:extLst>
              <a:ext uri="{FF2B5EF4-FFF2-40B4-BE49-F238E27FC236}">
                <a16:creationId xmlns:a16="http://schemas.microsoft.com/office/drawing/2014/main" id="{AF3F47ED-1CA0-D299-1B09-F0FE7E26235C}"/>
              </a:ext>
            </a:extLst>
          </p:cNvPr>
          <p:cNvSpPr/>
          <p:nvPr/>
        </p:nvSpPr>
        <p:spPr>
          <a:xfrm>
            <a:off x="1592631" y="198494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1EA564FB-87F2-C2DC-85F5-8909A1034303}"/>
              </a:ext>
            </a:extLst>
          </p:cNvPr>
          <p:cNvSpPr/>
          <p:nvPr/>
        </p:nvSpPr>
        <p:spPr>
          <a:xfrm>
            <a:off x="2911656" y="263487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E0D2BB85-29BC-29B4-8576-A39C3560AAAB}"/>
              </a:ext>
            </a:extLst>
          </p:cNvPr>
          <p:cNvSpPr/>
          <p:nvPr/>
        </p:nvSpPr>
        <p:spPr>
          <a:xfrm>
            <a:off x="4230681" y="263487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9D2ED38E-0A5A-8741-9B33-C5F5D1C9AC79}"/>
              </a:ext>
            </a:extLst>
          </p:cNvPr>
          <p:cNvCxnSpPr>
            <a:cxnSpLocks/>
            <a:stCxn id="11" idx="2"/>
            <a:endCxn id="16" idx="0"/>
          </p:cNvCxnSpPr>
          <p:nvPr/>
        </p:nvCxnSpPr>
        <p:spPr>
          <a:xfrm flipH="1">
            <a:off x="2162350" y="1571435"/>
            <a:ext cx="3661239" cy="41351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918AC181-63DF-5217-17B1-16862B16AF19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>
            <a:off x="2162350" y="2427734"/>
            <a:ext cx="2638050" cy="20713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96">
            <a:extLst>
              <a:ext uri="{FF2B5EF4-FFF2-40B4-BE49-F238E27FC236}">
                <a16:creationId xmlns:a16="http://schemas.microsoft.com/office/drawing/2014/main" id="{85D28D3C-6639-7067-6FBB-4BD4E4F4D14C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2162350" y="2427734"/>
            <a:ext cx="1319025" cy="20713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5D24484D-F522-29BB-EFB7-7B56D2E410EA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2162350" y="1574378"/>
            <a:ext cx="0" cy="41056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B01C2A71-0C80-2980-0EF1-F318D54A076E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998314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12">
            <a:extLst>
              <a:ext uri="{FF2B5EF4-FFF2-40B4-BE49-F238E27FC236}">
                <a16:creationId xmlns:a16="http://schemas.microsoft.com/office/drawing/2014/main" id="{F7D2F2CF-586D-8CDE-DD84-B84E88CC1596}"/>
              </a:ext>
            </a:extLst>
          </p:cNvPr>
          <p:cNvSpPr/>
          <p:nvPr/>
        </p:nvSpPr>
        <p:spPr>
          <a:xfrm>
            <a:off x="2911656" y="328856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50" name="사각형: 둥근 모서리 12">
            <a:extLst>
              <a:ext uri="{FF2B5EF4-FFF2-40B4-BE49-F238E27FC236}">
                <a16:creationId xmlns:a16="http://schemas.microsoft.com/office/drawing/2014/main" id="{9F110367-5D8C-F90F-A94E-2A499D41033C}"/>
              </a:ext>
            </a:extLst>
          </p:cNvPr>
          <p:cNvSpPr/>
          <p:nvPr/>
        </p:nvSpPr>
        <p:spPr>
          <a:xfrm>
            <a:off x="4230681" y="328856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FAB4A642-6E90-04A7-0A03-C5976AD27799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>
            <a:off x="3481375" y="3077658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D829A975-13B5-16A0-CA40-C7A96D2C052A}"/>
              </a:ext>
            </a:extLst>
          </p:cNvPr>
          <p:cNvCxnSpPr>
            <a:cxnSpLocks/>
            <a:stCxn id="18" idx="2"/>
            <a:endCxn id="50" idx="0"/>
          </p:cNvCxnSpPr>
          <p:nvPr/>
        </p:nvCxnSpPr>
        <p:spPr>
          <a:xfrm>
            <a:off x="4800400" y="3077658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96">
            <a:extLst>
              <a:ext uri="{FF2B5EF4-FFF2-40B4-BE49-F238E27FC236}">
                <a16:creationId xmlns:a16="http://schemas.microsoft.com/office/drawing/2014/main" id="{0C15C83B-8110-C4E1-9DCF-94DEFE04954C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23589" y="998314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6010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C57F9-7525-B46F-8595-F5731BDE6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B04D5C97-F71C-6034-C575-23035B4FB6B5}"/>
              </a:ext>
            </a:extLst>
          </p:cNvPr>
          <p:cNvSpPr/>
          <p:nvPr/>
        </p:nvSpPr>
        <p:spPr>
          <a:xfrm>
            <a:off x="5580112" y="3363838"/>
            <a:ext cx="2880320" cy="1368152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93CEED53-233F-6A0E-E9C0-607A9BE82867}"/>
              </a:ext>
            </a:extLst>
          </p:cNvPr>
          <p:cNvSpPr/>
          <p:nvPr/>
        </p:nvSpPr>
        <p:spPr>
          <a:xfrm>
            <a:off x="3059832" y="267493"/>
            <a:ext cx="4608512" cy="1987075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EF46EB1B-19A3-A2FC-99EA-6B4A4B9B34EF}"/>
              </a:ext>
            </a:extLst>
          </p:cNvPr>
          <p:cNvSpPr/>
          <p:nvPr/>
        </p:nvSpPr>
        <p:spPr>
          <a:xfrm>
            <a:off x="251520" y="267494"/>
            <a:ext cx="2608918" cy="2874714"/>
          </a:xfrm>
          <a:prstGeom prst="roundRect">
            <a:avLst>
              <a:gd name="adj" fmla="val 6280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9DA3094E-5216-DAFF-9FBB-126970FE2888}"/>
              </a:ext>
            </a:extLst>
          </p:cNvPr>
          <p:cNvSpPr/>
          <p:nvPr/>
        </p:nvSpPr>
        <p:spPr>
          <a:xfrm>
            <a:off x="986260" y="356087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B5DBCB92-98EA-723D-4B7A-10E61A9955FB}"/>
              </a:ext>
            </a:extLst>
          </p:cNvPr>
          <p:cNvSpPr/>
          <p:nvPr/>
        </p:nvSpPr>
        <p:spPr>
          <a:xfrm>
            <a:off x="364616" y="124782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758AE22E-73A7-34AA-9B1F-BBFDE259B8D1}"/>
              </a:ext>
            </a:extLst>
          </p:cNvPr>
          <p:cNvSpPr/>
          <p:nvPr/>
        </p:nvSpPr>
        <p:spPr>
          <a:xfrm>
            <a:off x="364616" y="18030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D7BD4B9D-C36F-706F-E82C-034A50DF483E}"/>
              </a:ext>
            </a:extLst>
          </p:cNvPr>
          <p:cNvSpPr/>
          <p:nvPr/>
        </p:nvSpPr>
        <p:spPr>
          <a:xfrm>
            <a:off x="1620604" y="18086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BF5F0538-6710-0DAF-23F8-D54E84EA8C42}"/>
              </a:ext>
            </a:extLst>
          </p:cNvPr>
          <p:cNvSpPr/>
          <p:nvPr/>
        </p:nvSpPr>
        <p:spPr>
          <a:xfrm>
            <a:off x="364616" y="236393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09E027C2-7D53-8D8A-5A15-E1539FF7B8CF}"/>
              </a:ext>
            </a:extLst>
          </p:cNvPr>
          <p:cNvSpPr/>
          <p:nvPr/>
        </p:nvSpPr>
        <p:spPr>
          <a:xfrm>
            <a:off x="1620604" y="236393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48374CF0-058A-299E-0BC7-6E999D727D00}"/>
              </a:ext>
            </a:extLst>
          </p:cNvPr>
          <p:cNvSpPr/>
          <p:nvPr/>
        </p:nvSpPr>
        <p:spPr>
          <a:xfrm>
            <a:off x="1620604" y="124782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1B125035-39F8-68DA-444F-18D54D76A50F}"/>
              </a:ext>
            </a:extLst>
          </p:cNvPr>
          <p:cNvSpPr/>
          <p:nvPr/>
        </p:nvSpPr>
        <p:spPr>
          <a:xfrm>
            <a:off x="3203848" y="611859"/>
            <a:ext cx="5051330" cy="1527843"/>
          </a:xfrm>
          <a:prstGeom prst="roundRect">
            <a:avLst>
              <a:gd name="adj" fmla="val 857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1BDAE1FF-7872-F46E-4577-1DF8937322FA}"/>
              </a:ext>
            </a:extLst>
          </p:cNvPr>
          <p:cNvSpPr/>
          <p:nvPr/>
        </p:nvSpPr>
        <p:spPr>
          <a:xfrm>
            <a:off x="4538638" y="7214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614898B4-D74C-56F0-8920-D520D42666CB}"/>
              </a:ext>
            </a:extLst>
          </p:cNvPr>
          <p:cNvSpPr/>
          <p:nvPr/>
        </p:nvSpPr>
        <p:spPr>
          <a:xfrm>
            <a:off x="5777773" y="721422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C67D12CC-85A4-EEC9-5A80-101D252026DF}"/>
              </a:ext>
            </a:extLst>
          </p:cNvPr>
          <p:cNvSpPr/>
          <p:nvPr/>
        </p:nvSpPr>
        <p:spPr>
          <a:xfrm>
            <a:off x="7016908" y="72142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A6B5F0B2-0F3E-02C6-8CD3-00F3ABE6EFE0}"/>
              </a:ext>
            </a:extLst>
          </p:cNvPr>
          <p:cNvSpPr/>
          <p:nvPr/>
        </p:nvSpPr>
        <p:spPr>
          <a:xfrm>
            <a:off x="3301524" y="72142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  <a:endParaRPr lang="ko-KR" altLang="en-US" sz="900" b="1"/>
          </a:p>
        </p:txBody>
      </p:sp>
    </p:spTree>
    <p:extLst>
      <p:ext uri="{BB962C8B-B14F-4D97-AF65-F5344CB8AC3E}">
        <p14:creationId xmlns:p14="http://schemas.microsoft.com/office/powerpoint/2010/main" val="2223867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6138E-B7F9-A744-319C-9517CC13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9EFD680A-7587-F42D-6458-FE279FE4EFB3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84BFE2DA-0DFB-9807-B0BE-901AAD50146A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A2F227FF-6FD7-7013-B2F7-5FE8635BF197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831D30BE-39BA-CF43-7E34-812FE651E33E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EAEB97A0-C060-3797-A37B-3A14DB3DC5FA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DDCEF51F-70BE-C7F2-8C2B-E07E88DCC7BD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ADD21830-1978-9716-5C83-D503339569A3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2F27FFD2-C981-7741-EAB8-E3CC2F4337A0}"/>
              </a:ext>
            </a:extLst>
          </p:cNvPr>
          <p:cNvSpPr/>
          <p:nvPr/>
        </p:nvSpPr>
        <p:spPr>
          <a:xfrm>
            <a:off x="6770451" y="110209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r>
              <a:rPr lang="en-US" altLang="ko-KR" sz="900" b="1"/>
              <a:t> </a:t>
            </a:r>
            <a:br>
              <a:rPr lang="en-US" altLang="ko-KR" sz="900" b="1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CE04DC4C-BEF4-9F30-D347-F66C1AD39D5D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6278617" y="961178"/>
            <a:ext cx="491834" cy="36667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68FFADBB-95F2-3940-BFB9-8811FE12F2E5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A4EA9A61-19CF-A415-E26F-4EAFE7C5A447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A3B497E2-FBEB-4A2A-8215-4F5F89F10B02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553605"/>
            <a:ext cx="3602143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F96BB30F-8013-6917-3287-F71B8A4955C1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553605"/>
            <a:ext cx="339599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03EC2A3E-26F5-9355-4DEF-64A3A2AD5179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38C3D893-9E3C-A5D5-56F4-AF8AAA8DB397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0384CE22-D684-4023-A793-885A9763DF68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96930A7D-5EB7-5FD3-4FC6-CF861C1BBDA2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3D1A2E0A-84D7-331C-617A-DF2AE07CFC38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A7EDC53-381A-96A8-779C-F5D997F3D14C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EB96FA15-BF2D-437D-EB6F-6EC58C844BCF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5B89A2FD-5D99-7281-AA6F-CAC368A903EC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2CEB00BE-1A1F-01A4-C82C-3B3FBB4D5310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790F6168-8BC7-43DB-05BF-6005E86FD48B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F71456EE-F50A-E50F-2776-C06B2A68AB0F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3D29B0FA-02CA-345F-9889-773FD94F087A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BBF9B658-D358-F7D2-7A1B-ECEBA47A84CA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ED5C6333-E9E4-D31A-95EB-30A7BE5EDADE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1CABD05F-AFF9-53EB-CAC3-5D41BC4CD7FE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78558C94-1C9C-220E-0F8B-D623394F2557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6AA5B075-9396-3EDA-5D6E-C44CB0840581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62BE5D10-8762-1350-49E8-B58E63440310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6A422107-D30E-CCD2-41D0-E44F14649CD8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86E9EB64-9F2F-E167-271A-27D17D417619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7FDE4D0C-874C-B033-9061-62E3B84E3C57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1B9D28CC-6F39-98B0-7690-D6564960B6BF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AED208B3-F4FB-3FED-DE61-0AA6E495259C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7A26AA1A-5A40-4CD0-5797-8A620C71E9BF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11FC039A-4E4D-58FD-93BA-33747232FB50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8AB0D666-DE7C-90A0-B16D-6AFF35960296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CB0076B6-87A5-CBE1-51C9-D746FD5A2C61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29A78AF-EA14-FD8D-6B9E-E4ED3AC6D2EE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4682D718-81BA-9D50-DAAF-C41B2A8BB8F5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DEBCD456-A163-2466-F936-0BEC7FDA068A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AF86BC7E-BBFB-C08A-13EB-8D062F9C817D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C778E6E3-155C-2B3C-A412-E7F883E45707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AD9625BD-D3C2-D576-741D-D16887E5A6F5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8AAE2936-0B69-FDD5-6BCB-A7DA14A8B25C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32DEFF31-533F-FC5C-530D-899C69FE8A4F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C5C2236D-B30F-52B8-EE1B-D557D8B20245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8F32F4C5-E9C6-C0E0-8B03-E1CA9BFC3381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16A84568-2E1D-7795-04DA-0E50C41DF7E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746AC063-BD48-81A7-B991-1815CAA0359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0C361C4C-35CE-C65E-7FAB-CE6E4F45045C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553605"/>
            <a:ext cx="339599" cy="123568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CDBB4D40-617E-DF4F-B05C-9ECF605CD4B5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553605"/>
            <a:ext cx="3603507" cy="123892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4D8FF50B-B6D9-9A20-8398-128DC33FBC86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9FF3F387-7D0A-6040-E218-5678A507DA12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6266F0E-F76D-EE71-1817-6154F7C0C843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7B75A541-3FE2-1958-EB0E-31FA2AD816B9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97F07993-CD40-C9BC-1F1A-9409085A38BA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5FDB22C0-3E98-E7AD-CDB1-02587E621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0590BF2-558C-DCF8-6C1F-202126A136A5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7AE7DC9-4F18-E4BC-FBBF-468EDA38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DB59CBA1-ECE6-D2E0-A39D-EF87C6ACF13B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4BEF61D5-CBBB-8317-39DF-12DE42A78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5464C3F6-C12B-7AFE-FD25-89EAC7EB6680}"/>
              </a:ext>
            </a:extLst>
          </p:cNvPr>
          <p:cNvSpPr/>
          <p:nvPr/>
        </p:nvSpPr>
        <p:spPr>
          <a:xfrm>
            <a:off x="6647429" y="693167"/>
            <a:ext cx="1385482" cy="951484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Controller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338504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59BC1-5116-6055-CADF-0D26579E0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8C404C4A-E7DE-7E70-0BAF-3AA53AE519B8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C9DE4E98-26B3-3433-FE04-3C006A7E503F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12DD745D-B22C-7174-2952-668BFAEFFD09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8F6FE35F-A5AC-1C2D-F13B-291128067207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AF4C5305-35CC-478F-635D-29DA33945794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4488AA37-7E4F-64AF-F2F0-43E527EACE28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C4BAEE8B-D7B4-7537-D969-4714E55EF08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057E9180-BAA8-0DA2-9B2F-A7C6115578AF}"/>
              </a:ext>
            </a:extLst>
          </p:cNvPr>
          <p:cNvSpPr/>
          <p:nvPr/>
        </p:nvSpPr>
        <p:spPr>
          <a:xfrm>
            <a:off x="6770451" y="110209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r>
              <a:rPr lang="en-US" altLang="ko-KR" sz="900" b="1"/>
              <a:t> </a:t>
            </a:r>
            <a:br>
              <a:rPr lang="en-US" altLang="ko-KR" sz="900" b="1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E78010D-9B29-5834-0A66-CAB3E9C2A171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6278617" y="961178"/>
            <a:ext cx="491834" cy="36667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EEB4C84D-2FBB-0CBA-9952-9770E5A6B0FD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8972F5A4-FC02-DBCA-C30C-6DD9D0423D2B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30136B58-96C7-83F0-903C-18B9E710B444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553605"/>
            <a:ext cx="3602143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C8DBF62B-619B-B28A-B612-CF57535A7ADB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553605"/>
            <a:ext cx="339599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286E231A-1A74-CD62-0886-01B8619EC4A6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4303FE27-A5F9-7234-8C0E-68F5998FB877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AB14E79E-9C4B-6024-726B-2101AB41AE78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13E130F4-7ACB-AD5E-C61A-06AD4D08CB5E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4D959966-EADE-913D-E156-0E3F6ABC939F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8F4A0FCC-33C4-1514-0870-A03825934CDA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3916907-C300-A4C9-4AFD-96DEFF4E2383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E7069A6E-DE9C-776E-3661-5A8D02001D90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039D7C3D-D517-D449-6C7C-CD8AB1716D12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0A1D57F5-1701-363D-DA0D-EBC1DD860FAF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7D37192F-8173-CD29-A75E-37CCD30AD867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C3CA6001-C3C3-269C-E299-09E3070453CE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32377B34-F481-F306-07F2-535A1C8D2BD8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0169FF9F-6AAB-9C26-2E21-F8EC47CD05C1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E06B2269-5E01-F836-5FE4-9863249C24C1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BA212A38-CE56-7108-08E0-77115411103B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C2F6F671-3ED5-0CD7-FB78-0CAEB3D4F0D0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088B8C75-589D-A723-A446-3F1AD2601FAA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3771F3DB-00AA-248C-B160-45BC9D0210C7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7835F091-D89F-7C78-CE99-E615AD8DC761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39B0ADC7-C68E-EFEF-3066-6A69EA59DA6C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D063C1F5-8DCA-6989-CCAF-915042EE306A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DB7EAAC2-3A01-CC20-FC37-8D07B323844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4ADED609-0D1B-34A1-9B1A-DEEFBDDD40B0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089A3E45-879D-2084-FCC9-6A756BC147C7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D5E4C156-2924-1469-9513-3ED23ADAEAFA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016E390F-270D-0BAC-0D7F-07A41F5F74B3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63D2F3CD-2B69-B648-2B79-0A7170E49949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10C5E27A-0003-101D-78D6-D24448C6A56C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518FA0FA-800B-EC36-2291-CF8624DB8B2B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B7FC2968-C640-B0A5-8776-2AE20D583595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2A820F4C-045A-3012-81AD-9F3A88EB62D8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36334018-7EEE-C7EF-CE83-52A797827B95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82D6BE76-251B-F2BA-5601-42D213B34102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6DFDE6A3-CCE7-6701-A3DE-A3DF9D352C34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010B76B9-CDC3-B484-9AB4-A9480E677724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3B477A6F-C2C8-DBC7-DEFD-313D8C9266B0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EDC8C31-5602-95CE-F551-67A521687333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2F8183C1-0EA0-5610-EE28-F7058583A7EA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1CF52026-8D21-E343-DE7B-92D6C570BF20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553605"/>
            <a:ext cx="339599" cy="123568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C5A29602-DCF6-1355-7EC1-6681EC55D548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553605"/>
            <a:ext cx="3603507" cy="123892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C5581BB4-E7BA-3925-0309-D8457D751729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23A338A7-E443-6675-E136-A5864795C2D7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CD2F31C7-C57F-4618-03E3-45289F7556DE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5601BE79-C982-04D7-9078-31B371384C38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8F696A-D44E-B20D-08D0-2C9B2953EEFE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FE875617-7945-4823-18ED-A9D76C154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53B3A3E2-0795-B92D-1F91-065FD01C3E0D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74DC0714-8C5A-A7F4-48CC-2DBB9E468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DCECC181-FC3B-1237-C8F1-F5DD866049A6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E2EBE77D-CCCC-7410-9B84-458ED6974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63FF9364-B143-EA0C-62BA-739E097D95A8}"/>
              </a:ext>
            </a:extLst>
          </p:cNvPr>
          <p:cNvSpPr/>
          <p:nvPr/>
        </p:nvSpPr>
        <p:spPr>
          <a:xfrm>
            <a:off x="6647429" y="693167"/>
            <a:ext cx="1385482" cy="951484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Controller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506830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341BED83-1991-CE4A-67EF-369980987206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EAED8867-A42B-8EDE-4967-039B509992A8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545DCB1-AB2B-7EF8-17B4-DB56A905D022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A52A5DD-52D3-DCFD-D0F3-FD92FEFECF7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55B4A9E-B52D-2973-D24B-26EC39DEEF59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51A04E2D-0770-EDE0-5DC2-38EA49864660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BA22A39E-AF9C-EF33-C5CB-E3EF764366F9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E13BEBEC-EB22-843E-1C64-5449830849F6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8C9EFFA-0A7C-142E-99C9-0B9846DA2742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DD12B57-1E9F-27BE-BA1D-0E654A0C0207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14A56A17-8DF2-1CCD-1635-AE92CF3F7DF1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112ED3C-DF07-FC75-D32F-1EFF3285F5D3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11010DAA-1A43-1D69-E857-8F9259BB597A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04774B6-A1B9-342B-5F97-D3BB0D6B33B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69B012B-A247-535E-DC3F-1154AFD60E4E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36214CFC-B840-C27A-69B9-5DC02EBBE4F3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1F12FD1-2A72-77F4-2231-C4B535D1C90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A8698F85-4F7E-A7C6-9ED1-DC63E226259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C03660A1-4EB1-AB11-9891-43717BF3D0FA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EE9352DA-8A8B-090B-10A3-13D559074C51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44E19CC-2B38-2AFE-5B6A-C4461632F1D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6E22346A-0449-48AE-12C0-E9610A0A7F3D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22EB8634-FA08-FDF6-BA47-D70F6D328EFE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DF8F8655-BE09-9F3A-2DFB-82E289A4B27F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6FF4AA-EF3B-A056-60B9-AFDCF43CDD6C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56D3479B-5A4C-DE3B-7A2C-D880B5955BDF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2EE07326-D05D-144F-78D8-FD2346580E89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9979C7F7-15FB-23D3-BCC7-C8A59BCBBE25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8F4F8DF4-5A35-DBAA-80CD-4F077A7B1310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BE6F8243-E627-0C78-F6C2-98FC1F20DCC1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351B7AA-AD0C-E508-2281-35ACC739D60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91B4D567-C0CB-46CE-CC98-39957CE45418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F59A36E3-B8CE-570A-749E-A119447B7EB5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D389EE03-2F37-0884-361F-0F4497E068D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A3F42500-BAA6-D0E6-EF69-3A6718DF3EE8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5587DC12-C6E5-D889-35F0-0E8F4595393E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D2B730F1-BD05-E98F-3E2F-E43DCA468E50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22D4D98C-A537-C8AD-3752-87A7EEE19245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A9CCFB15-267E-BF78-1CEF-F3C43A036D39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3D81CBD3-3AAA-1157-418A-F45CDBEEAC67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C2591E36-A709-3E43-66E5-6618D8A5920A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BD34D976-DD0C-8388-6839-AED8438FCD17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379E19C-7FD4-945C-2D25-70DB27D951A8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B3E76B2B-29BC-1031-79D0-7E038F41EA4C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F1DE08A6-66D5-3B44-D4E7-6B72B624C26C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A817813F-212E-7BD5-142D-FC06C4E318FD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20663B6F-9AB5-8F4B-5ABA-EEE51B4A8EBD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043AA19-0955-1478-4D38-50216DED409A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B465F8B1-F243-1BCC-A314-B7750D4572AA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9BADE94C-E923-2BD0-DDB4-C376DC92E8C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F53CC7DB-CF75-A5CA-67B0-74199FEA8D31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F0E23B2-B4D6-ECDA-7484-13BEA97DD482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33B18D22-CF3F-F25B-5FA4-2C2A6AEDEB1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2658FF9D-E277-2DB9-DB90-3477A6A051FB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8C3DCE1B-A661-1A0E-6602-180950CCA780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7F79E6B-D577-99E1-F114-806F24EA3FD2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BF0ADD61-8197-44A2-2C92-019B828F7374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94C6244B-9E5C-D5E2-8D47-59D1CF1DCEEB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B66ABEE7-64D6-A35F-A2DE-70F98B121128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D960CB63-83EF-4948-6984-1EB868F3A487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3147988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76870-D4D0-5D53-CAF8-FB50C70B8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DE0F76A7-EDA8-B61D-79FE-A51AB02ADA9A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DC966635-758A-B896-9643-FE8EA1EB4657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5F30D938-D1E2-5504-44C8-AE975F858009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0024AF01-A0D0-ED88-6BC9-13F093AA14F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F09A9B72-B7A9-ED17-BF26-649D60077C3C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8E68ADDE-090C-C069-E30A-6435D7CB82E0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FF690FD2-9573-39F7-6F95-F75CEF00AFDC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B23BA22D-49E1-A45E-830A-72C3B6A855E5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3488D1C-76A6-DEFE-90EE-464B61DABFDD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16B8F46-2A90-2B0E-7399-FBC977614C00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759CF75-22A2-DEBE-1451-DCE43E543F51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93172DBF-3B35-C6B6-814C-D0B2E1B33A2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6349F9C-DDA4-1896-A110-9B87B943F62A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934E595-51B1-253A-CF31-A15D45F1372B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ABFA3188-4058-8842-9A0F-3A03C302304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24E1F56C-54C6-BBC4-E4CB-B31BCCAE4F7F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8A806C7-84A5-A189-2D81-994756F09D2B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8C27B383-D021-EE95-DD79-C3CCC7BC9CCD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38DBEFD-8CF6-3695-0F06-F20AB58BBFA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152AFC7-DB14-6395-0BFD-7CC65CCF8069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FF1AE129-CDE8-ACBC-D5C5-ADEC794F3D81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BB23360E-07B8-B1AA-31D5-76FC668DE8AF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7CF563F3-054D-AC1D-088E-3036CB7161CB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7DAE3EC5-2720-E11B-649E-B7B64AB1BEF1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79E418C9-5168-8849-494C-6DE80398810F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22B8F532-80E9-6F57-62F9-6EF6532C08F6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0D21D598-4A6F-D1D7-4F5D-A8DE7ADC62EA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D048321B-3B01-A5DA-B5E4-BB31EE0031F0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95A324F-FC48-2BB9-F2DB-7F129BF90AC9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CBD9D109-5FA0-3F23-30C2-869BD3D16DDA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B567CCB6-72A6-E1B0-27BC-ECEFB9EE6D8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19F62B77-3230-4EFC-757D-37DD3E09D0B3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C177D59E-EA78-22FD-577B-98C33D16D357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DD67CFA5-E8CF-4986-C535-58E50CCA9F3B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3544D3FC-F14A-5CB7-2C59-4822ADB42447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138695CF-FEB2-22B6-7804-B70B630D7B57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B0E8EE51-60B9-1335-1A27-E11C66C910D1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FB82F89E-1A46-809C-055B-9ED4DCE6B1D4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449F214-0CC3-4C21-7445-70BA43671276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C778983A-74AF-7B2D-DC64-5A18A105F52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79B9F72-1645-E364-690C-6A6871F98871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4092A35-9B70-6239-50B2-B7D6A185A950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A24FBEA7-EB40-C067-D79B-59706B7001B0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1CDBBD5-1ABC-F8F2-B787-6B40F80D49EC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746EEF96-869E-1FBE-1FD3-B302AD0E5F14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ABF4CBF8-9709-3CC2-2BD2-A032AB206EF9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EDA27004-2E25-8E47-018D-553E689EA1B0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729E382B-57D3-05F4-665B-35DF6FAD336C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EABBB36-7305-3D3A-9209-89E3494C2FA5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907586E7-11E7-0CF1-B1C6-572FBEEF05B0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2DC8DBBE-07E0-6B8B-A287-9AA5077BA082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3ACD3ADD-0197-C70F-290D-BFF9C32DAA28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D3847423-3FE5-D174-58EF-5523958B4ED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3290DFD5-53E2-0C0D-D75A-8A6EC95B73AD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CC97C2BB-D006-B4B2-9F9D-24BCC2B640DA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2210697A-AEC5-8249-487A-CE1D7F86025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0F827BE9-9531-B31B-773B-175AAD9627B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7C8C91B6-1263-AC05-7A00-9B997D0C6DE6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E1F4031D-5C4D-D333-7490-6B2F7312F7F3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A0666AF7-F87C-00C8-0522-716031B4234E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31969651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A5B99-E1F7-0AB1-C288-33111732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5F27C842-1BBF-D4DD-263E-053F33160F51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2F9DEB4F-92AE-D9FD-0251-69089FCC8B8A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130560D3-1E43-5AF9-4A2E-05DFE5343F63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08804D4-E5EF-386B-ECA8-A2452FFE138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B24923F-AE0A-E04F-9477-9AD61007225A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BD7B2D79-212C-9DB6-2E14-EFDED1B0C845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0E57968B-08D6-4341-725A-1434581A074E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C8EE0897-83B7-07B6-62E3-8B06215C612C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5DB1F9D0-D9C5-0EA5-8D6A-9C1426E995F4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C3403E0E-FFF8-403B-4147-934184A07991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4F74D5F-ADAD-00EF-518D-E8EFABBB0682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DBD5ED76-B7C8-E858-D802-1EA78F8120B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BD1005C-3E00-B068-AD31-CE4AB261B6CE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C7BDDB4B-89D0-DC5F-684C-B63E250DA0B7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357918F-8322-D52C-A8F5-79ADCE9D5B9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9DB441A-1B4B-2F49-7C08-842C356BE99B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47F505D0-0F92-EC97-2A3D-BFEC05D52A6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92D61E2C-4CE5-C535-B4A9-948DF38E945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4CE86ACB-5CCA-61BA-E207-D8CC8BE2CA8D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CC725E0A-E539-EBE3-8BA3-67D145A884A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DD78658-6298-B979-F17D-28306BD11EF9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A0A592B6-E3FF-24E8-F20E-F54CBE56955E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B2D1E572-DCA2-CB79-49F7-0C22B195EEC7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B445BBB4-C586-7819-5543-E4C2F7A5BE8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1195382D-FD79-C7E6-8F2C-ADA81A46DE26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1973AF31-A7B4-A292-BC10-3ABF263CD6A0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CB87EB7D-D3E2-B582-2A2C-0C0D6476423E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3E69754F-EF27-3023-7BE9-C82933AC6987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F30C83A6-A2F2-21AF-7DC5-1DAB5D17D8CC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18595FDF-4C04-8B60-8F92-1AFD5F2C4448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07BBD0B7-1164-142E-D398-FC30C0404B0B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7A3ECFF2-12B6-1789-A545-457679A4EC1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46505409-03B3-5D99-DB01-C6C1306FE12E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1EAF6ED7-065A-C9E0-2373-ECB779E7F13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8941CEDA-7076-795C-CA7B-2E8C1A742CD2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C18AD20C-3DB8-6B57-8A49-150A24E2E278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A65BB3F8-DE99-E7FC-E90C-2E03E581F28A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A90315EC-1C02-3D35-7A0C-EBB819F2793F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5B4C68B-E838-CA7D-DD34-95A30BD7D15D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54DD087A-DD03-B221-BEEB-A29EF1E76EFF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9D46B34-2401-AD88-A6F8-AE5B9F0C59A6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3529BCA-EC61-E5A8-7D9D-895A3F7352BD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E6C85F84-A880-2EC1-32DE-06E559816A36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26B4DA43-3179-F30B-934B-F83EF5922FF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CDC983F4-CBF6-AA69-92E3-8DF07713E36B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38DB9A88-70C6-6F49-EA48-5E9B7552AE01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05DEE178-4A5C-BEAD-134D-26C0115D89B6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68F378D-D121-401F-5E9C-C0141124F116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6668A02-2372-3329-D373-E4AC22D75F34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60D13826-0B08-CF4C-62B5-606282A346F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45461C05-890A-56EE-8D24-C7D2AFA6EF26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46CED67A-DAEF-00BF-1E36-8BAB5BAC5F55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AA28695B-9B06-2D73-7850-BEFB519026F9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414EBAB0-ABCF-4BA1-6993-F438C98E1F61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5ABBABA0-429F-2B7A-5C17-A6C25D6B4F85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55B8CBAC-5C1A-4FDC-43D3-BD2BB175466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A936B6CC-B00B-9FC6-BDB4-F9709ACCC78B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150FBBB0-72FB-B7A1-558A-295BF38A6E82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4C2065B8-81A6-5A1D-4143-8875194DAB94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8A4CC6BE-CB8B-DE21-FC99-C3AF2325054D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8711461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77DCB-B5E0-D942-4F3E-59F38784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0BF4F9D6-9E85-F84C-9223-8BFFB26550A6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10FE405F-E2ED-809F-4320-D43AAF59D671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8207E634-5E81-F183-C1F4-164096FB4ADC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5A6EF79B-4513-8D26-1615-C67E80D9BE4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FC1E958-DBD2-C48D-0689-B93617242600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01A4CB84-C93E-7B7B-1191-8A57074D0E47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3C80008A-D267-65BE-32D2-3A3E3185E404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79B63E46-0310-54A6-15B1-BA92DF5CB318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DA8A9E29-7E8E-9305-72F0-3AF3832A77FB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23D195AE-90DF-5B36-EF8B-02BC6611CA1E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03929264-D561-AB89-C323-84CBF73E4997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C8E9657-A82F-2E95-61D9-CA153D0D3CDE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BEA21B93-33F7-5363-6162-B2373E58EAE2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4388C77B-4935-5CB8-D176-7BF3C92D9FF1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1ED296F-B882-880F-79E7-4C1466E4AB3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EA4FD01-DC4F-62DB-5311-5D243E71E38A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21348B76-D5DF-00B7-7AF2-8197F56AFF3A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7507D8D1-1F74-6654-DCCB-3C22C304F1BC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2990641-8419-8D24-1CC8-37E0B12D617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EFAEF02-B7E6-E8E3-3FD4-7DEB717AFAF0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139ECECF-F82C-B9A1-6EF6-03D59085D8A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436EDCFE-6458-487F-796F-17A7BD4F94BB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696814C-4110-A895-1A8F-56C5ACD50ABD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A36BE3B1-0F55-1ED2-1329-D597B034903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A04251-6AB7-57DF-D4B4-578548891D62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B4D8418A-AEA9-CB7F-3D9D-61DAFC4286B3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6B007108-3489-EFCE-28A6-B2776ED2AB41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A5865510-1801-CE8C-F2CB-93F1F9AF08D6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16BCD9BB-2F35-5487-09CE-62947155F8B7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DE7782F-C19B-2C52-D944-68E6F870B52B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671F5B1-EF2E-D4DC-BDA9-1CB030F5DAC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58C64673-ED50-C4AB-1A41-691BB4EF503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5C41BB3C-87F7-703A-5239-77166904D571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3678AD27-235A-EF17-5BFE-1E768ED33CDE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D58762FD-828A-EBC1-0ADC-2BB685F5EA5C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486C0532-DE52-5BE2-DF04-B66A764A77DF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292C888E-513F-5DC1-1ABE-252BAE94B3A6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322E8B2B-5AB8-51EC-35C2-8F6E0B4D4C26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3442B002-DA97-EA12-A3C4-938B3766DE77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B420FE5E-CF10-C2D7-E5E8-3502C9911CC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F3FBA233-91A1-8FAE-FB98-25A884E8E3A3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951097FE-2E56-48BC-2474-A26F5C0B37F8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9D8A2A7-9E40-A633-060C-DCCAD740AA59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201EEC4-53B4-4BE0-5328-B51A3BB75C9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020E512A-1568-1FA5-6A60-E7AF1F1627F6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6C18DDA7-4016-C989-CCF5-FB7A915EF3C6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484512C4-D518-9463-DB2F-34D9A4BFE819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3C159BDD-C3BF-7F8F-17DC-125EA25B9B0B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37FBB5FC-B88F-6376-DF91-6C59D6708CF8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754AE87E-1EA3-EF5D-E252-C9A605A2668F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5BA8064B-0B00-5E74-F0E7-6E514B3E7968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09FC8EED-2732-BC99-BAFE-C0FAE09B38FB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EB17D397-50C1-D4B4-77E0-3A1BBBD0E1E8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A045B9CF-8D97-4B64-C4A1-15AEB2FAB3A5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BC3BC161-D5CD-1500-397F-4C3A63AFEC2B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E780DC0-F077-59B0-05E9-AE8DD67C0615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66F793BB-47F8-7D7B-90F2-F11648E0974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DC3E3A22-FE2E-DEDD-3ED0-F59A07F9EE60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2211988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2A60A-8045-C872-D0B4-4ECF7EA1E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72CA7226-1928-EAEC-8BC1-C377F5B482D9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7DF0A562-ECD2-F54D-BB26-C808FAFA5F79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AF81984-B9E4-A407-7E8B-38D1E9CEEFD5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0170B70D-6184-2672-A9D8-97DD8E8D33F6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05E0769E-4F34-DBC9-2839-A37E3E16D60D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E0EB4756-70B7-8920-A7F3-5B4D2E803AC1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081281B8-2D86-E316-B449-5F7283FD57D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8F44604D-9B15-A6BB-C3AC-33FD36882FC8}"/>
              </a:ext>
            </a:extLst>
          </p:cNvPr>
          <p:cNvSpPr/>
          <p:nvPr/>
        </p:nvSpPr>
        <p:spPr>
          <a:xfrm>
            <a:off x="6770451" y="11596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D58DEB5-7600-DCC0-4AEE-C90A29D699AD}"/>
              </a:ext>
            </a:extLst>
          </p:cNvPr>
          <p:cNvCxnSpPr>
            <a:cxnSpLocks/>
            <a:stCxn id="4" idx="3"/>
            <a:endCxn id="18" idx="0"/>
          </p:cNvCxnSpPr>
          <p:nvPr/>
        </p:nvCxnSpPr>
        <p:spPr>
          <a:xfrm>
            <a:off x="6278617" y="961178"/>
            <a:ext cx="1061553" cy="1984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D2BEC4E8-BDA6-0761-917E-799650B711B7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31A9F01F-DE4D-1F6A-EBA1-0747CDD68B7C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5DB39D59-2616-2C66-DD0E-C7957A44CF5F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611169"/>
            <a:ext cx="3602143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D4F6A704-D354-D6A6-3F68-7DEEF0152DD4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611169"/>
            <a:ext cx="339599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DDBE155E-E461-9A82-97AE-F07B72EB07AF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AD0858C9-543E-E1C4-C440-20D08876B30F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49BB6146-C522-843C-012F-28A6782C9F9C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CAC534FE-EF0F-B8C4-64BE-ADB51A42EA65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28E3823D-E78B-FAEB-82CA-F3038DF6B055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126A693-7289-E88A-5756-C25AA02CEF3E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59091320-F068-271C-23B6-846039B06EFD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180508BA-07D8-62D2-AE30-4914A48D6CAB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7F327002-AC3A-F262-212E-73715FD46D27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A987A162-DBD9-C207-FE2A-FA71B63BF527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235C078B-A91C-52D5-BB37-F951CBF37A12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B9E58C46-04E6-0681-735C-93AE99A0CD01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8ADE1538-FF60-5341-184C-BC8CC601CF19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5F5B150C-E8D4-1F0E-5F8B-E086FCC739AF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433FD7D3-3819-C914-E524-666E4B1A51F2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C578898-1C41-0482-350C-0B7A99DBB06D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A15D81A6-5C4B-7C05-7F0F-C248782C5D77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77A879F5-A91C-7270-6039-F92DD5D8B84C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C8229506-6325-16AD-E375-74C8F0836376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ECF57EB1-690C-AF69-EFD9-08FEAB097C9F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AF61AD8D-1791-F3C8-F4C2-5B0664B97244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5155BD9D-1441-0186-7796-571D15AEF371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BB78E4DC-F0F0-D879-8EE5-8043328BD79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CCD9D7E0-ABDE-8844-EB47-701334007C83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455F5FF9-EB6F-7CC2-FEC8-0B93116CCE4E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E0F2BEE2-E624-77B5-1777-35CAE40796C4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4DF00A24-64F6-098C-3E9A-2C207D318AFB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85B1CE1-4632-4CD1-BEBF-583C906307F5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2FB2F1E3-632B-4667-0B3A-E02CBF8353F2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E29CB0A6-62FE-F15B-3E33-063EB1D4B5BE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81CC13F9-FF85-155E-486F-581B2C9941FB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6DA0709C-B7B5-92A5-CB8D-01BC30911436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27E858F6-CA7F-937E-99E1-EA7A960427EC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145E79E5-4FD3-F019-337C-A9DB534125D3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5BE196E3-24A8-5D8B-A78A-EAFB074F070D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562CDC28-9668-C2CC-12FF-B20F7D57D5AE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6659D8E0-D094-19D6-1DF6-4EF8699886B6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7576374-56D7-62D0-30C6-4EF6BA8D6D0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D0D9B2A0-436D-6FDF-869E-681FB7E3FBE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EB9EB18C-5B5E-0461-2C1E-16AF20618E2D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611169"/>
            <a:ext cx="339599" cy="117811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A8747DE9-7345-4E9D-1C0F-18BC440CB4C2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611169"/>
            <a:ext cx="3603507" cy="118136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1CBAC56B-8020-7BEA-D640-B5FC021495AB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BFB0FBD1-2973-B1BB-5A33-60067EDA932D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5F1BDEA-DB0F-6D37-CB30-4D8F696E07B0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AE33635D-1C66-6F76-D1FC-FF3718C3B7CD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F0A9AC-2578-F58B-AF2E-E2F052A61260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20287508-976C-92D2-0C39-FEBBE6881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A33E687-44EE-E9F1-1658-7BD46340D45F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6B8BD04-DA2B-D2B5-C811-114156A3A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02E6F2F5-F83C-8577-3253-7DC19F2194BF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8F2BF8BD-705A-773E-5617-55FD74613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9938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7910-9D9E-5E07-2F2D-70AD8362C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B14B1ED-8D8D-D9EA-3E1F-FBE91520E3C3}"/>
              </a:ext>
            </a:extLst>
          </p:cNvPr>
          <p:cNvSpPr/>
          <p:nvPr/>
        </p:nvSpPr>
        <p:spPr>
          <a:xfrm>
            <a:off x="3203848" y="8435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Primary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13E4332F-C7A5-DFA4-6B29-5D05B124D015}"/>
              </a:ext>
            </a:extLst>
          </p:cNvPr>
          <p:cNvSpPr/>
          <p:nvPr/>
        </p:nvSpPr>
        <p:spPr>
          <a:xfrm>
            <a:off x="2458832" y="1635644"/>
            <a:ext cx="2629470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Namespace</a:t>
            </a:r>
            <a:endParaRPr lang="ko-KR" altLang="en-US" sz="100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BB3F73-DD4E-1149-010D-D9820BA917F0}"/>
              </a:ext>
            </a:extLst>
          </p:cNvPr>
          <p:cNvSpPr/>
          <p:nvPr/>
        </p:nvSpPr>
        <p:spPr>
          <a:xfrm>
            <a:off x="2546891" y="199568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EB4362DB-3DB5-2CB1-1F28-84B9AD718DA3}"/>
              </a:ext>
            </a:extLst>
          </p:cNvPr>
          <p:cNvSpPr/>
          <p:nvPr/>
        </p:nvSpPr>
        <p:spPr>
          <a:xfrm>
            <a:off x="3860805" y="199568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734A7F69-A744-EADC-975E-49C550DD0430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116610" y="1295069"/>
            <a:ext cx="656957" cy="70061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BBD03077-68B1-29E9-19E1-92A4CF65F67A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3773567" y="1295069"/>
            <a:ext cx="656957" cy="70061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E55B8D5C-220A-C1F5-5159-BF8A60BAAF49}"/>
              </a:ext>
            </a:extLst>
          </p:cNvPr>
          <p:cNvSpPr/>
          <p:nvPr/>
        </p:nvSpPr>
        <p:spPr>
          <a:xfrm>
            <a:off x="1824808" y="2870652"/>
            <a:ext cx="3897518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App A Namespace</a:t>
            </a:r>
            <a:endParaRPr lang="ko-KR" altLang="en-US" sz="100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252741F-A932-AC7B-C1EB-10C8485E0B70}"/>
              </a:ext>
            </a:extLst>
          </p:cNvPr>
          <p:cNvSpPr/>
          <p:nvPr/>
        </p:nvSpPr>
        <p:spPr>
          <a:xfrm>
            <a:off x="1942644" y="319894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91D34F43-E0BC-6079-2453-9F060C5AC09F}"/>
              </a:ext>
            </a:extLst>
          </p:cNvPr>
          <p:cNvSpPr/>
          <p:nvPr/>
        </p:nvSpPr>
        <p:spPr>
          <a:xfrm>
            <a:off x="4835120" y="84355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Controller Pod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6AFB81F4-C3E8-BCFD-7BCC-00349A72FA07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 flipV="1">
            <a:off x="4343286" y="1069313"/>
            <a:ext cx="49183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55767</TotalTime>
  <Words>1254</Words>
  <Application>Microsoft Macintosh PowerPoint</Application>
  <PresentationFormat>화면 슬라이드 쇼(16:9)</PresentationFormat>
  <Paragraphs>800</Paragraphs>
  <Slides>22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6152</cp:revision>
  <dcterms:created xsi:type="dcterms:W3CDTF">2006-10-05T04:04:58Z</dcterms:created>
  <dcterms:modified xsi:type="dcterms:W3CDTF">2026-10-07T08:58:08Z</dcterms:modified>
</cp:coreProperties>
</file>
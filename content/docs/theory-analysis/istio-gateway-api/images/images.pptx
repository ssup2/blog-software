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459" r:id="rId2"/>
    <p:sldId id="437" r:id="rId3"/>
    <p:sldId id="452" r:id="rId4"/>
    <p:sldId id="455" r:id="rId5"/>
    <p:sldId id="453" r:id="rId6"/>
    <p:sldId id="456" r:id="rId7"/>
    <p:sldId id="454" r:id="rId8"/>
    <p:sldId id="447" r:id="rId9"/>
    <p:sldId id="460" r:id="rId10"/>
    <p:sldId id="458" r:id="rId11"/>
    <p:sldId id="457" r:id="rId12"/>
    <p:sldId id="451" r:id="rId13"/>
    <p:sldId id="448" r:id="rId14"/>
    <p:sldId id="450" r:id="rId15"/>
    <p:sldId id="449" r:id="rId16"/>
    <p:sldId id="446" r:id="rId17"/>
    <p:sldId id="445" r:id="rId18"/>
    <p:sldId id="444" r:id="rId19"/>
    <p:sldId id="435" r:id="rId20"/>
    <p:sldId id="442" r:id="rId21"/>
    <p:sldId id="441" r:id="rId22"/>
    <p:sldId id="440" r:id="rId23"/>
    <p:sldId id="439" r:id="rId24"/>
    <p:sldId id="438" r:id="rId25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 autoAdjust="0"/>
    <p:restoredTop sz="89726" autoAdjust="0"/>
  </p:normalViewPr>
  <p:slideViewPr>
    <p:cSldViewPr>
      <p:cViewPr>
        <p:scale>
          <a:sx n="160" d="100"/>
          <a:sy n="160" d="100"/>
        </p:scale>
        <p:origin x="368" y="80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2026. 10. 7.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9BE04-10E3-06F8-087C-C387B6CDE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89BC44-2579-6284-4AD0-BAF347B5D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8A3906-A89F-0758-C304-F17319FD2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C12C27-6CA8-8A75-752A-F16BB0406C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417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31EDD-19C7-4F5D-19CA-E452E5D26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B6B0E5-FAD2-9955-69C4-CDD13F1FA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C5809F-285D-6A59-4915-F5BA2F5EF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451026-3563-9E06-01EB-7A264E8E55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745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950A3-D9E7-D2A8-C677-E798CC3D2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C944AF-0A2A-4971-834F-A84EA9E340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DEA8E4-041D-5220-6B54-3B126DECC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C6AE44-247F-021E-DAA5-E72242AFF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530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FB208-05FF-9EA9-94E8-E647C3B6F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556A7C-4F3A-3A73-447D-EF6929A0A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674B5E-6BAB-E2CA-AD64-E1953422E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44783A-6127-7440-EA49-EB3832A5F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382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B61F2-DACC-289F-6228-7BB247580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887D43-58D5-7635-1C45-6AAA82115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E8665E-E015-0EA4-77BB-6B415A961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5D7088-B250-1568-A3C9-DA48226460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964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DB7AE-EEBC-4FDB-B667-A80815275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CFE21F-08C8-78C9-082E-2FB345909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9CFA57-5546-0B23-CC40-17677DB70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9ECE61-87CD-CA10-BB37-1DE0F42E3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0157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54FB7-7BC7-74CA-499F-36C038797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E8735A-92CD-D3E1-5C2B-A53911CFC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9B15EE-C28A-BDCF-6682-E02D08307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0FBA14-56DB-568E-C450-1D0BD5EBB8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64992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622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F2EBE-5BE8-3F5D-3EC3-13B5E4BCA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240708-EBD5-98B3-9E21-995A68D11B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1EB676-BB12-A98D-318A-C23CB2D70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C7F71A-8C5B-84DA-3A34-A0BCB7EC9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3947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4124F-6235-C860-093B-BEFCBD9E8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AA9B1C-C179-2349-37F8-D98A535DB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592222-B3A5-1081-9816-A3FD942E1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4DE100-398B-535B-B807-E50944BD6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48569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4FFFC-DE26-2C98-43CC-EEAA69D35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673050-7946-7137-7B9E-59BDABAA9D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A03BBA-1CB2-99AB-9B66-B5E3124B3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E0A4C8-BC42-38C2-AC7B-0715B4D474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691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49DD8-BF45-2A0D-59A7-C053E6E98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45C3A3-A571-E3EB-9A0E-2C2B5ED7A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E13356-88ED-1837-A664-FD84CFBA8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C7B7A1-26FA-FF77-110F-F15589CFFD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6429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2026. 10. 7.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2026. 10. 7.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2026. 10. 7.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2026. 10. 7.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2026. 10. 7.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2026. 10. 7.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2026. 10. 7.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0BAD4-542F-1A02-40E9-0D8E9473D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70">
            <a:extLst>
              <a:ext uri="{FF2B5EF4-FFF2-40B4-BE49-F238E27FC236}">
                <a16:creationId xmlns:a16="http://schemas.microsoft.com/office/drawing/2014/main" id="{3531C982-119A-AE77-7ADA-FF84337EEC22}"/>
              </a:ext>
            </a:extLst>
          </p:cNvPr>
          <p:cNvSpPr/>
          <p:nvPr/>
        </p:nvSpPr>
        <p:spPr>
          <a:xfrm>
            <a:off x="5308092" y="3680816"/>
            <a:ext cx="3462197" cy="1144155"/>
          </a:xfrm>
          <a:prstGeom prst="roundRect">
            <a:avLst>
              <a:gd name="adj" fmla="val 10713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app </a:t>
            </a:r>
          </a:p>
          <a:p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11" name="사각형: 둥근 모서리 70">
            <a:extLst>
              <a:ext uri="{FF2B5EF4-FFF2-40B4-BE49-F238E27FC236}">
                <a16:creationId xmlns:a16="http://schemas.microsoft.com/office/drawing/2014/main" id="{E0607998-321F-25CD-2B4A-C87191A30699}"/>
              </a:ext>
            </a:extLst>
          </p:cNvPr>
          <p:cNvSpPr/>
          <p:nvPr/>
        </p:nvSpPr>
        <p:spPr>
          <a:xfrm>
            <a:off x="468719" y="1406769"/>
            <a:ext cx="7346557" cy="2135732"/>
          </a:xfrm>
          <a:prstGeom prst="roundRect">
            <a:avLst>
              <a:gd name="adj" fmla="val 3231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 err="1"/>
              <a:t>istio</a:t>
            </a:r>
            <a:r>
              <a:rPr lang="en-US" altLang="ko-KR" sz="1000"/>
              <a:t>-system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12" name="사각형: 둥근 모서리 70">
            <a:extLst>
              <a:ext uri="{FF2B5EF4-FFF2-40B4-BE49-F238E27FC236}">
                <a16:creationId xmlns:a16="http://schemas.microsoft.com/office/drawing/2014/main" id="{9D00D80C-3975-246A-58BE-C3B42B42C047}"/>
              </a:ext>
            </a:extLst>
          </p:cNvPr>
          <p:cNvSpPr/>
          <p:nvPr/>
        </p:nvSpPr>
        <p:spPr>
          <a:xfrm>
            <a:off x="595295" y="130383"/>
            <a:ext cx="4984817" cy="1144159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Gateway API Resources</a:t>
            </a:r>
            <a:endParaRPr lang="ko-KR" altLang="en-US" sz="1000"/>
          </a:p>
        </p:txBody>
      </p:sp>
      <p:sp>
        <p:nvSpPr>
          <p:cNvPr id="14" name="사각형: 둥근 모서리 12">
            <a:extLst>
              <a:ext uri="{FF2B5EF4-FFF2-40B4-BE49-F238E27FC236}">
                <a16:creationId xmlns:a16="http://schemas.microsoft.com/office/drawing/2014/main" id="{993C76E2-C5FF-B5E2-973E-C4CCB9328566}"/>
              </a:ext>
            </a:extLst>
          </p:cNvPr>
          <p:cNvSpPr/>
          <p:nvPr/>
        </p:nvSpPr>
        <p:spPr>
          <a:xfrm>
            <a:off x="664302" y="416426"/>
            <a:ext cx="1139438" cy="803143"/>
          </a:xfrm>
          <a:prstGeom prst="roundRect">
            <a:avLst>
              <a:gd name="adj" fmla="val 10920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/>
              <a:t>istio-remote</a:t>
            </a:r>
            <a:br>
              <a:rPr lang="en-US" altLang="ko-KR" sz="900"/>
            </a:br>
            <a:r>
              <a:rPr lang="en-US" altLang="ko-KR" sz="900"/>
              <a:t>istio-waypoint</a:t>
            </a:r>
            <a:br>
              <a:rPr lang="en-US" altLang="ko-KR" sz="900"/>
            </a:br>
            <a:r>
              <a:rPr lang="en-US" altLang="ko-KR" sz="900"/>
              <a:t>istio-east-west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sp>
        <p:nvSpPr>
          <p:cNvPr id="23" name="사각형: 둥근 모서리 12">
            <a:extLst>
              <a:ext uri="{FF2B5EF4-FFF2-40B4-BE49-F238E27FC236}">
                <a16:creationId xmlns:a16="http://schemas.microsoft.com/office/drawing/2014/main" id="{561CAC3A-E975-CB0E-00FC-1ED6EE77EE76}"/>
              </a:ext>
            </a:extLst>
          </p:cNvPr>
          <p:cNvSpPr/>
          <p:nvPr/>
        </p:nvSpPr>
        <p:spPr>
          <a:xfrm>
            <a:off x="3135208" y="857084"/>
            <a:ext cx="1139438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TCPRoute</a:t>
            </a:r>
            <a:endParaRPr lang="ko-KR" altLang="en-US" sz="900" b="1"/>
          </a:p>
        </p:txBody>
      </p:sp>
      <p:sp>
        <p:nvSpPr>
          <p:cNvPr id="25" name="사각형: 둥근 모서리 12">
            <a:extLst>
              <a:ext uri="{FF2B5EF4-FFF2-40B4-BE49-F238E27FC236}">
                <a16:creationId xmlns:a16="http://schemas.microsoft.com/office/drawing/2014/main" id="{157DF1E0-AD08-8197-7B6D-0944025B652C}"/>
              </a:ext>
            </a:extLst>
          </p:cNvPr>
          <p:cNvSpPr/>
          <p:nvPr/>
        </p:nvSpPr>
        <p:spPr>
          <a:xfrm>
            <a:off x="1421088" y="1472178"/>
            <a:ext cx="5051330" cy="2006380"/>
          </a:xfrm>
          <a:prstGeom prst="roundRect">
            <a:avLst>
              <a:gd name="adj" fmla="val 4149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altLang="ko-KR" sz="900"/>
              <a:t>istiod </a:t>
            </a:r>
            <a:r>
              <a:rPr lang="en-US" altLang="ko-KR" sz="900" b="1"/>
              <a:t>Pod</a:t>
            </a:r>
            <a:endParaRPr lang="ko-KR" altLang="en-US" sz="900" b="1"/>
          </a:p>
        </p:txBody>
      </p:sp>
      <p:sp>
        <p:nvSpPr>
          <p:cNvPr id="34" name="사각형: 둥근 모서리 70">
            <a:extLst>
              <a:ext uri="{FF2B5EF4-FFF2-40B4-BE49-F238E27FC236}">
                <a16:creationId xmlns:a16="http://schemas.microsoft.com/office/drawing/2014/main" id="{94C4D32A-9B45-9FAD-1E8B-ABC291F74A7C}"/>
              </a:ext>
            </a:extLst>
          </p:cNvPr>
          <p:cNvSpPr/>
          <p:nvPr/>
        </p:nvSpPr>
        <p:spPr>
          <a:xfrm>
            <a:off x="5715632" y="130383"/>
            <a:ext cx="1294925" cy="1144159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Istio CRs</a:t>
            </a:r>
            <a:endParaRPr lang="ko-KR" altLang="en-US" sz="1000"/>
          </a:p>
        </p:txBody>
      </p:sp>
      <p:sp>
        <p:nvSpPr>
          <p:cNvPr id="38" name="사각형: 둥근 모서리 70">
            <a:extLst>
              <a:ext uri="{FF2B5EF4-FFF2-40B4-BE49-F238E27FC236}">
                <a16:creationId xmlns:a16="http://schemas.microsoft.com/office/drawing/2014/main" id="{283C9D19-CFAA-C5F6-1790-06A6094CC6D4}"/>
              </a:ext>
            </a:extLst>
          </p:cNvPr>
          <p:cNvSpPr/>
          <p:nvPr/>
        </p:nvSpPr>
        <p:spPr>
          <a:xfrm>
            <a:off x="7146077" y="130383"/>
            <a:ext cx="1294925" cy="1144159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K8s Resources</a:t>
            </a:r>
            <a:endParaRPr lang="ko-KR" altLang="en-US" sz="1000"/>
          </a:p>
        </p:txBody>
      </p:sp>
      <p:sp>
        <p:nvSpPr>
          <p:cNvPr id="29" name="사각형: 둥근 모서리 12">
            <a:extLst>
              <a:ext uri="{FF2B5EF4-FFF2-40B4-BE49-F238E27FC236}">
                <a16:creationId xmlns:a16="http://schemas.microsoft.com/office/drawing/2014/main" id="{1275181C-C3F6-7859-CD64-54C1C0EF2915}"/>
              </a:ext>
            </a:extLst>
          </p:cNvPr>
          <p:cNvSpPr/>
          <p:nvPr/>
        </p:nvSpPr>
        <p:spPr>
          <a:xfrm>
            <a:off x="2755878" y="1527123"/>
            <a:ext cx="1139438" cy="36135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Gateway API</a:t>
            </a:r>
          </a:p>
          <a:p>
            <a:pPr algn="ctr"/>
            <a:r>
              <a:rPr lang="en-US" altLang="ko-KR" sz="900" b="1"/>
              <a:t>Controller</a:t>
            </a:r>
            <a:endParaRPr lang="ko-KR" altLang="en-US" sz="900" b="1"/>
          </a:p>
        </p:txBody>
      </p:sp>
      <p:sp>
        <p:nvSpPr>
          <p:cNvPr id="30" name="사각형: 둥근 모서리 12">
            <a:extLst>
              <a:ext uri="{FF2B5EF4-FFF2-40B4-BE49-F238E27FC236}">
                <a16:creationId xmlns:a16="http://schemas.microsoft.com/office/drawing/2014/main" id="{73527F92-F9FF-81DC-EE43-9DFE048F14F8}"/>
              </a:ext>
            </a:extLst>
          </p:cNvPr>
          <p:cNvSpPr/>
          <p:nvPr/>
        </p:nvSpPr>
        <p:spPr>
          <a:xfrm>
            <a:off x="3995013" y="1527122"/>
            <a:ext cx="1139438" cy="36135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crdclient</a:t>
            </a:r>
            <a:endParaRPr lang="ko-KR" altLang="en-US" sz="900" b="1"/>
          </a:p>
        </p:txBody>
      </p:sp>
      <p:sp>
        <p:nvSpPr>
          <p:cNvPr id="32" name="사각형: 둥근 모서리 12">
            <a:extLst>
              <a:ext uri="{FF2B5EF4-FFF2-40B4-BE49-F238E27FC236}">
                <a16:creationId xmlns:a16="http://schemas.microsoft.com/office/drawing/2014/main" id="{3C5F304C-CEF8-EFB1-7EDC-CDC9F3FA65A2}"/>
              </a:ext>
            </a:extLst>
          </p:cNvPr>
          <p:cNvSpPr/>
          <p:nvPr/>
        </p:nvSpPr>
        <p:spPr>
          <a:xfrm>
            <a:off x="5234148" y="1527121"/>
            <a:ext cx="1139438" cy="36135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 Registry</a:t>
            </a:r>
            <a:endParaRPr lang="ko-KR" altLang="en-US" sz="900" b="1"/>
          </a:p>
        </p:txBody>
      </p:sp>
      <p:sp>
        <p:nvSpPr>
          <p:cNvPr id="33" name="사각형: 둥근 모서리 12">
            <a:extLst>
              <a:ext uri="{FF2B5EF4-FFF2-40B4-BE49-F238E27FC236}">
                <a16:creationId xmlns:a16="http://schemas.microsoft.com/office/drawing/2014/main" id="{BF1E665A-2352-8203-6A0E-9A8A4EEC1C6A}"/>
              </a:ext>
            </a:extLst>
          </p:cNvPr>
          <p:cNvSpPr/>
          <p:nvPr/>
        </p:nvSpPr>
        <p:spPr>
          <a:xfrm>
            <a:off x="1516743" y="1527121"/>
            <a:ext cx="1139438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Gateway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5" name="사각형: 둥근 모서리 12">
            <a:extLst>
              <a:ext uri="{FF2B5EF4-FFF2-40B4-BE49-F238E27FC236}">
                <a16:creationId xmlns:a16="http://schemas.microsoft.com/office/drawing/2014/main" id="{CCD36254-21F1-68F3-51B3-828586D6E007}"/>
              </a:ext>
            </a:extLst>
          </p:cNvPr>
          <p:cNvSpPr/>
          <p:nvPr/>
        </p:nvSpPr>
        <p:spPr>
          <a:xfrm>
            <a:off x="1899755" y="416428"/>
            <a:ext cx="1139438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sp>
        <p:nvSpPr>
          <p:cNvPr id="20" name="사각형: 둥근 모서리 12">
            <a:extLst>
              <a:ext uri="{FF2B5EF4-FFF2-40B4-BE49-F238E27FC236}">
                <a16:creationId xmlns:a16="http://schemas.microsoft.com/office/drawing/2014/main" id="{25EEF655-C658-6B6C-A130-F13EB20B89DF}"/>
              </a:ext>
            </a:extLst>
          </p:cNvPr>
          <p:cNvSpPr/>
          <p:nvPr/>
        </p:nvSpPr>
        <p:spPr>
          <a:xfrm>
            <a:off x="1899755" y="859216"/>
            <a:ext cx="1139438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HTTPRoute</a:t>
            </a:r>
            <a:endParaRPr lang="ko-KR" altLang="en-US" sz="900" b="1"/>
          </a:p>
        </p:txBody>
      </p:sp>
      <p:sp>
        <p:nvSpPr>
          <p:cNvPr id="21" name="사각형: 둥근 모서리 12">
            <a:extLst>
              <a:ext uri="{FF2B5EF4-FFF2-40B4-BE49-F238E27FC236}">
                <a16:creationId xmlns:a16="http://schemas.microsoft.com/office/drawing/2014/main" id="{6E0FABB9-C06C-9EC8-E646-A5B5591DEDD1}"/>
              </a:ext>
            </a:extLst>
          </p:cNvPr>
          <p:cNvSpPr/>
          <p:nvPr/>
        </p:nvSpPr>
        <p:spPr>
          <a:xfrm>
            <a:off x="3135208" y="416427"/>
            <a:ext cx="1139438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GRPCRoute</a:t>
            </a:r>
            <a:endParaRPr lang="ko-KR" altLang="en-US" sz="900" b="1"/>
          </a:p>
        </p:txBody>
      </p:sp>
      <p:sp>
        <p:nvSpPr>
          <p:cNvPr id="22" name="사각형: 둥근 모서리 12">
            <a:extLst>
              <a:ext uri="{FF2B5EF4-FFF2-40B4-BE49-F238E27FC236}">
                <a16:creationId xmlns:a16="http://schemas.microsoft.com/office/drawing/2014/main" id="{A4CC5B8C-14CC-7246-61EB-D166DAB46F44}"/>
              </a:ext>
            </a:extLst>
          </p:cNvPr>
          <p:cNvSpPr/>
          <p:nvPr/>
        </p:nvSpPr>
        <p:spPr>
          <a:xfrm>
            <a:off x="4370661" y="857084"/>
            <a:ext cx="1139438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TLSRoute</a:t>
            </a:r>
            <a:endParaRPr lang="ko-KR" altLang="en-US" sz="900" b="1"/>
          </a:p>
        </p:txBody>
      </p:sp>
      <p:sp>
        <p:nvSpPr>
          <p:cNvPr id="24" name="사각형: 둥근 모서리 12">
            <a:extLst>
              <a:ext uri="{FF2B5EF4-FFF2-40B4-BE49-F238E27FC236}">
                <a16:creationId xmlns:a16="http://schemas.microsoft.com/office/drawing/2014/main" id="{4AD71775-BACA-0FF8-998A-234E1AF1A919}"/>
              </a:ext>
            </a:extLst>
          </p:cNvPr>
          <p:cNvSpPr/>
          <p:nvPr/>
        </p:nvSpPr>
        <p:spPr>
          <a:xfrm>
            <a:off x="4366602" y="416426"/>
            <a:ext cx="1143497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ReferenceGrant</a:t>
            </a:r>
            <a:endParaRPr lang="ko-KR" altLang="en-US" sz="900" b="1"/>
          </a:p>
        </p:txBody>
      </p:sp>
      <p:sp>
        <p:nvSpPr>
          <p:cNvPr id="36" name="사각형: 둥근 모서리 12">
            <a:extLst>
              <a:ext uri="{FF2B5EF4-FFF2-40B4-BE49-F238E27FC236}">
                <a16:creationId xmlns:a16="http://schemas.microsoft.com/office/drawing/2014/main" id="{DC0546AB-A04A-ED8E-3D58-5AF47C397B83}"/>
              </a:ext>
            </a:extLst>
          </p:cNvPr>
          <p:cNvSpPr/>
          <p:nvPr/>
        </p:nvSpPr>
        <p:spPr>
          <a:xfrm>
            <a:off x="5789728" y="419148"/>
            <a:ext cx="1139438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sp>
        <p:nvSpPr>
          <p:cNvPr id="37" name="사각형: 둥근 모서리 12">
            <a:extLst>
              <a:ext uri="{FF2B5EF4-FFF2-40B4-BE49-F238E27FC236}">
                <a16:creationId xmlns:a16="http://schemas.microsoft.com/office/drawing/2014/main" id="{60282E1B-BB74-973E-6990-ECE88251C8C7}"/>
              </a:ext>
            </a:extLst>
          </p:cNvPr>
          <p:cNvSpPr/>
          <p:nvPr/>
        </p:nvSpPr>
        <p:spPr>
          <a:xfrm>
            <a:off x="5789728" y="857084"/>
            <a:ext cx="1139438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VirtualService</a:t>
            </a:r>
            <a:endParaRPr lang="ko-KR" altLang="en-US" sz="900" b="1"/>
          </a:p>
        </p:txBody>
      </p:sp>
      <p:sp>
        <p:nvSpPr>
          <p:cNvPr id="39" name="사각형: 둥근 모서리 12">
            <a:extLst>
              <a:ext uri="{FF2B5EF4-FFF2-40B4-BE49-F238E27FC236}">
                <a16:creationId xmlns:a16="http://schemas.microsoft.com/office/drawing/2014/main" id="{85170A30-CAFC-3EEF-EDDF-0239BD9DE950}"/>
              </a:ext>
            </a:extLst>
          </p:cNvPr>
          <p:cNvSpPr/>
          <p:nvPr/>
        </p:nvSpPr>
        <p:spPr>
          <a:xfrm>
            <a:off x="7221041" y="420308"/>
            <a:ext cx="1139438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  <a:endParaRPr lang="ko-KR" altLang="en-US" sz="900" b="1"/>
          </a:p>
        </p:txBody>
      </p:sp>
      <p:sp>
        <p:nvSpPr>
          <p:cNvPr id="40" name="사각형: 둥근 모서리 12">
            <a:extLst>
              <a:ext uri="{FF2B5EF4-FFF2-40B4-BE49-F238E27FC236}">
                <a16:creationId xmlns:a16="http://schemas.microsoft.com/office/drawing/2014/main" id="{3EFF4C31-36D2-6AB1-D101-C7E06B20E0FC}"/>
              </a:ext>
            </a:extLst>
          </p:cNvPr>
          <p:cNvSpPr/>
          <p:nvPr/>
        </p:nvSpPr>
        <p:spPr>
          <a:xfrm>
            <a:off x="7221041" y="858244"/>
            <a:ext cx="1139438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Endpoints</a:t>
            </a:r>
            <a:endParaRPr lang="ko-KR" altLang="en-US" sz="900" b="1"/>
          </a:p>
        </p:txBody>
      </p:sp>
      <p:sp>
        <p:nvSpPr>
          <p:cNvPr id="43" name="사각형: 둥근 모서리 12">
            <a:extLst>
              <a:ext uri="{FF2B5EF4-FFF2-40B4-BE49-F238E27FC236}">
                <a16:creationId xmlns:a16="http://schemas.microsoft.com/office/drawing/2014/main" id="{D6896A8A-283E-3949-DDAA-0E77945CB837}"/>
              </a:ext>
            </a:extLst>
          </p:cNvPr>
          <p:cNvSpPr/>
          <p:nvPr/>
        </p:nvSpPr>
        <p:spPr>
          <a:xfrm>
            <a:off x="2752556" y="2026399"/>
            <a:ext cx="3621030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PushContext</a:t>
            </a:r>
            <a:endParaRPr lang="ko-KR" altLang="en-US" sz="900" b="1"/>
          </a:p>
        </p:txBody>
      </p:sp>
      <p:sp>
        <p:nvSpPr>
          <p:cNvPr id="44" name="사각형: 둥근 모서리 12">
            <a:extLst>
              <a:ext uri="{FF2B5EF4-FFF2-40B4-BE49-F238E27FC236}">
                <a16:creationId xmlns:a16="http://schemas.microsoft.com/office/drawing/2014/main" id="{40CF5935-BD5D-2ACB-375C-F8DFC6FFB1C9}"/>
              </a:ext>
            </a:extLst>
          </p:cNvPr>
          <p:cNvSpPr/>
          <p:nvPr/>
        </p:nvSpPr>
        <p:spPr>
          <a:xfrm>
            <a:off x="2752556" y="2525412"/>
            <a:ext cx="3621030" cy="37277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ConfigGenerator</a:t>
            </a:r>
            <a:br>
              <a:rPr lang="en-US" altLang="ko-KR" sz="900" b="1"/>
            </a:br>
            <a:r>
              <a:rPr lang="en-US" altLang="ko-KR" sz="900"/>
              <a:t>(Gateway to Listener, Virtual Service to Route)</a:t>
            </a:r>
            <a:endParaRPr lang="ko-KR" altLang="en-US" sz="900"/>
          </a:p>
        </p:txBody>
      </p:sp>
      <p:sp>
        <p:nvSpPr>
          <p:cNvPr id="52" name="사각형: 둥근 모서리 12">
            <a:extLst>
              <a:ext uri="{FF2B5EF4-FFF2-40B4-BE49-F238E27FC236}">
                <a16:creationId xmlns:a16="http://schemas.microsoft.com/office/drawing/2014/main" id="{030F93EE-02FD-080A-7F92-024E7E61B725}"/>
              </a:ext>
            </a:extLst>
          </p:cNvPr>
          <p:cNvSpPr/>
          <p:nvPr/>
        </p:nvSpPr>
        <p:spPr>
          <a:xfrm>
            <a:off x="2752556" y="3035843"/>
            <a:ext cx="3621030" cy="37277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DiscoveryServer </a:t>
            </a:r>
            <a:r>
              <a:rPr lang="en-US" altLang="ko-KR" sz="900"/>
              <a:t>(xDS Push)</a:t>
            </a:r>
            <a:endParaRPr lang="ko-KR" altLang="en-US" sz="900"/>
          </a:p>
        </p:txBody>
      </p:sp>
      <p:cxnSp>
        <p:nvCxnSpPr>
          <p:cNvPr id="53" name="직선 화살표 연결선 96">
            <a:extLst>
              <a:ext uri="{FF2B5EF4-FFF2-40B4-BE49-F238E27FC236}">
                <a16:creationId xmlns:a16="http://schemas.microsoft.com/office/drawing/2014/main" id="{C4CA0E6A-D990-C67D-590A-8E267A251A78}"/>
              </a:ext>
            </a:extLst>
          </p:cNvPr>
          <p:cNvCxnSpPr>
            <a:cxnSpLocks/>
            <a:stCxn id="29" idx="0"/>
            <a:endCxn id="12" idx="2"/>
          </p:cNvCxnSpPr>
          <p:nvPr/>
        </p:nvCxnSpPr>
        <p:spPr>
          <a:xfrm flipH="1" flipV="1">
            <a:off x="3087704" y="1274542"/>
            <a:ext cx="237893" cy="252581"/>
          </a:xfrm>
          <a:prstGeom prst="straightConnector1">
            <a:avLst/>
          </a:prstGeom>
          <a:ln w="12700">
            <a:solidFill>
              <a:schemeClr val="accent5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96">
            <a:extLst>
              <a:ext uri="{FF2B5EF4-FFF2-40B4-BE49-F238E27FC236}">
                <a16:creationId xmlns:a16="http://schemas.microsoft.com/office/drawing/2014/main" id="{675F9C47-6E75-D481-CB91-2FBBD814649A}"/>
              </a:ext>
            </a:extLst>
          </p:cNvPr>
          <p:cNvCxnSpPr>
            <a:cxnSpLocks/>
            <a:stCxn id="33" idx="0"/>
            <a:endCxn id="12" idx="2"/>
          </p:cNvCxnSpPr>
          <p:nvPr/>
        </p:nvCxnSpPr>
        <p:spPr>
          <a:xfrm flipV="1">
            <a:off x="2086462" y="1274542"/>
            <a:ext cx="1001242" cy="252579"/>
          </a:xfrm>
          <a:prstGeom prst="straightConnector1">
            <a:avLst/>
          </a:prstGeom>
          <a:ln w="12700">
            <a:solidFill>
              <a:schemeClr val="accent5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96">
            <a:extLst>
              <a:ext uri="{FF2B5EF4-FFF2-40B4-BE49-F238E27FC236}">
                <a16:creationId xmlns:a16="http://schemas.microsoft.com/office/drawing/2014/main" id="{2BE3C4DD-9277-0875-A0D9-796B1BB9360A}"/>
              </a:ext>
            </a:extLst>
          </p:cNvPr>
          <p:cNvCxnSpPr>
            <a:cxnSpLocks/>
            <a:stCxn id="30" idx="0"/>
            <a:endCxn id="34" idx="2"/>
          </p:cNvCxnSpPr>
          <p:nvPr/>
        </p:nvCxnSpPr>
        <p:spPr>
          <a:xfrm flipV="1">
            <a:off x="4564732" y="1274542"/>
            <a:ext cx="1798363" cy="252580"/>
          </a:xfrm>
          <a:prstGeom prst="straightConnector1">
            <a:avLst/>
          </a:prstGeom>
          <a:ln w="12700">
            <a:solidFill>
              <a:schemeClr val="accent5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96">
            <a:extLst>
              <a:ext uri="{FF2B5EF4-FFF2-40B4-BE49-F238E27FC236}">
                <a16:creationId xmlns:a16="http://schemas.microsoft.com/office/drawing/2014/main" id="{7B3C0121-A39A-B40C-7032-F229A82E609E}"/>
              </a:ext>
            </a:extLst>
          </p:cNvPr>
          <p:cNvCxnSpPr>
            <a:cxnSpLocks/>
            <a:stCxn id="32" idx="0"/>
            <a:endCxn id="38" idx="2"/>
          </p:cNvCxnSpPr>
          <p:nvPr/>
        </p:nvCxnSpPr>
        <p:spPr>
          <a:xfrm flipV="1">
            <a:off x="5803867" y="1274542"/>
            <a:ext cx="1989673" cy="252579"/>
          </a:xfrm>
          <a:prstGeom prst="straightConnector1">
            <a:avLst/>
          </a:prstGeom>
          <a:ln w="12700">
            <a:solidFill>
              <a:schemeClr val="accent5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96">
            <a:extLst>
              <a:ext uri="{FF2B5EF4-FFF2-40B4-BE49-F238E27FC236}">
                <a16:creationId xmlns:a16="http://schemas.microsoft.com/office/drawing/2014/main" id="{257C92F6-C18E-175D-3EA0-A1D87CB3C005}"/>
              </a:ext>
            </a:extLst>
          </p:cNvPr>
          <p:cNvCxnSpPr>
            <a:cxnSpLocks/>
            <a:stCxn id="32" idx="2"/>
            <a:endCxn id="43" idx="0"/>
          </p:cNvCxnSpPr>
          <p:nvPr/>
        </p:nvCxnSpPr>
        <p:spPr>
          <a:xfrm flipH="1">
            <a:off x="4563071" y="1888475"/>
            <a:ext cx="1240796" cy="13792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96">
            <a:extLst>
              <a:ext uri="{FF2B5EF4-FFF2-40B4-BE49-F238E27FC236}">
                <a16:creationId xmlns:a16="http://schemas.microsoft.com/office/drawing/2014/main" id="{1721848E-C19B-468B-2AB7-24BD68D785D8}"/>
              </a:ext>
            </a:extLst>
          </p:cNvPr>
          <p:cNvCxnSpPr>
            <a:cxnSpLocks/>
            <a:stCxn id="30" idx="2"/>
            <a:endCxn id="43" idx="0"/>
          </p:cNvCxnSpPr>
          <p:nvPr/>
        </p:nvCxnSpPr>
        <p:spPr>
          <a:xfrm flipH="1">
            <a:off x="4563071" y="1888476"/>
            <a:ext cx="1661" cy="13792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96">
            <a:extLst>
              <a:ext uri="{FF2B5EF4-FFF2-40B4-BE49-F238E27FC236}">
                <a16:creationId xmlns:a16="http://schemas.microsoft.com/office/drawing/2014/main" id="{54C70EA8-A44F-2FC4-344A-3B0D870149D3}"/>
              </a:ext>
            </a:extLst>
          </p:cNvPr>
          <p:cNvCxnSpPr>
            <a:cxnSpLocks/>
            <a:stCxn id="29" idx="2"/>
            <a:endCxn id="43" idx="0"/>
          </p:cNvCxnSpPr>
          <p:nvPr/>
        </p:nvCxnSpPr>
        <p:spPr>
          <a:xfrm>
            <a:off x="3325597" y="1888477"/>
            <a:ext cx="1237474" cy="13792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96">
            <a:extLst>
              <a:ext uri="{FF2B5EF4-FFF2-40B4-BE49-F238E27FC236}">
                <a16:creationId xmlns:a16="http://schemas.microsoft.com/office/drawing/2014/main" id="{F9AE1761-37CE-06A0-B6E9-BE8514AD3738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4563071" y="2387755"/>
            <a:ext cx="0" cy="13765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96">
            <a:extLst>
              <a:ext uri="{FF2B5EF4-FFF2-40B4-BE49-F238E27FC236}">
                <a16:creationId xmlns:a16="http://schemas.microsoft.com/office/drawing/2014/main" id="{9267CA21-9E89-899A-0070-8364BEFBBFC8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4563071" y="2898186"/>
            <a:ext cx="0" cy="13765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사각형: 둥근 모서리 70">
            <a:extLst>
              <a:ext uri="{FF2B5EF4-FFF2-40B4-BE49-F238E27FC236}">
                <a16:creationId xmlns:a16="http://schemas.microsoft.com/office/drawing/2014/main" id="{AD6F5626-3ADA-0E42-C867-DF7964D5D39C}"/>
              </a:ext>
            </a:extLst>
          </p:cNvPr>
          <p:cNvSpPr/>
          <p:nvPr/>
        </p:nvSpPr>
        <p:spPr>
          <a:xfrm>
            <a:off x="467544" y="3680815"/>
            <a:ext cx="4731396" cy="1144158"/>
          </a:xfrm>
          <a:prstGeom prst="roundRect">
            <a:avLst>
              <a:gd name="adj" fmla="val 7360"/>
            </a:avLst>
          </a:prstGeom>
          <a:solidFill>
            <a:schemeClr val="bg1">
              <a:lumMod val="95000"/>
            </a:schemeClr>
          </a:solidFill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gateway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82" name="사각형: 둥근 모서리 12">
            <a:extLst>
              <a:ext uri="{FF2B5EF4-FFF2-40B4-BE49-F238E27FC236}">
                <a16:creationId xmlns:a16="http://schemas.microsoft.com/office/drawing/2014/main" id="{7BDD65EF-B91A-018D-54F9-9A96CF247FAE}"/>
              </a:ext>
            </a:extLst>
          </p:cNvPr>
          <p:cNvSpPr/>
          <p:nvPr/>
        </p:nvSpPr>
        <p:spPr>
          <a:xfrm>
            <a:off x="2648405" y="3788289"/>
            <a:ext cx="1139438" cy="36135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external-gateway</a:t>
            </a:r>
          </a:p>
          <a:p>
            <a:pPr algn="ctr"/>
            <a:r>
              <a:rPr lang="en-US" altLang="ko-KR" sz="900" b="1"/>
              <a:t>Service (LB)</a:t>
            </a:r>
            <a:endParaRPr lang="ko-KR" altLang="en-US" sz="900" b="1"/>
          </a:p>
        </p:txBody>
      </p:sp>
      <p:sp>
        <p:nvSpPr>
          <p:cNvPr id="93" name="사각형: 둥근 모서리 12">
            <a:extLst>
              <a:ext uri="{FF2B5EF4-FFF2-40B4-BE49-F238E27FC236}">
                <a16:creationId xmlns:a16="http://schemas.microsoft.com/office/drawing/2014/main" id="{7372F028-DC16-829B-7A76-88895BEFF7E8}"/>
              </a:ext>
            </a:extLst>
          </p:cNvPr>
          <p:cNvSpPr/>
          <p:nvPr/>
        </p:nvSpPr>
        <p:spPr>
          <a:xfrm>
            <a:off x="3951224" y="3788289"/>
            <a:ext cx="1139438" cy="36135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Internal-gateway</a:t>
            </a:r>
          </a:p>
          <a:p>
            <a:pPr algn="ctr"/>
            <a:r>
              <a:rPr lang="en-US" altLang="ko-KR" sz="900" b="1"/>
              <a:t>Service (LB)</a:t>
            </a:r>
            <a:endParaRPr lang="ko-KR" altLang="en-US" sz="900" b="1"/>
          </a:p>
        </p:txBody>
      </p:sp>
      <p:sp>
        <p:nvSpPr>
          <p:cNvPr id="94" name="사각형: 둥근 모서리 12">
            <a:extLst>
              <a:ext uri="{FF2B5EF4-FFF2-40B4-BE49-F238E27FC236}">
                <a16:creationId xmlns:a16="http://schemas.microsoft.com/office/drawing/2014/main" id="{D41E7301-FF00-7438-6606-BC90911F90EA}"/>
              </a:ext>
            </a:extLst>
          </p:cNvPr>
          <p:cNvSpPr/>
          <p:nvPr/>
        </p:nvSpPr>
        <p:spPr>
          <a:xfrm>
            <a:off x="2649107" y="4284284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external-gateway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95" name="직선 화살표 연결선 96">
            <a:extLst>
              <a:ext uri="{FF2B5EF4-FFF2-40B4-BE49-F238E27FC236}">
                <a16:creationId xmlns:a16="http://schemas.microsoft.com/office/drawing/2014/main" id="{4BD78A6A-CA1D-BADD-CBE4-1F9C482A6010}"/>
              </a:ext>
            </a:extLst>
          </p:cNvPr>
          <p:cNvCxnSpPr>
            <a:cxnSpLocks/>
            <a:stCxn id="33" idx="2"/>
            <a:endCxn id="100" idx="0"/>
          </p:cNvCxnSpPr>
          <p:nvPr/>
        </p:nvCxnSpPr>
        <p:spPr>
          <a:xfrm>
            <a:off x="2086462" y="1888477"/>
            <a:ext cx="1131163" cy="1860074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사각형: 둥근 모서리 12">
            <a:extLst>
              <a:ext uri="{FF2B5EF4-FFF2-40B4-BE49-F238E27FC236}">
                <a16:creationId xmlns:a16="http://schemas.microsoft.com/office/drawing/2014/main" id="{A30B6928-3100-1234-D127-B42A34B750D2}"/>
              </a:ext>
            </a:extLst>
          </p:cNvPr>
          <p:cNvSpPr/>
          <p:nvPr/>
        </p:nvSpPr>
        <p:spPr>
          <a:xfrm>
            <a:off x="3948025" y="4284284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Internal-gateway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00" name="사각형: 둥근 모서리 70">
            <a:extLst>
              <a:ext uri="{FF2B5EF4-FFF2-40B4-BE49-F238E27FC236}">
                <a16:creationId xmlns:a16="http://schemas.microsoft.com/office/drawing/2014/main" id="{BAD4408A-D4D7-5F66-9AB0-394ED829D310}"/>
              </a:ext>
            </a:extLst>
          </p:cNvPr>
          <p:cNvSpPr/>
          <p:nvPr/>
        </p:nvSpPr>
        <p:spPr>
          <a:xfrm>
            <a:off x="2595966" y="3748551"/>
            <a:ext cx="1243318" cy="1021676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1000"/>
          </a:p>
        </p:txBody>
      </p:sp>
      <p:sp>
        <p:nvSpPr>
          <p:cNvPr id="102" name="사각형: 둥근 모서리 70">
            <a:extLst>
              <a:ext uri="{FF2B5EF4-FFF2-40B4-BE49-F238E27FC236}">
                <a16:creationId xmlns:a16="http://schemas.microsoft.com/office/drawing/2014/main" id="{844DD6B8-F3A9-1A6F-451B-8BF3E74DF4CB}"/>
              </a:ext>
            </a:extLst>
          </p:cNvPr>
          <p:cNvSpPr/>
          <p:nvPr/>
        </p:nvSpPr>
        <p:spPr>
          <a:xfrm>
            <a:off x="3897276" y="3748551"/>
            <a:ext cx="1243318" cy="1021676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1000"/>
          </a:p>
        </p:txBody>
      </p:sp>
      <p:cxnSp>
        <p:nvCxnSpPr>
          <p:cNvPr id="113" name="직선 화살표 연결선 96">
            <a:extLst>
              <a:ext uri="{FF2B5EF4-FFF2-40B4-BE49-F238E27FC236}">
                <a16:creationId xmlns:a16="http://schemas.microsoft.com/office/drawing/2014/main" id="{34739BDC-C2FD-3CB3-D46B-59359D8C5B11}"/>
              </a:ext>
            </a:extLst>
          </p:cNvPr>
          <p:cNvCxnSpPr>
            <a:cxnSpLocks/>
            <a:stCxn id="33" idx="2"/>
            <a:endCxn id="102" idx="0"/>
          </p:cNvCxnSpPr>
          <p:nvPr/>
        </p:nvCxnSpPr>
        <p:spPr>
          <a:xfrm>
            <a:off x="2086462" y="1888477"/>
            <a:ext cx="2432473" cy="1860074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96">
            <a:extLst>
              <a:ext uri="{FF2B5EF4-FFF2-40B4-BE49-F238E27FC236}">
                <a16:creationId xmlns:a16="http://schemas.microsoft.com/office/drawing/2014/main" id="{CECCE9E8-5029-3387-FC3F-F9F857C89A1C}"/>
              </a:ext>
            </a:extLst>
          </p:cNvPr>
          <p:cNvCxnSpPr>
            <a:cxnSpLocks/>
            <a:stCxn id="52" idx="2"/>
            <a:endCxn id="94" idx="0"/>
          </p:cNvCxnSpPr>
          <p:nvPr/>
        </p:nvCxnSpPr>
        <p:spPr>
          <a:xfrm flipH="1">
            <a:off x="3218826" y="3408617"/>
            <a:ext cx="1344245" cy="87566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96">
            <a:extLst>
              <a:ext uri="{FF2B5EF4-FFF2-40B4-BE49-F238E27FC236}">
                <a16:creationId xmlns:a16="http://schemas.microsoft.com/office/drawing/2014/main" id="{1040000B-3179-3679-59FE-7F9212ACFF50}"/>
              </a:ext>
            </a:extLst>
          </p:cNvPr>
          <p:cNvCxnSpPr>
            <a:cxnSpLocks/>
            <a:stCxn id="52" idx="2"/>
            <a:endCxn id="98" idx="0"/>
          </p:cNvCxnSpPr>
          <p:nvPr/>
        </p:nvCxnSpPr>
        <p:spPr>
          <a:xfrm flipH="1">
            <a:off x="4517744" y="3408617"/>
            <a:ext cx="45327" cy="87566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사각형: 둥근 모서리 12">
            <a:extLst>
              <a:ext uri="{FF2B5EF4-FFF2-40B4-BE49-F238E27FC236}">
                <a16:creationId xmlns:a16="http://schemas.microsoft.com/office/drawing/2014/main" id="{049F4C21-9BFB-62D3-CE8F-12236511C3AD}"/>
              </a:ext>
            </a:extLst>
          </p:cNvPr>
          <p:cNvSpPr/>
          <p:nvPr/>
        </p:nvSpPr>
        <p:spPr>
          <a:xfrm>
            <a:off x="6212616" y="4280404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app-internal </a:t>
            </a:r>
            <a:br>
              <a:rPr lang="en-US" altLang="ko-KR" sz="900"/>
            </a:br>
            <a:r>
              <a:rPr lang="en-US" altLang="ko-KR" sz="900"/>
              <a:t>(envoy sidecar)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29" name="사각형: 둥근 모서리 12">
            <a:extLst>
              <a:ext uri="{FF2B5EF4-FFF2-40B4-BE49-F238E27FC236}">
                <a16:creationId xmlns:a16="http://schemas.microsoft.com/office/drawing/2014/main" id="{C8703E9B-3E18-E7AE-BBF1-5AA25AF792DC}"/>
              </a:ext>
            </a:extLst>
          </p:cNvPr>
          <p:cNvSpPr/>
          <p:nvPr/>
        </p:nvSpPr>
        <p:spPr>
          <a:xfrm>
            <a:off x="7545409" y="4280404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app-external </a:t>
            </a:r>
            <a:br>
              <a:rPr lang="en-US" altLang="ko-KR" sz="900"/>
            </a:br>
            <a:r>
              <a:rPr lang="en-US" altLang="ko-KR" sz="900"/>
              <a:t>(envoy sidecar)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39" name="사각형: 둥근 모서리 12">
            <a:extLst>
              <a:ext uri="{FF2B5EF4-FFF2-40B4-BE49-F238E27FC236}">
                <a16:creationId xmlns:a16="http://schemas.microsoft.com/office/drawing/2014/main" id="{9FBFAA55-0621-B68C-6C44-50B2109169C9}"/>
              </a:ext>
            </a:extLst>
          </p:cNvPr>
          <p:cNvSpPr/>
          <p:nvPr/>
        </p:nvSpPr>
        <p:spPr>
          <a:xfrm>
            <a:off x="6595599" y="2461188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ingress-gateway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40" name="사각형: 둥근 모서리 12">
            <a:extLst>
              <a:ext uri="{FF2B5EF4-FFF2-40B4-BE49-F238E27FC236}">
                <a16:creationId xmlns:a16="http://schemas.microsoft.com/office/drawing/2014/main" id="{78F664D6-65CB-EBF0-8F12-BF809CCA4C61}"/>
              </a:ext>
            </a:extLst>
          </p:cNvPr>
          <p:cNvSpPr/>
          <p:nvPr/>
        </p:nvSpPr>
        <p:spPr>
          <a:xfrm>
            <a:off x="6595599" y="303584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egress-gateway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141" name="직선 화살표 연결선 96">
            <a:extLst>
              <a:ext uri="{FF2B5EF4-FFF2-40B4-BE49-F238E27FC236}">
                <a16:creationId xmlns:a16="http://schemas.microsoft.com/office/drawing/2014/main" id="{8A1CA507-4189-D6A0-C9C4-9C0846F0F149}"/>
              </a:ext>
            </a:extLst>
          </p:cNvPr>
          <p:cNvCxnSpPr>
            <a:cxnSpLocks/>
            <a:stCxn id="52" idx="3"/>
            <a:endCxn id="140" idx="1"/>
          </p:cNvCxnSpPr>
          <p:nvPr/>
        </p:nvCxnSpPr>
        <p:spPr>
          <a:xfrm>
            <a:off x="6373586" y="3222230"/>
            <a:ext cx="222013" cy="3500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화살표 연결선 96">
            <a:extLst>
              <a:ext uri="{FF2B5EF4-FFF2-40B4-BE49-F238E27FC236}">
                <a16:creationId xmlns:a16="http://schemas.microsoft.com/office/drawing/2014/main" id="{0519A4AE-38EC-0C1C-96CA-4F68F051D9C8}"/>
              </a:ext>
            </a:extLst>
          </p:cNvPr>
          <p:cNvCxnSpPr>
            <a:cxnSpLocks/>
            <a:stCxn id="52" idx="3"/>
            <a:endCxn id="139" idx="1"/>
          </p:cNvCxnSpPr>
          <p:nvPr/>
        </p:nvCxnSpPr>
        <p:spPr>
          <a:xfrm flipV="1">
            <a:off x="6373586" y="2682582"/>
            <a:ext cx="222013" cy="53964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96">
            <a:extLst>
              <a:ext uri="{FF2B5EF4-FFF2-40B4-BE49-F238E27FC236}">
                <a16:creationId xmlns:a16="http://schemas.microsoft.com/office/drawing/2014/main" id="{D13E0C63-1DB6-F231-775F-57ED4E40CD3F}"/>
              </a:ext>
            </a:extLst>
          </p:cNvPr>
          <p:cNvCxnSpPr>
            <a:cxnSpLocks/>
          </p:cNvCxnSpPr>
          <p:nvPr/>
        </p:nvCxnSpPr>
        <p:spPr>
          <a:xfrm>
            <a:off x="7883528" y="1601569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3B69386-B167-0405-2ACA-3CF42CBBF0F8}"/>
              </a:ext>
            </a:extLst>
          </p:cNvPr>
          <p:cNvSpPr txBox="1"/>
          <p:nvPr/>
        </p:nvSpPr>
        <p:spPr>
          <a:xfrm>
            <a:off x="8179271" y="1491799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Configs</a:t>
            </a:r>
            <a:endParaRPr lang="en-KR" sz="900"/>
          </a:p>
        </p:txBody>
      </p:sp>
      <p:cxnSp>
        <p:nvCxnSpPr>
          <p:cNvPr id="6" name="직선 화살표 연결선 96">
            <a:extLst>
              <a:ext uri="{FF2B5EF4-FFF2-40B4-BE49-F238E27FC236}">
                <a16:creationId xmlns:a16="http://schemas.microsoft.com/office/drawing/2014/main" id="{AC62E466-805C-5557-0CA0-F342594705FA}"/>
              </a:ext>
            </a:extLst>
          </p:cNvPr>
          <p:cNvCxnSpPr>
            <a:cxnSpLocks/>
          </p:cNvCxnSpPr>
          <p:nvPr/>
        </p:nvCxnSpPr>
        <p:spPr>
          <a:xfrm>
            <a:off x="7883528" y="1851928"/>
            <a:ext cx="323569" cy="0"/>
          </a:xfrm>
          <a:prstGeom prst="straightConnector1">
            <a:avLst/>
          </a:prstGeom>
          <a:ln w="12700">
            <a:solidFill>
              <a:schemeClr val="accent5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36C3DEC-08EB-7AE8-0F4A-648036A9BCA9}"/>
              </a:ext>
            </a:extLst>
          </p:cNvPr>
          <p:cNvSpPr txBox="1"/>
          <p:nvPr/>
        </p:nvSpPr>
        <p:spPr>
          <a:xfrm>
            <a:off x="8179271" y="1742158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Watch</a:t>
            </a:r>
            <a:endParaRPr lang="en-KR" sz="900"/>
          </a:p>
        </p:txBody>
      </p:sp>
      <p:sp>
        <p:nvSpPr>
          <p:cNvPr id="45" name="사각형: 둥근 모서리 12">
            <a:extLst>
              <a:ext uri="{FF2B5EF4-FFF2-40B4-BE49-F238E27FC236}">
                <a16:creationId xmlns:a16="http://schemas.microsoft.com/office/drawing/2014/main" id="{E5FDFB9C-F5B7-2CF4-6FA8-2371459165DF}"/>
              </a:ext>
            </a:extLst>
          </p:cNvPr>
          <p:cNvSpPr/>
          <p:nvPr/>
        </p:nvSpPr>
        <p:spPr>
          <a:xfrm>
            <a:off x="6212616" y="3788289"/>
            <a:ext cx="1139438" cy="36135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app-internal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/>
          </a:p>
        </p:txBody>
      </p:sp>
      <p:sp>
        <p:nvSpPr>
          <p:cNvPr id="46" name="사각형: 둥근 모서리 12">
            <a:extLst>
              <a:ext uri="{FF2B5EF4-FFF2-40B4-BE49-F238E27FC236}">
                <a16:creationId xmlns:a16="http://schemas.microsoft.com/office/drawing/2014/main" id="{B0C96D50-5C5A-24F8-65E4-9AA224A7BD54}"/>
              </a:ext>
            </a:extLst>
          </p:cNvPr>
          <p:cNvSpPr/>
          <p:nvPr/>
        </p:nvSpPr>
        <p:spPr>
          <a:xfrm>
            <a:off x="7545409" y="3788289"/>
            <a:ext cx="1139438" cy="36135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app-external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/>
          </a:p>
        </p:txBody>
      </p:sp>
      <p:cxnSp>
        <p:nvCxnSpPr>
          <p:cNvPr id="47" name="직선 화살표 연결선 96">
            <a:extLst>
              <a:ext uri="{FF2B5EF4-FFF2-40B4-BE49-F238E27FC236}">
                <a16:creationId xmlns:a16="http://schemas.microsoft.com/office/drawing/2014/main" id="{73EF8D62-BB33-1F2C-33D6-24FAB82CE289}"/>
              </a:ext>
            </a:extLst>
          </p:cNvPr>
          <p:cNvCxnSpPr>
            <a:cxnSpLocks/>
            <a:stCxn id="52" idx="2"/>
            <a:endCxn id="127" idx="0"/>
          </p:cNvCxnSpPr>
          <p:nvPr/>
        </p:nvCxnSpPr>
        <p:spPr>
          <a:xfrm>
            <a:off x="4563071" y="3408617"/>
            <a:ext cx="2219264" cy="87178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96">
            <a:extLst>
              <a:ext uri="{FF2B5EF4-FFF2-40B4-BE49-F238E27FC236}">
                <a16:creationId xmlns:a16="http://schemas.microsoft.com/office/drawing/2014/main" id="{4ECB77F0-32C0-0850-625F-A46297C42ABE}"/>
              </a:ext>
            </a:extLst>
          </p:cNvPr>
          <p:cNvCxnSpPr>
            <a:cxnSpLocks/>
            <a:stCxn id="52" idx="2"/>
            <a:endCxn id="129" idx="0"/>
          </p:cNvCxnSpPr>
          <p:nvPr/>
        </p:nvCxnSpPr>
        <p:spPr>
          <a:xfrm>
            <a:off x="4563071" y="3408617"/>
            <a:ext cx="3552057" cy="87178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96">
            <a:extLst>
              <a:ext uri="{FF2B5EF4-FFF2-40B4-BE49-F238E27FC236}">
                <a16:creationId xmlns:a16="http://schemas.microsoft.com/office/drawing/2014/main" id="{5B63E925-0B34-2E08-D196-C949A7A7E367}"/>
              </a:ext>
            </a:extLst>
          </p:cNvPr>
          <p:cNvCxnSpPr>
            <a:cxnSpLocks/>
            <a:stCxn id="45" idx="0"/>
            <a:endCxn id="29" idx="2"/>
          </p:cNvCxnSpPr>
          <p:nvPr/>
        </p:nvCxnSpPr>
        <p:spPr>
          <a:xfrm flipH="1" flipV="1">
            <a:off x="3325597" y="1888477"/>
            <a:ext cx="3456738" cy="189981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96">
            <a:extLst>
              <a:ext uri="{FF2B5EF4-FFF2-40B4-BE49-F238E27FC236}">
                <a16:creationId xmlns:a16="http://schemas.microsoft.com/office/drawing/2014/main" id="{7392F582-851D-2BBE-FC46-D08A8D5DCA87}"/>
              </a:ext>
            </a:extLst>
          </p:cNvPr>
          <p:cNvCxnSpPr>
            <a:cxnSpLocks/>
            <a:stCxn id="46" idx="0"/>
            <a:endCxn id="29" idx="2"/>
          </p:cNvCxnSpPr>
          <p:nvPr/>
        </p:nvCxnSpPr>
        <p:spPr>
          <a:xfrm flipH="1" flipV="1">
            <a:off x="3325597" y="1888477"/>
            <a:ext cx="4789531" cy="189981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사각형: 둥근 모서리 12">
            <a:extLst>
              <a:ext uri="{FF2B5EF4-FFF2-40B4-BE49-F238E27FC236}">
                <a16:creationId xmlns:a16="http://schemas.microsoft.com/office/drawing/2014/main" id="{48B6653F-E55C-3185-8C27-D9A1004F53F9}"/>
              </a:ext>
            </a:extLst>
          </p:cNvPr>
          <p:cNvSpPr/>
          <p:nvPr/>
        </p:nvSpPr>
        <p:spPr>
          <a:xfrm>
            <a:off x="6595599" y="1972990"/>
            <a:ext cx="1139438" cy="36135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gateway-ingress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cxnSp>
        <p:nvCxnSpPr>
          <p:cNvPr id="64" name="직선 화살표 연결선 96">
            <a:extLst>
              <a:ext uri="{FF2B5EF4-FFF2-40B4-BE49-F238E27FC236}">
                <a16:creationId xmlns:a16="http://schemas.microsoft.com/office/drawing/2014/main" id="{1885F064-E7A4-4006-C1FE-111CA053FA34}"/>
              </a:ext>
            </a:extLst>
          </p:cNvPr>
          <p:cNvCxnSpPr>
            <a:cxnSpLocks/>
            <a:stCxn id="62" idx="1"/>
            <a:endCxn id="29" idx="3"/>
          </p:cNvCxnSpPr>
          <p:nvPr/>
        </p:nvCxnSpPr>
        <p:spPr>
          <a:xfrm flipH="1" flipV="1">
            <a:off x="3895316" y="1707800"/>
            <a:ext cx="2700283" cy="44586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사각형: 둥근 모서리 12">
            <a:extLst>
              <a:ext uri="{FF2B5EF4-FFF2-40B4-BE49-F238E27FC236}">
                <a16:creationId xmlns:a16="http://schemas.microsoft.com/office/drawing/2014/main" id="{921CE01D-5957-216C-3D8B-45FE0551A16C}"/>
              </a:ext>
            </a:extLst>
          </p:cNvPr>
          <p:cNvSpPr/>
          <p:nvPr/>
        </p:nvSpPr>
        <p:spPr>
          <a:xfrm>
            <a:off x="1347375" y="3788289"/>
            <a:ext cx="1139438" cy="36135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gateway-external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sp>
        <p:nvSpPr>
          <p:cNvPr id="80" name="사각형: 둥근 모서리 12">
            <a:extLst>
              <a:ext uri="{FF2B5EF4-FFF2-40B4-BE49-F238E27FC236}">
                <a16:creationId xmlns:a16="http://schemas.microsoft.com/office/drawing/2014/main" id="{37AAD74E-9754-A82C-03D1-4EC778B376A0}"/>
              </a:ext>
            </a:extLst>
          </p:cNvPr>
          <p:cNvSpPr/>
          <p:nvPr/>
        </p:nvSpPr>
        <p:spPr>
          <a:xfrm>
            <a:off x="1356398" y="4274087"/>
            <a:ext cx="1139438" cy="36135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gateway-internal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cxnSp>
        <p:nvCxnSpPr>
          <p:cNvPr id="89" name="직선 화살표 연결선 96">
            <a:extLst>
              <a:ext uri="{FF2B5EF4-FFF2-40B4-BE49-F238E27FC236}">
                <a16:creationId xmlns:a16="http://schemas.microsoft.com/office/drawing/2014/main" id="{790C9497-9210-B07D-56B6-942982BF9DE3}"/>
              </a:ext>
            </a:extLst>
          </p:cNvPr>
          <p:cNvCxnSpPr>
            <a:cxnSpLocks/>
            <a:stCxn id="70" idx="0"/>
            <a:endCxn id="33" idx="2"/>
          </p:cNvCxnSpPr>
          <p:nvPr/>
        </p:nvCxnSpPr>
        <p:spPr>
          <a:xfrm flipV="1">
            <a:off x="1917094" y="1888477"/>
            <a:ext cx="169368" cy="189981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6">
            <a:extLst>
              <a:ext uri="{FF2B5EF4-FFF2-40B4-BE49-F238E27FC236}">
                <a16:creationId xmlns:a16="http://schemas.microsoft.com/office/drawing/2014/main" id="{E0E1DCEC-14BA-19D2-0FD6-D359B8192E2F}"/>
              </a:ext>
            </a:extLst>
          </p:cNvPr>
          <p:cNvCxnSpPr>
            <a:cxnSpLocks/>
            <a:stCxn id="70" idx="0"/>
            <a:endCxn id="29" idx="2"/>
          </p:cNvCxnSpPr>
          <p:nvPr/>
        </p:nvCxnSpPr>
        <p:spPr>
          <a:xfrm flipV="1">
            <a:off x="1917094" y="1888477"/>
            <a:ext cx="1408503" cy="189981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6">
            <a:extLst>
              <a:ext uri="{FF2B5EF4-FFF2-40B4-BE49-F238E27FC236}">
                <a16:creationId xmlns:a16="http://schemas.microsoft.com/office/drawing/2014/main" id="{983DC632-F60F-1424-CF9B-52968B556486}"/>
              </a:ext>
            </a:extLst>
          </p:cNvPr>
          <p:cNvCxnSpPr>
            <a:cxnSpLocks/>
            <a:stCxn id="80" idx="0"/>
            <a:endCxn id="33" idx="2"/>
          </p:cNvCxnSpPr>
          <p:nvPr/>
        </p:nvCxnSpPr>
        <p:spPr>
          <a:xfrm flipV="1">
            <a:off x="1926117" y="1888477"/>
            <a:ext cx="160345" cy="238561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96">
            <a:extLst>
              <a:ext uri="{FF2B5EF4-FFF2-40B4-BE49-F238E27FC236}">
                <a16:creationId xmlns:a16="http://schemas.microsoft.com/office/drawing/2014/main" id="{8D553F84-9FD6-9EAB-0410-11A4D9352C26}"/>
              </a:ext>
            </a:extLst>
          </p:cNvPr>
          <p:cNvCxnSpPr>
            <a:cxnSpLocks/>
            <a:stCxn id="80" idx="0"/>
            <a:endCxn id="29" idx="2"/>
          </p:cNvCxnSpPr>
          <p:nvPr/>
        </p:nvCxnSpPr>
        <p:spPr>
          <a:xfrm flipV="1">
            <a:off x="1926117" y="1888477"/>
            <a:ext cx="1399480" cy="238561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96">
            <a:extLst>
              <a:ext uri="{FF2B5EF4-FFF2-40B4-BE49-F238E27FC236}">
                <a16:creationId xmlns:a16="http://schemas.microsoft.com/office/drawing/2014/main" id="{8A14CCCB-88CE-0016-0EE8-D94552AAC5F7}"/>
              </a:ext>
            </a:extLst>
          </p:cNvPr>
          <p:cNvCxnSpPr>
            <a:cxnSpLocks/>
          </p:cNvCxnSpPr>
          <p:nvPr/>
        </p:nvCxnSpPr>
        <p:spPr>
          <a:xfrm>
            <a:off x="7883528" y="2096641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65528B50-5595-89E0-05B3-A91FC9169E2C}"/>
              </a:ext>
            </a:extLst>
          </p:cNvPr>
          <p:cNvSpPr txBox="1"/>
          <p:nvPr/>
        </p:nvSpPr>
        <p:spPr>
          <a:xfrm>
            <a:off x="8179271" y="1986871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cxnSp>
        <p:nvCxnSpPr>
          <p:cNvPr id="8" name="직선 화살표 연결선 96">
            <a:extLst>
              <a:ext uri="{FF2B5EF4-FFF2-40B4-BE49-F238E27FC236}">
                <a16:creationId xmlns:a16="http://schemas.microsoft.com/office/drawing/2014/main" id="{8BA01C61-0F0E-52D4-6E55-E9EBE426EFA3}"/>
              </a:ext>
            </a:extLst>
          </p:cNvPr>
          <p:cNvCxnSpPr>
            <a:cxnSpLocks/>
            <a:stCxn id="45" idx="2"/>
            <a:endCxn id="127" idx="0"/>
          </p:cNvCxnSpPr>
          <p:nvPr/>
        </p:nvCxnSpPr>
        <p:spPr>
          <a:xfrm>
            <a:off x="6782335" y="4149643"/>
            <a:ext cx="0" cy="13076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96">
            <a:extLst>
              <a:ext uri="{FF2B5EF4-FFF2-40B4-BE49-F238E27FC236}">
                <a16:creationId xmlns:a16="http://schemas.microsoft.com/office/drawing/2014/main" id="{0BE6C5FC-92AF-F018-C4E5-0DD9727B15CD}"/>
              </a:ext>
            </a:extLst>
          </p:cNvPr>
          <p:cNvCxnSpPr>
            <a:cxnSpLocks/>
            <a:stCxn id="46" idx="2"/>
            <a:endCxn id="129" idx="0"/>
          </p:cNvCxnSpPr>
          <p:nvPr/>
        </p:nvCxnSpPr>
        <p:spPr>
          <a:xfrm>
            <a:off x="8115128" y="4149643"/>
            <a:ext cx="0" cy="13076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96">
            <a:extLst>
              <a:ext uri="{FF2B5EF4-FFF2-40B4-BE49-F238E27FC236}">
                <a16:creationId xmlns:a16="http://schemas.microsoft.com/office/drawing/2014/main" id="{4577299C-B293-DE8F-7AB0-C95DB3D22B20}"/>
              </a:ext>
            </a:extLst>
          </p:cNvPr>
          <p:cNvCxnSpPr>
            <a:cxnSpLocks/>
            <a:stCxn id="62" idx="2"/>
            <a:endCxn id="139" idx="0"/>
          </p:cNvCxnSpPr>
          <p:nvPr/>
        </p:nvCxnSpPr>
        <p:spPr>
          <a:xfrm>
            <a:off x="7165318" y="2334344"/>
            <a:ext cx="0" cy="12684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96">
            <a:extLst>
              <a:ext uri="{FF2B5EF4-FFF2-40B4-BE49-F238E27FC236}">
                <a16:creationId xmlns:a16="http://schemas.microsoft.com/office/drawing/2014/main" id="{CB740253-F3E5-6B61-2F8C-2C7650E75E97}"/>
              </a:ext>
            </a:extLst>
          </p:cNvPr>
          <p:cNvCxnSpPr>
            <a:cxnSpLocks/>
            <a:endCxn id="98" idx="0"/>
          </p:cNvCxnSpPr>
          <p:nvPr/>
        </p:nvCxnSpPr>
        <p:spPr>
          <a:xfrm>
            <a:off x="4517744" y="4149643"/>
            <a:ext cx="0" cy="13464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96">
            <a:extLst>
              <a:ext uri="{FF2B5EF4-FFF2-40B4-BE49-F238E27FC236}">
                <a16:creationId xmlns:a16="http://schemas.microsoft.com/office/drawing/2014/main" id="{B89405F3-81B9-2925-0A23-453B5868085F}"/>
              </a:ext>
            </a:extLst>
          </p:cNvPr>
          <p:cNvCxnSpPr>
            <a:cxnSpLocks/>
            <a:endCxn id="94" idx="0"/>
          </p:cNvCxnSpPr>
          <p:nvPr/>
        </p:nvCxnSpPr>
        <p:spPr>
          <a:xfrm>
            <a:off x="3217625" y="4149643"/>
            <a:ext cx="1201" cy="13464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96">
            <a:extLst>
              <a:ext uri="{FF2B5EF4-FFF2-40B4-BE49-F238E27FC236}">
                <a16:creationId xmlns:a16="http://schemas.microsoft.com/office/drawing/2014/main" id="{D62687AE-F50E-77A1-40C8-7D4E165568CF}"/>
              </a:ext>
            </a:extLst>
          </p:cNvPr>
          <p:cNvCxnSpPr>
            <a:cxnSpLocks/>
            <a:stCxn id="70" idx="3"/>
            <a:endCxn id="100" idx="1"/>
          </p:cNvCxnSpPr>
          <p:nvPr/>
        </p:nvCxnSpPr>
        <p:spPr>
          <a:xfrm>
            <a:off x="2486813" y="3968966"/>
            <a:ext cx="109153" cy="29042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96">
            <a:extLst>
              <a:ext uri="{FF2B5EF4-FFF2-40B4-BE49-F238E27FC236}">
                <a16:creationId xmlns:a16="http://schemas.microsoft.com/office/drawing/2014/main" id="{2DA7482A-3408-51B9-1D74-F6482FEE4281}"/>
              </a:ext>
            </a:extLst>
          </p:cNvPr>
          <p:cNvCxnSpPr>
            <a:cxnSpLocks/>
            <a:stCxn id="80" idx="3"/>
            <a:endCxn id="102" idx="1"/>
          </p:cNvCxnSpPr>
          <p:nvPr/>
        </p:nvCxnSpPr>
        <p:spPr>
          <a:xfrm flipV="1">
            <a:off x="2495836" y="4259389"/>
            <a:ext cx="1401440" cy="19537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96">
            <a:extLst>
              <a:ext uri="{FF2B5EF4-FFF2-40B4-BE49-F238E27FC236}">
                <a16:creationId xmlns:a16="http://schemas.microsoft.com/office/drawing/2014/main" id="{AB0D1B07-1D30-44D3-7FA7-5CE7B9540B6F}"/>
              </a:ext>
            </a:extLst>
          </p:cNvPr>
          <p:cNvCxnSpPr>
            <a:cxnSpLocks/>
          </p:cNvCxnSpPr>
          <p:nvPr/>
        </p:nvCxnSpPr>
        <p:spPr>
          <a:xfrm>
            <a:off x="3113651" y="4149643"/>
            <a:ext cx="1201" cy="134641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96">
            <a:extLst>
              <a:ext uri="{FF2B5EF4-FFF2-40B4-BE49-F238E27FC236}">
                <a16:creationId xmlns:a16="http://schemas.microsoft.com/office/drawing/2014/main" id="{F8463CE7-EF4E-57B7-FDEC-7FC9BBA6095B}"/>
              </a:ext>
            </a:extLst>
          </p:cNvPr>
          <p:cNvCxnSpPr>
            <a:cxnSpLocks/>
          </p:cNvCxnSpPr>
          <p:nvPr/>
        </p:nvCxnSpPr>
        <p:spPr>
          <a:xfrm>
            <a:off x="4644008" y="4149643"/>
            <a:ext cx="0" cy="134641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96">
            <a:extLst>
              <a:ext uri="{FF2B5EF4-FFF2-40B4-BE49-F238E27FC236}">
                <a16:creationId xmlns:a16="http://schemas.microsoft.com/office/drawing/2014/main" id="{3ADA7D98-A863-EEE3-94D3-1DC7EAA2C8E9}"/>
              </a:ext>
            </a:extLst>
          </p:cNvPr>
          <p:cNvCxnSpPr>
            <a:cxnSpLocks/>
          </p:cNvCxnSpPr>
          <p:nvPr/>
        </p:nvCxnSpPr>
        <p:spPr>
          <a:xfrm>
            <a:off x="7260149" y="2334344"/>
            <a:ext cx="0" cy="130761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CB4F8E68-3EE7-0CBF-3761-E8897FA47842}"/>
              </a:ext>
            </a:extLst>
          </p:cNvPr>
          <p:cNvCxnSpPr>
            <a:cxnSpLocks/>
            <a:stCxn id="139" idx="2"/>
            <a:endCxn id="129" idx="0"/>
          </p:cNvCxnSpPr>
          <p:nvPr/>
        </p:nvCxnSpPr>
        <p:spPr>
          <a:xfrm>
            <a:off x="7165318" y="2903976"/>
            <a:ext cx="949810" cy="1376428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96">
            <a:extLst>
              <a:ext uri="{FF2B5EF4-FFF2-40B4-BE49-F238E27FC236}">
                <a16:creationId xmlns:a16="http://schemas.microsoft.com/office/drawing/2014/main" id="{F448DFE7-B4B5-053E-B3C4-A8EAC03FE0BC}"/>
              </a:ext>
            </a:extLst>
          </p:cNvPr>
          <p:cNvCxnSpPr>
            <a:cxnSpLocks/>
            <a:stCxn id="98" idx="3"/>
            <a:endCxn id="127" idx="1"/>
          </p:cNvCxnSpPr>
          <p:nvPr/>
        </p:nvCxnSpPr>
        <p:spPr>
          <a:xfrm flipV="1">
            <a:off x="5087463" y="4501798"/>
            <a:ext cx="1125153" cy="388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96">
            <a:extLst>
              <a:ext uri="{FF2B5EF4-FFF2-40B4-BE49-F238E27FC236}">
                <a16:creationId xmlns:a16="http://schemas.microsoft.com/office/drawing/2014/main" id="{FFC6E96B-E144-675A-E9E7-87CBADB043FE}"/>
              </a:ext>
            </a:extLst>
          </p:cNvPr>
          <p:cNvCxnSpPr>
            <a:cxnSpLocks/>
          </p:cNvCxnSpPr>
          <p:nvPr/>
        </p:nvCxnSpPr>
        <p:spPr>
          <a:xfrm flipV="1">
            <a:off x="3787843" y="4550905"/>
            <a:ext cx="3757566" cy="3706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96">
            <a:extLst>
              <a:ext uri="{FF2B5EF4-FFF2-40B4-BE49-F238E27FC236}">
                <a16:creationId xmlns:a16="http://schemas.microsoft.com/office/drawing/2014/main" id="{7344E122-AE98-C092-6742-5C3E2BEFA825}"/>
              </a:ext>
            </a:extLst>
          </p:cNvPr>
          <p:cNvCxnSpPr>
            <a:cxnSpLocks/>
          </p:cNvCxnSpPr>
          <p:nvPr/>
        </p:nvCxnSpPr>
        <p:spPr>
          <a:xfrm>
            <a:off x="7884626" y="2334344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CEDFC2D4-9F80-3193-4220-4ABC3A4DA0F0}"/>
              </a:ext>
            </a:extLst>
          </p:cNvPr>
          <p:cNvSpPr txBox="1"/>
          <p:nvPr/>
        </p:nvSpPr>
        <p:spPr>
          <a:xfrm>
            <a:off x="8180369" y="2224574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Traffic</a:t>
            </a:r>
            <a:endParaRPr lang="en-KR" sz="900"/>
          </a:p>
        </p:txBody>
      </p:sp>
      <p:cxnSp>
        <p:nvCxnSpPr>
          <p:cNvPr id="131" name="직선 화살표 연결선 96">
            <a:extLst>
              <a:ext uri="{FF2B5EF4-FFF2-40B4-BE49-F238E27FC236}">
                <a16:creationId xmlns:a16="http://schemas.microsoft.com/office/drawing/2014/main" id="{B76C0717-ADCF-E5D4-CFA0-9E06A832278E}"/>
              </a:ext>
            </a:extLst>
          </p:cNvPr>
          <p:cNvCxnSpPr>
            <a:cxnSpLocks/>
            <a:stCxn id="127" idx="3"/>
            <a:endCxn id="129" idx="1"/>
          </p:cNvCxnSpPr>
          <p:nvPr/>
        </p:nvCxnSpPr>
        <p:spPr>
          <a:xfrm>
            <a:off x="7352054" y="4501798"/>
            <a:ext cx="193355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3771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A5C0E-43D4-42B8-FA0F-BEC5D18B9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70">
            <a:extLst>
              <a:ext uri="{FF2B5EF4-FFF2-40B4-BE49-F238E27FC236}">
                <a16:creationId xmlns:a16="http://schemas.microsoft.com/office/drawing/2014/main" id="{5C731CB5-D617-2562-E312-005350B8F86C}"/>
              </a:ext>
            </a:extLst>
          </p:cNvPr>
          <p:cNvSpPr/>
          <p:nvPr/>
        </p:nvSpPr>
        <p:spPr>
          <a:xfrm>
            <a:off x="611560" y="1168800"/>
            <a:ext cx="3545573" cy="1236134"/>
          </a:xfrm>
          <a:prstGeom prst="roundRect">
            <a:avLst>
              <a:gd name="adj" fmla="val 7988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istio-system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DCD19F5F-6674-AFFB-37CE-09BBA1505C19}"/>
              </a:ext>
            </a:extLst>
          </p:cNvPr>
          <p:cNvSpPr/>
          <p:nvPr/>
        </p:nvSpPr>
        <p:spPr>
          <a:xfrm>
            <a:off x="1592631" y="1851656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ingress-gateway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6" name="사각형: 둥근 모서리 12">
            <a:extLst>
              <a:ext uri="{FF2B5EF4-FFF2-40B4-BE49-F238E27FC236}">
                <a16:creationId xmlns:a16="http://schemas.microsoft.com/office/drawing/2014/main" id="{C97DE029-5410-6FF5-D65B-DB16E66E66ED}"/>
              </a:ext>
            </a:extLst>
          </p:cNvPr>
          <p:cNvSpPr/>
          <p:nvPr/>
        </p:nvSpPr>
        <p:spPr>
          <a:xfrm>
            <a:off x="1592631" y="1275592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ingress-gateway</a:t>
            </a:r>
          </a:p>
          <a:p>
            <a:pPr algn="ctr"/>
            <a:r>
              <a:rPr lang="en-US" altLang="ko-KR" sz="900" b="1"/>
              <a:t>Service (LB)</a:t>
            </a:r>
            <a:endParaRPr lang="ko-KR" altLang="en-US" sz="900" b="1"/>
          </a:p>
        </p:txBody>
      </p:sp>
      <p:sp>
        <p:nvSpPr>
          <p:cNvPr id="7" name="사각형: 둥근 모서리 12">
            <a:extLst>
              <a:ext uri="{FF2B5EF4-FFF2-40B4-BE49-F238E27FC236}">
                <a16:creationId xmlns:a16="http://schemas.microsoft.com/office/drawing/2014/main" id="{881FA547-E2EA-A8C3-0FEB-0B594FC77944}"/>
              </a:ext>
            </a:extLst>
          </p:cNvPr>
          <p:cNvSpPr/>
          <p:nvPr/>
        </p:nvSpPr>
        <p:spPr>
          <a:xfrm>
            <a:off x="2911656" y="184871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istiod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8" name="사각형: 둥근 모서리 70">
            <a:extLst>
              <a:ext uri="{FF2B5EF4-FFF2-40B4-BE49-F238E27FC236}">
                <a16:creationId xmlns:a16="http://schemas.microsoft.com/office/drawing/2014/main" id="{3E8F9D5A-2A38-D237-4BEA-B8FB364B4D22}"/>
              </a:ext>
            </a:extLst>
          </p:cNvPr>
          <p:cNvSpPr/>
          <p:nvPr/>
        </p:nvSpPr>
        <p:spPr>
          <a:xfrm>
            <a:off x="4334799" y="1168800"/>
            <a:ext cx="3870261" cy="1236134"/>
          </a:xfrm>
          <a:prstGeom prst="roundRect">
            <a:avLst>
              <a:gd name="adj" fmla="val 7360"/>
            </a:avLst>
          </a:prstGeom>
          <a:solidFill>
            <a:schemeClr val="bg1">
              <a:lumMod val="95000"/>
            </a:schemeClr>
          </a:solidFill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gateway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15" name="사각형: 둥근 모서리 70">
            <a:extLst>
              <a:ext uri="{FF2B5EF4-FFF2-40B4-BE49-F238E27FC236}">
                <a16:creationId xmlns:a16="http://schemas.microsoft.com/office/drawing/2014/main" id="{7990BB79-FB00-6464-08C8-0E0AEC3B9EB5}"/>
              </a:ext>
            </a:extLst>
          </p:cNvPr>
          <p:cNvSpPr/>
          <p:nvPr/>
        </p:nvSpPr>
        <p:spPr>
          <a:xfrm>
            <a:off x="1540691" y="1228066"/>
            <a:ext cx="1243318" cy="1117600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1000"/>
          </a:p>
        </p:txBody>
      </p:sp>
      <p:sp>
        <p:nvSpPr>
          <p:cNvPr id="76" name="사각형: 둥근 모서리 12">
            <a:extLst>
              <a:ext uri="{FF2B5EF4-FFF2-40B4-BE49-F238E27FC236}">
                <a16:creationId xmlns:a16="http://schemas.microsoft.com/office/drawing/2014/main" id="{9B457469-024E-1C09-5A66-39036652DB5C}"/>
              </a:ext>
            </a:extLst>
          </p:cNvPr>
          <p:cNvSpPr/>
          <p:nvPr/>
        </p:nvSpPr>
        <p:spPr>
          <a:xfrm>
            <a:off x="2911656" y="55286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curl</a:t>
            </a:r>
            <a:r>
              <a:rPr lang="en-US" altLang="ko-KR" sz="900" b="1" dirty="0" err="1"/>
              <a:t> </a:t>
            </a:r>
          </a:p>
          <a:p>
            <a:pPr algn="ctr"/>
            <a:r>
              <a:rPr lang="en-US" altLang="ko-KR" sz="900" b="1" dirty="0" err="1"/>
              <a:t>Client</a:t>
            </a:r>
            <a:endParaRPr lang="en-US" altLang="ko-KR" sz="900" dirty="0"/>
          </a:p>
        </p:txBody>
      </p:sp>
      <p:sp>
        <p:nvSpPr>
          <p:cNvPr id="92" name="사각형: 둥근 모서리 12">
            <a:extLst>
              <a:ext uri="{FF2B5EF4-FFF2-40B4-BE49-F238E27FC236}">
                <a16:creationId xmlns:a16="http://schemas.microsoft.com/office/drawing/2014/main" id="{27E688C8-D018-E1CB-A41A-FA4862011758}"/>
              </a:ext>
            </a:extLst>
          </p:cNvPr>
          <p:cNvSpPr/>
          <p:nvPr/>
        </p:nvSpPr>
        <p:spPr>
          <a:xfrm>
            <a:off x="5287731" y="553204"/>
            <a:ext cx="1139438" cy="44210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sp>
        <p:nvSpPr>
          <p:cNvPr id="103" name="사각형: 둥근 모서리 12">
            <a:extLst>
              <a:ext uri="{FF2B5EF4-FFF2-40B4-BE49-F238E27FC236}">
                <a16:creationId xmlns:a16="http://schemas.microsoft.com/office/drawing/2014/main" id="{F9053209-F34C-E332-79C6-AE94A7E5324A}"/>
              </a:ext>
            </a:extLst>
          </p:cNvPr>
          <p:cNvSpPr/>
          <p:nvPr/>
        </p:nvSpPr>
        <p:spPr>
          <a:xfrm>
            <a:off x="6692892" y="552863"/>
            <a:ext cx="1139438" cy="44210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istio-remote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cxnSp>
        <p:nvCxnSpPr>
          <p:cNvPr id="151" name="직선 화살표 연결선 96">
            <a:extLst>
              <a:ext uri="{FF2B5EF4-FFF2-40B4-BE49-F238E27FC236}">
                <a16:creationId xmlns:a16="http://schemas.microsoft.com/office/drawing/2014/main" id="{CEA25FE5-1DA9-7255-2EF4-E1FEAD9529C2}"/>
              </a:ext>
            </a:extLst>
          </p:cNvPr>
          <p:cNvCxnSpPr>
            <a:cxnSpLocks/>
          </p:cNvCxnSpPr>
          <p:nvPr/>
        </p:nvCxnSpPr>
        <p:spPr>
          <a:xfrm>
            <a:off x="6496305" y="2732921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DEC98292-6C87-1583-80E8-6C4CE7048E0B}"/>
              </a:ext>
            </a:extLst>
          </p:cNvPr>
          <p:cNvSpPr txBox="1"/>
          <p:nvPr/>
        </p:nvSpPr>
        <p:spPr>
          <a:xfrm>
            <a:off x="6792048" y="2623151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Reference</a:t>
            </a:r>
            <a:endParaRPr lang="en-KR" sz="900"/>
          </a:p>
        </p:txBody>
      </p:sp>
      <p:cxnSp>
        <p:nvCxnSpPr>
          <p:cNvPr id="153" name="직선 화살표 연결선 96">
            <a:extLst>
              <a:ext uri="{FF2B5EF4-FFF2-40B4-BE49-F238E27FC236}">
                <a16:creationId xmlns:a16="http://schemas.microsoft.com/office/drawing/2014/main" id="{85E36BDC-54C5-201A-2625-FF796BB3807F}"/>
              </a:ext>
            </a:extLst>
          </p:cNvPr>
          <p:cNvCxnSpPr>
            <a:cxnSpLocks/>
          </p:cNvCxnSpPr>
          <p:nvPr/>
        </p:nvCxnSpPr>
        <p:spPr>
          <a:xfrm>
            <a:off x="6496305" y="2979561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E63877EB-979F-BE99-E108-68F5A48A892A}"/>
              </a:ext>
            </a:extLst>
          </p:cNvPr>
          <p:cNvSpPr txBox="1"/>
          <p:nvPr/>
        </p:nvSpPr>
        <p:spPr>
          <a:xfrm>
            <a:off x="6792048" y="2869791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Traffic</a:t>
            </a:r>
            <a:endParaRPr lang="en-KR" sz="900"/>
          </a:p>
        </p:txBody>
      </p:sp>
      <p:sp>
        <p:nvSpPr>
          <p:cNvPr id="155" name="사각형: 둥근 모서리 70">
            <a:extLst>
              <a:ext uri="{FF2B5EF4-FFF2-40B4-BE49-F238E27FC236}">
                <a16:creationId xmlns:a16="http://schemas.microsoft.com/office/drawing/2014/main" id="{7F58B6AE-6F44-55DB-1CE1-95F6F09C586B}"/>
              </a:ext>
            </a:extLst>
          </p:cNvPr>
          <p:cNvSpPr/>
          <p:nvPr/>
        </p:nvSpPr>
        <p:spPr>
          <a:xfrm>
            <a:off x="1403648" y="2571750"/>
            <a:ext cx="4866373" cy="1931486"/>
          </a:xfrm>
          <a:prstGeom prst="roundRect">
            <a:avLst>
              <a:gd name="adj" fmla="val 5709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server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156" name="사각형: 둥근 모서리 12">
            <a:extLst>
              <a:ext uri="{FF2B5EF4-FFF2-40B4-BE49-F238E27FC236}">
                <a16:creationId xmlns:a16="http://schemas.microsoft.com/office/drawing/2014/main" id="{58C1B539-744A-6C4C-D72E-9A2EF2D309C7}"/>
              </a:ext>
            </a:extLst>
          </p:cNvPr>
          <p:cNvSpPr/>
          <p:nvPr/>
        </p:nvSpPr>
        <p:spPr>
          <a:xfrm>
            <a:off x="2384719" y="266016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57" name="사각형: 둥근 모서리 12">
            <a:extLst>
              <a:ext uri="{FF2B5EF4-FFF2-40B4-BE49-F238E27FC236}">
                <a16:creationId xmlns:a16="http://schemas.microsoft.com/office/drawing/2014/main" id="{259DE615-1264-21CC-B5DF-DC6F0DA6C2B7}"/>
              </a:ext>
            </a:extLst>
          </p:cNvPr>
          <p:cNvSpPr/>
          <p:nvPr/>
        </p:nvSpPr>
        <p:spPr>
          <a:xfrm>
            <a:off x="3703744" y="331008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server-v1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58" name="사각형: 둥근 모서리 12">
            <a:extLst>
              <a:ext uri="{FF2B5EF4-FFF2-40B4-BE49-F238E27FC236}">
                <a16:creationId xmlns:a16="http://schemas.microsoft.com/office/drawing/2014/main" id="{C7632A65-6C4B-5038-8741-FF89B1CC25E1}"/>
              </a:ext>
            </a:extLst>
          </p:cNvPr>
          <p:cNvSpPr/>
          <p:nvPr/>
        </p:nvSpPr>
        <p:spPr>
          <a:xfrm>
            <a:off x="5022769" y="331008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server-v2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59" name="사각형: 둥근 모서리 12">
            <a:extLst>
              <a:ext uri="{FF2B5EF4-FFF2-40B4-BE49-F238E27FC236}">
                <a16:creationId xmlns:a16="http://schemas.microsoft.com/office/drawing/2014/main" id="{1D192207-61A6-7654-ECB6-FB521A68E797}"/>
              </a:ext>
            </a:extLst>
          </p:cNvPr>
          <p:cNvSpPr/>
          <p:nvPr/>
        </p:nvSpPr>
        <p:spPr>
          <a:xfrm>
            <a:off x="3703744" y="396377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server-v1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sp>
        <p:nvSpPr>
          <p:cNvPr id="160" name="사각형: 둥근 모서리 12">
            <a:extLst>
              <a:ext uri="{FF2B5EF4-FFF2-40B4-BE49-F238E27FC236}">
                <a16:creationId xmlns:a16="http://schemas.microsoft.com/office/drawing/2014/main" id="{1741DD2F-779F-F004-6BDF-FE16AE0B128C}"/>
              </a:ext>
            </a:extLst>
          </p:cNvPr>
          <p:cNvSpPr/>
          <p:nvPr/>
        </p:nvSpPr>
        <p:spPr>
          <a:xfrm>
            <a:off x="5022769" y="396377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server-v2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sp>
        <p:nvSpPr>
          <p:cNvPr id="163" name="사각형: 둥근 모서리 12">
            <a:extLst>
              <a:ext uri="{FF2B5EF4-FFF2-40B4-BE49-F238E27FC236}">
                <a16:creationId xmlns:a16="http://schemas.microsoft.com/office/drawing/2014/main" id="{7E3485E8-6CA5-62F8-A73D-7A8AE5F1B1CF}"/>
              </a:ext>
            </a:extLst>
          </p:cNvPr>
          <p:cNvSpPr/>
          <p:nvPr/>
        </p:nvSpPr>
        <p:spPr>
          <a:xfrm>
            <a:off x="2378681" y="3291285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client (curl)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cxnSp>
        <p:nvCxnSpPr>
          <p:cNvPr id="168" name="직선 화살표 연결선 96">
            <a:extLst>
              <a:ext uri="{FF2B5EF4-FFF2-40B4-BE49-F238E27FC236}">
                <a16:creationId xmlns:a16="http://schemas.microsoft.com/office/drawing/2014/main" id="{D563C09B-3E56-66AD-41F0-0A3B4E752773}"/>
              </a:ext>
            </a:extLst>
          </p:cNvPr>
          <p:cNvCxnSpPr>
            <a:cxnSpLocks/>
          </p:cNvCxnSpPr>
          <p:nvPr/>
        </p:nvCxnSpPr>
        <p:spPr>
          <a:xfrm>
            <a:off x="6496305" y="3228227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5978CC67-A5C6-1B75-807E-212B7F6C7B41}"/>
              </a:ext>
            </a:extLst>
          </p:cNvPr>
          <p:cNvSpPr txBox="1"/>
          <p:nvPr/>
        </p:nvSpPr>
        <p:spPr>
          <a:xfrm>
            <a:off x="6792048" y="3118457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cxnSp>
        <p:nvCxnSpPr>
          <p:cNvPr id="170" name="직선 화살표 연결선 96">
            <a:extLst>
              <a:ext uri="{FF2B5EF4-FFF2-40B4-BE49-F238E27FC236}">
                <a16:creationId xmlns:a16="http://schemas.microsoft.com/office/drawing/2014/main" id="{07F3DA02-79FF-29ED-13D7-01A97059C17D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>
            <a:off x="2162350" y="1718380"/>
            <a:ext cx="0" cy="13327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화살표 연결선 96">
            <a:extLst>
              <a:ext uri="{FF2B5EF4-FFF2-40B4-BE49-F238E27FC236}">
                <a16:creationId xmlns:a16="http://schemas.microsoft.com/office/drawing/2014/main" id="{6D38AF94-EF05-3FE3-A883-C3444C96694C}"/>
              </a:ext>
            </a:extLst>
          </p:cNvPr>
          <p:cNvCxnSpPr>
            <a:cxnSpLocks/>
            <a:stCxn id="157" idx="2"/>
            <a:endCxn id="159" idx="0"/>
          </p:cNvCxnSpPr>
          <p:nvPr/>
        </p:nvCxnSpPr>
        <p:spPr>
          <a:xfrm>
            <a:off x="4273463" y="3752875"/>
            <a:ext cx="0" cy="21090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화살표 연결선 96">
            <a:extLst>
              <a:ext uri="{FF2B5EF4-FFF2-40B4-BE49-F238E27FC236}">
                <a16:creationId xmlns:a16="http://schemas.microsoft.com/office/drawing/2014/main" id="{3B61B4B4-1467-DE2E-5CD0-44BE748C1F10}"/>
              </a:ext>
            </a:extLst>
          </p:cNvPr>
          <p:cNvCxnSpPr>
            <a:cxnSpLocks/>
            <a:stCxn id="158" idx="2"/>
            <a:endCxn id="160" idx="0"/>
          </p:cNvCxnSpPr>
          <p:nvPr/>
        </p:nvCxnSpPr>
        <p:spPr>
          <a:xfrm>
            <a:off x="5592488" y="3752875"/>
            <a:ext cx="0" cy="21090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591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521A9-6FB3-0059-449D-772CB85C6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70">
            <a:extLst>
              <a:ext uri="{FF2B5EF4-FFF2-40B4-BE49-F238E27FC236}">
                <a16:creationId xmlns:a16="http://schemas.microsoft.com/office/drawing/2014/main" id="{689C3B0F-B0D3-058C-F796-EDAFBF4ECD16}"/>
              </a:ext>
            </a:extLst>
          </p:cNvPr>
          <p:cNvSpPr/>
          <p:nvPr/>
        </p:nvSpPr>
        <p:spPr>
          <a:xfrm>
            <a:off x="611560" y="1168800"/>
            <a:ext cx="3545573" cy="1236134"/>
          </a:xfrm>
          <a:prstGeom prst="roundRect">
            <a:avLst>
              <a:gd name="adj" fmla="val 7988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istio-system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7ADA5249-8C38-AB9A-5232-8C4BDE33F924}"/>
              </a:ext>
            </a:extLst>
          </p:cNvPr>
          <p:cNvSpPr/>
          <p:nvPr/>
        </p:nvSpPr>
        <p:spPr>
          <a:xfrm>
            <a:off x="1592631" y="1851656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ingress-gateway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6" name="사각형: 둥근 모서리 12">
            <a:extLst>
              <a:ext uri="{FF2B5EF4-FFF2-40B4-BE49-F238E27FC236}">
                <a16:creationId xmlns:a16="http://schemas.microsoft.com/office/drawing/2014/main" id="{39B2253F-55C3-AF43-0CD9-E12AF3BAAD00}"/>
              </a:ext>
            </a:extLst>
          </p:cNvPr>
          <p:cNvSpPr/>
          <p:nvPr/>
        </p:nvSpPr>
        <p:spPr>
          <a:xfrm>
            <a:off x="1592631" y="1275592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ingress-gateway</a:t>
            </a:r>
          </a:p>
          <a:p>
            <a:pPr algn="ctr"/>
            <a:r>
              <a:rPr lang="en-US" altLang="ko-KR" sz="900" b="1"/>
              <a:t>Service (LB)</a:t>
            </a:r>
            <a:endParaRPr lang="ko-KR" altLang="en-US" sz="900" b="1"/>
          </a:p>
        </p:txBody>
      </p:sp>
      <p:sp>
        <p:nvSpPr>
          <p:cNvPr id="7" name="사각형: 둥근 모서리 12">
            <a:extLst>
              <a:ext uri="{FF2B5EF4-FFF2-40B4-BE49-F238E27FC236}">
                <a16:creationId xmlns:a16="http://schemas.microsoft.com/office/drawing/2014/main" id="{C0B4850E-3566-4133-1483-8065A8CD0F87}"/>
              </a:ext>
            </a:extLst>
          </p:cNvPr>
          <p:cNvSpPr/>
          <p:nvPr/>
        </p:nvSpPr>
        <p:spPr>
          <a:xfrm>
            <a:off x="2911656" y="184871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istiod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8" name="사각형: 둥근 모서리 70">
            <a:extLst>
              <a:ext uri="{FF2B5EF4-FFF2-40B4-BE49-F238E27FC236}">
                <a16:creationId xmlns:a16="http://schemas.microsoft.com/office/drawing/2014/main" id="{520A0BF1-B074-5CA8-65EC-03F4A8A79571}"/>
              </a:ext>
            </a:extLst>
          </p:cNvPr>
          <p:cNvSpPr/>
          <p:nvPr/>
        </p:nvSpPr>
        <p:spPr>
          <a:xfrm>
            <a:off x="4334799" y="1168800"/>
            <a:ext cx="3870261" cy="1236134"/>
          </a:xfrm>
          <a:prstGeom prst="roundRect">
            <a:avLst>
              <a:gd name="adj" fmla="val 7360"/>
            </a:avLst>
          </a:prstGeom>
          <a:solidFill>
            <a:schemeClr val="bg1">
              <a:lumMod val="95000"/>
            </a:schemeClr>
          </a:solidFill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gateway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15" name="사각형: 둥근 모서리 70">
            <a:extLst>
              <a:ext uri="{FF2B5EF4-FFF2-40B4-BE49-F238E27FC236}">
                <a16:creationId xmlns:a16="http://schemas.microsoft.com/office/drawing/2014/main" id="{8CD019FB-9D0D-8D2E-C146-6F0DF73E53EB}"/>
              </a:ext>
            </a:extLst>
          </p:cNvPr>
          <p:cNvSpPr/>
          <p:nvPr/>
        </p:nvSpPr>
        <p:spPr>
          <a:xfrm>
            <a:off x="1540691" y="1228066"/>
            <a:ext cx="1243318" cy="1117600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1000"/>
          </a:p>
        </p:txBody>
      </p:sp>
      <p:sp>
        <p:nvSpPr>
          <p:cNvPr id="76" name="사각형: 둥근 모서리 12">
            <a:extLst>
              <a:ext uri="{FF2B5EF4-FFF2-40B4-BE49-F238E27FC236}">
                <a16:creationId xmlns:a16="http://schemas.microsoft.com/office/drawing/2014/main" id="{BAF56DC0-DC34-D15B-D1B7-A1DE13512A48}"/>
              </a:ext>
            </a:extLst>
          </p:cNvPr>
          <p:cNvSpPr/>
          <p:nvPr/>
        </p:nvSpPr>
        <p:spPr>
          <a:xfrm>
            <a:off x="2911656" y="55286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curl</a:t>
            </a:r>
            <a:r>
              <a:rPr lang="en-US" altLang="ko-KR" sz="900" b="1" dirty="0" err="1"/>
              <a:t> </a:t>
            </a:r>
          </a:p>
          <a:p>
            <a:pPr algn="ctr"/>
            <a:r>
              <a:rPr lang="en-US" altLang="ko-KR" sz="900" b="1" dirty="0" err="1"/>
              <a:t>Client</a:t>
            </a:r>
            <a:endParaRPr lang="en-US" altLang="ko-KR" sz="900" dirty="0"/>
          </a:p>
        </p:txBody>
      </p:sp>
      <p:sp>
        <p:nvSpPr>
          <p:cNvPr id="92" name="사각형: 둥근 모서리 12">
            <a:extLst>
              <a:ext uri="{FF2B5EF4-FFF2-40B4-BE49-F238E27FC236}">
                <a16:creationId xmlns:a16="http://schemas.microsoft.com/office/drawing/2014/main" id="{688D2132-B56A-970A-C13E-A56D9662C704}"/>
              </a:ext>
            </a:extLst>
          </p:cNvPr>
          <p:cNvSpPr/>
          <p:nvPr/>
        </p:nvSpPr>
        <p:spPr>
          <a:xfrm>
            <a:off x="5287731" y="553204"/>
            <a:ext cx="1139438" cy="44210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sp>
        <p:nvSpPr>
          <p:cNvPr id="103" name="사각형: 둥근 모서리 12">
            <a:extLst>
              <a:ext uri="{FF2B5EF4-FFF2-40B4-BE49-F238E27FC236}">
                <a16:creationId xmlns:a16="http://schemas.microsoft.com/office/drawing/2014/main" id="{90DCDA3C-9C28-28DC-C97B-01DAFE4EA435}"/>
              </a:ext>
            </a:extLst>
          </p:cNvPr>
          <p:cNvSpPr/>
          <p:nvPr/>
        </p:nvSpPr>
        <p:spPr>
          <a:xfrm>
            <a:off x="6692892" y="552863"/>
            <a:ext cx="1139438" cy="44210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istio-remote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cxnSp>
        <p:nvCxnSpPr>
          <p:cNvPr id="151" name="직선 화살표 연결선 96">
            <a:extLst>
              <a:ext uri="{FF2B5EF4-FFF2-40B4-BE49-F238E27FC236}">
                <a16:creationId xmlns:a16="http://schemas.microsoft.com/office/drawing/2014/main" id="{09B2044B-3244-14A3-4CB3-758D4BE186A1}"/>
              </a:ext>
            </a:extLst>
          </p:cNvPr>
          <p:cNvCxnSpPr>
            <a:cxnSpLocks/>
          </p:cNvCxnSpPr>
          <p:nvPr/>
        </p:nvCxnSpPr>
        <p:spPr>
          <a:xfrm>
            <a:off x="6496305" y="2732921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F6815448-DB17-DA0F-7841-D21D54E264B0}"/>
              </a:ext>
            </a:extLst>
          </p:cNvPr>
          <p:cNvSpPr txBox="1"/>
          <p:nvPr/>
        </p:nvSpPr>
        <p:spPr>
          <a:xfrm>
            <a:off x="6792048" y="2623151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Reference</a:t>
            </a:r>
            <a:endParaRPr lang="en-KR" sz="900"/>
          </a:p>
        </p:txBody>
      </p:sp>
      <p:cxnSp>
        <p:nvCxnSpPr>
          <p:cNvPr id="153" name="직선 화살표 연결선 96">
            <a:extLst>
              <a:ext uri="{FF2B5EF4-FFF2-40B4-BE49-F238E27FC236}">
                <a16:creationId xmlns:a16="http://schemas.microsoft.com/office/drawing/2014/main" id="{46BC52B4-119C-F1FD-93C9-87DC09B288E8}"/>
              </a:ext>
            </a:extLst>
          </p:cNvPr>
          <p:cNvCxnSpPr>
            <a:cxnSpLocks/>
          </p:cNvCxnSpPr>
          <p:nvPr/>
        </p:nvCxnSpPr>
        <p:spPr>
          <a:xfrm>
            <a:off x="6496305" y="2979561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BD31C6ED-FD0C-E9C3-3480-53641DF9FEDC}"/>
              </a:ext>
            </a:extLst>
          </p:cNvPr>
          <p:cNvSpPr txBox="1"/>
          <p:nvPr/>
        </p:nvSpPr>
        <p:spPr>
          <a:xfrm>
            <a:off x="6792048" y="2869791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Traffic</a:t>
            </a:r>
            <a:endParaRPr lang="en-KR" sz="900"/>
          </a:p>
        </p:txBody>
      </p:sp>
      <p:sp>
        <p:nvSpPr>
          <p:cNvPr id="155" name="사각형: 둥근 모서리 70">
            <a:extLst>
              <a:ext uri="{FF2B5EF4-FFF2-40B4-BE49-F238E27FC236}">
                <a16:creationId xmlns:a16="http://schemas.microsoft.com/office/drawing/2014/main" id="{852992EA-A549-06AA-1799-039D29A43426}"/>
              </a:ext>
            </a:extLst>
          </p:cNvPr>
          <p:cNvSpPr/>
          <p:nvPr/>
        </p:nvSpPr>
        <p:spPr>
          <a:xfrm>
            <a:off x="1403648" y="2571750"/>
            <a:ext cx="4866373" cy="1931486"/>
          </a:xfrm>
          <a:prstGeom prst="roundRect">
            <a:avLst>
              <a:gd name="adj" fmla="val 5709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server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156" name="사각형: 둥근 모서리 12">
            <a:extLst>
              <a:ext uri="{FF2B5EF4-FFF2-40B4-BE49-F238E27FC236}">
                <a16:creationId xmlns:a16="http://schemas.microsoft.com/office/drawing/2014/main" id="{12FF5F15-6D7B-4704-7A19-2E5B607F1325}"/>
              </a:ext>
            </a:extLst>
          </p:cNvPr>
          <p:cNvSpPr/>
          <p:nvPr/>
        </p:nvSpPr>
        <p:spPr>
          <a:xfrm>
            <a:off x="2384719" y="266016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57" name="사각형: 둥근 모서리 12">
            <a:extLst>
              <a:ext uri="{FF2B5EF4-FFF2-40B4-BE49-F238E27FC236}">
                <a16:creationId xmlns:a16="http://schemas.microsoft.com/office/drawing/2014/main" id="{0BE4635A-313E-ED2F-0C58-2CB659BDAD2F}"/>
              </a:ext>
            </a:extLst>
          </p:cNvPr>
          <p:cNvSpPr/>
          <p:nvPr/>
        </p:nvSpPr>
        <p:spPr>
          <a:xfrm>
            <a:off x="3703744" y="331008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server-v1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58" name="사각형: 둥근 모서리 12">
            <a:extLst>
              <a:ext uri="{FF2B5EF4-FFF2-40B4-BE49-F238E27FC236}">
                <a16:creationId xmlns:a16="http://schemas.microsoft.com/office/drawing/2014/main" id="{AC2D94F3-DA6C-C025-7C4A-5A76A585E556}"/>
              </a:ext>
            </a:extLst>
          </p:cNvPr>
          <p:cNvSpPr/>
          <p:nvPr/>
        </p:nvSpPr>
        <p:spPr>
          <a:xfrm>
            <a:off x="5022769" y="331008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server-v2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59" name="사각형: 둥근 모서리 12">
            <a:extLst>
              <a:ext uri="{FF2B5EF4-FFF2-40B4-BE49-F238E27FC236}">
                <a16:creationId xmlns:a16="http://schemas.microsoft.com/office/drawing/2014/main" id="{EA56C5E5-C1D2-6C1B-8FF6-0D469939C70B}"/>
              </a:ext>
            </a:extLst>
          </p:cNvPr>
          <p:cNvSpPr/>
          <p:nvPr/>
        </p:nvSpPr>
        <p:spPr>
          <a:xfrm>
            <a:off x="3703744" y="396377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server-v1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sp>
        <p:nvSpPr>
          <p:cNvPr id="160" name="사각형: 둥근 모서리 12">
            <a:extLst>
              <a:ext uri="{FF2B5EF4-FFF2-40B4-BE49-F238E27FC236}">
                <a16:creationId xmlns:a16="http://schemas.microsoft.com/office/drawing/2014/main" id="{44507263-8C57-189E-2F7B-1472D6797D17}"/>
              </a:ext>
            </a:extLst>
          </p:cNvPr>
          <p:cNvSpPr/>
          <p:nvPr/>
        </p:nvSpPr>
        <p:spPr>
          <a:xfrm>
            <a:off x="5022769" y="396377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server-v2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sp>
        <p:nvSpPr>
          <p:cNvPr id="163" name="사각형: 둥근 모서리 12">
            <a:extLst>
              <a:ext uri="{FF2B5EF4-FFF2-40B4-BE49-F238E27FC236}">
                <a16:creationId xmlns:a16="http://schemas.microsoft.com/office/drawing/2014/main" id="{8A498ABD-12B3-20BF-B264-22BDE83623B0}"/>
              </a:ext>
            </a:extLst>
          </p:cNvPr>
          <p:cNvSpPr/>
          <p:nvPr/>
        </p:nvSpPr>
        <p:spPr>
          <a:xfrm>
            <a:off x="2378681" y="3291285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client (curl)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cxnSp>
        <p:nvCxnSpPr>
          <p:cNvPr id="168" name="직선 화살표 연결선 96">
            <a:extLst>
              <a:ext uri="{FF2B5EF4-FFF2-40B4-BE49-F238E27FC236}">
                <a16:creationId xmlns:a16="http://schemas.microsoft.com/office/drawing/2014/main" id="{7EBF1FAF-9FD1-B490-4C88-7516DD78BA48}"/>
              </a:ext>
            </a:extLst>
          </p:cNvPr>
          <p:cNvCxnSpPr>
            <a:cxnSpLocks/>
          </p:cNvCxnSpPr>
          <p:nvPr/>
        </p:nvCxnSpPr>
        <p:spPr>
          <a:xfrm>
            <a:off x="6496305" y="3228227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642F4FE5-8487-D3F2-C754-71A7AF2B25A8}"/>
              </a:ext>
            </a:extLst>
          </p:cNvPr>
          <p:cNvSpPr txBox="1"/>
          <p:nvPr/>
        </p:nvSpPr>
        <p:spPr>
          <a:xfrm>
            <a:off x="6792048" y="3118457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sp>
        <p:nvSpPr>
          <p:cNvPr id="2" name="사각형: 둥근 모서리 12">
            <a:extLst>
              <a:ext uri="{FF2B5EF4-FFF2-40B4-BE49-F238E27FC236}">
                <a16:creationId xmlns:a16="http://schemas.microsoft.com/office/drawing/2014/main" id="{E605D755-E7E3-6906-1FCC-97A8153DF365}"/>
              </a:ext>
            </a:extLst>
          </p:cNvPr>
          <p:cNvSpPr/>
          <p:nvPr/>
        </p:nvSpPr>
        <p:spPr>
          <a:xfrm>
            <a:off x="6692892" y="1276274"/>
            <a:ext cx="1139438" cy="44210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 b="1"/>
              <a:t>Service</a:t>
            </a:r>
            <a:r>
              <a:rPr lang="ko-KR" altLang="en-US" sz="900" b="1"/>
              <a:t> </a:t>
            </a:r>
            <a:r>
              <a:rPr lang="en-US" altLang="ko-KR" sz="900" b="1"/>
              <a:t>(LB)</a:t>
            </a:r>
            <a:endParaRPr lang="ko-KR" altLang="en-US" sz="900" b="1"/>
          </a:p>
        </p:txBody>
      </p:sp>
      <p:sp>
        <p:nvSpPr>
          <p:cNvPr id="4" name="사각형: 둥근 모서리 12">
            <a:extLst>
              <a:ext uri="{FF2B5EF4-FFF2-40B4-BE49-F238E27FC236}">
                <a16:creationId xmlns:a16="http://schemas.microsoft.com/office/drawing/2014/main" id="{CD7FD28A-C8C9-E7B8-E5CB-FF6D50C463A7}"/>
              </a:ext>
            </a:extLst>
          </p:cNvPr>
          <p:cNvSpPr/>
          <p:nvPr/>
        </p:nvSpPr>
        <p:spPr>
          <a:xfrm>
            <a:off x="6692892" y="184871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9" name="사각형: 둥근 모서리 70">
            <a:extLst>
              <a:ext uri="{FF2B5EF4-FFF2-40B4-BE49-F238E27FC236}">
                <a16:creationId xmlns:a16="http://schemas.microsoft.com/office/drawing/2014/main" id="{F42D04A4-AA47-9B12-BDE7-CAF3F9A410B5}"/>
              </a:ext>
            </a:extLst>
          </p:cNvPr>
          <p:cNvSpPr/>
          <p:nvPr/>
        </p:nvSpPr>
        <p:spPr>
          <a:xfrm>
            <a:off x="6639751" y="1228066"/>
            <a:ext cx="1243318" cy="1117600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1000"/>
          </a:p>
        </p:txBody>
      </p:sp>
      <p:sp>
        <p:nvSpPr>
          <p:cNvPr id="10" name="사각형: 둥근 모서리 12">
            <a:extLst>
              <a:ext uri="{FF2B5EF4-FFF2-40B4-BE49-F238E27FC236}">
                <a16:creationId xmlns:a16="http://schemas.microsoft.com/office/drawing/2014/main" id="{66BA3E9A-5CF7-3D27-992B-3EF9F7B50C10}"/>
              </a:ext>
            </a:extLst>
          </p:cNvPr>
          <p:cNvSpPr/>
          <p:nvPr/>
        </p:nvSpPr>
        <p:spPr>
          <a:xfrm>
            <a:off x="5286530" y="1275592"/>
            <a:ext cx="1139438" cy="44210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3A4176C8-07F2-2A3A-C9A9-FDF3418960E2}"/>
              </a:ext>
            </a:extLst>
          </p:cNvPr>
          <p:cNvSpPr/>
          <p:nvPr/>
        </p:nvSpPr>
        <p:spPr>
          <a:xfrm>
            <a:off x="5286530" y="1849054"/>
            <a:ext cx="1139438" cy="44210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gateway-options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cxnSp>
        <p:nvCxnSpPr>
          <p:cNvPr id="12" name="직선 화살표 연결선 96">
            <a:extLst>
              <a:ext uri="{FF2B5EF4-FFF2-40B4-BE49-F238E27FC236}">
                <a16:creationId xmlns:a16="http://schemas.microsoft.com/office/drawing/2014/main" id="{99DE70D5-2F6B-B4F5-9336-ADB6690E06AD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4051094" y="1786866"/>
            <a:ext cx="2588657" cy="283241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96">
            <a:extLst>
              <a:ext uri="{FF2B5EF4-FFF2-40B4-BE49-F238E27FC236}">
                <a16:creationId xmlns:a16="http://schemas.microsoft.com/office/drawing/2014/main" id="{3F8DC4BA-711C-4F57-26B1-DA6FB7318725}"/>
              </a:ext>
            </a:extLst>
          </p:cNvPr>
          <p:cNvCxnSpPr>
            <a:cxnSpLocks/>
          </p:cNvCxnSpPr>
          <p:nvPr/>
        </p:nvCxnSpPr>
        <p:spPr>
          <a:xfrm flipV="1">
            <a:off x="5856249" y="995310"/>
            <a:ext cx="1201" cy="28028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96">
            <a:extLst>
              <a:ext uri="{FF2B5EF4-FFF2-40B4-BE49-F238E27FC236}">
                <a16:creationId xmlns:a16="http://schemas.microsoft.com/office/drawing/2014/main" id="{6776E5A7-2383-226E-4379-5E5F25BD900A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856249" y="1717698"/>
            <a:ext cx="0" cy="13101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96">
            <a:extLst>
              <a:ext uri="{FF2B5EF4-FFF2-40B4-BE49-F238E27FC236}">
                <a16:creationId xmlns:a16="http://schemas.microsoft.com/office/drawing/2014/main" id="{95F3ABDE-5266-4A7C-38DE-9D17BCDFFB91}"/>
              </a:ext>
            </a:extLst>
          </p:cNvPr>
          <p:cNvCxnSpPr>
            <a:cxnSpLocks/>
          </p:cNvCxnSpPr>
          <p:nvPr/>
        </p:nvCxnSpPr>
        <p:spPr>
          <a:xfrm>
            <a:off x="6425968" y="1491630"/>
            <a:ext cx="213783" cy="29523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96">
            <a:extLst>
              <a:ext uri="{FF2B5EF4-FFF2-40B4-BE49-F238E27FC236}">
                <a16:creationId xmlns:a16="http://schemas.microsoft.com/office/drawing/2014/main" id="{787A6396-CE02-3027-5259-52D30FDB0BA8}"/>
              </a:ext>
            </a:extLst>
          </p:cNvPr>
          <p:cNvCxnSpPr>
            <a:cxnSpLocks/>
            <a:stCxn id="157" idx="2"/>
            <a:endCxn id="159" idx="0"/>
          </p:cNvCxnSpPr>
          <p:nvPr/>
        </p:nvCxnSpPr>
        <p:spPr>
          <a:xfrm>
            <a:off x="4273463" y="3752875"/>
            <a:ext cx="0" cy="21090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96">
            <a:extLst>
              <a:ext uri="{FF2B5EF4-FFF2-40B4-BE49-F238E27FC236}">
                <a16:creationId xmlns:a16="http://schemas.microsoft.com/office/drawing/2014/main" id="{C15119B8-E6F5-7ACA-3C6A-87F2AF676CC1}"/>
              </a:ext>
            </a:extLst>
          </p:cNvPr>
          <p:cNvCxnSpPr>
            <a:cxnSpLocks/>
            <a:stCxn id="158" idx="2"/>
            <a:endCxn id="160" idx="0"/>
          </p:cNvCxnSpPr>
          <p:nvPr/>
        </p:nvCxnSpPr>
        <p:spPr>
          <a:xfrm>
            <a:off x="5592488" y="3752875"/>
            <a:ext cx="0" cy="21090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96">
            <a:extLst>
              <a:ext uri="{FF2B5EF4-FFF2-40B4-BE49-F238E27FC236}">
                <a16:creationId xmlns:a16="http://schemas.microsoft.com/office/drawing/2014/main" id="{1FEB261A-D5E2-8558-B571-921447ECCCA4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>
            <a:off x="7262611" y="1718380"/>
            <a:ext cx="0" cy="13033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96">
            <a:extLst>
              <a:ext uri="{FF2B5EF4-FFF2-40B4-BE49-F238E27FC236}">
                <a16:creationId xmlns:a16="http://schemas.microsoft.com/office/drawing/2014/main" id="{3312A314-88C6-E1C8-D91B-956C41A99261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>
            <a:off x="2162350" y="1718380"/>
            <a:ext cx="0" cy="13327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068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CE99C-7AE2-D5DD-514B-7B4368248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70">
            <a:extLst>
              <a:ext uri="{FF2B5EF4-FFF2-40B4-BE49-F238E27FC236}">
                <a16:creationId xmlns:a16="http://schemas.microsoft.com/office/drawing/2014/main" id="{321D0AD2-FB5B-D00B-342A-808D95267B02}"/>
              </a:ext>
            </a:extLst>
          </p:cNvPr>
          <p:cNvSpPr/>
          <p:nvPr/>
        </p:nvSpPr>
        <p:spPr>
          <a:xfrm>
            <a:off x="611560" y="1168800"/>
            <a:ext cx="3545573" cy="1236134"/>
          </a:xfrm>
          <a:prstGeom prst="roundRect">
            <a:avLst>
              <a:gd name="adj" fmla="val 7988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istio-system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7FA3BECC-4D3D-B781-372C-9CA4606B2A76}"/>
              </a:ext>
            </a:extLst>
          </p:cNvPr>
          <p:cNvSpPr/>
          <p:nvPr/>
        </p:nvSpPr>
        <p:spPr>
          <a:xfrm>
            <a:off x="1592631" y="1851656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ingress-gateway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6" name="사각형: 둥근 모서리 12">
            <a:extLst>
              <a:ext uri="{FF2B5EF4-FFF2-40B4-BE49-F238E27FC236}">
                <a16:creationId xmlns:a16="http://schemas.microsoft.com/office/drawing/2014/main" id="{6FD93B4C-5DBA-2F39-AE12-EA057CD55F36}"/>
              </a:ext>
            </a:extLst>
          </p:cNvPr>
          <p:cNvSpPr/>
          <p:nvPr/>
        </p:nvSpPr>
        <p:spPr>
          <a:xfrm>
            <a:off x="1592631" y="1275592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ingress-gateway</a:t>
            </a:r>
          </a:p>
          <a:p>
            <a:pPr algn="ctr"/>
            <a:r>
              <a:rPr lang="en-US" altLang="ko-KR" sz="900" b="1"/>
              <a:t>Service (LB)</a:t>
            </a:r>
            <a:endParaRPr lang="ko-KR" altLang="en-US" sz="900" b="1"/>
          </a:p>
        </p:txBody>
      </p:sp>
      <p:sp>
        <p:nvSpPr>
          <p:cNvPr id="7" name="사각형: 둥근 모서리 12">
            <a:extLst>
              <a:ext uri="{FF2B5EF4-FFF2-40B4-BE49-F238E27FC236}">
                <a16:creationId xmlns:a16="http://schemas.microsoft.com/office/drawing/2014/main" id="{E7BF7115-CD7E-09AF-0EE1-B65F5BCFB3C0}"/>
              </a:ext>
            </a:extLst>
          </p:cNvPr>
          <p:cNvSpPr/>
          <p:nvPr/>
        </p:nvSpPr>
        <p:spPr>
          <a:xfrm>
            <a:off x="2911656" y="184871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istiod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8" name="사각형: 둥근 모서리 70">
            <a:extLst>
              <a:ext uri="{FF2B5EF4-FFF2-40B4-BE49-F238E27FC236}">
                <a16:creationId xmlns:a16="http://schemas.microsoft.com/office/drawing/2014/main" id="{0273FF58-51F5-E130-F291-5C5B81A889E6}"/>
              </a:ext>
            </a:extLst>
          </p:cNvPr>
          <p:cNvSpPr/>
          <p:nvPr/>
        </p:nvSpPr>
        <p:spPr>
          <a:xfrm>
            <a:off x="4334799" y="1168800"/>
            <a:ext cx="3870261" cy="1236134"/>
          </a:xfrm>
          <a:prstGeom prst="roundRect">
            <a:avLst>
              <a:gd name="adj" fmla="val 7360"/>
            </a:avLst>
          </a:prstGeom>
          <a:solidFill>
            <a:schemeClr val="bg1">
              <a:lumMod val="95000"/>
            </a:schemeClr>
          </a:solidFill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gateway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15" name="사각형: 둥근 모서리 70">
            <a:extLst>
              <a:ext uri="{FF2B5EF4-FFF2-40B4-BE49-F238E27FC236}">
                <a16:creationId xmlns:a16="http://schemas.microsoft.com/office/drawing/2014/main" id="{FDA273AE-231D-0E11-6BB0-1E103B235598}"/>
              </a:ext>
            </a:extLst>
          </p:cNvPr>
          <p:cNvSpPr/>
          <p:nvPr/>
        </p:nvSpPr>
        <p:spPr>
          <a:xfrm>
            <a:off x="1540691" y="1228066"/>
            <a:ext cx="1243318" cy="1117600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1000"/>
          </a:p>
        </p:txBody>
      </p:sp>
      <p:sp>
        <p:nvSpPr>
          <p:cNvPr id="76" name="사각형: 둥근 모서리 12">
            <a:extLst>
              <a:ext uri="{FF2B5EF4-FFF2-40B4-BE49-F238E27FC236}">
                <a16:creationId xmlns:a16="http://schemas.microsoft.com/office/drawing/2014/main" id="{31CCE07A-3200-24B6-16A4-A6D2C025EB76}"/>
              </a:ext>
            </a:extLst>
          </p:cNvPr>
          <p:cNvSpPr/>
          <p:nvPr/>
        </p:nvSpPr>
        <p:spPr>
          <a:xfrm>
            <a:off x="2911656" y="55286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curl</a:t>
            </a:r>
            <a:r>
              <a:rPr lang="en-US" altLang="ko-KR" sz="900" b="1" dirty="0" err="1"/>
              <a:t> </a:t>
            </a:r>
          </a:p>
          <a:p>
            <a:pPr algn="ctr"/>
            <a:r>
              <a:rPr lang="en-US" altLang="ko-KR" sz="900" b="1" dirty="0" err="1"/>
              <a:t>Client</a:t>
            </a:r>
            <a:endParaRPr lang="en-US" altLang="ko-KR" sz="900" dirty="0"/>
          </a:p>
        </p:txBody>
      </p:sp>
      <p:sp>
        <p:nvSpPr>
          <p:cNvPr id="92" name="사각형: 둥근 모서리 12">
            <a:extLst>
              <a:ext uri="{FF2B5EF4-FFF2-40B4-BE49-F238E27FC236}">
                <a16:creationId xmlns:a16="http://schemas.microsoft.com/office/drawing/2014/main" id="{D965B7E3-6343-5853-5B78-5384A0F393A0}"/>
              </a:ext>
            </a:extLst>
          </p:cNvPr>
          <p:cNvSpPr/>
          <p:nvPr/>
        </p:nvSpPr>
        <p:spPr>
          <a:xfrm>
            <a:off x="5287731" y="553204"/>
            <a:ext cx="1139438" cy="44210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sp>
        <p:nvSpPr>
          <p:cNvPr id="103" name="사각형: 둥근 모서리 12">
            <a:extLst>
              <a:ext uri="{FF2B5EF4-FFF2-40B4-BE49-F238E27FC236}">
                <a16:creationId xmlns:a16="http://schemas.microsoft.com/office/drawing/2014/main" id="{27B8623D-5019-E29C-0939-0422507D290D}"/>
              </a:ext>
            </a:extLst>
          </p:cNvPr>
          <p:cNvSpPr/>
          <p:nvPr/>
        </p:nvSpPr>
        <p:spPr>
          <a:xfrm>
            <a:off x="6692892" y="552863"/>
            <a:ext cx="1139438" cy="44210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istio-remote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cxnSp>
        <p:nvCxnSpPr>
          <p:cNvPr id="151" name="직선 화살표 연결선 96">
            <a:extLst>
              <a:ext uri="{FF2B5EF4-FFF2-40B4-BE49-F238E27FC236}">
                <a16:creationId xmlns:a16="http://schemas.microsoft.com/office/drawing/2014/main" id="{98AA2862-545C-3F3E-2058-338C80C38E84}"/>
              </a:ext>
            </a:extLst>
          </p:cNvPr>
          <p:cNvCxnSpPr>
            <a:cxnSpLocks/>
          </p:cNvCxnSpPr>
          <p:nvPr/>
        </p:nvCxnSpPr>
        <p:spPr>
          <a:xfrm>
            <a:off x="6496305" y="2732921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8B945095-C5C8-68CB-C867-E68041E14FC7}"/>
              </a:ext>
            </a:extLst>
          </p:cNvPr>
          <p:cNvSpPr txBox="1"/>
          <p:nvPr/>
        </p:nvSpPr>
        <p:spPr>
          <a:xfrm>
            <a:off x="6792048" y="2623151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Reference</a:t>
            </a:r>
            <a:endParaRPr lang="en-KR" sz="900"/>
          </a:p>
        </p:txBody>
      </p:sp>
      <p:cxnSp>
        <p:nvCxnSpPr>
          <p:cNvPr id="153" name="직선 화살표 연결선 96">
            <a:extLst>
              <a:ext uri="{FF2B5EF4-FFF2-40B4-BE49-F238E27FC236}">
                <a16:creationId xmlns:a16="http://schemas.microsoft.com/office/drawing/2014/main" id="{F9DA2DCD-670E-7229-20FF-B44E50CC2E39}"/>
              </a:ext>
            </a:extLst>
          </p:cNvPr>
          <p:cNvCxnSpPr>
            <a:cxnSpLocks/>
          </p:cNvCxnSpPr>
          <p:nvPr/>
        </p:nvCxnSpPr>
        <p:spPr>
          <a:xfrm>
            <a:off x="6496305" y="2979561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203C6C0F-20E4-1BB3-806D-F7218A24174F}"/>
              </a:ext>
            </a:extLst>
          </p:cNvPr>
          <p:cNvSpPr txBox="1"/>
          <p:nvPr/>
        </p:nvSpPr>
        <p:spPr>
          <a:xfrm>
            <a:off x="6792048" y="2869791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Traffic</a:t>
            </a:r>
            <a:endParaRPr lang="en-KR" sz="900"/>
          </a:p>
        </p:txBody>
      </p:sp>
      <p:sp>
        <p:nvSpPr>
          <p:cNvPr id="155" name="사각형: 둥근 모서리 70">
            <a:extLst>
              <a:ext uri="{FF2B5EF4-FFF2-40B4-BE49-F238E27FC236}">
                <a16:creationId xmlns:a16="http://schemas.microsoft.com/office/drawing/2014/main" id="{1C84FBDA-5397-8750-5981-33F1B362B4B8}"/>
              </a:ext>
            </a:extLst>
          </p:cNvPr>
          <p:cNvSpPr/>
          <p:nvPr/>
        </p:nvSpPr>
        <p:spPr>
          <a:xfrm>
            <a:off x="1403648" y="2571750"/>
            <a:ext cx="4866373" cy="1931486"/>
          </a:xfrm>
          <a:prstGeom prst="roundRect">
            <a:avLst>
              <a:gd name="adj" fmla="val 5709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server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156" name="사각형: 둥근 모서리 12">
            <a:extLst>
              <a:ext uri="{FF2B5EF4-FFF2-40B4-BE49-F238E27FC236}">
                <a16:creationId xmlns:a16="http://schemas.microsoft.com/office/drawing/2014/main" id="{CC70AF18-1B45-1452-49D9-6D20D1EEBB04}"/>
              </a:ext>
            </a:extLst>
          </p:cNvPr>
          <p:cNvSpPr/>
          <p:nvPr/>
        </p:nvSpPr>
        <p:spPr>
          <a:xfrm>
            <a:off x="2384719" y="266016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57" name="사각형: 둥근 모서리 12">
            <a:extLst>
              <a:ext uri="{FF2B5EF4-FFF2-40B4-BE49-F238E27FC236}">
                <a16:creationId xmlns:a16="http://schemas.microsoft.com/office/drawing/2014/main" id="{CBBEFB9E-8AC3-3934-E4E0-66D9E96F8A1C}"/>
              </a:ext>
            </a:extLst>
          </p:cNvPr>
          <p:cNvSpPr/>
          <p:nvPr/>
        </p:nvSpPr>
        <p:spPr>
          <a:xfrm>
            <a:off x="3703744" y="331008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server-v1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58" name="사각형: 둥근 모서리 12">
            <a:extLst>
              <a:ext uri="{FF2B5EF4-FFF2-40B4-BE49-F238E27FC236}">
                <a16:creationId xmlns:a16="http://schemas.microsoft.com/office/drawing/2014/main" id="{60F2749B-ED31-3B82-5329-819E811E7B29}"/>
              </a:ext>
            </a:extLst>
          </p:cNvPr>
          <p:cNvSpPr/>
          <p:nvPr/>
        </p:nvSpPr>
        <p:spPr>
          <a:xfrm>
            <a:off x="5022769" y="331008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server-v2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59" name="사각형: 둥근 모서리 12">
            <a:extLst>
              <a:ext uri="{FF2B5EF4-FFF2-40B4-BE49-F238E27FC236}">
                <a16:creationId xmlns:a16="http://schemas.microsoft.com/office/drawing/2014/main" id="{11C93D4D-D7DE-D241-414D-7B5555F51DFB}"/>
              </a:ext>
            </a:extLst>
          </p:cNvPr>
          <p:cNvSpPr/>
          <p:nvPr/>
        </p:nvSpPr>
        <p:spPr>
          <a:xfrm>
            <a:off x="3703744" y="396377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server-v1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sp>
        <p:nvSpPr>
          <p:cNvPr id="160" name="사각형: 둥근 모서리 12">
            <a:extLst>
              <a:ext uri="{FF2B5EF4-FFF2-40B4-BE49-F238E27FC236}">
                <a16:creationId xmlns:a16="http://schemas.microsoft.com/office/drawing/2014/main" id="{D00E24C0-FB92-9A28-63DD-3EFC14759F68}"/>
              </a:ext>
            </a:extLst>
          </p:cNvPr>
          <p:cNvSpPr/>
          <p:nvPr/>
        </p:nvSpPr>
        <p:spPr>
          <a:xfrm>
            <a:off x="5022769" y="396377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server-v2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sp>
        <p:nvSpPr>
          <p:cNvPr id="163" name="사각형: 둥근 모서리 12">
            <a:extLst>
              <a:ext uri="{FF2B5EF4-FFF2-40B4-BE49-F238E27FC236}">
                <a16:creationId xmlns:a16="http://schemas.microsoft.com/office/drawing/2014/main" id="{1A6D6335-2155-13E0-AC98-3D108AF1196B}"/>
              </a:ext>
            </a:extLst>
          </p:cNvPr>
          <p:cNvSpPr/>
          <p:nvPr/>
        </p:nvSpPr>
        <p:spPr>
          <a:xfrm>
            <a:off x="2378681" y="3291285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client (curl)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cxnSp>
        <p:nvCxnSpPr>
          <p:cNvPr id="168" name="직선 화살표 연결선 96">
            <a:extLst>
              <a:ext uri="{FF2B5EF4-FFF2-40B4-BE49-F238E27FC236}">
                <a16:creationId xmlns:a16="http://schemas.microsoft.com/office/drawing/2014/main" id="{80A63EDA-4EFA-A766-5E1C-0E544F14DB33}"/>
              </a:ext>
            </a:extLst>
          </p:cNvPr>
          <p:cNvCxnSpPr>
            <a:cxnSpLocks/>
          </p:cNvCxnSpPr>
          <p:nvPr/>
        </p:nvCxnSpPr>
        <p:spPr>
          <a:xfrm>
            <a:off x="6496305" y="3228227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CAFE839C-CDDA-FC96-BE6A-6B918F13E672}"/>
              </a:ext>
            </a:extLst>
          </p:cNvPr>
          <p:cNvSpPr txBox="1"/>
          <p:nvPr/>
        </p:nvSpPr>
        <p:spPr>
          <a:xfrm>
            <a:off x="6792048" y="3118457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sp>
        <p:nvSpPr>
          <p:cNvPr id="2" name="사각형: 둥근 모서리 12">
            <a:extLst>
              <a:ext uri="{FF2B5EF4-FFF2-40B4-BE49-F238E27FC236}">
                <a16:creationId xmlns:a16="http://schemas.microsoft.com/office/drawing/2014/main" id="{5BF65A8F-F447-E7FE-E83B-EBCD44A2A509}"/>
              </a:ext>
            </a:extLst>
          </p:cNvPr>
          <p:cNvSpPr/>
          <p:nvPr/>
        </p:nvSpPr>
        <p:spPr>
          <a:xfrm>
            <a:off x="2911656" y="1275592"/>
            <a:ext cx="1139438" cy="442788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gateway-ingress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 dirty="0"/>
          </a:p>
        </p:txBody>
      </p:sp>
      <p:cxnSp>
        <p:nvCxnSpPr>
          <p:cNvPr id="4" name="직선 화살표 연결선 96">
            <a:extLst>
              <a:ext uri="{FF2B5EF4-FFF2-40B4-BE49-F238E27FC236}">
                <a16:creationId xmlns:a16="http://schemas.microsoft.com/office/drawing/2014/main" id="{FFF3BDC2-5F4E-8EA9-A07F-1FA661D79599}"/>
              </a:ext>
            </a:extLst>
          </p:cNvPr>
          <p:cNvCxnSpPr>
            <a:cxnSpLocks/>
            <a:stCxn id="157" idx="2"/>
            <a:endCxn id="159" idx="0"/>
          </p:cNvCxnSpPr>
          <p:nvPr/>
        </p:nvCxnSpPr>
        <p:spPr>
          <a:xfrm>
            <a:off x="4273463" y="3752875"/>
            <a:ext cx="0" cy="21090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96">
            <a:extLst>
              <a:ext uri="{FF2B5EF4-FFF2-40B4-BE49-F238E27FC236}">
                <a16:creationId xmlns:a16="http://schemas.microsoft.com/office/drawing/2014/main" id="{1824AF6E-7ACB-79F5-8D16-DEEE3D385E36}"/>
              </a:ext>
            </a:extLst>
          </p:cNvPr>
          <p:cNvCxnSpPr>
            <a:cxnSpLocks/>
            <a:stCxn id="158" idx="2"/>
            <a:endCxn id="160" idx="0"/>
          </p:cNvCxnSpPr>
          <p:nvPr/>
        </p:nvCxnSpPr>
        <p:spPr>
          <a:xfrm>
            <a:off x="5592488" y="3752875"/>
            <a:ext cx="0" cy="21090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96">
            <a:extLst>
              <a:ext uri="{FF2B5EF4-FFF2-40B4-BE49-F238E27FC236}">
                <a16:creationId xmlns:a16="http://schemas.microsoft.com/office/drawing/2014/main" id="{9E070703-F93D-FD39-2496-C51F437430C1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>
            <a:off x="2162350" y="1718380"/>
            <a:ext cx="0" cy="13327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885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31C3D-B913-FA0F-F706-7940E1DDC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70">
            <a:extLst>
              <a:ext uri="{FF2B5EF4-FFF2-40B4-BE49-F238E27FC236}">
                <a16:creationId xmlns:a16="http://schemas.microsoft.com/office/drawing/2014/main" id="{727A5499-5A04-7047-B290-C824F342D70E}"/>
              </a:ext>
            </a:extLst>
          </p:cNvPr>
          <p:cNvSpPr/>
          <p:nvPr/>
        </p:nvSpPr>
        <p:spPr>
          <a:xfrm>
            <a:off x="611560" y="1168800"/>
            <a:ext cx="3545573" cy="1236134"/>
          </a:xfrm>
          <a:prstGeom prst="roundRect">
            <a:avLst>
              <a:gd name="adj" fmla="val 7988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istio-system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1AD9C759-71A7-6BF4-3082-91AD09BCBD9B}"/>
              </a:ext>
            </a:extLst>
          </p:cNvPr>
          <p:cNvSpPr/>
          <p:nvPr/>
        </p:nvSpPr>
        <p:spPr>
          <a:xfrm>
            <a:off x="1592631" y="1851656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ingress-gateway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6" name="사각형: 둥근 모서리 12">
            <a:extLst>
              <a:ext uri="{FF2B5EF4-FFF2-40B4-BE49-F238E27FC236}">
                <a16:creationId xmlns:a16="http://schemas.microsoft.com/office/drawing/2014/main" id="{F0AF349D-EC57-B0DD-8B65-C84382344828}"/>
              </a:ext>
            </a:extLst>
          </p:cNvPr>
          <p:cNvSpPr/>
          <p:nvPr/>
        </p:nvSpPr>
        <p:spPr>
          <a:xfrm>
            <a:off x="1592631" y="1275592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ingress-gateway</a:t>
            </a:r>
          </a:p>
          <a:p>
            <a:pPr algn="ctr"/>
            <a:r>
              <a:rPr lang="en-US" altLang="ko-KR" sz="900" b="1"/>
              <a:t>Service (LB)</a:t>
            </a:r>
            <a:endParaRPr lang="ko-KR" altLang="en-US" sz="900" b="1"/>
          </a:p>
        </p:txBody>
      </p:sp>
      <p:sp>
        <p:nvSpPr>
          <p:cNvPr id="7" name="사각형: 둥근 모서리 12">
            <a:extLst>
              <a:ext uri="{FF2B5EF4-FFF2-40B4-BE49-F238E27FC236}">
                <a16:creationId xmlns:a16="http://schemas.microsoft.com/office/drawing/2014/main" id="{3CDBD728-1F14-F1D7-39D8-40E63F505F59}"/>
              </a:ext>
            </a:extLst>
          </p:cNvPr>
          <p:cNvSpPr/>
          <p:nvPr/>
        </p:nvSpPr>
        <p:spPr>
          <a:xfrm>
            <a:off x="2911656" y="184871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istiod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8" name="사각형: 둥근 모서리 70">
            <a:extLst>
              <a:ext uri="{FF2B5EF4-FFF2-40B4-BE49-F238E27FC236}">
                <a16:creationId xmlns:a16="http://schemas.microsoft.com/office/drawing/2014/main" id="{BD951FAE-9F37-A302-8BA3-E97076D4E726}"/>
              </a:ext>
            </a:extLst>
          </p:cNvPr>
          <p:cNvSpPr/>
          <p:nvPr/>
        </p:nvSpPr>
        <p:spPr>
          <a:xfrm>
            <a:off x="4334799" y="1168800"/>
            <a:ext cx="3870261" cy="1236134"/>
          </a:xfrm>
          <a:prstGeom prst="roundRect">
            <a:avLst>
              <a:gd name="adj" fmla="val 7360"/>
            </a:avLst>
          </a:prstGeom>
          <a:solidFill>
            <a:schemeClr val="bg1">
              <a:lumMod val="95000"/>
            </a:schemeClr>
          </a:solidFill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gateway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15" name="사각형: 둥근 모서리 70">
            <a:extLst>
              <a:ext uri="{FF2B5EF4-FFF2-40B4-BE49-F238E27FC236}">
                <a16:creationId xmlns:a16="http://schemas.microsoft.com/office/drawing/2014/main" id="{40C50E4E-0A26-6EF9-686A-CE5253A628B9}"/>
              </a:ext>
            </a:extLst>
          </p:cNvPr>
          <p:cNvSpPr/>
          <p:nvPr/>
        </p:nvSpPr>
        <p:spPr>
          <a:xfrm>
            <a:off x="1540691" y="1228066"/>
            <a:ext cx="1243318" cy="1117600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1000"/>
          </a:p>
        </p:txBody>
      </p:sp>
      <p:sp>
        <p:nvSpPr>
          <p:cNvPr id="76" name="사각형: 둥근 모서리 12">
            <a:extLst>
              <a:ext uri="{FF2B5EF4-FFF2-40B4-BE49-F238E27FC236}">
                <a16:creationId xmlns:a16="http://schemas.microsoft.com/office/drawing/2014/main" id="{5BA9C4B0-FE68-0DD8-3C21-FC9F96EC5495}"/>
              </a:ext>
            </a:extLst>
          </p:cNvPr>
          <p:cNvSpPr/>
          <p:nvPr/>
        </p:nvSpPr>
        <p:spPr>
          <a:xfrm>
            <a:off x="2911656" y="55286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curl</a:t>
            </a:r>
            <a:r>
              <a:rPr lang="en-US" altLang="ko-KR" sz="900" b="1" dirty="0" err="1"/>
              <a:t> </a:t>
            </a:r>
          </a:p>
          <a:p>
            <a:pPr algn="ctr"/>
            <a:r>
              <a:rPr lang="en-US" altLang="ko-KR" sz="900" b="1" dirty="0" err="1"/>
              <a:t>Client</a:t>
            </a:r>
            <a:endParaRPr lang="en-US" altLang="ko-KR" sz="900" dirty="0"/>
          </a:p>
        </p:txBody>
      </p:sp>
      <p:sp>
        <p:nvSpPr>
          <p:cNvPr id="92" name="사각형: 둥근 모서리 12">
            <a:extLst>
              <a:ext uri="{FF2B5EF4-FFF2-40B4-BE49-F238E27FC236}">
                <a16:creationId xmlns:a16="http://schemas.microsoft.com/office/drawing/2014/main" id="{784E03B2-BF1D-4794-4D78-F2BD5A85D2B7}"/>
              </a:ext>
            </a:extLst>
          </p:cNvPr>
          <p:cNvSpPr/>
          <p:nvPr/>
        </p:nvSpPr>
        <p:spPr>
          <a:xfrm>
            <a:off x="5287731" y="553204"/>
            <a:ext cx="1139438" cy="44210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sp>
        <p:nvSpPr>
          <p:cNvPr id="103" name="사각형: 둥근 모서리 12">
            <a:extLst>
              <a:ext uri="{FF2B5EF4-FFF2-40B4-BE49-F238E27FC236}">
                <a16:creationId xmlns:a16="http://schemas.microsoft.com/office/drawing/2014/main" id="{2050FE53-6E75-75E6-DFBB-3DDCCB103562}"/>
              </a:ext>
            </a:extLst>
          </p:cNvPr>
          <p:cNvSpPr/>
          <p:nvPr/>
        </p:nvSpPr>
        <p:spPr>
          <a:xfrm>
            <a:off x="6692892" y="552863"/>
            <a:ext cx="1139438" cy="44210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istio-remote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cxnSp>
        <p:nvCxnSpPr>
          <p:cNvPr id="151" name="직선 화살표 연결선 96">
            <a:extLst>
              <a:ext uri="{FF2B5EF4-FFF2-40B4-BE49-F238E27FC236}">
                <a16:creationId xmlns:a16="http://schemas.microsoft.com/office/drawing/2014/main" id="{6DC7FACA-3D5E-6E76-5E4C-D59491411D4C}"/>
              </a:ext>
            </a:extLst>
          </p:cNvPr>
          <p:cNvCxnSpPr>
            <a:cxnSpLocks/>
          </p:cNvCxnSpPr>
          <p:nvPr/>
        </p:nvCxnSpPr>
        <p:spPr>
          <a:xfrm>
            <a:off x="6496305" y="2732921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433C9DEE-D85E-185A-7782-C551BA08A8DA}"/>
              </a:ext>
            </a:extLst>
          </p:cNvPr>
          <p:cNvSpPr txBox="1"/>
          <p:nvPr/>
        </p:nvSpPr>
        <p:spPr>
          <a:xfrm>
            <a:off x="6792048" y="2623151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Reference</a:t>
            </a:r>
            <a:endParaRPr lang="en-KR" sz="900"/>
          </a:p>
        </p:txBody>
      </p:sp>
      <p:cxnSp>
        <p:nvCxnSpPr>
          <p:cNvPr id="153" name="직선 화살표 연결선 96">
            <a:extLst>
              <a:ext uri="{FF2B5EF4-FFF2-40B4-BE49-F238E27FC236}">
                <a16:creationId xmlns:a16="http://schemas.microsoft.com/office/drawing/2014/main" id="{1C03983E-BEF0-A659-EE3F-EF715CEC3BF3}"/>
              </a:ext>
            </a:extLst>
          </p:cNvPr>
          <p:cNvCxnSpPr>
            <a:cxnSpLocks/>
          </p:cNvCxnSpPr>
          <p:nvPr/>
        </p:nvCxnSpPr>
        <p:spPr>
          <a:xfrm>
            <a:off x="6496305" y="2979561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08E72692-940E-93A7-1636-5E133F839F08}"/>
              </a:ext>
            </a:extLst>
          </p:cNvPr>
          <p:cNvSpPr txBox="1"/>
          <p:nvPr/>
        </p:nvSpPr>
        <p:spPr>
          <a:xfrm>
            <a:off x="6792048" y="2869791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Traffic</a:t>
            </a:r>
            <a:endParaRPr lang="en-KR" sz="900"/>
          </a:p>
        </p:txBody>
      </p:sp>
      <p:sp>
        <p:nvSpPr>
          <p:cNvPr id="155" name="사각형: 둥근 모서리 70">
            <a:extLst>
              <a:ext uri="{FF2B5EF4-FFF2-40B4-BE49-F238E27FC236}">
                <a16:creationId xmlns:a16="http://schemas.microsoft.com/office/drawing/2014/main" id="{044C22DD-DAEB-885F-44DB-E11F54729BE9}"/>
              </a:ext>
            </a:extLst>
          </p:cNvPr>
          <p:cNvSpPr/>
          <p:nvPr/>
        </p:nvSpPr>
        <p:spPr>
          <a:xfrm>
            <a:off x="1403648" y="2571750"/>
            <a:ext cx="4866373" cy="1931486"/>
          </a:xfrm>
          <a:prstGeom prst="roundRect">
            <a:avLst>
              <a:gd name="adj" fmla="val 5709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server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156" name="사각형: 둥근 모서리 12">
            <a:extLst>
              <a:ext uri="{FF2B5EF4-FFF2-40B4-BE49-F238E27FC236}">
                <a16:creationId xmlns:a16="http://schemas.microsoft.com/office/drawing/2014/main" id="{1040A103-C714-BC0E-EE16-098B3403FD37}"/>
              </a:ext>
            </a:extLst>
          </p:cNvPr>
          <p:cNvSpPr/>
          <p:nvPr/>
        </p:nvSpPr>
        <p:spPr>
          <a:xfrm>
            <a:off x="2384719" y="266016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57" name="사각형: 둥근 모서리 12">
            <a:extLst>
              <a:ext uri="{FF2B5EF4-FFF2-40B4-BE49-F238E27FC236}">
                <a16:creationId xmlns:a16="http://schemas.microsoft.com/office/drawing/2014/main" id="{F10C20BE-F7E7-1D38-6074-F81ED9EE6E25}"/>
              </a:ext>
            </a:extLst>
          </p:cNvPr>
          <p:cNvSpPr/>
          <p:nvPr/>
        </p:nvSpPr>
        <p:spPr>
          <a:xfrm>
            <a:off x="3703744" y="331008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server-v1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58" name="사각형: 둥근 모서리 12">
            <a:extLst>
              <a:ext uri="{FF2B5EF4-FFF2-40B4-BE49-F238E27FC236}">
                <a16:creationId xmlns:a16="http://schemas.microsoft.com/office/drawing/2014/main" id="{144043E8-DBB1-43AF-2433-0EE8DAE1E2F9}"/>
              </a:ext>
            </a:extLst>
          </p:cNvPr>
          <p:cNvSpPr/>
          <p:nvPr/>
        </p:nvSpPr>
        <p:spPr>
          <a:xfrm>
            <a:off x="5022769" y="331008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server-v2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59" name="사각형: 둥근 모서리 12">
            <a:extLst>
              <a:ext uri="{FF2B5EF4-FFF2-40B4-BE49-F238E27FC236}">
                <a16:creationId xmlns:a16="http://schemas.microsoft.com/office/drawing/2014/main" id="{205522B8-F74A-EDA2-2DAB-57FEB1F2BA1A}"/>
              </a:ext>
            </a:extLst>
          </p:cNvPr>
          <p:cNvSpPr/>
          <p:nvPr/>
        </p:nvSpPr>
        <p:spPr>
          <a:xfrm>
            <a:off x="3703744" y="396377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server-v1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sp>
        <p:nvSpPr>
          <p:cNvPr id="160" name="사각형: 둥근 모서리 12">
            <a:extLst>
              <a:ext uri="{FF2B5EF4-FFF2-40B4-BE49-F238E27FC236}">
                <a16:creationId xmlns:a16="http://schemas.microsoft.com/office/drawing/2014/main" id="{DCDFC616-FFBC-D0E1-E3C8-79FDD3DFA36C}"/>
              </a:ext>
            </a:extLst>
          </p:cNvPr>
          <p:cNvSpPr/>
          <p:nvPr/>
        </p:nvSpPr>
        <p:spPr>
          <a:xfrm>
            <a:off x="5022769" y="396377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server-v2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sp>
        <p:nvSpPr>
          <p:cNvPr id="163" name="사각형: 둥근 모서리 12">
            <a:extLst>
              <a:ext uri="{FF2B5EF4-FFF2-40B4-BE49-F238E27FC236}">
                <a16:creationId xmlns:a16="http://schemas.microsoft.com/office/drawing/2014/main" id="{38BF06FB-EF14-FC0A-F5D5-44C705A49081}"/>
              </a:ext>
            </a:extLst>
          </p:cNvPr>
          <p:cNvSpPr/>
          <p:nvPr/>
        </p:nvSpPr>
        <p:spPr>
          <a:xfrm>
            <a:off x="2378681" y="3291285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client (curl)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cxnSp>
        <p:nvCxnSpPr>
          <p:cNvPr id="168" name="직선 화살표 연결선 96">
            <a:extLst>
              <a:ext uri="{FF2B5EF4-FFF2-40B4-BE49-F238E27FC236}">
                <a16:creationId xmlns:a16="http://schemas.microsoft.com/office/drawing/2014/main" id="{CA5B0EE6-A036-C5F9-AFF2-1B7F799FFEB9}"/>
              </a:ext>
            </a:extLst>
          </p:cNvPr>
          <p:cNvCxnSpPr>
            <a:cxnSpLocks/>
          </p:cNvCxnSpPr>
          <p:nvPr/>
        </p:nvCxnSpPr>
        <p:spPr>
          <a:xfrm>
            <a:off x="6496305" y="3228227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BCC2EE39-A3B5-9F53-9456-1ADB644DC6A3}"/>
              </a:ext>
            </a:extLst>
          </p:cNvPr>
          <p:cNvSpPr txBox="1"/>
          <p:nvPr/>
        </p:nvSpPr>
        <p:spPr>
          <a:xfrm>
            <a:off x="6792048" y="3118457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sp>
        <p:nvSpPr>
          <p:cNvPr id="2" name="사각형: 둥근 모서리 12">
            <a:extLst>
              <a:ext uri="{FF2B5EF4-FFF2-40B4-BE49-F238E27FC236}">
                <a16:creationId xmlns:a16="http://schemas.microsoft.com/office/drawing/2014/main" id="{FA63FE32-C33B-B4CB-4134-A3FA97757230}"/>
              </a:ext>
            </a:extLst>
          </p:cNvPr>
          <p:cNvSpPr/>
          <p:nvPr/>
        </p:nvSpPr>
        <p:spPr>
          <a:xfrm>
            <a:off x="6692892" y="1276274"/>
            <a:ext cx="1139438" cy="44210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 b="1"/>
              <a:t>Service (LB)</a:t>
            </a:r>
            <a:endParaRPr lang="ko-KR" altLang="en-US" sz="900" b="1"/>
          </a:p>
        </p:txBody>
      </p:sp>
      <p:sp>
        <p:nvSpPr>
          <p:cNvPr id="4" name="사각형: 둥근 모서리 12">
            <a:extLst>
              <a:ext uri="{FF2B5EF4-FFF2-40B4-BE49-F238E27FC236}">
                <a16:creationId xmlns:a16="http://schemas.microsoft.com/office/drawing/2014/main" id="{5D36C678-15C1-50ED-E2C9-3CAE0A1AD200}"/>
              </a:ext>
            </a:extLst>
          </p:cNvPr>
          <p:cNvSpPr/>
          <p:nvPr/>
        </p:nvSpPr>
        <p:spPr>
          <a:xfrm>
            <a:off x="6692892" y="184871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9" name="사각형: 둥근 모서리 70">
            <a:extLst>
              <a:ext uri="{FF2B5EF4-FFF2-40B4-BE49-F238E27FC236}">
                <a16:creationId xmlns:a16="http://schemas.microsoft.com/office/drawing/2014/main" id="{D7AD4FA7-9530-759E-C159-648C8D54C073}"/>
              </a:ext>
            </a:extLst>
          </p:cNvPr>
          <p:cNvSpPr/>
          <p:nvPr/>
        </p:nvSpPr>
        <p:spPr>
          <a:xfrm>
            <a:off x="6639751" y="1228066"/>
            <a:ext cx="1243318" cy="1117600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1000"/>
          </a:p>
        </p:txBody>
      </p:sp>
      <p:sp>
        <p:nvSpPr>
          <p:cNvPr id="10" name="사각형: 둥근 모서리 12">
            <a:extLst>
              <a:ext uri="{FF2B5EF4-FFF2-40B4-BE49-F238E27FC236}">
                <a16:creationId xmlns:a16="http://schemas.microsoft.com/office/drawing/2014/main" id="{A7E73954-A981-90D3-6C52-A1C473643C5F}"/>
              </a:ext>
            </a:extLst>
          </p:cNvPr>
          <p:cNvSpPr/>
          <p:nvPr/>
        </p:nvSpPr>
        <p:spPr>
          <a:xfrm>
            <a:off x="5286530" y="1275592"/>
            <a:ext cx="1139438" cy="44210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51CD5989-E453-322D-710E-A6CA51C1D625}"/>
              </a:ext>
            </a:extLst>
          </p:cNvPr>
          <p:cNvSpPr/>
          <p:nvPr/>
        </p:nvSpPr>
        <p:spPr>
          <a:xfrm>
            <a:off x="5286530" y="1849054"/>
            <a:ext cx="1139438" cy="44210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gateway-options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cxnSp>
        <p:nvCxnSpPr>
          <p:cNvPr id="12" name="직선 화살표 연결선 96">
            <a:extLst>
              <a:ext uri="{FF2B5EF4-FFF2-40B4-BE49-F238E27FC236}">
                <a16:creationId xmlns:a16="http://schemas.microsoft.com/office/drawing/2014/main" id="{6AFEE7BC-A564-8240-5034-188F0F56753C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4051094" y="1786866"/>
            <a:ext cx="2588657" cy="283241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96">
            <a:extLst>
              <a:ext uri="{FF2B5EF4-FFF2-40B4-BE49-F238E27FC236}">
                <a16:creationId xmlns:a16="http://schemas.microsoft.com/office/drawing/2014/main" id="{9C30975F-3CE8-3E22-F86C-5EE7B9166989}"/>
              </a:ext>
            </a:extLst>
          </p:cNvPr>
          <p:cNvCxnSpPr>
            <a:cxnSpLocks/>
          </p:cNvCxnSpPr>
          <p:nvPr/>
        </p:nvCxnSpPr>
        <p:spPr>
          <a:xfrm flipV="1">
            <a:off x="5856249" y="995310"/>
            <a:ext cx="1201" cy="28028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96">
            <a:extLst>
              <a:ext uri="{FF2B5EF4-FFF2-40B4-BE49-F238E27FC236}">
                <a16:creationId xmlns:a16="http://schemas.microsoft.com/office/drawing/2014/main" id="{9D7DBEEA-71ED-F004-765C-731DCA3F08BE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856249" y="1717698"/>
            <a:ext cx="0" cy="13101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96">
            <a:extLst>
              <a:ext uri="{FF2B5EF4-FFF2-40B4-BE49-F238E27FC236}">
                <a16:creationId xmlns:a16="http://schemas.microsoft.com/office/drawing/2014/main" id="{8E57F0D5-98C7-CBFE-B844-5D42FD580D2B}"/>
              </a:ext>
            </a:extLst>
          </p:cNvPr>
          <p:cNvCxnSpPr>
            <a:cxnSpLocks/>
          </p:cNvCxnSpPr>
          <p:nvPr/>
        </p:nvCxnSpPr>
        <p:spPr>
          <a:xfrm>
            <a:off x="6425968" y="1491630"/>
            <a:ext cx="213783" cy="29523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8F1450E-98A2-6E25-7814-822344F89FAA}"/>
              </a:ext>
            </a:extLst>
          </p:cNvPr>
          <p:cNvSpPr/>
          <p:nvPr/>
        </p:nvSpPr>
        <p:spPr>
          <a:xfrm>
            <a:off x="5022769" y="2660163"/>
            <a:ext cx="1139438" cy="442788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HTTPRoute</a:t>
            </a:r>
            <a:endParaRPr lang="ko-KR" altLang="en-US" sz="900" b="1" dirty="0"/>
          </a:p>
        </p:txBody>
      </p:sp>
      <p:cxnSp>
        <p:nvCxnSpPr>
          <p:cNvPr id="14" name="직선 화살표 연결선 96">
            <a:extLst>
              <a:ext uri="{FF2B5EF4-FFF2-40B4-BE49-F238E27FC236}">
                <a16:creationId xmlns:a16="http://schemas.microsoft.com/office/drawing/2014/main" id="{E02CCEDF-F9AB-C7FE-ABAE-7DB48DFFFCEF}"/>
              </a:ext>
            </a:extLst>
          </p:cNvPr>
          <p:cNvCxnSpPr>
            <a:cxnSpLocks/>
            <a:stCxn id="76" idx="2"/>
            <a:endCxn id="9" idx="0"/>
          </p:cNvCxnSpPr>
          <p:nvPr/>
        </p:nvCxnSpPr>
        <p:spPr>
          <a:xfrm>
            <a:off x="3481375" y="995651"/>
            <a:ext cx="3780035" cy="232415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96">
            <a:extLst>
              <a:ext uri="{FF2B5EF4-FFF2-40B4-BE49-F238E27FC236}">
                <a16:creationId xmlns:a16="http://schemas.microsoft.com/office/drawing/2014/main" id="{5E4607CD-289A-35DD-CED4-81E5697E9AF3}"/>
              </a:ext>
            </a:extLst>
          </p:cNvPr>
          <p:cNvCxnSpPr>
            <a:cxnSpLocks/>
            <a:endCxn id="160" idx="0"/>
          </p:cNvCxnSpPr>
          <p:nvPr/>
        </p:nvCxnSpPr>
        <p:spPr>
          <a:xfrm flipH="1">
            <a:off x="5592488" y="2345666"/>
            <a:ext cx="1670123" cy="1618111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96">
            <a:extLst>
              <a:ext uri="{FF2B5EF4-FFF2-40B4-BE49-F238E27FC236}">
                <a16:creationId xmlns:a16="http://schemas.microsoft.com/office/drawing/2014/main" id="{946DB3E3-6B9B-423D-3039-35C7E4422712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5592488" y="1709231"/>
            <a:ext cx="257111" cy="95093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96">
            <a:extLst>
              <a:ext uri="{FF2B5EF4-FFF2-40B4-BE49-F238E27FC236}">
                <a16:creationId xmlns:a16="http://schemas.microsoft.com/office/drawing/2014/main" id="{1D5208D0-879D-9193-FC23-01D9039BB2F0}"/>
              </a:ext>
            </a:extLst>
          </p:cNvPr>
          <p:cNvCxnSpPr>
            <a:cxnSpLocks/>
            <a:stCxn id="13" idx="2"/>
            <a:endCxn id="158" idx="0"/>
          </p:cNvCxnSpPr>
          <p:nvPr/>
        </p:nvCxnSpPr>
        <p:spPr>
          <a:xfrm>
            <a:off x="5592488" y="3102951"/>
            <a:ext cx="0" cy="20713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96">
            <a:extLst>
              <a:ext uri="{FF2B5EF4-FFF2-40B4-BE49-F238E27FC236}">
                <a16:creationId xmlns:a16="http://schemas.microsoft.com/office/drawing/2014/main" id="{9ABEC490-1339-4C58-4073-B5AE0CC9C845}"/>
              </a:ext>
            </a:extLst>
          </p:cNvPr>
          <p:cNvCxnSpPr>
            <a:cxnSpLocks/>
            <a:stCxn id="13" idx="2"/>
            <a:endCxn id="157" idx="0"/>
          </p:cNvCxnSpPr>
          <p:nvPr/>
        </p:nvCxnSpPr>
        <p:spPr>
          <a:xfrm flipH="1">
            <a:off x="4273463" y="3102951"/>
            <a:ext cx="1319025" cy="20713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96">
            <a:extLst>
              <a:ext uri="{FF2B5EF4-FFF2-40B4-BE49-F238E27FC236}">
                <a16:creationId xmlns:a16="http://schemas.microsoft.com/office/drawing/2014/main" id="{60655472-EBBE-3F18-9C11-1D8A590262FC}"/>
              </a:ext>
            </a:extLst>
          </p:cNvPr>
          <p:cNvCxnSpPr>
            <a:cxnSpLocks/>
            <a:endCxn id="159" idx="0"/>
          </p:cNvCxnSpPr>
          <p:nvPr/>
        </p:nvCxnSpPr>
        <p:spPr>
          <a:xfrm flipH="1">
            <a:off x="4273463" y="2345666"/>
            <a:ext cx="2989148" cy="1618111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96">
            <a:extLst>
              <a:ext uri="{FF2B5EF4-FFF2-40B4-BE49-F238E27FC236}">
                <a16:creationId xmlns:a16="http://schemas.microsoft.com/office/drawing/2014/main" id="{3A73F304-2343-E153-C3BC-AA3CE7D0373A}"/>
              </a:ext>
            </a:extLst>
          </p:cNvPr>
          <p:cNvCxnSpPr>
            <a:cxnSpLocks/>
            <a:stCxn id="157" idx="2"/>
            <a:endCxn id="159" idx="0"/>
          </p:cNvCxnSpPr>
          <p:nvPr/>
        </p:nvCxnSpPr>
        <p:spPr>
          <a:xfrm>
            <a:off x="4273463" y="3752875"/>
            <a:ext cx="0" cy="21090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96">
            <a:extLst>
              <a:ext uri="{FF2B5EF4-FFF2-40B4-BE49-F238E27FC236}">
                <a16:creationId xmlns:a16="http://schemas.microsoft.com/office/drawing/2014/main" id="{52C63C6F-DF00-8E8B-DA34-87232EE4963F}"/>
              </a:ext>
            </a:extLst>
          </p:cNvPr>
          <p:cNvCxnSpPr>
            <a:cxnSpLocks/>
            <a:stCxn id="158" idx="2"/>
            <a:endCxn id="160" idx="0"/>
          </p:cNvCxnSpPr>
          <p:nvPr/>
        </p:nvCxnSpPr>
        <p:spPr>
          <a:xfrm>
            <a:off x="5592488" y="3752875"/>
            <a:ext cx="0" cy="21090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96">
            <a:extLst>
              <a:ext uri="{FF2B5EF4-FFF2-40B4-BE49-F238E27FC236}">
                <a16:creationId xmlns:a16="http://schemas.microsoft.com/office/drawing/2014/main" id="{82EF774E-8C76-4FC8-93DB-CC3420B18F7D}"/>
              </a:ext>
            </a:extLst>
          </p:cNvPr>
          <p:cNvCxnSpPr>
            <a:cxnSpLocks/>
          </p:cNvCxnSpPr>
          <p:nvPr/>
        </p:nvCxnSpPr>
        <p:spPr>
          <a:xfrm>
            <a:off x="7262611" y="1718380"/>
            <a:ext cx="0" cy="13033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96">
            <a:extLst>
              <a:ext uri="{FF2B5EF4-FFF2-40B4-BE49-F238E27FC236}">
                <a16:creationId xmlns:a16="http://schemas.microsoft.com/office/drawing/2014/main" id="{64E86D46-6770-D77A-966B-100B04CA97DD}"/>
              </a:ext>
            </a:extLst>
          </p:cNvPr>
          <p:cNvCxnSpPr>
            <a:cxnSpLocks/>
          </p:cNvCxnSpPr>
          <p:nvPr/>
        </p:nvCxnSpPr>
        <p:spPr>
          <a:xfrm>
            <a:off x="2162350" y="1718380"/>
            <a:ext cx="0" cy="13327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002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90439-2266-E66F-8765-2187373C9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70">
            <a:extLst>
              <a:ext uri="{FF2B5EF4-FFF2-40B4-BE49-F238E27FC236}">
                <a16:creationId xmlns:a16="http://schemas.microsoft.com/office/drawing/2014/main" id="{6337A590-224E-FE84-86D8-B97D6911DA17}"/>
              </a:ext>
            </a:extLst>
          </p:cNvPr>
          <p:cNvSpPr/>
          <p:nvPr/>
        </p:nvSpPr>
        <p:spPr>
          <a:xfrm>
            <a:off x="611560" y="1168800"/>
            <a:ext cx="3545573" cy="1236134"/>
          </a:xfrm>
          <a:prstGeom prst="roundRect">
            <a:avLst>
              <a:gd name="adj" fmla="val 7988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istio-system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2FE77FA9-B596-282A-C2F4-23CA3F059864}"/>
              </a:ext>
            </a:extLst>
          </p:cNvPr>
          <p:cNvSpPr/>
          <p:nvPr/>
        </p:nvSpPr>
        <p:spPr>
          <a:xfrm>
            <a:off x="1592631" y="1851656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ingress-gateway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6" name="사각형: 둥근 모서리 12">
            <a:extLst>
              <a:ext uri="{FF2B5EF4-FFF2-40B4-BE49-F238E27FC236}">
                <a16:creationId xmlns:a16="http://schemas.microsoft.com/office/drawing/2014/main" id="{B902AE75-A4D5-7AED-56B1-89453C954642}"/>
              </a:ext>
            </a:extLst>
          </p:cNvPr>
          <p:cNvSpPr/>
          <p:nvPr/>
        </p:nvSpPr>
        <p:spPr>
          <a:xfrm>
            <a:off x="1592631" y="1275592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ingress-gateway</a:t>
            </a:r>
          </a:p>
          <a:p>
            <a:pPr algn="ctr"/>
            <a:r>
              <a:rPr lang="en-US" altLang="ko-KR" sz="900" b="1"/>
              <a:t>Service (LB)</a:t>
            </a:r>
            <a:endParaRPr lang="ko-KR" altLang="en-US" sz="900" b="1"/>
          </a:p>
        </p:txBody>
      </p:sp>
      <p:sp>
        <p:nvSpPr>
          <p:cNvPr id="7" name="사각형: 둥근 모서리 12">
            <a:extLst>
              <a:ext uri="{FF2B5EF4-FFF2-40B4-BE49-F238E27FC236}">
                <a16:creationId xmlns:a16="http://schemas.microsoft.com/office/drawing/2014/main" id="{32917ACA-6AA0-FE19-E3EA-B55B0969EA3E}"/>
              </a:ext>
            </a:extLst>
          </p:cNvPr>
          <p:cNvSpPr/>
          <p:nvPr/>
        </p:nvSpPr>
        <p:spPr>
          <a:xfrm>
            <a:off x="2911656" y="184871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istiod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8" name="사각형: 둥근 모서리 70">
            <a:extLst>
              <a:ext uri="{FF2B5EF4-FFF2-40B4-BE49-F238E27FC236}">
                <a16:creationId xmlns:a16="http://schemas.microsoft.com/office/drawing/2014/main" id="{C67A60E3-298D-26FA-43BC-8268E3EC7281}"/>
              </a:ext>
            </a:extLst>
          </p:cNvPr>
          <p:cNvSpPr/>
          <p:nvPr/>
        </p:nvSpPr>
        <p:spPr>
          <a:xfrm>
            <a:off x="4334799" y="1168800"/>
            <a:ext cx="3870261" cy="1236134"/>
          </a:xfrm>
          <a:prstGeom prst="roundRect">
            <a:avLst>
              <a:gd name="adj" fmla="val 7360"/>
            </a:avLst>
          </a:prstGeom>
          <a:solidFill>
            <a:schemeClr val="bg1">
              <a:lumMod val="95000"/>
            </a:schemeClr>
          </a:solidFill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gateway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15" name="사각형: 둥근 모서리 70">
            <a:extLst>
              <a:ext uri="{FF2B5EF4-FFF2-40B4-BE49-F238E27FC236}">
                <a16:creationId xmlns:a16="http://schemas.microsoft.com/office/drawing/2014/main" id="{1EB1E1B6-394B-1BF9-9C70-0A48434A0C8B}"/>
              </a:ext>
            </a:extLst>
          </p:cNvPr>
          <p:cNvSpPr/>
          <p:nvPr/>
        </p:nvSpPr>
        <p:spPr>
          <a:xfrm>
            <a:off x="1540691" y="1228066"/>
            <a:ext cx="1243318" cy="1117600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1000"/>
          </a:p>
        </p:txBody>
      </p:sp>
      <p:sp>
        <p:nvSpPr>
          <p:cNvPr id="76" name="사각형: 둥근 모서리 12">
            <a:extLst>
              <a:ext uri="{FF2B5EF4-FFF2-40B4-BE49-F238E27FC236}">
                <a16:creationId xmlns:a16="http://schemas.microsoft.com/office/drawing/2014/main" id="{CFC9ACF3-41DB-3E5C-5259-842115DDF7CE}"/>
              </a:ext>
            </a:extLst>
          </p:cNvPr>
          <p:cNvSpPr/>
          <p:nvPr/>
        </p:nvSpPr>
        <p:spPr>
          <a:xfrm>
            <a:off x="2911656" y="55286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curl</a:t>
            </a:r>
            <a:r>
              <a:rPr lang="en-US" altLang="ko-KR" sz="900" b="1" dirty="0" err="1"/>
              <a:t> </a:t>
            </a:r>
          </a:p>
          <a:p>
            <a:pPr algn="ctr"/>
            <a:r>
              <a:rPr lang="en-US" altLang="ko-KR" sz="900" b="1" dirty="0" err="1"/>
              <a:t>Client</a:t>
            </a:r>
            <a:endParaRPr lang="en-US" altLang="ko-KR" sz="900" dirty="0"/>
          </a:p>
        </p:txBody>
      </p:sp>
      <p:sp>
        <p:nvSpPr>
          <p:cNvPr id="92" name="사각형: 둥근 모서리 12">
            <a:extLst>
              <a:ext uri="{FF2B5EF4-FFF2-40B4-BE49-F238E27FC236}">
                <a16:creationId xmlns:a16="http://schemas.microsoft.com/office/drawing/2014/main" id="{2057FB27-A217-158B-CF14-722542461C66}"/>
              </a:ext>
            </a:extLst>
          </p:cNvPr>
          <p:cNvSpPr/>
          <p:nvPr/>
        </p:nvSpPr>
        <p:spPr>
          <a:xfrm>
            <a:off x="5287731" y="553204"/>
            <a:ext cx="1139438" cy="44210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sp>
        <p:nvSpPr>
          <p:cNvPr id="103" name="사각형: 둥근 모서리 12">
            <a:extLst>
              <a:ext uri="{FF2B5EF4-FFF2-40B4-BE49-F238E27FC236}">
                <a16:creationId xmlns:a16="http://schemas.microsoft.com/office/drawing/2014/main" id="{AE919F12-BF9C-7C8D-FE09-E9EF3B8D2C24}"/>
              </a:ext>
            </a:extLst>
          </p:cNvPr>
          <p:cNvSpPr/>
          <p:nvPr/>
        </p:nvSpPr>
        <p:spPr>
          <a:xfrm>
            <a:off x="6692892" y="552863"/>
            <a:ext cx="1139438" cy="44210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istio-remote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cxnSp>
        <p:nvCxnSpPr>
          <p:cNvPr id="151" name="직선 화살표 연결선 96">
            <a:extLst>
              <a:ext uri="{FF2B5EF4-FFF2-40B4-BE49-F238E27FC236}">
                <a16:creationId xmlns:a16="http://schemas.microsoft.com/office/drawing/2014/main" id="{0BA641E3-9AEF-70CA-FB00-FEFFDF33112C}"/>
              </a:ext>
            </a:extLst>
          </p:cNvPr>
          <p:cNvCxnSpPr>
            <a:cxnSpLocks/>
          </p:cNvCxnSpPr>
          <p:nvPr/>
        </p:nvCxnSpPr>
        <p:spPr>
          <a:xfrm>
            <a:off x="6496305" y="2732921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41847B9E-CC20-EC35-5DEC-1ABAB5E94F42}"/>
              </a:ext>
            </a:extLst>
          </p:cNvPr>
          <p:cNvSpPr txBox="1"/>
          <p:nvPr/>
        </p:nvSpPr>
        <p:spPr>
          <a:xfrm>
            <a:off x="6792048" y="2623151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Reference</a:t>
            </a:r>
            <a:endParaRPr lang="en-KR" sz="900"/>
          </a:p>
        </p:txBody>
      </p:sp>
      <p:cxnSp>
        <p:nvCxnSpPr>
          <p:cNvPr id="153" name="직선 화살표 연결선 96">
            <a:extLst>
              <a:ext uri="{FF2B5EF4-FFF2-40B4-BE49-F238E27FC236}">
                <a16:creationId xmlns:a16="http://schemas.microsoft.com/office/drawing/2014/main" id="{619752D0-E1C0-587B-5F61-E89E783F6988}"/>
              </a:ext>
            </a:extLst>
          </p:cNvPr>
          <p:cNvCxnSpPr>
            <a:cxnSpLocks/>
          </p:cNvCxnSpPr>
          <p:nvPr/>
        </p:nvCxnSpPr>
        <p:spPr>
          <a:xfrm>
            <a:off x="6496305" y="2979561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D607C0CE-F6D2-F4AE-7338-E4375DD82CE2}"/>
              </a:ext>
            </a:extLst>
          </p:cNvPr>
          <p:cNvSpPr txBox="1"/>
          <p:nvPr/>
        </p:nvSpPr>
        <p:spPr>
          <a:xfrm>
            <a:off x="6792048" y="2869791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Traffic</a:t>
            </a:r>
            <a:endParaRPr lang="en-KR" sz="900"/>
          </a:p>
        </p:txBody>
      </p:sp>
      <p:sp>
        <p:nvSpPr>
          <p:cNvPr id="155" name="사각형: 둥근 모서리 70">
            <a:extLst>
              <a:ext uri="{FF2B5EF4-FFF2-40B4-BE49-F238E27FC236}">
                <a16:creationId xmlns:a16="http://schemas.microsoft.com/office/drawing/2014/main" id="{7F41AC08-63B6-B416-47C3-35648C56F804}"/>
              </a:ext>
            </a:extLst>
          </p:cNvPr>
          <p:cNvSpPr/>
          <p:nvPr/>
        </p:nvSpPr>
        <p:spPr>
          <a:xfrm>
            <a:off x="1403648" y="2571750"/>
            <a:ext cx="4866373" cy="1931486"/>
          </a:xfrm>
          <a:prstGeom prst="roundRect">
            <a:avLst>
              <a:gd name="adj" fmla="val 5709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server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156" name="사각형: 둥근 모서리 12">
            <a:extLst>
              <a:ext uri="{FF2B5EF4-FFF2-40B4-BE49-F238E27FC236}">
                <a16:creationId xmlns:a16="http://schemas.microsoft.com/office/drawing/2014/main" id="{C91C9D88-C867-9217-7B3E-EAA2ECFED3F9}"/>
              </a:ext>
            </a:extLst>
          </p:cNvPr>
          <p:cNvSpPr/>
          <p:nvPr/>
        </p:nvSpPr>
        <p:spPr>
          <a:xfrm>
            <a:off x="2384719" y="266016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57" name="사각형: 둥근 모서리 12">
            <a:extLst>
              <a:ext uri="{FF2B5EF4-FFF2-40B4-BE49-F238E27FC236}">
                <a16:creationId xmlns:a16="http://schemas.microsoft.com/office/drawing/2014/main" id="{1D0CE54B-38A4-582B-77A6-5E6A06D4ED59}"/>
              </a:ext>
            </a:extLst>
          </p:cNvPr>
          <p:cNvSpPr/>
          <p:nvPr/>
        </p:nvSpPr>
        <p:spPr>
          <a:xfrm>
            <a:off x="3703744" y="331008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server-v1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58" name="사각형: 둥근 모서리 12">
            <a:extLst>
              <a:ext uri="{FF2B5EF4-FFF2-40B4-BE49-F238E27FC236}">
                <a16:creationId xmlns:a16="http://schemas.microsoft.com/office/drawing/2014/main" id="{A1010BE6-9FB9-6EEB-BB6C-BA49CB24BA2C}"/>
              </a:ext>
            </a:extLst>
          </p:cNvPr>
          <p:cNvSpPr/>
          <p:nvPr/>
        </p:nvSpPr>
        <p:spPr>
          <a:xfrm>
            <a:off x="5022769" y="331008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server-v2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59" name="사각형: 둥근 모서리 12">
            <a:extLst>
              <a:ext uri="{FF2B5EF4-FFF2-40B4-BE49-F238E27FC236}">
                <a16:creationId xmlns:a16="http://schemas.microsoft.com/office/drawing/2014/main" id="{9D82ABEC-A11A-05F8-18B8-441B95600D9F}"/>
              </a:ext>
            </a:extLst>
          </p:cNvPr>
          <p:cNvSpPr/>
          <p:nvPr/>
        </p:nvSpPr>
        <p:spPr>
          <a:xfrm>
            <a:off x="3703744" y="396377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server-v1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sp>
        <p:nvSpPr>
          <p:cNvPr id="160" name="사각형: 둥근 모서리 12">
            <a:extLst>
              <a:ext uri="{FF2B5EF4-FFF2-40B4-BE49-F238E27FC236}">
                <a16:creationId xmlns:a16="http://schemas.microsoft.com/office/drawing/2014/main" id="{91D15D54-4E73-14A3-781D-D5C449E8FF1D}"/>
              </a:ext>
            </a:extLst>
          </p:cNvPr>
          <p:cNvSpPr/>
          <p:nvPr/>
        </p:nvSpPr>
        <p:spPr>
          <a:xfrm>
            <a:off x="5022769" y="396377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server-v2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sp>
        <p:nvSpPr>
          <p:cNvPr id="163" name="사각형: 둥근 모서리 12">
            <a:extLst>
              <a:ext uri="{FF2B5EF4-FFF2-40B4-BE49-F238E27FC236}">
                <a16:creationId xmlns:a16="http://schemas.microsoft.com/office/drawing/2014/main" id="{13541699-488E-D6F0-403D-2A37DDB11B8B}"/>
              </a:ext>
            </a:extLst>
          </p:cNvPr>
          <p:cNvSpPr/>
          <p:nvPr/>
        </p:nvSpPr>
        <p:spPr>
          <a:xfrm>
            <a:off x="2378681" y="3291285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client (curl)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cxnSp>
        <p:nvCxnSpPr>
          <p:cNvPr id="168" name="직선 화살표 연결선 96">
            <a:extLst>
              <a:ext uri="{FF2B5EF4-FFF2-40B4-BE49-F238E27FC236}">
                <a16:creationId xmlns:a16="http://schemas.microsoft.com/office/drawing/2014/main" id="{54719A66-ABC6-8D77-B055-F0C15C959D6B}"/>
              </a:ext>
            </a:extLst>
          </p:cNvPr>
          <p:cNvCxnSpPr>
            <a:cxnSpLocks/>
          </p:cNvCxnSpPr>
          <p:nvPr/>
        </p:nvCxnSpPr>
        <p:spPr>
          <a:xfrm>
            <a:off x="6496305" y="3228227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D0ACA350-26BB-4DE7-9468-F70404D91354}"/>
              </a:ext>
            </a:extLst>
          </p:cNvPr>
          <p:cNvSpPr txBox="1"/>
          <p:nvPr/>
        </p:nvSpPr>
        <p:spPr>
          <a:xfrm>
            <a:off x="6792048" y="3118457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sp>
        <p:nvSpPr>
          <p:cNvPr id="2" name="사각형: 둥근 모서리 12">
            <a:extLst>
              <a:ext uri="{FF2B5EF4-FFF2-40B4-BE49-F238E27FC236}">
                <a16:creationId xmlns:a16="http://schemas.microsoft.com/office/drawing/2014/main" id="{FA70C0D9-70F2-A934-94E5-ED06FA24585B}"/>
              </a:ext>
            </a:extLst>
          </p:cNvPr>
          <p:cNvSpPr/>
          <p:nvPr/>
        </p:nvSpPr>
        <p:spPr>
          <a:xfrm>
            <a:off x="2911656" y="1275592"/>
            <a:ext cx="1139438" cy="442788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gateway-ingress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 dirty="0"/>
          </a:p>
        </p:txBody>
      </p:sp>
      <p:sp>
        <p:nvSpPr>
          <p:cNvPr id="4" name="사각형: 둥근 모서리 12">
            <a:extLst>
              <a:ext uri="{FF2B5EF4-FFF2-40B4-BE49-F238E27FC236}">
                <a16:creationId xmlns:a16="http://schemas.microsoft.com/office/drawing/2014/main" id="{5289B6CE-1926-B69C-07D7-D1C970FF02D4}"/>
              </a:ext>
            </a:extLst>
          </p:cNvPr>
          <p:cNvSpPr/>
          <p:nvPr/>
        </p:nvSpPr>
        <p:spPr>
          <a:xfrm>
            <a:off x="4583731" y="2660163"/>
            <a:ext cx="1139438" cy="442788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server-ingress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HTTPRoute</a:t>
            </a:r>
            <a:endParaRPr lang="ko-KR" altLang="en-US" sz="900" b="1" dirty="0"/>
          </a:p>
        </p:txBody>
      </p:sp>
      <p:cxnSp>
        <p:nvCxnSpPr>
          <p:cNvPr id="9" name="직선 화살표 연결선 96">
            <a:extLst>
              <a:ext uri="{FF2B5EF4-FFF2-40B4-BE49-F238E27FC236}">
                <a16:creationId xmlns:a16="http://schemas.microsoft.com/office/drawing/2014/main" id="{A00CC0FB-86CA-B86F-A972-FD5E9A6B5361}"/>
              </a:ext>
            </a:extLst>
          </p:cNvPr>
          <p:cNvCxnSpPr>
            <a:cxnSpLocks/>
            <a:stCxn id="76" idx="2"/>
            <a:endCxn id="15" idx="0"/>
          </p:cNvCxnSpPr>
          <p:nvPr/>
        </p:nvCxnSpPr>
        <p:spPr>
          <a:xfrm flipH="1">
            <a:off x="2162350" y="995651"/>
            <a:ext cx="1319025" cy="232415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96">
            <a:extLst>
              <a:ext uri="{FF2B5EF4-FFF2-40B4-BE49-F238E27FC236}">
                <a16:creationId xmlns:a16="http://schemas.microsoft.com/office/drawing/2014/main" id="{1118824A-8FF2-2825-B919-CC540227B813}"/>
              </a:ext>
            </a:extLst>
          </p:cNvPr>
          <p:cNvCxnSpPr>
            <a:cxnSpLocks/>
            <a:stCxn id="15" idx="2"/>
            <a:endCxn id="159" idx="0"/>
          </p:cNvCxnSpPr>
          <p:nvPr/>
        </p:nvCxnSpPr>
        <p:spPr>
          <a:xfrm>
            <a:off x="2162350" y="2345666"/>
            <a:ext cx="2111113" cy="1618111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96">
            <a:extLst>
              <a:ext uri="{FF2B5EF4-FFF2-40B4-BE49-F238E27FC236}">
                <a16:creationId xmlns:a16="http://schemas.microsoft.com/office/drawing/2014/main" id="{2A69522D-EC9A-EFF2-E1C3-7CC7C1DBC87F}"/>
              </a:ext>
            </a:extLst>
          </p:cNvPr>
          <p:cNvCxnSpPr>
            <a:cxnSpLocks/>
            <a:stCxn id="15" idx="2"/>
            <a:endCxn id="160" idx="0"/>
          </p:cNvCxnSpPr>
          <p:nvPr/>
        </p:nvCxnSpPr>
        <p:spPr>
          <a:xfrm>
            <a:off x="2162350" y="2345666"/>
            <a:ext cx="3430138" cy="1618111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96">
            <a:extLst>
              <a:ext uri="{FF2B5EF4-FFF2-40B4-BE49-F238E27FC236}">
                <a16:creationId xmlns:a16="http://schemas.microsoft.com/office/drawing/2014/main" id="{9EAC3760-03DF-7B98-F663-1D4D5BF1C0A8}"/>
              </a:ext>
            </a:extLst>
          </p:cNvPr>
          <p:cNvCxnSpPr>
            <a:cxnSpLocks/>
            <a:stCxn id="4" idx="0"/>
            <a:endCxn id="2" idx="2"/>
          </p:cNvCxnSpPr>
          <p:nvPr/>
        </p:nvCxnSpPr>
        <p:spPr>
          <a:xfrm flipH="1" flipV="1">
            <a:off x="3481375" y="1718380"/>
            <a:ext cx="1672075" cy="94178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96">
            <a:extLst>
              <a:ext uri="{FF2B5EF4-FFF2-40B4-BE49-F238E27FC236}">
                <a16:creationId xmlns:a16="http://schemas.microsoft.com/office/drawing/2014/main" id="{80BA443A-9032-7F77-AF6B-8F749D03EB2B}"/>
              </a:ext>
            </a:extLst>
          </p:cNvPr>
          <p:cNvCxnSpPr>
            <a:cxnSpLocks/>
            <a:stCxn id="4" idx="2"/>
            <a:endCxn id="157" idx="0"/>
          </p:cNvCxnSpPr>
          <p:nvPr/>
        </p:nvCxnSpPr>
        <p:spPr>
          <a:xfrm flipH="1">
            <a:off x="4273463" y="3102951"/>
            <a:ext cx="879987" cy="20713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96">
            <a:extLst>
              <a:ext uri="{FF2B5EF4-FFF2-40B4-BE49-F238E27FC236}">
                <a16:creationId xmlns:a16="http://schemas.microsoft.com/office/drawing/2014/main" id="{46D8A0E2-712F-F293-7932-B8FBDB0A8E70}"/>
              </a:ext>
            </a:extLst>
          </p:cNvPr>
          <p:cNvCxnSpPr>
            <a:cxnSpLocks/>
            <a:stCxn id="4" idx="2"/>
            <a:endCxn id="158" idx="0"/>
          </p:cNvCxnSpPr>
          <p:nvPr/>
        </p:nvCxnSpPr>
        <p:spPr>
          <a:xfrm>
            <a:off x="5153450" y="3102951"/>
            <a:ext cx="439038" cy="20713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96">
            <a:extLst>
              <a:ext uri="{FF2B5EF4-FFF2-40B4-BE49-F238E27FC236}">
                <a16:creationId xmlns:a16="http://schemas.microsoft.com/office/drawing/2014/main" id="{2EA6E3A4-2771-7766-8A39-DD273CD9C488}"/>
              </a:ext>
            </a:extLst>
          </p:cNvPr>
          <p:cNvCxnSpPr>
            <a:cxnSpLocks/>
            <a:stCxn id="157" idx="2"/>
            <a:endCxn id="159" idx="0"/>
          </p:cNvCxnSpPr>
          <p:nvPr/>
        </p:nvCxnSpPr>
        <p:spPr>
          <a:xfrm>
            <a:off x="4273463" y="3752875"/>
            <a:ext cx="0" cy="21090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96">
            <a:extLst>
              <a:ext uri="{FF2B5EF4-FFF2-40B4-BE49-F238E27FC236}">
                <a16:creationId xmlns:a16="http://schemas.microsoft.com/office/drawing/2014/main" id="{C0EB483F-3A5E-48C1-9D74-3A69DE55D1D8}"/>
              </a:ext>
            </a:extLst>
          </p:cNvPr>
          <p:cNvCxnSpPr>
            <a:cxnSpLocks/>
            <a:stCxn id="158" idx="2"/>
            <a:endCxn id="160" idx="0"/>
          </p:cNvCxnSpPr>
          <p:nvPr/>
        </p:nvCxnSpPr>
        <p:spPr>
          <a:xfrm>
            <a:off x="5592488" y="3752875"/>
            <a:ext cx="0" cy="21090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96">
            <a:extLst>
              <a:ext uri="{FF2B5EF4-FFF2-40B4-BE49-F238E27FC236}">
                <a16:creationId xmlns:a16="http://schemas.microsoft.com/office/drawing/2014/main" id="{BBBB060C-47BB-D117-87E8-70D458271303}"/>
              </a:ext>
            </a:extLst>
          </p:cNvPr>
          <p:cNvCxnSpPr>
            <a:cxnSpLocks/>
          </p:cNvCxnSpPr>
          <p:nvPr/>
        </p:nvCxnSpPr>
        <p:spPr>
          <a:xfrm>
            <a:off x="2162350" y="1718380"/>
            <a:ext cx="0" cy="13327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9909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B5151-6308-6960-7963-07BCDDC30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70">
            <a:extLst>
              <a:ext uri="{FF2B5EF4-FFF2-40B4-BE49-F238E27FC236}">
                <a16:creationId xmlns:a16="http://schemas.microsoft.com/office/drawing/2014/main" id="{D1B1584F-2E1A-E09F-907C-2BCAB4125B26}"/>
              </a:ext>
            </a:extLst>
          </p:cNvPr>
          <p:cNvSpPr/>
          <p:nvPr/>
        </p:nvSpPr>
        <p:spPr>
          <a:xfrm>
            <a:off x="611560" y="1168800"/>
            <a:ext cx="3545573" cy="1236134"/>
          </a:xfrm>
          <a:prstGeom prst="roundRect">
            <a:avLst>
              <a:gd name="adj" fmla="val 7988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istio-system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86D66E72-A9A3-C229-2C65-F645E81EB03F}"/>
              </a:ext>
            </a:extLst>
          </p:cNvPr>
          <p:cNvSpPr/>
          <p:nvPr/>
        </p:nvSpPr>
        <p:spPr>
          <a:xfrm>
            <a:off x="1592631" y="1851656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ingress-gateway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6" name="사각형: 둥근 모서리 12">
            <a:extLst>
              <a:ext uri="{FF2B5EF4-FFF2-40B4-BE49-F238E27FC236}">
                <a16:creationId xmlns:a16="http://schemas.microsoft.com/office/drawing/2014/main" id="{A2EB9D07-4A04-FBFD-3587-79981C726A62}"/>
              </a:ext>
            </a:extLst>
          </p:cNvPr>
          <p:cNvSpPr/>
          <p:nvPr/>
        </p:nvSpPr>
        <p:spPr>
          <a:xfrm>
            <a:off x="1592631" y="1275592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ingress-gateway</a:t>
            </a:r>
          </a:p>
          <a:p>
            <a:pPr algn="ctr"/>
            <a:r>
              <a:rPr lang="en-US" altLang="ko-KR" sz="900" b="1"/>
              <a:t>Service (LB)</a:t>
            </a:r>
            <a:endParaRPr lang="ko-KR" altLang="en-US" sz="900" b="1"/>
          </a:p>
        </p:txBody>
      </p:sp>
      <p:sp>
        <p:nvSpPr>
          <p:cNvPr id="7" name="사각형: 둥근 모서리 12">
            <a:extLst>
              <a:ext uri="{FF2B5EF4-FFF2-40B4-BE49-F238E27FC236}">
                <a16:creationId xmlns:a16="http://schemas.microsoft.com/office/drawing/2014/main" id="{A309B977-F45C-BBF6-3A78-98D31C9F8449}"/>
              </a:ext>
            </a:extLst>
          </p:cNvPr>
          <p:cNvSpPr/>
          <p:nvPr/>
        </p:nvSpPr>
        <p:spPr>
          <a:xfrm>
            <a:off x="2911656" y="184871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istiod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8" name="사각형: 둥근 모서리 70">
            <a:extLst>
              <a:ext uri="{FF2B5EF4-FFF2-40B4-BE49-F238E27FC236}">
                <a16:creationId xmlns:a16="http://schemas.microsoft.com/office/drawing/2014/main" id="{10409F5B-D937-30A1-9A9D-1028EA1B9B7B}"/>
              </a:ext>
            </a:extLst>
          </p:cNvPr>
          <p:cNvSpPr/>
          <p:nvPr/>
        </p:nvSpPr>
        <p:spPr>
          <a:xfrm>
            <a:off x="4334799" y="1168800"/>
            <a:ext cx="3870261" cy="1236134"/>
          </a:xfrm>
          <a:prstGeom prst="roundRect">
            <a:avLst>
              <a:gd name="adj" fmla="val 7360"/>
            </a:avLst>
          </a:prstGeom>
          <a:solidFill>
            <a:schemeClr val="bg1">
              <a:lumMod val="95000"/>
            </a:schemeClr>
          </a:solidFill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gateway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15" name="사각형: 둥근 모서리 70">
            <a:extLst>
              <a:ext uri="{FF2B5EF4-FFF2-40B4-BE49-F238E27FC236}">
                <a16:creationId xmlns:a16="http://schemas.microsoft.com/office/drawing/2014/main" id="{0F5D3425-2FA3-010F-1141-719BC99C21E1}"/>
              </a:ext>
            </a:extLst>
          </p:cNvPr>
          <p:cNvSpPr/>
          <p:nvPr/>
        </p:nvSpPr>
        <p:spPr>
          <a:xfrm>
            <a:off x="1540691" y="1228066"/>
            <a:ext cx="1243318" cy="1117600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1000"/>
          </a:p>
        </p:txBody>
      </p:sp>
      <p:sp>
        <p:nvSpPr>
          <p:cNvPr id="76" name="사각형: 둥근 모서리 12">
            <a:extLst>
              <a:ext uri="{FF2B5EF4-FFF2-40B4-BE49-F238E27FC236}">
                <a16:creationId xmlns:a16="http://schemas.microsoft.com/office/drawing/2014/main" id="{6239DB07-4FC1-FC87-F165-8A938765FABB}"/>
              </a:ext>
            </a:extLst>
          </p:cNvPr>
          <p:cNvSpPr/>
          <p:nvPr/>
        </p:nvSpPr>
        <p:spPr>
          <a:xfrm>
            <a:off x="2911656" y="55286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curl</a:t>
            </a:r>
            <a:r>
              <a:rPr lang="en-US" altLang="ko-KR" sz="900" b="1" dirty="0" err="1"/>
              <a:t> </a:t>
            </a:r>
          </a:p>
          <a:p>
            <a:pPr algn="ctr"/>
            <a:r>
              <a:rPr lang="en-US" altLang="ko-KR" sz="900" b="1" dirty="0" err="1"/>
              <a:t>Client</a:t>
            </a:r>
            <a:endParaRPr lang="en-US" altLang="ko-KR" sz="900" dirty="0"/>
          </a:p>
        </p:txBody>
      </p:sp>
      <p:sp>
        <p:nvSpPr>
          <p:cNvPr id="92" name="사각형: 둥근 모서리 12">
            <a:extLst>
              <a:ext uri="{FF2B5EF4-FFF2-40B4-BE49-F238E27FC236}">
                <a16:creationId xmlns:a16="http://schemas.microsoft.com/office/drawing/2014/main" id="{29D832FB-ED93-7068-03F2-3DF9F05E3FD6}"/>
              </a:ext>
            </a:extLst>
          </p:cNvPr>
          <p:cNvSpPr/>
          <p:nvPr/>
        </p:nvSpPr>
        <p:spPr>
          <a:xfrm>
            <a:off x="5287731" y="553204"/>
            <a:ext cx="1139438" cy="44210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sp>
        <p:nvSpPr>
          <p:cNvPr id="103" name="사각형: 둥근 모서리 12">
            <a:extLst>
              <a:ext uri="{FF2B5EF4-FFF2-40B4-BE49-F238E27FC236}">
                <a16:creationId xmlns:a16="http://schemas.microsoft.com/office/drawing/2014/main" id="{407AB974-63F3-6611-49AE-C8F044EF459F}"/>
              </a:ext>
            </a:extLst>
          </p:cNvPr>
          <p:cNvSpPr/>
          <p:nvPr/>
        </p:nvSpPr>
        <p:spPr>
          <a:xfrm>
            <a:off x="6692892" y="552863"/>
            <a:ext cx="1139438" cy="44210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istio-remote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cxnSp>
        <p:nvCxnSpPr>
          <p:cNvPr id="151" name="직선 화살표 연결선 96">
            <a:extLst>
              <a:ext uri="{FF2B5EF4-FFF2-40B4-BE49-F238E27FC236}">
                <a16:creationId xmlns:a16="http://schemas.microsoft.com/office/drawing/2014/main" id="{A250C9AB-FDC3-109D-929C-6C1A9285F23F}"/>
              </a:ext>
            </a:extLst>
          </p:cNvPr>
          <p:cNvCxnSpPr>
            <a:cxnSpLocks/>
          </p:cNvCxnSpPr>
          <p:nvPr/>
        </p:nvCxnSpPr>
        <p:spPr>
          <a:xfrm>
            <a:off x="6496305" y="2732921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44B73C05-120D-A8E3-F20B-47FD6086C0D4}"/>
              </a:ext>
            </a:extLst>
          </p:cNvPr>
          <p:cNvSpPr txBox="1"/>
          <p:nvPr/>
        </p:nvSpPr>
        <p:spPr>
          <a:xfrm>
            <a:off x="6792048" y="2623151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Reference</a:t>
            </a:r>
            <a:endParaRPr lang="en-KR" sz="900"/>
          </a:p>
        </p:txBody>
      </p:sp>
      <p:cxnSp>
        <p:nvCxnSpPr>
          <p:cNvPr id="153" name="직선 화살표 연결선 96">
            <a:extLst>
              <a:ext uri="{FF2B5EF4-FFF2-40B4-BE49-F238E27FC236}">
                <a16:creationId xmlns:a16="http://schemas.microsoft.com/office/drawing/2014/main" id="{8FA6976C-1E6E-EF86-8862-1FFB1456081F}"/>
              </a:ext>
            </a:extLst>
          </p:cNvPr>
          <p:cNvCxnSpPr>
            <a:cxnSpLocks/>
          </p:cNvCxnSpPr>
          <p:nvPr/>
        </p:nvCxnSpPr>
        <p:spPr>
          <a:xfrm>
            <a:off x="6496305" y="2979561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1A5143B2-BD61-EB44-2453-ECFC93EDC2F1}"/>
              </a:ext>
            </a:extLst>
          </p:cNvPr>
          <p:cNvSpPr txBox="1"/>
          <p:nvPr/>
        </p:nvSpPr>
        <p:spPr>
          <a:xfrm>
            <a:off x="6792048" y="2869791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Traffic</a:t>
            </a:r>
            <a:endParaRPr lang="en-KR" sz="900"/>
          </a:p>
        </p:txBody>
      </p:sp>
      <p:sp>
        <p:nvSpPr>
          <p:cNvPr id="155" name="사각형: 둥근 모서리 70">
            <a:extLst>
              <a:ext uri="{FF2B5EF4-FFF2-40B4-BE49-F238E27FC236}">
                <a16:creationId xmlns:a16="http://schemas.microsoft.com/office/drawing/2014/main" id="{B67A89CA-4129-9E2C-5E05-B026CDEB62E0}"/>
              </a:ext>
            </a:extLst>
          </p:cNvPr>
          <p:cNvSpPr/>
          <p:nvPr/>
        </p:nvSpPr>
        <p:spPr>
          <a:xfrm>
            <a:off x="1403648" y="2571750"/>
            <a:ext cx="4866373" cy="1931486"/>
          </a:xfrm>
          <a:prstGeom prst="roundRect">
            <a:avLst>
              <a:gd name="adj" fmla="val 5709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server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156" name="사각형: 둥근 모서리 12">
            <a:extLst>
              <a:ext uri="{FF2B5EF4-FFF2-40B4-BE49-F238E27FC236}">
                <a16:creationId xmlns:a16="http://schemas.microsoft.com/office/drawing/2014/main" id="{FC1EB99D-4A4D-4105-25C0-44FA4C8CBB86}"/>
              </a:ext>
            </a:extLst>
          </p:cNvPr>
          <p:cNvSpPr/>
          <p:nvPr/>
        </p:nvSpPr>
        <p:spPr>
          <a:xfrm>
            <a:off x="2384719" y="266016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57" name="사각형: 둥근 모서리 12">
            <a:extLst>
              <a:ext uri="{FF2B5EF4-FFF2-40B4-BE49-F238E27FC236}">
                <a16:creationId xmlns:a16="http://schemas.microsoft.com/office/drawing/2014/main" id="{9CE05459-D6E9-21FC-18B2-8F3BA6B8357F}"/>
              </a:ext>
            </a:extLst>
          </p:cNvPr>
          <p:cNvSpPr/>
          <p:nvPr/>
        </p:nvSpPr>
        <p:spPr>
          <a:xfrm>
            <a:off x="3703744" y="331008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server-v1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58" name="사각형: 둥근 모서리 12">
            <a:extLst>
              <a:ext uri="{FF2B5EF4-FFF2-40B4-BE49-F238E27FC236}">
                <a16:creationId xmlns:a16="http://schemas.microsoft.com/office/drawing/2014/main" id="{CC7EBDA0-E836-C400-2884-2DC69DE08330}"/>
              </a:ext>
            </a:extLst>
          </p:cNvPr>
          <p:cNvSpPr/>
          <p:nvPr/>
        </p:nvSpPr>
        <p:spPr>
          <a:xfrm>
            <a:off x="5022769" y="331008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server-v2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59" name="사각형: 둥근 모서리 12">
            <a:extLst>
              <a:ext uri="{FF2B5EF4-FFF2-40B4-BE49-F238E27FC236}">
                <a16:creationId xmlns:a16="http://schemas.microsoft.com/office/drawing/2014/main" id="{D8170DCF-3609-78AF-5155-21598639FC12}"/>
              </a:ext>
            </a:extLst>
          </p:cNvPr>
          <p:cNvSpPr/>
          <p:nvPr/>
        </p:nvSpPr>
        <p:spPr>
          <a:xfrm>
            <a:off x="3703744" y="396377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server-v1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sp>
        <p:nvSpPr>
          <p:cNvPr id="160" name="사각형: 둥근 모서리 12">
            <a:extLst>
              <a:ext uri="{FF2B5EF4-FFF2-40B4-BE49-F238E27FC236}">
                <a16:creationId xmlns:a16="http://schemas.microsoft.com/office/drawing/2014/main" id="{881191EC-466E-260D-FC2A-17DD445AD17B}"/>
              </a:ext>
            </a:extLst>
          </p:cNvPr>
          <p:cNvSpPr/>
          <p:nvPr/>
        </p:nvSpPr>
        <p:spPr>
          <a:xfrm>
            <a:off x="5022769" y="396377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server-v2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sp>
        <p:nvSpPr>
          <p:cNvPr id="163" name="사각형: 둥근 모서리 12">
            <a:extLst>
              <a:ext uri="{FF2B5EF4-FFF2-40B4-BE49-F238E27FC236}">
                <a16:creationId xmlns:a16="http://schemas.microsoft.com/office/drawing/2014/main" id="{68B591D4-DCD8-E342-AC86-9E038A17ED60}"/>
              </a:ext>
            </a:extLst>
          </p:cNvPr>
          <p:cNvSpPr/>
          <p:nvPr/>
        </p:nvSpPr>
        <p:spPr>
          <a:xfrm>
            <a:off x="2378681" y="3291285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client (curl, envoy)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cxnSp>
        <p:nvCxnSpPr>
          <p:cNvPr id="168" name="직선 화살표 연결선 96">
            <a:extLst>
              <a:ext uri="{FF2B5EF4-FFF2-40B4-BE49-F238E27FC236}">
                <a16:creationId xmlns:a16="http://schemas.microsoft.com/office/drawing/2014/main" id="{E28BA672-D4B9-0C01-7E5C-CF1C728AEE9E}"/>
              </a:ext>
            </a:extLst>
          </p:cNvPr>
          <p:cNvCxnSpPr>
            <a:cxnSpLocks/>
          </p:cNvCxnSpPr>
          <p:nvPr/>
        </p:nvCxnSpPr>
        <p:spPr>
          <a:xfrm>
            <a:off x="6496305" y="3228227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0FCD8552-5E4E-FAD1-6544-FE116B36A557}"/>
              </a:ext>
            </a:extLst>
          </p:cNvPr>
          <p:cNvSpPr txBox="1"/>
          <p:nvPr/>
        </p:nvSpPr>
        <p:spPr>
          <a:xfrm>
            <a:off x="6792048" y="3118457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sp>
        <p:nvSpPr>
          <p:cNvPr id="2" name="사각형: 둥근 모서리 12">
            <a:extLst>
              <a:ext uri="{FF2B5EF4-FFF2-40B4-BE49-F238E27FC236}">
                <a16:creationId xmlns:a16="http://schemas.microsoft.com/office/drawing/2014/main" id="{87E3E81D-C69A-4ACD-1319-8BF53BDA0C32}"/>
              </a:ext>
            </a:extLst>
          </p:cNvPr>
          <p:cNvSpPr/>
          <p:nvPr/>
        </p:nvSpPr>
        <p:spPr>
          <a:xfrm>
            <a:off x="3703744" y="2660163"/>
            <a:ext cx="1139438" cy="442788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server-mesh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HTTPRoute</a:t>
            </a:r>
            <a:endParaRPr lang="ko-KR" altLang="en-US" sz="900" b="1" dirty="0"/>
          </a:p>
        </p:txBody>
      </p:sp>
      <p:cxnSp>
        <p:nvCxnSpPr>
          <p:cNvPr id="4" name="직선 화살표 연결선 96">
            <a:extLst>
              <a:ext uri="{FF2B5EF4-FFF2-40B4-BE49-F238E27FC236}">
                <a16:creationId xmlns:a16="http://schemas.microsoft.com/office/drawing/2014/main" id="{96075CBA-E2F4-AC99-A1BB-D10014FA842F}"/>
              </a:ext>
            </a:extLst>
          </p:cNvPr>
          <p:cNvCxnSpPr>
            <a:cxnSpLocks/>
            <a:stCxn id="163" idx="3"/>
            <a:endCxn id="159" idx="0"/>
          </p:cNvCxnSpPr>
          <p:nvPr/>
        </p:nvCxnSpPr>
        <p:spPr>
          <a:xfrm>
            <a:off x="3518119" y="3512679"/>
            <a:ext cx="755344" cy="451098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96">
            <a:extLst>
              <a:ext uri="{FF2B5EF4-FFF2-40B4-BE49-F238E27FC236}">
                <a16:creationId xmlns:a16="http://schemas.microsoft.com/office/drawing/2014/main" id="{CD54B018-8C66-2693-56A6-9C489262C470}"/>
              </a:ext>
            </a:extLst>
          </p:cNvPr>
          <p:cNvCxnSpPr>
            <a:cxnSpLocks/>
            <a:stCxn id="163" idx="3"/>
            <a:endCxn id="160" idx="0"/>
          </p:cNvCxnSpPr>
          <p:nvPr/>
        </p:nvCxnSpPr>
        <p:spPr>
          <a:xfrm>
            <a:off x="3518119" y="3512679"/>
            <a:ext cx="2074369" cy="451098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96">
            <a:extLst>
              <a:ext uri="{FF2B5EF4-FFF2-40B4-BE49-F238E27FC236}">
                <a16:creationId xmlns:a16="http://schemas.microsoft.com/office/drawing/2014/main" id="{061DF3B8-519D-623C-0350-A6BFDC3770A3}"/>
              </a:ext>
            </a:extLst>
          </p:cNvPr>
          <p:cNvCxnSpPr>
            <a:cxnSpLocks/>
            <a:stCxn id="2" idx="2"/>
            <a:endCxn id="157" idx="0"/>
          </p:cNvCxnSpPr>
          <p:nvPr/>
        </p:nvCxnSpPr>
        <p:spPr>
          <a:xfrm>
            <a:off x="4273463" y="3102951"/>
            <a:ext cx="0" cy="20713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96">
            <a:extLst>
              <a:ext uri="{FF2B5EF4-FFF2-40B4-BE49-F238E27FC236}">
                <a16:creationId xmlns:a16="http://schemas.microsoft.com/office/drawing/2014/main" id="{D3239AD1-7508-7D7E-3352-E7FC30029B2B}"/>
              </a:ext>
            </a:extLst>
          </p:cNvPr>
          <p:cNvCxnSpPr>
            <a:cxnSpLocks/>
            <a:stCxn id="2" idx="1"/>
            <a:endCxn id="156" idx="3"/>
          </p:cNvCxnSpPr>
          <p:nvPr/>
        </p:nvCxnSpPr>
        <p:spPr>
          <a:xfrm flipH="1">
            <a:off x="3524157" y="2881557"/>
            <a:ext cx="179587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96">
            <a:extLst>
              <a:ext uri="{FF2B5EF4-FFF2-40B4-BE49-F238E27FC236}">
                <a16:creationId xmlns:a16="http://schemas.microsoft.com/office/drawing/2014/main" id="{AC869932-F078-43ED-C4A5-27AE56A1958D}"/>
              </a:ext>
            </a:extLst>
          </p:cNvPr>
          <p:cNvCxnSpPr>
            <a:cxnSpLocks/>
            <a:stCxn id="2" idx="2"/>
            <a:endCxn id="158" idx="0"/>
          </p:cNvCxnSpPr>
          <p:nvPr/>
        </p:nvCxnSpPr>
        <p:spPr>
          <a:xfrm>
            <a:off x="4273463" y="3102951"/>
            <a:ext cx="1319025" cy="20713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96">
            <a:extLst>
              <a:ext uri="{FF2B5EF4-FFF2-40B4-BE49-F238E27FC236}">
                <a16:creationId xmlns:a16="http://schemas.microsoft.com/office/drawing/2014/main" id="{56424C1A-400A-1FB4-F90E-123A1BDAAF03}"/>
              </a:ext>
            </a:extLst>
          </p:cNvPr>
          <p:cNvCxnSpPr>
            <a:cxnSpLocks/>
            <a:stCxn id="157" idx="2"/>
            <a:endCxn id="159" idx="0"/>
          </p:cNvCxnSpPr>
          <p:nvPr/>
        </p:nvCxnSpPr>
        <p:spPr>
          <a:xfrm>
            <a:off x="4273463" y="3752875"/>
            <a:ext cx="0" cy="21090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96">
            <a:extLst>
              <a:ext uri="{FF2B5EF4-FFF2-40B4-BE49-F238E27FC236}">
                <a16:creationId xmlns:a16="http://schemas.microsoft.com/office/drawing/2014/main" id="{E65B4820-6AC7-2E10-0D3C-F40D276B2C72}"/>
              </a:ext>
            </a:extLst>
          </p:cNvPr>
          <p:cNvCxnSpPr>
            <a:cxnSpLocks/>
            <a:stCxn id="158" idx="2"/>
            <a:endCxn id="160" idx="0"/>
          </p:cNvCxnSpPr>
          <p:nvPr/>
        </p:nvCxnSpPr>
        <p:spPr>
          <a:xfrm>
            <a:off x="5592488" y="3752875"/>
            <a:ext cx="0" cy="21090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96">
            <a:extLst>
              <a:ext uri="{FF2B5EF4-FFF2-40B4-BE49-F238E27FC236}">
                <a16:creationId xmlns:a16="http://schemas.microsoft.com/office/drawing/2014/main" id="{79FCE07D-DBAC-7162-E1AA-60AB9E4FEF15}"/>
              </a:ext>
            </a:extLst>
          </p:cNvPr>
          <p:cNvCxnSpPr>
            <a:cxnSpLocks/>
          </p:cNvCxnSpPr>
          <p:nvPr/>
        </p:nvCxnSpPr>
        <p:spPr>
          <a:xfrm>
            <a:off x="2162350" y="1718380"/>
            <a:ext cx="0" cy="13327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728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8717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9D89A-EBD3-4BB1-1527-1AC6FF7E1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70">
            <a:extLst>
              <a:ext uri="{FF2B5EF4-FFF2-40B4-BE49-F238E27FC236}">
                <a16:creationId xmlns:a16="http://schemas.microsoft.com/office/drawing/2014/main" id="{F61C79DD-D070-E44B-FA70-1412031C4EDF}"/>
              </a:ext>
            </a:extLst>
          </p:cNvPr>
          <p:cNvSpPr/>
          <p:nvPr/>
        </p:nvSpPr>
        <p:spPr>
          <a:xfrm>
            <a:off x="5308092" y="3680816"/>
            <a:ext cx="3418067" cy="1144155"/>
          </a:xfrm>
          <a:prstGeom prst="roundRect">
            <a:avLst>
              <a:gd name="adj" fmla="val 10713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app </a:t>
            </a:r>
          </a:p>
          <a:p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11" name="사각형: 둥근 모서리 70">
            <a:extLst>
              <a:ext uri="{FF2B5EF4-FFF2-40B4-BE49-F238E27FC236}">
                <a16:creationId xmlns:a16="http://schemas.microsoft.com/office/drawing/2014/main" id="{48F54752-620E-CDAB-2900-87AC6210663E}"/>
              </a:ext>
            </a:extLst>
          </p:cNvPr>
          <p:cNvSpPr/>
          <p:nvPr/>
        </p:nvSpPr>
        <p:spPr>
          <a:xfrm>
            <a:off x="468719" y="1406769"/>
            <a:ext cx="7346557" cy="2135732"/>
          </a:xfrm>
          <a:prstGeom prst="roundRect">
            <a:avLst>
              <a:gd name="adj" fmla="val 3231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 err="1"/>
              <a:t>istio</a:t>
            </a:r>
            <a:r>
              <a:rPr lang="en-US" altLang="ko-KR" sz="1000"/>
              <a:t>-system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12" name="사각형: 둥근 모서리 70">
            <a:extLst>
              <a:ext uri="{FF2B5EF4-FFF2-40B4-BE49-F238E27FC236}">
                <a16:creationId xmlns:a16="http://schemas.microsoft.com/office/drawing/2014/main" id="{5498D119-79A6-87D6-7B7E-3AD2EC2CD64F}"/>
              </a:ext>
            </a:extLst>
          </p:cNvPr>
          <p:cNvSpPr/>
          <p:nvPr/>
        </p:nvSpPr>
        <p:spPr>
          <a:xfrm>
            <a:off x="595295" y="130383"/>
            <a:ext cx="4984817" cy="1144159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Gateway API Resources</a:t>
            </a:r>
            <a:endParaRPr lang="ko-KR" altLang="en-US" sz="1000"/>
          </a:p>
        </p:txBody>
      </p:sp>
      <p:sp>
        <p:nvSpPr>
          <p:cNvPr id="14" name="사각형: 둥근 모서리 12">
            <a:extLst>
              <a:ext uri="{FF2B5EF4-FFF2-40B4-BE49-F238E27FC236}">
                <a16:creationId xmlns:a16="http://schemas.microsoft.com/office/drawing/2014/main" id="{96C3FD77-64D5-B49E-926A-75B49BFBD04D}"/>
              </a:ext>
            </a:extLst>
          </p:cNvPr>
          <p:cNvSpPr/>
          <p:nvPr/>
        </p:nvSpPr>
        <p:spPr>
          <a:xfrm>
            <a:off x="664302" y="416426"/>
            <a:ext cx="1139438" cy="803143"/>
          </a:xfrm>
          <a:prstGeom prst="roundRect">
            <a:avLst>
              <a:gd name="adj" fmla="val 10920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/>
              <a:t>istio-remote</a:t>
            </a:r>
            <a:br>
              <a:rPr lang="en-US" altLang="ko-KR" sz="900"/>
            </a:br>
            <a:r>
              <a:rPr lang="en-US" altLang="ko-KR" sz="900"/>
              <a:t>istio-waypoint</a:t>
            </a:r>
            <a:br>
              <a:rPr lang="en-US" altLang="ko-KR" sz="900"/>
            </a:br>
            <a:r>
              <a:rPr lang="en-US" altLang="ko-KR" sz="900"/>
              <a:t>istio-east-west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sp>
        <p:nvSpPr>
          <p:cNvPr id="23" name="사각형: 둥근 모서리 12">
            <a:extLst>
              <a:ext uri="{FF2B5EF4-FFF2-40B4-BE49-F238E27FC236}">
                <a16:creationId xmlns:a16="http://schemas.microsoft.com/office/drawing/2014/main" id="{260B9A53-9573-54C9-D00D-3A801173E1C6}"/>
              </a:ext>
            </a:extLst>
          </p:cNvPr>
          <p:cNvSpPr/>
          <p:nvPr/>
        </p:nvSpPr>
        <p:spPr>
          <a:xfrm>
            <a:off x="3135208" y="857084"/>
            <a:ext cx="1139438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TCPRoute</a:t>
            </a:r>
            <a:endParaRPr lang="ko-KR" altLang="en-US" sz="900" b="1"/>
          </a:p>
        </p:txBody>
      </p:sp>
      <p:sp>
        <p:nvSpPr>
          <p:cNvPr id="25" name="사각형: 둥근 모서리 12">
            <a:extLst>
              <a:ext uri="{FF2B5EF4-FFF2-40B4-BE49-F238E27FC236}">
                <a16:creationId xmlns:a16="http://schemas.microsoft.com/office/drawing/2014/main" id="{B8F11DCF-F33E-694D-C143-D1B5A995E8C3}"/>
              </a:ext>
            </a:extLst>
          </p:cNvPr>
          <p:cNvSpPr/>
          <p:nvPr/>
        </p:nvSpPr>
        <p:spPr>
          <a:xfrm>
            <a:off x="1421088" y="1472178"/>
            <a:ext cx="5051330" cy="2006380"/>
          </a:xfrm>
          <a:prstGeom prst="roundRect">
            <a:avLst>
              <a:gd name="adj" fmla="val 4149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altLang="ko-KR" sz="900"/>
              <a:t>istiod </a:t>
            </a:r>
            <a:r>
              <a:rPr lang="en-US" altLang="ko-KR" sz="900" b="1"/>
              <a:t>Pod</a:t>
            </a:r>
            <a:endParaRPr lang="ko-KR" altLang="en-US" sz="900" b="1"/>
          </a:p>
        </p:txBody>
      </p:sp>
      <p:sp>
        <p:nvSpPr>
          <p:cNvPr id="34" name="사각형: 둥근 모서리 70">
            <a:extLst>
              <a:ext uri="{FF2B5EF4-FFF2-40B4-BE49-F238E27FC236}">
                <a16:creationId xmlns:a16="http://schemas.microsoft.com/office/drawing/2014/main" id="{04DB8336-1743-2FFB-9620-1C7C0114EC58}"/>
              </a:ext>
            </a:extLst>
          </p:cNvPr>
          <p:cNvSpPr/>
          <p:nvPr/>
        </p:nvSpPr>
        <p:spPr>
          <a:xfrm>
            <a:off x="5715632" y="130383"/>
            <a:ext cx="1294925" cy="1144159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Istio CRs</a:t>
            </a:r>
            <a:endParaRPr lang="ko-KR" altLang="en-US" sz="1000"/>
          </a:p>
        </p:txBody>
      </p:sp>
      <p:sp>
        <p:nvSpPr>
          <p:cNvPr id="38" name="사각형: 둥근 모서리 70">
            <a:extLst>
              <a:ext uri="{FF2B5EF4-FFF2-40B4-BE49-F238E27FC236}">
                <a16:creationId xmlns:a16="http://schemas.microsoft.com/office/drawing/2014/main" id="{E11BF449-CF4B-5299-76E9-EE9AB3284EC4}"/>
              </a:ext>
            </a:extLst>
          </p:cNvPr>
          <p:cNvSpPr/>
          <p:nvPr/>
        </p:nvSpPr>
        <p:spPr>
          <a:xfrm>
            <a:off x="7146077" y="130383"/>
            <a:ext cx="1294925" cy="1144159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K8s Resources</a:t>
            </a:r>
            <a:endParaRPr lang="ko-KR" altLang="en-US" sz="1000"/>
          </a:p>
        </p:txBody>
      </p:sp>
      <p:sp>
        <p:nvSpPr>
          <p:cNvPr id="29" name="사각형: 둥근 모서리 12">
            <a:extLst>
              <a:ext uri="{FF2B5EF4-FFF2-40B4-BE49-F238E27FC236}">
                <a16:creationId xmlns:a16="http://schemas.microsoft.com/office/drawing/2014/main" id="{10422E9B-D5EC-5A96-D348-9AF578F80A0A}"/>
              </a:ext>
            </a:extLst>
          </p:cNvPr>
          <p:cNvSpPr/>
          <p:nvPr/>
        </p:nvSpPr>
        <p:spPr>
          <a:xfrm>
            <a:off x="2755878" y="1527123"/>
            <a:ext cx="1139438" cy="36135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Gateway API</a:t>
            </a:r>
          </a:p>
          <a:p>
            <a:pPr algn="ctr"/>
            <a:r>
              <a:rPr lang="en-US" altLang="ko-KR" sz="900" b="1"/>
              <a:t>Controller</a:t>
            </a:r>
            <a:endParaRPr lang="ko-KR" altLang="en-US" sz="900" b="1"/>
          </a:p>
        </p:txBody>
      </p:sp>
      <p:sp>
        <p:nvSpPr>
          <p:cNvPr id="30" name="사각형: 둥근 모서리 12">
            <a:extLst>
              <a:ext uri="{FF2B5EF4-FFF2-40B4-BE49-F238E27FC236}">
                <a16:creationId xmlns:a16="http://schemas.microsoft.com/office/drawing/2014/main" id="{9BB1768F-58E7-6FAF-4A9C-4DFD7FB1553F}"/>
              </a:ext>
            </a:extLst>
          </p:cNvPr>
          <p:cNvSpPr/>
          <p:nvPr/>
        </p:nvSpPr>
        <p:spPr>
          <a:xfrm>
            <a:off x="3995013" y="1527122"/>
            <a:ext cx="1139438" cy="36135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crdclient</a:t>
            </a:r>
            <a:endParaRPr lang="ko-KR" altLang="en-US" sz="900" b="1"/>
          </a:p>
        </p:txBody>
      </p:sp>
      <p:sp>
        <p:nvSpPr>
          <p:cNvPr id="32" name="사각형: 둥근 모서리 12">
            <a:extLst>
              <a:ext uri="{FF2B5EF4-FFF2-40B4-BE49-F238E27FC236}">
                <a16:creationId xmlns:a16="http://schemas.microsoft.com/office/drawing/2014/main" id="{0E6F8BBB-D229-702D-3DB0-869EEE422C22}"/>
              </a:ext>
            </a:extLst>
          </p:cNvPr>
          <p:cNvSpPr/>
          <p:nvPr/>
        </p:nvSpPr>
        <p:spPr>
          <a:xfrm>
            <a:off x="5234148" y="1527121"/>
            <a:ext cx="1139438" cy="36135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 Registry</a:t>
            </a:r>
            <a:endParaRPr lang="ko-KR" altLang="en-US" sz="900" b="1"/>
          </a:p>
        </p:txBody>
      </p:sp>
      <p:sp>
        <p:nvSpPr>
          <p:cNvPr id="33" name="사각형: 둥근 모서리 12">
            <a:extLst>
              <a:ext uri="{FF2B5EF4-FFF2-40B4-BE49-F238E27FC236}">
                <a16:creationId xmlns:a16="http://schemas.microsoft.com/office/drawing/2014/main" id="{1C66AFE6-F42E-9FEC-D307-F3F6BBF380BD}"/>
              </a:ext>
            </a:extLst>
          </p:cNvPr>
          <p:cNvSpPr/>
          <p:nvPr/>
        </p:nvSpPr>
        <p:spPr>
          <a:xfrm>
            <a:off x="1516743" y="1527121"/>
            <a:ext cx="1139438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Gateway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5" name="사각형: 둥근 모서리 12">
            <a:extLst>
              <a:ext uri="{FF2B5EF4-FFF2-40B4-BE49-F238E27FC236}">
                <a16:creationId xmlns:a16="http://schemas.microsoft.com/office/drawing/2014/main" id="{1FD41884-18BA-BCC6-8426-AB68B51BA007}"/>
              </a:ext>
            </a:extLst>
          </p:cNvPr>
          <p:cNvSpPr/>
          <p:nvPr/>
        </p:nvSpPr>
        <p:spPr>
          <a:xfrm>
            <a:off x="1899755" y="416428"/>
            <a:ext cx="1139438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sp>
        <p:nvSpPr>
          <p:cNvPr id="20" name="사각형: 둥근 모서리 12">
            <a:extLst>
              <a:ext uri="{FF2B5EF4-FFF2-40B4-BE49-F238E27FC236}">
                <a16:creationId xmlns:a16="http://schemas.microsoft.com/office/drawing/2014/main" id="{1646DD35-35FF-C603-A62E-C66D466E3B57}"/>
              </a:ext>
            </a:extLst>
          </p:cNvPr>
          <p:cNvSpPr/>
          <p:nvPr/>
        </p:nvSpPr>
        <p:spPr>
          <a:xfrm>
            <a:off x="1899755" y="859216"/>
            <a:ext cx="1139438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HTTPRoute</a:t>
            </a:r>
            <a:endParaRPr lang="ko-KR" altLang="en-US" sz="900" b="1"/>
          </a:p>
        </p:txBody>
      </p:sp>
      <p:sp>
        <p:nvSpPr>
          <p:cNvPr id="21" name="사각형: 둥근 모서리 12">
            <a:extLst>
              <a:ext uri="{FF2B5EF4-FFF2-40B4-BE49-F238E27FC236}">
                <a16:creationId xmlns:a16="http://schemas.microsoft.com/office/drawing/2014/main" id="{5B386498-4C56-0B4E-630C-5E374F0A09CE}"/>
              </a:ext>
            </a:extLst>
          </p:cNvPr>
          <p:cNvSpPr/>
          <p:nvPr/>
        </p:nvSpPr>
        <p:spPr>
          <a:xfrm>
            <a:off x="3135208" y="416427"/>
            <a:ext cx="1139438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GRPCRoute</a:t>
            </a:r>
            <a:endParaRPr lang="ko-KR" altLang="en-US" sz="900" b="1"/>
          </a:p>
        </p:txBody>
      </p:sp>
      <p:sp>
        <p:nvSpPr>
          <p:cNvPr id="22" name="사각형: 둥근 모서리 12">
            <a:extLst>
              <a:ext uri="{FF2B5EF4-FFF2-40B4-BE49-F238E27FC236}">
                <a16:creationId xmlns:a16="http://schemas.microsoft.com/office/drawing/2014/main" id="{21F8AEA6-4EBE-5275-280A-C77D58AF8A78}"/>
              </a:ext>
            </a:extLst>
          </p:cNvPr>
          <p:cNvSpPr/>
          <p:nvPr/>
        </p:nvSpPr>
        <p:spPr>
          <a:xfrm>
            <a:off x="4370661" y="857084"/>
            <a:ext cx="1139438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TLSRoute</a:t>
            </a:r>
            <a:endParaRPr lang="ko-KR" altLang="en-US" sz="900" b="1"/>
          </a:p>
        </p:txBody>
      </p:sp>
      <p:sp>
        <p:nvSpPr>
          <p:cNvPr id="24" name="사각형: 둥근 모서리 12">
            <a:extLst>
              <a:ext uri="{FF2B5EF4-FFF2-40B4-BE49-F238E27FC236}">
                <a16:creationId xmlns:a16="http://schemas.microsoft.com/office/drawing/2014/main" id="{74EF8BC0-F32E-6739-7B83-59AD1D49DEF4}"/>
              </a:ext>
            </a:extLst>
          </p:cNvPr>
          <p:cNvSpPr/>
          <p:nvPr/>
        </p:nvSpPr>
        <p:spPr>
          <a:xfrm>
            <a:off x="4366602" y="416426"/>
            <a:ext cx="1143497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ReferenceGrant</a:t>
            </a:r>
            <a:endParaRPr lang="ko-KR" altLang="en-US" sz="900" b="1"/>
          </a:p>
        </p:txBody>
      </p:sp>
      <p:sp>
        <p:nvSpPr>
          <p:cNvPr id="36" name="사각형: 둥근 모서리 12">
            <a:extLst>
              <a:ext uri="{FF2B5EF4-FFF2-40B4-BE49-F238E27FC236}">
                <a16:creationId xmlns:a16="http://schemas.microsoft.com/office/drawing/2014/main" id="{C7BBA840-3664-642A-DE79-D551DCA3E2FF}"/>
              </a:ext>
            </a:extLst>
          </p:cNvPr>
          <p:cNvSpPr/>
          <p:nvPr/>
        </p:nvSpPr>
        <p:spPr>
          <a:xfrm>
            <a:off x="5789728" y="419148"/>
            <a:ext cx="1139438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sp>
        <p:nvSpPr>
          <p:cNvPr id="37" name="사각형: 둥근 모서리 12">
            <a:extLst>
              <a:ext uri="{FF2B5EF4-FFF2-40B4-BE49-F238E27FC236}">
                <a16:creationId xmlns:a16="http://schemas.microsoft.com/office/drawing/2014/main" id="{B193FCB3-F965-C6EE-11C7-E14F2FA62DED}"/>
              </a:ext>
            </a:extLst>
          </p:cNvPr>
          <p:cNvSpPr/>
          <p:nvPr/>
        </p:nvSpPr>
        <p:spPr>
          <a:xfrm>
            <a:off x="5789728" y="857084"/>
            <a:ext cx="1139438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VirtualService</a:t>
            </a:r>
            <a:endParaRPr lang="ko-KR" altLang="en-US" sz="900" b="1"/>
          </a:p>
        </p:txBody>
      </p:sp>
      <p:sp>
        <p:nvSpPr>
          <p:cNvPr id="39" name="사각형: 둥근 모서리 12">
            <a:extLst>
              <a:ext uri="{FF2B5EF4-FFF2-40B4-BE49-F238E27FC236}">
                <a16:creationId xmlns:a16="http://schemas.microsoft.com/office/drawing/2014/main" id="{02390222-F60A-FD23-0A31-DC87D1596345}"/>
              </a:ext>
            </a:extLst>
          </p:cNvPr>
          <p:cNvSpPr/>
          <p:nvPr/>
        </p:nvSpPr>
        <p:spPr>
          <a:xfrm>
            <a:off x="7221041" y="420308"/>
            <a:ext cx="1139438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  <a:endParaRPr lang="ko-KR" altLang="en-US" sz="900" b="1"/>
          </a:p>
        </p:txBody>
      </p:sp>
      <p:sp>
        <p:nvSpPr>
          <p:cNvPr id="40" name="사각형: 둥근 모서리 12">
            <a:extLst>
              <a:ext uri="{FF2B5EF4-FFF2-40B4-BE49-F238E27FC236}">
                <a16:creationId xmlns:a16="http://schemas.microsoft.com/office/drawing/2014/main" id="{4A447816-6574-A5A0-A095-BAF14720D180}"/>
              </a:ext>
            </a:extLst>
          </p:cNvPr>
          <p:cNvSpPr/>
          <p:nvPr/>
        </p:nvSpPr>
        <p:spPr>
          <a:xfrm>
            <a:off x="7221041" y="858244"/>
            <a:ext cx="1139438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Endpoints</a:t>
            </a:r>
            <a:endParaRPr lang="ko-KR" altLang="en-US" sz="900" b="1"/>
          </a:p>
        </p:txBody>
      </p:sp>
      <p:sp>
        <p:nvSpPr>
          <p:cNvPr id="43" name="사각형: 둥근 모서리 12">
            <a:extLst>
              <a:ext uri="{FF2B5EF4-FFF2-40B4-BE49-F238E27FC236}">
                <a16:creationId xmlns:a16="http://schemas.microsoft.com/office/drawing/2014/main" id="{9E5C7C35-9FB9-9974-BC5A-9716F4ABBADC}"/>
              </a:ext>
            </a:extLst>
          </p:cNvPr>
          <p:cNvSpPr/>
          <p:nvPr/>
        </p:nvSpPr>
        <p:spPr>
          <a:xfrm>
            <a:off x="2752556" y="2026399"/>
            <a:ext cx="3621030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PushContext</a:t>
            </a:r>
            <a:endParaRPr lang="ko-KR" altLang="en-US" sz="900" b="1"/>
          </a:p>
        </p:txBody>
      </p:sp>
      <p:sp>
        <p:nvSpPr>
          <p:cNvPr id="44" name="사각형: 둥근 모서리 12">
            <a:extLst>
              <a:ext uri="{FF2B5EF4-FFF2-40B4-BE49-F238E27FC236}">
                <a16:creationId xmlns:a16="http://schemas.microsoft.com/office/drawing/2014/main" id="{E6E2AB90-4141-53CA-DD6E-3FD6E08D7CD7}"/>
              </a:ext>
            </a:extLst>
          </p:cNvPr>
          <p:cNvSpPr/>
          <p:nvPr/>
        </p:nvSpPr>
        <p:spPr>
          <a:xfrm>
            <a:off x="2752556" y="2525412"/>
            <a:ext cx="3621030" cy="37277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ConfigGenerator</a:t>
            </a:r>
            <a:br>
              <a:rPr lang="en-US" altLang="ko-KR" sz="900" b="1"/>
            </a:br>
            <a:r>
              <a:rPr lang="en-US" altLang="ko-KR" sz="900"/>
              <a:t>(Gateway to Listener, Virtual Service to Route)</a:t>
            </a:r>
            <a:endParaRPr lang="ko-KR" altLang="en-US" sz="900"/>
          </a:p>
        </p:txBody>
      </p:sp>
      <p:sp>
        <p:nvSpPr>
          <p:cNvPr id="52" name="사각형: 둥근 모서리 12">
            <a:extLst>
              <a:ext uri="{FF2B5EF4-FFF2-40B4-BE49-F238E27FC236}">
                <a16:creationId xmlns:a16="http://schemas.microsoft.com/office/drawing/2014/main" id="{D9561F1D-A7B7-CC01-B640-175555758D2F}"/>
              </a:ext>
            </a:extLst>
          </p:cNvPr>
          <p:cNvSpPr/>
          <p:nvPr/>
        </p:nvSpPr>
        <p:spPr>
          <a:xfrm>
            <a:off x="2752556" y="3035843"/>
            <a:ext cx="3621030" cy="37277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DiscoveryServer </a:t>
            </a:r>
            <a:r>
              <a:rPr lang="en-US" altLang="ko-KR" sz="900"/>
              <a:t>(xDS Push)</a:t>
            </a:r>
            <a:endParaRPr lang="ko-KR" altLang="en-US" sz="900"/>
          </a:p>
        </p:txBody>
      </p:sp>
      <p:cxnSp>
        <p:nvCxnSpPr>
          <p:cNvPr id="53" name="직선 화살표 연결선 96">
            <a:extLst>
              <a:ext uri="{FF2B5EF4-FFF2-40B4-BE49-F238E27FC236}">
                <a16:creationId xmlns:a16="http://schemas.microsoft.com/office/drawing/2014/main" id="{CC005956-7FCD-29B5-1DD7-091CFFBD741B}"/>
              </a:ext>
            </a:extLst>
          </p:cNvPr>
          <p:cNvCxnSpPr>
            <a:cxnSpLocks/>
            <a:stCxn id="29" idx="0"/>
            <a:endCxn id="12" idx="2"/>
          </p:cNvCxnSpPr>
          <p:nvPr/>
        </p:nvCxnSpPr>
        <p:spPr>
          <a:xfrm flipH="1" flipV="1">
            <a:off x="3087704" y="1274542"/>
            <a:ext cx="237893" cy="252581"/>
          </a:xfrm>
          <a:prstGeom prst="straightConnector1">
            <a:avLst/>
          </a:prstGeom>
          <a:ln w="12700">
            <a:solidFill>
              <a:schemeClr val="accent5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96">
            <a:extLst>
              <a:ext uri="{FF2B5EF4-FFF2-40B4-BE49-F238E27FC236}">
                <a16:creationId xmlns:a16="http://schemas.microsoft.com/office/drawing/2014/main" id="{883A6802-F9D9-1E9C-4D80-F3BE2B197EE9}"/>
              </a:ext>
            </a:extLst>
          </p:cNvPr>
          <p:cNvCxnSpPr>
            <a:cxnSpLocks/>
            <a:stCxn id="33" idx="0"/>
            <a:endCxn id="12" idx="2"/>
          </p:cNvCxnSpPr>
          <p:nvPr/>
        </p:nvCxnSpPr>
        <p:spPr>
          <a:xfrm flipV="1">
            <a:off x="2086462" y="1274542"/>
            <a:ext cx="1001242" cy="252579"/>
          </a:xfrm>
          <a:prstGeom prst="straightConnector1">
            <a:avLst/>
          </a:prstGeom>
          <a:ln w="12700">
            <a:solidFill>
              <a:schemeClr val="accent5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96">
            <a:extLst>
              <a:ext uri="{FF2B5EF4-FFF2-40B4-BE49-F238E27FC236}">
                <a16:creationId xmlns:a16="http://schemas.microsoft.com/office/drawing/2014/main" id="{616EF462-4C83-9B10-F0EF-14FA7F2EA7D0}"/>
              </a:ext>
            </a:extLst>
          </p:cNvPr>
          <p:cNvCxnSpPr>
            <a:cxnSpLocks/>
            <a:stCxn id="30" idx="0"/>
            <a:endCxn id="34" idx="2"/>
          </p:cNvCxnSpPr>
          <p:nvPr/>
        </p:nvCxnSpPr>
        <p:spPr>
          <a:xfrm flipV="1">
            <a:off x="4564732" y="1274542"/>
            <a:ext cx="1798363" cy="252580"/>
          </a:xfrm>
          <a:prstGeom prst="straightConnector1">
            <a:avLst/>
          </a:prstGeom>
          <a:ln w="12700">
            <a:solidFill>
              <a:schemeClr val="accent5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96">
            <a:extLst>
              <a:ext uri="{FF2B5EF4-FFF2-40B4-BE49-F238E27FC236}">
                <a16:creationId xmlns:a16="http://schemas.microsoft.com/office/drawing/2014/main" id="{447AFFD9-1BA4-BF57-1E6B-830BCEBEA500}"/>
              </a:ext>
            </a:extLst>
          </p:cNvPr>
          <p:cNvCxnSpPr>
            <a:cxnSpLocks/>
            <a:stCxn id="32" idx="0"/>
            <a:endCxn id="38" idx="2"/>
          </p:cNvCxnSpPr>
          <p:nvPr/>
        </p:nvCxnSpPr>
        <p:spPr>
          <a:xfrm flipV="1">
            <a:off x="5803867" y="1274542"/>
            <a:ext cx="1989673" cy="252579"/>
          </a:xfrm>
          <a:prstGeom prst="straightConnector1">
            <a:avLst/>
          </a:prstGeom>
          <a:ln w="12700">
            <a:solidFill>
              <a:schemeClr val="accent5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96">
            <a:extLst>
              <a:ext uri="{FF2B5EF4-FFF2-40B4-BE49-F238E27FC236}">
                <a16:creationId xmlns:a16="http://schemas.microsoft.com/office/drawing/2014/main" id="{F72C422C-0AE8-FE83-2AE1-55EA72D966D7}"/>
              </a:ext>
            </a:extLst>
          </p:cNvPr>
          <p:cNvCxnSpPr>
            <a:cxnSpLocks/>
            <a:stCxn id="32" idx="2"/>
            <a:endCxn id="43" idx="0"/>
          </p:cNvCxnSpPr>
          <p:nvPr/>
        </p:nvCxnSpPr>
        <p:spPr>
          <a:xfrm flipH="1">
            <a:off x="4563071" y="1888475"/>
            <a:ext cx="1240796" cy="13792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96">
            <a:extLst>
              <a:ext uri="{FF2B5EF4-FFF2-40B4-BE49-F238E27FC236}">
                <a16:creationId xmlns:a16="http://schemas.microsoft.com/office/drawing/2014/main" id="{12433F05-02A4-A950-1B04-5F90B873D913}"/>
              </a:ext>
            </a:extLst>
          </p:cNvPr>
          <p:cNvCxnSpPr>
            <a:cxnSpLocks/>
            <a:stCxn id="30" idx="2"/>
            <a:endCxn id="43" idx="0"/>
          </p:cNvCxnSpPr>
          <p:nvPr/>
        </p:nvCxnSpPr>
        <p:spPr>
          <a:xfrm flipH="1">
            <a:off x="4563071" y="1888476"/>
            <a:ext cx="1661" cy="13792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96">
            <a:extLst>
              <a:ext uri="{FF2B5EF4-FFF2-40B4-BE49-F238E27FC236}">
                <a16:creationId xmlns:a16="http://schemas.microsoft.com/office/drawing/2014/main" id="{10BF1E59-FAFE-B2F9-3EAF-6F93694E96E5}"/>
              </a:ext>
            </a:extLst>
          </p:cNvPr>
          <p:cNvCxnSpPr>
            <a:cxnSpLocks/>
            <a:stCxn id="29" idx="2"/>
            <a:endCxn id="43" idx="0"/>
          </p:cNvCxnSpPr>
          <p:nvPr/>
        </p:nvCxnSpPr>
        <p:spPr>
          <a:xfrm>
            <a:off x="3325597" y="1888477"/>
            <a:ext cx="1237474" cy="13792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96">
            <a:extLst>
              <a:ext uri="{FF2B5EF4-FFF2-40B4-BE49-F238E27FC236}">
                <a16:creationId xmlns:a16="http://schemas.microsoft.com/office/drawing/2014/main" id="{D389063E-1DCE-0B3D-1C48-C3F111CACFC4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4563071" y="2387755"/>
            <a:ext cx="0" cy="13765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96">
            <a:extLst>
              <a:ext uri="{FF2B5EF4-FFF2-40B4-BE49-F238E27FC236}">
                <a16:creationId xmlns:a16="http://schemas.microsoft.com/office/drawing/2014/main" id="{41657D39-9E04-0E66-9813-5EFB5D81E100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4563071" y="2898186"/>
            <a:ext cx="0" cy="13765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사각형: 둥근 모서리 70">
            <a:extLst>
              <a:ext uri="{FF2B5EF4-FFF2-40B4-BE49-F238E27FC236}">
                <a16:creationId xmlns:a16="http://schemas.microsoft.com/office/drawing/2014/main" id="{0E06A584-0195-EE40-A07F-A46C91DBC824}"/>
              </a:ext>
            </a:extLst>
          </p:cNvPr>
          <p:cNvSpPr/>
          <p:nvPr/>
        </p:nvSpPr>
        <p:spPr>
          <a:xfrm>
            <a:off x="467544" y="3680815"/>
            <a:ext cx="4731396" cy="1144158"/>
          </a:xfrm>
          <a:prstGeom prst="roundRect">
            <a:avLst>
              <a:gd name="adj" fmla="val 7360"/>
            </a:avLst>
          </a:prstGeom>
          <a:solidFill>
            <a:schemeClr val="bg1">
              <a:lumMod val="95000"/>
            </a:schemeClr>
          </a:solidFill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gateway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82" name="사각형: 둥근 모서리 12">
            <a:extLst>
              <a:ext uri="{FF2B5EF4-FFF2-40B4-BE49-F238E27FC236}">
                <a16:creationId xmlns:a16="http://schemas.microsoft.com/office/drawing/2014/main" id="{AFE29DFA-48E2-F3D7-9D14-9CE8E9885101}"/>
              </a:ext>
            </a:extLst>
          </p:cNvPr>
          <p:cNvSpPr/>
          <p:nvPr/>
        </p:nvSpPr>
        <p:spPr>
          <a:xfrm>
            <a:off x="2648405" y="3788289"/>
            <a:ext cx="1139438" cy="36135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external-gateway</a:t>
            </a:r>
          </a:p>
          <a:p>
            <a:pPr algn="ctr"/>
            <a:r>
              <a:rPr lang="en-US" altLang="ko-KR" sz="900" b="1"/>
              <a:t>Service (LB)</a:t>
            </a:r>
            <a:endParaRPr lang="ko-KR" altLang="en-US" sz="900" b="1"/>
          </a:p>
        </p:txBody>
      </p:sp>
      <p:sp>
        <p:nvSpPr>
          <p:cNvPr id="93" name="사각형: 둥근 모서리 12">
            <a:extLst>
              <a:ext uri="{FF2B5EF4-FFF2-40B4-BE49-F238E27FC236}">
                <a16:creationId xmlns:a16="http://schemas.microsoft.com/office/drawing/2014/main" id="{4E2371E7-7B68-0DFA-21E5-E92BB05B8892}"/>
              </a:ext>
            </a:extLst>
          </p:cNvPr>
          <p:cNvSpPr/>
          <p:nvPr/>
        </p:nvSpPr>
        <p:spPr>
          <a:xfrm>
            <a:off x="3951224" y="3788289"/>
            <a:ext cx="1139438" cy="36135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Internal-gateway</a:t>
            </a:r>
          </a:p>
          <a:p>
            <a:pPr algn="ctr"/>
            <a:r>
              <a:rPr lang="en-US" altLang="ko-KR" sz="900" b="1"/>
              <a:t>Service (LB)</a:t>
            </a:r>
            <a:endParaRPr lang="ko-KR" altLang="en-US" sz="900" b="1"/>
          </a:p>
        </p:txBody>
      </p:sp>
      <p:sp>
        <p:nvSpPr>
          <p:cNvPr id="94" name="사각형: 둥근 모서리 12">
            <a:extLst>
              <a:ext uri="{FF2B5EF4-FFF2-40B4-BE49-F238E27FC236}">
                <a16:creationId xmlns:a16="http://schemas.microsoft.com/office/drawing/2014/main" id="{72D6DF2E-794C-7342-1A2E-72C78D9D5BB2}"/>
              </a:ext>
            </a:extLst>
          </p:cNvPr>
          <p:cNvSpPr/>
          <p:nvPr/>
        </p:nvSpPr>
        <p:spPr>
          <a:xfrm>
            <a:off x="2649107" y="4284284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external-gateway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95" name="직선 화살표 연결선 96">
            <a:extLst>
              <a:ext uri="{FF2B5EF4-FFF2-40B4-BE49-F238E27FC236}">
                <a16:creationId xmlns:a16="http://schemas.microsoft.com/office/drawing/2014/main" id="{DC7297AF-DA33-00CF-8560-146BBE0A7990}"/>
              </a:ext>
            </a:extLst>
          </p:cNvPr>
          <p:cNvCxnSpPr>
            <a:cxnSpLocks/>
            <a:stCxn id="33" idx="2"/>
            <a:endCxn id="100" idx="0"/>
          </p:cNvCxnSpPr>
          <p:nvPr/>
        </p:nvCxnSpPr>
        <p:spPr>
          <a:xfrm>
            <a:off x="2086462" y="1888477"/>
            <a:ext cx="1131163" cy="1860074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사각형: 둥근 모서리 12">
            <a:extLst>
              <a:ext uri="{FF2B5EF4-FFF2-40B4-BE49-F238E27FC236}">
                <a16:creationId xmlns:a16="http://schemas.microsoft.com/office/drawing/2014/main" id="{661929DE-8A65-040B-FD8F-EEBD54094A59}"/>
              </a:ext>
            </a:extLst>
          </p:cNvPr>
          <p:cNvSpPr/>
          <p:nvPr/>
        </p:nvSpPr>
        <p:spPr>
          <a:xfrm>
            <a:off x="3948025" y="4284284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Internal-gateway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00" name="사각형: 둥근 모서리 70">
            <a:extLst>
              <a:ext uri="{FF2B5EF4-FFF2-40B4-BE49-F238E27FC236}">
                <a16:creationId xmlns:a16="http://schemas.microsoft.com/office/drawing/2014/main" id="{CB406A66-E074-7C4D-6D87-925EFCAF31B0}"/>
              </a:ext>
            </a:extLst>
          </p:cNvPr>
          <p:cNvSpPr/>
          <p:nvPr/>
        </p:nvSpPr>
        <p:spPr>
          <a:xfrm>
            <a:off x="2595966" y="3748551"/>
            <a:ext cx="1243318" cy="1021676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1000"/>
          </a:p>
        </p:txBody>
      </p:sp>
      <p:sp>
        <p:nvSpPr>
          <p:cNvPr id="102" name="사각형: 둥근 모서리 70">
            <a:extLst>
              <a:ext uri="{FF2B5EF4-FFF2-40B4-BE49-F238E27FC236}">
                <a16:creationId xmlns:a16="http://schemas.microsoft.com/office/drawing/2014/main" id="{29D55E24-4B28-6511-6B69-D94EC404A846}"/>
              </a:ext>
            </a:extLst>
          </p:cNvPr>
          <p:cNvSpPr/>
          <p:nvPr/>
        </p:nvSpPr>
        <p:spPr>
          <a:xfrm>
            <a:off x="3897276" y="3748551"/>
            <a:ext cx="1243318" cy="1021676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1000"/>
          </a:p>
        </p:txBody>
      </p:sp>
      <p:cxnSp>
        <p:nvCxnSpPr>
          <p:cNvPr id="113" name="직선 화살표 연결선 96">
            <a:extLst>
              <a:ext uri="{FF2B5EF4-FFF2-40B4-BE49-F238E27FC236}">
                <a16:creationId xmlns:a16="http://schemas.microsoft.com/office/drawing/2014/main" id="{FF42ABDA-685D-2B19-17C2-EB2B91208F99}"/>
              </a:ext>
            </a:extLst>
          </p:cNvPr>
          <p:cNvCxnSpPr>
            <a:cxnSpLocks/>
            <a:stCxn id="33" idx="2"/>
            <a:endCxn id="102" idx="0"/>
          </p:cNvCxnSpPr>
          <p:nvPr/>
        </p:nvCxnSpPr>
        <p:spPr>
          <a:xfrm>
            <a:off x="2086462" y="1888477"/>
            <a:ext cx="2432473" cy="1860074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96">
            <a:extLst>
              <a:ext uri="{FF2B5EF4-FFF2-40B4-BE49-F238E27FC236}">
                <a16:creationId xmlns:a16="http://schemas.microsoft.com/office/drawing/2014/main" id="{C58499F3-8F82-D6BB-08A2-037FE3196B37}"/>
              </a:ext>
            </a:extLst>
          </p:cNvPr>
          <p:cNvCxnSpPr>
            <a:cxnSpLocks/>
            <a:stCxn id="52" idx="2"/>
            <a:endCxn id="94" idx="0"/>
          </p:cNvCxnSpPr>
          <p:nvPr/>
        </p:nvCxnSpPr>
        <p:spPr>
          <a:xfrm flipH="1">
            <a:off x="3218826" y="3408617"/>
            <a:ext cx="1344245" cy="87566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96">
            <a:extLst>
              <a:ext uri="{FF2B5EF4-FFF2-40B4-BE49-F238E27FC236}">
                <a16:creationId xmlns:a16="http://schemas.microsoft.com/office/drawing/2014/main" id="{5193F8A8-F34A-2571-3344-1EF7EE835F32}"/>
              </a:ext>
            </a:extLst>
          </p:cNvPr>
          <p:cNvCxnSpPr>
            <a:cxnSpLocks/>
            <a:stCxn id="52" idx="2"/>
            <a:endCxn id="98" idx="0"/>
          </p:cNvCxnSpPr>
          <p:nvPr/>
        </p:nvCxnSpPr>
        <p:spPr>
          <a:xfrm flipH="1">
            <a:off x="4517744" y="3408617"/>
            <a:ext cx="45327" cy="87566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사각형: 둥근 모서리 12">
            <a:extLst>
              <a:ext uri="{FF2B5EF4-FFF2-40B4-BE49-F238E27FC236}">
                <a16:creationId xmlns:a16="http://schemas.microsoft.com/office/drawing/2014/main" id="{A84A7467-11E5-DD82-5FFF-51FEE8BC9AF3}"/>
              </a:ext>
            </a:extLst>
          </p:cNvPr>
          <p:cNvSpPr/>
          <p:nvPr/>
        </p:nvSpPr>
        <p:spPr>
          <a:xfrm>
            <a:off x="6212616" y="4280404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app-a </a:t>
            </a:r>
            <a:br>
              <a:rPr lang="en-US" altLang="ko-KR" sz="900"/>
            </a:br>
            <a:r>
              <a:rPr lang="en-US" altLang="ko-KR" sz="900"/>
              <a:t>(envoy sidecar)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29" name="사각형: 둥근 모서리 12">
            <a:extLst>
              <a:ext uri="{FF2B5EF4-FFF2-40B4-BE49-F238E27FC236}">
                <a16:creationId xmlns:a16="http://schemas.microsoft.com/office/drawing/2014/main" id="{BD8BE9E2-A5A5-0DCE-CAFE-DF8441AD026A}"/>
              </a:ext>
            </a:extLst>
          </p:cNvPr>
          <p:cNvSpPr/>
          <p:nvPr/>
        </p:nvSpPr>
        <p:spPr>
          <a:xfrm>
            <a:off x="7477981" y="4280404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app-b </a:t>
            </a:r>
            <a:br>
              <a:rPr lang="en-US" altLang="ko-KR" sz="900"/>
            </a:br>
            <a:r>
              <a:rPr lang="en-US" altLang="ko-KR" sz="900"/>
              <a:t>(envoy sidecar)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39" name="사각형: 둥근 모서리 12">
            <a:extLst>
              <a:ext uri="{FF2B5EF4-FFF2-40B4-BE49-F238E27FC236}">
                <a16:creationId xmlns:a16="http://schemas.microsoft.com/office/drawing/2014/main" id="{9CC2F681-56A1-A375-5194-D66E316A6F96}"/>
              </a:ext>
            </a:extLst>
          </p:cNvPr>
          <p:cNvSpPr/>
          <p:nvPr/>
        </p:nvSpPr>
        <p:spPr>
          <a:xfrm>
            <a:off x="6595599" y="2461188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ingress-gateway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40" name="사각형: 둥근 모서리 12">
            <a:extLst>
              <a:ext uri="{FF2B5EF4-FFF2-40B4-BE49-F238E27FC236}">
                <a16:creationId xmlns:a16="http://schemas.microsoft.com/office/drawing/2014/main" id="{3AB0BDFF-93ED-F68C-8AA1-278A70873C37}"/>
              </a:ext>
            </a:extLst>
          </p:cNvPr>
          <p:cNvSpPr/>
          <p:nvPr/>
        </p:nvSpPr>
        <p:spPr>
          <a:xfrm>
            <a:off x="6595599" y="303584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egress-gateway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141" name="직선 화살표 연결선 96">
            <a:extLst>
              <a:ext uri="{FF2B5EF4-FFF2-40B4-BE49-F238E27FC236}">
                <a16:creationId xmlns:a16="http://schemas.microsoft.com/office/drawing/2014/main" id="{3E0C4391-1755-5A86-69A6-59E3CEB21530}"/>
              </a:ext>
            </a:extLst>
          </p:cNvPr>
          <p:cNvCxnSpPr>
            <a:cxnSpLocks/>
            <a:stCxn id="52" idx="3"/>
            <a:endCxn id="140" idx="1"/>
          </p:cNvCxnSpPr>
          <p:nvPr/>
        </p:nvCxnSpPr>
        <p:spPr>
          <a:xfrm>
            <a:off x="6373586" y="3222230"/>
            <a:ext cx="222013" cy="3500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화살표 연결선 96">
            <a:extLst>
              <a:ext uri="{FF2B5EF4-FFF2-40B4-BE49-F238E27FC236}">
                <a16:creationId xmlns:a16="http://schemas.microsoft.com/office/drawing/2014/main" id="{3903232D-3CDA-6ED7-7FC3-8586AC02948F}"/>
              </a:ext>
            </a:extLst>
          </p:cNvPr>
          <p:cNvCxnSpPr>
            <a:cxnSpLocks/>
            <a:stCxn id="52" idx="3"/>
            <a:endCxn id="139" idx="1"/>
          </p:cNvCxnSpPr>
          <p:nvPr/>
        </p:nvCxnSpPr>
        <p:spPr>
          <a:xfrm flipV="1">
            <a:off x="6373586" y="2682582"/>
            <a:ext cx="222013" cy="53964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96">
            <a:extLst>
              <a:ext uri="{FF2B5EF4-FFF2-40B4-BE49-F238E27FC236}">
                <a16:creationId xmlns:a16="http://schemas.microsoft.com/office/drawing/2014/main" id="{A1AB1BF2-8512-B43E-63BC-6B1E01238663}"/>
              </a:ext>
            </a:extLst>
          </p:cNvPr>
          <p:cNvCxnSpPr>
            <a:cxnSpLocks/>
          </p:cNvCxnSpPr>
          <p:nvPr/>
        </p:nvCxnSpPr>
        <p:spPr>
          <a:xfrm>
            <a:off x="7883528" y="1601569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7814665-436E-7634-4558-270B98EC83E4}"/>
              </a:ext>
            </a:extLst>
          </p:cNvPr>
          <p:cNvSpPr txBox="1"/>
          <p:nvPr/>
        </p:nvSpPr>
        <p:spPr>
          <a:xfrm>
            <a:off x="8179271" y="1491799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Configs</a:t>
            </a:r>
            <a:endParaRPr lang="en-KR" sz="900"/>
          </a:p>
        </p:txBody>
      </p:sp>
      <p:cxnSp>
        <p:nvCxnSpPr>
          <p:cNvPr id="6" name="직선 화살표 연결선 96">
            <a:extLst>
              <a:ext uri="{FF2B5EF4-FFF2-40B4-BE49-F238E27FC236}">
                <a16:creationId xmlns:a16="http://schemas.microsoft.com/office/drawing/2014/main" id="{678C6C64-66FE-6944-8A3B-E620B7E00FD5}"/>
              </a:ext>
            </a:extLst>
          </p:cNvPr>
          <p:cNvCxnSpPr>
            <a:cxnSpLocks/>
          </p:cNvCxnSpPr>
          <p:nvPr/>
        </p:nvCxnSpPr>
        <p:spPr>
          <a:xfrm>
            <a:off x="7883528" y="1851928"/>
            <a:ext cx="323569" cy="0"/>
          </a:xfrm>
          <a:prstGeom prst="straightConnector1">
            <a:avLst/>
          </a:prstGeom>
          <a:ln w="12700">
            <a:solidFill>
              <a:schemeClr val="accent5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EA9579B-ED15-042B-B373-407B93C53C6D}"/>
              </a:ext>
            </a:extLst>
          </p:cNvPr>
          <p:cNvSpPr txBox="1"/>
          <p:nvPr/>
        </p:nvSpPr>
        <p:spPr>
          <a:xfrm>
            <a:off x="8179271" y="1742158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Watch</a:t>
            </a:r>
            <a:endParaRPr lang="en-KR" sz="900"/>
          </a:p>
        </p:txBody>
      </p:sp>
      <p:sp>
        <p:nvSpPr>
          <p:cNvPr id="45" name="사각형: 둥근 모서리 12">
            <a:extLst>
              <a:ext uri="{FF2B5EF4-FFF2-40B4-BE49-F238E27FC236}">
                <a16:creationId xmlns:a16="http://schemas.microsoft.com/office/drawing/2014/main" id="{8921AA4F-5E37-4D75-1FB0-16AB10B562FB}"/>
              </a:ext>
            </a:extLst>
          </p:cNvPr>
          <p:cNvSpPr/>
          <p:nvPr/>
        </p:nvSpPr>
        <p:spPr>
          <a:xfrm>
            <a:off x="6212616" y="3788289"/>
            <a:ext cx="1139438" cy="36135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app-a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/>
          </a:p>
        </p:txBody>
      </p:sp>
      <p:sp>
        <p:nvSpPr>
          <p:cNvPr id="46" name="사각형: 둥근 모서리 12">
            <a:extLst>
              <a:ext uri="{FF2B5EF4-FFF2-40B4-BE49-F238E27FC236}">
                <a16:creationId xmlns:a16="http://schemas.microsoft.com/office/drawing/2014/main" id="{3C2188B6-EEE3-AF0E-F4B1-99F5ABEB1A18}"/>
              </a:ext>
            </a:extLst>
          </p:cNvPr>
          <p:cNvSpPr/>
          <p:nvPr/>
        </p:nvSpPr>
        <p:spPr>
          <a:xfrm>
            <a:off x="7477981" y="3788289"/>
            <a:ext cx="1139438" cy="36135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app-b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/>
          </a:p>
        </p:txBody>
      </p:sp>
      <p:cxnSp>
        <p:nvCxnSpPr>
          <p:cNvPr id="47" name="직선 화살표 연결선 96">
            <a:extLst>
              <a:ext uri="{FF2B5EF4-FFF2-40B4-BE49-F238E27FC236}">
                <a16:creationId xmlns:a16="http://schemas.microsoft.com/office/drawing/2014/main" id="{B84A154E-4A53-A58A-20B2-8598A30045DC}"/>
              </a:ext>
            </a:extLst>
          </p:cNvPr>
          <p:cNvCxnSpPr>
            <a:cxnSpLocks/>
            <a:stCxn id="52" idx="2"/>
            <a:endCxn id="127" idx="0"/>
          </p:cNvCxnSpPr>
          <p:nvPr/>
        </p:nvCxnSpPr>
        <p:spPr>
          <a:xfrm>
            <a:off x="4563071" y="3408617"/>
            <a:ext cx="2219264" cy="87178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96">
            <a:extLst>
              <a:ext uri="{FF2B5EF4-FFF2-40B4-BE49-F238E27FC236}">
                <a16:creationId xmlns:a16="http://schemas.microsoft.com/office/drawing/2014/main" id="{F51C8C76-2808-9980-7E44-23EF4CDCC4B7}"/>
              </a:ext>
            </a:extLst>
          </p:cNvPr>
          <p:cNvCxnSpPr>
            <a:cxnSpLocks/>
            <a:stCxn id="52" idx="2"/>
            <a:endCxn id="129" idx="0"/>
          </p:cNvCxnSpPr>
          <p:nvPr/>
        </p:nvCxnSpPr>
        <p:spPr>
          <a:xfrm>
            <a:off x="4563071" y="3408617"/>
            <a:ext cx="3484629" cy="87178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96">
            <a:extLst>
              <a:ext uri="{FF2B5EF4-FFF2-40B4-BE49-F238E27FC236}">
                <a16:creationId xmlns:a16="http://schemas.microsoft.com/office/drawing/2014/main" id="{CDEC88F9-86C9-43BF-4CAF-3698506A4AB3}"/>
              </a:ext>
            </a:extLst>
          </p:cNvPr>
          <p:cNvCxnSpPr>
            <a:cxnSpLocks/>
            <a:stCxn id="45" idx="0"/>
            <a:endCxn id="29" idx="2"/>
          </p:cNvCxnSpPr>
          <p:nvPr/>
        </p:nvCxnSpPr>
        <p:spPr>
          <a:xfrm flipH="1" flipV="1">
            <a:off x="3325597" y="1888477"/>
            <a:ext cx="3456738" cy="189981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96">
            <a:extLst>
              <a:ext uri="{FF2B5EF4-FFF2-40B4-BE49-F238E27FC236}">
                <a16:creationId xmlns:a16="http://schemas.microsoft.com/office/drawing/2014/main" id="{15DDF925-75C5-28E0-6CB3-2932B49B63FB}"/>
              </a:ext>
            </a:extLst>
          </p:cNvPr>
          <p:cNvCxnSpPr>
            <a:cxnSpLocks/>
            <a:stCxn id="46" idx="0"/>
            <a:endCxn id="29" idx="2"/>
          </p:cNvCxnSpPr>
          <p:nvPr/>
        </p:nvCxnSpPr>
        <p:spPr>
          <a:xfrm flipH="1" flipV="1">
            <a:off x="3325597" y="1888477"/>
            <a:ext cx="4722103" cy="189981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사각형: 둥근 모서리 12">
            <a:extLst>
              <a:ext uri="{FF2B5EF4-FFF2-40B4-BE49-F238E27FC236}">
                <a16:creationId xmlns:a16="http://schemas.microsoft.com/office/drawing/2014/main" id="{678D5EDC-14FB-F9F8-26AC-E29E12E14050}"/>
              </a:ext>
            </a:extLst>
          </p:cNvPr>
          <p:cNvSpPr/>
          <p:nvPr/>
        </p:nvSpPr>
        <p:spPr>
          <a:xfrm>
            <a:off x="6595599" y="1972990"/>
            <a:ext cx="1139438" cy="36135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gateway-ingress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cxnSp>
        <p:nvCxnSpPr>
          <p:cNvPr id="64" name="직선 화살표 연결선 96">
            <a:extLst>
              <a:ext uri="{FF2B5EF4-FFF2-40B4-BE49-F238E27FC236}">
                <a16:creationId xmlns:a16="http://schemas.microsoft.com/office/drawing/2014/main" id="{55ECF469-7FD7-006E-F027-A76AA5812520}"/>
              </a:ext>
            </a:extLst>
          </p:cNvPr>
          <p:cNvCxnSpPr>
            <a:cxnSpLocks/>
            <a:stCxn id="62" idx="1"/>
            <a:endCxn id="29" idx="3"/>
          </p:cNvCxnSpPr>
          <p:nvPr/>
        </p:nvCxnSpPr>
        <p:spPr>
          <a:xfrm flipH="1" flipV="1">
            <a:off x="3895316" y="1707800"/>
            <a:ext cx="2700283" cy="44586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사각형: 둥근 모서리 12">
            <a:extLst>
              <a:ext uri="{FF2B5EF4-FFF2-40B4-BE49-F238E27FC236}">
                <a16:creationId xmlns:a16="http://schemas.microsoft.com/office/drawing/2014/main" id="{55749945-8DB2-1AAC-EF8A-B34ECDB3C18B}"/>
              </a:ext>
            </a:extLst>
          </p:cNvPr>
          <p:cNvSpPr/>
          <p:nvPr/>
        </p:nvSpPr>
        <p:spPr>
          <a:xfrm>
            <a:off x="1347375" y="3788289"/>
            <a:ext cx="1139438" cy="36135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gateway-external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sp>
        <p:nvSpPr>
          <p:cNvPr id="80" name="사각형: 둥근 모서리 12">
            <a:extLst>
              <a:ext uri="{FF2B5EF4-FFF2-40B4-BE49-F238E27FC236}">
                <a16:creationId xmlns:a16="http://schemas.microsoft.com/office/drawing/2014/main" id="{EF02FA56-67F4-A4A4-601A-98802FE615DA}"/>
              </a:ext>
            </a:extLst>
          </p:cNvPr>
          <p:cNvSpPr/>
          <p:nvPr/>
        </p:nvSpPr>
        <p:spPr>
          <a:xfrm>
            <a:off x="1356398" y="4274087"/>
            <a:ext cx="1139438" cy="36135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gateway-internal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cxnSp>
        <p:nvCxnSpPr>
          <p:cNvPr id="89" name="직선 화살표 연결선 96">
            <a:extLst>
              <a:ext uri="{FF2B5EF4-FFF2-40B4-BE49-F238E27FC236}">
                <a16:creationId xmlns:a16="http://schemas.microsoft.com/office/drawing/2014/main" id="{5CC2A7E6-F95A-3C73-C37D-B700E497C405}"/>
              </a:ext>
            </a:extLst>
          </p:cNvPr>
          <p:cNvCxnSpPr>
            <a:cxnSpLocks/>
            <a:stCxn id="70" idx="0"/>
            <a:endCxn id="33" idx="2"/>
          </p:cNvCxnSpPr>
          <p:nvPr/>
        </p:nvCxnSpPr>
        <p:spPr>
          <a:xfrm flipV="1">
            <a:off x="1917094" y="1888477"/>
            <a:ext cx="169368" cy="189981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6">
            <a:extLst>
              <a:ext uri="{FF2B5EF4-FFF2-40B4-BE49-F238E27FC236}">
                <a16:creationId xmlns:a16="http://schemas.microsoft.com/office/drawing/2014/main" id="{544DAD05-847F-E9C6-F04B-3254B9C8F6C9}"/>
              </a:ext>
            </a:extLst>
          </p:cNvPr>
          <p:cNvCxnSpPr>
            <a:cxnSpLocks/>
            <a:stCxn id="70" idx="0"/>
            <a:endCxn id="29" idx="2"/>
          </p:cNvCxnSpPr>
          <p:nvPr/>
        </p:nvCxnSpPr>
        <p:spPr>
          <a:xfrm flipV="1">
            <a:off x="1917094" y="1888477"/>
            <a:ext cx="1408503" cy="189981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6">
            <a:extLst>
              <a:ext uri="{FF2B5EF4-FFF2-40B4-BE49-F238E27FC236}">
                <a16:creationId xmlns:a16="http://schemas.microsoft.com/office/drawing/2014/main" id="{46B4AD75-FBA5-45FE-B7F6-D6CF1F88AB70}"/>
              </a:ext>
            </a:extLst>
          </p:cNvPr>
          <p:cNvCxnSpPr>
            <a:cxnSpLocks/>
            <a:stCxn id="80" idx="0"/>
            <a:endCxn id="33" idx="2"/>
          </p:cNvCxnSpPr>
          <p:nvPr/>
        </p:nvCxnSpPr>
        <p:spPr>
          <a:xfrm flipV="1">
            <a:off x="1926117" y="1888477"/>
            <a:ext cx="160345" cy="238561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96">
            <a:extLst>
              <a:ext uri="{FF2B5EF4-FFF2-40B4-BE49-F238E27FC236}">
                <a16:creationId xmlns:a16="http://schemas.microsoft.com/office/drawing/2014/main" id="{F2A98459-E694-DAAE-9F51-13836548B9DE}"/>
              </a:ext>
            </a:extLst>
          </p:cNvPr>
          <p:cNvCxnSpPr>
            <a:cxnSpLocks/>
            <a:stCxn id="80" idx="0"/>
            <a:endCxn id="29" idx="2"/>
          </p:cNvCxnSpPr>
          <p:nvPr/>
        </p:nvCxnSpPr>
        <p:spPr>
          <a:xfrm flipV="1">
            <a:off x="1926117" y="1888477"/>
            <a:ext cx="1399480" cy="238561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96">
            <a:extLst>
              <a:ext uri="{FF2B5EF4-FFF2-40B4-BE49-F238E27FC236}">
                <a16:creationId xmlns:a16="http://schemas.microsoft.com/office/drawing/2014/main" id="{D6E65919-A73C-27E5-714E-489FA5A2AD32}"/>
              </a:ext>
            </a:extLst>
          </p:cNvPr>
          <p:cNvCxnSpPr>
            <a:cxnSpLocks/>
          </p:cNvCxnSpPr>
          <p:nvPr/>
        </p:nvCxnSpPr>
        <p:spPr>
          <a:xfrm>
            <a:off x="7883528" y="2096641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9699753F-22A3-2E54-29C7-2D594660043E}"/>
              </a:ext>
            </a:extLst>
          </p:cNvPr>
          <p:cNvSpPr txBox="1"/>
          <p:nvPr/>
        </p:nvSpPr>
        <p:spPr>
          <a:xfrm>
            <a:off x="8179271" y="1986871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cxnSp>
        <p:nvCxnSpPr>
          <p:cNvPr id="8" name="직선 화살표 연결선 96">
            <a:extLst>
              <a:ext uri="{FF2B5EF4-FFF2-40B4-BE49-F238E27FC236}">
                <a16:creationId xmlns:a16="http://schemas.microsoft.com/office/drawing/2014/main" id="{C892CD38-7A94-CB04-48EC-2EC611765F5D}"/>
              </a:ext>
            </a:extLst>
          </p:cNvPr>
          <p:cNvCxnSpPr>
            <a:cxnSpLocks/>
            <a:stCxn id="45" idx="2"/>
            <a:endCxn id="127" idx="0"/>
          </p:cNvCxnSpPr>
          <p:nvPr/>
        </p:nvCxnSpPr>
        <p:spPr>
          <a:xfrm>
            <a:off x="6782335" y="4149643"/>
            <a:ext cx="0" cy="13076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96">
            <a:extLst>
              <a:ext uri="{FF2B5EF4-FFF2-40B4-BE49-F238E27FC236}">
                <a16:creationId xmlns:a16="http://schemas.microsoft.com/office/drawing/2014/main" id="{176D370F-1256-FC77-5E54-7CFAB103E14D}"/>
              </a:ext>
            </a:extLst>
          </p:cNvPr>
          <p:cNvCxnSpPr>
            <a:cxnSpLocks/>
            <a:stCxn id="46" idx="2"/>
            <a:endCxn id="129" idx="0"/>
          </p:cNvCxnSpPr>
          <p:nvPr/>
        </p:nvCxnSpPr>
        <p:spPr>
          <a:xfrm>
            <a:off x="8047700" y="4149643"/>
            <a:ext cx="0" cy="13076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96">
            <a:extLst>
              <a:ext uri="{FF2B5EF4-FFF2-40B4-BE49-F238E27FC236}">
                <a16:creationId xmlns:a16="http://schemas.microsoft.com/office/drawing/2014/main" id="{B13E2527-59EF-9953-096A-36F43105AD0D}"/>
              </a:ext>
            </a:extLst>
          </p:cNvPr>
          <p:cNvCxnSpPr>
            <a:cxnSpLocks/>
            <a:stCxn id="62" idx="2"/>
            <a:endCxn id="139" idx="0"/>
          </p:cNvCxnSpPr>
          <p:nvPr/>
        </p:nvCxnSpPr>
        <p:spPr>
          <a:xfrm>
            <a:off x="7165318" y="2334344"/>
            <a:ext cx="0" cy="12684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96">
            <a:extLst>
              <a:ext uri="{FF2B5EF4-FFF2-40B4-BE49-F238E27FC236}">
                <a16:creationId xmlns:a16="http://schemas.microsoft.com/office/drawing/2014/main" id="{045FAF3A-A740-9E45-0D89-85714B271F53}"/>
              </a:ext>
            </a:extLst>
          </p:cNvPr>
          <p:cNvCxnSpPr>
            <a:cxnSpLocks/>
            <a:endCxn id="98" idx="0"/>
          </p:cNvCxnSpPr>
          <p:nvPr/>
        </p:nvCxnSpPr>
        <p:spPr>
          <a:xfrm>
            <a:off x="4517744" y="4149643"/>
            <a:ext cx="0" cy="13464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96">
            <a:extLst>
              <a:ext uri="{FF2B5EF4-FFF2-40B4-BE49-F238E27FC236}">
                <a16:creationId xmlns:a16="http://schemas.microsoft.com/office/drawing/2014/main" id="{FEDBA35E-9689-DE7A-070B-945E16EEFB5C}"/>
              </a:ext>
            </a:extLst>
          </p:cNvPr>
          <p:cNvCxnSpPr>
            <a:cxnSpLocks/>
            <a:endCxn id="94" idx="0"/>
          </p:cNvCxnSpPr>
          <p:nvPr/>
        </p:nvCxnSpPr>
        <p:spPr>
          <a:xfrm>
            <a:off x="3217625" y="4149643"/>
            <a:ext cx="1201" cy="13464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96">
            <a:extLst>
              <a:ext uri="{FF2B5EF4-FFF2-40B4-BE49-F238E27FC236}">
                <a16:creationId xmlns:a16="http://schemas.microsoft.com/office/drawing/2014/main" id="{971359AD-FF77-CDD5-05EC-61B78EFEA396}"/>
              </a:ext>
            </a:extLst>
          </p:cNvPr>
          <p:cNvCxnSpPr>
            <a:cxnSpLocks/>
            <a:stCxn id="70" idx="3"/>
            <a:endCxn id="100" idx="1"/>
          </p:cNvCxnSpPr>
          <p:nvPr/>
        </p:nvCxnSpPr>
        <p:spPr>
          <a:xfrm>
            <a:off x="2486813" y="3968966"/>
            <a:ext cx="109153" cy="29042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96">
            <a:extLst>
              <a:ext uri="{FF2B5EF4-FFF2-40B4-BE49-F238E27FC236}">
                <a16:creationId xmlns:a16="http://schemas.microsoft.com/office/drawing/2014/main" id="{7E9574F7-6A96-56EE-F19B-771B5C53FA07}"/>
              </a:ext>
            </a:extLst>
          </p:cNvPr>
          <p:cNvCxnSpPr>
            <a:cxnSpLocks/>
            <a:stCxn id="80" idx="3"/>
            <a:endCxn id="102" idx="1"/>
          </p:cNvCxnSpPr>
          <p:nvPr/>
        </p:nvCxnSpPr>
        <p:spPr>
          <a:xfrm flipV="1">
            <a:off x="2495836" y="4259389"/>
            <a:ext cx="1401440" cy="19537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712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6655F-C25C-4F09-AA82-B3E6913D6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70">
            <a:extLst>
              <a:ext uri="{FF2B5EF4-FFF2-40B4-BE49-F238E27FC236}">
                <a16:creationId xmlns:a16="http://schemas.microsoft.com/office/drawing/2014/main" id="{F19DD04B-C6D0-6BAC-33B2-2ACED3F25406}"/>
              </a:ext>
            </a:extLst>
          </p:cNvPr>
          <p:cNvSpPr/>
          <p:nvPr/>
        </p:nvSpPr>
        <p:spPr>
          <a:xfrm>
            <a:off x="5308092" y="3680816"/>
            <a:ext cx="3418067" cy="1144155"/>
          </a:xfrm>
          <a:prstGeom prst="roundRect">
            <a:avLst>
              <a:gd name="adj" fmla="val 10713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app </a:t>
            </a:r>
          </a:p>
          <a:p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11" name="사각형: 둥근 모서리 70">
            <a:extLst>
              <a:ext uri="{FF2B5EF4-FFF2-40B4-BE49-F238E27FC236}">
                <a16:creationId xmlns:a16="http://schemas.microsoft.com/office/drawing/2014/main" id="{16068941-3B10-E1D2-8BDE-EF6B58729BD4}"/>
              </a:ext>
            </a:extLst>
          </p:cNvPr>
          <p:cNvSpPr/>
          <p:nvPr/>
        </p:nvSpPr>
        <p:spPr>
          <a:xfrm>
            <a:off x="468719" y="1406769"/>
            <a:ext cx="7346557" cy="2135732"/>
          </a:xfrm>
          <a:prstGeom prst="roundRect">
            <a:avLst>
              <a:gd name="adj" fmla="val 3231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 err="1"/>
              <a:t>istio</a:t>
            </a:r>
            <a:r>
              <a:rPr lang="en-US" altLang="ko-KR" sz="1000"/>
              <a:t>-system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12" name="사각형: 둥근 모서리 70">
            <a:extLst>
              <a:ext uri="{FF2B5EF4-FFF2-40B4-BE49-F238E27FC236}">
                <a16:creationId xmlns:a16="http://schemas.microsoft.com/office/drawing/2014/main" id="{E5F74E71-8D1B-A5FD-D96B-D9CA41225043}"/>
              </a:ext>
            </a:extLst>
          </p:cNvPr>
          <p:cNvSpPr/>
          <p:nvPr/>
        </p:nvSpPr>
        <p:spPr>
          <a:xfrm>
            <a:off x="595295" y="130383"/>
            <a:ext cx="4984817" cy="1144159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Gateway API Resources</a:t>
            </a:r>
            <a:endParaRPr lang="ko-KR" altLang="en-US" sz="1000"/>
          </a:p>
        </p:txBody>
      </p:sp>
      <p:sp>
        <p:nvSpPr>
          <p:cNvPr id="14" name="사각형: 둥근 모서리 12">
            <a:extLst>
              <a:ext uri="{FF2B5EF4-FFF2-40B4-BE49-F238E27FC236}">
                <a16:creationId xmlns:a16="http://schemas.microsoft.com/office/drawing/2014/main" id="{7395B18B-339B-9CB9-6957-67928F7BFD29}"/>
              </a:ext>
            </a:extLst>
          </p:cNvPr>
          <p:cNvSpPr/>
          <p:nvPr/>
        </p:nvSpPr>
        <p:spPr>
          <a:xfrm>
            <a:off x="664302" y="416426"/>
            <a:ext cx="1139438" cy="803143"/>
          </a:xfrm>
          <a:prstGeom prst="roundRect">
            <a:avLst>
              <a:gd name="adj" fmla="val 10920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/>
              <a:t>istio-remote</a:t>
            </a:r>
            <a:br>
              <a:rPr lang="en-US" altLang="ko-KR" sz="900"/>
            </a:br>
            <a:r>
              <a:rPr lang="en-US" altLang="ko-KR" sz="900"/>
              <a:t>istio-waypoint</a:t>
            </a:r>
            <a:br>
              <a:rPr lang="en-US" altLang="ko-KR" sz="900"/>
            </a:br>
            <a:r>
              <a:rPr lang="en-US" altLang="ko-KR" sz="900"/>
              <a:t>istio-east-west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sp>
        <p:nvSpPr>
          <p:cNvPr id="23" name="사각형: 둥근 모서리 12">
            <a:extLst>
              <a:ext uri="{FF2B5EF4-FFF2-40B4-BE49-F238E27FC236}">
                <a16:creationId xmlns:a16="http://schemas.microsoft.com/office/drawing/2014/main" id="{48AD6FF4-346F-1FA3-6328-DA3DC834C525}"/>
              </a:ext>
            </a:extLst>
          </p:cNvPr>
          <p:cNvSpPr/>
          <p:nvPr/>
        </p:nvSpPr>
        <p:spPr>
          <a:xfrm>
            <a:off x="3135208" y="857084"/>
            <a:ext cx="1139438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TCPRoute</a:t>
            </a:r>
            <a:endParaRPr lang="ko-KR" altLang="en-US" sz="900" b="1"/>
          </a:p>
        </p:txBody>
      </p:sp>
      <p:sp>
        <p:nvSpPr>
          <p:cNvPr id="25" name="사각형: 둥근 모서리 12">
            <a:extLst>
              <a:ext uri="{FF2B5EF4-FFF2-40B4-BE49-F238E27FC236}">
                <a16:creationId xmlns:a16="http://schemas.microsoft.com/office/drawing/2014/main" id="{A8D8A994-96FD-DA9D-3D09-DBA47C8CB89A}"/>
              </a:ext>
            </a:extLst>
          </p:cNvPr>
          <p:cNvSpPr/>
          <p:nvPr/>
        </p:nvSpPr>
        <p:spPr>
          <a:xfrm>
            <a:off x="1421088" y="1472178"/>
            <a:ext cx="5051330" cy="2006380"/>
          </a:xfrm>
          <a:prstGeom prst="roundRect">
            <a:avLst>
              <a:gd name="adj" fmla="val 4149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altLang="ko-KR" sz="900"/>
              <a:t>istiod </a:t>
            </a:r>
            <a:r>
              <a:rPr lang="en-US" altLang="ko-KR" sz="900" b="1"/>
              <a:t>Pod</a:t>
            </a:r>
            <a:endParaRPr lang="ko-KR" altLang="en-US" sz="900" b="1"/>
          </a:p>
        </p:txBody>
      </p:sp>
      <p:sp>
        <p:nvSpPr>
          <p:cNvPr id="34" name="사각형: 둥근 모서리 70">
            <a:extLst>
              <a:ext uri="{FF2B5EF4-FFF2-40B4-BE49-F238E27FC236}">
                <a16:creationId xmlns:a16="http://schemas.microsoft.com/office/drawing/2014/main" id="{54B3BC9E-9C24-D1D4-6831-C0300650E8D8}"/>
              </a:ext>
            </a:extLst>
          </p:cNvPr>
          <p:cNvSpPr/>
          <p:nvPr/>
        </p:nvSpPr>
        <p:spPr>
          <a:xfrm>
            <a:off x="5715632" y="130383"/>
            <a:ext cx="1294925" cy="1144159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Istio CRs</a:t>
            </a:r>
            <a:endParaRPr lang="ko-KR" altLang="en-US" sz="1000"/>
          </a:p>
        </p:txBody>
      </p:sp>
      <p:sp>
        <p:nvSpPr>
          <p:cNvPr id="38" name="사각형: 둥근 모서리 70">
            <a:extLst>
              <a:ext uri="{FF2B5EF4-FFF2-40B4-BE49-F238E27FC236}">
                <a16:creationId xmlns:a16="http://schemas.microsoft.com/office/drawing/2014/main" id="{B2A75D5A-C371-2DC5-997F-D8C20F061FD3}"/>
              </a:ext>
            </a:extLst>
          </p:cNvPr>
          <p:cNvSpPr/>
          <p:nvPr/>
        </p:nvSpPr>
        <p:spPr>
          <a:xfrm>
            <a:off x="7146077" y="130383"/>
            <a:ext cx="1294925" cy="1144159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K8s Resources</a:t>
            </a:r>
            <a:endParaRPr lang="ko-KR" altLang="en-US" sz="1000"/>
          </a:p>
        </p:txBody>
      </p:sp>
      <p:sp>
        <p:nvSpPr>
          <p:cNvPr id="29" name="사각형: 둥근 모서리 12">
            <a:extLst>
              <a:ext uri="{FF2B5EF4-FFF2-40B4-BE49-F238E27FC236}">
                <a16:creationId xmlns:a16="http://schemas.microsoft.com/office/drawing/2014/main" id="{3DFC53C4-9E02-F3E9-131E-6F73BB99C495}"/>
              </a:ext>
            </a:extLst>
          </p:cNvPr>
          <p:cNvSpPr/>
          <p:nvPr/>
        </p:nvSpPr>
        <p:spPr>
          <a:xfrm>
            <a:off x="2755878" y="1527123"/>
            <a:ext cx="1139438" cy="36135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Gateway API</a:t>
            </a:r>
          </a:p>
          <a:p>
            <a:pPr algn="ctr"/>
            <a:r>
              <a:rPr lang="en-US" altLang="ko-KR" sz="900" b="1"/>
              <a:t>Controller</a:t>
            </a:r>
            <a:endParaRPr lang="ko-KR" altLang="en-US" sz="900" b="1"/>
          </a:p>
        </p:txBody>
      </p:sp>
      <p:sp>
        <p:nvSpPr>
          <p:cNvPr id="30" name="사각형: 둥근 모서리 12">
            <a:extLst>
              <a:ext uri="{FF2B5EF4-FFF2-40B4-BE49-F238E27FC236}">
                <a16:creationId xmlns:a16="http://schemas.microsoft.com/office/drawing/2014/main" id="{484B8F7F-4E83-86DD-C334-9BBFF7489381}"/>
              </a:ext>
            </a:extLst>
          </p:cNvPr>
          <p:cNvSpPr/>
          <p:nvPr/>
        </p:nvSpPr>
        <p:spPr>
          <a:xfrm>
            <a:off x="3995013" y="1527122"/>
            <a:ext cx="1139438" cy="36135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crdclient</a:t>
            </a:r>
            <a:endParaRPr lang="ko-KR" altLang="en-US" sz="900" b="1"/>
          </a:p>
        </p:txBody>
      </p:sp>
      <p:sp>
        <p:nvSpPr>
          <p:cNvPr id="32" name="사각형: 둥근 모서리 12">
            <a:extLst>
              <a:ext uri="{FF2B5EF4-FFF2-40B4-BE49-F238E27FC236}">
                <a16:creationId xmlns:a16="http://schemas.microsoft.com/office/drawing/2014/main" id="{D25E3568-9382-4254-9ACE-4426D3E6A236}"/>
              </a:ext>
            </a:extLst>
          </p:cNvPr>
          <p:cNvSpPr/>
          <p:nvPr/>
        </p:nvSpPr>
        <p:spPr>
          <a:xfrm>
            <a:off x="5234148" y="1527121"/>
            <a:ext cx="1139438" cy="36135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 Registry</a:t>
            </a:r>
            <a:endParaRPr lang="ko-KR" altLang="en-US" sz="900" b="1"/>
          </a:p>
        </p:txBody>
      </p:sp>
      <p:sp>
        <p:nvSpPr>
          <p:cNvPr id="33" name="사각형: 둥근 모서리 12">
            <a:extLst>
              <a:ext uri="{FF2B5EF4-FFF2-40B4-BE49-F238E27FC236}">
                <a16:creationId xmlns:a16="http://schemas.microsoft.com/office/drawing/2014/main" id="{FC6ED843-D23F-592F-0ABA-2A4792E11583}"/>
              </a:ext>
            </a:extLst>
          </p:cNvPr>
          <p:cNvSpPr/>
          <p:nvPr/>
        </p:nvSpPr>
        <p:spPr>
          <a:xfrm>
            <a:off x="1516743" y="1527121"/>
            <a:ext cx="1139438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Gateway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5" name="사각형: 둥근 모서리 12">
            <a:extLst>
              <a:ext uri="{FF2B5EF4-FFF2-40B4-BE49-F238E27FC236}">
                <a16:creationId xmlns:a16="http://schemas.microsoft.com/office/drawing/2014/main" id="{ABFF9202-069E-63A5-7FF0-400E27424CF9}"/>
              </a:ext>
            </a:extLst>
          </p:cNvPr>
          <p:cNvSpPr/>
          <p:nvPr/>
        </p:nvSpPr>
        <p:spPr>
          <a:xfrm>
            <a:off x="1899755" y="416428"/>
            <a:ext cx="1139438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sp>
        <p:nvSpPr>
          <p:cNvPr id="20" name="사각형: 둥근 모서리 12">
            <a:extLst>
              <a:ext uri="{FF2B5EF4-FFF2-40B4-BE49-F238E27FC236}">
                <a16:creationId xmlns:a16="http://schemas.microsoft.com/office/drawing/2014/main" id="{D7751106-5E51-8BBB-AEF5-DCBA571EE0F9}"/>
              </a:ext>
            </a:extLst>
          </p:cNvPr>
          <p:cNvSpPr/>
          <p:nvPr/>
        </p:nvSpPr>
        <p:spPr>
          <a:xfrm>
            <a:off x="1899755" y="859216"/>
            <a:ext cx="1139438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HTTPRoute</a:t>
            </a:r>
            <a:endParaRPr lang="ko-KR" altLang="en-US" sz="900" b="1"/>
          </a:p>
        </p:txBody>
      </p:sp>
      <p:sp>
        <p:nvSpPr>
          <p:cNvPr id="21" name="사각형: 둥근 모서리 12">
            <a:extLst>
              <a:ext uri="{FF2B5EF4-FFF2-40B4-BE49-F238E27FC236}">
                <a16:creationId xmlns:a16="http://schemas.microsoft.com/office/drawing/2014/main" id="{1D338AF6-4B49-D966-85B3-9E6779CC709E}"/>
              </a:ext>
            </a:extLst>
          </p:cNvPr>
          <p:cNvSpPr/>
          <p:nvPr/>
        </p:nvSpPr>
        <p:spPr>
          <a:xfrm>
            <a:off x="3135208" y="416427"/>
            <a:ext cx="1139438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GRPCRoute</a:t>
            </a:r>
            <a:endParaRPr lang="ko-KR" altLang="en-US" sz="900" b="1"/>
          </a:p>
        </p:txBody>
      </p:sp>
      <p:sp>
        <p:nvSpPr>
          <p:cNvPr id="22" name="사각형: 둥근 모서리 12">
            <a:extLst>
              <a:ext uri="{FF2B5EF4-FFF2-40B4-BE49-F238E27FC236}">
                <a16:creationId xmlns:a16="http://schemas.microsoft.com/office/drawing/2014/main" id="{27105D37-4C69-6755-7A93-3809EE633F0A}"/>
              </a:ext>
            </a:extLst>
          </p:cNvPr>
          <p:cNvSpPr/>
          <p:nvPr/>
        </p:nvSpPr>
        <p:spPr>
          <a:xfrm>
            <a:off x="4370661" y="857084"/>
            <a:ext cx="1139438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TLSRoute</a:t>
            </a:r>
            <a:endParaRPr lang="ko-KR" altLang="en-US" sz="900" b="1"/>
          </a:p>
        </p:txBody>
      </p:sp>
      <p:sp>
        <p:nvSpPr>
          <p:cNvPr id="24" name="사각형: 둥근 모서리 12">
            <a:extLst>
              <a:ext uri="{FF2B5EF4-FFF2-40B4-BE49-F238E27FC236}">
                <a16:creationId xmlns:a16="http://schemas.microsoft.com/office/drawing/2014/main" id="{88B16D20-D553-DAD0-B162-64C4EC0BC3FE}"/>
              </a:ext>
            </a:extLst>
          </p:cNvPr>
          <p:cNvSpPr/>
          <p:nvPr/>
        </p:nvSpPr>
        <p:spPr>
          <a:xfrm>
            <a:off x="4366602" y="416426"/>
            <a:ext cx="1143497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ReferenceGrant</a:t>
            </a:r>
            <a:endParaRPr lang="ko-KR" altLang="en-US" sz="900" b="1"/>
          </a:p>
        </p:txBody>
      </p:sp>
      <p:sp>
        <p:nvSpPr>
          <p:cNvPr id="36" name="사각형: 둥근 모서리 12">
            <a:extLst>
              <a:ext uri="{FF2B5EF4-FFF2-40B4-BE49-F238E27FC236}">
                <a16:creationId xmlns:a16="http://schemas.microsoft.com/office/drawing/2014/main" id="{40DE4739-A0CB-4D07-2234-F42E638A4CD2}"/>
              </a:ext>
            </a:extLst>
          </p:cNvPr>
          <p:cNvSpPr/>
          <p:nvPr/>
        </p:nvSpPr>
        <p:spPr>
          <a:xfrm>
            <a:off x="5789728" y="419148"/>
            <a:ext cx="1139438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sp>
        <p:nvSpPr>
          <p:cNvPr id="37" name="사각형: 둥근 모서리 12">
            <a:extLst>
              <a:ext uri="{FF2B5EF4-FFF2-40B4-BE49-F238E27FC236}">
                <a16:creationId xmlns:a16="http://schemas.microsoft.com/office/drawing/2014/main" id="{9121A082-5009-94CB-015B-05C7A6B44859}"/>
              </a:ext>
            </a:extLst>
          </p:cNvPr>
          <p:cNvSpPr/>
          <p:nvPr/>
        </p:nvSpPr>
        <p:spPr>
          <a:xfrm>
            <a:off x="5789728" y="857084"/>
            <a:ext cx="1139438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VirtualService</a:t>
            </a:r>
            <a:endParaRPr lang="ko-KR" altLang="en-US" sz="900" b="1"/>
          </a:p>
        </p:txBody>
      </p:sp>
      <p:sp>
        <p:nvSpPr>
          <p:cNvPr id="39" name="사각형: 둥근 모서리 12">
            <a:extLst>
              <a:ext uri="{FF2B5EF4-FFF2-40B4-BE49-F238E27FC236}">
                <a16:creationId xmlns:a16="http://schemas.microsoft.com/office/drawing/2014/main" id="{64322130-BB68-9ECD-C9BB-58CEE3E43475}"/>
              </a:ext>
            </a:extLst>
          </p:cNvPr>
          <p:cNvSpPr/>
          <p:nvPr/>
        </p:nvSpPr>
        <p:spPr>
          <a:xfrm>
            <a:off x="7221041" y="420308"/>
            <a:ext cx="1139438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  <a:endParaRPr lang="ko-KR" altLang="en-US" sz="900" b="1"/>
          </a:p>
        </p:txBody>
      </p:sp>
      <p:sp>
        <p:nvSpPr>
          <p:cNvPr id="40" name="사각형: 둥근 모서리 12">
            <a:extLst>
              <a:ext uri="{FF2B5EF4-FFF2-40B4-BE49-F238E27FC236}">
                <a16:creationId xmlns:a16="http://schemas.microsoft.com/office/drawing/2014/main" id="{75C1093D-F96A-4179-3EEC-291EDAB4960D}"/>
              </a:ext>
            </a:extLst>
          </p:cNvPr>
          <p:cNvSpPr/>
          <p:nvPr/>
        </p:nvSpPr>
        <p:spPr>
          <a:xfrm>
            <a:off x="7221041" y="858244"/>
            <a:ext cx="1139438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Endpoints</a:t>
            </a:r>
            <a:endParaRPr lang="ko-KR" altLang="en-US" sz="900" b="1"/>
          </a:p>
        </p:txBody>
      </p:sp>
      <p:sp>
        <p:nvSpPr>
          <p:cNvPr id="43" name="사각형: 둥근 모서리 12">
            <a:extLst>
              <a:ext uri="{FF2B5EF4-FFF2-40B4-BE49-F238E27FC236}">
                <a16:creationId xmlns:a16="http://schemas.microsoft.com/office/drawing/2014/main" id="{3454637E-A9F3-7F08-29DD-C3DB575304B3}"/>
              </a:ext>
            </a:extLst>
          </p:cNvPr>
          <p:cNvSpPr/>
          <p:nvPr/>
        </p:nvSpPr>
        <p:spPr>
          <a:xfrm>
            <a:off x="2752556" y="2026399"/>
            <a:ext cx="3621030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PushContext</a:t>
            </a:r>
            <a:endParaRPr lang="ko-KR" altLang="en-US" sz="900" b="1"/>
          </a:p>
        </p:txBody>
      </p:sp>
      <p:sp>
        <p:nvSpPr>
          <p:cNvPr id="44" name="사각형: 둥근 모서리 12">
            <a:extLst>
              <a:ext uri="{FF2B5EF4-FFF2-40B4-BE49-F238E27FC236}">
                <a16:creationId xmlns:a16="http://schemas.microsoft.com/office/drawing/2014/main" id="{8843E5A2-69EC-7F34-1C6B-19A8D335DE6E}"/>
              </a:ext>
            </a:extLst>
          </p:cNvPr>
          <p:cNvSpPr/>
          <p:nvPr/>
        </p:nvSpPr>
        <p:spPr>
          <a:xfrm>
            <a:off x="2752556" y="2525412"/>
            <a:ext cx="3621030" cy="37277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ConfigGenerator</a:t>
            </a:r>
            <a:br>
              <a:rPr lang="en-US" altLang="ko-KR" sz="900" b="1"/>
            </a:br>
            <a:r>
              <a:rPr lang="en-US" altLang="ko-KR" sz="900"/>
              <a:t>(Gateway to Listener, Virtual Service to Route)</a:t>
            </a:r>
            <a:endParaRPr lang="ko-KR" altLang="en-US" sz="900"/>
          </a:p>
        </p:txBody>
      </p:sp>
      <p:sp>
        <p:nvSpPr>
          <p:cNvPr id="52" name="사각형: 둥근 모서리 12">
            <a:extLst>
              <a:ext uri="{FF2B5EF4-FFF2-40B4-BE49-F238E27FC236}">
                <a16:creationId xmlns:a16="http://schemas.microsoft.com/office/drawing/2014/main" id="{2EE6A453-2864-2CC9-656A-49B422CA0C40}"/>
              </a:ext>
            </a:extLst>
          </p:cNvPr>
          <p:cNvSpPr/>
          <p:nvPr/>
        </p:nvSpPr>
        <p:spPr>
          <a:xfrm>
            <a:off x="2752556" y="3035843"/>
            <a:ext cx="3621030" cy="37277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DiscoveryServer </a:t>
            </a:r>
            <a:r>
              <a:rPr lang="en-US" altLang="ko-KR" sz="900"/>
              <a:t>(xDS Push)</a:t>
            </a:r>
            <a:endParaRPr lang="ko-KR" altLang="en-US" sz="900"/>
          </a:p>
        </p:txBody>
      </p:sp>
      <p:cxnSp>
        <p:nvCxnSpPr>
          <p:cNvPr id="53" name="직선 화살표 연결선 96">
            <a:extLst>
              <a:ext uri="{FF2B5EF4-FFF2-40B4-BE49-F238E27FC236}">
                <a16:creationId xmlns:a16="http://schemas.microsoft.com/office/drawing/2014/main" id="{6FEC77F2-AB1C-562B-C51A-F1F725AD5EFF}"/>
              </a:ext>
            </a:extLst>
          </p:cNvPr>
          <p:cNvCxnSpPr>
            <a:cxnSpLocks/>
            <a:stCxn id="29" idx="0"/>
            <a:endCxn id="12" idx="2"/>
          </p:cNvCxnSpPr>
          <p:nvPr/>
        </p:nvCxnSpPr>
        <p:spPr>
          <a:xfrm flipH="1" flipV="1">
            <a:off x="3087704" y="1274542"/>
            <a:ext cx="237893" cy="252581"/>
          </a:xfrm>
          <a:prstGeom prst="straightConnector1">
            <a:avLst/>
          </a:prstGeom>
          <a:ln w="12700">
            <a:solidFill>
              <a:schemeClr val="accent5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96">
            <a:extLst>
              <a:ext uri="{FF2B5EF4-FFF2-40B4-BE49-F238E27FC236}">
                <a16:creationId xmlns:a16="http://schemas.microsoft.com/office/drawing/2014/main" id="{DD42E610-8132-BB9C-BE17-D9A0E05F3C48}"/>
              </a:ext>
            </a:extLst>
          </p:cNvPr>
          <p:cNvCxnSpPr>
            <a:cxnSpLocks/>
            <a:stCxn id="33" idx="0"/>
            <a:endCxn id="12" idx="2"/>
          </p:cNvCxnSpPr>
          <p:nvPr/>
        </p:nvCxnSpPr>
        <p:spPr>
          <a:xfrm flipV="1">
            <a:off x="2086462" y="1274542"/>
            <a:ext cx="1001242" cy="252579"/>
          </a:xfrm>
          <a:prstGeom prst="straightConnector1">
            <a:avLst/>
          </a:prstGeom>
          <a:ln w="12700">
            <a:solidFill>
              <a:schemeClr val="accent5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96">
            <a:extLst>
              <a:ext uri="{FF2B5EF4-FFF2-40B4-BE49-F238E27FC236}">
                <a16:creationId xmlns:a16="http://schemas.microsoft.com/office/drawing/2014/main" id="{88D5B927-DB6C-A317-E759-A5190C456EFE}"/>
              </a:ext>
            </a:extLst>
          </p:cNvPr>
          <p:cNvCxnSpPr>
            <a:cxnSpLocks/>
            <a:stCxn id="30" idx="0"/>
            <a:endCxn id="34" idx="2"/>
          </p:cNvCxnSpPr>
          <p:nvPr/>
        </p:nvCxnSpPr>
        <p:spPr>
          <a:xfrm flipV="1">
            <a:off x="4564732" y="1274542"/>
            <a:ext cx="1798363" cy="252580"/>
          </a:xfrm>
          <a:prstGeom prst="straightConnector1">
            <a:avLst/>
          </a:prstGeom>
          <a:ln w="12700">
            <a:solidFill>
              <a:schemeClr val="accent5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96">
            <a:extLst>
              <a:ext uri="{FF2B5EF4-FFF2-40B4-BE49-F238E27FC236}">
                <a16:creationId xmlns:a16="http://schemas.microsoft.com/office/drawing/2014/main" id="{A914A43A-1775-196E-EFEB-55F39CFC9BC0}"/>
              </a:ext>
            </a:extLst>
          </p:cNvPr>
          <p:cNvCxnSpPr>
            <a:cxnSpLocks/>
            <a:stCxn id="32" idx="0"/>
            <a:endCxn id="38" idx="2"/>
          </p:cNvCxnSpPr>
          <p:nvPr/>
        </p:nvCxnSpPr>
        <p:spPr>
          <a:xfrm flipV="1">
            <a:off x="5803867" y="1274542"/>
            <a:ext cx="1989673" cy="252579"/>
          </a:xfrm>
          <a:prstGeom prst="straightConnector1">
            <a:avLst/>
          </a:prstGeom>
          <a:ln w="12700">
            <a:solidFill>
              <a:schemeClr val="accent5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96">
            <a:extLst>
              <a:ext uri="{FF2B5EF4-FFF2-40B4-BE49-F238E27FC236}">
                <a16:creationId xmlns:a16="http://schemas.microsoft.com/office/drawing/2014/main" id="{BE660287-308E-CF7D-FA79-5F0848F161C1}"/>
              </a:ext>
            </a:extLst>
          </p:cNvPr>
          <p:cNvCxnSpPr>
            <a:cxnSpLocks/>
            <a:stCxn id="32" idx="2"/>
            <a:endCxn id="43" idx="0"/>
          </p:cNvCxnSpPr>
          <p:nvPr/>
        </p:nvCxnSpPr>
        <p:spPr>
          <a:xfrm flipH="1">
            <a:off x="4563071" y="1888475"/>
            <a:ext cx="1240796" cy="13792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96">
            <a:extLst>
              <a:ext uri="{FF2B5EF4-FFF2-40B4-BE49-F238E27FC236}">
                <a16:creationId xmlns:a16="http://schemas.microsoft.com/office/drawing/2014/main" id="{976AFB33-1D03-CF3A-7C06-CBE84D335C8C}"/>
              </a:ext>
            </a:extLst>
          </p:cNvPr>
          <p:cNvCxnSpPr>
            <a:cxnSpLocks/>
            <a:stCxn id="30" idx="2"/>
            <a:endCxn id="43" idx="0"/>
          </p:cNvCxnSpPr>
          <p:nvPr/>
        </p:nvCxnSpPr>
        <p:spPr>
          <a:xfrm flipH="1">
            <a:off x="4563071" y="1888476"/>
            <a:ext cx="1661" cy="13792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96">
            <a:extLst>
              <a:ext uri="{FF2B5EF4-FFF2-40B4-BE49-F238E27FC236}">
                <a16:creationId xmlns:a16="http://schemas.microsoft.com/office/drawing/2014/main" id="{31111FB0-07A3-507A-7C23-8E7680CD9815}"/>
              </a:ext>
            </a:extLst>
          </p:cNvPr>
          <p:cNvCxnSpPr>
            <a:cxnSpLocks/>
            <a:stCxn id="29" idx="2"/>
            <a:endCxn id="43" idx="0"/>
          </p:cNvCxnSpPr>
          <p:nvPr/>
        </p:nvCxnSpPr>
        <p:spPr>
          <a:xfrm>
            <a:off x="3325597" y="1888477"/>
            <a:ext cx="1237474" cy="13792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96">
            <a:extLst>
              <a:ext uri="{FF2B5EF4-FFF2-40B4-BE49-F238E27FC236}">
                <a16:creationId xmlns:a16="http://schemas.microsoft.com/office/drawing/2014/main" id="{FF6414BB-C68E-6996-4EE9-EE95EB59AA98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4563071" y="2387755"/>
            <a:ext cx="0" cy="13765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96">
            <a:extLst>
              <a:ext uri="{FF2B5EF4-FFF2-40B4-BE49-F238E27FC236}">
                <a16:creationId xmlns:a16="http://schemas.microsoft.com/office/drawing/2014/main" id="{DB487ABB-1240-2EE5-6132-7A6E46098B2B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4563071" y="2898186"/>
            <a:ext cx="0" cy="13765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사각형: 둥근 모서리 70">
            <a:extLst>
              <a:ext uri="{FF2B5EF4-FFF2-40B4-BE49-F238E27FC236}">
                <a16:creationId xmlns:a16="http://schemas.microsoft.com/office/drawing/2014/main" id="{8C1BDEE2-3B26-2354-5114-B20C3FD65C75}"/>
              </a:ext>
            </a:extLst>
          </p:cNvPr>
          <p:cNvSpPr/>
          <p:nvPr/>
        </p:nvSpPr>
        <p:spPr>
          <a:xfrm>
            <a:off x="467544" y="3680815"/>
            <a:ext cx="4731396" cy="1144158"/>
          </a:xfrm>
          <a:prstGeom prst="roundRect">
            <a:avLst>
              <a:gd name="adj" fmla="val 7360"/>
            </a:avLst>
          </a:prstGeom>
          <a:solidFill>
            <a:schemeClr val="bg1">
              <a:lumMod val="95000"/>
            </a:schemeClr>
          </a:solidFill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gateway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82" name="사각형: 둥근 모서리 12">
            <a:extLst>
              <a:ext uri="{FF2B5EF4-FFF2-40B4-BE49-F238E27FC236}">
                <a16:creationId xmlns:a16="http://schemas.microsoft.com/office/drawing/2014/main" id="{F7DC5537-84F4-3181-058F-F518C249A73C}"/>
              </a:ext>
            </a:extLst>
          </p:cNvPr>
          <p:cNvSpPr/>
          <p:nvPr/>
        </p:nvSpPr>
        <p:spPr>
          <a:xfrm>
            <a:off x="2648405" y="3788289"/>
            <a:ext cx="1139438" cy="36135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external-gateway</a:t>
            </a:r>
          </a:p>
          <a:p>
            <a:pPr algn="ctr"/>
            <a:r>
              <a:rPr lang="en-US" altLang="ko-KR" sz="900" b="1"/>
              <a:t>Service (LB)</a:t>
            </a:r>
            <a:endParaRPr lang="ko-KR" altLang="en-US" sz="900" b="1"/>
          </a:p>
        </p:txBody>
      </p:sp>
      <p:sp>
        <p:nvSpPr>
          <p:cNvPr id="93" name="사각형: 둥근 모서리 12">
            <a:extLst>
              <a:ext uri="{FF2B5EF4-FFF2-40B4-BE49-F238E27FC236}">
                <a16:creationId xmlns:a16="http://schemas.microsoft.com/office/drawing/2014/main" id="{9840CCED-3286-AEB3-D958-B2140368CE65}"/>
              </a:ext>
            </a:extLst>
          </p:cNvPr>
          <p:cNvSpPr/>
          <p:nvPr/>
        </p:nvSpPr>
        <p:spPr>
          <a:xfrm>
            <a:off x="3951224" y="3788289"/>
            <a:ext cx="1139438" cy="36135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Internal-gateway</a:t>
            </a:r>
          </a:p>
          <a:p>
            <a:pPr algn="ctr"/>
            <a:r>
              <a:rPr lang="en-US" altLang="ko-KR" sz="900" b="1"/>
              <a:t>Service (LB)</a:t>
            </a:r>
            <a:endParaRPr lang="ko-KR" altLang="en-US" sz="900" b="1"/>
          </a:p>
        </p:txBody>
      </p:sp>
      <p:sp>
        <p:nvSpPr>
          <p:cNvPr id="94" name="사각형: 둥근 모서리 12">
            <a:extLst>
              <a:ext uri="{FF2B5EF4-FFF2-40B4-BE49-F238E27FC236}">
                <a16:creationId xmlns:a16="http://schemas.microsoft.com/office/drawing/2014/main" id="{5B031913-621B-CE90-D08B-65631F081353}"/>
              </a:ext>
            </a:extLst>
          </p:cNvPr>
          <p:cNvSpPr/>
          <p:nvPr/>
        </p:nvSpPr>
        <p:spPr>
          <a:xfrm>
            <a:off x="2649107" y="4284284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external-gateway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95" name="직선 화살표 연결선 96">
            <a:extLst>
              <a:ext uri="{FF2B5EF4-FFF2-40B4-BE49-F238E27FC236}">
                <a16:creationId xmlns:a16="http://schemas.microsoft.com/office/drawing/2014/main" id="{828D843F-7BA7-9EFA-7498-432963481751}"/>
              </a:ext>
            </a:extLst>
          </p:cNvPr>
          <p:cNvCxnSpPr>
            <a:cxnSpLocks/>
            <a:stCxn id="33" idx="2"/>
            <a:endCxn id="100" idx="0"/>
          </p:cNvCxnSpPr>
          <p:nvPr/>
        </p:nvCxnSpPr>
        <p:spPr>
          <a:xfrm>
            <a:off x="2086462" y="1888477"/>
            <a:ext cx="1131163" cy="1860074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사각형: 둥근 모서리 12">
            <a:extLst>
              <a:ext uri="{FF2B5EF4-FFF2-40B4-BE49-F238E27FC236}">
                <a16:creationId xmlns:a16="http://schemas.microsoft.com/office/drawing/2014/main" id="{4241FB87-7C0A-0A3B-C665-824170EAC134}"/>
              </a:ext>
            </a:extLst>
          </p:cNvPr>
          <p:cNvSpPr/>
          <p:nvPr/>
        </p:nvSpPr>
        <p:spPr>
          <a:xfrm>
            <a:off x="3948025" y="4284284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Internal-gateway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00" name="사각형: 둥근 모서리 70">
            <a:extLst>
              <a:ext uri="{FF2B5EF4-FFF2-40B4-BE49-F238E27FC236}">
                <a16:creationId xmlns:a16="http://schemas.microsoft.com/office/drawing/2014/main" id="{9CC13A24-E1E8-CD53-2EA8-E176E874F467}"/>
              </a:ext>
            </a:extLst>
          </p:cNvPr>
          <p:cNvSpPr/>
          <p:nvPr/>
        </p:nvSpPr>
        <p:spPr>
          <a:xfrm>
            <a:off x="2595966" y="3748551"/>
            <a:ext cx="1243318" cy="1021676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1000"/>
          </a:p>
        </p:txBody>
      </p:sp>
      <p:sp>
        <p:nvSpPr>
          <p:cNvPr id="102" name="사각형: 둥근 모서리 70">
            <a:extLst>
              <a:ext uri="{FF2B5EF4-FFF2-40B4-BE49-F238E27FC236}">
                <a16:creationId xmlns:a16="http://schemas.microsoft.com/office/drawing/2014/main" id="{E5787E08-3C39-C88E-752C-2126BAF4EDB6}"/>
              </a:ext>
            </a:extLst>
          </p:cNvPr>
          <p:cNvSpPr/>
          <p:nvPr/>
        </p:nvSpPr>
        <p:spPr>
          <a:xfrm>
            <a:off x="3897276" y="3748551"/>
            <a:ext cx="1243318" cy="1021676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1000"/>
          </a:p>
        </p:txBody>
      </p:sp>
      <p:cxnSp>
        <p:nvCxnSpPr>
          <p:cNvPr id="113" name="직선 화살표 연결선 96">
            <a:extLst>
              <a:ext uri="{FF2B5EF4-FFF2-40B4-BE49-F238E27FC236}">
                <a16:creationId xmlns:a16="http://schemas.microsoft.com/office/drawing/2014/main" id="{BE1B1856-C5C9-75A8-AE2D-3760B164BFE4}"/>
              </a:ext>
            </a:extLst>
          </p:cNvPr>
          <p:cNvCxnSpPr>
            <a:cxnSpLocks/>
            <a:stCxn id="33" idx="2"/>
            <a:endCxn id="102" idx="0"/>
          </p:cNvCxnSpPr>
          <p:nvPr/>
        </p:nvCxnSpPr>
        <p:spPr>
          <a:xfrm>
            <a:off x="2086462" y="1888477"/>
            <a:ext cx="2432473" cy="1860074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96">
            <a:extLst>
              <a:ext uri="{FF2B5EF4-FFF2-40B4-BE49-F238E27FC236}">
                <a16:creationId xmlns:a16="http://schemas.microsoft.com/office/drawing/2014/main" id="{861770CC-E958-EE81-4747-5A2AB74B70A7}"/>
              </a:ext>
            </a:extLst>
          </p:cNvPr>
          <p:cNvCxnSpPr>
            <a:cxnSpLocks/>
            <a:stCxn id="52" idx="2"/>
            <a:endCxn id="94" idx="0"/>
          </p:cNvCxnSpPr>
          <p:nvPr/>
        </p:nvCxnSpPr>
        <p:spPr>
          <a:xfrm flipH="1">
            <a:off x="3218826" y="3408617"/>
            <a:ext cx="1344245" cy="87566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96">
            <a:extLst>
              <a:ext uri="{FF2B5EF4-FFF2-40B4-BE49-F238E27FC236}">
                <a16:creationId xmlns:a16="http://schemas.microsoft.com/office/drawing/2014/main" id="{8062FE38-CD95-119D-5C71-A4DD6B947551}"/>
              </a:ext>
            </a:extLst>
          </p:cNvPr>
          <p:cNvCxnSpPr>
            <a:cxnSpLocks/>
            <a:stCxn id="52" idx="2"/>
            <a:endCxn id="98" idx="0"/>
          </p:cNvCxnSpPr>
          <p:nvPr/>
        </p:nvCxnSpPr>
        <p:spPr>
          <a:xfrm flipH="1">
            <a:off x="4517744" y="3408617"/>
            <a:ext cx="45327" cy="87566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사각형: 둥근 모서리 12">
            <a:extLst>
              <a:ext uri="{FF2B5EF4-FFF2-40B4-BE49-F238E27FC236}">
                <a16:creationId xmlns:a16="http://schemas.microsoft.com/office/drawing/2014/main" id="{7E967266-8CD1-4D83-105A-1DB842855644}"/>
              </a:ext>
            </a:extLst>
          </p:cNvPr>
          <p:cNvSpPr/>
          <p:nvPr/>
        </p:nvSpPr>
        <p:spPr>
          <a:xfrm>
            <a:off x="6212616" y="4280404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app-a </a:t>
            </a:r>
            <a:br>
              <a:rPr lang="en-US" altLang="ko-KR" sz="900"/>
            </a:br>
            <a:r>
              <a:rPr lang="en-US" altLang="ko-KR" sz="900"/>
              <a:t>(envoy sidecar)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29" name="사각형: 둥근 모서리 12">
            <a:extLst>
              <a:ext uri="{FF2B5EF4-FFF2-40B4-BE49-F238E27FC236}">
                <a16:creationId xmlns:a16="http://schemas.microsoft.com/office/drawing/2014/main" id="{B27E1BB6-DEA3-6DEE-420D-EE8C903DCD22}"/>
              </a:ext>
            </a:extLst>
          </p:cNvPr>
          <p:cNvSpPr/>
          <p:nvPr/>
        </p:nvSpPr>
        <p:spPr>
          <a:xfrm>
            <a:off x="7477981" y="4280404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app-b </a:t>
            </a:r>
            <a:br>
              <a:rPr lang="en-US" altLang="ko-KR" sz="900"/>
            </a:br>
            <a:r>
              <a:rPr lang="en-US" altLang="ko-KR" sz="900"/>
              <a:t>(envoy sidecar)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39" name="사각형: 둥근 모서리 12">
            <a:extLst>
              <a:ext uri="{FF2B5EF4-FFF2-40B4-BE49-F238E27FC236}">
                <a16:creationId xmlns:a16="http://schemas.microsoft.com/office/drawing/2014/main" id="{BDF79A8F-87F9-0A9D-5C8F-0E4BB553037E}"/>
              </a:ext>
            </a:extLst>
          </p:cNvPr>
          <p:cNvSpPr/>
          <p:nvPr/>
        </p:nvSpPr>
        <p:spPr>
          <a:xfrm>
            <a:off x="6595599" y="2461188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ingress-gateway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40" name="사각형: 둥근 모서리 12">
            <a:extLst>
              <a:ext uri="{FF2B5EF4-FFF2-40B4-BE49-F238E27FC236}">
                <a16:creationId xmlns:a16="http://schemas.microsoft.com/office/drawing/2014/main" id="{465DFC70-65A1-A24C-D5A4-773307818BDE}"/>
              </a:ext>
            </a:extLst>
          </p:cNvPr>
          <p:cNvSpPr/>
          <p:nvPr/>
        </p:nvSpPr>
        <p:spPr>
          <a:xfrm>
            <a:off x="6595599" y="303584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egress-gateway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141" name="직선 화살표 연결선 96">
            <a:extLst>
              <a:ext uri="{FF2B5EF4-FFF2-40B4-BE49-F238E27FC236}">
                <a16:creationId xmlns:a16="http://schemas.microsoft.com/office/drawing/2014/main" id="{24BDF602-30BD-E01C-F246-E753FAC7BC12}"/>
              </a:ext>
            </a:extLst>
          </p:cNvPr>
          <p:cNvCxnSpPr>
            <a:cxnSpLocks/>
            <a:stCxn id="52" idx="3"/>
            <a:endCxn id="140" idx="1"/>
          </p:cNvCxnSpPr>
          <p:nvPr/>
        </p:nvCxnSpPr>
        <p:spPr>
          <a:xfrm>
            <a:off x="6373586" y="3222230"/>
            <a:ext cx="222013" cy="3500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화살표 연결선 96">
            <a:extLst>
              <a:ext uri="{FF2B5EF4-FFF2-40B4-BE49-F238E27FC236}">
                <a16:creationId xmlns:a16="http://schemas.microsoft.com/office/drawing/2014/main" id="{16FB197B-1FD8-E219-9D73-A1E8BC1A0430}"/>
              </a:ext>
            </a:extLst>
          </p:cNvPr>
          <p:cNvCxnSpPr>
            <a:cxnSpLocks/>
            <a:stCxn id="52" idx="3"/>
            <a:endCxn id="139" idx="1"/>
          </p:cNvCxnSpPr>
          <p:nvPr/>
        </p:nvCxnSpPr>
        <p:spPr>
          <a:xfrm flipV="1">
            <a:off x="6373586" y="2682582"/>
            <a:ext cx="222013" cy="53964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96">
            <a:extLst>
              <a:ext uri="{FF2B5EF4-FFF2-40B4-BE49-F238E27FC236}">
                <a16:creationId xmlns:a16="http://schemas.microsoft.com/office/drawing/2014/main" id="{7A123F10-6F91-73E7-C32B-D9A547C22381}"/>
              </a:ext>
            </a:extLst>
          </p:cNvPr>
          <p:cNvCxnSpPr>
            <a:cxnSpLocks/>
          </p:cNvCxnSpPr>
          <p:nvPr/>
        </p:nvCxnSpPr>
        <p:spPr>
          <a:xfrm>
            <a:off x="7883528" y="1601569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70F4203-8CCA-ACCD-08EA-062BCB887135}"/>
              </a:ext>
            </a:extLst>
          </p:cNvPr>
          <p:cNvSpPr txBox="1"/>
          <p:nvPr/>
        </p:nvSpPr>
        <p:spPr>
          <a:xfrm>
            <a:off x="8179271" y="1491799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Configs</a:t>
            </a:r>
            <a:endParaRPr lang="en-KR" sz="900"/>
          </a:p>
        </p:txBody>
      </p:sp>
      <p:cxnSp>
        <p:nvCxnSpPr>
          <p:cNvPr id="6" name="직선 화살표 연결선 96">
            <a:extLst>
              <a:ext uri="{FF2B5EF4-FFF2-40B4-BE49-F238E27FC236}">
                <a16:creationId xmlns:a16="http://schemas.microsoft.com/office/drawing/2014/main" id="{972D9E63-6FAD-2080-0955-5BAAE310E56C}"/>
              </a:ext>
            </a:extLst>
          </p:cNvPr>
          <p:cNvCxnSpPr>
            <a:cxnSpLocks/>
          </p:cNvCxnSpPr>
          <p:nvPr/>
        </p:nvCxnSpPr>
        <p:spPr>
          <a:xfrm>
            <a:off x="7883528" y="1851928"/>
            <a:ext cx="323569" cy="0"/>
          </a:xfrm>
          <a:prstGeom prst="straightConnector1">
            <a:avLst/>
          </a:prstGeom>
          <a:ln w="12700">
            <a:solidFill>
              <a:schemeClr val="accent5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83BE0C3-EAA0-8542-3894-6BF84209E6BA}"/>
              </a:ext>
            </a:extLst>
          </p:cNvPr>
          <p:cNvSpPr txBox="1"/>
          <p:nvPr/>
        </p:nvSpPr>
        <p:spPr>
          <a:xfrm>
            <a:off x="8179271" y="1742158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Watch</a:t>
            </a:r>
            <a:endParaRPr lang="en-KR" sz="900"/>
          </a:p>
        </p:txBody>
      </p:sp>
      <p:sp>
        <p:nvSpPr>
          <p:cNvPr id="45" name="사각형: 둥근 모서리 12">
            <a:extLst>
              <a:ext uri="{FF2B5EF4-FFF2-40B4-BE49-F238E27FC236}">
                <a16:creationId xmlns:a16="http://schemas.microsoft.com/office/drawing/2014/main" id="{817CF80D-B93E-96F0-C8DF-65023A2C3F74}"/>
              </a:ext>
            </a:extLst>
          </p:cNvPr>
          <p:cNvSpPr/>
          <p:nvPr/>
        </p:nvSpPr>
        <p:spPr>
          <a:xfrm>
            <a:off x="6212616" y="3788289"/>
            <a:ext cx="1139438" cy="36135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app-a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/>
          </a:p>
        </p:txBody>
      </p:sp>
      <p:sp>
        <p:nvSpPr>
          <p:cNvPr id="46" name="사각형: 둥근 모서리 12">
            <a:extLst>
              <a:ext uri="{FF2B5EF4-FFF2-40B4-BE49-F238E27FC236}">
                <a16:creationId xmlns:a16="http://schemas.microsoft.com/office/drawing/2014/main" id="{0D3A0151-D6ED-D7F6-8422-C9A46E5AD620}"/>
              </a:ext>
            </a:extLst>
          </p:cNvPr>
          <p:cNvSpPr/>
          <p:nvPr/>
        </p:nvSpPr>
        <p:spPr>
          <a:xfrm>
            <a:off x="7477981" y="3788289"/>
            <a:ext cx="1139438" cy="36135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app-b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/>
          </a:p>
        </p:txBody>
      </p:sp>
      <p:cxnSp>
        <p:nvCxnSpPr>
          <p:cNvPr id="47" name="직선 화살표 연결선 96">
            <a:extLst>
              <a:ext uri="{FF2B5EF4-FFF2-40B4-BE49-F238E27FC236}">
                <a16:creationId xmlns:a16="http://schemas.microsoft.com/office/drawing/2014/main" id="{17FF9D7C-3765-B03E-88FB-BA907BD5EEE1}"/>
              </a:ext>
            </a:extLst>
          </p:cNvPr>
          <p:cNvCxnSpPr>
            <a:cxnSpLocks/>
            <a:stCxn id="52" idx="2"/>
            <a:endCxn id="127" idx="0"/>
          </p:cNvCxnSpPr>
          <p:nvPr/>
        </p:nvCxnSpPr>
        <p:spPr>
          <a:xfrm>
            <a:off x="4563071" y="3408617"/>
            <a:ext cx="2219264" cy="87178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96">
            <a:extLst>
              <a:ext uri="{FF2B5EF4-FFF2-40B4-BE49-F238E27FC236}">
                <a16:creationId xmlns:a16="http://schemas.microsoft.com/office/drawing/2014/main" id="{1EA1574C-161D-D8B3-430E-0BB4D8A7878C}"/>
              </a:ext>
            </a:extLst>
          </p:cNvPr>
          <p:cNvCxnSpPr>
            <a:cxnSpLocks/>
            <a:stCxn id="52" idx="2"/>
            <a:endCxn id="129" idx="0"/>
          </p:cNvCxnSpPr>
          <p:nvPr/>
        </p:nvCxnSpPr>
        <p:spPr>
          <a:xfrm>
            <a:off x="4563071" y="3408617"/>
            <a:ext cx="3484629" cy="87178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96">
            <a:extLst>
              <a:ext uri="{FF2B5EF4-FFF2-40B4-BE49-F238E27FC236}">
                <a16:creationId xmlns:a16="http://schemas.microsoft.com/office/drawing/2014/main" id="{2C1F7336-7E8B-9597-E395-C9012B0E0FF7}"/>
              </a:ext>
            </a:extLst>
          </p:cNvPr>
          <p:cNvCxnSpPr>
            <a:cxnSpLocks/>
            <a:stCxn id="45" idx="0"/>
            <a:endCxn id="29" idx="2"/>
          </p:cNvCxnSpPr>
          <p:nvPr/>
        </p:nvCxnSpPr>
        <p:spPr>
          <a:xfrm flipH="1" flipV="1">
            <a:off x="3325597" y="1888477"/>
            <a:ext cx="3456738" cy="189981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96">
            <a:extLst>
              <a:ext uri="{FF2B5EF4-FFF2-40B4-BE49-F238E27FC236}">
                <a16:creationId xmlns:a16="http://schemas.microsoft.com/office/drawing/2014/main" id="{F8939798-C336-ED6D-2A6A-74D602F06A92}"/>
              </a:ext>
            </a:extLst>
          </p:cNvPr>
          <p:cNvCxnSpPr>
            <a:cxnSpLocks/>
            <a:stCxn id="46" idx="0"/>
            <a:endCxn id="29" idx="2"/>
          </p:cNvCxnSpPr>
          <p:nvPr/>
        </p:nvCxnSpPr>
        <p:spPr>
          <a:xfrm flipH="1" flipV="1">
            <a:off x="3325597" y="1888477"/>
            <a:ext cx="4722103" cy="189981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사각형: 둥근 모서리 12">
            <a:extLst>
              <a:ext uri="{FF2B5EF4-FFF2-40B4-BE49-F238E27FC236}">
                <a16:creationId xmlns:a16="http://schemas.microsoft.com/office/drawing/2014/main" id="{1E4ADD56-61F6-B8C0-F584-3B16CE627D3E}"/>
              </a:ext>
            </a:extLst>
          </p:cNvPr>
          <p:cNvSpPr/>
          <p:nvPr/>
        </p:nvSpPr>
        <p:spPr>
          <a:xfrm>
            <a:off x="6595599" y="1972990"/>
            <a:ext cx="1139438" cy="36135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gateway-ingress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cxnSp>
        <p:nvCxnSpPr>
          <p:cNvPr id="64" name="직선 화살표 연결선 96">
            <a:extLst>
              <a:ext uri="{FF2B5EF4-FFF2-40B4-BE49-F238E27FC236}">
                <a16:creationId xmlns:a16="http://schemas.microsoft.com/office/drawing/2014/main" id="{9197150E-5B70-79DC-CE6F-F8E7191B59E1}"/>
              </a:ext>
            </a:extLst>
          </p:cNvPr>
          <p:cNvCxnSpPr>
            <a:cxnSpLocks/>
            <a:stCxn id="62" idx="1"/>
            <a:endCxn id="29" idx="3"/>
          </p:cNvCxnSpPr>
          <p:nvPr/>
        </p:nvCxnSpPr>
        <p:spPr>
          <a:xfrm flipH="1" flipV="1">
            <a:off x="3895316" y="1707800"/>
            <a:ext cx="2700283" cy="44586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사각형: 둥근 모서리 12">
            <a:extLst>
              <a:ext uri="{FF2B5EF4-FFF2-40B4-BE49-F238E27FC236}">
                <a16:creationId xmlns:a16="http://schemas.microsoft.com/office/drawing/2014/main" id="{495C49C6-804F-19BA-5212-57D247D43537}"/>
              </a:ext>
            </a:extLst>
          </p:cNvPr>
          <p:cNvSpPr/>
          <p:nvPr/>
        </p:nvSpPr>
        <p:spPr>
          <a:xfrm>
            <a:off x="1347375" y="3788289"/>
            <a:ext cx="1139438" cy="36135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gateway-external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sp>
        <p:nvSpPr>
          <p:cNvPr id="80" name="사각형: 둥근 모서리 12">
            <a:extLst>
              <a:ext uri="{FF2B5EF4-FFF2-40B4-BE49-F238E27FC236}">
                <a16:creationId xmlns:a16="http://schemas.microsoft.com/office/drawing/2014/main" id="{88D8EAF9-B585-94E9-6B24-DEDC25B14246}"/>
              </a:ext>
            </a:extLst>
          </p:cNvPr>
          <p:cNvSpPr/>
          <p:nvPr/>
        </p:nvSpPr>
        <p:spPr>
          <a:xfrm>
            <a:off x="1356398" y="4274087"/>
            <a:ext cx="1139438" cy="36135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gateway-internal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cxnSp>
        <p:nvCxnSpPr>
          <p:cNvPr id="89" name="직선 화살표 연결선 96">
            <a:extLst>
              <a:ext uri="{FF2B5EF4-FFF2-40B4-BE49-F238E27FC236}">
                <a16:creationId xmlns:a16="http://schemas.microsoft.com/office/drawing/2014/main" id="{D101DC8F-286F-D64F-C9B0-BEEFC764D799}"/>
              </a:ext>
            </a:extLst>
          </p:cNvPr>
          <p:cNvCxnSpPr>
            <a:cxnSpLocks/>
            <a:stCxn id="70" idx="0"/>
            <a:endCxn id="33" idx="2"/>
          </p:cNvCxnSpPr>
          <p:nvPr/>
        </p:nvCxnSpPr>
        <p:spPr>
          <a:xfrm flipV="1">
            <a:off x="1917094" y="1888477"/>
            <a:ext cx="169368" cy="189981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6">
            <a:extLst>
              <a:ext uri="{FF2B5EF4-FFF2-40B4-BE49-F238E27FC236}">
                <a16:creationId xmlns:a16="http://schemas.microsoft.com/office/drawing/2014/main" id="{C6A0FDA9-8D51-71C1-4F93-D4C30ABD1AEE}"/>
              </a:ext>
            </a:extLst>
          </p:cNvPr>
          <p:cNvCxnSpPr>
            <a:cxnSpLocks/>
            <a:stCxn id="70" idx="0"/>
            <a:endCxn id="29" idx="2"/>
          </p:cNvCxnSpPr>
          <p:nvPr/>
        </p:nvCxnSpPr>
        <p:spPr>
          <a:xfrm flipV="1">
            <a:off x="1917094" y="1888477"/>
            <a:ext cx="1408503" cy="189981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6">
            <a:extLst>
              <a:ext uri="{FF2B5EF4-FFF2-40B4-BE49-F238E27FC236}">
                <a16:creationId xmlns:a16="http://schemas.microsoft.com/office/drawing/2014/main" id="{39B622B1-4D37-C1EC-E302-B8EE32A3D4A4}"/>
              </a:ext>
            </a:extLst>
          </p:cNvPr>
          <p:cNvCxnSpPr>
            <a:cxnSpLocks/>
            <a:stCxn id="80" idx="0"/>
            <a:endCxn id="33" idx="2"/>
          </p:cNvCxnSpPr>
          <p:nvPr/>
        </p:nvCxnSpPr>
        <p:spPr>
          <a:xfrm flipV="1">
            <a:off x="1926117" y="1888477"/>
            <a:ext cx="160345" cy="238561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96">
            <a:extLst>
              <a:ext uri="{FF2B5EF4-FFF2-40B4-BE49-F238E27FC236}">
                <a16:creationId xmlns:a16="http://schemas.microsoft.com/office/drawing/2014/main" id="{152FD7B4-0C86-F2A8-E17C-36B7AEF932D1}"/>
              </a:ext>
            </a:extLst>
          </p:cNvPr>
          <p:cNvCxnSpPr>
            <a:cxnSpLocks/>
            <a:stCxn id="80" idx="0"/>
            <a:endCxn id="29" idx="2"/>
          </p:cNvCxnSpPr>
          <p:nvPr/>
        </p:nvCxnSpPr>
        <p:spPr>
          <a:xfrm flipV="1">
            <a:off x="1926117" y="1888477"/>
            <a:ext cx="1399480" cy="238561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96">
            <a:extLst>
              <a:ext uri="{FF2B5EF4-FFF2-40B4-BE49-F238E27FC236}">
                <a16:creationId xmlns:a16="http://schemas.microsoft.com/office/drawing/2014/main" id="{90509003-178B-7E50-D596-CDE552220582}"/>
              </a:ext>
            </a:extLst>
          </p:cNvPr>
          <p:cNvCxnSpPr>
            <a:cxnSpLocks/>
          </p:cNvCxnSpPr>
          <p:nvPr/>
        </p:nvCxnSpPr>
        <p:spPr>
          <a:xfrm>
            <a:off x="7883528" y="2096641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752321FA-B42A-70D6-71E9-15F7D1DFA2BC}"/>
              </a:ext>
            </a:extLst>
          </p:cNvPr>
          <p:cNvSpPr txBox="1"/>
          <p:nvPr/>
        </p:nvSpPr>
        <p:spPr>
          <a:xfrm>
            <a:off x="8179271" y="1986871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sp>
        <p:nvSpPr>
          <p:cNvPr id="2" name="사각형: 둥근 모서리 70">
            <a:extLst>
              <a:ext uri="{FF2B5EF4-FFF2-40B4-BE49-F238E27FC236}">
                <a16:creationId xmlns:a16="http://schemas.microsoft.com/office/drawing/2014/main" id="{FCCFDFBE-694A-1DA4-4842-A1F16EDA5941}"/>
              </a:ext>
            </a:extLst>
          </p:cNvPr>
          <p:cNvSpPr/>
          <p:nvPr/>
        </p:nvSpPr>
        <p:spPr>
          <a:xfrm>
            <a:off x="6156176" y="3749333"/>
            <a:ext cx="1243318" cy="1021676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1000"/>
          </a:p>
        </p:txBody>
      </p:sp>
      <p:sp>
        <p:nvSpPr>
          <p:cNvPr id="5" name="사각형: 둥근 모서리 70">
            <a:extLst>
              <a:ext uri="{FF2B5EF4-FFF2-40B4-BE49-F238E27FC236}">
                <a16:creationId xmlns:a16="http://schemas.microsoft.com/office/drawing/2014/main" id="{D2759954-7E4C-7606-2F5E-9D5B77484944}"/>
              </a:ext>
            </a:extLst>
          </p:cNvPr>
          <p:cNvSpPr/>
          <p:nvPr/>
        </p:nvSpPr>
        <p:spPr>
          <a:xfrm>
            <a:off x="7429065" y="3742055"/>
            <a:ext cx="1243318" cy="1021676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2350692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C3238-586F-D05B-B673-37D0C426A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70">
            <a:extLst>
              <a:ext uri="{FF2B5EF4-FFF2-40B4-BE49-F238E27FC236}">
                <a16:creationId xmlns:a16="http://schemas.microsoft.com/office/drawing/2014/main" id="{B0E4A09F-B495-67A7-1606-19B78BCDBC17}"/>
              </a:ext>
            </a:extLst>
          </p:cNvPr>
          <p:cNvSpPr/>
          <p:nvPr/>
        </p:nvSpPr>
        <p:spPr>
          <a:xfrm>
            <a:off x="4646192" y="3680817"/>
            <a:ext cx="3375798" cy="577858"/>
          </a:xfrm>
          <a:prstGeom prst="roundRect">
            <a:avLst>
              <a:gd name="adj" fmla="val 10713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app </a:t>
            </a:r>
          </a:p>
          <a:p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11" name="사각형: 둥근 모서리 70">
            <a:extLst>
              <a:ext uri="{FF2B5EF4-FFF2-40B4-BE49-F238E27FC236}">
                <a16:creationId xmlns:a16="http://schemas.microsoft.com/office/drawing/2014/main" id="{8FC41D38-7998-E23F-8C07-22B6C5294FED}"/>
              </a:ext>
            </a:extLst>
          </p:cNvPr>
          <p:cNvSpPr/>
          <p:nvPr/>
        </p:nvSpPr>
        <p:spPr>
          <a:xfrm>
            <a:off x="832237" y="1406769"/>
            <a:ext cx="7346557" cy="2135732"/>
          </a:xfrm>
          <a:prstGeom prst="roundRect">
            <a:avLst>
              <a:gd name="adj" fmla="val 3231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 err="1"/>
              <a:t>istio</a:t>
            </a:r>
            <a:r>
              <a:rPr lang="en-US" altLang="ko-KR" sz="1000"/>
              <a:t>-system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12" name="사각형: 둥근 모서리 70">
            <a:extLst>
              <a:ext uri="{FF2B5EF4-FFF2-40B4-BE49-F238E27FC236}">
                <a16:creationId xmlns:a16="http://schemas.microsoft.com/office/drawing/2014/main" id="{56628BF4-8A94-ECBF-4644-A0BD8E4DED49}"/>
              </a:ext>
            </a:extLst>
          </p:cNvPr>
          <p:cNvSpPr/>
          <p:nvPr/>
        </p:nvSpPr>
        <p:spPr>
          <a:xfrm>
            <a:off x="595295" y="130383"/>
            <a:ext cx="4984817" cy="1144159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Gateway API Resources</a:t>
            </a:r>
            <a:endParaRPr lang="ko-KR" altLang="en-US" sz="1000"/>
          </a:p>
        </p:txBody>
      </p:sp>
      <p:sp>
        <p:nvSpPr>
          <p:cNvPr id="14" name="사각형: 둥근 모서리 12">
            <a:extLst>
              <a:ext uri="{FF2B5EF4-FFF2-40B4-BE49-F238E27FC236}">
                <a16:creationId xmlns:a16="http://schemas.microsoft.com/office/drawing/2014/main" id="{C4866E56-F6C3-02FB-E0DF-1ADAD491BD1B}"/>
              </a:ext>
            </a:extLst>
          </p:cNvPr>
          <p:cNvSpPr/>
          <p:nvPr/>
        </p:nvSpPr>
        <p:spPr>
          <a:xfrm>
            <a:off x="664302" y="416426"/>
            <a:ext cx="1139438" cy="803143"/>
          </a:xfrm>
          <a:prstGeom prst="roundRect">
            <a:avLst>
              <a:gd name="adj" fmla="val 10920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/>
              <a:t>istio-remote</a:t>
            </a:r>
            <a:br>
              <a:rPr lang="en-US" altLang="ko-KR" sz="900"/>
            </a:br>
            <a:r>
              <a:rPr lang="en-US" altLang="ko-KR" sz="900"/>
              <a:t>istio-waypoint</a:t>
            </a:r>
            <a:br>
              <a:rPr lang="en-US" altLang="ko-KR" sz="900"/>
            </a:br>
            <a:r>
              <a:rPr lang="en-US" altLang="ko-KR" sz="900"/>
              <a:t>istio-east-west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sp>
        <p:nvSpPr>
          <p:cNvPr id="23" name="사각형: 둥근 모서리 12">
            <a:extLst>
              <a:ext uri="{FF2B5EF4-FFF2-40B4-BE49-F238E27FC236}">
                <a16:creationId xmlns:a16="http://schemas.microsoft.com/office/drawing/2014/main" id="{C5564739-182C-CC17-6789-F370C1A3BFFE}"/>
              </a:ext>
            </a:extLst>
          </p:cNvPr>
          <p:cNvSpPr/>
          <p:nvPr/>
        </p:nvSpPr>
        <p:spPr>
          <a:xfrm>
            <a:off x="3135208" y="857084"/>
            <a:ext cx="1139438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TCPRoute</a:t>
            </a:r>
            <a:endParaRPr lang="ko-KR" altLang="en-US" sz="900" b="1"/>
          </a:p>
        </p:txBody>
      </p:sp>
      <p:sp>
        <p:nvSpPr>
          <p:cNvPr id="25" name="사각형: 둥근 모서리 12">
            <a:extLst>
              <a:ext uri="{FF2B5EF4-FFF2-40B4-BE49-F238E27FC236}">
                <a16:creationId xmlns:a16="http://schemas.microsoft.com/office/drawing/2014/main" id="{4A938FD2-DDCD-FD00-1E98-A2CAB11400A7}"/>
              </a:ext>
            </a:extLst>
          </p:cNvPr>
          <p:cNvSpPr/>
          <p:nvPr/>
        </p:nvSpPr>
        <p:spPr>
          <a:xfrm>
            <a:off x="1784606" y="1472178"/>
            <a:ext cx="5051330" cy="2006380"/>
          </a:xfrm>
          <a:prstGeom prst="roundRect">
            <a:avLst>
              <a:gd name="adj" fmla="val 4149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altLang="ko-KR" sz="900"/>
              <a:t>istiod </a:t>
            </a:r>
            <a:r>
              <a:rPr lang="en-US" altLang="ko-KR" sz="900" b="1"/>
              <a:t>Pod</a:t>
            </a:r>
            <a:endParaRPr lang="ko-KR" altLang="en-US" sz="900" b="1"/>
          </a:p>
        </p:txBody>
      </p:sp>
      <p:sp>
        <p:nvSpPr>
          <p:cNvPr id="34" name="사각형: 둥근 모서리 70">
            <a:extLst>
              <a:ext uri="{FF2B5EF4-FFF2-40B4-BE49-F238E27FC236}">
                <a16:creationId xmlns:a16="http://schemas.microsoft.com/office/drawing/2014/main" id="{E5961CC0-ED86-FE65-572E-EE50E7C8C6AB}"/>
              </a:ext>
            </a:extLst>
          </p:cNvPr>
          <p:cNvSpPr/>
          <p:nvPr/>
        </p:nvSpPr>
        <p:spPr>
          <a:xfrm>
            <a:off x="5715632" y="130383"/>
            <a:ext cx="1294925" cy="1144159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Istio CRs</a:t>
            </a:r>
            <a:endParaRPr lang="ko-KR" altLang="en-US" sz="1000"/>
          </a:p>
        </p:txBody>
      </p:sp>
      <p:sp>
        <p:nvSpPr>
          <p:cNvPr id="38" name="사각형: 둥근 모서리 70">
            <a:extLst>
              <a:ext uri="{FF2B5EF4-FFF2-40B4-BE49-F238E27FC236}">
                <a16:creationId xmlns:a16="http://schemas.microsoft.com/office/drawing/2014/main" id="{E4AF7055-4A57-DF6A-C637-67F514A0E7DA}"/>
              </a:ext>
            </a:extLst>
          </p:cNvPr>
          <p:cNvSpPr/>
          <p:nvPr/>
        </p:nvSpPr>
        <p:spPr>
          <a:xfrm>
            <a:off x="7146077" y="130383"/>
            <a:ext cx="1294925" cy="1144159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K8s Resources</a:t>
            </a:r>
            <a:endParaRPr lang="ko-KR" altLang="en-US" sz="1000"/>
          </a:p>
        </p:txBody>
      </p:sp>
      <p:sp>
        <p:nvSpPr>
          <p:cNvPr id="29" name="사각형: 둥근 모서리 12">
            <a:extLst>
              <a:ext uri="{FF2B5EF4-FFF2-40B4-BE49-F238E27FC236}">
                <a16:creationId xmlns:a16="http://schemas.microsoft.com/office/drawing/2014/main" id="{D021F2F9-F8EE-897F-0D19-38E6D572BFA4}"/>
              </a:ext>
            </a:extLst>
          </p:cNvPr>
          <p:cNvSpPr/>
          <p:nvPr/>
        </p:nvSpPr>
        <p:spPr>
          <a:xfrm>
            <a:off x="3119396" y="1527123"/>
            <a:ext cx="1139438" cy="36135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Gateway API</a:t>
            </a:r>
          </a:p>
          <a:p>
            <a:pPr algn="ctr"/>
            <a:r>
              <a:rPr lang="en-US" altLang="ko-KR" sz="900" b="1"/>
              <a:t>Controller</a:t>
            </a:r>
            <a:endParaRPr lang="ko-KR" altLang="en-US" sz="900" b="1"/>
          </a:p>
        </p:txBody>
      </p:sp>
      <p:sp>
        <p:nvSpPr>
          <p:cNvPr id="30" name="사각형: 둥근 모서리 12">
            <a:extLst>
              <a:ext uri="{FF2B5EF4-FFF2-40B4-BE49-F238E27FC236}">
                <a16:creationId xmlns:a16="http://schemas.microsoft.com/office/drawing/2014/main" id="{094BF42F-0480-B293-7096-B722B2A140DD}"/>
              </a:ext>
            </a:extLst>
          </p:cNvPr>
          <p:cNvSpPr/>
          <p:nvPr/>
        </p:nvSpPr>
        <p:spPr>
          <a:xfrm>
            <a:off x="4358531" y="1527122"/>
            <a:ext cx="1139438" cy="36135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crdclient</a:t>
            </a:r>
            <a:endParaRPr lang="ko-KR" altLang="en-US" sz="900" b="1"/>
          </a:p>
        </p:txBody>
      </p:sp>
      <p:sp>
        <p:nvSpPr>
          <p:cNvPr id="32" name="사각형: 둥근 모서리 12">
            <a:extLst>
              <a:ext uri="{FF2B5EF4-FFF2-40B4-BE49-F238E27FC236}">
                <a16:creationId xmlns:a16="http://schemas.microsoft.com/office/drawing/2014/main" id="{9C5963A4-822C-D8F1-E185-F210765640C3}"/>
              </a:ext>
            </a:extLst>
          </p:cNvPr>
          <p:cNvSpPr/>
          <p:nvPr/>
        </p:nvSpPr>
        <p:spPr>
          <a:xfrm>
            <a:off x="5597666" y="1527121"/>
            <a:ext cx="1139438" cy="36135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 Registry</a:t>
            </a:r>
            <a:endParaRPr lang="ko-KR" altLang="en-US" sz="900" b="1"/>
          </a:p>
        </p:txBody>
      </p:sp>
      <p:sp>
        <p:nvSpPr>
          <p:cNvPr id="33" name="사각형: 둥근 모서리 12">
            <a:extLst>
              <a:ext uri="{FF2B5EF4-FFF2-40B4-BE49-F238E27FC236}">
                <a16:creationId xmlns:a16="http://schemas.microsoft.com/office/drawing/2014/main" id="{D27A6E0C-0476-1160-8729-56195B0CB4C1}"/>
              </a:ext>
            </a:extLst>
          </p:cNvPr>
          <p:cNvSpPr/>
          <p:nvPr/>
        </p:nvSpPr>
        <p:spPr>
          <a:xfrm>
            <a:off x="1880261" y="1527121"/>
            <a:ext cx="1139438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Gateway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5" name="사각형: 둥근 모서리 12">
            <a:extLst>
              <a:ext uri="{FF2B5EF4-FFF2-40B4-BE49-F238E27FC236}">
                <a16:creationId xmlns:a16="http://schemas.microsoft.com/office/drawing/2014/main" id="{41D9C35E-25D7-2DB7-3FD1-3AAD42D15A19}"/>
              </a:ext>
            </a:extLst>
          </p:cNvPr>
          <p:cNvSpPr/>
          <p:nvPr/>
        </p:nvSpPr>
        <p:spPr>
          <a:xfrm>
            <a:off x="1899755" y="416428"/>
            <a:ext cx="1139438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sp>
        <p:nvSpPr>
          <p:cNvPr id="20" name="사각형: 둥근 모서리 12">
            <a:extLst>
              <a:ext uri="{FF2B5EF4-FFF2-40B4-BE49-F238E27FC236}">
                <a16:creationId xmlns:a16="http://schemas.microsoft.com/office/drawing/2014/main" id="{2DC6BCAF-76D6-9306-CF14-17D85CEF1298}"/>
              </a:ext>
            </a:extLst>
          </p:cNvPr>
          <p:cNvSpPr/>
          <p:nvPr/>
        </p:nvSpPr>
        <p:spPr>
          <a:xfrm>
            <a:off x="1899755" y="859216"/>
            <a:ext cx="1139438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HTTPRoute</a:t>
            </a:r>
            <a:endParaRPr lang="ko-KR" altLang="en-US" sz="900" b="1"/>
          </a:p>
        </p:txBody>
      </p:sp>
      <p:sp>
        <p:nvSpPr>
          <p:cNvPr id="21" name="사각형: 둥근 모서리 12">
            <a:extLst>
              <a:ext uri="{FF2B5EF4-FFF2-40B4-BE49-F238E27FC236}">
                <a16:creationId xmlns:a16="http://schemas.microsoft.com/office/drawing/2014/main" id="{B4D1B5C6-05C5-DD1C-8B4C-50CFB0EDBA65}"/>
              </a:ext>
            </a:extLst>
          </p:cNvPr>
          <p:cNvSpPr/>
          <p:nvPr/>
        </p:nvSpPr>
        <p:spPr>
          <a:xfrm>
            <a:off x="3135208" y="416427"/>
            <a:ext cx="1139438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GRPCRoute</a:t>
            </a:r>
            <a:endParaRPr lang="ko-KR" altLang="en-US" sz="900" b="1"/>
          </a:p>
        </p:txBody>
      </p:sp>
      <p:sp>
        <p:nvSpPr>
          <p:cNvPr id="22" name="사각형: 둥근 모서리 12">
            <a:extLst>
              <a:ext uri="{FF2B5EF4-FFF2-40B4-BE49-F238E27FC236}">
                <a16:creationId xmlns:a16="http://schemas.microsoft.com/office/drawing/2014/main" id="{FD1CE189-FCA8-AF69-5B50-D779CAC99587}"/>
              </a:ext>
            </a:extLst>
          </p:cNvPr>
          <p:cNvSpPr/>
          <p:nvPr/>
        </p:nvSpPr>
        <p:spPr>
          <a:xfrm>
            <a:off x="4370661" y="857084"/>
            <a:ext cx="1139438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TLSRoute</a:t>
            </a:r>
            <a:endParaRPr lang="ko-KR" altLang="en-US" sz="900" b="1"/>
          </a:p>
        </p:txBody>
      </p:sp>
      <p:sp>
        <p:nvSpPr>
          <p:cNvPr id="24" name="사각형: 둥근 모서리 12">
            <a:extLst>
              <a:ext uri="{FF2B5EF4-FFF2-40B4-BE49-F238E27FC236}">
                <a16:creationId xmlns:a16="http://schemas.microsoft.com/office/drawing/2014/main" id="{D4AD43E0-EDEF-ACC1-2AEF-4781C8A64868}"/>
              </a:ext>
            </a:extLst>
          </p:cNvPr>
          <p:cNvSpPr/>
          <p:nvPr/>
        </p:nvSpPr>
        <p:spPr>
          <a:xfrm>
            <a:off x="4366602" y="416426"/>
            <a:ext cx="1143497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ReferenceGrant</a:t>
            </a:r>
            <a:endParaRPr lang="ko-KR" altLang="en-US" sz="900" b="1"/>
          </a:p>
        </p:txBody>
      </p:sp>
      <p:sp>
        <p:nvSpPr>
          <p:cNvPr id="36" name="사각형: 둥근 모서리 12">
            <a:extLst>
              <a:ext uri="{FF2B5EF4-FFF2-40B4-BE49-F238E27FC236}">
                <a16:creationId xmlns:a16="http://schemas.microsoft.com/office/drawing/2014/main" id="{CECA7F73-2353-07DD-FA7A-CC5F1DBBA867}"/>
              </a:ext>
            </a:extLst>
          </p:cNvPr>
          <p:cNvSpPr/>
          <p:nvPr/>
        </p:nvSpPr>
        <p:spPr>
          <a:xfrm>
            <a:off x="5789728" y="419148"/>
            <a:ext cx="1139438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sp>
        <p:nvSpPr>
          <p:cNvPr id="37" name="사각형: 둥근 모서리 12">
            <a:extLst>
              <a:ext uri="{FF2B5EF4-FFF2-40B4-BE49-F238E27FC236}">
                <a16:creationId xmlns:a16="http://schemas.microsoft.com/office/drawing/2014/main" id="{03F5D08D-DFB0-E0E3-5E52-A97106BAB381}"/>
              </a:ext>
            </a:extLst>
          </p:cNvPr>
          <p:cNvSpPr/>
          <p:nvPr/>
        </p:nvSpPr>
        <p:spPr>
          <a:xfrm>
            <a:off x="5789728" y="857084"/>
            <a:ext cx="1139438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VirtualService</a:t>
            </a:r>
            <a:endParaRPr lang="ko-KR" altLang="en-US" sz="900" b="1"/>
          </a:p>
        </p:txBody>
      </p:sp>
      <p:sp>
        <p:nvSpPr>
          <p:cNvPr id="39" name="사각형: 둥근 모서리 12">
            <a:extLst>
              <a:ext uri="{FF2B5EF4-FFF2-40B4-BE49-F238E27FC236}">
                <a16:creationId xmlns:a16="http://schemas.microsoft.com/office/drawing/2014/main" id="{5AC20B64-A985-3B15-86D6-EFFF3254C3F9}"/>
              </a:ext>
            </a:extLst>
          </p:cNvPr>
          <p:cNvSpPr/>
          <p:nvPr/>
        </p:nvSpPr>
        <p:spPr>
          <a:xfrm>
            <a:off x="7221041" y="420308"/>
            <a:ext cx="1139438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  <a:endParaRPr lang="ko-KR" altLang="en-US" sz="900" b="1"/>
          </a:p>
        </p:txBody>
      </p:sp>
      <p:sp>
        <p:nvSpPr>
          <p:cNvPr id="40" name="사각형: 둥근 모서리 12">
            <a:extLst>
              <a:ext uri="{FF2B5EF4-FFF2-40B4-BE49-F238E27FC236}">
                <a16:creationId xmlns:a16="http://schemas.microsoft.com/office/drawing/2014/main" id="{0FFB9E96-19AA-E4FC-E35C-E6B5AACDEA25}"/>
              </a:ext>
            </a:extLst>
          </p:cNvPr>
          <p:cNvSpPr/>
          <p:nvPr/>
        </p:nvSpPr>
        <p:spPr>
          <a:xfrm>
            <a:off x="7221041" y="858244"/>
            <a:ext cx="1139438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Endpoints</a:t>
            </a:r>
            <a:endParaRPr lang="ko-KR" altLang="en-US" sz="900" b="1"/>
          </a:p>
        </p:txBody>
      </p:sp>
      <p:sp>
        <p:nvSpPr>
          <p:cNvPr id="43" name="사각형: 둥근 모서리 12">
            <a:extLst>
              <a:ext uri="{FF2B5EF4-FFF2-40B4-BE49-F238E27FC236}">
                <a16:creationId xmlns:a16="http://schemas.microsoft.com/office/drawing/2014/main" id="{A6F5E368-11BF-94DD-408A-BCEAA1A3F144}"/>
              </a:ext>
            </a:extLst>
          </p:cNvPr>
          <p:cNvSpPr/>
          <p:nvPr/>
        </p:nvSpPr>
        <p:spPr>
          <a:xfrm>
            <a:off x="3116074" y="2026399"/>
            <a:ext cx="3621030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PushContext</a:t>
            </a:r>
            <a:endParaRPr lang="ko-KR" altLang="en-US" sz="900" b="1"/>
          </a:p>
        </p:txBody>
      </p:sp>
      <p:sp>
        <p:nvSpPr>
          <p:cNvPr id="44" name="사각형: 둥근 모서리 12">
            <a:extLst>
              <a:ext uri="{FF2B5EF4-FFF2-40B4-BE49-F238E27FC236}">
                <a16:creationId xmlns:a16="http://schemas.microsoft.com/office/drawing/2014/main" id="{60CF2175-CF49-1D51-2462-0C7D0503B00B}"/>
              </a:ext>
            </a:extLst>
          </p:cNvPr>
          <p:cNvSpPr/>
          <p:nvPr/>
        </p:nvSpPr>
        <p:spPr>
          <a:xfrm>
            <a:off x="3116074" y="2525412"/>
            <a:ext cx="3621030" cy="37277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ConfigGenerator</a:t>
            </a:r>
            <a:br>
              <a:rPr lang="en-US" altLang="ko-KR" sz="900" b="1"/>
            </a:br>
            <a:r>
              <a:rPr lang="en-US" altLang="ko-KR" sz="900"/>
              <a:t>(Gateway to Listener, Virtual Service to Route)</a:t>
            </a:r>
            <a:endParaRPr lang="ko-KR" altLang="en-US" sz="900"/>
          </a:p>
        </p:txBody>
      </p:sp>
      <p:sp>
        <p:nvSpPr>
          <p:cNvPr id="52" name="사각형: 둥근 모서리 12">
            <a:extLst>
              <a:ext uri="{FF2B5EF4-FFF2-40B4-BE49-F238E27FC236}">
                <a16:creationId xmlns:a16="http://schemas.microsoft.com/office/drawing/2014/main" id="{24B3B729-E97C-37D4-53A2-102700F240AB}"/>
              </a:ext>
            </a:extLst>
          </p:cNvPr>
          <p:cNvSpPr/>
          <p:nvPr/>
        </p:nvSpPr>
        <p:spPr>
          <a:xfrm>
            <a:off x="3116074" y="3035843"/>
            <a:ext cx="3621030" cy="37277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DiscoveryServer </a:t>
            </a:r>
            <a:r>
              <a:rPr lang="en-US" altLang="ko-KR" sz="900"/>
              <a:t>(xDS Push)</a:t>
            </a:r>
            <a:endParaRPr lang="ko-KR" altLang="en-US" sz="900"/>
          </a:p>
        </p:txBody>
      </p:sp>
      <p:cxnSp>
        <p:nvCxnSpPr>
          <p:cNvPr id="53" name="직선 화살표 연결선 96">
            <a:extLst>
              <a:ext uri="{FF2B5EF4-FFF2-40B4-BE49-F238E27FC236}">
                <a16:creationId xmlns:a16="http://schemas.microsoft.com/office/drawing/2014/main" id="{D899285A-08E3-BD52-A577-5DBAA377E16D}"/>
              </a:ext>
            </a:extLst>
          </p:cNvPr>
          <p:cNvCxnSpPr>
            <a:cxnSpLocks/>
            <a:stCxn id="12" idx="2"/>
            <a:endCxn id="29" idx="0"/>
          </p:cNvCxnSpPr>
          <p:nvPr/>
        </p:nvCxnSpPr>
        <p:spPr>
          <a:xfrm>
            <a:off x="3087704" y="1274542"/>
            <a:ext cx="601411" cy="25258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96">
            <a:extLst>
              <a:ext uri="{FF2B5EF4-FFF2-40B4-BE49-F238E27FC236}">
                <a16:creationId xmlns:a16="http://schemas.microsoft.com/office/drawing/2014/main" id="{36A28D46-BA36-68D8-C61E-1D779E5C6ADC}"/>
              </a:ext>
            </a:extLst>
          </p:cNvPr>
          <p:cNvCxnSpPr>
            <a:cxnSpLocks/>
            <a:stCxn id="12" idx="2"/>
            <a:endCxn id="33" idx="0"/>
          </p:cNvCxnSpPr>
          <p:nvPr/>
        </p:nvCxnSpPr>
        <p:spPr>
          <a:xfrm flipH="1">
            <a:off x="2449980" y="1274542"/>
            <a:ext cx="637724" cy="25257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96">
            <a:extLst>
              <a:ext uri="{FF2B5EF4-FFF2-40B4-BE49-F238E27FC236}">
                <a16:creationId xmlns:a16="http://schemas.microsoft.com/office/drawing/2014/main" id="{32A473D6-7108-64BB-ED83-8CD78951FB3E}"/>
              </a:ext>
            </a:extLst>
          </p:cNvPr>
          <p:cNvCxnSpPr>
            <a:cxnSpLocks/>
            <a:stCxn id="34" idx="2"/>
            <a:endCxn id="30" idx="0"/>
          </p:cNvCxnSpPr>
          <p:nvPr/>
        </p:nvCxnSpPr>
        <p:spPr>
          <a:xfrm flipH="1">
            <a:off x="4928250" y="1274542"/>
            <a:ext cx="1434845" cy="25258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96">
            <a:extLst>
              <a:ext uri="{FF2B5EF4-FFF2-40B4-BE49-F238E27FC236}">
                <a16:creationId xmlns:a16="http://schemas.microsoft.com/office/drawing/2014/main" id="{35D8071B-E4FB-D55C-2979-56AAE64927EF}"/>
              </a:ext>
            </a:extLst>
          </p:cNvPr>
          <p:cNvCxnSpPr>
            <a:cxnSpLocks/>
            <a:stCxn id="38" idx="2"/>
            <a:endCxn id="32" idx="0"/>
          </p:cNvCxnSpPr>
          <p:nvPr/>
        </p:nvCxnSpPr>
        <p:spPr>
          <a:xfrm flipH="1">
            <a:off x="6167385" y="1274542"/>
            <a:ext cx="1626155" cy="25257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96">
            <a:extLst>
              <a:ext uri="{FF2B5EF4-FFF2-40B4-BE49-F238E27FC236}">
                <a16:creationId xmlns:a16="http://schemas.microsoft.com/office/drawing/2014/main" id="{CBE3839A-EA64-B498-0C05-919B4510B124}"/>
              </a:ext>
            </a:extLst>
          </p:cNvPr>
          <p:cNvCxnSpPr>
            <a:cxnSpLocks/>
            <a:stCxn id="32" idx="2"/>
            <a:endCxn id="43" idx="0"/>
          </p:cNvCxnSpPr>
          <p:nvPr/>
        </p:nvCxnSpPr>
        <p:spPr>
          <a:xfrm flipH="1">
            <a:off x="4926589" y="1888475"/>
            <a:ext cx="1240796" cy="13792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96">
            <a:extLst>
              <a:ext uri="{FF2B5EF4-FFF2-40B4-BE49-F238E27FC236}">
                <a16:creationId xmlns:a16="http://schemas.microsoft.com/office/drawing/2014/main" id="{EEF610B2-E9D4-7BE0-3F9F-DF7FE5BC8D35}"/>
              </a:ext>
            </a:extLst>
          </p:cNvPr>
          <p:cNvCxnSpPr>
            <a:cxnSpLocks/>
            <a:stCxn id="30" idx="2"/>
            <a:endCxn id="43" idx="0"/>
          </p:cNvCxnSpPr>
          <p:nvPr/>
        </p:nvCxnSpPr>
        <p:spPr>
          <a:xfrm flipH="1">
            <a:off x="4926589" y="1888476"/>
            <a:ext cx="1661" cy="13792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96">
            <a:extLst>
              <a:ext uri="{FF2B5EF4-FFF2-40B4-BE49-F238E27FC236}">
                <a16:creationId xmlns:a16="http://schemas.microsoft.com/office/drawing/2014/main" id="{829B03F7-EFBF-1B35-7F5F-99FF83D480BB}"/>
              </a:ext>
            </a:extLst>
          </p:cNvPr>
          <p:cNvCxnSpPr>
            <a:cxnSpLocks/>
            <a:stCxn id="29" idx="2"/>
            <a:endCxn id="43" idx="0"/>
          </p:cNvCxnSpPr>
          <p:nvPr/>
        </p:nvCxnSpPr>
        <p:spPr>
          <a:xfrm>
            <a:off x="3689115" y="1888477"/>
            <a:ext cx="1237474" cy="13792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96">
            <a:extLst>
              <a:ext uri="{FF2B5EF4-FFF2-40B4-BE49-F238E27FC236}">
                <a16:creationId xmlns:a16="http://schemas.microsoft.com/office/drawing/2014/main" id="{2585F489-4052-C63F-5624-1B374ABB89E5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4926589" y="2387755"/>
            <a:ext cx="0" cy="13765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96">
            <a:extLst>
              <a:ext uri="{FF2B5EF4-FFF2-40B4-BE49-F238E27FC236}">
                <a16:creationId xmlns:a16="http://schemas.microsoft.com/office/drawing/2014/main" id="{5690E44D-371C-3487-9E6A-4E14054A7F68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4926589" y="2898186"/>
            <a:ext cx="0" cy="13765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사각형: 둥근 모서리 70">
            <a:extLst>
              <a:ext uri="{FF2B5EF4-FFF2-40B4-BE49-F238E27FC236}">
                <a16:creationId xmlns:a16="http://schemas.microsoft.com/office/drawing/2014/main" id="{34A6C8C7-DB58-65BC-504B-F6BCFA7A9414}"/>
              </a:ext>
            </a:extLst>
          </p:cNvPr>
          <p:cNvSpPr/>
          <p:nvPr/>
        </p:nvSpPr>
        <p:spPr>
          <a:xfrm>
            <a:off x="1035475" y="3680815"/>
            <a:ext cx="3501563" cy="1144158"/>
          </a:xfrm>
          <a:prstGeom prst="roundRect">
            <a:avLst>
              <a:gd name="adj" fmla="val 7360"/>
            </a:avLst>
          </a:prstGeom>
          <a:solidFill>
            <a:schemeClr val="bg1">
              <a:lumMod val="95000"/>
            </a:schemeClr>
          </a:solidFill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gateway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82" name="사각형: 둥근 모서리 12">
            <a:extLst>
              <a:ext uri="{FF2B5EF4-FFF2-40B4-BE49-F238E27FC236}">
                <a16:creationId xmlns:a16="http://schemas.microsoft.com/office/drawing/2014/main" id="{C456EA38-870D-46B9-1742-1ADB0484D631}"/>
              </a:ext>
            </a:extLst>
          </p:cNvPr>
          <p:cNvSpPr/>
          <p:nvPr/>
        </p:nvSpPr>
        <p:spPr>
          <a:xfrm>
            <a:off x="1986504" y="3788289"/>
            <a:ext cx="1139438" cy="36135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external-gateway</a:t>
            </a:r>
          </a:p>
          <a:p>
            <a:pPr algn="ctr"/>
            <a:r>
              <a:rPr lang="en-US" altLang="ko-KR" sz="900" b="1"/>
              <a:t>Service</a:t>
            </a:r>
            <a:endParaRPr lang="ko-KR" altLang="en-US" sz="900" b="1"/>
          </a:p>
        </p:txBody>
      </p:sp>
      <p:sp>
        <p:nvSpPr>
          <p:cNvPr id="93" name="사각형: 둥근 모서리 12">
            <a:extLst>
              <a:ext uri="{FF2B5EF4-FFF2-40B4-BE49-F238E27FC236}">
                <a16:creationId xmlns:a16="http://schemas.microsoft.com/office/drawing/2014/main" id="{453F50E3-39E3-C492-9AFB-9A09256C1DBB}"/>
              </a:ext>
            </a:extLst>
          </p:cNvPr>
          <p:cNvSpPr/>
          <p:nvPr/>
        </p:nvSpPr>
        <p:spPr>
          <a:xfrm>
            <a:off x="3289323" y="3788289"/>
            <a:ext cx="1139438" cy="36135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Internal-gateway</a:t>
            </a:r>
          </a:p>
          <a:p>
            <a:pPr algn="ctr"/>
            <a:r>
              <a:rPr lang="en-US" altLang="ko-KR" sz="900" b="1"/>
              <a:t>Service</a:t>
            </a:r>
            <a:endParaRPr lang="ko-KR" altLang="en-US" sz="900" b="1"/>
          </a:p>
        </p:txBody>
      </p:sp>
      <p:sp>
        <p:nvSpPr>
          <p:cNvPr id="94" name="사각형: 둥근 모서리 12">
            <a:extLst>
              <a:ext uri="{FF2B5EF4-FFF2-40B4-BE49-F238E27FC236}">
                <a16:creationId xmlns:a16="http://schemas.microsoft.com/office/drawing/2014/main" id="{C61D6BE7-C777-1B3D-A50B-69214D717038}"/>
              </a:ext>
            </a:extLst>
          </p:cNvPr>
          <p:cNvSpPr/>
          <p:nvPr/>
        </p:nvSpPr>
        <p:spPr>
          <a:xfrm>
            <a:off x="1987206" y="4284284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external-gateway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95" name="직선 화살표 연결선 96">
            <a:extLst>
              <a:ext uri="{FF2B5EF4-FFF2-40B4-BE49-F238E27FC236}">
                <a16:creationId xmlns:a16="http://schemas.microsoft.com/office/drawing/2014/main" id="{62E608A7-3153-0FF5-29A0-9E57B437EADC}"/>
              </a:ext>
            </a:extLst>
          </p:cNvPr>
          <p:cNvCxnSpPr>
            <a:cxnSpLocks/>
            <a:stCxn id="33" idx="2"/>
            <a:endCxn id="100" idx="0"/>
          </p:cNvCxnSpPr>
          <p:nvPr/>
        </p:nvCxnSpPr>
        <p:spPr>
          <a:xfrm>
            <a:off x="2449980" y="1888477"/>
            <a:ext cx="105744" cy="1860074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사각형: 둥근 모서리 12">
            <a:extLst>
              <a:ext uri="{FF2B5EF4-FFF2-40B4-BE49-F238E27FC236}">
                <a16:creationId xmlns:a16="http://schemas.microsoft.com/office/drawing/2014/main" id="{4D93CE4D-BE01-EA17-8765-AB4938F5EBF7}"/>
              </a:ext>
            </a:extLst>
          </p:cNvPr>
          <p:cNvSpPr/>
          <p:nvPr/>
        </p:nvSpPr>
        <p:spPr>
          <a:xfrm>
            <a:off x="3286124" y="4284284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Internal-gateway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00" name="사각형: 둥근 모서리 70">
            <a:extLst>
              <a:ext uri="{FF2B5EF4-FFF2-40B4-BE49-F238E27FC236}">
                <a16:creationId xmlns:a16="http://schemas.microsoft.com/office/drawing/2014/main" id="{8D738498-864A-90D4-4BA9-BF02E18D60B3}"/>
              </a:ext>
            </a:extLst>
          </p:cNvPr>
          <p:cNvSpPr/>
          <p:nvPr/>
        </p:nvSpPr>
        <p:spPr>
          <a:xfrm>
            <a:off x="1934065" y="3748551"/>
            <a:ext cx="1243318" cy="1021676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1000"/>
          </a:p>
        </p:txBody>
      </p:sp>
      <p:sp>
        <p:nvSpPr>
          <p:cNvPr id="102" name="사각형: 둥근 모서리 70">
            <a:extLst>
              <a:ext uri="{FF2B5EF4-FFF2-40B4-BE49-F238E27FC236}">
                <a16:creationId xmlns:a16="http://schemas.microsoft.com/office/drawing/2014/main" id="{599D7428-3FBC-E1B6-6668-7CCCB18EEBD4}"/>
              </a:ext>
            </a:extLst>
          </p:cNvPr>
          <p:cNvSpPr/>
          <p:nvPr/>
        </p:nvSpPr>
        <p:spPr>
          <a:xfrm>
            <a:off x="3235375" y="3748551"/>
            <a:ext cx="1243318" cy="1021676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1000"/>
          </a:p>
        </p:txBody>
      </p:sp>
      <p:cxnSp>
        <p:nvCxnSpPr>
          <p:cNvPr id="113" name="직선 화살표 연결선 96">
            <a:extLst>
              <a:ext uri="{FF2B5EF4-FFF2-40B4-BE49-F238E27FC236}">
                <a16:creationId xmlns:a16="http://schemas.microsoft.com/office/drawing/2014/main" id="{6D734385-694A-65B0-52F5-F197512709AA}"/>
              </a:ext>
            </a:extLst>
          </p:cNvPr>
          <p:cNvCxnSpPr>
            <a:cxnSpLocks/>
            <a:stCxn id="33" idx="2"/>
            <a:endCxn id="102" idx="0"/>
          </p:cNvCxnSpPr>
          <p:nvPr/>
        </p:nvCxnSpPr>
        <p:spPr>
          <a:xfrm>
            <a:off x="2449980" y="1888477"/>
            <a:ext cx="1407054" cy="1860074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96">
            <a:extLst>
              <a:ext uri="{FF2B5EF4-FFF2-40B4-BE49-F238E27FC236}">
                <a16:creationId xmlns:a16="http://schemas.microsoft.com/office/drawing/2014/main" id="{AD958788-4C49-CC30-6297-5C4ED538DBA4}"/>
              </a:ext>
            </a:extLst>
          </p:cNvPr>
          <p:cNvCxnSpPr>
            <a:cxnSpLocks/>
            <a:stCxn id="52" idx="2"/>
            <a:endCxn id="94" idx="0"/>
          </p:cNvCxnSpPr>
          <p:nvPr/>
        </p:nvCxnSpPr>
        <p:spPr>
          <a:xfrm flipH="1">
            <a:off x="2556925" y="3408617"/>
            <a:ext cx="2369664" cy="87566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96">
            <a:extLst>
              <a:ext uri="{FF2B5EF4-FFF2-40B4-BE49-F238E27FC236}">
                <a16:creationId xmlns:a16="http://schemas.microsoft.com/office/drawing/2014/main" id="{AF072659-A58F-4BDB-BB76-1FF3104585CC}"/>
              </a:ext>
            </a:extLst>
          </p:cNvPr>
          <p:cNvCxnSpPr>
            <a:cxnSpLocks/>
            <a:stCxn id="52" idx="2"/>
            <a:endCxn id="98" idx="0"/>
          </p:cNvCxnSpPr>
          <p:nvPr/>
        </p:nvCxnSpPr>
        <p:spPr>
          <a:xfrm flipH="1">
            <a:off x="3855843" y="3408617"/>
            <a:ext cx="1070746" cy="87566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사각형: 둥근 모서리 12">
            <a:extLst>
              <a:ext uri="{FF2B5EF4-FFF2-40B4-BE49-F238E27FC236}">
                <a16:creationId xmlns:a16="http://schemas.microsoft.com/office/drawing/2014/main" id="{5C4AA4B6-AA71-ECFE-8882-4BE974DBC7F5}"/>
              </a:ext>
            </a:extLst>
          </p:cNvPr>
          <p:cNvSpPr/>
          <p:nvPr/>
        </p:nvSpPr>
        <p:spPr>
          <a:xfrm>
            <a:off x="5538700" y="3748551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app-a </a:t>
            </a:r>
            <a:br>
              <a:rPr lang="en-US" altLang="ko-KR" sz="900"/>
            </a:br>
            <a:r>
              <a:rPr lang="en-US" altLang="ko-KR" sz="900"/>
              <a:t>(envoy sidecar)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29" name="사각형: 둥근 모서리 12">
            <a:extLst>
              <a:ext uri="{FF2B5EF4-FFF2-40B4-BE49-F238E27FC236}">
                <a16:creationId xmlns:a16="http://schemas.microsoft.com/office/drawing/2014/main" id="{66E7E831-3579-4B5A-C9E1-644AD16295AE}"/>
              </a:ext>
            </a:extLst>
          </p:cNvPr>
          <p:cNvSpPr/>
          <p:nvPr/>
        </p:nvSpPr>
        <p:spPr>
          <a:xfrm>
            <a:off x="6804065" y="3748551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app-b </a:t>
            </a:r>
            <a:br>
              <a:rPr lang="en-US" altLang="ko-KR" sz="900"/>
            </a:br>
            <a:r>
              <a:rPr lang="en-US" altLang="ko-KR" sz="900"/>
              <a:t>(envoy sidecar)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130" name="직선 화살표 연결선 96">
            <a:extLst>
              <a:ext uri="{FF2B5EF4-FFF2-40B4-BE49-F238E27FC236}">
                <a16:creationId xmlns:a16="http://schemas.microsoft.com/office/drawing/2014/main" id="{58EF3278-9495-1774-2065-C9F91CD7CC41}"/>
              </a:ext>
            </a:extLst>
          </p:cNvPr>
          <p:cNvCxnSpPr>
            <a:cxnSpLocks/>
            <a:stCxn id="52" idx="2"/>
            <a:endCxn id="127" idx="0"/>
          </p:cNvCxnSpPr>
          <p:nvPr/>
        </p:nvCxnSpPr>
        <p:spPr>
          <a:xfrm>
            <a:off x="4926589" y="3408617"/>
            <a:ext cx="1181830" cy="33993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96">
            <a:extLst>
              <a:ext uri="{FF2B5EF4-FFF2-40B4-BE49-F238E27FC236}">
                <a16:creationId xmlns:a16="http://schemas.microsoft.com/office/drawing/2014/main" id="{306472B2-BF29-ED88-DC68-85109484A9E1}"/>
              </a:ext>
            </a:extLst>
          </p:cNvPr>
          <p:cNvCxnSpPr>
            <a:cxnSpLocks/>
            <a:stCxn id="52" idx="2"/>
            <a:endCxn id="129" idx="0"/>
          </p:cNvCxnSpPr>
          <p:nvPr/>
        </p:nvCxnSpPr>
        <p:spPr>
          <a:xfrm>
            <a:off x="4926589" y="3408617"/>
            <a:ext cx="2447195" cy="33993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사각형: 둥근 모서리 12">
            <a:extLst>
              <a:ext uri="{FF2B5EF4-FFF2-40B4-BE49-F238E27FC236}">
                <a16:creationId xmlns:a16="http://schemas.microsoft.com/office/drawing/2014/main" id="{798E658F-8598-91F5-9BF5-2A9F62A8A950}"/>
              </a:ext>
            </a:extLst>
          </p:cNvPr>
          <p:cNvSpPr/>
          <p:nvPr/>
        </p:nvSpPr>
        <p:spPr>
          <a:xfrm>
            <a:off x="6959117" y="2461188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ingress-gateway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40" name="사각형: 둥근 모서리 12">
            <a:extLst>
              <a:ext uri="{FF2B5EF4-FFF2-40B4-BE49-F238E27FC236}">
                <a16:creationId xmlns:a16="http://schemas.microsoft.com/office/drawing/2014/main" id="{EBC0679D-7571-EB02-F979-290ADB26B8C0}"/>
              </a:ext>
            </a:extLst>
          </p:cNvPr>
          <p:cNvSpPr/>
          <p:nvPr/>
        </p:nvSpPr>
        <p:spPr>
          <a:xfrm>
            <a:off x="6959117" y="303584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egress-gateway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141" name="직선 화살표 연결선 96">
            <a:extLst>
              <a:ext uri="{FF2B5EF4-FFF2-40B4-BE49-F238E27FC236}">
                <a16:creationId xmlns:a16="http://schemas.microsoft.com/office/drawing/2014/main" id="{04436B04-AC26-4DB2-307B-3EFA69C5CB37}"/>
              </a:ext>
            </a:extLst>
          </p:cNvPr>
          <p:cNvCxnSpPr>
            <a:cxnSpLocks/>
            <a:stCxn id="52" idx="3"/>
            <a:endCxn id="140" idx="1"/>
          </p:cNvCxnSpPr>
          <p:nvPr/>
        </p:nvCxnSpPr>
        <p:spPr>
          <a:xfrm>
            <a:off x="6737104" y="3222230"/>
            <a:ext cx="222013" cy="3500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화살표 연결선 96">
            <a:extLst>
              <a:ext uri="{FF2B5EF4-FFF2-40B4-BE49-F238E27FC236}">
                <a16:creationId xmlns:a16="http://schemas.microsoft.com/office/drawing/2014/main" id="{3588E610-AB0B-1B96-3CED-D962B3496878}"/>
              </a:ext>
            </a:extLst>
          </p:cNvPr>
          <p:cNvCxnSpPr>
            <a:cxnSpLocks/>
            <a:stCxn id="52" idx="3"/>
            <a:endCxn id="139" idx="1"/>
          </p:cNvCxnSpPr>
          <p:nvPr/>
        </p:nvCxnSpPr>
        <p:spPr>
          <a:xfrm flipV="1">
            <a:off x="6737104" y="2682582"/>
            <a:ext cx="222013" cy="53964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96">
            <a:extLst>
              <a:ext uri="{FF2B5EF4-FFF2-40B4-BE49-F238E27FC236}">
                <a16:creationId xmlns:a16="http://schemas.microsoft.com/office/drawing/2014/main" id="{A5343E79-C6F0-62C0-4D8D-7D1DCE4B7FF7}"/>
              </a:ext>
            </a:extLst>
          </p:cNvPr>
          <p:cNvCxnSpPr>
            <a:cxnSpLocks/>
          </p:cNvCxnSpPr>
          <p:nvPr/>
        </p:nvCxnSpPr>
        <p:spPr>
          <a:xfrm>
            <a:off x="4745313" y="4471935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D9BE811-EC3B-C399-32E7-DED1B3C09E78}"/>
              </a:ext>
            </a:extLst>
          </p:cNvPr>
          <p:cNvSpPr txBox="1"/>
          <p:nvPr/>
        </p:nvSpPr>
        <p:spPr>
          <a:xfrm>
            <a:off x="5041056" y="4362165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Configs</a:t>
            </a:r>
            <a:endParaRPr lang="en-KR" sz="900"/>
          </a:p>
        </p:txBody>
      </p:sp>
      <p:cxnSp>
        <p:nvCxnSpPr>
          <p:cNvPr id="6" name="직선 화살표 연결선 96">
            <a:extLst>
              <a:ext uri="{FF2B5EF4-FFF2-40B4-BE49-F238E27FC236}">
                <a16:creationId xmlns:a16="http://schemas.microsoft.com/office/drawing/2014/main" id="{BC22161B-E6B9-A429-9055-7FD923155C80}"/>
              </a:ext>
            </a:extLst>
          </p:cNvPr>
          <p:cNvCxnSpPr>
            <a:cxnSpLocks/>
          </p:cNvCxnSpPr>
          <p:nvPr/>
        </p:nvCxnSpPr>
        <p:spPr>
          <a:xfrm>
            <a:off x="5743511" y="4471935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9A239B4-9177-3282-233C-6EDE6140A506}"/>
              </a:ext>
            </a:extLst>
          </p:cNvPr>
          <p:cNvSpPr txBox="1"/>
          <p:nvPr/>
        </p:nvSpPr>
        <p:spPr>
          <a:xfrm>
            <a:off x="6039254" y="4362165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</p:spTree>
    <p:extLst>
      <p:ext uri="{BB962C8B-B14F-4D97-AF65-F5344CB8AC3E}">
        <p14:creationId xmlns:p14="http://schemas.microsoft.com/office/powerpoint/2010/main" val="2340422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0CA1B-830C-3862-72F0-01177A310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70">
            <a:extLst>
              <a:ext uri="{FF2B5EF4-FFF2-40B4-BE49-F238E27FC236}">
                <a16:creationId xmlns:a16="http://schemas.microsoft.com/office/drawing/2014/main" id="{DDDC4D6E-C61D-B7BF-5ADA-B85B2BADC730}"/>
              </a:ext>
            </a:extLst>
          </p:cNvPr>
          <p:cNvSpPr/>
          <p:nvPr/>
        </p:nvSpPr>
        <p:spPr>
          <a:xfrm>
            <a:off x="611560" y="2571750"/>
            <a:ext cx="4866373" cy="1931486"/>
          </a:xfrm>
          <a:prstGeom prst="roundRect">
            <a:avLst>
              <a:gd name="adj" fmla="val 5709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server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3" name="사각형: 둥근 모서리 70">
            <a:extLst>
              <a:ext uri="{FF2B5EF4-FFF2-40B4-BE49-F238E27FC236}">
                <a16:creationId xmlns:a16="http://schemas.microsoft.com/office/drawing/2014/main" id="{DF9059B5-6286-5B81-01C5-D04C9A2F114C}"/>
              </a:ext>
            </a:extLst>
          </p:cNvPr>
          <p:cNvSpPr/>
          <p:nvPr/>
        </p:nvSpPr>
        <p:spPr>
          <a:xfrm>
            <a:off x="611560" y="1168800"/>
            <a:ext cx="3545573" cy="1236134"/>
          </a:xfrm>
          <a:prstGeom prst="roundRect">
            <a:avLst>
              <a:gd name="adj" fmla="val 7988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istio-system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B47F6114-BE76-0D40-DF7D-06DF127A8608}"/>
              </a:ext>
            </a:extLst>
          </p:cNvPr>
          <p:cNvSpPr/>
          <p:nvPr/>
        </p:nvSpPr>
        <p:spPr>
          <a:xfrm>
            <a:off x="1592631" y="1851656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ingress-gateway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6" name="사각형: 둥근 모서리 12">
            <a:extLst>
              <a:ext uri="{FF2B5EF4-FFF2-40B4-BE49-F238E27FC236}">
                <a16:creationId xmlns:a16="http://schemas.microsoft.com/office/drawing/2014/main" id="{0371BC75-244B-90B3-BEF8-A39B79849A85}"/>
              </a:ext>
            </a:extLst>
          </p:cNvPr>
          <p:cNvSpPr/>
          <p:nvPr/>
        </p:nvSpPr>
        <p:spPr>
          <a:xfrm>
            <a:off x="1592631" y="1275592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ingress-gateway</a:t>
            </a:r>
          </a:p>
          <a:p>
            <a:pPr algn="ctr"/>
            <a:r>
              <a:rPr lang="en-US" altLang="ko-KR" sz="900" b="1"/>
              <a:t>Service (LB)</a:t>
            </a:r>
            <a:endParaRPr lang="ko-KR" altLang="en-US" sz="900" b="1"/>
          </a:p>
        </p:txBody>
      </p:sp>
      <p:sp>
        <p:nvSpPr>
          <p:cNvPr id="7" name="사각형: 둥근 모서리 12">
            <a:extLst>
              <a:ext uri="{FF2B5EF4-FFF2-40B4-BE49-F238E27FC236}">
                <a16:creationId xmlns:a16="http://schemas.microsoft.com/office/drawing/2014/main" id="{098002DC-E429-F31E-C2CC-F8553DED340F}"/>
              </a:ext>
            </a:extLst>
          </p:cNvPr>
          <p:cNvSpPr/>
          <p:nvPr/>
        </p:nvSpPr>
        <p:spPr>
          <a:xfrm>
            <a:off x="2911656" y="184871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istiod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8" name="사각형: 둥근 모서리 70">
            <a:extLst>
              <a:ext uri="{FF2B5EF4-FFF2-40B4-BE49-F238E27FC236}">
                <a16:creationId xmlns:a16="http://schemas.microsoft.com/office/drawing/2014/main" id="{ECD7285B-C4FB-3B74-9897-C7F8F1B4FDFA}"/>
              </a:ext>
            </a:extLst>
          </p:cNvPr>
          <p:cNvSpPr/>
          <p:nvPr/>
        </p:nvSpPr>
        <p:spPr>
          <a:xfrm>
            <a:off x="4334799" y="1168800"/>
            <a:ext cx="3870261" cy="1236134"/>
          </a:xfrm>
          <a:prstGeom prst="roundRect">
            <a:avLst>
              <a:gd name="adj" fmla="val 7360"/>
            </a:avLst>
          </a:prstGeom>
          <a:solidFill>
            <a:schemeClr val="bg1">
              <a:lumMod val="95000"/>
            </a:schemeClr>
          </a:solidFill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gateway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9" name="사각형: 둥근 모서리 12">
            <a:extLst>
              <a:ext uri="{FF2B5EF4-FFF2-40B4-BE49-F238E27FC236}">
                <a16:creationId xmlns:a16="http://schemas.microsoft.com/office/drawing/2014/main" id="{65AD2836-4EF0-1BF0-9607-C8F767B218D5}"/>
              </a:ext>
            </a:extLst>
          </p:cNvPr>
          <p:cNvSpPr/>
          <p:nvPr/>
        </p:nvSpPr>
        <p:spPr>
          <a:xfrm>
            <a:off x="6692892" y="1276274"/>
            <a:ext cx="1139438" cy="44210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 b="1"/>
              <a:t>Service</a:t>
            </a:r>
            <a:endParaRPr lang="ko-KR" altLang="en-US" sz="900" b="1"/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724CE27D-6FB8-3F3C-15C2-DAD4FAA5EC8F}"/>
              </a:ext>
            </a:extLst>
          </p:cNvPr>
          <p:cNvSpPr/>
          <p:nvPr/>
        </p:nvSpPr>
        <p:spPr>
          <a:xfrm>
            <a:off x="6692892" y="184871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3" name="사각형: 둥근 모서리 70">
            <a:extLst>
              <a:ext uri="{FF2B5EF4-FFF2-40B4-BE49-F238E27FC236}">
                <a16:creationId xmlns:a16="http://schemas.microsoft.com/office/drawing/2014/main" id="{EEFCEA47-7DAE-276B-9075-1ACC3AAE105C}"/>
              </a:ext>
            </a:extLst>
          </p:cNvPr>
          <p:cNvSpPr/>
          <p:nvPr/>
        </p:nvSpPr>
        <p:spPr>
          <a:xfrm>
            <a:off x="6639751" y="1228066"/>
            <a:ext cx="1243318" cy="1117600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1000"/>
          </a:p>
        </p:txBody>
      </p:sp>
      <p:sp>
        <p:nvSpPr>
          <p:cNvPr id="15" name="사각형: 둥근 모서리 70">
            <a:extLst>
              <a:ext uri="{FF2B5EF4-FFF2-40B4-BE49-F238E27FC236}">
                <a16:creationId xmlns:a16="http://schemas.microsoft.com/office/drawing/2014/main" id="{3CDF43FA-4F5E-B67C-6FDC-AB408AFCD632}"/>
              </a:ext>
            </a:extLst>
          </p:cNvPr>
          <p:cNvSpPr/>
          <p:nvPr/>
        </p:nvSpPr>
        <p:spPr>
          <a:xfrm>
            <a:off x="1540691" y="1228066"/>
            <a:ext cx="1243318" cy="1117600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1000"/>
          </a:p>
        </p:txBody>
      </p:sp>
      <p:sp>
        <p:nvSpPr>
          <p:cNvPr id="16" name="사각형: 둥근 모서리 12">
            <a:extLst>
              <a:ext uri="{FF2B5EF4-FFF2-40B4-BE49-F238E27FC236}">
                <a16:creationId xmlns:a16="http://schemas.microsoft.com/office/drawing/2014/main" id="{73996D9B-FD99-C563-DAC5-5B5891F187CA}"/>
              </a:ext>
            </a:extLst>
          </p:cNvPr>
          <p:cNvSpPr/>
          <p:nvPr/>
        </p:nvSpPr>
        <p:spPr>
          <a:xfrm>
            <a:off x="1592631" y="266016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7" name="사각형: 둥근 모서리 12">
            <a:extLst>
              <a:ext uri="{FF2B5EF4-FFF2-40B4-BE49-F238E27FC236}">
                <a16:creationId xmlns:a16="http://schemas.microsoft.com/office/drawing/2014/main" id="{7FE2FB24-2C19-181A-F654-7C549042AD86}"/>
              </a:ext>
            </a:extLst>
          </p:cNvPr>
          <p:cNvSpPr/>
          <p:nvPr/>
        </p:nvSpPr>
        <p:spPr>
          <a:xfrm>
            <a:off x="2911656" y="331008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server-v1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8" name="사각형: 둥근 모서리 12">
            <a:extLst>
              <a:ext uri="{FF2B5EF4-FFF2-40B4-BE49-F238E27FC236}">
                <a16:creationId xmlns:a16="http://schemas.microsoft.com/office/drawing/2014/main" id="{B4D6C792-BA8C-98C2-A80F-2A41E8BCF7BC}"/>
              </a:ext>
            </a:extLst>
          </p:cNvPr>
          <p:cNvSpPr/>
          <p:nvPr/>
        </p:nvSpPr>
        <p:spPr>
          <a:xfrm>
            <a:off x="4230681" y="331008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server-v2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cxnSp>
        <p:nvCxnSpPr>
          <p:cNvPr id="32" name="직선 화살표 연결선 96">
            <a:extLst>
              <a:ext uri="{FF2B5EF4-FFF2-40B4-BE49-F238E27FC236}">
                <a16:creationId xmlns:a16="http://schemas.microsoft.com/office/drawing/2014/main" id="{793F082A-79A6-06EF-301A-EC11D6BDA81C}"/>
              </a:ext>
            </a:extLst>
          </p:cNvPr>
          <p:cNvCxnSpPr>
            <a:cxnSpLocks/>
            <a:stCxn id="11" idx="2"/>
            <a:endCxn id="18" idx="0"/>
          </p:cNvCxnSpPr>
          <p:nvPr/>
        </p:nvCxnSpPr>
        <p:spPr>
          <a:xfrm flipH="1">
            <a:off x="4800400" y="2291501"/>
            <a:ext cx="2462211" cy="1018586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96">
            <a:extLst>
              <a:ext uri="{FF2B5EF4-FFF2-40B4-BE49-F238E27FC236}">
                <a16:creationId xmlns:a16="http://schemas.microsoft.com/office/drawing/2014/main" id="{E7FCCD2C-3FF7-8D2F-3656-F13C94BDEFB5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>
            <a:off x="2162350" y="1718380"/>
            <a:ext cx="0" cy="133276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사각형: 둥근 모서리 12">
            <a:extLst>
              <a:ext uri="{FF2B5EF4-FFF2-40B4-BE49-F238E27FC236}">
                <a16:creationId xmlns:a16="http://schemas.microsoft.com/office/drawing/2014/main" id="{6A995EDE-B730-8CD2-EB22-88A4460C162D}"/>
              </a:ext>
            </a:extLst>
          </p:cNvPr>
          <p:cNvSpPr/>
          <p:nvPr/>
        </p:nvSpPr>
        <p:spPr>
          <a:xfrm>
            <a:off x="2911656" y="396377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server-v1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sp>
        <p:nvSpPr>
          <p:cNvPr id="50" name="사각형: 둥근 모서리 12">
            <a:extLst>
              <a:ext uri="{FF2B5EF4-FFF2-40B4-BE49-F238E27FC236}">
                <a16:creationId xmlns:a16="http://schemas.microsoft.com/office/drawing/2014/main" id="{9770C381-7789-6DAF-7676-C43014E69398}"/>
              </a:ext>
            </a:extLst>
          </p:cNvPr>
          <p:cNvSpPr/>
          <p:nvPr/>
        </p:nvSpPr>
        <p:spPr>
          <a:xfrm>
            <a:off x="4230681" y="396377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server-v2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cxnSp>
        <p:nvCxnSpPr>
          <p:cNvPr id="51" name="직선 화살표 연결선 96">
            <a:extLst>
              <a:ext uri="{FF2B5EF4-FFF2-40B4-BE49-F238E27FC236}">
                <a16:creationId xmlns:a16="http://schemas.microsoft.com/office/drawing/2014/main" id="{A108D13A-E3EA-0FBD-AB74-6F726AC56022}"/>
              </a:ext>
            </a:extLst>
          </p:cNvPr>
          <p:cNvCxnSpPr>
            <a:cxnSpLocks/>
            <a:stCxn id="17" idx="2"/>
            <a:endCxn id="49" idx="0"/>
          </p:cNvCxnSpPr>
          <p:nvPr/>
        </p:nvCxnSpPr>
        <p:spPr>
          <a:xfrm>
            <a:off x="3481375" y="3752875"/>
            <a:ext cx="0" cy="210902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96">
            <a:extLst>
              <a:ext uri="{FF2B5EF4-FFF2-40B4-BE49-F238E27FC236}">
                <a16:creationId xmlns:a16="http://schemas.microsoft.com/office/drawing/2014/main" id="{40556EAC-A019-B881-A133-33E1D0FACCF6}"/>
              </a:ext>
            </a:extLst>
          </p:cNvPr>
          <p:cNvCxnSpPr>
            <a:cxnSpLocks/>
            <a:stCxn id="18" idx="2"/>
            <a:endCxn id="50" idx="0"/>
          </p:cNvCxnSpPr>
          <p:nvPr/>
        </p:nvCxnSpPr>
        <p:spPr>
          <a:xfrm>
            <a:off x="4800400" y="3752875"/>
            <a:ext cx="0" cy="210902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96">
            <a:extLst>
              <a:ext uri="{FF2B5EF4-FFF2-40B4-BE49-F238E27FC236}">
                <a16:creationId xmlns:a16="http://schemas.microsoft.com/office/drawing/2014/main" id="{C5C35314-AC19-ABE7-1ADA-8F50CF9DED05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7262611" y="1718380"/>
            <a:ext cx="0" cy="130333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96">
            <a:extLst>
              <a:ext uri="{FF2B5EF4-FFF2-40B4-BE49-F238E27FC236}">
                <a16:creationId xmlns:a16="http://schemas.microsoft.com/office/drawing/2014/main" id="{C0AC816F-B198-C85C-15EC-129EFF9F45B2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 flipH="1">
            <a:off x="3481375" y="2291501"/>
            <a:ext cx="3781236" cy="1018586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96">
            <a:extLst>
              <a:ext uri="{FF2B5EF4-FFF2-40B4-BE49-F238E27FC236}">
                <a16:creationId xmlns:a16="http://schemas.microsoft.com/office/drawing/2014/main" id="{DFCE5E5D-B29C-582F-CEBC-85C7EF6DD34A}"/>
              </a:ext>
            </a:extLst>
          </p:cNvPr>
          <p:cNvCxnSpPr>
            <a:cxnSpLocks/>
            <a:stCxn id="5" idx="2"/>
            <a:endCxn id="17" idx="0"/>
          </p:cNvCxnSpPr>
          <p:nvPr/>
        </p:nvCxnSpPr>
        <p:spPr>
          <a:xfrm>
            <a:off x="2162350" y="2294444"/>
            <a:ext cx="1319025" cy="1015643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96">
            <a:extLst>
              <a:ext uri="{FF2B5EF4-FFF2-40B4-BE49-F238E27FC236}">
                <a16:creationId xmlns:a16="http://schemas.microsoft.com/office/drawing/2014/main" id="{EBC339A6-E568-9AB4-4931-04DA87689B00}"/>
              </a:ext>
            </a:extLst>
          </p:cNvPr>
          <p:cNvCxnSpPr>
            <a:cxnSpLocks/>
            <a:stCxn id="5" idx="2"/>
            <a:endCxn id="18" idx="0"/>
          </p:cNvCxnSpPr>
          <p:nvPr/>
        </p:nvCxnSpPr>
        <p:spPr>
          <a:xfrm>
            <a:off x="2162350" y="2294444"/>
            <a:ext cx="2638050" cy="1015643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사각형: 둥근 모서리 12">
            <a:extLst>
              <a:ext uri="{FF2B5EF4-FFF2-40B4-BE49-F238E27FC236}">
                <a16:creationId xmlns:a16="http://schemas.microsoft.com/office/drawing/2014/main" id="{395E0DFF-7D58-7ACE-F973-7019A1C51729}"/>
              </a:ext>
            </a:extLst>
          </p:cNvPr>
          <p:cNvSpPr/>
          <p:nvPr/>
        </p:nvSpPr>
        <p:spPr>
          <a:xfrm>
            <a:off x="2911656" y="55286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curl</a:t>
            </a:r>
            <a:r>
              <a:rPr lang="en-US" altLang="ko-KR" sz="900" b="1" dirty="0" err="1"/>
              <a:t> </a:t>
            </a:r>
          </a:p>
          <a:p>
            <a:pPr algn="ctr"/>
            <a:r>
              <a:rPr lang="en-US" altLang="ko-KR" sz="900" b="1" dirty="0" err="1"/>
              <a:t>Client</a:t>
            </a:r>
            <a:endParaRPr lang="en-US" altLang="ko-KR" sz="900" dirty="0"/>
          </a:p>
        </p:txBody>
      </p:sp>
      <p:sp>
        <p:nvSpPr>
          <p:cNvPr id="77" name="사각형: 둥근 모서리 12">
            <a:extLst>
              <a:ext uri="{FF2B5EF4-FFF2-40B4-BE49-F238E27FC236}">
                <a16:creationId xmlns:a16="http://schemas.microsoft.com/office/drawing/2014/main" id="{168AC939-E772-E4AF-F0D9-83461B1CA447}"/>
              </a:ext>
            </a:extLst>
          </p:cNvPr>
          <p:cNvSpPr/>
          <p:nvPr/>
        </p:nvSpPr>
        <p:spPr>
          <a:xfrm>
            <a:off x="1586593" y="3291285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client (curl)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cxnSp>
        <p:nvCxnSpPr>
          <p:cNvPr id="86" name="직선 화살표 연결선 96">
            <a:extLst>
              <a:ext uri="{FF2B5EF4-FFF2-40B4-BE49-F238E27FC236}">
                <a16:creationId xmlns:a16="http://schemas.microsoft.com/office/drawing/2014/main" id="{ADC72ED6-B56D-03DC-E493-4CC65B6399BC}"/>
              </a:ext>
            </a:extLst>
          </p:cNvPr>
          <p:cNvCxnSpPr>
            <a:cxnSpLocks/>
            <a:stCxn id="76" idx="2"/>
            <a:endCxn id="6" idx="0"/>
          </p:cNvCxnSpPr>
          <p:nvPr/>
        </p:nvCxnSpPr>
        <p:spPr>
          <a:xfrm flipH="1">
            <a:off x="2162350" y="995651"/>
            <a:ext cx="1319025" cy="279941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96">
            <a:extLst>
              <a:ext uri="{FF2B5EF4-FFF2-40B4-BE49-F238E27FC236}">
                <a16:creationId xmlns:a16="http://schemas.microsoft.com/office/drawing/2014/main" id="{82375C11-2296-3AC3-E363-7E9C52CABF65}"/>
              </a:ext>
            </a:extLst>
          </p:cNvPr>
          <p:cNvCxnSpPr>
            <a:cxnSpLocks/>
            <a:stCxn id="76" idx="2"/>
            <a:endCxn id="9" idx="0"/>
          </p:cNvCxnSpPr>
          <p:nvPr/>
        </p:nvCxnSpPr>
        <p:spPr>
          <a:xfrm>
            <a:off x="3481375" y="995651"/>
            <a:ext cx="3781236" cy="280623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사각형: 둥근 모서리 12">
            <a:extLst>
              <a:ext uri="{FF2B5EF4-FFF2-40B4-BE49-F238E27FC236}">
                <a16:creationId xmlns:a16="http://schemas.microsoft.com/office/drawing/2014/main" id="{093DDD83-D03E-0046-F587-A85351843BFE}"/>
              </a:ext>
            </a:extLst>
          </p:cNvPr>
          <p:cNvSpPr/>
          <p:nvPr/>
        </p:nvSpPr>
        <p:spPr>
          <a:xfrm>
            <a:off x="5287731" y="553204"/>
            <a:ext cx="1139438" cy="44210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sp>
        <p:nvSpPr>
          <p:cNvPr id="100" name="사각형: 둥근 모서리 12">
            <a:extLst>
              <a:ext uri="{FF2B5EF4-FFF2-40B4-BE49-F238E27FC236}">
                <a16:creationId xmlns:a16="http://schemas.microsoft.com/office/drawing/2014/main" id="{E563E958-9273-C220-3E5F-12FF44A1B7C3}"/>
              </a:ext>
            </a:extLst>
          </p:cNvPr>
          <p:cNvSpPr/>
          <p:nvPr/>
        </p:nvSpPr>
        <p:spPr>
          <a:xfrm>
            <a:off x="5286530" y="1275592"/>
            <a:ext cx="1139438" cy="44210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sp>
        <p:nvSpPr>
          <p:cNvPr id="103" name="사각형: 둥근 모서리 12">
            <a:extLst>
              <a:ext uri="{FF2B5EF4-FFF2-40B4-BE49-F238E27FC236}">
                <a16:creationId xmlns:a16="http://schemas.microsoft.com/office/drawing/2014/main" id="{1234458F-B8AD-0F7C-3AE6-50D3AE962A62}"/>
              </a:ext>
            </a:extLst>
          </p:cNvPr>
          <p:cNvSpPr/>
          <p:nvPr/>
        </p:nvSpPr>
        <p:spPr>
          <a:xfrm>
            <a:off x="6692892" y="552863"/>
            <a:ext cx="1139438" cy="44210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istio-remote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cxnSp>
        <p:nvCxnSpPr>
          <p:cNvPr id="104" name="직선 화살표 연결선 96">
            <a:extLst>
              <a:ext uri="{FF2B5EF4-FFF2-40B4-BE49-F238E27FC236}">
                <a16:creationId xmlns:a16="http://schemas.microsoft.com/office/drawing/2014/main" id="{BE684341-9968-CA48-26F2-23B885C1A4ED}"/>
              </a:ext>
            </a:extLst>
          </p:cNvPr>
          <p:cNvCxnSpPr>
            <a:cxnSpLocks/>
            <a:stCxn id="100" idx="0"/>
            <a:endCxn id="92" idx="2"/>
          </p:cNvCxnSpPr>
          <p:nvPr/>
        </p:nvCxnSpPr>
        <p:spPr>
          <a:xfrm flipV="1">
            <a:off x="5856249" y="995310"/>
            <a:ext cx="1201" cy="28028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사각형: 둥근 모서리 12">
            <a:extLst>
              <a:ext uri="{FF2B5EF4-FFF2-40B4-BE49-F238E27FC236}">
                <a16:creationId xmlns:a16="http://schemas.microsoft.com/office/drawing/2014/main" id="{8F3C01E5-8B45-EBE5-EF43-4A185318E789}"/>
              </a:ext>
            </a:extLst>
          </p:cNvPr>
          <p:cNvSpPr/>
          <p:nvPr/>
        </p:nvSpPr>
        <p:spPr>
          <a:xfrm>
            <a:off x="5286530" y="1849054"/>
            <a:ext cx="1139438" cy="44210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gateway-options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cxnSp>
        <p:nvCxnSpPr>
          <p:cNvPr id="109" name="직선 화살표 연결선 96">
            <a:extLst>
              <a:ext uri="{FF2B5EF4-FFF2-40B4-BE49-F238E27FC236}">
                <a16:creationId xmlns:a16="http://schemas.microsoft.com/office/drawing/2014/main" id="{B518C148-F574-743E-B816-592A767D3965}"/>
              </a:ext>
            </a:extLst>
          </p:cNvPr>
          <p:cNvCxnSpPr>
            <a:cxnSpLocks/>
            <a:stCxn id="100" idx="2"/>
          </p:cNvCxnSpPr>
          <p:nvPr/>
        </p:nvCxnSpPr>
        <p:spPr>
          <a:xfrm>
            <a:off x="5856249" y="1717698"/>
            <a:ext cx="0" cy="13101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96">
            <a:extLst>
              <a:ext uri="{FF2B5EF4-FFF2-40B4-BE49-F238E27FC236}">
                <a16:creationId xmlns:a16="http://schemas.microsoft.com/office/drawing/2014/main" id="{C9B1238E-8B56-6AC0-841F-5D430DB30FE7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6425968" y="1528840"/>
            <a:ext cx="213783" cy="25802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사각형: 둥근 모서리 12">
            <a:extLst>
              <a:ext uri="{FF2B5EF4-FFF2-40B4-BE49-F238E27FC236}">
                <a16:creationId xmlns:a16="http://schemas.microsoft.com/office/drawing/2014/main" id="{88160030-5CC9-A9C6-212C-E8F3DF7719A1}"/>
              </a:ext>
            </a:extLst>
          </p:cNvPr>
          <p:cNvSpPr/>
          <p:nvPr/>
        </p:nvSpPr>
        <p:spPr>
          <a:xfrm>
            <a:off x="4230681" y="2670894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HTTPRoute</a:t>
            </a:r>
            <a:endParaRPr lang="ko-KR" altLang="en-US" sz="900" b="1" dirty="0"/>
          </a:p>
        </p:txBody>
      </p:sp>
      <p:cxnSp>
        <p:nvCxnSpPr>
          <p:cNvPr id="117" name="직선 화살표 연결선 96">
            <a:extLst>
              <a:ext uri="{FF2B5EF4-FFF2-40B4-BE49-F238E27FC236}">
                <a16:creationId xmlns:a16="http://schemas.microsoft.com/office/drawing/2014/main" id="{5AE66530-C4B7-CE3D-B333-C558EA324EBD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4051094" y="1786866"/>
            <a:ext cx="2555997" cy="283241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96">
            <a:extLst>
              <a:ext uri="{FF2B5EF4-FFF2-40B4-BE49-F238E27FC236}">
                <a16:creationId xmlns:a16="http://schemas.microsoft.com/office/drawing/2014/main" id="{348A9189-ED2D-7AE6-6CDF-0A7608D9208E}"/>
              </a:ext>
            </a:extLst>
          </p:cNvPr>
          <p:cNvCxnSpPr>
            <a:cxnSpLocks/>
            <a:stCxn id="116" idx="0"/>
            <a:endCxn id="100" idx="1"/>
          </p:cNvCxnSpPr>
          <p:nvPr/>
        </p:nvCxnSpPr>
        <p:spPr>
          <a:xfrm flipV="1">
            <a:off x="4800400" y="1496645"/>
            <a:ext cx="486130" cy="117424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96">
            <a:extLst>
              <a:ext uri="{FF2B5EF4-FFF2-40B4-BE49-F238E27FC236}">
                <a16:creationId xmlns:a16="http://schemas.microsoft.com/office/drawing/2014/main" id="{EE7EA42C-DDC6-ECD5-CC21-A6508B02AF4E}"/>
              </a:ext>
            </a:extLst>
          </p:cNvPr>
          <p:cNvCxnSpPr>
            <a:cxnSpLocks/>
            <a:stCxn id="116" idx="2"/>
            <a:endCxn id="18" idx="0"/>
          </p:cNvCxnSpPr>
          <p:nvPr/>
        </p:nvCxnSpPr>
        <p:spPr>
          <a:xfrm>
            <a:off x="4800400" y="3113682"/>
            <a:ext cx="0" cy="19640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화살표 연결선 96">
            <a:extLst>
              <a:ext uri="{FF2B5EF4-FFF2-40B4-BE49-F238E27FC236}">
                <a16:creationId xmlns:a16="http://schemas.microsoft.com/office/drawing/2014/main" id="{5D9A04A1-5FA9-A2DF-4B16-C90C7035535C}"/>
              </a:ext>
            </a:extLst>
          </p:cNvPr>
          <p:cNvCxnSpPr>
            <a:cxnSpLocks/>
            <a:stCxn id="116" idx="2"/>
            <a:endCxn id="17" idx="0"/>
          </p:cNvCxnSpPr>
          <p:nvPr/>
        </p:nvCxnSpPr>
        <p:spPr>
          <a:xfrm flipH="1">
            <a:off x="3481375" y="3113682"/>
            <a:ext cx="1319025" cy="19640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사각형: 둥근 모서리 12">
            <a:extLst>
              <a:ext uri="{FF2B5EF4-FFF2-40B4-BE49-F238E27FC236}">
                <a16:creationId xmlns:a16="http://schemas.microsoft.com/office/drawing/2014/main" id="{BF04F991-9993-C76E-2A86-939109A6A345}"/>
              </a:ext>
            </a:extLst>
          </p:cNvPr>
          <p:cNvSpPr/>
          <p:nvPr/>
        </p:nvSpPr>
        <p:spPr>
          <a:xfrm>
            <a:off x="2911655" y="2670894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server-mesh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HTTPRoute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545062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5A05C-45EA-9900-A4BD-8CCB325EB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511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91DB8-04CA-429B-20DF-87F677F1A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70">
            <a:extLst>
              <a:ext uri="{FF2B5EF4-FFF2-40B4-BE49-F238E27FC236}">
                <a16:creationId xmlns:a16="http://schemas.microsoft.com/office/drawing/2014/main" id="{217CA547-9390-C960-2E1F-89BDCA3BB304}"/>
              </a:ext>
            </a:extLst>
          </p:cNvPr>
          <p:cNvSpPr/>
          <p:nvPr/>
        </p:nvSpPr>
        <p:spPr>
          <a:xfrm>
            <a:off x="611560" y="2255819"/>
            <a:ext cx="5904655" cy="1930400"/>
          </a:xfrm>
          <a:prstGeom prst="roundRect">
            <a:avLst>
              <a:gd name="adj" fmla="val 5709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server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3" name="사각형: 둥근 모서리 70">
            <a:extLst>
              <a:ext uri="{FF2B5EF4-FFF2-40B4-BE49-F238E27FC236}">
                <a16:creationId xmlns:a16="http://schemas.microsoft.com/office/drawing/2014/main" id="{626E73BD-5270-1C50-7327-6629F1518FB4}"/>
              </a:ext>
            </a:extLst>
          </p:cNvPr>
          <p:cNvSpPr/>
          <p:nvPr/>
        </p:nvSpPr>
        <p:spPr>
          <a:xfrm>
            <a:off x="611560" y="907927"/>
            <a:ext cx="3545573" cy="1236134"/>
          </a:xfrm>
          <a:prstGeom prst="roundRect">
            <a:avLst>
              <a:gd name="adj" fmla="val 7988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istio-system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C1497846-7ECF-91A2-F692-D0A093F0395F}"/>
              </a:ext>
            </a:extLst>
          </p:cNvPr>
          <p:cNvSpPr/>
          <p:nvPr/>
        </p:nvSpPr>
        <p:spPr>
          <a:xfrm>
            <a:off x="1592631" y="159078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ingress-gateway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6" name="사각형: 둥근 모서리 12">
            <a:extLst>
              <a:ext uri="{FF2B5EF4-FFF2-40B4-BE49-F238E27FC236}">
                <a16:creationId xmlns:a16="http://schemas.microsoft.com/office/drawing/2014/main" id="{93BE9FB9-2A4A-9435-DEC6-FA6E0757CFE7}"/>
              </a:ext>
            </a:extLst>
          </p:cNvPr>
          <p:cNvSpPr/>
          <p:nvPr/>
        </p:nvSpPr>
        <p:spPr>
          <a:xfrm>
            <a:off x="1592631" y="1014719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ingress-gateway</a:t>
            </a:r>
          </a:p>
          <a:p>
            <a:pPr algn="ctr"/>
            <a:r>
              <a:rPr lang="en-US" altLang="ko-KR" sz="900" b="1"/>
              <a:t>Service (LB)</a:t>
            </a:r>
            <a:endParaRPr lang="ko-KR" altLang="en-US" sz="900" b="1"/>
          </a:p>
        </p:txBody>
      </p:sp>
      <p:sp>
        <p:nvSpPr>
          <p:cNvPr id="7" name="사각형: 둥근 모서리 12">
            <a:extLst>
              <a:ext uri="{FF2B5EF4-FFF2-40B4-BE49-F238E27FC236}">
                <a16:creationId xmlns:a16="http://schemas.microsoft.com/office/drawing/2014/main" id="{4D475250-D7CD-776B-A229-C15E17591F90}"/>
              </a:ext>
            </a:extLst>
          </p:cNvPr>
          <p:cNvSpPr/>
          <p:nvPr/>
        </p:nvSpPr>
        <p:spPr>
          <a:xfrm>
            <a:off x="2911656" y="1587840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istiod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8" name="사각형: 둥근 모서리 70">
            <a:extLst>
              <a:ext uri="{FF2B5EF4-FFF2-40B4-BE49-F238E27FC236}">
                <a16:creationId xmlns:a16="http://schemas.microsoft.com/office/drawing/2014/main" id="{80F08CA1-2796-BB2B-725F-A67ACAD1373A}"/>
              </a:ext>
            </a:extLst>
          </p:cNvPr>
          <p:cNvSpPr/>
          <p:nvPr/>
        </p:nvSpPr>
        <p:spPr>
          <a:xfrm>
            <a:off x="4302139" y="907927"/>
            <a:ext cx="3438213" cy="1236134"/>
          </a:xfrm>
          <a:prstGeom prst="roundRect">
            <a:avLst>
              <a:gd name="adj" fmla="val 7360"/>
            </a:avLst>
          </a:prstGeom>
          <a:solidFill>
            <a:schemeClr val="bg1">
              <a:lumMod val="95000"/>
            </a:schemeClr>
          </a:solidFill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gateway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9" name="사각형: 둥근 모서리 12">
            <a:extLst>
              <a:ext uri="{FF2B5EF4-FFF2-40B4-BE49-F238E27FC236}">
                <a16:creationId xmlns:a16="http://schemas.microsoft.com/office/drawing/2014/main" id="{E6A33ECD-D3A0-F84D-616E-AA7EFF0D4612}"/>
              </a:ext>
            </a:extLst>
          </p:cNvPr>
          <p:cNvSpPr/>
          <p:nvPr/>
        </p:nvSpPr>
        <p:spPr>
          <a:xfrm>
            <a:off x="5253870" y="1015401"/>
            <a:ext cx="1139438" cy="44210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 b="1"/>
              <a:t>Service</a:t>
            </a:r>
            <a:endParaRPr lang="ko-KR" altLang="en-US" sz="900" b="1"/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B2F1BBE2-C562-2404-2288-873F5863F906}"/>
              </a:ext>
            </a:extLst>
          </p:cNvPr>
          <p:cNvSpPr/>
          <p:nvPr/>
        </p:nvSpPr>
        <p:spPr>
          <a:xfrm>
            <a:off x="5253870" y="1587840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3" name="사각형: 둥근 모서리 70">
            <a:extLst>
              <a:ext uri="{FF2B5EF4-FFF2-40B4-BE49-F238E27FC236}">
                <a16:creationId xmlns:a16="http://schemas.microsoft.com/office/drawing/2014/main" id="{648CF335-0AE3-C94A-810B-DD4421CD6B67}"/>
              </a:ext>
            </a:extLst>
          </p:cNvPr>
          <p:cNvSpPr/>
          <p:nvPr/>
        </p:nvSpPr>
        <p:spPr>
          <a:xfrm>
            <a:off x="5200729" y="967193"/>
            <a:ext cx="1243318" cy="1117600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1000"/>
          </a:p>
        </p:txBody>
      </p:sp>
      <p:sp>
        <p:nvSpPr>
          <p:cNvPr id="15" name="사각형: 둥근 모서리 70">
            <a:extLst>
              <a:ext uri="{FF2B5EF4-FFF2-40B4-BE49-F238E27FC236}">
                <a16:creationId xmlns:a16="http://schemas.microsoft.com/office/drawing/2014/main" id="{78AF4DED-7F3F-DA0D-BEAF-CC0AE2223DFE}"/>
              </a:ext>
            </a:extLst>
          </p:cNvPr>
          <p:cNvSpPr/>
          <p:nvPr/>
        </p:nvSpPr>
        <p:spPr>
          <a:xfrm>
            <a:off x="1540691" y="967193"/>
            <a:ext cx="1243318" cy="1117600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1000"/>
          </a:p>
        </p:txBody>
      </p:sp>
      <p:sp>
        <p:nvSpPr>
          <p:cNvPr id="16" name="사각형: 둥근 모서리 12">
            <a:extLst>
              <a:ext uri="{FF2B5EF4-FFF2-40B4-BE49-F238E27FC236}">
                <a16:creationId xmlns:a16="http://schemas.microsoft.com/office/drawing/2014/main" id="{0C2B656F-F37B-3886-220C-67D7D466DC5E}"/>
              </a:ext>
            </a:extLst>
          </p:cNvPr>
          <p:cNvSpPr/>
          <p:nvPr/>
        </p:nvSpPr>
        <p:spPr>
          <a:xfrm>
            <a:off x="1592631" y="2344232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7" name="사각형: 둥근 모서리 12">
            <a:extLst>
              <a:ext uri="{FF2B5EF4-FFF2-40B4-BE49-F238E27FC236}">
                <a16:creationId xmlns:a16="http://schemas.microsoft.com/office/drawing/2014/main" id="{627A4C91-0BE6-0A98-0852-0D73715FDF65}"/>
              </a:ext>
            </a:extLst>
          </p:cNvPr>
          <p:cNvSpPr/>
          <p:nvPr/>
        </p:nvSpPr>
        <p:spPr>
          <a:xfrm>
            <a:off x="2911656" y="2994156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server-v1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8" name="사각형: 둥근 모서리 12">
            <a:extLst>
              <a:ext uri="{FF2B5EF4-FFF2-40B4-BE49-F238E27FC236}">
                <a16:creationId xmlns:a16="http://schemas.microsoft.com/office/drawing/2014/main" id="{CEBFD38C-6A1E-C36A-20A1-A07C946630B4}"/>
              </a:ext>
            </a:extLst>
          </p:cNvPr>
          <p:cNvSpPr/>
          <p:nvPr/>
        </p:nvSpPr>
        <p:spPr>
          <a:xfrm>
            <a:off x="4230681" y="2994156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server-v2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cxnSp>
        <p:nvCxnSpPr>
          <p:cNvPr id="32" name="직선 화살표 연결선 96">
            <a:extLst>
              <a:ext uri="{FF2B5EF4-FFF2-40B4-BE49-F238E27FC236}">
                <a16:creationId xmlns:a16="http://schemas.microsoft.com/office/drawing/2014/main" id="{A0D51A77-913D-3891-3307-2F668E6779DD}"/>
              </a:ext>
            </a:extLst>
          </p:cNvPr>
          <p:cNvCxnSpPr>
            <a:cxnSpLocks/>
            <a:stCxn id="11" idx="2"/>
            <a:endCxn id="18" idx="0"/>
          </p:cNvCxnSpPr>
          <p:nvPr/>
        </p:nvCxnSpPr>
        <p:spPr>
          <a:xfrm flipH="1">
            <a:off x="4800400" y="2030628"/>
            <a:ext cx="1023189" cy="963528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96">
            <a:extLst>
              <a:ext uri="{FF2B5EF4-FFF2-40B4-BE49-F238E27FC236}">
                <a16:creationId xmlns:a16="http://schemas.microsoft.com/office/drawing/2014/main" id="{A98CA5FA-5F5A-7D38-F141-DEAB00C367BA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>
            <a:off x="2162350" y="1457507"/>
            <a:ext cx="0" cy="133276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사각형: 둥근 모서리 12">
            <a:extLst>
              <a:ext uri="{FF2B5EF4-FFF2-40B4-BE49-F238E27FC236}">
                <a16:creationId xmlns:a16="http://schemas.microsoft.com/office/drawing/2014/main" id="{2EE97F73-984B-6E1A-0250-D9F926C3642B}"/>
              </a:ext>
            </a:extLst>
          </p:cNvPr>
          <p:cNvSpPr/>
          <p:nvPr/>
        </p:nvSpPr>
        <p:spPr>
          <a:xfrm>
            <a:off x="2911656" y="3647846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server-v1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sp>
        <p:nvSpPr>
          <p:cNvPr id="50" name="사각형: 둥근 모서리 12">
            <a:extLst>
              <a:ext uri="{FF2B5EF4-FFF2-40B4-BE49-F238E27FC236}">
                <a16:creationId xmlns:a16="http://schemas.microsoft.com/office/drawing/2014/main" id="{0A15E473-15AD-059F-F708-D5471275D038}"/>
              </a:ext>
            </a:extLst>
          </p:cNvPr>
          <p:cNvSpPr/>
          <p:nvPr/>
        </p:nvSpPr>
        <p:spPr>
          <a:xfrm>
            <a:off x="4230681" y="3647846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server-v2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cxnSp>
        <p:nvCxnSpPr>
          <p:cNvPr id="51" name="직선 화살표 연결선 96">
            <a:extLst>
              <a:ext uri="{FF2B5EF4-FFF2-40B4-BE49-F238E27FC236}">
                <a16:creationId xmlns:a16="http://schemas.microsoft.com/office/drawing/2014/main" id="{C3CFF7EA-8F59-90D4-5BF1-B8C53D12F059}"/>
              </a:ext>
            </a:extLst>
          </p:cNvPr>
          <p:cNvCxnSpPr>
            <a:cxnSpLocks/>
            <a:stCxn id="17" idx="2"/>
            <a:endCxn id="49" idx="0"/>
          </p:cNvCxnSpPr>
          <p:nvPr/>
        </p:nvCxnSpPr>
        <p:spPr>
          <a:xfrm>
            <a:off x="3481375" y="3436944"/>
            <a:ext cx="0" cy="210902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96">
            <a:extLst>
              <a:ext uri="{FF2B5EF4-FFF2-40B4-BE49-F238E27FC236}">
                <a16:creationId xmlns:a16="http://schemas.microsoft.com/office/drawing/2014/main" id="{493A9A17-1C56-8A37-219B-1B8174D7253F}"/>
              </a:ext>
            </a:extLst>
          </p:cNvPr>
          <p:cNvCxnSpPr>
            <a:cxnSpLocks/>
            <a:stCxn id="18" idx="2"/>
            <a:endCxn id="50" idx="0"/>
          </p:cNvCxnSpPr>
          <p:nvPr/>
        </p:nvCxnSpPr>
        <p:spPr>
          <a:xfrm>
            <a:off x="4800400" y="3436944"/>
            <a:ext cx="0" cy="210902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96">
            <a:extLst>
              <a:ext uri="{FF2B5EF4-FFF2-40B4-BE49-F238E27FC236}">
                <a16:creationId xmlns:a16="http://schemas.microsoft.com/office/drawing/2014/main" id="{E5A10BD0-8D16-A189-06A8-C06379B40A34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5823589" y="1457507"/>
            <a:ext cx="0" cy="130333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96">
            <a:extLst>
              <a:ext uri="{FF2B5EF4-FFF2-40B4-BE49-F238E27FC236}">
                <a16:creationId xmlns:a16="http://schemas.microsoft.com/office/drawing/2014/main" id="{F73CDF7F-C3E1-CB87-18AE-0A3B7515BD79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 flipH="1">
            <a:off x="3481375" y="2030628"/>
            <a:ext cx="2342214" cy="963528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96">
            <a:extLst>
              <a:ext uri="{FF2B5EF4-FFF2-40B4-BE49-F238E27FC236}">
                <a16:creationId xmlns:a16="http://schemas.microsoft.com/office/drawing/2014/main" id="{F15ADC6C-DC85-DE92-78E3-721EAD370BBB}"/>
              </a:ext>
            </a:extLst>
          </p:cNvPr>
          <p:cNvCxnSpPr>
            <a:cxnSpLocks/>
            <a:stCxn id="5" idx="2"/>
            <a:endCxn id="17" idx="0"/>
          </p:cNvCxnSpPr>
          <p:nvPr/>
        </p:nvCxnSpPr>
        <p:spPr>
          <a:xfrm>
            <a:off x="2162350" y="2033571"/>
            <a:ext cx="1319025" cy="960585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96">
            <a:extLst>
              <a:ext uri="{FF2B5EF4-FFF2-40B4-BE49-F238E27FC236}">
                <a16:creationId xmlns:a16="http://schemas.microsoft.com/office/drawing/2014/main" id="{01D25359-564D-C88F-09E6-7EF3D2ABD362}"/>
              </a:ext>
            </a:extLst>
          </p:cNvPr>
          <p:cNvCxnSpPr>
            <a:cxnSpLocks/>
            <a:stCxn id="5" idx="2"/>
            <a:endCxn id="18" idx="0"/>
          </p:cNvCxnSpPr>
          <p:nvPr/>
        </p:nvCxnSpPr>
        <p:spPr>
          <a:xfrm>
            <a:off x="2162350" y="2033571"/>
            <a:ext cx="2638050" cy="960585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사각형: 둥근 모서리 12">
            <a:extLst>
              <a:ext uri="{FF2B5EF4-FFF2-40B4-BE49-F238E27FC236}">
                <a16:creationId xmlns:a16="http://schemas.microsoft.com/office/drawing/2014/main" id="{83E587DA-D491-BBD6-0626-4268417F400A}"/>
              </a:ext>
            </a:extLst>
          </p:cNvPr>
          <p:cNvSpPr/>
          <p:nvPr/>
        </p:nvSpPr>
        <p:spPr>
          <a:xfrm>
            <a:off x="2911656" y="351099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curl</a:t>
            </a:r>
            <a:r>
              <a:rPr lang="en-US" altLang="ko-KR" sz="900" b="1" dirty="0" err="1"/>
              <a:t> </a:t>
            </a:r>
          </a:p>
          <a:p>
            <a:pPr algn="ctr"/>
            <a:r>
              <a:rPr lang="en-US" altLang="ko-KR" sz="900" b="1" dirty="0" err="1"/>
              <a:t>Client</a:t>
            </a:r>
            <a:endParaRPr lang="en-US" altLang="ko-KR" sz="900" dirty="0"/>
          </a:p>
        </p:txBody>
      </p:sp>
      <p:sp>
        <p:nvSpPr>
          <p:cNvPr id="77" name="사각형: 둥근 모서리 12">
            <a:extLst>
              <a:ext uri="{FF2B5EF4-FFF2-40B4-BE49-F238E27FC236}">
                <a16:creationId xmlns:a16="http://schemas.microsoft.com/office/drawing/2014/main" id="{EC6C2D51-16CD-DFCE-BD91-0DFBF62F8CE6}"/>
              </a:ext>
            </a:extLst>
          </p:cNvPr>
          <p:cNvSpPr/>
          <p:nvPr/>
        </p:nvSpPr>
        <p:spPr>
          <a:xfrm>
            <a:off x="1586593" y="2975354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curl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cxnSp>
        <p:nvCxnSpPr>
          <p:cNvPr id="86" name="직선 화살표 연결선 96">
            <a:extLst>
              <a:ext uri="{FF2B5EF4-FFF2-40B4-BE49-F238E27FC236}">
                <a16:creationId xmlns:a16="http://schemas.microsoft.com/office/drawing/2014/main" id="{C09FE56C-1AD8-3FF2-BC76-B11C92B921D8}"/>
              </a:ext>
            </a:extLst>
          </p:cNvPr>
          <p:cNvCxnSpPr>
            <a:cxnSpLocks/>
            <a:stCxn id="76" idx="2"/>
            <a:endCxn id="6" idx="0"/>
          </p:cNvCxnSpPr>
          <p:nvPr/>
        </p:nvCxnSpPr>
        <p:spPr>
          <a:xfrm flipH="1">
            <a:off x="2162350" y="793887"/>
            <a:ext cx="1319025" cy="220832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96">
            <a:extLst>
              <a:ext uri="{FF2B5EF4-FFF2-40B4-BE49-F238E27FC236}">
                <a16:creationId xmlns:a16="http://schemas.microsoft.com/office/drawing/2014/main" id="{935D74F9-536D-BD44-B4A2-65D8DE260C50}"/>
              </a:ext>
            </a:extLst>
          </p:cNvPr>
          <p:cNvCxnSpPr>
            <a:cxnSpLocks/>
            <a:stCxn id="76" idx="2"/>
            <a:endCxn id="9" idx="0"/>
          </p:cNvCxnSpPr>
          <p:nvPr/>
        </p:nvCxnSpPr>
        <p:spPr>
          <a:xfrm>
            <a:off x="3481375" y="793887"/>
            <a:ext cx="2342214" cy="221514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3343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FF54A-510F-67C3-CA25-9806348B0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70">
            <a:extLst>
              <a:ext uri="{FF2B5EF4-FFF2-40B4-BE49-F238E27FC236}">
                <a16:creationId xmlns:a16="http://schemas.microsoft.com/office/drawing/2014/main" id="{9B2CD23D-E209-F101-AEEB-841392A3B5AF}"/>
              </a:ext>
            </a:extLst>
          </p:cNvPr>
          <p:cNvSpPr/>
          <p:nvPr/>
        </p:nvSpPr>
        <p:spPr>
          <a:xfrm>
            <a:off x="611560" y="1896533"/>
            <a:ext cx="5904655" cy="1930400"/>
          </a:xfrm>
          <a:prstGeom prst="roundRect">
            <a:avLst>
              <a:gd name="adj" fmla="val 5709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server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3" name="사각형: 둥근 모서리 70">
            <a:extLst>
              <a:ext uri="{FF2B5EF4-FFF2-40B4-BE49-F238E27FC236}">
                <a16:creationId xmlns:a16="http://schemas.microsoft.com/office/drawing/2014/main" id="{711E633A-C048-45DC-3DA2-3221357AEB35}"/>
              </a:ext>
            </a:extLst>
          </p:cNvPr>
          <p:cNvSpPr/>
          <p:nvPr/>
        </p:nvSpPr>
        <p:spPr>
          <a:xfrm>
            <a:off x="611560" y="448734"/>
            <a:ext cx="3545573" cy="1236134"/>
          </a:xfrm>
          <a:prstGeom prst="roundRect">
            <a:avLst>
              <a:gd name="adj" fmla="val 7988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istio-system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6A842FE5-76EF-0044-BC3D-CA6E0C36DDF6}"/>
              </a:ext>
            </a:extLst>
          </p:cNvPr>
          <p:cNvSpPr/>
          <p:nvPr/>
        </p:nvSpPr>
        <p:spPr>
          <a:xfrm>
            <a:off x="1592631" y="1131590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ingress-gateway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6" name="사각형: 둥근 모서리 12">
            <a:extLst>
              <a:ext uri="{FF2B5EF4-FFF2-40B4-BE49-F238E27FC236}">
                <a16:creationId xmlns:a16="http://schemas.microsoft.com/office/drawing/2014/main" id="{63DEAEC2-57EE-5F7C-16E2-0E09EF72F9A0}"/>
              </a:ext>
            </a:extLst>
          </p:cNvPr>
          <p:cNvSpPr/>
          <p:nvPr/>
        </p:nvSpPr>
        <p:spPr>
          <a:xfrm>
            <a:off x="1592631" y="555526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ingress-gateway</a:t>
            </a:r>
          </a:p>
          <a:p>
            <a:pPr algn="ctr"/>
            <a:r>
              <a:rPr lang="en-US" altLang="ko-KR" sz="900" b="1"/>
              <a:t>Service (LB)</a:t>
            </a:r>
            <a:endParaRPr lang="ko-KR" altLang="en-US" sz="900" b="1"/>
          </a:p>
        </p:txBody>
      </p:sp>
      <p:sp>
        <p:nvSpPr>
          <p:cNvPr id="7" name="사각형: 둥근 모서리 12">
            <a:extLst>
              <a:ext uri="{FF2B5EF4-FFF2-40B4-BE49-F238E27FC236}">
                <a16:creationId xmlns:a16="http://schemas.microsoft.com/office/drawing/2014/main" id="{3E4942F3-FB83-F470-DEBA-2CF97D7DAEF7}"/>
              </a:ext>
            </a:extLst>
          </p:cNvPr>
          <p:cNvSpPr/>
          <p:nvPr/>
        </p:nvSpPr>
        <p:spPr>
          <a:xfrm>
            <a:off x="2911656" y="112864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istiod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8" name="사각형: 둥근 모서리 70">
            <a:extLst>
              <a:ext uri="{FF2B5EF4-FFF2-40B4-BE49-F238E27FC236}">
                <a16:creationId xmlns:a16="http://schemas.microsoft.com/office/drawing/2014/main" id="{117256E5-96A0-9F6D-C5F4-E736FB29356B}"/>
              </a:ext>
            </a:extLst>
          </p:cNvPr>
          <p:cNvSpPr/>
          <p:nvPr/>
        </p:nvSpPr>
        <p:spPr>
          <a:xfrm>
            <a:off x="4302140" y="448734"/>
            <a:ext cx="2214076" cy="1236134"/>
          </a:xfrm>
          <a:prstGeom prst="roundRect">
            <a:avLst>
              <a:gd name="adj" fmla="val 7360"/>
            </a:avLst>
          </a:prstGeom>
          <a:solidFill>
            <a:schemeClr val="bg1">
              <a:lumMod val="95000"/>
            </a:schemeClr>
          </a:solidFill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gateway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9" name="사각형: 둥근 모서리 12">
            <a:extLst>
              <a:ext uri="{FF2B5EF4-FFF2-40B4-BE49-F238E27FC236}">
                <a16:creationId xmlns:a16="http://schemas.microsoft.com/office/drawing/2014/main" id="{12699B76-C9BC-FE66-CAC7-BF421457532D}"/>
              </a:ext>
            </a:extLst>
          </p:cNvPr>
          <p:cNvSpPr/>
          <p:nvPr/>
        </p:nvSpPr>
        <p:spPr>
          <a:xfrm>
            <a:off x="5253870" y="556208"/>
            <a:ext cx="1139438" cy="44210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 b="1"/>
              <a:t>Service</a:t>
            </a:r>
            <a:endParaRPr lang="ko-KR" altLang="en-US" sz="900" b="1"/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B210FD4E-0E2B-32A0-294B-5E117E21C8D7}"/>
              </a:ext>
            </a:extLst>
          </p:cNvPr>
          <p:cNvSpPr/>
          <p:nvPr/>
        </p:nvSpPr>
        <p:spPr>
          <a:xfrm>
            <a:off x="5253870" y="112864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3" name="사각형: 둥근 모서리 70">
            <a:extLst>
              <a:ext uri="{FF2B5EF4-FFF2-40B4-BE49-F238E27FC236}">
                <a16:creationId xmlns:a16="http://schemas.microsoft.com/office/drawing/2014/main" id="{138A34D9-9410-254A-4BA0-6A16F7991CC6}"/>
              </a:ext>
            </a:extLst>
          </p:cNvPr>
          <p:cNvSpPr/>
          <p:nvPr/>
        </p:nvSpPr>
        <p:spPr>
          <a:xfrm>
            <a:off x="5200729" y="508000"/>
            <a:ext cx="1243318" cy="1117600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1000"/>
          </a:p>
        </p:txBody>
      </p:sp>
      <p:sp>
        <p:nvSpPr>
          <p:cNvPr id="15" name="사각형: 둥근 모서리 70">
            <a:extLst>
              <a:ext uri="{FF2B5EF4-FFF2-40B4-BE49-F238E27FC236}">
                <a16:creationId xmlns:a16="http://schemas.microsoft.com/office/drawing/2014/main" id="{5EBD9CD4-911E-F46A-8AB0-9BD245F46DCD}"/>
              </a:ext>
            </a:extLst>
          </p:cNvPr>
          <p:cNvSpPr/>
          <p:nvPr/>
        </p:nvSpPr>
        <p:spPr>
          <a:xfrm>
            <a:off x="1540691" y="508000"/>
            <a:ext cx="1243318" cy="1117600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1000"/>
          </a:p>
        </p:txBody>
      </p:sp>
      <p:sp>
        <p:nvSpPr>
          <p:cNvPr id="16" name="사각형: 둥근 모서리 12">
            <a:extLst>
              <a:ext uri="{FF2B5EF4-FFF2-40B4-BE49-F238E27FC236}">
                <a16:creationId xmlns:a16="http://schemas.microsoft.com/office/drawing/2014/main" id="{AF3F47ED-1CA0-D299-1B09-F0FE7E26235C}"/>
              </a:ext>
            </a:extLst>
          </p:cNvPr>
          <p:cNvSpPr/>
          <p:nvPr/>
        </p:nvSpPr>
        <p:spPr>
          <a:xfrm>
            <a:off x="1592631" y="1984946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7" name="사각형: 둥근 모서리 12">
            <a:extLst>
              <a:ext uri="{FF2B5EF4-FFF2-40B4-BE49-F238E27FC236}">
                <a16:creationId xmlns:a16="http://schemas.microsoft.com/office/drawing/2014/main" id="{1EA564FB-87F2-C2DC-85F5-8909A1034303}"/>
              </a:ext>
            </a:extLst>
          </p:cNvPr>
          <p:cNvSpPr/>
          <p:nvPr/>
        </p:nvSpPr>
        <p:spPr>
          <a:xfrm>
            <a:off x="2911656" y="2634870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server-v1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8" name="사각형: 둥근 모서리 12">
            <a:extLst>
              <a:ext uri="{FF2B5EF4-FFF2-40B4-BE49-F238E27FC236}">
                <a16:creationId xmlns:a16="http://schemas.microsoft.com/office/drawing/2014/main" id="{E0D2BB85-29BC-29B4-8576-A39C3560AAAB}"/>
              </a:ext>
            </a:extLst>
          </p:cNvPr>
          <p:cNvSpPr/>
          <p:nvPr/>
        </p:nvSpPr>
        <p:spPr>
          <a:xfrm>
            <a:off x="4230681" y="2634870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server-v2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cxnSp>
        <p:nvCxnSpPr>
          <p:cNvPr id="32" name="직선 화살표 연결선 96">
            <a:extLst>
              <a:ext uri="{FF2B5EF4-FFF2-40B4-BE49-F238E27FC236}">
                <a16:creationId xmlns:a16="http://schemas.microsoft.com/office/drawing/2014/main" id="{9D2ED38E-0A5A-8741-9B33-C5F5D1C9AC79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 flipH="1">
            <a:off x="2162350" y="1571435"/>
            <a:ext cx="3661239" cy="413511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96">
            <a:extLst>
              <a:ext uri="{FF2B5EF4-FFF2-40B4-BE49-F238E27FC236}">
                <a16:creationId xmlns:a16="http://schemas.microsoft.com/office/drawing/2014/main" id="{918AC181-63DF-5217-17B1-16862B16AF19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>
            <a:off x="2162350" y="2427734"/>
            <a:ext cx="2638050" cy="207136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96">
            <a:extLst>
              <a:ext uri="{FF2B5EF4-FFF2-40B4-BE49-F238E27FC236}">
                <a16:creationId xmlns:a16="http://schemas.microsoft.com/office/drawing/2014/main" id="{85D28D3C-6639-7067-6FBB-4BD4E4F4D14C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2162350" y="2427734"/>
            <a:ext cx="1319025" cy="207136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96">
            <a:extLst>
              <a:ext uri="{FF2B5EF4-FFF2-40B4-BE49-F238E27FC236}">
                <a16:creationId xmlns:a16="http://schemas.microsoft.com/office/drawing/2014/main" id="{5D24484D-F522-29BB-EFB7-7B56D2E410EA}"/>
              </a:ext>
            </a:extLst>
          </p:cNvPr>
          <p:cNvCxnSpPr>
            <a:cxnSpLocks/>
            <a:stCxn id="5" idx="2"/>
            <a:endCxn id="16" idx="0"/>
          </p:cNvCxnSpPr>
          <p:nvPr/>
        </p:nvCxnSpPr>
        <p:spPr>
          <a:xfrm>
            <a:off x="2162350" y="1574378"/>
            <a:ext cx="0" cy="410568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96">
            <a:extLst>
              <a:ext uri="{FF2B5EF4-FFF2-40B4-BE49-F238E27FC236}">
                <a16:creationId xmlns:a16="http://schemas.microsoft.com/office/drawing/2014/main" id="{B01C2A71-0C80-2980-0EF1-F318D54A076E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>
            <a:off x="2162350" y="998314"/>
            <a:ext cx="0" cy="133276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사각형: 둥근 모서리 12">
            <a:extLst>
              <a:ext uri="{FF2B5EF4-FFF2-40B4-BE49-F238E27FC236}">
                <a16:creationId xmlns:a16="http://schemas.microsoft.com/office/drawing/2014/main" id="{F7D2F2CF-586D-8CDE-DD84-B84E88CC1596}"/>
              </a:ext>
            </a:extLst>
          </p:cNvPr>
          <p:cNvSpPr/>
          <p:nvPr/>
        </p:nvSpPr>
        <p:spPr>
          <a:xfrm>
            <a:off x="2911656" y="3288560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server-v1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sp>
        <p:nvSpPr>
          <p:cNvPr id="50" name="사각형: 둥근 모서리 12">
            <a:extLst>
              <a:ext uri="{FF2B5EF4-FFF2-40B4-BE49-F238E27FC236}">
                <a16:creationId xmlns:a16="http://schemas.microsoft.com/office/drawing/2014/main" id="{9F110367-5D8C-F90F-A94E-2A499D41033C}"/>
              </a:ext>
            </a:extLst>
          </p:cNvPr>
          <p:cNvSpPr/>
          <p:nvPr/>
        </p:nvSpPr>
        <p:spPr>
          <a:xfrm>
            <a:off x="4230681" y="3288560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server-v2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cxnSp>
        <p:nvCxnSpPr>
          <p:cNvPr id="51" name="직선 화살표 연결선 96">
            <a:extLst>
              <a:ext uri="{FF2B5EF4-FFF2-40B4-BE49-F238E27FC236}">
                <a16:creationId xmlns:a16="http://schemas.microsoft.com/office/drawing/2014/main" id="{FAB4A642-6E90-04A7-0A03-C5976AD27799}"/>
              </a:ext>
            </a:extLst>
          </p:cNvPr>
          <p:cNvCxnSpPr>
            <a:cxnSpLocks/>
            <a:stCxn id="17" idx="2"/>
            <a:endCxn id="49" idx="0"/>
          </p:cNvCxnSpPr>
          <p:nvPr/>
        </p:nvCxnSpPr>
        <p:spPr>
          <a:xfrm>
            <a:off x="3481375" y="3077658"/>
            <a:ext cx="0" cy="210902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96">
            <a:extLst>
              <a:ext uri="{FF2B5EF4-FFF2-40B4-BE49-F238E27FC236}">
                <a16:creationId xmlns:a16="http://schemas.microsoft.com/office/drawing/2014/main" id="{D829A975-13B5-16A0-CA40-C7A96D2C052A}"/>
              </a:ext>
            </a:extLst>
          </p:cNvPr>
          <p:cNvCxnSpPr>
            <a:cxnSpLocks/>
            <a:stCxn id="18" idx="2"/>
            <a:endCxn id="50" idx="0"/>
          </p:cNvCxnSpPr>
          <p:nvPr/>
        </p:nvCxnSpPr>
        <p:spPr>
          <a:xfrm>
            <a:off x="4800400" y="3077658"/>
            <a:ext cx="0" cy="210902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96">
            <a:extLst>
              <a:ext uri="{FF2B5EF4-FFF2-40B4-BE49-F238E27FC236}">
                <a16:creationId xmlns:a16="http://schemas.microsoft.com/office/drawing/2014/main" id="{0C15C83B-8110-C4E1-9DCF-94DEFE04954C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5823589" y="998314"/>
            <a:ext cx="0" cy="130333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010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C57F9-7525-B46F-8595-F5731BDE6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70">
            <a:extLst>
              <a:ext uri="{FF2B5EF4-FFF2-40B4-BE49-F238E27FC236}">
                <a16:creationId xmlns:a16="http://schemas.microsoft.com/office/drawing/2014/main" id="{B04D5C97-F71C-6034-C575-23035B4FB6B5}"/>
              </a:ext>
            </a:extLst>
          </p:cNvPr>
          <p:cNvSpPr/>
          <p:nvPr/>
        </p:nvSpPr>
        <p:spPr>
          <a:xfrm>
            <a:off x="5580112" y="3363838"/>
            <a:ext cx="2880320" cy="1368152"/>
          </a:xfrm>
          <a:prstGeom prst="roundRect">
            <a:avLst>
              <a:gd name="adj" fmla="val 8056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app </a:t>
            </a:r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11" name="사각형: 둥근 모서리 70">
            <a:extLst>
              <a:ext uri="{FF2B5EF4-FFF2-40B4-BE49-F238E27FC236}">
                <a16:creationId xmlns:a16="http://schemas.microsoft.com/office/drawing/2014/main" id="{93CEED53-233F-6A0E-E9C0-607A9BE82867}"/>
              </a:ext>
            </a:extLst>
          </p:cNvPr>
          <p:cNvSpPr/>
          <p:nvPr/>
        </p:nvSpPr>
        <p:spPr>
          <a:xfrm>
            <a:off x="3059832" y="267493"/>
            <a:ext cx="4608512" cy="1987075"/>
          </a:xfrm>
          <a:prstGeom prst="roundRect">
            <a:avLst>
              <a:gd name="adj" fmla="val 8056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istio-system </a:t>
            </a:r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12" name="사각형: 둥근 모서리 70">
            <a:extLst>
              <a:ext uri="{FF2B5EF4-FFF2-40B4-BE49-F238E27FC236}">
                <a16:creationId xmlns:a16="http://schemas.microsoft.com/office/drawing/2014/main" id="{EF46EB1B-19A3-A2FC-99EA-6B4A4B9B34EF}"/>
              </a:ext>
            </a:extLst>
          </p:cNvPr>
          <p:cNvSpPr/>
          <p:nvPr/>
        </p:nvSpPr>
        <p:spPr>
          <a:xfrm>
            <a:off x="251520" y="267494"/>
            <a:ext cx="2608918" cy="2874714"/>
          </a:xfrm>
          <a:prstGeom prst="roundRect">
            <a:avLst>
              <a:gd name="adj" fmla="val 6280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Gateway API Resources</a:t>
            </a:r>
            <a:endParaRPr lang="ko-KR" altLang="en-US" sz="1000"/>
          </a:p>
        </p:txBody>
      </p:sp>
      <p:sp>
        <p:nvSpPr>
          <p:cNvPr id="14" name="사각형: 둥근 모서리 12">
            <a:extLst>
              <a:ext uri="{FF2B5EF4-FFF2-40B4-BE49-F238E27FC236}">
                <a16:creationId xmlns:a16="http://schemas.microsoft.com/office/drawing/2014/main" id="{9DA3094E-5216-DAFF-9FBB-126970FE2888}"/>
              </a:ext>
            </a:extLst>
          </p:cNvPr>
          <p:cNvSpPr/>
          <p:nvPr/>
        </p:nvSpPr>
        <p:spPr>
          <a:xfrm>
            <a:off x="986260" y="356087"/>
            <a:ext cx="1139438" cy="803143"/>
          </a:xfrm>
          <a:prstGeom prst="roundRect">
            <a:avLst>
              <a:gd name="adj" fmla="val 10920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/>
              <a:t>istio-remote</a:t>
            </a:r>
            <a:br>
              <a:rPr lang="en-US" altLang="ko-KR" sz="900"/>
            </a:br>
            <a:r>
              <a:rPr lang="en-US" altLang="ko-KR" sz="900"/>
              <a:t>istio-waypoint</a:t>
            </a:r>
            <a:br>
              <a:rPr lang="en-US" altLang="ko-KR" sz="900"/>
            </a:br>
            <a:r>
              <a:rPr lang="en-US" altLang="ko-KR" sz="900"/>
              <a:t>istio-east-west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sp>
        <p:nvSpPr>
          <p:cNvPr id="15" name="사각형: 둥근 모서리 12">
            <a:extLst>
              <a:ext uri="{FF2B5EF4-FFF2-40B4-BE49-F238E27FC236}">
                <a16:creationId xmlns:a16="http://schemas.microsoft.com/office/drawing/2014/main" id="{B5DBCB92-98EA-723D-4B7A-10E61A9955FB}"/>
              </a:ext>
            </a:extLst>
          </p:cNvPr>
          <p:cNvSpPr/>
          <p:nvPr/>
        </p:nvSpPr>
        <p:spPr>
          <a:xfrm>
            <a:off x="364616" y="1247825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sp>
        <p:nvSpPr>
          <p:cNvPr id="20" name="사각형: 둥근 모서리 12">
            <a:extLst>
              <a:ext uri="{FF2B5EF4-FFF2-40B4-BE49-F238E27FC236}">
                <a16:creationId xmlns:a16="http://schemas.microsoft.com/office/drawing/2014/main" id="{758AE22E-73A7-34AA-9B1F-BBFDE259B8D1}"/>
              </a:ext>
            </a:extLst>
          </p:cNvPr>
          <p:cNvSpPr/>
          <p:nvPr/>
        </p:nvSpPr>
        <p:spPr>
          <a:xfrm>
            <a:off x="364616" y="1803058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HTTPRoute</a:t>
            </a:r>
            <a:endParaRPr lang="ko-KR" altLang="en-US" sz="900" b="1"/>
          </a:p>
        </p:txBody>
      </p:sp>
      <p:sp>
        <p:nvSpPr>
          <p:cNvPr id="21" name="사각형: 둥근 모서리 12">
            <a:extLst>
              <a:ext uri="{FF2B5EF4-FFF2-40B4-BE49-F238E27FC236}">
                <a16:creationId xmlns:a16="http://schemas.microsoft.com/office/drawing/2014/main" id="{D7BD4B9D-C36F-706F-E82C-034A50DF483E}"/>
              </a:ext>
            </a:extLst>
          </p:cNvPr>
          <p:cNvSpPr/>
          <p:nvPr/>
        </p:nvSpPr>
        <p:spPr>
          <a:xfrm>
            <a:off x="1620604" y="1808698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GRPCRoute</a:t>
            </a:r>
            <a:endParaRPr lang="ko-KR" altLang="en-US" sz="900" b="1"/>
          </a:p>
        </p:txBody>
      </p:sp>
      <p:sp>
        <p:nvSpPr>
          <p:cNvPr id="22" name="사각형: 둥근 모서리 12">
            <a:extLst>
              <a:ext uri="{FF2B5EF4-FFF2-40B4-BE49-F238E27FC236}">
                <a16:creationId xmlns:a16="http://schemas.microsoft.com/office/drawing/2014/main" id="{BF5F0538-6710-0DAF-23F8-D54E84EA8C42}"/>
              </a:ext>
            </a:extLst>
          </p:cNvPr>
          <p:cNvSpPr/>
          <p:nvPr/>
        </p:nvSpPr>
        <p:spPr>
          <a:xfrm>
            <a:off x="364616" y="2363932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TLSRoute</a:t>
            </a:r>
            <a:endParaRPr lang="ko-KR" altLang="en-US" sz="900" b="1"/>
          </a:p>
        </p:txBody>
      </p:sp>
      <p:sp>
        <p:nvSpPr>
          <p:cNvPr id="23" name="사각형: 둥근 모서리 12">
            <a:extLst>
              <a:ext uri="{FF2B5EF4-FFF2-40B4-BE49-F238E27FC236}">
                <a16:creationId xmlns:a16="http://schemas.microsoft.com/office/drawing/2014/main" id="{09E027C2-7D53-8D8A-5A15-E1539FF7B8CF}"/>
              </a:ext>
            </a:extLst>
          </p:cNvPr>
          <p:cNvSpPr/>
          <p:nvPr/>
        </p:nvSpPr>
        <p:spPr>
          <a:xfrm>
            <a:off x="1620604" y="2363932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TCPRoute</a:t>
            </a:r>
            <a:endParaRPr lang="ko-KR" altLang="en-US" sz="900" b="1"/>
          </a:p>
        </p:txBody>
      </p:sp>
      <p:sp>
        <p:nvSpPr>
          <p:cNvPr id="24" name="사각형: 둥근 모서리 12">
            <a:extLst>
              <a:ext uri="{FF2B5EF4-FFF2-40B4-BE49-F238E27FC236}">
                <a16:creationId xmlns:a16="http://schemas.microsoft.com/office/drawing/2014/main" id="{48374CF0-058A-299E-0BC7-6E999D727D00}"/>
              </a:ext>
            </a:extLst>
          </p:cNvPr>
          <p:cNvSpPr/>
          <p:nvPr/>
        </p:nvSpPr>
        <p:spPr>
          <a:xfrm>
            <a:off x="1620604" y="1247824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ReferenceGrant</a:t>
            </a:r>
            <a:endParaRPr lang="ko-KR" altLang="en-US" sz="900" b="1"/>
          </a:p>
        </p:txBody>
      </p:sp>
      <p:sp>
        <p:nvSpPr>
          <p:cNvPr id="25" name="사각형: 둥근 모서리 12">
            <a:extLst>
              <a:ext uri="{FF2B5EF4-FFF2-40B4-BE49-F238E27FC236}">
                <a16:creationId xmlns:a16="http://schemas.microsoft.com/office/drawing/2014/main" id="{1B125035-39F8-68DA-444F-18D54D76A50F}"/>
              </a:ext>
            </a:extLst>
          </p:cNvPr>
          <p:cNvSpPr/>
          <p:nvPr/>
        </p:nvSpPr>
        <p:spPr>
          <a:xfrm>
            <a:off x="3203848" y="611859"/>
            <a:ext cx="5051330" cy="1527843"/>
          </a:xfrm>
          <a:prstGeom prst="roundRect">
            <a:avLst>
              <a:gd name="adj" fmla="val 857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900"/>
              <a:t>istio </a:t>
            </a:r>
            <a:r>
              <a:rPr lang="en-US" altLang="ko-KR" sz="900" b="1"/>
              <a:t>Pod</a:t>
            </a:r>
            <a:endParaRPr lang="ko-KR" altLang="en-US" sz="900" b="1"/>
          </a:p>
        </p:txBody>
      </p:sp>
      <p:sp>
        <p:nvSpPr>
          <p:cNvPr id="29" name="사각형: 둥근 모서리 12">
            <a:extLst>
              <a:ext uri="{FF2B5EF4-FFF2-40B4-BE49-F238E27FC236}">
                <a16:creationId xmlns:a16="http://schemas.microsoft.com/office/drawing/2014/main" id="{1BDAE1FF-7872-F46E-4577-1DF8937322FA}"/>
              </a:ext>
            </a:extLst>
          </p:cNvPr>
          <p:cNvSpPr/>
          <p:nvPr/>
        </p:nvSpPr>
        <p:spPr>
          <a:xfrm>
            <a:off x="4538638" y="721423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Gateway API</a:t>
            </a:r>
            <a:endParaRPr lang="ko-KR" altLang="en-US" sz="900" b="1"/>
          </a:p>
        </p:txBody>
      </p:sp>
      <p:sp>
        <p:nvSpPr>
          <p:cNvPr id="30" name="사각형: 둥근 모서리 12">
            <a:extLst>
              <a:ext uri="{FF2B5EF4-FFF2-40B4-BE49-F238E27FC236}">
                <a16:creationId xmlns:a16="http://schemas.microsoft.com/office/drawing/2014/main" id="{614898B4-D74C-56F0-8920-D520D42666CB}"/>
              </a:ext>
            </a:extLst>
          </p:cNvPr>
          <p:cNvSpPr/>
          <p:nvPr/>
        </p:nvSpPr>
        <p:spPr>
          <a:xfrm>
            <a:off x="5777773" y="721422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crdclient</a:t>
            </a:r>
            <a:endParaRPr lang="ko-KR" altLang="en-US" sz="900" b="1"/>
          </a:p>
        </p:txBody>
      </p:sp>
      <p:sp>
        <p:nvSpPr>
          <p:cNvPr id="32" name="사각형: 둥근 모서리 12">
            <a:extLst>
              <a:ext uri="{FF2B5EF4-FFF2-40B4-BE49-F238E27FC236}">
                <a16:creationId xmlns:a16="http://schemas.microsoft.com/office/drawing/2014/main" id="{C67D12CC-85A4-EEC9-5A80-101D252026DF}"/>
              </a:ext>
            </a:extLst>
          </p:cNvPr>
          <p:cNvSpPr/>
          <p:nvPr/>
        </p:nvSpPr>
        <p:spPr>
          <a:xfrm>
            <a:off x="7016908" y="72142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 Registry</a:t>
            </a:r>
            <a:endParaRPr lang="ko-KR" altLang="en-US" sz="900" b="1"/>
          </a:p>
        </p:txBody>
      </p:sp>
      <p:sp>
        <p:nvSpPr>
          <p:cNvPr id="33" name="사각형: 둥근 모서리 12">
            <a:extLst>
              <a:ext uri="{FF2B5EF4-FFF2-40B4-BE49-F238E27FC236}">
                <a16:creationId xmlns:a16="http://schemas.microsoft.com/office/drawing/2014/main" id="{A6B5F0B2-0F3E-02C6-8CD3-00F3ABE6EFE0}"/>
              </a:ext>
            </a:extLst>
          </p:cNvPr>
          <p:cNvSpPr/>
          <p:nvPr/>
        </p:nvSpPr>
        <p:spPr>
          <a:xfrm>
            <a:off x="3301524" y="72142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Gateway API</a:t>
            </a:r>
            <a:endParaRPr lang="ko-KR" altLang="en-US" sz="900" b="1"/>
          </a:p>
        </p:txBody>
      </p:sp>
    </p:spTree>
    <p:extLst>
      <p:ext uri="{BB962C8B-B14F-4D97-AF65-F5344CB8AC3E}">
        <p14:creationId xmlns:p14="http://schemas.microsoft.com/office/powerpoint/2010/main" val="2223867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6138E-B7F9-A744-319C-9517CC135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12">
            <a:extLst>
              <a:ext uri="{FF2B5EF4-FFF2-40B4-BE49-F238E27FC236}">
                <a16:creationId xmlns:a16="http://schemas.microsoft.com/office/drawing/2014/main" id="{9EFD680A-7587-F42D-6458-FE279FE4EFB3}"/>
              </a:ext>
            </a:extLst>
          </p:cNvPr>
          <p:cNvSpPr/>
          <p:nvPr/>
        </p:nvSpPr>
        <p:spPr>
          <a:xfrm>
            <a:off x="5139179" y="735422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Vendor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sp>
        <p:nvSpPr>
          <p:cNvPr id="6" name="사각형: 둥근 모서리 70">
            <a:extLst>
              <a:ext uri="{FF2B5EF4-FFF2-40B4-BE49-F238E27FC236}">
                <a16:creationId xmlns:a16="http://schemas.microsoft.com/office/drawing/2014/main" id="{84BFE2DA-0DFB-9807-B0BE-901AAD50146A}"/>
              </a:ext>
            </a:extLst>
          </p:cNvPr>
          <p:cNvSpPr/>
          <p:nvPr/>
        </p:nvSpPr>
        <p:spPr>
          <a:xfrm>
            <a:off x="3056578" y="1792126"/>
            <a:ext cx="5304640" cy="1545936"/>
          </a:xfrm>
          <a:prstGeom prst="roundRect">
            <a:avLst>
              <a:gd name="adj" fmla="val 7127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Gateway </a:t>
            </a:r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A2F227FF-6FD7-7013-B2F7-5FE8635BF197}"/>
              </a:ext>
            </a:extLst>
          </p:cNvPr>
          <p:cNvSpPr/>
          <p:nvPr/>
        </p:nvSpPr>
        <p:spPr>
          <a:xfrm>
            <a:off x="4482222" y="2091910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sp>
        <p:nvSpPr>
          <p:cNvPr id="8" name="사각형: 둥근 모서리 12">
            <a:extLst>
              <a:ext uri="{FF2B5EF4-FFF2-40B4-BE49-F238E27FC236}">
                <a16:creationId xmlns:a16="http://schemas.microsoft.com/office/drawing/2014/main" id="{831D30BE-39BA-CF43-7E34-812FE651E33E}"/>
              </a:ext>
            </a:extLst>
          </p:cNvPr>
          <p:cNvSpPr/>
          <p:nvPr/>
        </p:nvSpPr>
        <p:spPr>
          <a:xfrm>
            <a:off x="5796136" y="2091909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cxnSp>
        <p:nvCxnSpPr>
          <p:cNvPr id="10" name="직선 화살표 연결선 96">
            <a:extLst>
              <a:ext uri="{FF2B5EF4-FFF2-40B4-BE49-F238E27FC236}">
                <a16:creationId xmlns:a16="http://schemas.microsoft.com/office/drawing/2014/main" id="{EAEB97A0-C060-3797-A37B-3A14DB3DC5FA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V="1">
            <a:off x="5051941" y="1186933"/>
            <a:ext cx="656957" cy="9049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96">
            <a:extLst>
              <a:ext uri="{FF2B5EF4-FFF2-40B4-BE49-F238E27FC236}">
                <a16:creationId xmlns:a16="http://schemas.microsoft.com/office/drawing/2014/main" id="{DDCEF51F-70BE-C7F2-8C2B-E07E88DCC7BD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H="1" flipV="1">
            <a:off x="5708898" y="1186933"/>
            <a:ext cx="656957" cy="90497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70">
            <a:extLst>
              <a:ext uri="{FF2B5EF4-FFF2-40B4-BE49-F238E27FC236}">
                <a16:creationId xmlns:a16="http://schemas.microsoft.com/office/drawing/2014/main" id="{ADD21830-1978-9716-5C83-D503339569A3}"/>
              </a:ext>
            </a:extLst>
          </p:cNvPr>
          <p:cNvSpPr/>
          <p:nvPr/>
        </p:nvSpPr>
        <p:spPr>
          <a:xfrm>
            <a:off x="2463800" y="3524900"/>
            <a:ext cx="6489700" cy="1495118"/>
          </a:xfrm>
          <a:prstGeom prst="roundRect">
            <a:avLst>
              <a:gd name="adj" fmla="val 8056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App </a:t>
            </a:r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18" name="사각형: 둥근 모서리 12">
            <a:extLst>
              <a:ext uri="{FF2B5EF4-FFF2-40B4-BE49-F238E27FC236}">
                <a16:creationId xmlns:a16="http://schemas.microsoft.com/office/drawing/2014/main" id="{2F27FFD2-C981-7741-EAB8-E3CC2F4337A0}"/>
              </a:ext>
            </a:extLst>
          </p:cNvPr>
          <p:cNvSpPr/>
          <p:nvPr/>
        </p:nvSpPr>
        <p:spPr>
          <a:xfrm>
            <a:off x="6770451" y="1102094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2">
              <a:lumMod val="9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Controller</a:t>
            </a:r>
            <a:r>
              <a:rPr lang="en-US" altLang="ko-KR" sz="900" b="1"/>
              <a:t> </a:t>
            </a:r>
            <a:br>
              <a:rPr lang="en-US" altLang="ko-KR" sz="900" b="1"/>
            </a:br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19" name="직선 화살표 연결선 96">
            <a:extLst>
              <a:ext uri="{FF2B5EF4-FFF2-40B4-BE49-F238E27FC236}">
                <a16:creationId xmlns:a16="http://schemas.microsoft.com/office/drawing/2014/main" id="{CE04DC4C-BEF4-9F30-D347-F66C1AD39D5D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>
            <a:off x="6278617" y="961178"/>
            <a:ext cx="491834" cy="36667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12">
            <a:extLst>
              <a:ext uri="{FF2B5EF4-FFF2-40B4-BE49-F238E27FC236}">
                <a16:creationId xmlns:a16="http://schemas.microsoft.com/office/drawing/2014/main" id="{68FFADBB-95F2-3940-BFB9-8811FE12F2E5}"/>
              </a:ext>
            </a:extLst>
          </p:cNvPr>
          <p:cNvSpPr/>
          <p:nvPr/>
        </p:nvSpPr>
        <p:spPr>
          <a:xfrm>
            <a:off x="7110050" y="209190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Gateway</a:t>
            </a:r>
          </a:p>
          <a:p>
            <a:pPr algn="ctr"/>
            <a:r>
              <a:rPr lang="en-US" altLang="ko-KR" sz="900" b="1"/>
              <a:t>Service (LB)</a:t>
            </a:r>
            <a:endParaRPr lang="ko-KR" altLang="en-US" sz="900" b="1"/>
          </a:p>
        </p:txBody>
      </p:sp>
      <p:sp>
        <p:nvSpPr>
          <p:cNvPr id="27" name="사각형: 둥근 모서리 12">
            <a:extLst>
              <a:ext uri="{FF2B5EF4-FFF2-40B4-BE49-F238E27FC236}">
                <a16:creationId xmlns:a16="http://schemas.microsoft.com/office/drawing/2014/main" id="{A4EA9A61-19CF-A415-E26F-4EAFE7C5A447}"/>
              </a:ext>
            </a:extLst>
          </p:cNvPr>
          <p:cNvSpPr/>
          <p:nvPr/>
        </p:nvSpPr>
        <p:spPr>
          <a:xfrm>
            <a:off x="3168308" y="209190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Gateway</a:t>
            </a:r>
          </a:p>
          <a:p>
            <a:pPr algn="ctr"/>
            <a:r>
              <a:rPr lang="en-US" altLang="ko-KR" sz="900" b="1"/>
              <a:t>Service (LB)</a:t>
            </a:r>
            <a:endParaRPr lang="ko-KR" altLang="en-US" sz="900" b="1"/>
          </a:p>
        </p:txBody>
      </p:sp>
      <p:cxnSp>
        <p:nvCxnSpPr>
          <p:cNvPr id="28" name="직선 화살표 연결선 96">
            <a:extLst>
              <a:ext uri="{FF2B5EF4-FFF2-40B4-BE49-F238E27FC236}">
                <a16:creationId xmlns:a16="http://schemas.microsoft.com/office/drawing/2014/main" id="{A3B497E2-FBEB-4A2A-8215-4F5F89F10B02}"/>
              </a:ext>
            </a:extLst>
          </p:cNvPr>
          <p:cNvCxnSpPr>
            <a:cxnSpLocks/>
            <a:stCxn id="18" idx="2"/>
            <a:endCxn id="27" idx="0"/>
          </p:cNvCxnSpPr>
          <p:nvPr/>
        </p:nvCxnSpPr>
        <p:spPr>
          <a:xfrm flipH="1">
            <a:off x="3738027" y="1553605"/>
            <a:ext cx="3602143" cy="538304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96">
            <a:extLst>
              <a:ext uri="{FF2B5EF4-FFF2-40B4-BE49-F238E27FC236}">
                <a16:creationId xmlns:a16="http://schemas.microsoft.com/office/drawing/2014/main" id="{F96BB30F-8013-6917-3287-F71B8A4955C1}"/>
              </a:ext>
            </a:extLst>
          </p:cNvPr>
          <p:cNvCxnSpPr>
            <a:cxnSpLocks/>
            <a:stCxn id="18" idx="2"/>
            <a:endCxn id="26" idx="0"/>
          </p:cNvCxnSpPr>
          <p:nvPr/>
        </p:nvCxnSpPr>
        <p:spPr>
          <a:xfrm>
            <a:off x="7340170" y="1553605"/>
            <a:ext cx="339599" cy="538304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96">
            <a:extLst>
              <a:ext uri="{FF2B5EF4-FFF2-40B4-BE49-F238E27FC236}">
                <a16:creationId xmlns:a16="http://schemas.microsoft.com/office/drawing/2014/main" id="{03EC2A3E-26F5-9355-4DEF-64A3A2AD5179}"/>
              </a:ext>
            </a:extLst>
          </p:cNvPr>
          <p:cNvCxnSpPr>
            <a:cxnSpLocks/>
            <a:stCxn id="5" idx="1"/>
            <a:endCxn id="27" idx="3"/>
          </p:cNvCxnSpPr>
          <p:nvPr/>
        </p:nvCxnSpPr>
        <p:spPr>
          <a:xfrm flipH="1" flipV="1">
            <a:off x="4307746" y="2317665"/>
            <a:ext cx="174476" cy="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사각형: 둥근 모서리 12">
            <a:extLst>
              <a:ext uri="{FF2B5EF4-FFF2-40B4-BE49-F238E27FC236}">
                <a16:creationId xmlns:a16="http://schemas.microsoft.com/office/drawing/2014/main" id="{38C3D893-9E3C-A5D5-56F4-AF8AAA8DB397}"/>
              </a:ext>
            </a:extLst>
          </p:cNvPr>
          <p:cNvSpPr/>
          <p:nvPr/>
        </p:nvSpPr>
        <p:spPr>
          <a:xfrm>
            <a:off x="3166944" y="74823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Client</a:t>
            </a:r>
            <a:endParaRPr lang="ko-KR" altLang="en-US" sz="900"/>
          </a:p>
        </p:txBody>
      </p:sp>
      <p:cxnSp>
        <p:nvCxnSpPr>
          <p:cNvPr id="42" name="직선 화살표 연결선 96">
            <a:extLst>
              <a:ext uri="{FF2B5EF4-FFF2-40B4-BE49-F238E27FC236}">
                <a16:creationId xmlns:a16="http://schemas.microsoft.com/office/drawing/2014/main" id="{0384CE22-D684-4023-A793-885A9763DF68}"/>
              </a:ext>
            </a:extLst>
          </p:cNvPr>
          <p:cNvCxnSpPr>
            <a:cxnSpLocks/>
            <a:stCxn id="8" idx="3"/>
            <a:endCxn id="26" idx="1"/>
          </p:cNvCxnSpPr>
          <p:nvPr/>
        </p:nvCxnSpPr>
        <p:spPr>
          <a:xfrm>
            <a:off x="6935574" y="2317665"/>
            <a:ext cx="174476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사각형: 둥근 모서리 12">
            <a:extLst>
              <a:ext uri="{FF2B5EF4-FFF2-40B4-BE49-F238E27FC236}">
                <a16:creationId xmlns:a16="http://schemas.microsoft.com/office/drawing/2014/main" id="{96930A7D-5EB7-5FD3-4FC6-CF861C1BBDA2}"/>
              </a:ext>
            </a:extLst>
          </p:cNvPr>
          <p:cNvSpPr/>
          <p:nvPr/>
        </p:nvSpPr>
        <p:spPr>
          <a:xfrm>
            <a:off x="3166944" y="279252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Gateway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47" name="사각형: 둥근 모서리 12">
            <a:extLst>
              <a:ext uri="{FF2B5EF4-FFF2-40B4-BE49-F238E27FC236}">
                <a16:creationId xmlns:a16="http://schemas.microsoft.com/office/drawing/2014/main" id="{3D1A2E0A-84D7-331C-617A-DF2AE07CFC38}"/>
              </a:ext>
            </a:extLst>
          </p:cNvPr>
          <p:cNvSpPr/>
          <p:nvPr/>
        </p:nvSpPr>
        <p:spPr>
          <a:xfrm>
            <a:off x="7110050" y="278928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Gateway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48" name="직선 화살표 연결선 96">
            <a:extLst>
              <a:ext uri="{FF2B5EF4-FFF2-40B4-BE49-F238E27FC236}">
                <a16:creationId xmlns:a16="http://schemas.microsoft.com/office/drawing/2014/main" id="{3A7EDC53-381A-96A8-779C-F5D997F3D14C}"/>
              </a:ext>
            </a:extLst>
          </p:cNvPr>
          <p:cNvCxnSpPr>
            <a:cxnSpLocks/>
            <a:stCxn id="41" idx="2"/>
            <a:endCxn id="27" idx="0"/>
          </p:cNvCxnSpPr>
          <p:nvPr/>
        </p:nvCxnSpPr>
        <p:spPr>
          <a:xfrm>
            <a:off x="3736663" y="526334"/>
            <a:ext cx="1364" cy="1565575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96">
            <a:extLst>
              <a:ext uri="{FF2B5EF4-FFF2-40B4-BE49-F238E27FC236}">
                <a16:creationId xmlns:a16="http://schemas.microsoft.com/office/drawing/2014/main" id="{EB96FA15-BF2D-437D-EB6F-6EC58C844BCF}"/>
              </a:ext>
            </a:extLst>
          </p:cNvPr>
          <p:cNvCxnSpPr>
            <a:cxnSpLocks/>
            <a:stCxn id="41" idx="2"/>
            <a:endCxn id="26" idx="0"/>
          </p:cNvCxnSpPr>
          <p:nvPr/>
        </p:nvCxnSpPr>
        <p:spPr>
          <a:xfrm>
            <a:off x="3736663" y="526334"/>
            <a:ext cx="3943106" cy="1565575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96">
            <a:extLst>
              <a:ext uri="{FF2B5EF4-FFF2-40B4-BE49-F238E27FC236}">
                <a16:creationId xmlns:a16="http://schemas.microsoft.com/office/drawing/2014/main" id="{5B89A2FD-5D99-7281-AA6F-CAC368A903EC}"/>
              </a:ext>
            </a:extLst>
          </p:cNvPr>
          <p:cNvCxnSpPr>
            <a:cxnSpLocks/>
            <a:stCxn id="27" idx="2"/>
            <a:endCxn id="46" idx="0"/>
          </p:cNvCxnSpPr>
          <p:nvPr/>
        </p:nvCxnSpPr>
        <p:spPr>
          <a:xfrm flipH="1">
            <a:off x="3736663" y="2543420"/>
            <a:ext cx="1364" cy="24910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96">
            <a:extLst>
              <a:ext uri="{FF2B5EF4-FFF2-40B4-BE49-F238E27FC236}">
                <a16:creationId xmlns:a16="http://schemas.microsoft.com/office/drawing/2014/main" id="{2CEB00BE-1A1F-01A4-C82C-3B3FBB4D5310}"/>
              </a:ext>
            </a:extLst>
          </p:cNvPr>
          <p:cNvCxnSpPr>
            <a:cxnSpLocks/>
            <a:stCxn id="26" idx="2"/>
            <a:endCxn id="47" idx="0"/>
          </p:cNvCxnSpPr>
          <p:nvPr/>
        </p:nvCxnSpPr>
        <p:spPr>
          <a:xfrm>
            <a:off x="7679769" y="2543420"/>
            <a:ext cx="0" cy="245866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[R] 103">
            <a:extLst>
              <a:ext uri="{FF2B5EF4-FFF2-40B4-BE49-F238E27FC236}">
                <a16:creationId xmlns:a16="http://schemas.microsoft.com/office/drawing/2014/main" id="{790F6168-8BC7-43DB-05BF-6005E86FD48B}"/>
              </a:ext>
            </a:extLst>
          </p:cNvPr>
          <p:cNvCxnSpPr>
            <a:cxnSpLocks/>
          </p:cNvCxnSpPr>
          <p:nvPr/>
        </p:nvCxnSpPr>
        <p:spPr>
          <a:xfrm>
            <a:off x="1043608" y="1399538"/>
            <a:ext cx="8100392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[R] 107">
            <a:extLst>
              <a:ext uri="{FF2B5EF4-FFF2-40B4-BE49-F238E27FC236}">
                <a16:creationId xmlns:a16="http://schemas.microsoft.com/office/drawing/2014/main" id="{F71456EE-F50A-E50F-2776-C06B2A68AB0F}"/>
              </a:ext>
            </a:extLst>
          </p:cNvPr>
          <p:cNvCxnSpPr>
            <a:cxnSpLocks/>
          </p:cNvCxnSpPr>
          <p:nvPr/>
        </p:nvCxnSpPr>
        <p:spPr>
          <a:xfrm>
            <a:off x="1043608" y="3428311"/>
            <a:ext cx="8100392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2">
            <a:extLst>
              <a:ext uri="{FF2B5EF4-FFF2-40B4-BE49-F238E27FC236}">
                <a16:creationId xmlns:a16="http://schemas.microsoft.com/office/drawing/2014/main" id="{3D29B0FA-02CA-345F-9889-773FD94F087A}"/>
              </a:ext>
            </a:extLst>
          </p:cNvPr>
          <p:cNvSpPr/>
          <p:nvPr/>
        </p:nvSpPr>
        <p:spPr>
          <a:xfrm>
            <a:off x="4482222" y="3836519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/>
          </a:p>
        </p:txBody>
      </p:sp>
      <p:sp>
        <p:nvSpPr>
          <p:cNvPr id="109" name="사각형: 둥근 모서리 12">
            <a:extLst>
              <a:ext uri="{FF2B5EF4-FFF2-40B4-BE49-F238E27FC236}">
                <a16:creationId xmlns:a16="http://schemas.microsoft.com/office/drawing/2014/main" id="{BBF9B658-D358-F7D2-7A1B-ECEBA47A84CA}"/>
              </a:ext>
            </a:extLst>
          </p:cNvPr>
          <p:cNvSpPr/>
          <p:nvPr/>
        </p:nvSpPr>
        <p:spPr>
          <a:xfrm>
            <a:off x="5796135" y="3836519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App</a:t>
            </a:r>
          </a:p>
          <a:p>
            <a:pPr algn="ctr"/>
            <a:r>
              <a:rPr lang="en-US" altLang="ko-KR" sz="900" b="1"/>
              <a:t>GRPCRoute</a:t>
            </a:r>
            <a:endParaRPr lang="ko-KR" altLang="en-US" sz="900" b="1"/>
          </a:p>
        </p:txBody>
      </p:sp>
      <p:sp>
        <p:nvSpPr>
          <p:cNvPr id="110" name="사각형: 둥근 모서리 12">
            <a:extLst>
              <a:ext uri="{FF2B5EF4-FFF2-40B4-BE49-F238E27FC236}">
                <a16:creationId xmlns:a16="http://schemas.microsoft.com/office/drawing/2014/main" id="{ED5C6333-E9E4-D31A-95EB-30A7BE5EDADE}"/>
              </a:ext>
            </a:extLst>
          </p:cNvPr>
          <p:cNvSpPr/>
          <p:nvPr/>
        </p:nvSpPr>
        <p:spPr>
          <a:xfrm>
            <a:off x="3847030" y="4486770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/>
              <a:t>TLSRoute</a:t>
            </a:r>
            <a:endParaRPr lang="ko-KR" altLang="en-US" sz="900" b="1"/>
          </a:p>
        </p:txBody>
      </p:sp>
      <p:sp>
        <p:nvSpPr>
          <p:cNvPr id="111" name="사각형: 둥근 모서리 12">
            <a:extLst>
              <a:ext uri="{FF2B5EF4-FFF2-40B4-BE49-F238E27FC236}">
                <a16:creationId xmlns:a16="http://schemas.microsoft.com/office/drawing/2014/main" id="{1CABD05F-AFF9-53EB-CAC3-5D41BC4CD7FE}"/>
              </a:ext>
            </a:extLst>
          </p:cNvPr>
          <p:cNvSpPr/>
          <p:nvPr/>
        </p:nvSpPr>
        <p:spPr>
          <a:xfrm>
            <a:off x="5138497" y="4486771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App</a:t>
            </a:r>
          </a:p>
          <a:p>
            <a:pPr algn="ctr"/>
            <a:r>
              <a:rPr lang="en-US" altLang="ko-KR" sz="900" b="1"/>
              <a:t>TCPRoute</a:t>
            </a:r>
            <a:endParaRPr lang="ko-KR" altLang="en-US" sz="900" b="1"/>
          </a:p>
        </p:txBody>
      </p:sp>
      <p:sp>
        <p:nvSpPr>
          <p:cNvPr id="112" name="사각형: 둥근 모서리 12">
            <a:extLst>
              <a:ext uri="{FF2B5EF4-FFF2-40B4-BE49-F238E27FC236}">
                <a16:creationId xmlns:a16="http://schemas.microsoft.com/office/drawing/2014/main" id="{78558C94-1C9C-220E-0F8B-D623394F2557}"/>
              </a:ext>
            </a:extLst>
          </p:cNvPr>
          <p:cNvSpPr/>
          <p:nvPr/>
        </p:nvSpPr>
        <p:spPr>
          <a:xfrm>
            <a:off x="6429964" y="4486771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App</a:t>
            </a:r>
          </a:p>
          <a:p>
            <a:pPr algn="ctr"/>
            <a:r>
              <a:rPr lang="en-US" altLang="ko-KR" sz="900" b="1"/>
              <a:t>UDPRoute</a:t>
            </a:r>
            <a:endParaRPr lang="ko-KR" altLang="en-US" sz="900" b="1"/>
          </a:p>
        </p:txBody>
      </p:sp>
      <p:sp>
        <p:nvSpPr>
          <p:cNvPr id="118" name="사각형: 둥근 모서리 12">
            <a:extLst>
              <a:ext uri="{FF2B5EF4-FFF2-40B4-BE49-F238E27FC236}">
                <a16:creationId xmlns:a16="http://schemas.microsoft.com/office/drawing/2014/main" id="{6AA5B075-9396-3EDA-5D6E-C44CB0840581}"/>
              </a:ext>
            </a:extLst>
          </p:cNvPr>
          <p:cNvSpPr/>
          <p:nvPr/>
        </p:nvSpPr>
        <p:spPr>
          <a:xfrm>
            <a:off x="3168308" y="383651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/>
              <a:t>Service</a:t>
            </a:r>
            <a:endParaRPr lang="ko-KR" altLang="en-US" sz="900" b="1"/>
          </a:p>
        </p:txBody>
      </p:sp>
      <p:sp>
        <p:nvSpPr>
          <p:cNvPr id="121" name="사각형: 둥근 모서리 12">
            <a:extLst>
              <a:ext uri="{FF2B5EF4-FFF2-40B4-BE49-F238E27FC236}">
                <a16:creationId xmlns:a16="http://schemas.microsoft.com/office/drawing/2014/main" id="{62BE5D10-8762-1350-49E8-B58E63440310}"/>
              </a:ext>
            </a:extLst>
          </p:cNvPr>
          <p:cNvSpPr/>
          <p:nvPr/>
        </p:nvSpPr>
        <p:spPr>
          <a:xfrm>
            <a:off x="2551546" y="448677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122" name="직선 화살표 연결선 96">
            <a:extLst>
              <a:ext uri="{FF2B5EF4-FFF2-40B4-BE49-F238E27FC236}">
                <a16:creationId xmlns:a16="http://schemas.microsoft.com/office/drawing/2014/main" id="{6A422107-D30E-CCD2-41D0-E44F14649CD8}"/>
              </a:ext>
            </a:extLst>
          </p:cNvPr>
          <p:cNvCxnSpPr>
            <a:cxnSpLocks/>
            <a:stCxn id="46" idx="2"/>
            <a:endCxn id="118" idx="0"/>
          </p:cNvCxnSpPr>
          <p:nvPr/>
        </p:nvCxnSpPr>
        <p:spPr>
          <a:xfrm>
            <a:off x="3736663" y="3244040"/>
            <a:ext cx="1364" cy="59247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96">
            <a:extLst>
              <a:ext uri="{FF2B5EF4-FFF2-40B4-BE49-F238E27FC236}">
                <a16:creationId xmlns:a16="http://schemas.microsoft.com/office/drawing/2014/main" id="{86E9EB64-9F2F-E167-271A-27D17D417619}"/>
              </a:ext>
            </a:extLst>
          </p:cNvPr>
          <p:cNvCxnSpPr>
            <a:cxnSpLocks/>
            <a:stCxn id="118" idx="2"/>
            <a:endCxn id="121" idx="0"/>
          </p:cNvCxnSpPr>
          <p:nvPr/>
        </p:nvCxnSpPr>
        <p:spPr>
          <a:xfrm flipH="1">
            <a:off x="3121265" y="4288030"/>
            <a:ext cx="616762" cy="19874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96">
            <a:extLst>
              <a:ext uri="{FF2B5EF4-FFF2-40B4-BE49-F238E27FC236}">
                <a16:creationId xmlns:a16="http://schemas.microsoft.com/office/drawing/2014/main" id="{7FDE4D0C-874C-B033-9061-62E3B84E3C57}"/>
              </a:ext>
            </a:extLst>
          </p:cNvPr>
          <p:cNvCxnSpPr>
            <a:cxnSpLocks/>
            <a:stCxn id="17" idx="0"/>
            <a:endCxn id="5" idx="2"/>
          </p:cNvCxnSpPr>
          <p:nvPr/>
        </p:nvCxnSpPr>
        <p:spPr>
          <a:xfrm flipV="1">
            <a:off x="5051941" y="2543421"/>
            <a:ext cx="0" cy="129309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96">
            <a:extLst>
              <a:ext uri="{FF2B5EF4-FFF2-40B4-BE49-F238E27FC236}">
                <a16:creationId xmlns:a16="http://schemas.microsoft.com/office/drawing/2014/main" id="{1B9D28CC-6F39-98B0-7690-D6564960B6BF}"/>
              </a:ext>
            </a:extLst>
          </p:cNvPr>
          <p:cNvCxnSpPr>
            <a:cxnSpLocks/>
            <a:stCxn id="110" idx="0"/>
            <a:endCxn id="5" idx="2"/>
          </p:cNvCxnSpPr>
          <p:nvPr/>
        </p:nvCxnSpPr>
        <p:spPr>
          <a:xfrm flipV="1">
            <a:off x="4416749" y="2543421"/>
            <a:ext cx="635192" cy="194334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96">
            <a:extLst>
              <a:ext uri="{FF2B5EF4-FFF2-40B4-BE49-F238E27FC236}">
                <a16:creationId xmlns:a16="http://schemas.microsoft.com/office/drawing/2014/main" id="{AED208B3-F4FB-3FED-DE61-0AA6E495259C}"/>
              </a:ext>
            </a:extLst>
          </p:cNvPr>
          <p:cNvCxnSpPr>
            <a:cxnSpLocks/>
            <a:stCxn id="109" idx="0"/>
            <a:endCxn id="8" idx="2"/>
          </p:cNvCxnSpPr>
          <p:nvPr/>
        </p:nvCxnSpPr>
        <p:spPr>
          <a:xfrm flipV="1">
            <a:off x="6365854" y="2543420"/>
            <a:ext cx="1" cy="129309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96">
            <a:extLst>
              <a:ext uri="{FF2B5EF4-FFF2-40B4-BE49-F238E27FC236}">
                <a16:creationId xmlns:a16="http://schemas.microsoft.com/office/drawing/2014/main" id="{7A26AA1A-5A40-4CD0-5797-8A620C71E9BF}"/>
              </a:ext>
            </a:extLst>
          </p:cNvPr>
          <p:cNvCxnSpPr>
            <a:cxnSpLocks/>
            <a:stCxn id="17" idx="1"/>
            <a:endCxn id="118" idx="3"/>
          </p:cNvCxnSpPr>
          <p:nvPr/>
        </p:nvCxnSpPr>
        <p:spPr>
          <a:xfrm flipH="1">
            <a:off x="4307746" y="4062275"/>
            <a:ext cx="174476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화살표 연결선 96">
            <a:extLst>
              <a:ext uri="{FF2B5EF4-FFF2-40B4-BE49-F238E27FC236}">
                <a16:creationId xmlns:a16="http://schemas.microsoft.com/office/drawing/2014/main" id="{11FC039A-4E4D-58FD-93BA-33747232FB50}"/>
              </a:ext>
            </a:extLst>
          </p:cNvPr>
          <p:cNvCxnSpPr>
            <a:cxnSpLocks/>
            <a:stCxn id="110" idx="0"/>
            <a:endCxn id="118" idx="3"/>
          </p:cNvCxnSpPr>
          <p:nvPr/>
        </p:nvCxnSpPr>
        <p:spPr>
          <a:xfrm flipH="1" flipV="1">
            <a:off x="4307746" y="4062275"/>
            <a:ext cx="109003" cy="42449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사각형: 둥근 모서리 12">
            <a:extLst>
              <a:ext uri="{FF2B5EF4-FFF2-40B4-BE49-F238E27FC236}">
                <a16:creationId xmlns:a16="http://schemas.microsoft.com/office/drawing/2014/main" id="{8AB0D666-DE7C-90A0-B16D-6AFF35960296}"/>
              </a:ext>
            </a:extLst>
          </p:cNvPr>
          <p:cNvSpPr/>
          <p:nvPr/>
        </p:nvSpPr>
        <p:spPr>
          <a:xfrm>
            <a:off x="7110047" y="383651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App</a:t>
            </a:r>
          </a:p>
          <a:p>
            <a:pPr algn="ctr"/>
            <a:r>
              <a:rPr lang="en-US" altLang="ko-KR" sz="900" b="1"/>
              <a:t>Service</a:t>
            </a:r>
            <a:endParaRPr lang="ko-KR" altLang="en-US" sz="900" b="1"/>
          </a:p>
        </p:txBody>
      </p:sp>
      <p:sp>
        <p:nvSpPr>
          <p:cNvPr id="173" name="사각형: 둥근 모서리 12">
            <a:extLst>
              <a:ext uri="{FF2B5EF4-FFF2-40B4-BE49-F238E27FC236}">
                <a16:creationId xmlns:a16="http://schemas.microsoft.com/office/drawing/2014/main" id="{CB0076B6-87A5-CBE1-51C9-D746FD5A2C61}"/>
              </a:ext>
            </a:extLst>
          </p:cNvPr>
          <p:cNvSpPr/>
          <p:nvPr/>
        </p:nvSpPr>
        <p:spPr>
          <a:xfrm>
            <a:off x="7726327" y="448677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174" name="직선 화살표 연결선 96">
            <a:extLst>
              <a:ext uri="{FF2B5EF4-FFF2-40B4-BE49-F238E27FC236}">
                <a16:creationId xmlns:a16="http://schemas.microsoft.com/office/drawing/2014/main" id="{C29A78AF-EA14-FD8D-6B9E-E4ED3AC6D2EE}"/>
              </a:ext>
            </a:extLst>
          </p:cNvPr>
          <p:cNvCxnSpPr>
            <a:cxnSpLocks/>
            <a:stCxn id="111" idx="0"/>
          </p:cNvCxnSpPr>
          <p:nvPr/>
        </p:nvCxnSpPr>
        <p:spPr>
          <a:xfrm flipV="1">
            <a:off x="5708216" y="4059583"/>
            <a:ext cx="1458523" cy="42718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화살표 연결선 96">
            <a:extLst>
              <a:ext uri="{FF2B5EF4-FFF2-40B4-BE49-F238E27FC236}">
                <a16:creationId xmlns:a16="http://schemas.microsoft.com/office/drawing/2014/main" id="{4682D718-81BA-9D50-DAAF-C41B2A8BB8F5}"/>
              </a:ext>
            </a:extLst>
          </p:cNvPr>
          <p:cNvCxnSpPr>
            <a:cxnSpLocks/>
            <a:stCxn id="112" idx="0"/>
            <a:endCxn id="172" idx="1"/>
          </p:cNvCxnSpPr>
          <p:nvPr/>
        </p:nvCxnSpPr>
        <p:spPr>
          <a:xfrm flipV="1">
            <a:off x="6999683" y="4062275"/>
            <a:ext cx="110364" cy="42449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화살표 연결선 96">
            <a:extLst>
              <a:ext uri="{FF2B5EF4-FFF2-40B4-BE49-F238E27FC236}">
                <a16:creationId xmlns:a16="http://schemas.microsoft.com/office/drawing/2014/main" id="{DEBCD456-A163-2466-F936-0BEC7FDA068A}"/>
              </a:ext>
            </a:extLst>
          </p:cNvPr>
          <p:cNvCxnSpPr>
            <a:cxnSpLocks/>
            <a:stCxn id="111" idx="0"/>
            <a:endCxn id="8" idx="2"/>
          </p:cNvCxnSpPr>
          <p:nvPr/>
        </p:nvCxnSpPr>
        <p:spPr>
          <a:xfrm flipV="1">
            <a:off x="5708216" y="2543420"/>
            <a:ext cx="657639" cy="194335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96">
            <a:extLst>
              <a:ext uri="{FF2B5EF4-FFF2-40B4-BE49-F238E27FC236}">
                <a16:creationId xmlns:a16="http://schemas.microsoft.com/office/drawing/2014/main" id="{AF86BC7E-BBFB-C08A-13EB-8D062F9C817D}"/>
              </a:ext>
            </a:extLst>
          </p:cNvPr>
          <p:cNvCxnSpPr>
            <a:cxnSpLocks/>
            <a:stCxn id="112" idx="0"/>
            <a:endCxn id="8" idx="2"/>
          </p:cNvCxnSpPr>
          <p:nvPr/>
        </p:nvCxnSpPr>
        <p:spPr>
          <a:xfrm flipH="1" flipV="1">
            <a:off x="6365855" y="2543420"/>
            <a:ext cx="633828" cy="194335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화살표 연결선 96">
            <a:extLst>
              <a:ext uri="{FF2B5EF4-FFF2-40B4-BE49-F238E27FC236}">
                <a16:creationId xmlns:a16="http://schemas.microsoft.com/office/drawing/2014/main" id="{C778E6E3-155C-2B3C-A412-E7F883E45707}"/>
              </a:ext>
            </a:extLst>
          </p:cNvPr>
          <p:cNvCxnSpPr>
            <a:cxnSpLocks/>
            <a:stCxn id="109" idx="3"/>
            <a:endCxn id="172" idx="1"/>
          </p:cNvCxnSpPr>
          <p:nvPr/>
        </p:nvCxnSpPr>
        <p:spPr>
          <a:xfrm>
            <a:off x="6935573" y="4062275"/>
            <a:ext cx="174474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화살표 연결선 96">
            <a:extLst>
              <a:ext uri="{FF2B5EF4-FFF2-40B4-BE49-F238E27FC236}">
                <a16:creationId xmlns:a16="http://schemas.microsoft.com/office/drawing/2014/main" id="{AD9625BD-D3C2-D576-741D-D16887E5A6F5}"/>
              </a:ext>
            </a:extLst>
          </p:cNvPr>
          <p:cNvCxnSpPr>
            <a:cxnSpLocks/>
            <a:stCxn id="47" idx="2"/>
            <a:endCxn id="172" idx="0"/>
          </p:cNvCxnSpPr>
          <p:nvPr/>
        </p:nvCxnSpPr>
        <p:spPr>
          <a:xfrm flipH="1">
            <a:off x="7679766" y="3240797"/>
            <a:ext cx="3" cy="595722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화살표 연결선 96">
            <a:extLst>
              <a:ext uri="{FF2B5EF4-FFF2-40B4-BE49-F238E27FC236}">
                <a16:creationId xmlns:a16="http://schemas.microsoft.com/office/drawing/2014/main" id="{8AAE2936-0B69-FDD5-6BCB-A7DA14A8B25C}"/>
              </a:ext>
            </a:extLst>
          </p:cNvPr>
          <p:cNvCxnSpPr>
            <a:cxnSpLocks/>
            <a:stCxn id="172" idx="2"/>
            <a:endCxn id="173" idx="0"/>
          </p:cNvCxnSpPr>
          <p:nvPr/>
        </p:nvCxnSpPr>
        <p:spPr>
          <a:xfrm>
            <a:off x="7679766" y="4288030"/>
            <a:ext cx="616280" cy="19874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직선 연결선[R] 200">
            <a:extLst>
              <a:ext uri="{FF2B5EF4-FFF2-40B4-BE49-F238E27FC236}">
                <a16:creationId xmlns:a16="http://schemas.microsoft.com/office/drawing/2014/main" id="{32DEFF31-533F-FC5C-530D-899C69FE8A4F}"/>
              </a:ext>
            </a:extLst>
          </p:cNvPr>
          <p:cNvCxnSpPr>
            <a:cxnSpLocks/>
          </p:cNvCxnSpPr>
          <p:nvPr/>
        </p:nvCxnSpPr>
        <p:spPr>
          <a:xfrm>
            <a:off x="1048324" y="627534"/>
            <a:ext cx="8100392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직선 화살표 연결선 96">
            <a:extLst>
              <a:ext uri="{FF2B5EF4-FFF2-40B4-BE49-F238E27FC236}">
                <a16:creationId xmlns:a16="http://schemas.microsoft.com/office/drawing/2014/main" id="{C5C2236D-B30F-52B8-EE1B-D557D8B20245}"/>
              </a:ext>
            </a:extLst>
          </p:cNvPr>
          <p:cNvCxnSpPr>
            <a:cxnSpLocks/>
          </p:cNvCxnSpPr>
          <p:nvPr/>
        </p:nvCxnSpPr>
        <p:spPr>
          <a:xfrm>
            <a:off x="4572560" y="300578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8F32F4C5-E9C6-C0E0-8B03-E1CA9BFC3381}"/>
              </a:ext>
            </a:extLst>
          </p:cNvPr>
          <p:cNvSpPr txBox="1"/>
          <p:nvPr/>
        </p:nvSpPr>
        <p:spPr>
          <a:xfrm>
            <a:off x="4868303" y="190808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Reference</a:t>
            </a:r>
            <a:endParaRPr lang="en-KR" sz="900"/>
          </a:p>
        </p:txBody>
      </p:sp>
      <p:cxnSp>
        <p:nvCxnSpPr>
          <p:cNvPr id="214" name="직선 화살표 연결선 96">
            <a:extLst>
              <a:ext uri="{FF2B5EF4-FFF2-40B4-BE49-F238E27FC236}">
                <a16:creationId xmlns:a16="http://schemas.microsoft.com/office/drawing/2014/main" id="{16A84568-2E1D-7795-04DA-0E50C41DF7E8}"/>
              </a:ext>
            </a:extLst>
          </p:cNvPr>
          <p:cNvCxnSpPr>
            <a:cxnSpLocks/>
          </p:cNvCxnSpPr>
          <p:nvPr/>
        </p:nvCxnSpPr>
        <p:spPr>
          <a:xfrm>
            <a:off x="5691416" y="303274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746AC063-BD48-81A7-B991-1815CAA03592}"/>
              </a:ext>
            </a:extLst>
          </p:cNvPr>
          <p:cNvSpPr txBox="1"/>
          <p:nvPr/>
        </p:nvSpPr>
        <p:spPr>
          <a:xfrm>
            <a:off x="5987159" y="193504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Traffic</a:t>
            </a:r>
            <a:endParaRPr lang="en-KR" sz="900"/>
          </a:p>
        </p:txBody>
      </p:sp>
      <p:cxnSp>
        <p:nvCxnSpPr>
          <p:cNvPr id="216" name="직선 화살표 연결선 96">
            <a:extLst>
              <a:ext uri="{FF2B5EF4-FFF2-40B4-BE49-F238E27FC236}">
                <a16:creationId xmlns:a16="http://schemas.microsoft.com/office/drawing/2014/main" id="{0C361C4C-35CE-C65E-7FAB-CE6E4F45045C}"/>
              </a:ext>
            </a:extLst>
          </p:cNvPr>
          <p:cNvCxnSpPr>
            <a:cxnSpLocks/>
            <a:stCxn id="18" idx="2"/>
            <a:endCxn id="47" idx="0"/>
          </p:cNvCxnSpPr>
          <p:nvPr/>
        </p:nvCxnSpPr>
        <p:spPr>
          <a:xfrm>
            <a:off x="7340170" y="1553605"/>
            <a:ext cx="339599" cy="1235681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화살표 연결선 96">
            <a:extLst>
              <a:ext uri="{FF2B5EF4-FFF2-40B4-BE49-F238E27FC236}">
                <a16:creationId xmlns:a16="http://schemas.microsoft.com/office/drawing/2014/main" id="{CDBB4D40-617E-DF4F-B05C-9ECF605CD4B5}"/>
              </a:ext>
            </a:extLst>
          </p:cNvPr>
          <p:cNvCxnSpPr>
            <a:cxnSpLocks/>
            <a:stCxn id="18" idx="2"/>
            <a:endCxn id="46" idx="0"/>
          </p:cNvCxnSpPr>
          <p:nvPr/>
        </p:nvCxnSpPr>
        <p:spPr>
          <a:xfrm flipH="1">
            <a:off x="3736663" y="1553605"/>
            <a:ext cx="3603507" cy="1238924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화살표 연결선 96">
            <a:extLst>
              <a:ext uri="{FF2B5EF4-FFF2-40B4-BE49-F238E27FC236}">
                <a16:creationId xmlns:a16="http://schemas.microsoft.com/office/drawing/2014/main" id="{4D8FF50B-B6D9-9A20-8398-128DC33FBC86}"/>
              </a:ext>
            </a:extLst>
          </p:cNvPr>
          <p:cNvCxnSpPr>
            <a:cxnSpLocks/>
            <a:stCxn id="5" idx="1"/>
            <a:endCxn id="46" idx="3"/>
          </p:cNvCxnSpPr>
          <p:nvPr/>
        </p:nvCxnSpPr>
        <p:spPr>
          <a:xfrm flipH="1">
            <a:off x="4306382" y="2317666"/>
            <a:ext cx="175840" cy="70061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직선 화살표 연결선 96">
            <a:extLst>
              <a:ext uri="{FF2B5EF4-FFF2-40B4-BE49-F238E27FC236}">
                <a16:creationId xmlns:a16="http://schemas.microsoft.com/office/drawing/2014/main" id="{9FF3F387-7D0A-6040-E218-5678A507DA12}"/>
              </a:ext>
            </a:extLst>
          </p:cNvPr>
          <p:cNvCxnSpPr>
            <a:cxnSpLocks/>
            <a:stCxn id="8" idx="3"/>
            <a:endCxn id="47" idx="1"/>
          </p:cNvCxnSpPr>
          <p:nvPr/>
        </p:nvCxnSpPr>
        <p:spPr>
          <a:xfrm>
            <a:off x="6935574" y="2317665"/>
            <a:ext cx="174476" cy="69737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직선 화살표 연결선 96">
            <a:extLst>
              <a:ext uri="{FF2B5EF4-FFF2-40B4-BE49-F238E27FC236}">
                <a16:creationId xmlns:a16="http://schemas.microsoft.com/office/drawing/2014/main" id="{A6266F0E-F76D-EE71-1817-6154F7C0C843}"/>
              </a:ext>
            </a:extLst>
          </p:cNvPr>
          <p:cNvCxnSpPr>
            <a:cxnSpLocks/>
          </p:cNvCxnSpPr>
          <p:nvPr/>
        </p:nvCxnSpPr>
        <p:spPr>
          <a:xfrm>
            <a:off x="6627325" y="300578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TextBox 228">
            <a:extLst>
              <a:ext uri="{FF2B5EF4-FFF2-40B4-BE49-F238E27FC236}">
                <a16:creationId xmlns:a16="http://schemas.microsoft.com/office/drawing/2014/main" id="{7B75A541-3FE2-1958-EB0E-31FA2AD816B9}"/>
              </a:ext>
            </a:extLst>
          </p:cNvPr>
          <p:cNvSpPr txBox="1"/>
          <p:nvPr/>
        </p:nvSpPr>
        <p:spPr>
          <a:xfrm>
            <a:off x="6923068" y="190808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97F07993-CD40-C9BC-1F1A-9409085A38BA}"/>
              </a:ext>
            </a:extLst>
          </p:cNvPr>
          <p:cNvSpPr txBox="1"/>
          <p:nvPr/>
        </p:nvSpPr>
        <p:spPr>
          <a:xfrm>
            <a:off x="1639312" y="828870"/>
            <a:ext cx="953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/>
              <a:t>Infrastructure Provide</a:t>
            </a:r>
            <a:endParaRPr lang="en-KR" sz="900" b="1"/>
          </a:p>
        </p:txBody>
      </p:sp>
      <p:pic>
        <p:nvPicPr>
          <p:cNvPr id="246" name="그림 245" descr="사람 아이콘 일러스트 | Canva">
            <a:extLst>
              <a:ext uri="{FF2B5EF4-FFF2-40B4-BE49-F238E27FC236}">
                <a16:creationId xmlns:a16="http://schemas.microsoft.com/office/drawing/2014/main" id="{5FDB22C0-3E98-E7AD-CDB1-02587E621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013" y="836246"/>
            <a:ext cx="315254" cy="354581"/>
          </a:xfrm>
          <a:prstGeom prst="rect">
            <a:avLst/>
          </a:prstGeom>
        </p:spPr>
      </p:pic>
      <p:sp>
        <p:nvSpPr>
          <p:cNvPr id="247" name="TextBox 246">
            <a:extLst>
              <a:ext uri="{FF2B5EF4-FFF2-40B4-BE49-F238E27FC236}">
                <a16:creationId xmlns:a16="http://schemas.microsoft.com/office/drawing/2014/main" id="{60590BF2-558C-DCF8-6C1F-202126A136A5}"/>
              </a:ext>
            </a:extLst>
          </p:cNvPr>
          <p:cNvSpPr txBox="1"/>
          <p:nvPr/>
        </p:nvSpPr>
        <p:spPr>
          <a:xfrm>
            <a:off x="1644008" y="2211750"/>
            <a:ext cx="878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Cluster</a:t>
            </a:r>
            <a:br>
              <a:rPr lang="en-US" altLang="ko-KR" sz="900" b="1"/>
            </a:br>
            <a:r>
              <a:rPr lang="en-US" altLang="ko-KR" sz="900" b="1"/>
              <a:t>Operator</a:t>
            </a:r>
            <a:endParaRPr lang="en-KR" sz="900" b="1"/>
          </a:p>
        </p:txBody>
      </p:sp>
      <p:pic>
        <p:nvPicPr>
          <p:cNvPr id="248" name="그림 247" descr="사람 아이콘 일러스트 | Canva">
            <a:extLst>
              <a:ext uri="{FF2B5EF4-FFF2-40B4-BE49-F238E27FC236}">
                <a16:creationId xmlns:a16="http://schemas.microsoft.com/office/drawing/2014/main" id="{B7AE7DC9-4F18-E4BC-FBBF-468EDA383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709" y="2219126"/>
            <a:ext cx="315254" cy="354581"/>
          </a:xfrm>
          <a:prstGeom prst="rect">
            <a:avLst/>
          </a:prstGeom>
        </p:spPr>
      </p:pic>
      <p:sp>
        <p:nvSpPr>
          <p:cNvPr id="249" name="TextBox 248">
            <a:extLst>
              <a:ext uri="{FF2B5EF4-FFF2-40B4-BE49-F238E27FC236}">
                <a16:creationId xmlns:a16="http://schemas.microsoft.com/office/drawing/2014/main" id="{DB59CBA1-ECE6-D2E0-A39D-EF87C6ACF13B}"/>
              </a:ext>
            </a:extLst>
          </p:cNvPr>
          <p:cNvSpPr txBox="1"/>
          <p:nvPr/>
        </p:nvSpPr>
        <p:spPr>
          <a:xfrm>
            <a:off x="1644008" y="4059583"/>
            <a:ext cx="878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App</a:t>
            </a:r>
            <a:br>
              <a:rPr lang="en-US" altLang="ko-KR" sz="900" b="1"/>
            </a:br>
            <a:r>
              <a:rPr lang="en-US" altLang="ko-KR" sz="900" b="1"/>
              <a:t>Developer</a:t>
            </a:r>
            <a:endParaRPr lang="en-KR" sz="900"/>
          </a:p>
        </p:txBody>
      </p:sp>
      <p:pic>
        <p:nvPicPr>
          <p:cNvPr id="250" name="그림 249" descr="사람 아이콘 일러스트 | Canva">
            <a:extLst>
              <a:ext uri="{FF2B5EF4-FFF2-40B4-BE49-F238E27FC236}">
                <a16:creationId xmlns:a16="http://schemas.microsoft.com/office/drawing/2014/main" id="{4BEF61D5-CBBB-8317-39DF-12DE42A78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709" y="4066959"/>
            <a:ext cx="315254" cy="354581"/>
          </a:xfrm>
          <a:prstGeom prst="rect">
            <a:avLst/>
          </a:prstGeom>
        </p:spPr>
      </p:pic>
      <p:sp>
        <p:nvSpPr>
          <p:cNvPr id="2" name="사각형: 둥근 모서리 70">
            <a:extLst>
              <a:ext uri="{FF2B5EF4-FFF2-40B4-BE49-F238E27FC236}">
                <a16:creationId xmlns:a16="http://schemas.microsoft.com/office/drawing/2014/main" id="{5464C3F6-C12B-7AFE-FD25-89EAC7EB6680}"/>
              </a:ext>
            </a:extLst>
          </p:cNvPr>
          <p:cNvSpPr/>
          <p:nvPr/>
        </p:nvSpPr>
        <p:spPr>
          <a:xfrm>
            <a:off x="6647429" y="693167"/>
            <a:ext cx="1385482" cy="951484"/>
          </a:xfrm>
          <a:prstGeom prst="roundRect">
            <a:avLst>
              <a:gd name="adj" fmla="val 7127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Controller </a:t>
            </a:r>
            <a:r>
              <a:rPr lang="en-US" altLang="ko-KR" sz="1000" b="1"/>
              <a:t>Namespace</a:t>
            </a:r>
            <a:endParaRPr lang="ko-KR" altLang="en-US" sz="1000" b="1"/>
          </a:p>
        </p:txBody>
      </p:sp>
    </p:spTree>
    <p:extLst>
      <p:ext uri="{BB962C8B-B14F-4D97-AF65-F5344CB8AC3E}">
        <p14:creationId xmlns:p14="http://schemas.microsoft.com/office/powerpoint/2010/main" val="3338504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59BC1-5116-6055-CADF-0D26579E0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12">
            <a:extLst>
              <a:ext uri="{FF2B5EF4-FFF2-40B4-BE49-F238E27FC236}">
                <a16:creationId xmlns:a16="http://schemas.microsoft.com/office/drawing/2014/main" id="{8C404C4A-E7DE-7E70-0BAF-3AA53AE519B8}"/>
              </a:ext>
            </a:extLst>
          </p:cNvPr>
          <p:cNvSpPr/>
          <p:nvPr/>
        </p:nvSpPr>
        <p:spPr>
          <a:xfrm>
            <a:off x="5139179" y="735422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Vendor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sp>
        <p:nvSpPr>
          <p:cNvPr id="6" name="사각형: 둥근 모서리 70">
            <a:extLst>
              <a:ext uri="{FF2B5EF4-FFF2-40B4-BE49-F238E27FC236}">
                <a16:creationId xmlns:a16="http://schemas.microsoft.com/office/drawing/2014/main" id="{C9DE4E98-26B3-3433-FE04-3C006A7E503F}"/>
              </a:ext>
            </a:extLst>
          </p:cNvPr>
          <p:cNvSpPr/>
          <p:nvPr/>
        </p:nvSpPr>
        <p:spPr>
          <a:xfrm>
            <a:off x="3056578" y="1792126"/>
            <a:ext cx="5304640" cy="1545936"/>
          </a:xfrm>
          <a:prstGeom prst="roundRect">
            <a:avLst>
              <a:gd name="adj" fmla="val 7127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Gateway </a:t>
            </a:r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12DD745D-B22C-7174-2952-668BFAEFFD09}"/>
              </a:ext>
            </a:extLst>
          </p:cNvPr>
          <p:cNvSpPr/>
          <p:nvPr/>
        </p:nvSpPr>
        <p:spPr>
          <a:xfrm>
            <a:off x="4482222" y="2091910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sp>
        <p:nvSpPr>
          <p:cNvPr id="8" name="사각형: 둥근 모서리 12">
            <a:extLst>
              <a:ext uri="{FF2B5EF4-FFF2-40B4-BE49-F238E27FC236}">
                <a16:creationId xmlns:a16="http://schemas.microsoft.com/office/drawing/2014/main" id="{8F6FE35F-A5AC-1C2D-F13B-291128067207}"/>
              </a:ext>
            </a:extLst>
          </p:cNvPr>
          <p:cNvSpPr/>
          <p:nvPr/>
        </p:nvSpPr>
        <p:spPr>
          <a:xfrm>
            <a:off x="5796136" y="2091909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cxnSp>
        <p:nvCxnSpPr>
          <p:cNvPr id="10" name="직선 화살표 연결선 96">
            <a:extLst>
              <a:ext uri="{FF2B5EF4-FFF2-40B4-BE49-F238E27FC236}">
                <a16:creationId xmlns:a16="http://schemas.microsoft.com/office/drawing/2014/main" id="{AF4C5305-35CC-478F-635D-29DA33945794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V="1">
            <a:off x="5051941" y="1186933"/>
            <a:ext cx="656957" cy="9049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96">
            <a:extLst>
              <a:ext uri="{FF2B5EF4-FFF2-40B4-BE49-F238E27FC236}">
                <a16:creationId xmlns:a16="http://schemas.microsoft.com/office/drawing/2014/main" id="{4488AA37-7E4F-64AF-F2F0-43E527EACE28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H="1" flipV="1">
            <a:off x="5708898" y="1186933"/>
            <a:ext cx="656957" cy="90497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70">
            <a:extLst>
              <a:ext uri="{FF2B5EF4-FFF2-40B4-BE49-F238E27FC236}">
                <a16:creationId xmlns:a16="http://schemas.microsoft.com/office/drawing/2014/main" id="{C4BAEE8B-D7B4-7537-D969-4714E55EF082}"/>
              </a:ext>
            </a:extLst>
          </p:cNvPr>
          <p:cNvSpPr/>
          <p:nvPr/>
        </p:nvSpPr>
        <p:spPr>
          <a:xfrm>
            <a:off x="2463800" y="3524900"/>
            <a:ext cx="6489700" cy="1495118"/>
          </a:xfrm>
          <a:prstGeom prst="roundRect">
            <a:avLst>
              <a:gd name="adj" fmla="val 8056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App </a:t>
            </a:r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18" name="사각형: 둥근 모서리 12">
            <a:extLst>
              <a:ext uri="{FF2B5EF4-FFF2-40B4-BE49-F238E27FC236}">
                <a16:creationId xmlns:a16="http://schemas.microsoft.com/office/drawing/2014/main" id="{057E9180-BAA8-0DA2-9B2F-A7C6115578AF}"/>
              </a:ext>
            </a:extLst>
          </p:cNvPr>
          <p:cNvSpPr/>
          <p:nvPr/>
        </p:nvSpPr>
        <p:spPr>
          <a:xfrm>
            <a:off x="6770451" y="1102094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2">
              <a:lumMod val="9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Controller</a:t>
            </a:r>
            <a:r>
              <a:rPr lang="en-US" altLang="ko-KR" sz="900" b="1"/>
              <a:t> </a:t>
            </a:r>
            <a:br>
              <a:rPr lang="en-US" altLang="ko-KR" sz="900" b="1"/>
            </a:br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19" name="직선 화살표 연결선 96">
            <a:extLst>
              <a:ext uri="{FF2B5EF4-FFF2-40B4-BE49-F238E27FC236}">
                <a16:creationId xmlns:a16="http://schemas.microsoft.com/office/drawing/2014/main" id="{FE78010D-9B29-5834-0A66-CAB3E9C2A171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>
            <a:off x="6278617" y="961178"/>
            <a:ext cx="491834" cy="36667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12">
            <a:extLst>
              <a:ext uri="{FF2B5EF4-FFF2-40B4-BE49-F238E27FC236}">
                <a16:creationId xmlns:a16="http://schemas.microsoft.com/office/drawing/2014/main" id="{EEB4C84D-2FBB-0CBA-9952-9770E5A6B0FD}"/>
              </a:ext>
            </a:extLst>
          </p:cNvPr>
          <p:cNvSpPr/>
          <p:nvPr/>
        </p:nvSpPr>
        <p:spPr>
          <a:xfrm>
            <a:off x="7110050" y="209190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Gateway</a:t>
            </a:r>
          </a:p>
          <a:p>
            <a:pPr algn="ctr"/>
            <a:r>
              <a:rPr lang="en-US" altLang="ko-KR" sz="900" b="1"/>
              <a:t>Service (LB)</a:t>
            </a:r>
            <a:endParaRPr lang="ko-KR" altLang="en-US" sz="900" b="1"/>
          </a:p>
        </p:txBody>
      </p:sp>
      <p:sp>
        <p:nvSpPr>
          <p:cNvPr id="27" name="사각형: 둥근 모서리 12">
            <a:extLst>
              <a:ext uri="{FF2B5EF4-FFF2-40B4-BE49-F238E27FC236}">
                <a16:creationId xmlns:a16="http://schemas.microsoft.com/office/drawing/2014/main" id="{8972F5A4-FC02-DBCA-C30C-6DD9D0423D2B}"/>
              </a:ext>
            </a:extLst>
          </p:cNvPr>
          <p:cNvSpPr/>
          <p:nvPr/>
        </p:nvSpPr>
        <p:spPr>
          <a:xfrm>
            <a:off x="3168308" y="209190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Gateway</a:t>
            </a:r>
          </a:p>
          <a:p>
            <a:pPr algn="ctr"/>
            <a:r>
              <a:rPr lang="en-US" altLang="ko-KR" sz="900" b="1"/>
              <a:t>Service (LB)</a:t>
            </a:r>
            <a:endParaRPr lang="ko-KR" altLang="en-US" sz="900" b="1"/>
          </a:p>
        </p:txBody>
      </p:sp>
      <p:cxnSp>
        <p:nvCxnSpPr>
          <p:cNvPr id="28" name="직선 화살표 연결선 96">
            <a:extLst>
              <a:ext uri="{FF2B5EF4-FFF2-40B4-BE49-F238E27FC236}">
                <a16:creationId xmlns:a16="http://schemas.microsoft.com/office/drawing/2014/main" id="{30136B58-96C7-83F0-903C-18B9E710B444}"/>
              </a:ext>
            </a:extLst>
          </p:cNvPr>
          <p:cNvCxnSpPr>
            <a:cxnSpLocks/>
            <a:stCxn id="18" idx="2"/>
            <a:endCxn id="27" idx="0"/>
          </p:cNvCxnSpPr>
          <p:nvPr/>
        </p:nvCxnSpPr>
        <p:spPr>
          <a:xfrm flipH="1">
            <a:off x="3738027" y="1553605"/>
            <a:ext cx="3602143" cy="538304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96">
            <a:extLst>
              <a:ext uri="{FF2B5EF4-FFF2-40B4-BE49-F238E27FC236}">
                <a16:creationId xmlns:a16="http://schemas.microsoft.com/office/drawing/2014/main" id="{C8DBF62B-619B-B28A-B612-CF57535A7ADB}"/>
              </a:ext>
            </a:extLst>
          </p:cNvPr>
          <p:cNvCxnSpPr>
            <a:cxnSpLocks/>
            <a:stCxn id="18" idx="2"/>
            <a:endCxn id="26" idx="0"/>
          </p:cNvCxnSpPr>
          <p:nvPr/>
        </p:nvCxnSpPr>
        <p:spPr>
          <a:xfrm>
            <a:off x="7340170" y="1553605"/>
            <a:ext cx="339599" cy="538304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96">
            <a:extLst>
              <a:ext uri="{FF2B5EF4-FFF2-40B4-BE49-F238E27FC236}">
                <a16:creationId xmlns:a16="http://schemas.microsoft.com/office/drawing/2014/main" id="{286E231A-1A74-CD62-0886-01B8619EC4A6}"/>
              </a:ext>
            </a:extLst>
          </p:cNvPr>
          <p:cNvCxnSpPr>
            <a:cxnSpLocks/>
            <a:stCxn id="5" idx="1"/>
            <a:endCxn id="27" idx="3"/>
          </p:cNvCxnSpPr>
          <p:nvPr/>
        </p:nvCxnSpPr>
        <p:spPr>
          <a:xfrm flipH="1" flipV="1">
            <a:off x="4307746" y="2317665"/>
            <a:ext cx="174476" cy="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사각형: 둥근 모서리 12">
            <a:extLst>
              <a:ext uri="{FF2B5EF4-FFF2-40B4-BE49-F238E27FC236}">
                <a16:creationId xmlns:a16="http://schemas.microsoft.com/office/drawing/2014/main" id="{4303FE27-A5F9-7234-8C0E-68F5998FB877}"/>
              </a:ext>
            </a:extLst>
          </p:cNvPr>
          <p:cNvSpPr/>
          <p:nvPr/>
        </p:nvSpPr>
        <p:spPr>
          <a:xfrm>
            <a:off x="3166944" y="74823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Client</a:t>
            </a:r>
            <a:endParaRPr lang="ko-KR" altLang="en-US" sz="900"/>
          </a:p>
        </p:txBody>
      </p:sp>
      <p:cxnSp>
        <p:nvCxnSpPr>
          <p:cNvPr id="42" name="직선 화살표 연결선 96">
            <a:extLst>
              <a:ext uri="{FF2B5EF4-FFF2-40B4-BE49-F238E27FC236}">
                <a16:creationId xmlns:a16="http://schemas.microsoft.com/office/drawing/2014/main" id="{AB14E79E-9C4B-6024-726B-2101AB41AE78}"/>
              </a:ext>
            </a:extLst>
          </p:cNvPr>
          <p:cNvCxnSpPr>
            <a:cxnSpLocks/>
            <a:stCxn id="8" idx="3"/>
            <a:endCxn id="26" idx="1"/>
          </p:cNvCxnSpPr>
          <p:nvPr/>
        </p:nvCxnSpPr>
        <p:spPr>
          <a:xfrm>
            <a:off x="6935574" y="2317665"/>
            <a:ext cx="174476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사각형: 둥근 모서리 12">
            <a:extLst>
              <a:ext uri="{FF2B5EF4-FFF2-40B4-BE49-F238E27FC236}">
                <a16:creationId xmlns:a16="http://schemas.microsoft.com/office/drawing/2014/main" id="{13E130F4-7ACB-AD5E-C61A-06AD4D08CB5E}"/>
              </a:ext>
            </a:extLst>
          </p:cNvPr>
          <p:cNvSpPr/>
          <p:nvPr/>
        </p:nvSpPr>
        <p:spPr>
          <a:xfrm>
            <a:off x="3166944" y="279252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Gateway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47" name="사각형: 둥근 모서리 12">
            <a:extLst>
              <a:ext uri="{FF2B5EF4-FFF2-40B4-BE49-F238E27FC236}">
                <a16:creationId xmlns:a16="http://schemas.microsoft.com/office/drawing/2014/main" id="{4D959966-EADE-913D-E156-0E3F6ABC939F}"/>
              </a:ext>
            </a:extLst>
          </p:cNvPr>
          <p:cNvSpPr/>
          <p:nvPr/>
        </p:nvSpPr>
        <p:spPr>
          <a:xfrm>
            <a:off x="7110050" y="278928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Gateway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48" name="직선 화살표 연결선 96">
            <a:extLst>
              <a:ext uri="{FF2B5EF4-FFF2-40B4-BE49-F238E27FC236}">
                <a16:creationId xmlns:a16="http://schemas.microsoft.com/office/drawing/2014/main" id="{8F4A0FCC-33C4-1514-0870-A03825934CDA}"/>
              </a:ext>
            </a:extLst>
          </p:cNvPr>
          <p:cNvCxnSpPr>
            <a:cxnSpLocks/>
            <a:stCxn id="41" idx="2"/>
            <a:endCxn id="27" idx="0"/>
          </p:cNvCxnSpPr>
          <p:nvPr/>
        </p:nvCxnSpPr>
        <p:spPr>
          <a:xfrm>
            <a:off x="3736663" y="526334"/>
            <a:ext cx="1364" cy="1565575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96">
            <a:extLst>
              <a:ext uri="{FF2B5EF4-FFF2-40B4-BE49-F238E27FC236}">
                <a16:creationId xmlns:a16="http://schemas.microsoft.com/office/drawing/2014/main" id="{73916907-C300-A4C9-4AFD-96DEFF4E2383}"/>
              </a:ext>
            </a:extLst>
          </p:cNvPr>
          <p:cNvCxnSpPr>
            <a:cxnSpLocks/>
            <a:stCxn id="41" idx="2"/>
            <a:endCxn id="26" idx="0"/>
          </p:cNvCxnSpPr>
          <p:nvPr/>
        </p:nvCxnSpPr>
        <p:spPr>
          <a:xfrm>
            <a:off x="3736663" y="526334"/>
            <a:ext cx="3943106" cy="1565575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96">
            <a:extLst>
              <a:ext uri="{FF2B5EF4-FFF2-40B4-BE49-F238E27FC236}">
                <a16:creationId xmlns:a16="http://schemas.microsoft.com/office/drawing/2014/main" id="{E7069A6E-DE9C-776E-3661-5A8D02001D90}"/>
              </a:ext>
            </a:extLst>
          </p:cNvPr>
          <p:cNvCxnSpPr>
            <a:cxnSpLocks/>
            <a:stCxn id="27" idx="2"/>
            <a:endCxn id="46" idx="0"/>
          </p:cNvCxnSpPr>
          <p:nvPr/>
        </p:nvCxnSpPr>
        <p:spPr>
          <a:xfrm flipH="1">
            <a:off x="3736663" y="2543420"/>
            <a:ext cx="1364" cy="24910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96">
            <a:extLst>
              <a:ext uri="{FF2B5EF4-FFF2-40B4-BE49-F238E27FC236}">
                <a16:creationId xmlns:a16="http://schemas.microsoft.com/office/drawing/2014/main" id="{039D7C3D-D517-D449-6C7C-CD8AB1716D12}"/>
              </a:ext>
            </a:extLst>
          </p:cNvPr>
          <p:cNvCxnSpPr>
            <a:cxnSpLocks/>
            <a:stCxn id="26" idx="2"/>
            <a:endCxn id="47" idx="0"/>
          </p:cNvCxnSpPr>
          <p:nvPr/>
        </p:nvCxnSpPr>
        <p:spPr>
          <a:xfrm>
            <a:off x="7679769" y="2543420"/>
            <a:ext cx="0" cy="245866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[R] 103">
            <a:extLst>
              <a:ext uri="{FF2B5EF4-FFF2-40B4-BE49-F238E27FC236}">
                <a16:creationId xmlns:a16="http://schemas.microsoft.com/office/drawing/2014/main" id="{0A1D57F5-1701-363D-DA0D-EBC1DD860FAF}"/>
              </a:ext>
            </a:extLst>
          </p:cNvPr>
          <p:cNvCxnSpPr>
            <a:cxnSpLocks/>
          </p:cNvCxnSpPr>
          <p:nvPr/>
        </p:nvCxnSpPr>
        <p:spPr>
          <a:xfrm>
            <a:off x="1043608" y="1399538"/>
            <a:ext cx="8100392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[R] 107">
            <a:extLst>
              <a:ext uri="{FF2B5EF4-FFF2-40B4-BE49-F238E27FC236}">
                <a16:creationId xmlns:a16="http://schemas.microsoft.com/office/drawing/2014/main" id="{7D37192F-8173-CD29-A75E-37CCD30AD867}"/>
              </a:ext>
            </a:extLst>
          </p:cNvPr>
          <p:cNvCxnSpPr>
            <a:cxnSpLocks/>
          </p:cNvCxnSpPr>
          <p:nvPr/>
        </p:nvCxnSpPr>
        <p:spPr>
          <a:xfrm>
            <a:off x="1043608" y="3428311"/>
            <a:ext cx="8100392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2">
            <a:extLst>
              <a:ext uri="{FF2B5EF4-FFF2-40B4-BE49-F238E27FC236}">
                <a16:creationId xmlns:a16="http://schemas.microsoft.com/office/drawing/2014/main" id="{C3CA6001-C3C3-269C-E299-09E3070453CE}"/>
              </a:ext>
            </a:extLst>
          </p:cNvPr>
          <p:cNvSpPr/>
          <p:nvPr/>
        </p:nvSpPr>
        <p:spPr>
          <a:xfrm>
            <a:off x="4482222" y="3836519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/>
          </a:p>
        </p:txBody>
      </p:sp>
      <p:sp>
        <p:nvSpPr>
          <p:cNvPr id="109" name="사각형: 둥근 모서리 12">
            <a:extLst>
              <a:ext uri="{FF2B5EF4-FFF2-40B4-BE49-F238E27FC236}">
                <a16:creationId xmlns:a16="http://schemas.microsoft.com/office/drawing/2014/main" id="{32377B34-F481-F306-07F2-535A1C8D2BD8}"/>
              </a:ext>
            </a:extLst>
          </p:cNvPr>
          <p:cNvSpPr/>
          <p:nvPr/>
        </p:nvSpPr>
        <p:spPr>
          <a:xfrm>
            <a:off x="5796135" y="3836519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App</a:t>
            </a:r>
          </a:p>
          <a:p>
            <a:pPr algn="ctr"/>
            <a:r>
              <a:rPr lang="en-US" altLang="ko-KR" sz="900" b="1"/>
              <a:t>GRPCRoute</a:t>
            </a:r>
            <a:endParaRPr lang="ko-KR" altLang="en-US" sz="900" b="1"/>
          </a:p>
        </p:txBody>
      </p:sp>
      <p:sp>
        <p:nvSpPr>
          <p:cNvPr id="110" name="사각형: 둥근 모서리 12">
            <a:extLst>
              <a:ext uri="{FF2B5EF4-FFF2-40B4-BE49-F238E27FC236}">
                <a16:creationId xmlns:a16="http://schemas.microsoft.com/office/drawing/2014/main" id="{0169FF9F-6AAB-9C26-2E21-F8EC47CD05C1}"/>
              </a:ext>
            </a:extLst>
          </p:cNvPr>
          <p:cNvSpPr/>
          <p:nvPr/>
        </p:nvSpPr>
        <p:spPr>
          <a:xfrm>
            <a:off x="3847030" y="4486770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/>
              <a:t>TLSRoute</a:t>
            </a:r>
            <a:endParaRPr lang="ko-KR" altLang="en-US" sz="900" b="1"/>
          </a:p>
        </p:txBody>
      </p:sp>
      <p:sp>
        <p:nvSpPr>
          <p:cNvPr id="111" name="사각형: 둥근 모서리 12">
            <a:extLst>
              <a:ext uri="{FF2B5EF4-FFF2-40B4-BE49-F238E27FC236}">
                <a16:creationId xmlns:a16="http://schemas.microsoft.com/office/drawing/2014/main" id="{E06B2269-5E01-F836-5FE4-9863249C24C1}"/>
              </a:ext>
            </a:extLst>
          </p:cNvPr>
          <p:cNvSpPr/>
          <p:nvPr/>
        </p:nvSpPr>
        <p:spPr>
          <a:xfrm>
            <a:off x="5138497" y="4486771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App</a:t>
            </a:r>
          </a:p>
          <a:p>
            <a:pPr algn="ctr"/>
            <a:r>
              <a:rPr lang="en-US" altLang="ko-KR" sz="900" b="1"/>
              <a:t>TCPRoute</a:t>
            </a:r>
            <a:endParaRPr lang="ko-KR" altLang="en-US" sz="900" b="1"/>
          </a:p>
        </p:txBody>
      </p:sp>
      <p:sp>
        <p:nvSpPr>
          <p:cNvPr id="112" name="사각형: 둥근 모서리 12">
            <a:extLst>
              <a:ext uri="{FF2B5EF4-FFF2-40B4-BE49-F238E27FC236}">
                <a16:creationId xmlns:a16="http://schemas.microsoft.com/office/drawing/2014/main" id="{BA212A38-CE56-7108-08E0-77115411103B}"/>
              </a:ext>
            </a:extLst>
          </p:cNvPr>
          <p:cNvSpPr/>
          <p:nvPr/>
        </p:nvSpPr>
        <p:spPr>
          <a:xfrm>
            <a:off x="6429964" y="4486771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App</a:t>
            </a:r>
          </a:p>
          <a:p>
            <a:pPr algn="ctr"/>
            <a:r>
              <a:rPr lang="en-US" altLang="ko-KR" sz="900" b="1"/>
              <a:t>UDPRoute</a:t>
            </a:r>
            <a:endParaRPr lang="ko-KR" altLang="en-US" sz="900" b="1"/>
          </a:p>
        </p:txBody>
      </p:sp>
      <p:sp>
        <p:nvSpPr>
          <p:cNvPr id="118" name="사각형: 둥근 모서리 12">
            <a:extLst>
              <a:ext uri="{FF2B5EF4-FFF2-40B4-BE49-F238E27FC236}">
                <a16:creationId xmlns:a16="http://schemas.microsoft.com/office/drawing/2014/main" id="{C2F6F671-3ED5-0CD7-FB78-0CAEB3D4F0D0}"/>
              </a:ext>
            </a:extLst>
          </p:cNvPr>
          <p:cNvSpPr/>
          <p:nvPr/>
        </p:nvSpPr>
        <p:spPr>
          <a:xfrm>
            <a:off x="3168308" y="383651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/>
              <a:t>Service</a:t>
            </a:r>
            <a:endParaRPr lang="ko-KR" altLang="en-US" sz="900" b="1"/>
          </a:p>
        </p:txBody>
      </p:sp>
      <p:sp>
        <p:nvSpPr>
          <p:cNvPr id="121" name="사각형: 둥근 모서리 12">
            <a:extLst>
              <a:ext uri="{FF2B5EF4-FFF2-40B4-BE49-F238E27FC236}">
                <a16:creationId xmlns:a16="http://schemas.microsoft.com/office/drawing/2014/main" id="{088B8C75-589D-A723-A446-3F1AD2601FAA}"/>
              </a:ext>
            </a:extLst>
          </p:cNvPr>
          <p:cNvSpPr/>
          <p:nvPr/>
        </p:nvSpPr>
        <p:spPr>
          <a:xfrm>
            <a:off x="2551546" y="448677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122" name="직선 화살표 연결선 96">
            <a:extLst>
              <a:ext uri="{FF2B5EF4-FFF2-40B4-BE49-F238E27FC236}">
                <a16:creationId xmlns:a16="http://schemas.microsoft.com/office/drawing/2014/main" id="{3771F3DB-00AA-248C-B160-45BC9D0210C7}"/>
              </a:ext>
            </a:extLst>
          </p:cNvPr>
          <p:cNvCxnSpPr>
            <a:cxnSpLocks/>
            <a:stCxn id="46" idx="2"/>
            <a:endCxn id="118" idx="0"/>
          </p:cNvCxnSpPr>
          <p:nvPr/>
        </p:nvCxnSpPr>
        <p:spPr>
          <a:xfrm>
            <a:off x="3736663" y="3244040"/>
            <a:ext cx="1364" cy="59247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96">
            <a:extLst>
              <a:ext uri="{FF2B5EF4-FFF2-40B4-BE49-F238E27FC236}">
                <a16:creationId xmlns:a16="http://schemas.microsoft.com/office/drawing/2014/main" id="{7835F091-D89F-7C78-CE99-E615AD8DC761}"/>
              </a:ext>
            </a:extLst>
          </p:cNvPr>
          <p:cNvCxnSpPr>
            <a:cxnSpLocks/>
            <a:stCxn id="118" idx="2"/>
            <a:endCxn id="121" idx="0"/>
          </p:cNvCxnSpPr>
          <p:nvPr/>
        </p:nvCxnSpPr>
        <p:spPr>
          <a:xfrm flipH="1">
            <a:off x="3121265" y="4288030"/>
            <a:ext cx="616762" cy="19874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96">
            <a:extLst>
              <a:ext uri="{FF2B5EF4-FFF2-40B4-BE49-F238E27FC236}">
                <a16:creationId xmlns:a16="http://schemas.microsoft.com/office/drawing/2014/main" id="{39B0ADC7-C68E-EFEF-3066-6A69EA59DA6C}"/>
              </a:ext>
            </a:extLst>
          </p:cNvPr>
          <p:cNvCxnSpPr>
            <a:cxnSpLocks/>
            <a:stCxn id="17" idx="0"/>
            <a:endCxn id="5" idx="2"/>
          </p:cNvCxnSpPr>
          <p:nvPr/>
        </p:nvCxnSpPr>
        <p:spPr>
          <a:xfrm flipV="1">
            <a:off x="5051941" y="2543421"/>
            <a:ext cx="0" cy="129309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96">
            <a:extLst>
              <a:ext uri="{FF2B5EF4-FFF2-40B4-BE49-F238E27FC236}">
                <a16:creationId xmlns:a16="http://schemas.microsoft.com/office/drawing/2014/main" id="{D063C1F5-8DCA-6989-CCAF-915042EE306A}"/>
              </a:ext>
            </a:extLst>
          </p:cNvPr>
          <p:cNvCxnSpPr>
            <a:cxnSpLocks/>
            <a:stCxn id="110" idx="0"/>
            <a:endCxn id="5" idx="2"/>
          </p:cNvCxnSpPr>
          <p:nvPr/>
        </p:nvCxnSpPr>
        <p:spPr>
          <a:xfrm flipV="1">
            <a:off x="4416749" y="2543421"/>
            <a:ext cx="635192" cy="194334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96">
            <a:extLst>
              <a:ext uri="{FF2B5EF4-FFF2-40B4-BE49-F238E27FC236}">
                <a16:creationId xmlns:a16="http://schemas.microsoft.com/office/drawing/2014/main" id="{DB7EAAC2-3A01-CC20-FC37-8D07B3238446}"/>
              </a:ext>
            </a:extLst>
          </p:cNvPr>
          <p:cNvCxnSpPr>
            <a:cxnSpLocks/>
            <a:stCxn id="109" idx="0"/>
            <a:endCxn id="8" idx="2"/>
          </p:cNvCxnSpPr>
          <p:nvPr/>
        </p:nvCxnSpPr>
        <p:spPr>
          <a:xfrm flipV="1">
            <a:off x="6365854" y="2543420"/>
            <a:ext cx="1" cy="129309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96">
            <a:extLst>
              <a:ext uri="{FF2B5EF4-FFF2-40B4-BE49-F238E27FC236}">
                <a16:creationId xmlns:a16="http://schemas.microsoft.com/office/drawing/2014/main" id="{4ADED609-0D1B-34A1-9B1A-DEEFBDDD40B0}"/>
              </a:ext>
            </a:extLst>
          </p:cNvPr>
          <p:cNvCxnSpPr>
            <a:cxnSpLocks/>
            <a:stCxn id="17" idx="1"/>
            <a:endCxn id="118" idx="3"/>
          </p:cNvCxnSpPr>
          <p:nvPr/>
        </p:nvCxnSpPr>
        <p:spPr>
          <a:xfrm flipH="1">
            <a:off x="4307746" y="4062275"/>
            <a:ext cx="174476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화살표 연결선 96">
            <a:extLst>
              <a:ext uri="{FF2B5EF4-FFF2-40B4-BE49-F238E27FC236}">
                <a16:creationId xmlns:a16="http://schemas.microsoft.com/office/drawing/2014/main" id="{089A3E45-879D-2084-FCC9-6A756BC147C7}"/>
              </a:ext>
            </a:extLst>
          </p:cNvPr>
          <p:cNvCxnSpPr>
            <a:cxnSpLocks/>
            <a:stCxn id="110" idx="0"/>
            <a:endCxn id="118" idx="3"/>
          </p:cNvCxnSpPr>
          <p:nvPr/>
        </p:nvCxnSpPr>
        <p:spPr>
          <a:xfrm flipH="1" flipV="1">
            <a:off x="4307746" y="4062275"/>
            <a:ext cx="109003" cy="42449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사각형: 둥근 모서리 12">
            <a:extLst>
              <a:ext uri="{FF2B5EF4-FFF2-40B4-BE49-F238E27FC236}">
                <a16:creationId xmlns:a16="http://schemas.microsoft.com/office/drawing/2014/main" id="{D5E4C156-2924-1469-9513-3ED23ADAEAFA}"/>
              </a:ext>
            </a:extLst>
          </p:cNvPr>
          <p:cNvSpPr/>
          <p:nvPr/>
        </p:nvSpPr>
        <p:spPr>
          <a:xfrm>
            <a:off x="7110047" y="383651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App</a:t>
            </a:r>
          </a:p>
          <a:p>
            <a:pPr algn="ctr"/>
            <a:r>
              <a:rPr lang="en-US" altLang="ko-KR" sz="900" b="1"/>
              <a:t>Service</a:t>
            </a:r>
            <a:endParaRPr lang="ko-KR" altLang="en-US" sz="900" b="1"/>
          </a:p>
        </p:txBody>
      </p:sp>
      <p:sp>
        <p:nvSpPr>
          <p:cNvPr id="173" name="사각형: 둥근 모서리 12">
            <a:extLst>
              <a:ext uri="{FF2B5EF4-FFF2-40B4-BE49-F238E27FC236}">
                <a16:creationId xmlns:a16="http://schemas.microsoft.com/office/drawing/2014/main" id="{016E390F-270D-0BAC-0D7F-07A41F5F74B3}"/>
              </a:ext>
            </a:extLst>
          </p:cNvPr>
          <p:cNvSpPr/>
          <p:nvPr/>
        </p:nvSpPr>
        <p:spPr>
          <a:xfrm>
            <a:off x="7726327" y="448677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174" name="직선 화살표 연결선 96">
            <a:extLst>
              <a:ext uri="{FF2B5EF4-FFF2-40B4-BE49-F238E27FC236}">
                <a16:creationId xmlns:a16="http://schemas.microsoft.com/office/drawing/2014/main" id="{63D2F3CD-2B69-B648-2B79-0A7170E49949}"/>
              </a:ext>
            </a:extLst>
          </p:cNvPr>
          <p:cNvCxnSpPr>
            <a:cxnSpLocks/>
            <a:stCxn id="111" idx="0"/>
          </p:cNvCxnSpPr>
          <p:nvPr/>
        </p:nvCxnSpPr>
        <p:spPr>
          <a:xfrm flipV="1">
            <a:off x="5708216" y="4059583"/>
            <a:ext cx="1458523" cy="42718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화살표 연결선 96">
            <a:extLst>
              <a:ext uri="{FF2B5EF4-FFF2-40B4-BE49-F238E27FC236}">
                <a16:creationId xmlns:a16="http://schemas.microsoft.com/office/drawing/2014/main" id="{10C5E27A-0003-101D-78D6-D24448C6A56C}"/>
              </a:ext>
            </a:extLst>
          </p:cNvPr>
          <p:cNvCxnSpPr>
            <a:cxnSpLocks/>
            <a:stCxn id="112" idx="0"/>
            <a:endCxn id="172" idx="1"/>
          </p:cNvCxnSpPr>
          <p:nvPr/>
        </p:nvCxnSpPr>
        <p:spPr>
          <a:xfrm flipV="1">
            <a:off x="6999683" y="4062275"/>
            <a:ext cx="110364" cy="42449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화살표 연결선 96">
            <a:extLst>
              <a:ext uri="{FF2B5EF4-FFF2-40B4-BE49-F238E27FC236}">
                <a16:creationId xmlns:a16="http://schemas.microsoft.com/office/drawing/2014/main" id="{518FA0FA-800B-EC36-2291-CF8624DB8B2B}"/>
              </a:ext>
            </a:extLst>
          </p:cNvPr>
          <p:cNvCxnSpPr>
            <a:cxnSpLocks/>
            <a:stCxn id="111" idx="0"/>
            <a:endCxn id="8" idx="2"/>
          </p:cNvCxnSpPr>
          <p:nvPr/>
        </p:nvCxnSpPr>
        <p:spPr>
          <a:xfrm flipV="1">
            <a:off x="5708216" y="2543420"/>
            <a:ext cx="657639" cy="194335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96">
            <a:extLst>
              <a:ext uri="{FF2B5EF4-FFF2-40B4-BE49-F238E27FC236}">
                <a16:creationId xmlns:a16="http://schemas.microsoft.com/office/drawing/2014/main" id="{B7FC2968-C640-B0A5-8776-2AE20D583595}"/>
              </a:ext>
            </a:extLst>
          </p:cNvPr>
          <p:cNvCxnSpPr>
            <a:cxnSpLocks/>
            <a:stCxn id="112" idx="0"/>
            <a:endCxn id="8" idx="2"/>
          </p:cNvCxnSpPr>
          <p:nvPr/>
        </p:nvCxnSpPr>
        <p:spPr>
          <a:xfrm flipH="1" flipV="1">
            <a:off x="6365855" y="2543420"/>
            <a:ext cx="633828" cy="194335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화살표 연결선 96">
            <a:extLst>
              <a:ext uri="{FF2B5EF4-FFF2-40B4-BE49-F238E27FC236}">
                <a16:creationId xmlns:a16="http://schemas.microsoft.com/office/drawing/2014/main" id="{2A820F4C-045A-3012-81AD-9F3A88EB62D8}"/>
              </a:ext>
            </a:extLst>
          </p:cNvPr>
          <p:cNvCxnSpPr>
            <a:cxnSpLocks/>
            <a:stCxn id="109" idx="3"/>
            <a:endCxn id="172" idx="1"/>
          </p:cNvCxnSpPr>
          <p:nvPr/>
        </p:nvCxnSpPr>
        <p:spPr>
          <a:xfrm>
            <a:off x="6935573" y="4062275"/>
            <a:ext cx="174474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화살표 연결선 96">
            <a:extLst>
              <a:ext uri="{FF2B5EF4-FFF2-40B4-BE49-F238E27FC236}">
                <a16:creationId xmlns:a16="http://schemas.microsoft.com/office/drawing/2014/main" id="{36334018-7EEE-C7EF-CE83-52A797827B95}"/>
              </a:ext>
            </a:extLst>
          </p:cNvPr>
          <p:cNvCxnSpPr>
            <a:cxnSpLocks/>
            <a:stCxn id="47" idx="2"/>
            <a:endCxn id="172" idx="0"/>
          </p:cNvCxnSpPr>
          <p:nvPr/>
        </p:nvCxnSpPr>
        <p:spPr>
          <a:xfrm flipH="1">
            <a:off x="7679766" y="3240797"/>
            <a:ext cx="3" cy="595722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화살표 연결선 96">
            <a:extLst>
              <a:ext uri="{FF2B5EF4-FFF2-40B4-BE49-F238E27FC236}">
                <a16:creationId xmlns:a16="http://schemas.microsoft.com/office/drawing/2014/main" id="{82D6BE76-251B-F2BA-5601-42D213B34102}"/>
              </a:ext>
            </a:extLst>
          </p:cNvPr>
          <p:cNvCxnSpPr>
            <a:cxnSpLocks/>
            <a:stCxn id="172" idx="2"/>
            <a:endCxn id="173" idx="0"/>
          </p:cNvCxnSpPr>
          <p:nvPr/>
        </p:nvCxnSpPr>
        <p:spPr>
          <a:xfrm>
            <a:off x="7679766" y="4288030"/>
            <a:ext cx="616280" cy="19874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직선 연결선[R] 200">
            <a:extLst>
              <a:ext uri="{FF2B5EF4-FFF2-40B4-BE49-F238E27FC236}">
                <a16:creationId xmlns:a16="http://schemas.microsoft.com/office/drawing/2014/main" id="{6DFDE6A3-CCE7-6701-A3DE-A3DF9D352C34}"/>
              </a:ext>
            </a:extLst>
          </p:cNvPr>
          <p:cNvCxnSpPr>
            <a:cxnSpLocks/>
          </p:cNvCxnSpPr>
          <p:nvPr/>
        </p:nvCxnSpPr>
        <p:spPr>
          <a:xfrm>
            <a:off x="1048324" y="627534"/>
            <a:ext cx="8100392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직선 화살표 연결선 96">
            <a:extLst>
              <a:ext uri="{FF2B5EF4-FFF2-40B4-BE49-F238E27FC236}">
                <a16:creationId xmlns:a16="http://schemas.microsoft.com/office/drawing/2014/main" id="{010B76B9-CDC3-B484-9AB4-A9480E677724}"/>
              </a:ext>
            </a:extLst>
          </p:cNvPr>
          <p:cNvCxnSpPr>
            <a:cxnSpLocks/>
          </p:cNvCxnSpPr>
          <p:nvPr/>
        </p:nvCxnSpPr>
        <p:spPr>
          <a:xfrm>
            <a:off x="4572560" y="300578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3B477A6F-C2C8-DBC7-DEFD-313D8C9266B0}"/>
              </a:ext>
            </a:extLst>
          </p:cNvPr>
          <p:cNvSpPr txBox="1"/>
          <p:nvPr/>
        </p:nvSpPr>
        <p:spPr>
          <a:xfrm>
            <a:off x="4868303" y="190808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Reference</a:t>
            </a:r>
            <a:endParaRPr lang="en-KR" sz="900"/>
          </a:p>
        </p:txBody>
      </p:sp>
      <p:cxnSp>
        <p:nvCxnSpPr>
          <p:cNvPr id="214" name="직선 화살표 연결선 96">
            <a:extLst>
              <a:ext uri="{FF2B5EF4-FFF2-40B4-BE49-F238E27FC236}">
                <a16:creationId xmlns:a16="http://schemas.microsoft.com/office/drawing/2014/main" id="{0EDC8C31-5602-95CE-F551-67A521687333}"/>
              </a:ext>
            </a:extLst>
          </p:cNvPr>
          <p:cNvCxnSpPr>
            <a:cxnSpLocks/>
          </p:cNvCxnSpPr>
          <p:nvPr/>
        </p:nvCxnSpPr>
        <p:spPr>
          <a:xfrm>
            <a:off x="5691416" y="303274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2F8183C1-0EA0-5610-EE28-F7058583A7EA}"/>
              </a:ext>
            </a:extLst>
          </p:cNvPr>
          <p:cNvSpPr txBox="1"/>
          <p:nvPr/>
        </p:nvSpPr>
        <p:spPr>
          <a:xfrm>
            <a:off x="5987159" y="193504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Traffic</a:t>
            </a:r>
            <a:endParaRPr lang="en-KR" sz="900"/>
          </a:p>
        </p:txBody>
      </p:sp>
      <p:cxnSp>
        <p:nvCxnSpPr>
          <p:cNvPr id="216" name="직선 화살표 연결선 96">
            <a:extLst>
              <a:ext uri="{FF2B5EF4-FFF2-40B4-BE49-F238E27FC236}">
                <a16:creationId xmlns:a16="http://schemas.microsoft.com/office/drawing/2014/main" id="{1CF52026-8D21-E343-DE7B-92D6C570BF20}"/>
              </a:ext>
            </a:extLst>
          </p:cNvPr>
          <p:cNvCxnSpPr>
            <a:cxnSpLocks/>
            <a:stCxn id="18" idx="2"/>
            <a:endCxn id="47" idx="0"/>
          </p:cNvCxnSpPr>
          <p:nvPr/>
        </p:nvCxnSpPr>
        <p:spPr>
          <a:xfrm>
            <a:off x="7340170" y="1553605"/>
            <a:ext cx="339599" cy="1235681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화살표 연결선 96">
            <a:extLst>
              <a:ext uri="{FF2B5EF4-FFF2-40B4-BE49-F238E27FC236}">
                <a16:creationId xmlns:a16="http://schemas.microsoft.com/office/drawing/2014/main" id="{C5A29602-DCF6-1355-7EC1-6681EC55D548}"/>
              </a:ext>
            </a:extLst>
          </p:cNvPr>
          <p:cNvCxnSpPr>
            <a:cxnSpLocks/>
            <a:stCxn id="18" idx="2"/>
            <a:endCxn id="46" idx="0"/>
          </p:cNvCxnSpPr>
          <p:nvPr/>
        </p:nvCxnSpPr>
        <p:spPr>
          <a:xfrm flipH="1">
            <a:off x="3736663" y="1553605"/>
            <a:ext cx="3603507" cy="1238924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화살표 연결선 96">
            <a:extLst>
              <a:ext uri="{FF2B5EF4-FFF2-40B4-BE49-F238E27FC236}">
                <a16:creationId xmlns:a16="http://schemas.microsoft.com/office/drawing/2014/main" id="{C5581BB4-E7BA-3925-0309-D8457D751729}"/>
              </a:ext>
            </a:extLst>
          </p:cNvPr>
          <p:cNvCxnSpPr>
            <a:cxnSpLocks/>
            <a:stCxn id="5" idx="1"/>
            <a:endCxn id="46" idx="3"/>
          </p:cNvCxnSpPr>
          <p:nvPr/>
        </p:nvCxnSpPr>
        <p:spPr>
          <a:xfrm flipH="1">
            <a:off x="4306382" y="2317666"/>
            <a:ext cx="175840" cy="70061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직선 화살표 연결선 96">
            <a:extLst>
              <a:ext uri="{FF2B5EF4-FFF2-40B4-BE49-F238E27FC236}">
                <a16:creationId xmlns:a16="http://schemas.microsoft.com/office/drawing/2014/main" id="{23A338A7-E443-6675-E136-A5864795C2D7}"/>
              </a:ext>
            </a:extLst>
          </p:cNvPr>
          <p:cNvCxnSpPr>
            <a:cxnSpLocks/>
            <a:stCxn id="8" idx="3"/>
            <a:endCxn id="47" idx="1"/>
          </p:cNvCxnSpPr>
          <p:nvPr/>
        </p:nvCxnSpPr>
        <p:spPr>
          <a:xfrm>
            <a:off x="6935574" y="2317665"/>
            <a:ext cx="174476" cy="69737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직선 화살표 연결선 96">
            <a:extLst>
              <a:ext uri="{FF2B5EF4-FFF2-40B4-BE49-F238E27FC236}">
                <a16:creationId xmlns:a16="http://schemas.microsoft.com/office/drawing/2014/main" id="{CD2F31C7-C57F-4618-03E3-45289F7556DE}"/>
              </a:ext>
            </a:extLst>
          </p:cNvPr>
          <p:cNvCxnSpPr>
            <a:cxnSpLocks/>
          </p:cNvCxnSpPr>
          <p:nvPr/>
        </p:nvCxnSpPr>
        <p:spPr>
          <a:xfrm>
            <a:off x="6627325" y="300578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TextBox 228">
            <a:extLst>
              <a:ext uri="{FF2B5EF4-FFF2-40B4-BE49-F238E27FC236}">
                <a16:creationId xmlns:a16="http://schemas.microsoft.com/office/drawing/2014/main" id="{5601BE79-C982-04D7-9078-31B371384C38}"/>
              </a:ext>
            </a:extLst>
          </p:cNvPr>
          <p:cNvSpPr txBox="1"/>
          <p:nvPr/>
        </p:nvSpPr>
        <p:spPr>
          <a:xfrm>
            <a:off x="6923068" y="190808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248F696A-D44E-B20D-08D0-2C9B2953EEFE}"/>
              </a:ext>
            </a:extLst>
          </p:cNvPr>
          <p:cNvSpPr txBox="1"/>
          <p:nvPr/>
        </p:nvSpPr>
        <p:spPr>
          <a:xfrm>
            <a:off x="1639312" y="828870"/>
            <a:ext cx="953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/>
              <a:t>Infrastructure Provide</a:t>
            </a:r>
            <a:endParaRPr lang="en-KR" sz="900" b="1"/>
          </a:p>
        </p:txBody>
      </p:sp>
      <p:pic>
        <p:nvPicPr>
          <p:cNvPr id="246" name="그림 245" descr="사람 아이콘 일러스트 | Canva">
            <a:extLst>
              <a:ext uri="{FF2B5EF4-FFF2-40B4-BE49-F238E27FC236}">
                <a16:creationId xmlns:a16="http://schemas.microsoft.com/office/drawing/2014/main" id="{FE875617-7945-4823-18ED-A9D76C154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013" y="836246"/>
            <a:ext cx="315254" cy="354581"/>
          </a:xfrm>
          <a:prstGeom prst="rect">
            <a:avLst/>
          </a:prstGeom>
        </p:spPr>
      </p:pic>
      <p:sp>
        <p:nvSpPr>
          <p:cNvPr id="247" name="TextBox 246">
            <a:extLst>
              <a:ext uri="{FF2B5EF4-FFF2-40B4-BE49-F238E27FC236}">
                <a16:creationId xmlns:a16="http://schemas.microsoft.com/office/drawing/2014/main" id="{53B3A3E2-0795-B92D-1F91-065FD01C3E0D}"/>
              </a:ext>
            </a:extLst>
          </p:cNvPr>
          <p:cNvSpPr txBox="1"/>
          <p:nvPr/>
        </p:nvSpPr>
        <p:spPr>
          <a:xfrm>
            <a:off x="1644008" y="2211750"/>
            <a:ext cx="878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Cluster</a:t>
            </a:r>
            <a:br>
              <a:rPr lang="en-US" altLang="ko-KR" sz="900" b="1"/>
            </a:br>
            <a:r>
              <a:rPr lang="en-US" altLang="ko-KR" sz="900" b="1"/>
              <a:t>Operator</a:t>
            </a:r>
            <a:endParaRPr lang="en-KR" sz="900" b="1"/>
          </a:p>
        </p:txBody>
      </p:sp>
      <p:pic>
        <p:nvPicPr>
          <p:cNvPr id="248" name="그림 247" descr="사람 아이콘 일러스트 | Canva">
            <a:extLst>
              <a:ext uri="{FF2B5EF4-FFF2-40B4-BE49-F238E27FC236}">
                <a16:creationId xmlns:a16="http://schemas.microsoft.com/office/drawing/2014/main" id="{74DC0714-8C5A-A7F4-48CC-2DBB9E468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709" y="2219126"/>
            <a:ext cx="315254" cy="354581"/>
          </a:xfrm>
          <a:prstGeom prst="rect">
            <a:avLst/>
          </a:prstGeom>
        </p:spPr>
      </p:pic>
      <p:sp>
        <p:nvSpPr>
          <p:cNvPr id="249" name="TextBox 248">
            <a:extLst>
              <a:ext uri="{FF2B5EF4-FFF2-40B4-BE49-F238E27FC236}">
                <a16:creationId xmlns:a16="http://schemas.microsoft.com/office/drawing/2014/main" id="{DCECC181-FC3B-1237-C8F1-F5DD866049A6}"/>
              </a:ext>
            </a:extLst>
          </p:cNvPr>
          <p:cNvSpPr txBox="1"/>
          <p:nvPr/>
        </p:nvSpPr>
        <p:spPr>
          <a:xfrm>
            <a:off x="1644008" y="4059583"/>
            <a:ext cx="878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App</a:t>
            </a:r>
            <a:br>
              <a:rPr lang="en-US" altLang="ko-KR" sz="900" b="1"/>
            </a:br>
            <a:r>
              <a:rPr lang="en-US" altLang="ko-KR" sz="900" b="1"/>
              <a:t>Developer</a:t>
            </a:r>
            <a:endParaRPr lang="en-KR" sz="900"/>
          </a:p>
        </p:txBody>
      </p:sp>
      <p:pic>
        <p:nvPicPr>
          <p:cNvPr id="250" name="그림 249" descr="사람 아이콘 일러스트 | Canva">
            <a:extLst>
              <a:ext uri="{FF2B5EF4-FFF2-40B4-BE49-F238E27FC236}">
                <a16:creationId xmlns:a16="http://schemas.microsoft.com/office/drawing/2014/main" id="{E2EBE77D-CCCC-7410-9B84-458ED6974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709" y="4066959"/>
            <a:ext cx="315254" cy="354581"/>
          </a:xfrm>
          <a:prstGeom prst="rect">
            <a:avLst/>
          </a:prstGeom>
        </p:spPr>
      </p:pic>
      <p:sp>
        <p:nvSpPr>
          <p:cNvPr id="2" name="사각형: 둥근 모서리 70">
            <a:extLst>
              <a:ext uri="{FF2B5EF4-FFF2-40B4-BE49-F238E27FC236}">
                <a16:creationId xmlns:a16="http://schemas.microsoft.com/office/drawing/2014/main" id="{63FF9364-B143-EA0C-62BA-739E097D95A8}"/>
              </a:ext>
            </a:extLst>
          </p:cNvPr>
          <p:cNvSpPr/>
          <p:nvPr/>
        </p:nvSpPr>
        <p:spPr>
          <a:xfrm>
            <a:off x="6647429" y="693167"/>
            <a:ext cx="1385482" cy="951484"/>
          </a:xfrm>
          <a:prstGeom prst="roundRect">
            <a:avLst>
              <a:gd name="adj" fmla="val 7127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Controller </a:t>
            </a:r>
            <a:r>
              <a:rPr lang="en-US" altLang="ko-KR" sz="1000" b="1"/>
              <a:t>Namespace</a:t>
            </a:r>
            <a:endParaRPr lang="ko-KR" altLang="en-US" sz="1000" b="1"/>
          </a:p>
        </p:txBody>
      </p:sp>
    </p:spTree>
    <p:extLst>
      <p:ext uri="{BB962C8B-B14F-4D97-AF65-F5344CB8AC3E}">
        <p14:creationId xmlns:p14="http://schemas.microsoft.com/office/powerpoint/2010/main" val="35068306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48935-DA93-1F89-C2C8-9496EA63E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2">
            <a:extLst>
              <a:ext uri="{FF2B5EF4-FFF2-40B4-BE49-F238E27FC236}">
                <a16:creationId xmlns:a16="http://schemas.microsoft.com/office/drawing/2014/main" id="{341BED83-1991-CE4A-67EF-369980987206}"/>
              </a:ext>
            </a:extLst>
          </p:cNvPr>
          <p:cNvSpPr/>
          <p:nvPr/>
        </p:nvSpPr>
        <p:spPr>
          <a:xfrm>
            <a:off x="4716619" y="305201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sp>
        <p:nvSpPr>
          <p:cNvPr id="3" name="사각형: 둥근 모서리 70">
            <a:extLst>
              <a:ext uri="{FF2B5EF4-FFF2-40B4-BE49-F238E27FC236}">
                <a16:creationId xmlns:a16="http://schemas.microsoft.com/office/drawing/2014/main" id="{EAED8867-A42B-8EDE-4967-039B509992A8}"/>
              </a:ext>
            </a:extLst>
          </p:cNvPr>
          <p:cNvSpPr/>
          <p:nvPr/>
        </p:nvSpPr>
        <p:spPr>
          <a:xfrm>
            <a:off x="1979712" y="1025814"/>
            <a:ext cx="5304640" cy="1545936"/>
          </a:xfrm>
          <a:prstGeom prst="roundRect">
            <a:avLst>
              <a:gd name="adj" fmla="val 4874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Gateway </a:t>
            </a:r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7" name="사각형: 둥근 모서리 12">
            <a:extLst>
              <a:ext uri="{FF2B5EF4-FFF2-40B4-BE49-F238E27FC236}">
                <a16:creationId xmlns:a16="http://schemas.microsoft.com/office/drawing/2014/main" id="{3545DCB1-AB2B-7EF8-17B4-DB56A905D022}"/>
              </a:ext>
            </a:extLst>
          </p:cNvPr>
          <p:cNvSpPr/>
          <p:nvPr/>
        </p:nvSpPr>
        <p:spPr>
          <a:xfrm>
            <a:off x="4716619" y="1325598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sp>
        <p:nvSpPr>
          <p:cNvPr id="9" name="사각형: 둥근 모서리 70">
            <a:extLst>
              <a:ext uri="{FF2B5EF4-FFF2-40B4-BE49-F238E27FC236}">
                <a16:creationId xmlns:a16="http://schemas.microsoft.com/office/drawing/2014/main" id="{AA52A5DD-52D3-DCFD-D0F3-FD92FEFECF7C}"/>
              </a:ext>
            </a:extLst>
          </p:cNvPr>
          <p:cNvSpPr/>
          <p:nvPr/>
        </p:nvSpPr>
        <p:spPr>
          <a:xfrm>
            <a:off x="637634" y="2758587"/>
            <a:ext cx="7979316" cy="2189427"/>
          </a:xfrm>
          <a:prstGeom prst="roundRect">
            <a:avLst>
              <a:gd name="adj" fmla="val 4279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LLM </a:t>
            </a:r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655B4A9E-B52D-2973-D24B-26EC39DEEF59}"/>
              </a:ext>
            </a:extLst>
          </p:cNvPr>
          <p:cNvSpPr/>
          <p:nvPr/>
        </p:nvSpPr>
        <p:spPr>
          <a:xfrm>
            <a:off x="6030533" y="30972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 </a:t>
            </a:r>
            <a:r>
              <a:rPr lang="en-US" altLang="ko-KR" sz="900" b="1"/>
              <a:t>Gateway Controller</a:t>
            </a:r>
            <a:r>
              <a:rPr lang="en-US" altLang="ko-KR" sz="900"/>
              <a:t> (istiod)</a:t>
            </a:r>
            <a:endParaRPr lang="ko-KR" altLang="en-US" sz="900"/>
          </a:p>
        </p:txBody>
      </p:sp>
      <p:sp>
        <p:nvSpPr>
          <p:cNvPr id="12" name="사각형: 둥근 모서리 12">
            <a:extLst>
              <a:ext uri="{FF2B5EF4-FFF2-40B4-BE49-F238E27FC236}">
                <a16:creationId xmlns:a16="http://schemas.microsoft.com/office/drawing/2014/main" id="{51A04E2D-0770-EDE0-5DC2-38EA49864660}"/>
              </a:ext>
            </a:extLst>
          </p:cNvPr>
          <p:cNvSpPr/>
          <p:nvPr/>
        </p:nvSpPr>
        <p:spPr>
          <a:xfrm>
            <a:off x="3400055" y="132559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</a:t>
            </a:r>
            <a:br>
              <a:rPr lang="en-US" altLang="ko-KR" sz="900"/>
            </a:br>
            <a:r>
              <a:rPr lang="en-US" altLang="ko-KR" sz="900" b="1"/>
              <a:t>Service (LB)</a:t>
            </a:r>
            <a:endParaRPr lang="ko-KR" altLang="en-US" sz="900" b="1"/>
          </a:p>
        </p:txBody>
      </p:sp>
      <p:sp>
        <p:nvSpPr>
          <p:cNvPr id="14" name="사각형: 둥근 모서리 12">
            <a:extLst>
              <a:ext uri="{FF2B5EF4-FFF2-40B4-BE49-F238E27FC236}">
                <a16:creationId xmlns:a16="http://schemas.microsoft.com/office/drawing/2014/main" id="{BA22A39E-AF9C-EF33-C5CB-E3EF764366F9}"/>
              </a:ext>
            </a:extLst>
          </p:cNvPr>
          <p:cNvSpPr/>
          <p:nvPr/>
        </p:nvSpPr>
        <p:spPr>
          <a:xfrm>
            <a:off x="2090078" y="20262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(envoy)</a:t>
            </a:r>
            <a:br>
              <a:rPr lang="en-US" altLang="ko-KR" sz="900"/>
            </a:br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5" name="사각형: 둥근 모서리 12">
            <a:extLst>
              <a:ext uri="{FF2B5EF4-FFF2-40B4-BE49-F238E27FC236}">
                <a16:creationId xmlns:a16="http://schemas.microsoft.com/office/drawing/2014/main" id="{E13BEBEC-EB22-843E-1C64-5449830849F6}"/>
              </a:ext>
            </a:extLst>
          </p:cNvPr>
          <p:cNvSpPr/>
          <p:nvPr/>
        </p:nvSpPr>
        <p:spPr>
          <a:xfrm>
            <a:off x="3405356" y="3070207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/>
          </a:p>
        </p:txBody>
      </p:sp>
      <p:sp>
        <p:nvSpPr>
          <p:cNvPr id="20" name="사각형: 둥근 모서리 12">
            <a:extLst>
              <a:ext uri="{FF2B5EF4-FFF2-40B4-BE49-F238E27FC236}">
                <a16:creationId xmlns:a16="http://schemas.microsoft.com/office/drawing/2014/main" id="{C8C9EFFA-0A7C-142E-99C9-0B9846DA2742}"/>
              </a:ext>
            </a:extLst>
          </p:cNvPr>
          <p:cNvSpPr/>
          <p:nvPr/>
        </p:nvSpPr>
        <p:spPr>
          <a:xfrm>
            <a:off x="2090078" y="307020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Service</a:t>
            </a:r>
          </a:p>
          <a:p>
            <a:pPr algn="ctr"/>
            <a:r>
              <a:rPr lang="en-US" altLang="ko-KR" sz="900" b="1"/>
              <a:t>(Headless)</a:t>
            </a:r>
            <a:endParaRPr lang="ko-KR" altLang="en-US" sz="900" b="1"/>
          </a:p>
        </p:txBody>
      </p:sp>
      <p:sp>
        <p:nvSpPr>
          <p:cNvPr id="21" name="사각형: 둥근 모서리 12">
            <a:extLst>
              <a:ext uri="{FF2B5EF4-FFF2-40B4-BE49-F238E27FC236}">
                <a16:creationId xmlns:a16="http://schemas.microsoft.com/office/drawing/2014/main" id="{7DD12B57-1E9F-27BE-BA1D-0E654A0C0207}"/>
              </a:ext>
            </a:extLst>
          </p:cNvPr>
          <p:cNvSpPr/>
          <p:nvPr/>
        </p:nvSpPr>
        <p:spPr>
          <a:xfrm>
            <a:off x="2090078" y="4370118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22" name="사각형: 둥근 모서리 12">
            <a:extLst>
              <a:ext uri="{FF2B5EF4-FFF2-40B4-BE49-F238E27FC236}">
                <a16:creationId xmlns:a16="http://schemas.microsoft.com/office/drawing/2014/main" id="{14A56A17-8DF2-1CCD-1635-AE92CF3F7DF1}"/>
              </a:ext>
            </a:extLst>
          </p:cNvPr>
          <p:cNvSpPr/>
          <p:nvPr/>
        </p:nvSpPr>
        <p:spPr>
          <a:xfrm>
            <a:off x="3398691" y="30943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Client</a:t>
            </a:r>
            <a:endParaRPr lang="ko-KR" altLang="en-US" sz="900"/>
          </a:p>
        </p:txBody>
      </p:sp>
      <p:cxnSp>
        <p:nvCxnSpPr>
          <p:cNvPr id="23" name="직선 화살표 연결선 96">
            <a:extLst>
              <a:ext uri="{FF2B5EF4-FFF2-40B4-BE49-F238E27FC236}">
                <a16:creationId xmlns:a16="http://schemas.microsoft.com/office/drawing/2014/main" id="{7112ED3C-DF07-FC75-D32F-1EFF3285F5D3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968410" y="760941"/>
            <a:ext cx="1364" cy="564656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96">
            <a:extLst>
              <a:ext uri="{FF2B5EF4-FFF2-40B4-BE49-F238E27FC236}">
                <a16:creationId xmlns:a16="http://schemas.microsoft.com/office/drawing/2014/main" id="{11010DAA-1A43-1D69-E857-8F9259BB597A}"/>
              </a:ext>
            </a:extLst>
          </p:cNvPr>
          <p:cNvCxnSpPr>
            <a:cxnSpLocks/>
            <a:stCxn id="7" idx="0"/>
            <a:endCxn id="2" idx="2"/>
          </p:cNvCxnSpPr>
          <p:nvPr/>
        </p:nvCxnSpPr>
        <p:spPr>
          <a:xfrm flipV="1">
            <a:off x="5286338" y="756712"/>
            <a:ext cx="0" cy="56888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96">
            <a:extLst>
              <a:ext uri="{FF2B5EF4-FFF2-40B4-BE49-F238E27FC236}">
                <a16:creationId xmlns:a16="http://schemas.microsoft.com/office/drawing/2014/main" id="{F04774B6-A1B9-342B-5F97-D3BB0D6B33B3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flipH="1">
            <a:off x="2659797" y="1777108"/>
            <a:ext cx="1309977" cy="24910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96">
            <a:extLst>
              <a:ext uri="{FF2B5EF4-FFF2-40B4-BE49-F238E27FC236}">
                <a16:creationId xmlns:a16="http://schemas.microsoft.com/office/drawing/2014/main" id="{569B012B-A247-535E-DC3F-1154AFD60E4E}"/>
              </a:ext>
            </a:extLst>
          </p:cNvPr>
          <p:cNvCxnSpPr>
            <a:cxnSpLocks/>
            <a:stCxn id="2" idx="3"/>
            <a:endCxn id="11" idx="1"/>
          </p:cNvCxnSpPr>
          <p:nvPr/>
        </p:nvCxnSpPr>
        <p:spPr>
          <a:xfrm>
            <a:off x="5856057" y="530957"/>
            <a:ext cx="174476" cy="451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96">
            <a:extLst>
              <a:ext uri="{FF2B5EF4-FFF2-40B4-BE49-F238E27FC236}">
                <a16:creationId xmlns:a16="http://schemas.microsoft.com/office/drawing/2014/main" id="{36214CFC-B840-C27A-69B9-5DC02EBBE4F3}"/>
              </a:ext>
            </a:extLst>
          </p:cNvPr>
          <p:cNvCxnSpPr>
            <a:cxnSpLocks/>
            <a:stCxn id="15" idx="0"/>
            <a:endCxn id="7" idx="2"/>
          </p:cNvCxnSpPr>
          <p:nvPr/>
        </p:nvCxnSpPr>
        <p:spPr>
          <a:xfrm flipV="1">
            <a:off x="3975075" y="1777109"/>
            <a:ext cx="1311263" cy="129309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96">
            <a:extLst>
              <a:ext uri="{FF2B5EF4-FFF2-40B4-BE49-F238E27FC236}">
                <a16:creationId xmlns:a16="http://schemas.microsoft.com/office/drawing/2014/main" id="{B1F12FD1-2A72-77F4-2231-C4B535D1C90F}"/>
              </a:ext>
            </a:extLst>
          </p:cNvPr>
          <p:cNvCxnSpPr>
            <a:cxnSpLocks/>
            <a:stCxn id="15" idx="2"/>
            <a:endCxn id="91" idx="0"/>
          </p:cNvCxnSpPr>
          <p:nvPr/>
        </p:nvCxnSpPr>
        <p:spPr>
          <a:xfrm>
            <a:off x="3975075" y="3521718"/>
            <a:ext cx="1287" cy="84839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96">
            <a:extLst>
              <a:ext uri="{FF2B5EF4-FFF2-40B4-BE49-F238E27FC236}">
                <a16:creationId xmlns:a16="http://schemas.microsoft.com/office/drawing/2014/main" id="{A8698F85-4F7E-A7C6-9ED1-DC63E226259F}"/>
              </a:ext>
            </a:extLst>
          </p:cNvPr>
          <p:cNvCxnSpPr>
            <a:cxnSpLocks/>
            <a:stCxn id="14" idx="2"/>
            <a:endCxn id="20" idx="0"/>
          </p:cNvCxnSpPr>
          <p:nvPr/>
        </p:nvCxnSpPr>
        <p:spPr>
          <a:xfrm>
            <a:off x="2659797" y="2477728"/>
            <a:ext cx="0" cy="59247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96">
            <a:extLst>
              <a:ext uri="{FF2B5EF4-FFF2-40B4-BE49-F238E27FC236}">
                <a16:creationId xmlns:a16="http://schemas.microsoft.com/office/drawing/2014/main" id="{C03660A1-4EB1-AB11-9891-43717BF3D0FA}"/>
              </a:ext>
            </a:extLst>
          </p:cNvPr>
          <p:cNvCxnSpPr>
            <a:cxnSpLocks/>
            <a:stCxn id="91" idx="0"/>
            <a:endCxn id="20" idx="3"/>
          </p:cNvCxnSpPr>
          <p:nvPr/>
        </p:nvCxnSpPr>
        <p:spPr>
          <a:xfrm flipH="1" flipV="1">
            <a:off x="3229516" y="3295963"/>
            <a:ext cx="746846" cy="107415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96">
            <a:extLst>
              <a:ext uri="{FF2B5EF4-FFF2-40B4-BE49-F238E27FC236}">
                <a16:creationId xmlns:a16="http://schemas.microsoft.com/office/drawing/2014/main" id="{EE9352DA-8A8B-090B-10A3-13D559074C51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2659797" y="3521718"/>
            <a:ext cx="0" cy="84840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96">
            <a:extLst>
              <a:ext uri="{FF2B5EF4-FFF2-40B4-BE49-F238E27FC236}">
                <a16:creationId xmlns:a16="http://schemas.microsoft.com/office/drawing/2014/main" id="{044E19CC-2B38-2AFE-5B6A-C4461632F1D8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3969774" y="761231"/>
            <a:ext cx="2630478" cy="56436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96">
            <a:extLst>
              <a:ext uri="{FF2B5EF4-FFF2-40B4-BE49-F238E27FC236}">
                <a16:creationId xmlns:a16="http://schemas.microsoft.com/office/drawing/2014/main" id="{6E22346A-0449-48AE-12C0-E9610A0A7F3D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2659797" y="761231"/>
            <a:ext cx="3940455" cy="126498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96">
            <a:extLst>
              <a:ext uri="{FF2B5EF4-FFF2-40B4-BE49-F238E27FC236}">
                <a16:creationId xmlns:a16="http://schemas.microsoft.com/office/drawing/2014/main" id="{22EB8634-FA08-FDF6-BA47-D70F6D328EFE}"/>
              </a:ext>
            </a:extLst>
          </p:cNvPr>
          <p:cNvCxnSpPr>
            <a:cxnSpLocks/>
            <a:stCxn id="11" idx="2"/>
            <a:endCxn id="20" idx="0"/>
          </p:cNvCxnSpPr>
          <p:nvPr/>
        </p:nvCxnSpPr>
        <p:spPr>
          <a:xfrm flipH="1">
            <a:off x="2659797" y="761231"/>
            <a:ext cx="3940455" cy="230897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12">
            <a:extLst>
              <a:ext uri="{FF2B5EF4-FFF2-40B4-BE49-F238E27FC236}">
                <a16:creationId xmlns:a16="http://schemas.microsoft.com/office/drawing/2014/main" id="{DF8F8655-BE09-9F3A-2DFB-82E289A4B27F}"/>
              </a:ext>
            </a:extLst>
          </p:cNvPr>
          <p:cNvSpPr/>
          <p:nvPr/>
        </p:nvSpPr>
        <p:spPr>
          <a:xfrm>
            <a:off x="773513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80" name="직선 화살표 연결선 96">
            <a:extLst>
              <a:ext uri="{FF2B5EF4-FFF2-40B4-BE49-F238E27FC236}">
                <a16:creationId xmlns:a16="http://schemas.microsoft.com/office/drawing/2014/main" id="{966FF4AA-EF3B-A056-60B9-AFDCF43CDD6C}"/>
              </a:ext>
            </a:extLst>
          </p:cNvPr>
          <p:cNvCxnSpPr>
            <a:cxnSpLocks/>
            <a:stCxn id="79" idx="3"/>
            <a:endCxn id="21" idx="1"/>
          </p:cNvCxnSpPr>
          <p:nvPr/>
        </p:nvCxnSpPr>
        <p:spPr>
          <a:xfrm>
            <a:off x="1912951" y="4595873"/>
            <a:ext cx="177127" cy="1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사각형: 둥근 모서리 12">
            <a:extLst>
              <a:ext uri="{FF2B5EF4-FFF2-40B4-BE49-F238E27FC236}">
                <a16:creationId xmlns:a16="http://schemas.microsoft.com/office/drawing/2014/main" id="{56D3479B-5A4C-DE3B-7A2C-D880B5955BDF}"/>
              </a:ext>
            </a:extLst>
          </p:cNvPr>
          <p:cNvSpPr/>
          <p:nvPr/>
        </p:nvSpPr>
        <p:spPr>
          <a:xfrm>
            <a:off x="773513" y="372016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/>
              <a:t>DestinationRule</a:t>
            </a:r>
            <a:endParaRPr lang="ko-KR" altLang="en-US" sz="900" b="1"/>
          </a:p>
        </p:txBody>
      </p:sp>
      <p:sp>
        <p:nvSpPr>
          <p:cNvPr id="86" name="사각형: 둥근 모서리 12">
            <a:extLst>
              <a:ext uri="{FF2B5EF4-FFF2-40B4-BE49-F238E27FC236}">
                <a16:creationId xmlns:a16="http://schemas.microsoft.com/office/drawing/2014/main" id="{2EE07326-D05D-144F-78D8-FD2346580E89}"/>
              </a:ext>
            </a:extLst>
          </p:cNvPr>
          <p:cNvSpPr/>
          <p:nvPr/>
        </p:nvSpPr>
        <p:spPr>
          <a:xfrm>
            <a:off x="773513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/>
              <a:t>Service</a:t>
            </a:r>
            <a:endParaRPr lang="ko-KR" altLang="en-US" sz="900" b="1"/>
          </a:p>
        </p:txBody>
      </p:sp>
      <p:sp>
        <p:nvSpPr>
          <p:cNvPr id="91" name="사각형: 둥근 모서리 12">
            <a:extLst>
              <a:ext uri="{FF2B5EF4-FFF2-40B4-BE49-F238E27FC236}">
                <a16:creationId xmlns:a16="http://schemas.microsoft.com/office/drawing/2014/main" id="{9979C7F7-15FB-23D3-BCC7-C8A59BCBBE25}"/>
              </a:ext>
            </a:extLst>
          </p:cNvPr>
          <p:cNvSpPr/>
          <p:nvPr/>
        </p:nvSpPr>
        <p:spPr>
          <a:xfrm>
            <a:off x="3406643" y="4370117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InferencePool</a:t>
            </a:r>
            <a:endParaRPr lang="ko-KR" altLang="en-US" sz="900" b="1"/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8F4F8DF4-5A35-DBAA-80CD-4F077A7B1310}"/>
              </a:ext>
            </a:extLst>
          </p:cNvPr>
          <p:cNvCxnSpPr>
            <a:cxnSpLocks/>
            <a:stCxn id="83" idx="2"/>
            <a:endCxn id="79" idx="0"/>
          </p:cNvCxnSpPr>
          <p:nvPr/>
        </p:nvCxnSpPr>
        <p:spPr>
          <a:xfrm>
            <a:off x="1343232" y="4171672"/>
            <a:ext cx="0" cy="198445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BE6F8243-E627-0C78-F6C2-98FC1F20DCC1}"/>
              </a:ext>
            </a:extLst>
          </p:cNvPr>
          <p:cNvCxnSpPr>
            <a:cxnSpLocks/>
            <a:stCxn id="86" idx="2"/>
            <a:endCxn id="83" idx="0"/>
          </p:cNvCxnSpPr>
          <p:nvPr/>
        </p:nvCxnSpPr>
        <p:spPr>
          <a:xfrm>
            <a:off x="1343232" y="3521717"/>
            <a:ext cx="0" cy="198444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7351B7AA-AD0C-E508-2281-35ACC739D609}"/>
              </a:ext>
            </a:extLst>
          </p:cNvPr>
          <p:cNvCxnSpPr>
            <a:cxnSpLocks/>
            <a:stCxn id="14" idx="1"/>
            <a:endCxn id="86" idx="0"/>
          </p:cNvCxnSpPr>
          <p:nvPr/>
        </p:nvCxnSpPr>
        <p:spPr>
          <a:xfrm flipH="1">
            <a:off x="1343232" y="2251973"/>
            <a:ext cx="746846" cy="818233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사각형: 둥근 모서리 12">
            <a:extLst>
              <a:ext uri="{FF2B5EF4-FFF2-40B4-BE49-F238E27FC236}">
                <a16:creationId xmlns:a16="http://schemas.microsoft.com/office/drawing/2014/main" id="{91B4D567-C0CB-46CE-CC98-39957CE45418}"/>
              </a:ext>
            </a:extLst>
          </p:cNvPr>
          <p:cNvSpPr/>
          <p:nvPr/>
        </p:nvSpPr>
        <p:spPr>
          <a:xfrm>
            <a:off x="4716619" y="3070206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/>
          </a:p>
        </p:txBody>
      </p:sp>
      <p:cxnSp>
        <p:nvCxnSpPr>
          <p:cNvPr id="114" name="직선 화살표 연결선 96">
            <a:extLst>
              <a:ext uri="{FF2B5EF4-FFF2-40B4-BE49-F238E27FC236}">
                <a16:creationId xmlns:a16="http://schemas.microsoft.com/office/drawing/2014/main" id="{F59A36E3-B8CE-570A-749E-A119447B7EB5}"/>
              </a:ext>
            </a:extLst>
          </p:cNvPr>
          <p:cNvCxnSpPr>
            <a:cxnSpLocks/>
            <a:stCxn id="113" idx="2"/>
            <a:endCxn id="115" idx="0"/>
          </p:cNvCxnSpPr>
          <p:nvPr/>
        </p:nvCxnSpPr>
        <p:spPr>
          <a:xfrm>
            <a:off x="5286338" y="3521717"/>
            <a:ext cx="1287" cy="84839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사각형: 둥근 모서리 12">
            <a:extLst>
              <a:ext uri="{FF2B5EF4-FFF2-40B4-BE49-F238E27FC236}">
                <a16:creationId xmlns:a16="http://schemas.microsoft.com/office/drawing/2014/main" id="{D389EE03-2F37-0884-361F-0F4497E068DF}"/>
              </a:ext>
            </a:extLst>
          </p:cNvPr>
          <p:cNvSpPr/>
          <p:nvPr/>
        </p:nvSpPr>
        <p:spPr>
          <a:xfrm>
            <a:off x="4717906" y="4370116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InferencePool</a:t>
            </a:r>
            <a:endParaRPr lang="ko-KR" altLang="en-US" sz="900" b="1"/>
          </a:p>
        </p:txBody>
      </p:sp>
      <p:sp>
        <p:nvSpPr>
          <p:cNvPr id="127" name="사각형: 둥근 모서리 12">
            <a:extLst>
              <a:ext uri="{FF2B5EF4-FFF2-40B4-BE49-F238E27FC236}">
                <a16:creationId xmlns:a16="http://schemas.microsoft.com/office/drawing/2014/main" id="{A3F42500-BAA6-D0E6-EF69-3A6718DF3EE8}"/>
              </a:ext>
            </a:extLst>
          </p:cNvPr>
          <p:cNvSpPr/>
          <p:nvPr/>
        </p:nvSpPr>
        <p:spPr>
          <a:xfrm>
            <a:off x="6034548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Service</a:t>
            </a:r>
          </a:p>
          <a:p>
            <a:pPr algn="ctr"/>
            <a:r>
              <a:rPr lang="en-US" altLang="ko-KR" sz="900" b="1"/>
              <a:t>(Headless)</a:t>
            </a:r>
            <a:endParaRPr lang="ko-KR" altLang="en-US" sz="900" b="1"/>
          </a:p>
        </p:txBody>
      </p:sp>
      <p:sp>
        <p:nvSpPr>
          <p:cNvPr id="129" name="사각형: 둥근 모서리 12">
            <a:extLst>
              <a:ext uri="{FF2B5EF4-FFF2-40B4-BE49-F238E27FC236}">
                <a16:creationId xmlns:a16="http://schemas.microsoft.com/office/drawing/2014/main" id="{5587DC12-C6E5-D889-35F0-0E8F4595393E}"/>
              </a:ext>
            </a:extLst>
          </p:cNvPr>
          <p:cNvSpPr/>
          <p:nvPr/>
        </p:nvSpPr>
        <p:spPr>
          <a:xfrm>
            <a:off x="6034548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130" name="직선 화살표 연결선 96">
            <a:extLst>
              <a:ext uri="{FF2B5EF4-FFF2-40B4-BE49-F238E27FC236}">
                <a16:creationId xmlns:a16="http://schemas.microsoft.com/office/drawing/2014/main" id="{D2B730F1-BD05-E98F-3E2F-E43DCA468E50}"/>
              </a:ext>
            </a:extLst>
          </p:cNvPr>
          <p:cNvCxnSpPr>
            <a:cxnSpLocks/>
            <a:stCxn id="115" idx="0"/>
            <a:endCxn id="127" idx="1"/>
          </p:cNvCxnSpPr>
          <p:nvPr/>
        </p:nvCxnSpPr>
        <p:spPr>
          <a:xfrm flipV="1">
            <a:off x="5287625" y="3295962"/>
            <a:ext cx="746923" cy="107415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96">
            <a:extLst>
              <a:ext uri="{FF2B5EF4-FFF2-40B4-BE49-F238E27FC236}">
                <a16:creationId xmlns:a16="http://schemas.microsoft.com/office/drawing/2014/main" id="{22D4D98C-A537-C8AD-3752-87A7EEE19245}"/>
              </a:ext>
            </a:extLst>
          </p:cNvPr>
          <p:cNvCxnSpPr>
            <a:cxnSpLocks/>
            <a:stCxn id="14" idx="2"/>
            <a:endCxn id="127" idx="0"/>
          </p:cNvCxnSpPr>
          <p:nvPr/>
        </p:nvCxnSpPr>
        <p:spPr>
          <a:xfrm>
            <a:off x="2659797" y="2477728"/>
            <a:ext cx="3944470" cy="592478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96">
            <a:extLst>
              <a:ext uri="{FF2B5EF4-FFF2-40B4-BE49-F238E27FC236}">
                <a16:creationId xmlns:a16="http://schemas.microsoft.com/office/drawing/2014/main" id="{A9CCFB15-267E-BF78-1CEF-F3C43A036D39}"/>
              </a:ext>
            </a:extLst>
          </p:cNvPr>
          <p:cNvCxnSpPr>
            <a:cxnSpLocks/>
            <a:stCxn id="127" idx="2"/>
            <a:endCxn id="129" idx="0"/>
          </p:cNvCxnSpPr>
          <p:nvPr/>
        </p:nvCxnSpPr>
        <p:spPr>
          <a:xfrm>
            <a:off x="6604267" y="3521717"/>
            <a:ext cx="0" cy="84840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화살표 연결선 96">
            <a:extLst>
              <a:ext uri="{FF2B5EF4-FFF2-40B4-BE49-F238E27FC236}">
                <a16:creationId xmlns:a16="http://schemas.microsoft.com/office/drawing/2014/main" id="{3D81CBD3-3AAA-1157-418A-F45CDBEEAC67}"/>
              </a:ext>
            </a:extLst>
          </p:cNvPr>
          <p:cNvCxnSpPr>
            <a:cxnSpLocks/>
            <a:stCxn id="113" idx="0"/>
            <a:endCxn id="7" idx="2"/>
          </p:cNvCxnSpPr>
          <p:nvPr/>
        </p:nvCxnSpPr>
        <p:spPr>
          <a:xfrm flipV="1">
            <a:off x="5286338" y="1777109"/>
            <a:ext cx="0" cy="129309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96">
            <a:extLst>
              <a:ext uri="{FF2B5EF4-FFF2-40B4-BE49-F238E27FC236}">
                <a16:creationId xmlns:a16="http://schemas.microsoft.com/office/drawing/2014/main" id="{C2591E36-A709-3E43-66E5-6618D8A5920A}"/>
              </a:ext>
            </a:extLst>
          </p:cNvPr>
          <p:cNvCxnSpPr>
            <a:cxnSpLocks/>
            <a:stCxn id="91" idx="1"/>
            <a:endCxn id="21" idx="3"/>
          </p:cNvCxnSpPr>
          <p:nvPr/>
        </p:nvCxnSpPr>
        <p:spPr>
          <a:xfrm flipH="1">
            <a:off x="3229516" y="4595873"/>
            <a:ext cx="177127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화살표 연결선 96">
            <a:extLst>
              <a:ext uri="{FF2B5EF4-FFF2-40B4-BE49-F238E27FC236}">
                <a16:creationId xmlns:a16="http://schemas.microsoft.com/office/drawing/2014/main" id="{BD34D976-DD0C-8388-6839-AED8438FCD17}"/>
              </a:ext>
            </a:extLst>
          </p:cNvPr>
          <p:cNvCxnSpPr>
            <a:cxnSpLocks/>
            <a:stCxn id="115" idx="3"/>
            <a:endCxn id="129" idx="1"/>
          </p:cNvCxnSpPr>
          <p:nvPr/>
        </p:nvCxnSpPr>
        <p:spPr>
          <a:xfrm>
            <a:off x="5857344" y="4595872"/>
            <a:ext cx="177204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96">
            <a:extLst>
              <a:ext uri="{FF2B5EF4-FFF2-40B4-BE49-F238E27FC236}">
                <a16:creationId xmlns:a16="http://schemas.microsoft.com/office/drawing/2014/main" id="{8379E19C-7FD4-945C-2D25-70DB27D951A8}"/>
              </a:ext>
            </a:extLst>
          </p:cNvPr>
          <p:cNvCxnSpPr>
            <a:cxnSpLocks/>
            <a:stCxn id="11" idx="2"/>
            <a:endCxn id="127" idx="0"/>
          </p:cNvCxnSpPr>
          <p:nvPr/>
        </p:nvCxnSpPr>
        <p:spPr>
          <a:xfrm>
            <a:off x="6600252" y="761231"/>
            <a:ext cx="4015" cy="2308975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사각형: 둥근 모서리 12">
            <a:extLst>
              <a:ext uri="{FF2B5EF4-FFF2-40B4-BE49-F238E27FC236}">
                <a16:creationId xmlns:a16="http://schemas.microsoft.com/office/drawing/2014/main" id="{B3E76B2B-29BC-1031-79D0-7E038F41EA4C}"/>
              </a:ext>
            </a:extLst>
          </p:cNvPr>
          <p:cNvSpPr/>
          <p:nvPr/>
        </p:nvSpPr>
        <p:spPr>
          <a:xfrm>
            <a:off x="7351190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80" name="사각형: 둥근 모서리 12">
            <a:extLst>
              <a:ext uri="{FF2B5EF4-FFF2-40B4-BE49-F238E27FC236}">
                <a16:creationId xmlns:a16="http://schemas.microsoft.com/office/drawing/2014/main" id="{F1DE08A6-66D5-3B44-D4E7-6B72B624C26C}"/>
              </a:ext>
            </a:extLst>
          </p:cNvPr>
          <p:cNvSpPr/>
          <p:nvPr/>
        </p:nvSpPr>
        <p:spPr>
          <a:xfrm>
            <a:off x="7351190" y="372016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/>
              <a:t>DestinationRule</a:t>
            </a:r>
            <a:endParaRPr lang="ko-KR" altLang="en-US" sz="900" b="1"/>
          </a:p>
        </p:txBody>
      </p:sp>
      <p:sp>
        <p:nvSpPr>
          <p:cNvPr id="181" name="사각형: 둥근 모서리 12">
            <a:extLst>
              <a:ext uri="{FF2B5EF4-FFF2-40B4-BE49-F238E27FC236}">
                <a16:creationId xmlns:a16="http://schemas.microsoft.com/office/drawing/2014/main" id="{A817813F-212E-7BD5-142D-FC06C4E318FD}"/>
              </a:ext>
            </a:extLst>
          </p:cNvPr>
          <p:cNvSpPr/>
          <p:nvPr/>
        </p:nvSpPr>
        <p:spPr>
          <a:xfrm>
            <a:off x="7351190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/>
              <a:t>Service</a:t>
            </a:r>
            <a:endParaRPr lang="ko-KR" altLang="en-US" sz="900" b="1"/>
          </a:p>
        </p:txBody>
      </p:sp>
      <p:cxnSp>
        <p:nvCxnSpPr>
          <p:cNvPr id="183" name="직선 화살표 연결선 96">
            <a:extLst>
              <a:ext uri="{FF2B5EF4-FFF2-40B4-BE49-F238E27FC236}">
                <a16:creationId xmlns:a16="http://schemas.microsoft.com/office/drawing/2014/main" id="{20663B6F-9AB5-8F4B-5ABA-EEE51B4A8EBD}"/>
              </a:ext>
            </a:extLst>
          </p:cNvPr>
          <p:cNvCxnSpPr>
            <a:cxnSpLocks/>
            <a:stCxn id="179" idx="1"/>
            <a:endCxn id="129" idx="3"/>
          </p:cNvCxnSpPr>
          <p:nvPr/>
        </p:nvCxnSpPr>
        <p:spPr>
          <a:xfrm flipH="1">
            <a:off x="7173986" y="4595873"/>
            <a:ext cx="177204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E043AA19-0955-1478-4D38-50216DED409A}"/>
              </a:ext>
            </a:extLst>
          </p:cNvPr>
          <p:cNvCxnSpPr>
            <a:cxnSpLocks/>
            <a:stCxn id="14" idx="3"/>
            <a:endCxn id="181" idx="0"/>
          </p:cNvCxnSpPr>
          <p:nvPr/>
        </p:nvCxnSpPr>
        <p:spPr>
          <a:xfrm>
            <a:off x="3229516" y="2251973"/>
            <a:ext cx="4691393" cy="818233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>
            <a:extLst>
              <a:ext uri="{FF2B5EF4-FFF2-40B4-BE49-F238E27FC236}">
                <a16:creationId xmlns:a16="http://schemas.microsoft.com/office/drawing/2014/main" id="{B465F8B1-F243-1BCC-A314-B7750D4572AA}"/>
              </a:ext>
            </a:extLst>
          </p:cNvPr>
          <p:cNvCxnSpPr>
            <a:cxnSpLocks/>
            <a:stCxn id="181" idx="2"/>
            <a:endCxn id="180" idx="0"/>
          </p:cNvCxnSpPr>
          <p:nvPr/>
        </p:nvCxnSpPr>
        <p:spPr>
          <a:xfrm>
            <a:off x="7920909" y="3521717"/>
            <a:ext cx="0" cy="198444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9BADE94C-E923-2BD0-DDB4-C376DC92E8C1}"/>
              </a:ext>
            </a:extLst>
          </p:cNvPr>
          <p:cNvCxnSpPr>
            <a:cxnSpLocks/>
            <a:stCxn id="180" idx="2"/>
            <a:endCxn id="179" idx="0"/>
          </p:cNvCxnSpPr>
          <p:nvPr/>
        </p:nvCxnSpPr>
        <p:spPr>
          <a:xfrm>
            <a:off x="7920909" y="4171672"/>
            <a:ext cx="0" cy="198445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화살표 연결선 96">
            <a:extLst>
              <a:ext uri="{FF2B5EF4-FFF2-40B4-BE49-F238E27FC236}">
                <a16:creationId xmlns:a16="http://schemas.microsoft.com/office/drawing/2014/main" id="{F53CC7DB-CF75-A5CA-67B0-74199FEA8D31}"/>
              </a:ext>
            </a:extLst>
          </p:cNvPr>
          <p:cNvCxnSpPr>
            <a:cxnSpLocks/>
          </p:cNvCxnSpPr>
          <p:nvPr/>
        </p:nvCxnSpPr>
        <p:spPr>
          <a:xfrm>
            <a:off x="7392531" y="377236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6F0E23B2-B4D6-ECDA-7484-13BEA97DD482}"/>
              </a:ext>
            </a:extLst>
          </p:cNvPr>
          <p:cNvSpPr txBox="1"/>
          <p:nvPr/>
        </p:nvSpPr>
        <p:spPr>
          <a:xfrm>
            <a:off x="7688274" y="267466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Reference</a:t>
            </a:r>
            <a:endParaRPr lang="en-KR" sz="900"/>
          </a:p>
        </p:txBody>
      </p:sp>
      <p:cxnSp>
        <p:nvCxnSpPr>
          <p:cNvPr id="204" name="직선 화살표 연결선 96">
            <a:extLst>
              <a:ext uri="{FF2B5EF4-FFF2-40B4-BE49-F238E27FC236}">
                <a16:creationId xmlns:a16="http://schemas.microsoft.com/office/drawing/2014/main" id="{33B18D22-CF3F-F25B-5FA4-2C2A6AEDEB17}"/>
              </a:ext>
            </a:extLst>
          </p:cNvPr>
          <p:cNvCxnSpPr>
            <a:cxnSpLocks/>
          </p:cNvCxnSpPr>
          <p:nvPr/>
        </p:nvCxnSpPr>
        <p:spPr>
          <a:xfrm>
            <a:off x="7392531" y="613485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2658FF9D-E277-2DB9-DB90-3477A6A051FB}"/>
              </a:ext>
            </a:extLst>
          </p:cNvPr>
          <p:cNvSpPr txBox="1"/>
          <p:nvPr/>
        </p:nvSpPr>
        <p:spPr>
          <a:xfrm>
            <a:off x="7688274" y="503715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Traffic</a:t>
            </a:r>
            <a:endParaRPr lang="en-KR" sz="900"/>
          </a:p>
        </p:txBody>
      </p:sp>
      <p:cxnSp>
        <p:nvCxnSpPr>
          <p:cNvPr id="206" name="직선 화살표 연결선 96">
            <a:extLst>
              <a:ext uri="{FF2B5EF4-FFF2-40B4-BE49-F238E27FC236}">
                <a16:creationId xmlns:a16="http://schemas.microsoft.com/office/drawing/2014/main" id="{8C3DCE1B-A661-1A0E-6602-180950CCA780}"/>
              </a:ext>
            </a:extLst>
          </p:cNvPr>
          <p:cNvCxnSpPr>
            <a:cxnSpLocks/>
          </p:cNvCxnSpPr>
          <p:nvPr/>
        </p:nvCxnSpPr>
        <p:spPr>
          <a:xfrm>
            <a:off x="7392531" y="847542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extBox 206">
            <a:extLst>
              <a:ext uri="{FF2B5EF4-FFF2-40B4-BE49-F238E27FC236}">
                <a16:creationId xmlns:a16="http://schemas.microsoft.com/office/drawing/2014/main" id="{77F79E6B-D577-99E1-F114-806F24EA3FD2}"/>
              </a:ext>
            </a:extLst>
          </p:cNvPr>
          <p:cNvSpPr txBox="1"/>
          <p:nvPr/>
        </p:nvSpPr>
        <p:spPr>
          <a:xfrm>
            <a:off x="7688274" y="737772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cxnSp>
        <p:nvCxnSpPr>
          <p:cNvPr id="209" name="직선 화살표 연결선 96">
            <a:extLst>
              <a:ext uri="{FF2B5EF4-FFF2-40B4-BE49-F238E27FC236}">
                <a16:creationId xmlns:a16="http://schemas.microsoft.com/office/drawing/2014/main" id="{BF0ADD61-8197-44A2-2C92-019B828F7374}"/>
              </a:ext>
            </a:extLst>
          </p:cNvPr>
          <p:cNvCxnSpPr>
            <a:cxnSpLocks/>
          </p:cNvCxnSpPr>
          <p:nvPr/>
        </p:nvCxnSpPr>
        <p:spPr>
          <a:xfrm>
            <a:off x="7392531" y="1081598"/>
            <a:ext cx="323569" cy="0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94C6244B-9E5C-D5E2-8D47-59D1CF1DCEEB}"/>
              </a:ext>
            </a:extLst>
          </p:cNvPr>
          <p:cNvSpPr txBox="1"/>
          <p:nvPr/>
        </p:nvSpPr>
        <p:spPr>
          <a:xfrm>
            <a:off x="7688274" y="971828"/>
            <a:ext cx="1030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Select Endpoint</a:t>
            </a:r>
            <a:endParaRPr lang="en-KR" sz="900"/>
          </a:p>
        </p:txBody>
      </p:sp>
      <p:cxnSp>
        <p:nvCxnSpPr>
          <p:cNvPr id="211" name="직선 화살표 연결선 96">
            <a:extLst>
              <a:ext uri="{FF2B5EF4-FFF2-40B4-BE49-F238E27FC236}">
                <a16:creationId xmlns:a16="http://schemas.microsoft.com/office/drawing/2014/main" id="{B66ABEE7-64D6-A35F-A2DE-70F98B121128}"/>
              </a:ext>
            </a:extLst>
          </p:cNvPr>
          <p:cNvCxnSpPr>
            <a:cxnSpLocks/>
          </p:cNvCxnSpPr>
          <p:nvPr/>
        </p:nvCxnSpPr>
        <p:spPr>
          <a:xfrm>
            <a:off x="7392531" y="1321675"/>
            <a:ext cx="323569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D960CB63-83EF-4948-6984-1EB868F3A487}"/>
              </a:ext>
            </a:extLst>
          </p:cNvPr>
          <p:cNvSpPr txBox="1"/>
          <p:nvPr/>
        </p:nvSpPr>
        <p:spPr>
          <a:xfrm>
            <a:off x="7688274" y="1211905"/>
            <a:ext cx="1030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Get Metrics</a:t>
            </a:r>
            <a:endParaRPr lang="en-KR" sz="900"/>
          </a:p>
        </p:txBody>
      </p:sp>
    </p:spTree>
    <p:extLst>
      <p:ext uri="{BB962C8B-B14F-4D97-AF65-F5344CB8AC3E}">
        <p14:creationId xmlns:p14="http://schemas.microsoft.com/office/powerpoint/2010/main" val="2314798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76870-D4D0-5D53-CAF8-FB50C70B8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2">
            <a:extLst>
              <a:ext uri="{FF2B5EF4-FFF2-40B4-BE49-F238E27FC236}">
                <a16:creationId xmlns:a16="http://schemas.microsoft.com/office/drawing/2014/main" id="{DE0F76A7-EDA8-B61D-79FE-A51AB02ADA9A}"/>
              </a:ext>
            </a:extLst>
          </p:cNvPr>
          <p:cNvSpPr/>
          <p:nvPr/>
        </p:nvSpPr>
        <p:spPr>
          <a:xfrm>
            <a:off x="4716619" y="305201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sp>
        <p:nvSpPr>
          <p:cNvPr id="3" name="사각형: 둥근 모서리 70">
            <a:extLst>
              <a:ext uri="{FF2B5EF4-FFF2-40B4-BE49-F238E27FC236}">
                <a16:creationId xmlns:a16="http://schemas.microsoft.com/office/drawing/2014/main" id="{DC966635-758A-B896-9643-FE8EA1EB4657}"/>
              </a:ext>
            </a:extLst>
          </p:cNvPr>
          <p:cNvSpPr/>
          <p:nvPr/>
        </p:nvSpPr>
        <p:spPr>
          <a:xfrm>
            <a:off x="1979712" y="1025814"/>
            <a:ext cx="5304640" cy="1545936"/>
          </a:xfrm>
          <a:prstGeom prst="roundRect">
            <a:avLst>
              <a:gd name="adj" fmla="val 4874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Gateway </a:t>
            </a:r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7" name="사각형: 둥근 모서리 12">
            <a:extLst>
              <a:ext uri="{FF2B5EF4-FFF2-40B4-BE49-F238E27FC236}">
                <a16:creationId xmlns:a16="http://schemas.microsoft.com/office/drawing/2014/main" id="{5F30D938-D1E2-5504-44C8-AE975F858009}"/>
              </a:ext>
            </a:extLst>
          </p:cNvPr>
          <p:cNvSpPr/>
          <p:nvPr/>
        </p:nvSpPr>
        <p:spPr>
          <a:xfrm>
            <a:off x="4716619" y="1325598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sp>
        <p:nvSpPr>
          <p:cNvPr id="9" name="사각형: 둥근 모서리 70">
            <a:extLst>
              <a:ext uri="{FF2B5EF4-FFF2-40B4-BE49-F238E27FC236}">
                <a16:creationId xmlns:a16="http://schemas.microsoft.com/office/drawing/2014/main" id="{0024AF01-A0D0-ED88-6BC9-13F093AA14FC}"/>
              </a:ext>
            </a:extLst>
          </p:cNvPr>
          <p:cNvSpPr/>
          <p:nvPr/>
        </p:nvSpPr>
        <p:spPr>
          <a:xfrm>
            <a:off x="637634" y="2758587"/>
            <a:ext cx="7979316" cy="2189427"/>
          </a:xfrm>
          <a:prstGeom prst="roundRect">
            <a:avLst>
              <a:gd name="adj" fmla="val 4279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LLM </a:t>
            </a:r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F09A9B72-B7A9-ED17-BF26-649D60077C3C}"/>
              </a:ext>
            </a:extLst>
          </p:cNvPr>
          <p:cNvSpPr/>
          <p:nvPr/>
        </p:nvSpPr>
        <p:spPr>
          <a:xfrm>
            <a:off x="6030533" y="30972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 </a:t>
            </a:r>
            <a:r>
              <a:rPr lang="en-US" altLang="ko-KR" sz="900" b="1"/>
              <a:t>Gateway Controller</a:t>
            </a:r>
            <a:r>
              <a:rPr lang="en-US" altLang="ko-KR" sz="900"/>
              <a:t> (istiod)</a:t>
            </a:r>
            <a:endParaRPr lang="ko-KR" altLang="en-US" sz="900"/>
          </a:p>
        </p:txBody>
      </p:sp>
      <p:sp>
        <p:nvSpPr>
          <p:cNvPr id="12" name="사각형: 둥근 모서리 12">
            <a:extLst>
              <a:ext uri="{FF2B5EF4-FFF2-40B4-BE49-F238E27FC236}">
                <a16:creationId xmlns:a16="http://schemas.microsoft.com/office/drawing/2014/main" id="{8E68ADDE-090C-C069-E30A-6435D7CB82E0}"/>
              </a:ext>
            </a:extLst>
          </p:cNvPr>
          <p:cNvSpPr/>
          <p:nvPr/>
        </p:nvSpPr>
        <p:spPr>
          <a:xfrm>
            <a:off x="3400055" y="132559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</a:t>
            </a:r>
            <a:br>
              <a:rPr lang="en-US" altLang="ko-KR" sz="900"/>
            </a:br>
            <a:r>
              <a:rPr lang="en-US" altLang="ko-KR" sz="900" b="1"/>
              <a:t>Service (LB)</a:t>
            </a:r>
            <a:endParaRPr lang="ko-KR" altLang="en-US" sz="900" b="1"/>
          </a:p>
        </p:txBody>
      </p:sp>
      <p:sp>
        <p:nvSpPr>
          <p:cNvPr id="14" name="사각형: 둥근 모서리 12">
            <a:extLst>
              <a:ext uri="{FF2B5EF4-FFF2-40B4-BE49-F238E27FC236}">
                <a16:creationId xmlns:a16="http://schemas.microsoft.com/office/drawing/2014/main" id="{FF690FD2-9573-39F7-6F95-F75CEF00AFDC}"/>
              </a:ext>
            </a:extLst>
          </p:cNvPr>
          <p:cNvSpPr/>
          <p:nvPr/>
        </p:nvSpPr>
        <p:spPr>
          <a:xfrm>
            <a:off x="2090078" y="20262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(envoy)</a:t>
            </a:r>
            <a:br>
              <a:rPr lang="en-US" altLang="ko-KR" sz="900"/>
            </a:br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5" name="사각형: 둥근 모서리 12">
            <a:extLst>
              <a:ext uri="{FF2B5EF4-FFF2-40B4-BE49-F238E27FC236}">
                <a16:creationId xmlns:a16="http://schemas.microsoft.com/office/drawing/2014/main" id="{B23BA22D-49E1-A45E-830A-72C3B6A855E5}"/>
              </a:ext>
            </a:extLst>
          </p:cNvPr>
          <p:cNvSpPr/>
          <p:nvPr/>
        </p:nvSpPr>
        <p:spPr>
          <a:xfrm>
            <a:off x="3405356" y="3070207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/>
          </a:p>
        </p:txBody>
      </p:sp>
      <p:sp>
        <p:nvSpPr>
          <p:cNvPr id="20" name="사각형: 둥근 모서리 12">
            <a:extLst>
              <a:ext uri="{FF2B5EF4-FFF2-40B4-BE49-F238E27FC236}">
                <a16:creationId xmlns:a16="http://schemas.microsoft.com/office/drawing/2014/main" id="{C3488D1C-76A6-DEFE-90EE-464B61DABFDD}"/>
              </a:ext>
            </a:extLst>
          </p:cNvPr>
          <p:cNvSpPr/>
          <p:nvPr/>
        </p:nvSpPr>
        <p:spPr>
          <a:xfrm>
            <a:off x="2090078" y="307020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Service</a:t>
            </a:r>
          </a:p>
          <a:p>
            <a:pPr algn="ctr"/>
            <a:r>
              <a:rPr lang="en-US" altLang="ko-KR" sz="900" b="1"/>
              <a:t>(Headless)</a:t>
            </a:r>
            <a:endParaRPr lang="ko-KR" altLang="en-US" sz="900" b="1"/>
          </a:p>
        </p:txBody>
      </p:sp>
      <p:sp>
        <p:nvSpPr>
          <p:cNvPr id="21" name="사각형: 둥근 모서리 12">
            <a:extLst>
              <a:ext uri="{FF2B5EF4-FFF2-40B4-BE49-F238E27FC236}">
                <a16:creationId xmlns:a16="http://schemas.microsoft.com/office/drawing/2014/main" id="{716B8F46-2A90-2B0E-7399-FBC977614C00}"/>
              </a:ext>
            </a:extLst>
          </p:cNvPr>
          <p:cNvSpPr/>
          <p:nvPr/>
        </p:nvSpPr>
        <p:spPr>
          <a:xfrm>
            <a:off x="2090078" y="4370118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22" name="사각형: 둥근 모서리 12">
            <a:extLst>
              <a:ext uri="{FF2B5EF4-FFF2-40B4-BE49-F238E27FC236}">
                <a16:creationId xmlns:a16="http://schemas.microsoft.com/office/drawing/2014/main" id="{3759CF75-22A2-DEBE-1451-DCE43E543F51}"/>
              </a:ext>
            </a:extLst>
          </p:cNvPr>
          <p:cNvSpPr/>
          <p:nvPr/>
        </p:nvSpPr>
        <p:spPr>
          <a:xfrm>
            <a:off x="3398691" y="30943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Client</a:t>
            </a:r>
            <a:endParaRPr lang="ko-KR" altLang="en-US" sz="900"/>
          </a:p>
        </p:txBody>
      </p:sp>
      <p:cxnSp>
        <p:nvCxnSpPr>
          <p:cNvPr id="23" name="직선 화살표 연결선 96">
            <a:extLst>
              <a:ext uri="{FF2B5EF4-FFF2-40B4-BE49-F238E27FC236}">
                <a16:creationId xmlns:a16="http://schemas.microsoft.com/office/drawing/2014/main" id="{93172DBF-3B35-C6B6-814C-D0B2E1B33A29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968410" y="760941"/>
            <a:ext cx="1364" cy="564656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96">
            <a:extLst>
              <a:ext uri="{FF2B5EF4-FFF2-40B4-BE49-F238E27FC236}">
                <a16:creationId xmlns:a16="http://schemas.microsoft.com/office/drawing/2014/main" id="{56349F9C-DDA4-1896-A110-9B87B943F62A}"/>
              </a:ext>
            </a:extLst>
          </p:cNvPr>
          <p:cNvCxnSpPr>
            <a:cxnSpLocks/>
            <a:stCxn id="7" idx="0"/>
            <a:endCxn id="2" idx="2"/>
          </p:cNvCxnSpPr>
          <p:nvPr/>
        </p:nvCxnSpPr>
        <p:spPr>
          <a:xfrm flipV="1">
            <a:off x="5286338" y="756712"/>
            <a:ext cx="0" cy="56888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96">
            <a:extLst>
              <a:ext uri="{FF2B5EF4-FFF2-40B4-BE49-F238E27FC236}">
                <a16:creationId xmlns:a16="http://schemas.microsoft.com/office/drawing/2014/main" id="{F934E595-51B1-253A-CF31-A15D45F1372B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flipH="1">
            <a:off x="2659797" y="1777108"/>
            <a:ext cx="1309977" cy="24910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96">
            <a:extLst>
              <a:ext uri="{FF2B5EF4-FFF2-40B4-BE49-F238E27FC236}">
                <a16:creationId xmlns:a16="http://schemas.microsoft.com/office/drawing/2014/main" id="{ABFA3188-4058-8842-9A0F-3A03C3023044}"/>
              </a:ext>
            </a:extLst>
          </p:cNvPr>
          <p:cNvCxnSpPr>
            <a:cxnSpLocks/>
            <a:stCxn id="2" idx="3"/>
            <a:endCxn id="11" idx="1"/>
          </p:cNvCxnSpPr>
          <p:nvPr/>
        </p:nvCxnSpPr>
        <p:spPr>
          <a:xfrm>
            <a:off x="5856057" y="530957"/>
            <a:ext cx="174476" cy="451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96">
            <a:extLst>
              <a:ext uri="{FF2B5EF4-FFF2-40B4-BE49-F238E27FC236}">
                <a16:creationId xmlns:a16="http://schemas.microsoft.com/office/drawing/2014/main" id="{24E1F56C-54C6-BBC4-E4CB-B31BCCAE4F7F}"/>
              </a:ext>
            </a:extLst>
          </p:cNvPr>
          <p:cNvCxnSpPr>
            <a:cxnSpLocks/>
            <a:stCxn id="15" idx="0"/>
            <a:endCxn id="7" idx="2"/>
          </p:cNvCxnSpPr>
          <p:nvPr/>
        </p:nvCxnSpPr>
        <p:spPr>
          <a:xfrm flipV="1">
            <a:off x="3975075" y="1777109"/>
            <a:ext cx="1311263" cy="129309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96">
            <a:extLst>
              <a:ext uri="{FF2B5EF4-FFF2-40B4-BE49-F238E27FC236}">
                <a16:creationId xmlns:a16="http://schemas.microsoft.com/office/drawing/2014/main" id="{B8A806C7-84A5-A189-2D81-994756F09D2B}"/>
              </a:ext>
            </a:extLst>
          </p:cNvPr>
          <p:cNvCxnSpPr>
            <a:cxnSpLocks/>
            <a:stCxn id="15" idx="2"/>
            <a:endCxn id="91" idx="0"/>
          </p:cNvCxnSpPr>
          <p:nvPr/>
        </p:nvCxnSpPr>
        <p:spPr>
          <a:xfrm>
            <a:off x="3975075" y="3521718"/>
            <a:ext cx="1287" cy="84839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96">
            <a:extLst>
              <a:ext uri="{FF2B5EF4-FFF2-40B4-BE49-F238E27FC236}">
                <a16:creationId xmlns:a16="http://schemas.microsoft.com/office/drawing/2014/main" id="{8C27B383-D021-EE95-DD79-C3CCC7BC9CCD}"/>
              </a:ext>
            </a:extLst>
          </p:cNvPr>
          <p:cNvCxnSpPr>
            <a:cxnSpLocks/>
            <a:stCxn id="14" idx="2"/>
            <a:endCxn id="20" idx="0"/>
          </p:cNvCxnSpPr>
          <p:nvPr/>
        </p:nvCxnSpPr>
        <p:spPr>
          <a:xfrm>
            <a:off x="2659797" y="2477728"/>
            <a:ext cx="0" cy="59247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96">
            <a:extLst>
              <a:ext uri="{FF2B5EF4-FFF2-40B4-BE49-F238E27FC236}">
                <a16:creationId xmlns:a16="http://schemas.microsoft.com/office/drawing/2014/main" id="{D38DBEFD-8CF6-3695-0F06-F20AB58BBFA6}"/>
              </a:ext>
            </a:extLst>
          </p:cNvPr>
          <p:cNvCxnSpPr>
            <a:cxnSpLocks/>
            <a:stCxn id="91" idx="0"/>
            <a:endCxn id="20" idx="3"/>
          </p:cNvCxnSpPr>
          <p:nvPr/>
        </p:nvCxnSpPr>
        <p:spPr>
          <a:xfrm flipH="1" flipV="1">
            <a:off x="3229516" y="3295963"/>
            <a:ext cx="746846" cy="107415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96">
            <a:extLst>
              <a:ext uri="{FF2B5EF4-FFF2-40B4-BE49-F238E27FC236}">
                <a16:creationId xmlns:a16="http://schemas.microsoft.com/office/drawing/2014/main" id="{4152AFC7-DB14-6395-0BFD-7CC65CCF8069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2659797" y="3521718"/>
            <a:ext cx="0" cy="84840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96">
            <a:extLst>
              <a:ext uri="{FF2B5EF4-FFF2-40B4-BE49-F238E27FC236}">
                <a16:creationId xmlns:a16="http://schemas.microsoft.com/office/drawing/2014/main" id="{FF1AE129-CDE8-ACBC-D5C5-ADEC794F3D81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3969774" y="761231"/>
            <a:ext cx="2630478" cy="56436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96">
            <a:extLst>
              <a:ext uri="{FF2B5EF4-FFF2-40B4-BE49-F238E27FC236}">
                <a16:creationId xmlns:a16="http://schemas.microsoft.com/office/drawing/2014/main" id="{BB23360E-07B8-B1AA-31D5-76FC668DE8AF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2659797" y="761231"/>
            <a:ext cx="3940455" cy="126498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96">
            <a:extLst>
              <a:ext uri="{FF2B5EF4-FFF2-40B4-BE49-F238E27FC236}">
                <a16:creationId xmlns:a16="http://schemas.microsoft.com/office/drawing/2014/main" id="{7CF563F3-054D-AC1D-088E-3036CB7161CB}"/>
              </a:ext>
            </a:extLst>
          </p:cNvPr>
          <p:cNvCxnSpPr>
            <a:cxnSpLocks/>
            <a:stCxn id="11" idx="2"/>
            <a:endCxn id="20" idx="0"/>
          </p:cNvCxnSpPr>
          <p:nvPr/>
        </p:nvCxnSpPr>
        <p:spPr>
          <a:xfrm flipH="1">
            <a:off x="2659797" y="761231"/>
            <a:ext cx="3940455" cy="230897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12">
            <a:extLst>
              <a:ext uri="{FF2B5EF4-FFF2-40B4-BE49-F238E27FC236}">
                <a16:creationId xmlns:a16="http://schemas.microsoft.com/office/drawing/2014/main" id="{7DAE3EC5-2720-E11B-649E-B7B64AB1BEF1}"/>
              </a:ext>
            </a:extLst>
          </p:cNvPr>
          <p:cNvSpPr/>
          <p:nvPr/>
        </p:nvSpPr>
        <p:spPr>
          <a:xfrm>
            <a:off x="773513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80" name="직선 화살표 연결선 96">
            <a:extLst>
              <a:ext uri="{FF2B5EF4-FFF2-40B4-BE49-F238E27FC236}">
                <a16:creationId xmlns:a16="http://schemas.microsoft.com/office/drawing/2014/main" id="{79E418C9-5168-8849-494C-6DE80398810F}"/>
              </a:ext>
            </a:extLst>
          </p:cNvPr>
          <p:cNvCxnSpPr>
            <a:cxnSpLocks/>
            <a:stCxn id="79" idx="3"/>
            <a:endCxn id="21" idx="1"/>
          </p:cNvCxnSpPr>
          <p:nvPr/>
        </p:nvCxnSpPr>
        <p:spPr>
          <a:xfrm>
            <a:off x="1912951" y="4595873"/>
            <a:ext cx="177127" cy="1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사각형: 둥근 모서리 12">
            <a:extLst>
              <a:ext uri="{FF2B5EF4-FFF2-40B4-BE49-F238E27FC236}">
                <a16:creationId xmlns:a16="http://schemas.microsoft.com/office/drawing/2014/main" id="{22B8F532-80E9-6F57-62F9-6EF6532C08F6}"/>
              </a:ext>
            </a:extLst>
          </p:cNvPr>
          <p:cNvSpPr/>
          <p:nvPr/>
        </p:nvSpPr>
        <p:spPr>
          <a:xfrm>
            <a:off x="773513" y="372016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/>
              <a:t>DestinationRule</a:t>
            </a:r>
            <a:endParaRPr lang="ko-KR" altLang="en-US" sz="900" b="1"/>
          </a:p>
        </p:txBody>
      </p:sp>
      <p:sp>
        <p:nvSpPr>
          <p:cNvPr id="86" name="사각형: 둥근 모서리 12">
            <a:extLst>
              <a:ext uri="{FF2B5EF4-FFF2-40B4-BE49-F238E27FC236}">
                <a16:creationId xmlns:a16="http://schemas.microsoft.com/office/drawing/2014/main" id="{0D21D598-4A6F-D1D7-4F5D-A8DE7ADC62EA}"/>
              </a:ext>
            </a:extLst>
          </p:cNvPr>
          <p:cNvSpPr/>
          <p:nvPr/>
        </p:nvSpPr>
        <p:spPr>
          <a:xfrm>
            <a:off x="773513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/>
              <a:t>Service</a:t>
            </a:r>
            <a:endParaRPr lang="ko-KR" altLang="en-US" sz="900" b="1"/>
          </a:p>
        </p:txBody>
      </p:sp>
      <p:sp>
        <p:nvSpPr>
          <p:cNvPr id="91" name="사각형: 둥근 모서리 12">
            <a:extLst>
              <a:ext uri="{FF2B5EF4-FFF2-40B4-BE49-F238E27FC236}">
                <a16:creationId xmlns:a16="http://schemas.microsoft.com/office/drawing/2014/main" id="{D048321B-3B01-A5DA-B5E4-BB31EE0031F0}"/>
              </a:ext>
            </a:extLst>
          </p:cNvPr>
          <p:cNvSpPr/>
          <p:nvPr/>
        </p:nvSpPr>
        <p:spPr>
          <a:xfrm>
            <a:off x="3406643" y="4370117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InferencePool</a:t>
            </a:r>
            <a:endParaRPr lang="ko-KR" altLang="en-US" sz="900" b="1"/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E95A324F-FC48-2BB9-F2DB-7F129BF90AC9}"/>
              </a:ext>
            </a:extLst>
          </p:cNvPr>
          <p:cNvCxnSpPr>
            <a:cxnSpLocks/>
            <a:stCxn id="83" idx="2"/>
            <a:endCxn id="79" idx="0"/>
          </p:cNvCxnSpPr>
          <p:nvPr/>
        </p:nvCxnSpPr>
        <p:spPr>
          <a:xfrm>
            <a:off x="1343232" y="4171672"/>
            <a:ext cx="0" cy="198445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CBD9D109-5FA0-3F23-30C2-869BD3D16DDA}"/>
              </a:ext>
            </a:extLst>
          </p:cNvPr>
          <p:cNvCxnSpPr>
            <a:cxnSpLocks/>
            <a:stCxn id="86" idx="2"/>
            <a:endCxn id="83" idx="0"/>
          </p:cNvCxnSpPr>
          <p:nvPr/>
        </p:nvCxnSpPr>
        <p:spPr>
          <a:xfrm>
            <a:off x="1343232" y="3521717"/>
            <a:ext cx="0" cy="198444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B567CCB6-72A6-E1B0-27BC-ECEFB9EE6D89}"/>
              </a:ext>
            </a:extLst>
          </p:cNvPr>
          <p:cNvCxnSpPr>
            <a:cxnSpLocks/>
            <a:stCxn id="14" idx="1"/>
            <a:endCxn id="86" idx="0"/>
          </p:cNvCxnSpPr>
          <p:nvPr/>
        </p:nvCxnSpPr>
        <p:spPr>
          <a:xfrm flipH="1">
            <a:off x="1343232" y="2251973"/>
            <a:ext cx="746846" cy="818233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사각형: 둥근 모서리 12">
            <a:extLst>
              <a:ext uri="{FF2B5EF4-FFF2-40B4-BE49-F238E27FC236}">
                <a16:creationId xmlns:a16="http://schemas.microsoft.com/office/drawing/2014/main" id="{19F62B77-3230-4EFC-757D-37DD3E09D0B3}"/>
              </a:ext>
            </a:extLst>
          </p:cNvPr>
          <p:cNvSpPr/>
          <p:nvPr/>
        </p:nvSpPr>
        <p:spPr>
          <a:xfrm>
            <a:off x="4716619" y="3070206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/>
          </a:p>
        </p:txBody>
      </p:sp>
      <p:cxnSp>
        <p:nvCxnSpPr>
          <p:cNvPr id="114" name="직선 화살표 연결선 96">
            <a:extLst>
              <a:ext uri="{FF2B5EF4-FFF2-40B4-BE49-F238E27FC236}">
                <a16:creationId xmlns:a16="http://schemas.microsoft.com/office/drawing/2014/main" id="{C177D59E-EA78-22FD-577B-98C33D16D357}"/>
              </a:ext>
            </a:extLst>
          </p:cNvPr>
          <p:cNvCxnSpPr>
            <a:cxnSpLocks/>
            <a:stCxn id="113" idx="2"/>
            <a:endCxn id="115" idx="0"/>
          </p:cNvCxnSpPr>
          <p:nvPr/>
        </p:nvCxnSpPr>
        <p:spPr>
          <a:xfrm>
            <a:off x="5286338" y="3521717"/>
            <a:ext cx="1287" cy="84839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사각형: 둥근 모서리 12">
            <a:extLst>
              <a:ext uri="{FF2B5EF4-FFF2-40B4-BE49-F238E27FC236}">
                <a16:creationId xmlns:a16="http://schemas.microsoft.com/office/drawing/2014/main" id="{DD67CFA5-E8CF-4986-C535-58E50CCA9F3B}"/>
              </a:ext>
            </a:extLst>
          </p:cNvPr>
          <p:cNvSpPr/>
          <p:nvPr/>
        </p:nvSpPr>
        <p:spPr>
          <a:xfrm>
            <a:off x="4717906" y="4370116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InferencePool</a:t>
            </a:r>
            <a:endParaRPr lang="ko-KR" altLang="en-US" sz="900" b="1"/>
          </a:p>
        </p:txBody>
      </p:sp>
      <p:sp>
        <p:nvSpPr>
          <p:cNvPr id="127" name="사각형: 둥근 모서리 12">
            <a:extLst>
              <a:ext uri="{FF2B5EF4-FFF2-40B4-BE49-F238E27FC236}">
                <a16:creationId xmlns:a16="http://schemas.microsoft.com/office/drawing/2014/main" id="{3544D3FC-F14A-5CB7-2C59-4822ADB42447}"/>
              </a:ext>
            </a:extLst>
          </p:cNvPr>
          <p:cNvSpPr/>
          <p:nvPr/>
        </p:nvSpPr>
        <p:spPr>
          <a:xfrm>
            <a:off x="6034548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Service</a:t>
            </a:r>
          </a:p>
          <a:p>
            <a:pPr algn="ctr"/>
            <a:r>
              <a:rPr lang="en-US" altLang="ko-KR" sz="900" b="1"/>
              <a:t>(Headless)</a:t>
            </a:r>
            <a:endParaRPr lang="ko-KR" altLang="en-US" sz="900" b="1"/>
          </a:p>
        </p:txBody>
      </p:sp>
      <p:sp>
        <p:nvSpPr>
          <p:cNvPr id="129" name="사각형: 둥근 모서리 12">
            <a:extLst>
              <a:ext uri="{FF2B5EF4-FFF2-40B4-BE49-F238E27FC236}">
                <a16:creationId xmlns:a16="http://schemas.microsoft.com/office/drawing/2014/main" id="{138695CF-FEB2-22B6-7804-B70B630D7B57}"/>
              </a:ext>
            </a:extLst>
          </p:cNvPr>
          <p:cNvSpPr/>
          <p:nvPr/>
        </p:nvSpPr>
        <p:spPr>
          <a:xfrm>
            <a:off x="6034548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130" name="직선 화살표 연결선 96">
            <a:extLst>
              <a:ext uri="{FF2B5EF4-FFF2-40B4-BE49-F238E27FC236}">
                <a16:creationId xmlns:a16="http://schemas.microsoft.com/office/drawing/2014/main" id="{B0E8EE51-60B9-1335-1A27-E11C66C910D1}"/>
              </a:ext>
            </a:extLst>
          </p:cNvPr>
          <p:cNvCxnSpPr>
            <a:cxnSpLocks/>
            <a:stCxn id="115" idx="0"/>
            <a:endCxn id="127" idx="1"/>
          </p:cNvCxnSpPr>
          <p:nvPr/>
        </p:nvCxnSpPr>
        <p:spPr>
          <a:xfrm flipV="1">
            <a:off x="5287625" y="3295962"/>
            <a:ext cx="746923" cy="107415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96">
            <a:extLst>
              <a:ext uri="{FF2B5EF4-FFF2-40B4-BE49-F238E27FC236}">
                <a16:creationId xmlns:a16="http://schemas.microsoft.com/office/drawing/2014/main" id="{FB82F89E-1A46-809C-055B-9ED4DCE6B1D4}"/>
              </a:ext>
            </a:extLst>
          </p:cNvPr>
          <p:cNvCxnSpPr>
            <a:cxnSpLocks/>
            <a:stCxn id="14" idx="2"/>
            <a:endCxn id="127" idx="0"/>
          </p:cNvCxnSpPr>
          <p:nvPr/>
        </p:nvCxnSpPr>
        <p:spPr>
          <a:xfrm>
            <a:off x="2659797" y="2477728"/>
            <a:ext cx="3944470" cy="592478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96">
            <a:extLst>
              <a:ext uri="{FF2B5EF4-FFF2-40B4-BE49-F238E27FC236}">
                <a16:creationId xmlns:a16="http://schemas.microsoft.com/office/drawing/2014/main" id="{4449F214-0CC3-4C21-7445-70BA43671276}"/>
              </a:ext>
            </a:extLst>
          </p:cNvPr>
          <p:cNvCxnSpPr>
            <a:cxnSpLocks/>
            <a:stCxn id="127" idx="2"/>
            <a:endCxn id="129" idx="0"/>
          </p:cNvCxnSpPr>
          <p:nvPr/>
        </p:nvCxnSpPr>
        <p:spPr>
          <a:xfrm>
            <a:off x="6604267" y="3521717"/>
            <a:ext cx="0" cy="84840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화살표 연결선 96">
            <a:extLst>
              <a:ext uri="{FF2B5EF4-FFF2-40B4-BE49-F238E27FC236}">
                <a16:creationId xmlns:a16="http://schemas.microsoft.com/office/drawing/2014/main" id="{C778983A-74AF-7B2D-DC64-5A18A105F520}"/>
              </a:ext>
            </a:extLst>
          </p:cNvPr>
          <p:cNvCxnSpPr>
            <a:cxnSpLocks/>
            <a:stCxn id="113" idx="0"/>
            <a:endCxn id="7" idx="2"/>
          </p:cNvCxnSpPr>
          <p:nvPr/>
        </p:nvCxnSpPr>
        <p:spPr>
          <a:xfrm flipV="1">
            <a:off x="5286338" y="1777109"/>
            <a:ext cx="0" cy="129309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96">
            <a:extLst>
              <a:ext uri="{FF2B5EF4-FFF2-40B4-BE49-F238E27FC236}">
                <a16:creationId xmlns:a16="http://schemas.microsoft.com/office/drawing/2014/main" id="{A79B9F72-1645-E364-690C-6A6871F98871}"/>
              </a:ext>
            </a:extLst>
          </p:cNvPr>
          <p:cNvCxnSpPr>
            <a:cxnSpLocks/>
            <a:stCxn id="91" idx="1"/>
            <a:endCxn id="21" idx="3"/>
          </p:cNvCxnSpPr>
          <p:nvPr/>
        </p:nvCxnSpPr>
        <p:spPr>
          <a:xfrm flipH="1">
            <a:off x="3229516" y="4595873"/>
            <a:ext cx="177127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화살표 연결선 96">
            <a:extLst>
              <a:ext uri="{FF2B5EF4-FFF2-40B4-BE49-F238E27FC236}">
                <a16:creationId xmlns:a16="http://schemas.microsoft.com/office/drawing/2014/main" id="{F4092A35-9B70-6239-50B2-B7D6A185A950}"/>
              </a:ext>
            </a:extLst>
          </p:cNvPr>
          <p:cNvCxnSpPr>
            <a:cxnSpLocks/>
            <a:stCxn id="115" idx="3"/>
            <a:endCxn id="129" idx="1"/>
          </p:cNvCxnSpPr>
          <p:nvPr/>
        </p:nvCxnSpPr>
        <p:spPr>
          <a:xfrm>
            <a:off x="5857344" y="4595872"/>
            <a:ext cx="177204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96">
            <a:extLst>
              <a:ext uri="{FF2B5EF4-FFF2-40B4-BE49-F238E27FC236}">
                <a16:creationId xmlns:a16="http://schemas.microsoft.com/office/drawing/2014/main" id="{A24FBEA7-EB40-C067-D79B-59706B7001B0}"/>
              </a:ext>
            </a:extLst>
          </p:cNvPr>
          <p:cNvCxnSpPr>
            <a:cxnSpLocks/>
            <a:stCxn id="11" idx="2"/>
            <a:endCxn id="127" idx="0"/>
          </p:cNvCxnSpPr>
          <p:nvPr/>
        </p:nvCxnSpPr>
        <p:spPr>
          <a:xfrm>
            <a:off x="6600252" y="761231"/>
            <a:ext cx="4015" cy="2308975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사각형: 둥근 모서리 12">
            <a:extLst>
              <a:ext uri="{FF2B5EF4-FFF2-40B4-BE49-F238E27FC236}">
                <a16:creationId xmlns:a16="http://schemas.microsoft.com/office/drawing/2014/main" id="{61CDBBD5-1ABC-F8F2-B787-6B40F80D49EC}"/>
              </a:ext>
            </a:extLst>
          </p:cNvPr>
          <p:cNvSpPr/>
          <p:nvPr/>
        </p:nvSpPr>
        <p:spPr>
          <a:xfrm>
            <a:off x="7351190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80" name="사각형: 둥근 모서리 12">
            <a:extLst>
              <a:ext uri="{FF2B5EF4-FFF2-40B4-BE49-F238E27FC236}">
                <a16:creationId xmlns:a16="http://schemas.microsoft.com/office/drawing/2014/main" id="{746EEF96-869E-1FBE-1FD3-B302AD0E5F14}"/>
              </a:ext>
            </a:extLst>
          </p:cNvPr>
          <p:cNvSpPr/>
          <p:nvPr/>
        </p:nvSpPr>
        <p:spPr>
          <a:xfrm>
            <a:off x="7351190" y="372016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/>
              <a:t>DestinationRule</a:t>
            </a:r>
            <a:endParaRPr lang="ko-KR" altLang="en-US" sz="900" b="1"/>
          </a:p>
        </p:txBody>
      </p:sp>
      <p:sp>
        <p:nvSpPr>
          <p:cNvPr id="181" name="사각형: 둥근 모서리 12">
            <a:extLst>
              <a:ext uri="{FF2B5EF4-FFF2-40B4-BE49-F238E27FC236}">
                <a16:creationId xmlns:a16="http://schemas.microsoft.com/office/drawing/2014/main" id="{ABF4CBF8-9709-3CC2-2BD2-A032AB206EF9}"/>
              </a:ext>
            </a:extLst>
          </p:cNvPr>
          <p:cNvSpPr/>
          <p:nvPr/>
        </p:nvSpPr>
        <p:spPr>
          <a:xfrm>
            <a:off x="7351190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/>
              <a:t>Service</a:t>
            </a:r>
            <a:endParaRPr lang="ko-KR" altLang="en-US" sz="900" b="1"/>
          </a:p>
        </p:txBody>
      </p:sp>
      <p:cxnSp>
        <p:nvCxnSpPr>
          <p:cNvPr id="183" name="직선 화살표 연결선 96">
            <a:extLst>
              <a:ext uri="{FF2B5EF4-FFF2-40B4-BE49-F238E27FC236}">
                <a16:creationId xmlns:a16="http://schemas.microsoft.com/office/drawing/2014/main" id="{EDA27004-2E25-8E47-018D-553E689EA1B0}"/>
              </a:ext>
            </a:extLst>
          </p:cNvPr>
          <p:cNvCxnSpPr>
            <a:cxnSpLocks/>
            <a:stCxn id="179" idx="1"/>
            <a:endCxn id="129" idx="3"/>
          </p:cNvCxnSpPr>
          <p:nvPr/>
        </p:nvCxnSpPr>
        <p:spPr>
          <a:xfrm flipH="1">
            <a:off x="7173986" y="4595873"/>
            <a:ext cx="177204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729E382B-57D3-05F4-665B-35DF6FAD336C}"/>
              </a:ext>
            </a:extLst>
          </p:cNvPr>
          <p:cNvCxnSpPr>
            <a:cxnSpLocks/>
            <a:stCxn id="14" idx="3"/>
            <a:endCxn id="181" idx="0"/>
          </p:cNvCxnSpPr>
          <p:nvPr/>
        </p:nvCxnSpPr>
        <p:spPr>
          <a:xfrm>
            <a:off x="3229516" y="2251973"/>
            <a:ext cx="4691393" cy="818233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>
            <a:extLst>
              <a:ext uri="{FF2B5EF4-FFF2-40B4-BE49-F238E27FC236}">
                <a16:creationId xmlns:a16="http://schemas.microsoft.com/office/drawing/2014/main" id="{0EABBB36-7305-3D3A-9209-89E3494C2FA5}"/>
              </a:ext>
            </a:extLst>
          </p:cNvPr>
          <p:cNvCxnSpPr>
            <a:cxnSpLocks/>
            <a:stCxn id="181" idx="2"/>
            <a:endCxn id="180" idx="0"/>
          </p:cNvCxnSpPr>
          <p:nvPr/>
        </p:nvCxnSpPr>
        <p:spPr>
          <a:xfrm>
            <a:off x="7920909" y="3521717"/>
            <a:ext cx="0" cy="198444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907586E7-11E7-0CF1-B1C6-572FBEEF05B0}"/>
              </a:ext>
            </a:extLst>
          </p:cNvPr>
          <p:cNvCxnSpPr>
            <a:cxnSpLocks/>
            <a:stCxn id="180" idx="2"/>
            <a:endCxn id="179" idx="0"/>
          </p:cNvCxnSpPr>
          <p:nvPr/>
        </p:nvCxnSpPr>
        <p:spPr>
          <a:xfrm>
            <a:off x="7920909" y="4171672"/>
            <a:ext cx="0" cy="198445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화살표 연결선 96">
            <a:extLst>
              <a:ext uri="{FF2B5EF4-FFF2-40B4-BE49-F238E27FC236}">
                <a16:creationId xmlns:a16="http://schemas.microsoft.com/office/drawing/2014/main" id="{2DC8DBBE-07E0-6B8B-A287-9AA5077BA082}"/>
              </a:ext>
            </a:extLst>
          </p:cNvPr>
          <p:cNvCxnSpPr>
            <a:cxnSpLocks/>
          </p:cNvCxnSpPr>
          <p:nvPr/>
        </p:nvCxnSpPr>
        <p:spPr>
          <a:xfrm>
            <a:off x="7392531" y="377236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3ACD3ADD-0197-C70F-290D-BFF9C32DAA28}"/>
              </a:ext>
            </a:extLst>
          </p:cNvPr>
          <p:cNvSpPr txBox="1"/>
          <p:nvPr/>
        </p:nvSpPr>
        <p:spPr>
          <a:xfrm>
            <a:off x="7688274" y="267466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Reference</a:t>
            </a:r>
            <a:endParaRPr lang="en-KR" sz="900"/>
          </a:p>
        </p:txBody>
      </p:sp>
      <p:cxnSp>
        <p:nvCxnSpPr>
          <p:cNvPr id="204" name="직선 화살표 연결선 96">
            <a:extLst>
              <a:ext uri="{FF2B5EF4-FFF2-40B4-BE49-F238E27FC236}">
                <a16:creationId xmlns:a16="http://schemas.microsoft.com/office/drawing/2014/main" id="{D3847423-3FE5-D174-58EF-5523958B4ED7}"/>
              </a:ext>
            </a:extLst>
          </p:cNvPr>
          <p:cNvCxnSpPr>
            <a:cxnSpLocks/>
          </p:cNvCxnSpPr>
          <p:nvPr/>
        </p:nvCxnSpPr>
        <p:spPr>
          <a:xfrm>
            <a:off x="7392531" y="613485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3290DFD5-53E2-0C0D-D75A-8A6EC95B73AD}"/>
              </a:ext>
            </a:extLst>
          </p:cNvPr>
          <p:cNvSpPr txBox="1"/>
          <p:nvPr/>
        </p:nvSpPr>
        <p:spPr>
          <a:xfrm>
            <a:off x="7688274" y="503715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Traffic</a:t>
            </a:r>
            <a:endParaRPr lang="en-KR" sz="900"/>
          </a:p>
        </p:txBody>
      </p:sp>
      <p:cxnSp>
        <p:nvCxnSpPr>
          <p:cNvPr id="206" name="직선 화살표 연결선 96">
            <a:extLst>
              <a:ext uri="{FF2B5EF4-FFF2-40B4-BE49-F238E27FC236}">
                <a16:creationId xmlns:a16="http://schemas.microsoft.com/office/drawing/2014/main" id="{CC97C2BB-D006-B4B2-9F9D-24BCC2B640DA}"/>
              </a:ext>
            </a:extLst>
          </p:cNvPr>
          <p:cNvCxnSpPr>
            <a:cxnSpLocks/>
          </p:cNvCxnSpPr>
          <p:nvPr/>
        </p:nvCxnSpPr>
        <p:spPr>
          <a:xfrm>
            <a:off x="7392531" y="847542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extBox 206">
            <a:extLst>
              <a:ext uri="{FF2B5EF4-FFF2-40B4-BE49-F238E27FC236}">
                <a16:creationId xmlns:a16="http://schemas.microsoft.com/office/drawing/2014/main" id="{2210697A-AEC5-8249-487A-CE1D7F86025F}"/>
              </a:ext>
            </a:extLst>
          </p:cNvPr>
          <p:cNvSpPr txBox="1"/>
          <p:nvPr/>
        </p:nvSpPr>
        <p:spPr>
          <a:xfrm>
            <a:off x="7688274" y="737772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cxnSp>
        <p:nvCxnSpPr>
          <p:cNvPr id="209" name="직선 화살표 연결선 96">
            <a:extLst>
              <a:ext uri="{FF2B5EF4-FFF2-40B4-BE49-F238E27FC236}">
                <a16:creationId xmlns:a16="http://schemas.microsoft.com/office/drawing/2014/main" id="{0F827BE9-9531-B31B-773B-175AAD9627B9}"/>
              </a:ext>
            </a:extLst>
          </p:cNvPr>
          <p:cNvCxnSpPr>
            <a:cxnSpLocks/>
          </p:cNvCxnSpPr>
          <p:nvPr/>
        </p:nvCxnSpPr>
        <p:spPr>
          <a:xfrm>
            <a:off x="7392531" y="1081598"/>
            <a:ext cx="323569" cy="0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7C8C91B6-1263-AC05-7A00-9B997D0C6DE6}"/>
              </a:ext>
            </a:extLst>
          </p:cNvPr>
          <p:cNvSpPr txBox="1"/>
          <p:nvPr/>
        </p:nvSpPr>
        <p:spPr>
          <a:xfrm>
            <a:off x="7688274" y="971828"/>
            <a:ext cx="1030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Select Endpoint</a:t>
            </a:r>
            <a:endParaRPr lang="en-KR" sz="900"/>
          </a:p>
        </p:txBody>
      </p:sp>
      <p:cxnSp>
        <p:nvCxnSpPr>
          <p:cNvPr id="211" name="직선 화살표 연결선 96">
            <a:extLst>
              <a:ext uri="{FF2B5EF4-FFF2-40B4-BE49-F238E27FC236}">
                <a16:creationId xmlns:a16="http://schemas.microsoft.com/office/drawing/2014/main" id="{E1F4031D-5C4D-D333-7490-6B2F7312F7F3}"/>
              </a:ext>
            </a:extLst>
          </p:cNvPr>
          <p:cNvCxnSpPr>
            <a:cxnSpLocks/>
          </p:cNvCxnSpPr>
          <p:nvPr/>
        </p:nvCxnSpPr>
        <p:spPr>
          <a:xfrm>
            <a:off x="7392531" y="1321675"/>
            <a:ext cx="323569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A0666AF7-F87C-00C8-0522-716031B4234E}"/>
              </a:ext>
            </a:extLst>
          </p:cNvPr>
          <p:cNvSpPr txBox="1"/>
          <p:nvPr/>
        </p:nvSpPr>
        <p:spPr>
          <a:xfrm>
            <a:off x="7688274" y="1211905"/>
            <a:ext cx="1030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Get Metrics</a:t>
            </a:r>
            <a:endParaRPr lang="en-KR" sz="900"/>
          </a:p>
        </p:txBody>
      </p:sp>
    </p:spTree>
    <p:extLst>
      <p:ext uri="{BB962C8B-B14F-4D97-AF65-F5344CB8AC3E}">
        <p14:creationId xmlns:p14="http://schemas.microsoft.com/office/powerpoint/2010/main" val="3196965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A5B99-E1F7-0AB1-C288-331117323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2">
            <a:extLst>
              <a:ext uri="{FF2B5EF4-FFF2-40B4-BE49-F238E27FC236}">
                <a16:creationId xmlns:a16="http://schemas.microsoft.com/office/drawing/2014/main" id="{5F27C842-1BBF-D4DD-263E-053F33160F51}"/>
              </a:ext>
            </a:extLst>
          </p:cNvPr>
          <p:cNvSpPr/>
          <p:nvPr/>
        </p:nvSpPr>
        <p:spPr>
          <a:xfrm>
            <a:off x="4062313" y="305201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sp>
        <p:nvSpPr>
          <p:cNvPr id="3" name="사각형: 둥근 모서리 70">
            <a:extLst>
              <a:ext uri="{FF2B5EF4-FFF2-40B4-BE49-F238E27FC236}">
                <a16:creationId xmlns:a16="http://schemas.microsoft.com/office/drawing/2014/main" id="{2F9DEB4F-92AE-D9FD-0251-69089FCC8B8A}"/>
              </a:ext>
            </a:extLst>
          </p:cNvPr>
          <p:cNvSpPr/>
          <p:nvPr/>
        </p:nvSpPr>
        <p:spPr>
          <a:xfrm>
            <a:off x="1979712" y="1025814"/>
            <a:ext cx="5304640" cy="1545936"/>
          </a:xfrm>
          <a:prstGeom prst="roundRect">
            <a:avLst>
              <a:gd name="adj" fmla="val 4874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Gateway </a:t>
            </a:r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7" name="사각형: 둥근 모서리 12">
            <a:extLst>
              <a:ext uri="{FF2B5EF4-FFF2-40B4-BE49-F238E27FC236}">
                <a16:creationId xmlns:a16="http://schemas.microsoft.com/office/drawing/2014/main" id="{130560D3-1E43-5AF9-4A2E-05DFE5343F63}"/>
              </a:ext>
            </a:extLst>
          </p:cNvPr>
          <p:cNvSpPr/>
          <p:nvPr/>
        </p:nvSpPr>
        <p:spPr>
          <a:xfrm>
            <a:off x="4062313" y="1325598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sp>
        <p:nvSpPr>
          <p:cNvPr id="9" name="사각형: 둥근 모서리 70">
            <a:extLst>
              <a:ext uri="{FF2B5EF4-FFF2-40B4-BE49-F238E27FC236}">
                <a16:creationId xmlns:a16="http://schemas.microsoft.com/office/drawing/2014/main" id="{A08804D4-E5EF-386B-ECA8-A2452FFE138C}"/>
              </a:ext>
            </a:extLst>
          </p:cNvPr>
          <p:cNvSpPr/>
          <p:nvPr/>
        </p:nvSpPr>
        <p:spPr>
          <a:xfrm>
            <a:off x="637634" y="2758587"/>
            <a:ext cx="7979316" cy="2189427"/>
          </a:xfrm>
          <a:prstGeom prst="roundRect">
            <a:avLst>
              <a:gd name="adj" fmla="val 4279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LLM </a:t>
            </a:r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BB24923F-AE0A-E04F-9477-9AD61007225A}"/>
              </a:ext>
            </a:extLst>
          </p:cNvPr>
          <p:cNvSpPr/>
          <p:nvPr/>
        </p:nvSpPr>
        <p:spPr>
          <a:xfrm>
            <a:off x="5376227" y="30972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 </a:t>
            </a:r>
            <a:r>
              <a:rPr lang="en-US" altLang="ko-KR" sz="900" b="1"/>
              <a:t>Gateway Controller</a:t>
            </a:r>
            <a:r>
              <a:rPr lang="en-US" altLang="ko-KR" sz="900"/>
              <a:t> (istiod)</a:t>
            </a:r>
            <a:endParaRPr lang="ko-KR" altLang="en-US" sz="900"/>
          </a:p>
        </p:txBody>
      </p:sp>
      <p:sp>
        <p:nvSpPr>
          <p:cNvPr id="12" name="사각형: 둥근 모서리 12">
            <a:extLst>
              <a:ext uri="{FF2B5EF4-FFF2-40B4-BE49-F238E27FC236}">
                <a16:creationId xmlns:a16="http://schemas.microsoft.com/office/drawing/2014/main" id="{BD7B2D79-212C-9DB6-2E14-EFDED1B0C845}"/>
              </a:ext>
            </a:extLst>
          </p:cNvPr>
          <p:cNvSpPr/>
          <p:nvPr/>
        </p:nvSpPr>
        <p:spPr>
          <a:xfrm>
            <a:off x="2091442" y="132559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</a:t>
            </a:r>
            <a:br>
              <a:rPr lang="en-US" altLang="ko-KR" sz="900"/>
            </a:br>
            <a:r>
              <a:rPr lang="en-US" altLang="ko-KR" sz="900" b="1"/>
              <a:t>Service (LB)</a:t>
            </a:r>
            <a:endParaRPr lang="ko-KR" altLang="en-US" sz="900" b="1"/>
          </a:p>
        </p:txBody>
      </p:sp>
      <p:sp>
        <p:nvSpPr>
          <p:cNvPr id="14" name="사각형: 둥근 모서리 12">
            <a:extLst>
              <a:ext uri="{FF2B5EF4-FFF2-40B4-BE49-F238E27FC236}">
                <a16:creationId xmlns:a16="http://schemas.microsoft.com/office/drawing/2014/main" id="{0E57968B-08D6-4341-725A-1434581A074E}"/>
              </a:ext>
            </a:extLst>
          </p:cNvPr>
          <p:cNvSpPr/>
          <p:nvPr/>
        </p:nvSpPr>
        <p:spPr>
          <a:xfrm>
            <a:off x="2090078" y="20262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(envoy)</a:t>
            </a:r>
            <a:br>
              <a:rPr lang="en-US" altLang="ko-KR" sz="900"/>
            </a:br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5" name="사각형: 둥근 모서리 12">
            <a:extLst>
              <a:ext uri="{FF2B5EF4-FFF2-40B4-BE49-F238E27FC236}">
                <a16:creationId xmlns:a16="http://schemas.microsoft.com/office/drawing/2014/main" id="{C8EE0897-83B7-07B6-62E3-8B06215C612C}"/>
              </a:ext>
            </a:extLst>
          </p:cNvPr>
          <p:cNvSpPr/>
          <p:nvPr/>
        </p:nvSpPr>
        <p:spPr>
          <a:xfrm>
            <a:off x="3405356" y="3070207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/>
          </a:p>
        </p:txBody>
      </p:sp>
      <p:sp>
        <p:nvSpPr>
          <p:cNvPr id="20" name="사각형: 둥근 모서리 12">
            <a:extLst>
              <a:ext uri="{FF2B5EF4-FFF2-40B4-BE49-F238E27FC236}">
                <a16:creationId xmlns:a16="http://schemas.microsoft.com/office/drawing/2014/main" id="{5DB1F9D0-D9C5-0EA5-8D6A-9C1426E995F4}"/>
              </a:ext>
            </a:extLst>
          </p:cNvPr>
          <p:cNvSpPr/>
          <p:nvPr/>
        </p:nvSpPr>
        <p:spPr>
          <a:xfrm>
            <a:off x="2090078" y="307020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Service</a:t>
            </a:r>
          </a:p>
          <a:p>
            <a:pPr algn="ctr"/>
            <a:r>
              <a:rPr lang="en-US" altLang="ko-KR" sz="900" b="1"/>
              <a:t>(Headless)</a:t>
            </a:r>
            <a:endParaRPr lang="ko-KR" altLang="en-US" sz="900" b="1"/>
          </a:p>
        </p:txBody>
      </p:sp>
      <p:sp>
        <p:nvSpPr>
          <p:cNvPr id="21" name="사각형: 둥근 모서리 12">
            <a:extLst>
              <a:ext uri="{FF2B5EF4-FFF2-40B4-BE49-F238E27FC236}">
                <a16:creationId xmlns:a16="http://schemas.microsoft.com/office/drawing/2014/main" id="{C3403E0E-FFF8-403B-4147-934184A07991}"/>
              </a:ext>
            </a:extLst>
          </p:cNvPr>
          <p:cNvSpPr/>
          <p:nvPr/>
        </p:nvSpPr>
        <p:spPr>
          <a:xfrm>
            <a:off x="2090078" y="4370118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22" name="사각형: 둥근 모서리 12">
            <a:extLst>
              <a:ext uri="{FF2B5EF4-FFF2-40B4-BE49-F238E27FC236}">
                <a16:creationId xmlns:a16="http://schemas.microsoft.com/office/drawing/2014/main" id="{34F74D5F-ADAD-00EF-518D-E8EFABBB0682}"/>
              </a:ext>
            </a:extLst>
          </p:cNvPr>
          <p:cNvSpPr/>
          <p:nvPr/>
        </p:nvSpPr>
        <p:spPr>
          <a:xfrm>
            <a:off x="2090078" y="30943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Client</a:t>
            </a:r>
            <a:endParaRPr lang="ko-KR" altLang="en-US" sz="900"/>
          </a:p>
        </p:txBody>
      </p:sp>
      <p:cxnSp>
        <p:nvCxnSpPr>
          <p:cNvPr id="23" name="직선 화살표 연결선 96">
            <a:extLst>
              <a:ext uri="{FF2B5EF4-FFF2-40B4-BE49-F238E27FC236}">
                <a16:creationId xmlns:a16="http://schemas.microsoft.com/office/drawing/2014/main" id="{DBD5ED76-B7C8-E858-D802-1EA78F8120B9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2659797" y="760941"/>
            <a:ext cx="1364" cy="564656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96">
            <a:extLst>
              <a:ext uri="{FF2B5EF4-FFF2-40B4-BE49-F238E27FC236}">
                <a16:creationId xmlns:a16="http://schemas.microsoft.com/office/drawing/2014/main" id="{5BD1005C-3E00-B068-AD31-CE4AB261B6CE}"/>
              </a:ext>
            </a:extLst>
          </p:cNvPr>
          <p:cNvCxnSpPr>
            <a:cxnSpLocks/>
            <a:stCxn id="7" idx="0"/>
            <a:endCxn id="2" idx="2"/>
          </p:cNvCxnSpPr>
          <p:nvPr/>
        </p:nvCxnSpPr>
        <p:spPr>
          <a:xfrm flipV="1">
            <a:off x="4632032" y="756712"/>
            <a:ext cx="0" cy="56888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96">
            <a:extLst>
              <a:ext uri="{FF2B5EF4-FFF2-40B4-BE49-F238E27FC236}">
                <a16:creationId xmlns:a16="http://schemas.microsoft.com/office/drawing/2014/main" id="{C7BDDB4B-89D0-DC5F-684C-B63E250DA0B7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flipH="1">
            <a:off x="2659797" y="1777108"/>
            <a:ext cx="1364" cy="24910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96">
            <a:extLst>
              <a:ext uri="{FF2B5EF4-FFF2-40B4-BE49-F238E27FC236}">
                <a16:creationId xmlns:a16="http://schemas.microsoft.com/office/drawing/2014/main" id="{7357918F-8322-D52C-A8F5-79ADCE9D5B90}"/>
              </a:ext>
            </a:extLst>
          </p:cNvPr>
          <p:cNvCxnSpPr>
            <a:cxnSpLocks/>
            <a:stCxn id="2" idx="3"/>
            <a:endCxn id="11" idx="1"/>
          </p:cNvCxnSpPr>
          <p:nvPr/>
        </p:nvCxnSpPr>
        <p:spPr>
          <a:xfrm>
            <a:off x="5201751" y="530957"/>
            <a:ext cx="174476" cy="451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96">
            <a:extLst>
              <a:ext uri="{FF2B5EF4-FFF2-40B4-BE49-F238E27FC236}">
                <a16:creationId xmlns:a16="http://schemas.microsoft.com/office/drawing/2014/main" id="{B9DB441A-1B4B-2F49-7C08-842C356BE99B}"/>
              </a:ext>
            </a:extLst>
          </p:cNvPr>
          <p:cNvCxnSpPr>
            <a:cxnSpLocks/>
            <a:stCxn id="15" idx="0"/>
            <a:endCxn id="7" idx="2"/>
          </p:cNvCxnSpPr>
          <p:nvPr/>
        </p:nvCxnSpPr>
        <p:spPr>
          <a:xfrm flipV="1">
            <a:off x="3975075" y="1777109"/>
            <a:ext cx="656957" cy="129309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96">
            <a:extLst>
              <a:ext uri="{FF2B5EF4-FFF2-40B4-BE49-F238E27FC236}">
                <a16:creationId xmlns:a16="http://schemas.microsoft.com/office/drawing/2014/main" id="{47F505D0-0F92-EC97-2A3D-BFEC05D52A6F}"/>
              </a:ext>
            </a:extLst>
          </p:cNvPr>
          <p:cNvCxnSpPr>
            <a:cxnSpLocks/>
            <a:stCxn id="15" idx="2"/>
            <a:endCxn id="91" idx="0"/>
          </p:cNvCxnSpPr>
          <p:nvPr/>
        </p:nvCxnSpPr>
        <p:spPr>
          <a:xfrm>
            <a:off x="3975075" y="3521718"/>
            <a:ext cx="1287" cy="84839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96">
            <a:extLst>
              <a:ext uri="{FF2B5EF4-FFF2-40B4-BE49-F238E27FC236}">
                <a16:creationId xmlns:a16="http://schemas.microsoft.com/office/drawing/2014/main" id="{92D61E2C-4CE5-C535-B4A9-948DF38E945F}"/>
              </a:ext>
            </a:extLst>
          </p:cNvPr>
          <p:cNvCxnSpPr>
            <a:cxnSpLocks/>
            <a:stCxn id="14" idx="2"/>
            <a:endCxn id="20" idx="0"/>
          </p:cNvCxnSpPr>
          <p:nvPr/>
        </p:nvCxnSpPr>
        <p:spPr>
          <a:xfrm>
            <a:off x="2659797" y="2477728"/>
            <a:ext cx="0" cy="59247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96">
            <a:extLst>
              <a:ext uri="{FF2B5EF4-FFF2-40B4-BE49-F238E27FC236}">
                <a16:creationId xmlns:a16="http://schemas.microsoft.com/office/drawing/2014/main" id="{4CE86ACB-5CCA-61BA-E207-D8CC8BE2CA8D}"/>
              </a:ext>
            </a:extLst>
          </p:cNvPr>
          <p:cNvCxnSpPr>
            <a:cxnSpLocks/>
            <a:stCxn id="91" idx="0"/>
            <a:endCxn id="20" idx="3"/>
          </p:cNvCxnSpPr>
          <p:nvPr/>
        </p:nvCxnSpPr>
        <p:spPr>
          <a:xfrm flipH="1" flipV="1">
            <a:off x="3229516" y="3295963"/>
            <a:ext cx="746846" cy="107415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96">
            <a:extLst>
              <a:ext uri="{FF2B5EF4-FFF2-40B4-BE49-F238E27FC236}">
                <a16:creationId xmlns:a16="http://schemas.microsoft.com/office/drawing/2014/main" id="{CC725E0A-E539-EBE3-8BA3-67D145A884AA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2659797" y="3521718"/>
            <a:ext cx="0" cy="84840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96">
            <a:extLst>
              <a:ext uri="{FF2B5EF4-FFF2-40B4-BE49-F238E27FC236}">
                <a16:creationId xmlns:a16="http://schemas.microsoft.com/office/drawing/2014/main" id="{0DD78658-6298-B979-F17D-28306BD11EF9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2661161" y="761231"/>
            <a:ext cx="3284785" cy="56436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96">
            <a:extLst>
              <a:ext uri="{FF2B5EF4-FFF2-40B4-BE49-F238E27FC236}">
                <a16:creationId xmlns:a16="http://schemas.microsoft.com/office/drawing/2014/main" id="{A0A592B6-E3FF-24E8-F20E-F54CBE56955E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2659797" y="761231"/>
            <a:ext cx="3286149" cy="126498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96">
            <a:extLst>
              <a:ext uri="{FF2B5EF4-FFF2-40B4-BE49-F238E27FC236}">
                <a16:creationId xmlns:a16="http://schemas.microsoft.com/office/drawing/2014/main" id="{B2D1E572-DCA2-CB79-49F7-0C22B195EEC7}"/>
              </a:ext>
            </a:extLst>
          </p:cNvPr>
          <p:cNvCxnSpPr>
            <a:cxnSpLocks/>
            <a:stCxn id="11" idx="2"/>
            <a:endCxn id="20" idx="0"/>
          </p:cNvCxnSpPr>
          <p:nvPr/>
        </p:nvCxnSpPr>
        <p:spPr>
          <a:xfrm flipH="1">
            <a:off x="2659797" y="761231"/>
            <a:ext cx="3286149" cy="230897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12">
            <a:extLst>
              <a:ext uri="{FF2B5EF4-FFF2-40B4-BE49-F238E27FC236}">
                <a16:creationId xmlns:a16="http://schemas.microsoft.com/office/drawing/2014/main" id="{B445BBB4-C586-7819-5543-E4C2F7A5BE88}"/>
              </a:ext>
            </a:extLst>
          </p:cNvPr>
          <p:cNvSpPr/>
          <p:nvPr/>
        </p:nvSpPr>
        <p:spPr>
          <a:xfrm>
            <a:off x="773513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80" name="직선 화살표 연결선 96">
            <a:extLst>
              <a:ext uri="{FF2B5EF4-FFF2-40B4-BE49-F238E27FC236}">
                <a16:creationId xmlns:a16="http://schemas.microsoft.com/office/drawing/2014/main" id="{1195382D-FD79-C7E6-8F2C-ADA81A46DE26}"/>
              </a:ext>
            </a:extLst>
          </p:cNvPr>
          <p:cNvCxnSpPr>
            <a:cxnSpLocks/>
            <a:stCxn id="79" idx="3"/>
            <a:endCxn id="21" idx="1"/>
          </p:cNvCxnSpPr>
          <p:nvPr/>
        </p:nvCxnSpPr>
        <p:spPr>
          <a:xfrm>
            <a:off x="1912951" y="4595873"/>
            <a:ext cx="177127" cy="1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사각형: 둥근 모서리 12">
            <a:extLst>
              <a:ext uri="{FF2B5EF4-FFF2-40B4-BE49-F238E27FC236}">
                <a16:creationId xmlns:a16="http://schemas.microsoft.com/office/drawing/2014/main" id="{1973AF31-A7B4-A292-BC10-3ABF263CD6A0}"/>
              </a:ext>
            </a:extLst>
          </p:cNvPr>
          <p:cNvSpPr/>
          <p:nvPr/>
        </p:nvSpPr>
        <p:spPr>
          <a:xfrm>
            <a:off x="773513" y="372016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/>
              <a:t>DestinationRule</a:t>
            </a:r>
            <a:endParaRPr lang="ko-KR" altLang="en-US" sz="900" b="1"/>
          </a:p>
        </p:txBody>
      </p:sp>
      <p:sp>
        <p:nvSpPr>
          <p:cNvPr id="86" name="사각형: 둥근 모서리 12">
            <a:extLst>
              <a:ext uri="{FF2B5EF4-FFF2-40B4-BE49-F238E27FC236}">
                <a16:creationId xmlns:a16="http://schemas.microsoft.com/office/drawing/2014/main" id="{CB87EB7D-D3E2-B582-2A2C-0C0D6476423E}"/>
              </a:ext>
            </a:extLst>
          </p:cNvPr>
          <p:cNvSpPr/>
          <p:nvPr/>
        </p:nvSpPr>
        <p:spPr>
          <a:xfrm>
            <a:off x="773513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/>
              <a:t>Service</a:t>
            </a:r>
            <a:endParaRPr lang="ko-KR" altLang="en-US" sz="900" b="1"/>
          </a:p>
        </p:txBody>
      </p:sp>
      <p:sp>
        <p:nvSpPr>
          <p:cNvPr id="91" name="사각형: 둥근 모서리 12">
            <a:extLst>
              <a:ext uri="{FF2B5EF4-FFF2-40B4-BE49-F238E27FC236}">
                <a16:creationId xmlns:a16="http://schemas.microsoft.com/office/drawing/2014/main" id="{3E69754F-EF27-3023-7BE9-C82933AC6987}"/>
              </a:ext>
            </a:extLst>
          </p:cNvPr>
          <p:cNvSpPr/>
          <p:nvPr/>
        </p:nvSpPr>
        <p:spPr>
          <a:xfrm>
            <a:off x="3406643" y="4370117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InferencePool</a:t>
            </a:r>
            <a:endParaRPr lang="ko-KR" altLang="en-US" sz="900" b="1"/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F30C83A6-A2F2-21AF-7DC5-1DAB5D17D8CC}"/>
              </a:ext>
            </a:extLst>
          </p:cNvPr>
          <p:cNvCxnSpPr>
            <a:cxnSpLocks/>
            <a:stCxn id="83" idx="2"/>
            <a:endCxn id="79" idx="0"/>
          </p:cNvCxnSpPr>
          <p:nvPr/>
        </p:nvCxnSpPr>
        <p:spPr>
          <a:xfrm>
            <a:off x="1343232" y="4171672"/>
            <a:ext cx="0" cy="198445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18595FDF-4C04-8B60-8F92-1AFD5F2C4448}"/>
              </a:ext>
            </a:extLst>
          </p:cNvPr>
          <p:cNvCxnSpPr>
            <a:cxnSpLocks/>
            <a:stCxn id="86" idx="2"/>
            <a:endCxn id="83" idx="0"/>
          </p:cNvCxnSpPr>
          <p:nvPr/>
        </p:nvCxnSpPr>
        <p:spPr>
          <a:xfrm>
            <a:off x="1343232" y="3521717"/>
            <a:ext cx="0" cy="198444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07BBD0B7-1164-142E-D398-FC30C0404B0B}"/>
              </a:ext>
            </a:extLst>
          </p:cNvPr>
          <p:cNvCxnSpPr>
            <a:cxnSpLocks/>
            <a:stCxn id="14" idx="1"/>
            <a:endCxn id="86" idx="0"/>
          </p:cNvCxnSpPr>
          <p:nvPr/>
        </p:nvCxnSpPr>
        <p:spPr>
          <a:xfrm flipH="1">
            <a:off x="1343232" y="2251973"/>
            <a:ext cx="746846" cy="818233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사각형: 둥근 모서리 12">
            <a:extLst>
              <a:ext uri="{FF2B5EF4-FFF2-40B4-BE49-F238E27FC236}">
                <a16:creationId xmlns:a16="http://schemas.microsoft.com/office/drawing/2014/main" id="{7A3ECFF2-12B6-1789-A545-457679A4EC11}"/>
              </a:ext>
            </a:extLst>
          </p:cNvPr>
          <p:cNvSpPr/>
          <p:nvPr/>
        </p:nvSpPr>
        <p:spPr>
          <a:xfrm>
            <a:off x="4716619" y="3070206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/>
          </a:p>
        </p:txBody>
      </p:sp>
      <p:cxnSp>
        <p:nvCxnSpPr>
          <p:cNvPr id="114" name="직선 화살표 연결선 96">
            <a:extLst>
              <a:ext uri="{FF2B5EF4-FFF2-40B4-BE49-F238E27FC236}">
                <a16:creationId xmlns:a16="http://schemas.microsoft.com/office/drawing/2014/main" id="{46505409-03B3-5D99-DB01-C6C1306FE12E}"/>
              </a:ext>
            </a:extLst>
          </p:cNvPr>
          <p:cNvCxnSpPr>
            <a:cxnSpLocks/>
            <a:stCxn id="113" idx="2"/>
            <a:endCxn id="115" idx="0"/>
          </p:cNvCxnSpPr>
          <p:nvPr/>
        </p:nvCxnSpPr>
        <p:spPr>
          <a:xfrm>
            <a:off x="5286338" y="3521717"/>
            <a:ext cx="1287" cy="84839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사각형: 둥근 모서리 12">
            <a:extLst>
              <a:ext uri="{FF2B5EF4-FFF2-40B4-BE49-F238E27FC236}">
                <a16:creationId xmlns:a16="http://schemas.microsoft.com/office/drawing/2014/main" id="{1EAF6ED7-065A-C9E0-2373-ECB779E7F13F}"/>
              </a:ext>
            </a:extLst>
          </p:cNvPr>
          <p:cNvSpPr/>
          <p:nvPr/>
        </p:nvSpPr>
        <p:spPr>
          <a:xfrm>
            <a:off x="4717906" y="4370116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InferencePool</a:t>
            </a:r>
            <a:endParaRPr lang="ko-KR" altLang="en-US" sz="900" b="1"/>
          </a:p>
        </p:txBody>
      </p:sp>
      <p:sp>
        <p:nvSpPr>
          <p:cNvPr id="127" name="사각형: 둥근 모서리 12">
            <a:extLst>
              <a:ext uri="{FF2B5EF4-FFF2-40B4-BE49-F238E27FC236}">
                <a16:creationId xmlns:a16="http://schemas.microsoft.com/office/drawing/2014/main" id="{8941CEDA-7076-795C-CA7B-2E8C1A742CD2}"/>
              </a:ext>
            </a:extLst>
          </p:cNvPr>
          <p:cNvSpPr/>
          <p:nvPr/>
        </p:nvSpPr>
        <p:spPr>
          <a:xfrm>
            <a:off x="6034548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Service</a:t>
            </a:r>
          </a:p>
          <a:p>
            <a:pPr algn="ctr"/>
            <a:r>
              <a:rPr lang="en-US" altLang="ko-KR" sz="900" b="1"/>
              <a:t>(Headless)</a:t>
            </a:r>
            <a:endParaRPr lang="ko-KR" altLang="en-US" sz="900" b="1"/>
          </a:p>
        </p:txBody>
      </p:sp>
      <p:sp>
        <p:nvSpPr>
          <p:cNvPr id="129" name="사각형: 둥근 모서리 12">
            <a:extLst>
              <a:ext uri="{FF2B5EF4-FFF2-40B4-BE49-F238E27FC236}">
                <a16:creationId xmlns:a16="http://schemas.microsoft.com/office/drawing/2014/main" id="{C18AD20C-3DB8-6B57-8A49-150A24E2E278}"/>
              </a:ext>
            </a:extLst>
          </p:cNvPr>
          <p:cNvSpPr/>
          <p:nvPr/>
        </p:nvSpPr>
        <p:spPr>
          <a:xfrm>
            <a:off x="6034548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130" name="직선 화살표 연결선 96">
            <a:extLst>
              <a:ext uri="{FF2B5EF4-FFF2-40B4-BE49-F238E27FC236}">
                <a16:creationId xmlns:a16="http://schemas.microsoft.com/office/drawing/2014/main" id="{A65BB3F8-DE99-E7FC-E90C-2E03E581F28A}"/>
              </a:ext>
            </a:extLst>
          </p:cNvPr>
          <p:cNvCxnSpPr>
            <a:cxnSpLocks/>
            <a:stCxn id="115" idx="0"/>
            <a:endCxn id="127" idx="1"/>
          </p:cNvCxnSpPr>
          <p:nvPr/>
        </p:nvCxnSpPr>
        <p:spPr>
          <a:xfrm flipV="1">
            <a:off x="5287625" y="3295962"/>
            <a:ext cx="746923" cy="107415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96">
            <a:extLst>
              <a:ext uri="{FF2B5EF4-FFF2-40B4-BE49-F238E27FC236}">
                <a16:creationId xmlns:a16="http://schemas.microsoft.com/office/drawing/2014/main" id="{A90315EC-1C02-3D35-7A0C-EBB819F2793F}"/>
              </a:ext>
            </a:extLst>
          </p:cNvPr>
          <p:cNvCxnSpPr>
            <a:cxnSpLocks/>
            <a:stCxn id="14" idx="2"/>
            <a:endCxn id="127" idx="0"/>
          </p:cNvCxnSpPr>
          <p:nvPr/>
        </p:nvCxnSpPr>
        <p:spPr>
          <a:xfrm>
            <a:off x="2659797" y="2477728"/>
            <a:ext cx="3944470" cy="592478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96">
            <a:extLst>
              <a:ext uri="{FF2B5EF4-FFF2-40B4-BE49-F238E27FC236}">
                <a16:creationId xmlns:a16="http://schemas.microsoft.com/office/drawing/2014/main" id="{45B4C68B-E838-CA7D-DD34-95A30BD7D15D}"/>
              </a:ext>
            </a:extLst>
          </p:cNvPr>
          <p:cNvCxnSpPr>
            <a:cxnSpLocks/>
            <a:stCxn id="127" idx="2"/>
            <a:endCxn id="129" idx="0"/>
          </p:cNvCxnSpPr>
          <p:nvPr/>
        </p:nvCxnSpPr>
        <p:spPr>
          <a:xfrm>
            <a:off x="6604267" y="3521717"/>
            <a:ext cx="0" cy="84840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화살표 연결선 96">
            <a:extLst>
              <a:ext uri="{FF2B5EF4-FFF2-40B4-BE49-F238E27FC236}">
                <a16:creationId xmlns:a16="http://schemas.microsoft.com/office/drawing/2014/main" id="{54DD087A-DD03-B221-BEEB-A29EF1E76EFF}"/>
              </a:ext>
            </a:extLst>
          </p:cNvPr>
          <p:cNvCxnSpPr>
            <a:cxnSpLocks/>
            <a:stCxn id="113" idx="0"/>
            <a:endCxn id="7" idx="2"/>
          </p:cNvCxnSpPr>
          <p:nvPr/>
        </p:nvCxnSpPr>
        <p:spPr>
          <a:xfrm flipH="1" flipV="1">
            <a:off x="4632032" y="1777109"/>
            <a:ext cx="654306" cy="129309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96">
            <a:extLst>
              <a:ext uri="{FF2B5EF4-FFF2-40B4-BE49-F238E27FC236}">
                <a16:creationId xmlns:a16="http://schemas.microsoft.com/office/drawing/2014/main" id="{A9D46B34-2401-AD88-A6F8-AE5B9F0C59A6}"/>
              </a:ext>
            </a:extLst>
          </p:cNvPr>
          <p:cNvCxnSpPr>
            <a:cxnSpLocks/>
            <a:stCxn id="91" idx="1"/>
            <a:endCxn id="21" idx="3"/>
          </p:cNvCxnSpPr>
          <p:nvPr/>
        </p:nvCxnSpPr>
        <p:spPr>
          <a:xfrm flipH="1">
            <a:off x="3229516" y="4595873"/>
            <a:ext cx="177127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화살표 연결선 96">
            <a:extLst>
              <a:ext uri="{FF2B5EF4-FFF2-40B4-BE49-F238E27FC236}">
                <a16:creationId xmlns:a16="http://schemas.microsoft.com/office/drawing/2014/main" id="{F3529BCA-EC61-E5A8-7D9D-895A3F7352BD}"/>
              </a:ext>
            </a:extLst>
          </p:cNvPr>
          <p:cNvCxnSpPr>
            <a:cxnSpLocks/>
            <a:stCxn id="115" idx="3"/>
            <a:endCxn id="129" idx="1"/>
          </p:cNvCxnSpPr>
          <p:nvPr/>
        </p:nvCxnSpPr>
        <p:spPr>
          <a:xfrm>
            <a:off x="5857344" y="4595872"/>
            <a:ext cx="177204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96">
            <a:extLst>
              <a:ext uri="{FF2B5EF4-FFF2-40B4-BE49-F238E27FC236}">
                <a16:creationId xmlns:a16="http://schemas.microsoft.com/office/drawing/2014/main" id="{E6C85F84-A880-2EC1-32DE-06E559816A36}"/>
              </a:ext>
            </a:extLst>
          </p:cNvPr>
          <p:cNvCxnSpPr>
            <a:cxnSpLocks/>
            <a:stCxn id="11" idx="2"/>
            <a:endCxn id="127" idx="0"/>
          </p:cNvCxnSpPr>
          <p:nvPr/>
        </p:nvCxnSpPr>
        <p:spPr>
          <a:xfrm>
            <a:off x="5945946" y="761231"/>
            <a:ext cx="658321" cy="2308975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사각형: 둥근 모서리 12">
            <a:extLst>
              <a:ext uri="{FF2B5EF4-FFF2-40B4-BE49-F238E27FC236}">
                <a16:creationId xmlns:a16="http://schemas.microsoft.com/office/drawing/2014/main" id="{26B4DA43-3179-F30B-934B-F83EF5922FFE}"/>
              </a:ext>
            </a:extLst>
          </p:cNvPr>
          <p:cNvSpPr/>
          <p:nvPr/>
        </p:nvSpPr>
        <p:spPr>
          <a:xfrm>
            <a:off x="7351190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80" name="사각형: 둥근 모서리 12">
            <a:extLst>
              <a:ext uri="{FF2B5EF4-FFF2-40B4-BE49-F238E27FC236}">
                <a16:creationId xmlns:a16="http://schemas.microsoft.com/office/drawing/2014/main" id="{CDC983F4-CBF6-AA69-92E3-8DF07713E36B}"/>
              </a:ext>
            </a:extLst>
          </p:cNvPr>
          <p:cNvSpPr/>
          <p:nvPr/>
        </p:nvSpPr>
        <p:spPr>
          <a:xfrm>
            <a:off x="7351190" y="372016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/>
              <a:t>DestinationRule</a:t>
            </a:r>
            <a:endParaRPr lang="ko-KR" altLang="en-US" sz="900" b="1"/>
          </a:p>
        </p:txBody>
      </p:sp>
      <p:sp>
        <p:nvSpPr>
          <p:cNvPr id="181" name="사각형: 둥근 모서리 12">
            <a:extLst>
              <a:ext uri="{FF2B5EF4-FFF2-40B4-BE49-F238E27FC236}">
                <a16:creationId xmlns:a16="http://schemas.microsoft.com/office/drawing/2014/main" id="{38DB9A88-70C6-6F49-EA48-5E9B7552AE01}"/>
              </a:ext>
            </a:extLst>
          </p:cNvPr>
          <p:cNvSpPr/>
          <p:nvPr/>
        </p:nvSpPr>
        <p:spPr>
          <a:xfrm>
            <a:off x="7351190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/>
              <a:t>Service</a:t>
            </a:r>
            <a:endParaRPr lang="ko-KR" altLang="en-US" sz="900" b="1"/>
          </a:p>
        </p:txBody>
      </p:sp>
      <p:cxnSp>
        <p:nvCxnSpPr>
          <p:cNvPr id="183" name="직선 화살표 연결선 96">
            <a:extLst>
              <a:ext uri="{FF2B5EF4-FFF2-40B4-BE49-F238E27FC236}">
                <a16:creationId xmlns:a16="http://schemas.microsoft.com/office/drawing/2014/main" id="{05DEE178-4A5C-BEAD-134D-26C0115D89B6}"/>
              </a:ext>
            </a:extLst>
          </p:cNvPr>
          <p:cNvCxnSpPr>
            <a:cxnSpLocks/>
            <a:stCxn id="179" idx="1"/>
            <a:endCxn id="129" idx="3"/>
          </p:cNvCxnSpPr>
          <p:nvPr/>
        </p:nvCxnSpPr>
        <p:spPr>
          <a:xfrm flipH="1">
            <a:off x="7173986" y="4595873"/>
            <a:ext cx="177204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C68F378D-D121-401F-5E9C-C0141124F116}"/>
              </a:ext>
            </a:extLst>
          </p:cNvPr>
          <p:cNvCxnSpPr>
            <a:cxnSpLocks/>
            <a:stCxn id="14" idx="3"/>
            <a:endCxn id="181" idx="0"/>
          </p:cNvCxnSpPr>
          <p:nvPr/>
        </p:nvCxnSpPr>
        <p:spPr>
          <a:xfrm>
            <a:off x="3229516" y="2251973"/>
            <a:ext cx="4691393" cy="818233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>
            <a:extLst>
              <a:ext uri="{FF2B5EF4-FFF2-40B4-BE49-F238E27FC236}">
                <a16:creationId xmlns:a16="http://schemas.microsoft.com/office/drawing/2014/main" id="{06668A02-2372-3329-D373-E4AC22D75F34}"/>
              </a:ext>
            </a:extLst>
          </p:cNvPr>
          <p:cNvCxnSpPr>
            <a:cxnSpLocks/>
            <a:stCxn id="181" idx="2"/>
            <a:endCxn id="180" idx="0"/>
          </p:cNvCxnSpPr>
          <p:nvPr/>
        </p:nvCxnSpPr>
        <p:spPr>
          <a:xfrm>
            <a:off x="7920909" y="3521717"/>
            <a:ext cx="0" cy="198444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60D13826-0B08-CF4C-62B5-606282A346F1}"/>
              </a:ext>
            </a:extLst>
          </p:cNvPr>
          <p:cNvCxnSpPr>
            <a:cxnSpLocks/>
            <a:stCxn id="180" idx="2"/>
            <a:endCxn id="179" idx="0"/>
          </p:cNvCxnSpPr>
          <p:nvPr/>
        </p:nvCxnSpPr>
        <p:spPr>
          <a:xfrm>
            <a:off x="7920909" y="4171672"/>
            <a:ext cx="0" cy="198445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화살표 연결선 96">
            <a:extLst>
              <a:ext uri="{FF2B5EF4-FFF2-40B4-BE49-F238E27FC236}">
                <a16:creationId xmlns:a16="http://schemas.microsoft.com/office/drawing/2014/main" id="{45461C05-890A-56EE-8D24-C7D2AFA6EF26}"/>
              </a:ext>
            </a:extLst>
          </p:cNvPr>
          <p:cNvCxnSpPr>
            <a:cxnSpLocks/>
          </p:cNvCxnSpPr>
          <p:nvPr/>
        </p:nvCxnSpPr>
        <p:spPr>
          <a:xfrm>
            <a:off x="7392531" y="377236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46CED67A-DAEF-00BF-1E36-8BAB5BAC5F55}"/>
              </a:ext>
            </a:extLst>
          </p:cNvPr>
          <p:cNvSpPr txBox="1"/>
          <p:nvPr/>
        </p:nvSpPr>
        <p:spPr>
          <a:xfrm>
            <a:off x="7688274" y="267466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Reference</a:t>
            </a:r>
            <a:endParaRPr lang="en-KR" sz="900"/>
          </a:p>
        </p:txBody>
      </p:sp>
      <p:cxnSp>
        <p:nvCxnSpPr>
          <p:cNvPr id="204" name="직선 화살표 연결선 96">
            <a:extLst>
              <a:ext uri="{FF2B5EF4-FFF2-40B4-BE49-F238E27FC236}">
                <a16:creationId xmlns:a16="http://schemas.microsoft.com/office/drawing/2014/main" id="{AA28695B-9B06-2D73-7850-BEFB519026F9}"/>
              </a:ext>
            </a:extLst>
          </p:cNvPr>
          <p:cNvCxnSpPr>
            <a:cxnSpLocks/>
          </p:cNvCxnSpPr>
          <p:nvPr/>
        </p:nvCxnSpPr>
        <p:spPr>
          <a:xfrm>
            <a:off x="7392531" y="613485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414EBAB0-ABCF-4BA1-6993-F438C98E1F61}"/>
              </a:ext>
            </a:extLst>
          </p:cNvPr>
          <p:cNvSpPr txBox="1"/>
          <p:nvPr/>
        </p:nvSpPr>
        <p:spPr>
          <a:xfrm>
            <a:off x="7688274" y="503715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Traffic</a:t>
            </a:r>
            <a:endParaRPr lang="en-KR" sz="900"/>
          </a:p>
        </p:txBody>
      </p:sp>
      <p:cxnSp>
        <p:nvCxnSpPr>
          <p:cNvPr id="206" name="직선 화살표 연결선 96">
            <a:extLst>
              <a:ext uri="{FF2B5EF4-FFF2-40B4-BE49-F238E27FC236}">
                <a16:creationId xmlns:a16="http://schemas.microsoft.com/office/drawing/2014/main" id="{5ABBABA0-429F-2B7A-5C17-A6C25D6B4F85}"/>
              </a:ext>
            </a:extLst>
          </p:cNvPr>
          <p:cNvCxnSpPr>
            <a:cxnSpLocks/>
          </p:cNvCxnSpPr>
          <p:nvPr/>
        </p:nvCxnSpPr>
        <p:spPr>
          <a:xfrm>
            <a:off x="7392531" y="847542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extBox 206">
            <a:extLst>
              <a:ext uri="{FF2B5EF4-FFF2-40B4-BE49-F238E27FC236}">
                <a16:creationId xmlns:a16="http://schemas.microsoft.com/office/drawing/2014/main" id="{55B8CBAC-5C1A-4FDC-43D3-BD2BB175466F}"/>
              </a:ext>
            </a:extLst>
          </p:cNvPr>
          <p:cNvSpPr txBox="1"/>
          <p:nvPr/>
        </p:nvSpPr>
        <p:spPr>
          <a:xfrm>
            <a:off x="7688274" y="737772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cxnSp>
        <p:nvCxnSpPr>
          <p:cNvPr id="209" name="직선 화살표 연결선 96">
            <a:extLst>
              <a:ext uri="{FF2B5EF4-FFF2-40B4-BE49-F238E27FC236}">
                <a16:creationId xmlns:a16="http://schemas.microsoft.com/office/drawing/2014/main" id="{A936B6CC-B00B-9FC6-BDB4-F9709ACCC78B}"/>
              </a:ext>
            </a:extLst>
          </p:cNvPr>
          <p:cNvCxnSpPr>
            <a:cxnSpLocks/>
          </p:cNvCxnSpPr>
          <p:nvPr/>
        </p:nvCxnSpPr>
        <p:spPr>
          <a:xfrm>
            <a:off x="7392531" y="1081598"/>
            <a:ext cx="323569" cy="0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150FBBB0-72FB-B7A1-558A-295BF38A6E82}"/>
              </a:ext>
            </a:extLst>
          </p:cNvPr>
          <p:cNvSpPr txBox="1"/>
          <p:nvPr/>
        </p:nvSpPr>
        <p:spPr>
          <a:xfrm>
            <a:off x="7688274" y="971828"/>
            <a:ext cx="1030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Select Endpoint</a:t>
            </a:r>
            <a:endParaRPr lang="en-KR" sz="900"/>
          </a:p>
        </p:txBody>
      </p:sp>
      <p:cxnSp>
        <p:nvCxnSpPr>
          <p:cNvPr id="211" name="직선 화살표 연결선 96">
            <a:extLst>
              <a:ext uri="{FF2B5EF4-FFF2-40B4-BE49-F238E27FC236}">
                <a16:creationId xmlns:a16="http://schemas.microsoft.com/office/drawing/2014/main" id="{4C2065B8-81A6-5A1D-4143-8875194DAB94}"/>
              </a:ext>
            </a:extLst>
          </p:cNvPr>
          <p:cNvCxnSpPr>
            <a:cxnSpLocks/>
          </p:cNvCxnSpPr>
          <p:nvPr/>
        </p:nvCxnSpPr>
        <p:spPr>
          <a:xfrm>
            <a:off x="7392531" y="1321675"/>
            <a:ext cx="323569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8A4CC6BE-CB8B-DE21-FC99-C3AF2325054D}"/>
              </a:ext>
            </a:extLst>
          </p:cNvPr>
          <p:cNvSpPr txBox="1"/>
          <p:nvPr/>
        </p:nvSpPr>
        <p:spPr>
          <a:xfrm>
            <a:off x="7688274" y="1211905"/>
            <a:ext cx="1030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Get Metrics</a:t>
            </a:r>
            <a:endParaRPr lang="en-KR" sz="900"/>
          </a:p>
        </p:txBody>
      </p:sp>
    </p:spTree>
    <p:extLst>
      <p:ext uri="{BB962C8B-B14F-4D97-AF65-F5344CB8AC3E}">
        <p14:creationId xmlns:p14="http://schemas.microsoft.com/office/powerpoint/2010/main" val="8711461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77DCB-B5E0-D942-4F3E-59F38784E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2">
            <a:extLst>
              <a:ext uri="{FF2B5EF4-FFF2-40B4-BE49-F238E27FC236}">
                <a16:creationId xmlns:a16="http://schemas.microsoft.com/office/drawing/2014/main" id="{0BF4F9D6-9E85-F84C-9223-8BFFB26550A6}"/>
              </a:ext>
            </a:extLst>
          </p:cNvPr>
          <p:cNvSpPr/>
          <p:nvPr/>
        </p:nvSpPr>
        <p:spPr>
          <a:xfrm>
            <a:off x="4062313" y="305201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sp>
        <p:nvSpPr>
          <p:cNvPr id="3" name="사각형: 둥근 모서리 70">
            <a:extLst>
              <a:ext uri="{FF2B5EF4-FFF2-40B4-BE49-F238E27FC236}">
                <a16:creationId xmlns:a16="http://schemas.microsoft.com/office/drawing/2014/main" id="{10FE405F-E2ED-809F-4320-D43AAF59D671}"/>
              </a:ext>
            </a:extLst>
          </p:cNvPr>
          <p:cNvSpPr/>
          <p:nvPr/>
        </p:nvSpPr>
        <p:spPr>
          <a:xfrm>
            <a:off x="1979712" y="1025814"/>
            <a:ext cx="5304640" cy="1545936"/>
          </a:xfrm>
          <a:prstGeom prst="roundRect">
            <a:avLst>
              <a:gd name="adj" fmla="val 4874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Gateway </a:t>
            </a:r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7" name="사각형: 둥근 모서리 12">
            <a:extLst>
              <a:ext uri="{FF2B5EF4-FFF2-40B4-BE49-F238E27FC236}">
                <a16:creationId xmlns:a16="http://schemas.microsoft.com/office/drawing/2014/main" id="{8207E634-5E81-F183-C1F4-164096FB4ADC}"/>
              </a:ext>
            </a:extLst>
          </p:cNvPr>
          <p:cNvSpPr/>
          <p:nvPr/>
        </p:nvSpPr>
        <p:spPr>
          <a:xfrm>
            <a:off x="4062313" y="1325598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sp>
        <p:nvSpPr>
          <p:cNvPr id="9" name="사각형: 둥근 모서리 70">
            <a:extLst>
              <a:ext uri="{FF2B5EF4-FFF2-40B4-BE49-F238E27FC236}">
                <a16:creationId xmlns:a16="http://schemas.microsoft.com/office/drawing/2014/main" id="{5A6EF79B-4513-8D26-1615-C67E80D9BE4C}"/>
              </a:ext>
            </a:extLst>
          </p:cNvPr>
          <p:cNvSpPr/>
          <p:nvPr/>
        </p:nvSpPr>
        <p:spPr>
          <a:xfrm>
            <a:off x="637634" y="2758587"/>
            <a:ext cx="7979316" cy="2189427"/>
          </a:xfrm>
          <a:prstGeom prst="roundRect">
            <a:avLst>
              <a:gd name="adj" fmla="val 4279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LLM </a:t>
            </a:r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5FC1E958-DBD2-C48D-0689-B93617242600}"/>
              </a:ext>
            </a:extLst>
          </p:cNvPr>
          <p:cNvSpPr/>
          <p:nvPr/>
        </p:nvSpPr>
        <p:spPr>
          <a:xfrm>
            <a:off x="5376227" y="30972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 </a:t>
            </a:r>
            <a:r>
              <a:rPr lang="en-US" altLang="ko-KR" sz="900" b="1"/>
              <a:t>Gateway Controller</a:t>
            </a:r>
            <a:r>
              <a:rPr lang="en-US" altLang="ko-KR" sz="900"/>
              <a:t> (istiod)</a:t>
            </a:r>
            <a:endParaRPr lang="ko-KR" altLang="en-US" sz="900"/>
          </a:p>
        </p:txBody>
      </p:sp>
      <p:sp>
        <p:nvSpPr>
          <p:cNvPr id="12" name="사각형: 둥근 모서리 12">
            <a:extLst>
              <a:ext uri="{FF2B5EF4-FFF2-40B4-BE49-F238E27FC236}">
                <a16:creationId xmlns:a16="http://schemas.microsoft.com/office/drawing/2014/main" id="{01A4CB84-C93E-7B7B-1191-8A57074D0E47}"/>
              </a:ext>
            </a:extLst>
          </p:cNvPr>
          <p:cNvSpPr/>
          <p:nvPr/>
        </p:nvSpPr>
        <p:spPr>
          <a:xfrm>
            <a:off x="2091442" y="132559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</a:t>
            </a:r>
            <a:br>
              <a:rPr lang="en-US" altLang="ko-KR" sz="900"/>
            </a:br>
            <a:r>
              <a:rPr lang="en-US" altLang="ko-KR" sz="900" b="1"/>
              <a:t>Service (LB)</a:t>
            </a:r>
            <a:endParaRPr lang="ko-KR" altLang="en-US" sz="900" b="1"/>
          </a:p>
        </p:txBody>
      </p:sp>
      <p:sp>
        <p:nvSpPr>
          <p:cNvPr id="14" name="사각형: 둥근 모서리 12">
            <a:extLst>
              <a:ext uri="{FF2B5EF4-FFF2-40B4-BE49-F238E27FC236}">
                <a16:creationId xmlns:a16="http://schemas.microsoft.com/office/drawing/2014/main" id="{3C80008A-D267-65BE-32D2-3A3E3185E404}"/>
              </a:ext>
            </a:extLst>
          </p:cNvPr>
          <p:cNvSpPr/>
          <p:nvPr/>
        </p:nvSpPr>
        <p:spPr>
          <a:xfrm>
            <a:off x="2090078" y="20262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(envoy)</a:t>
            </a:r>
            <a:br>
              <a:rPr lang="en-US" altLang="ko-KR" sz="900"/>
            </a:br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5" name="사각형: 둥근 모서리 12">
            <a:extLst>
              <a:ext uri="{FF2B5EF4-FFF2-40B4-BE49-F238E27FC236}">
                <a16:creationId xmlns:a16="http://schemas.microsoft.com/office/drawing/2014/main" id="{79B63E46-0310-54A6-15B1-BA92DF5CB318}"/>
              </a:ext>
            </a:extLst>
          </p:cNvPr>
          <p:cNvSpPr/>
          <p:nvPr/>
        </p:nvSpPr>
        <p:spPr>
          <a:xfrm>
            <a:off x="3405356" y="3070207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/>
          </a:p>
        </p:txBody>
      </p:sp>
      <p:sp>
        <p:nvSpPr>
          <p:cNvPr id="20" name="사각형: 둥근 모서리 12">
            <a:extLst>
              <a:ext uri="{FF2B5EF4-FFF2-40B4-BE49-F238E27FC236}">
                <a16:creationId xmlns:a16="http://schemas.microsoft.com/office/drawing/2014/main" id="{DA8A9E29-7E8E-9305-72F0-3AF3832A77FB}"/>
              </a:ext>
            </a:extLst>
          </p:cNvPr>
          <p:cNvSpPr/>
          <p:nvPr/>
        </p:nvSpPr>
        <p:spPr>
          <a:xfrm>
            <a:off x="2090078" y="307020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Service</a:t>
            </a:r>
          </a:p>
          <a:p>
            <a:pPr algn="ctr"/>
            <a:r>
              <a:rPr lang="en-US" altLang="ko-KR" sz="900" b="1"/>
              <a:t>(Headless)</a:t>
            </a:r>
            <a:endParaRPr lang="ko-KR" altLang="en-US" sz="900" b="1"/>
          </a:p>
        </p:txBody>
      </p:sp>
      <p:sp>
        <p:nvSpPr>
          <p:cNvPr id="21" name="사각형: 둥근 모서리 12">
            <a:extLst>
              <a:ext uri="{FF2B5EF4-FFF2-40B4-BE49-F238E27FC236}">
                <a16:creationId xmlns:a16="http://schemas.microsoft.com/office/drawing/2014/main" id="{23D195AE-90DF-5B36-EF8B-02BC6611CA1E}"/>
              </a:ext>
            </a:extLst>
          </p:cNvPr>
          <p:cNvSpPr/>
          <p:nvPr/>
        </p:nvSpPr>
        <p:spPr>
          <a:xfrm>
            <a:off x="2090078" y="4370118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22" name="사각형: 둥근 모서리 12">
            <a:extLst>
              <a:ext uri="{FF2B5EF4-FFF2-40B4-BE49-F238E27FC236}">
                <a16:creationId xmlns:a16="http://schemas.microsoft.com/office/drawing/2014/main" id="{03929264-D561-AB89-C323-84CBF73E4997}"/>
              </a:ext>
            </a:extLst>
          </p:cNvPr>
          <p:cNvSpPr/>
          <p:nvPr/>
        </p:nvSpPr>
        <p:spPr>
          <a:xfrm>
            <a:off x="2090078" y="30943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Client</a:t>
            </a:r>
            <a:endParaRPr lang="ko-KR" altLang="en-US" sz="900"/>
          </a:p>
        </p:txBody>
      </p:sp>
      <p:cxnSp>
        <p:nvCxnSpPr>
          <p:cNvPr id="23" name="직선 화살표 연결선 96">
            <a:extLst>
              <a:ext uri="{FF2B5EF4-FFF2-40B4-BE49-F238E27FC236}">
                <a16:creationId xmlns:a16="http://schemas.microsoft.com/office/drawing/2014/main" id="{7C8E9657-A82F-2E95-61D9-CA153D0D3CDE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2659797" y="760941"/>
            <a:ext cx="1364" cy="564656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96">
            <a:extLst>
              <a:ext uri="{FF2B5EF4-FFF2-40B4-BE49-F238E27FC236}">
                <a16:creationId xmlns:a16="http://schemas.microsoft.com/office/drawing/2014/main" id="{BEA21B93-33F7-5363-6162-B2373E58EAE2}"/>
              </a:ext>
            </a:extLst>
          </p:cNvPr>
          <p:cNvCxnSpPr>
            <a:cxnSpLocks/>
            <a:stCxn id="7" idx="0"/>
            <a:endCxn id="2" idx="2"/>
          </p:cNvCxnSpPr>
          <p:nvPr/>
        </p:nvCxnSpPr>
        <p:spPr>
          <a:xfrm flipV="1">
            <a:off x="4632032" y="756712"/>
            <a:ext cx="0" cy="56888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96">
            <a:extLst>
              <a:ext uri="{FF2B5EF4-FFF2-40B4-BE49-F238E27FC236}">
                <a16:creationId xmlns:a16="http://schemas.microsoft.com/office/drawing/2014/main" id="{4388C77B-4935-5CB8-D176-7BF3C92D9FF1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flipH="1">
            <a:off x="2659797" y="1777108"/>
            <a:ext cx="1364" cy="24910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96">
            <a:extLst>
              <a:ext uri="{FF2B5EF4-FFF2-40B4-BE49-F238E27FC236}">
                <a16:creationId xmlns:a16="http://schemas.microsoft.com/office/drawing/2014/main" id="{51ED296F-B882-880F-79E7-4C1466E4AB30}"/>
              </a:ext>
            </a:extLst>
          </p:cNvPr>
          <p:cNvCxnSpPr>
            <a:cxnSpLocks/>
            <a:stCxn id="2" idx="3"/>
            <a:endCxn id="11" idx="1"/>
          </p:cNvCxnSpPr>
          <p:nvPr/>
        </p:nvCxnSpPr>
        <p:spPr>
          <a:xfrm>
            <a:off x="5201751" y="530957"/>
            <a:ext cx="174476" cy="451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96">
            <a:extLst>
              <a:ext uri="{FF2B5EF4-FFF2-40B4-BE49-F238E27FC236}">
                <a16:creationId xmlns:a16="http://schemas.microsoft.com/office/drawing/2014/main" id="{AEA4FD01-DC4F-62DB-5311-5D243E71E38A}"/>
              </a:ext>
            </a:extLst>
          </p:cNvPr>
          <p:cNvCxnSpPr>
            <a:cxnSpLocks/>
            <a:stCxn id="15" idx="0"/>
            <a:endCxn id="7" idx="2"/>
          </p:cNvCxnSpPr>
          <p:nvPr/>
        </p:nvCxnSpPr>
        <p:spPr>
          <a:xfrm flipV="1">
            <a:off x="3975075" y="1777109"/>
            <a:ext cx="656957" cy="129309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96">
            <a:extLst>
              <a:ext uri="{FF2B5EF4-FFF2-40B4-BE49-F238E27FC236}">
                <a16:creationId xmlns:a16="http://schemas.microsoft.com/office/drawing/2014/main" id="{21348B76-D5DF-00B7-7AF2-8197F56AFF3A}"/>
              </a:ext>
            </a:extLst>
          </p:cNvPr>
          <p:cNvCxnSpPr>
            <a:cxnSpLocks/>
            <a:stCxn id="15" idx="2"/>
            <a:endCxn id="91" idx="0"/>
          </p:cNvCxnSpPr>
          <p:nvPr/>
        </p:nvCxnSpPr>
        <p:spPr>
          <a:xfrm>
            <a:off x="3975075" y="3521718"/>
            <a:ext cx="1287" cy="84839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96">
            <a:extLst>
              <a:ext uri="{FF2B5EF4-FFF2-40B4-BE49-F238E27FC236}">
                <a16:creationId xmlns:a16="http://schemas.microsoft.com/office/drawing/2014/main" id="{7507D8D1-1F74-6654-DCCB-3C22C304F1BC}"/>
              </a:ext>
            </a:extLst>
          </p:cNvPr>
          <p:cNvCxnSpPr>
            <a:cxnSpLocks/>
            <a:stCxn id="14" idx="2"/>
            <a:endCxn id="20" idx="0"/>
          </p:cNvCxnSpPr>
          <p:nvPr/>
        </p:nvCxnSpPr>
        <p:spPr>
          <a:xfrm>
            <a:off x="2659797" y="2477728"/>
            <a:ext cx="0" cy="59247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96">
            <a:extLst>
              <a:ext uri="{FF2B5EF4-FFF2-40B4-BE49-F238E27FC236}">
                <a16:creationId xmlns:a16="http://schemas.microsoft.com/office/drawing/2014/main" id="{D2990641-8419-8D24-1CC8-37E0B12D6176}"/>
              </a:ext>
            </a:extLst>
          </p:cNvPr>
          <p:cNvCxnSpPr>
            <a:cxnSpLocks/>
            <a:stCxn id="91" idx="0"/>
            <a:endCxn id="20" idx="3"/>
          </p:cNvCxnSpPr>
          <p:nvPr/>
        </p:nvCxnSpPr>
        <p:spPr>
          <a:xfrm flipH="1" flipV="1">
            <a:off x="3229516" y="3295963"/>
            <a:ext cx="746846" cy="107415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96">
            <a:extLst>
              <a:ext uri="{FF2B5EF4-FFF2-40B4-BE49-F238E27FC236}">
                <a16:creationId xmlns:a16="http://schemas.microsoft.com/office/drawing/2014/main" id="{4EFAEF02-B7E6-E8E3-3FD4-7DEB717AFAF0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2659797" y="3521718"/>
            <a:ext cx="0" cy="84840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96">
            <a:extLst>
              <a:ext uri="{FF2B5EF4-FFF2-40B4-BE49-F238E27FC236}">
                <a16:creationId xmlns:a16="http://schemas.microsoft.com/office/drawing/2014/main" id="{139ECECF-F82C-B9A1-6EF6-03D59085D8A8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2661161" y="761231"/>
            <a:ext cx="3284785" cy="56436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96">
            <a:extLst>
              <a:ext uri="{FF2B5EF4-FFF2-40B4-BE49-F238E27FC236}">
                <a16:creationId xmlns:a16="http://schemas.microsoft.com/office/drawing/2014/main" id="{436EDCFE-6458-487F-796F-17A7BD4F94BB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2659797" y="761231"/>
            <a:ext cx="3286149" cy="126498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96">
            <a:extLst>
              <a:ext uri="{FF2B5EF4-FFF2-40B4-BE49-F238E27FC236}">
                <a16:creationId xmlns:a16="http://schemas.microsoft.com/office/drawing/2014/main" id="{F696814C-4110-A895-1A8F-56C5ACD50ABD}"/>
              </a:ext>
            </a:extLst>
          </p:cNvPr>
          <p:cNvCxnSpPr>
            <a:cxnSpLocks/>
            <a:stCxn id="11" idx="2"/>
            <a:endCxn id="20" idx="0"/>
          </p:cNvCxnSpPr>
          <p:nvPr/>
        </p:nvCxnSpPr>
        <p:spPr>
          <a:xfrm flipH="1">
            <a:off x="2659797" y="761231"/>
            <a:ext cx="3286149" cy="230897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12">
            <a:extLst>
              <a:ext uri="{FF2B5EF4-FFF2-40B4-BE49-F238E27FC236}">
                <a16:creationId xmlns:a16="http://schemas.microsoft.com/office/drawing/2014/main" id="{A36BE3B1-0F55-1ED2-1329-D597B0349038}"/>
              </a:ext>
            </a:extLst>
          </p:cNvPr>
          <p:cNvSpPr/>
          <p:nvPr/>
        </p:nvSpPr>
        <p:spPr>
          <a:xfrm>
            <a:off x="773513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80" name="직선 화살표 연결선 96">
            <a:extLst>
              <a:ext uri="{FF2B5EF4-FFF2-40B4-BE49-F238E27FC236}">
                <a16:creationId xmlns:a16="http://schemas.microsoft.com/office/drawing/2014/main" id="{96A04251-6AB7-57DF-D4B4-578548891D62}"/>
              </a:ext>
            </a:extLst>
          </p:cNvPr>
          <p:cNvCxnSpPr>
            <a:cxnSpLocks/>
            <a:stCxn id="79" idx="3"/>
            <a:endCxn id="21" idx="1"/>
          </p:cNvCxnSpPr>
          <p:nvPr/>
        </p:nvCxnSpPr>
        <p:spPr>
          <a:xfrm>
            <a:off x="1912951" y="4595873"/>
            <a:ext cx="177127" cy="1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사각형: 둥근 모서리 12">
            <a:extLst>
              <a:ext uri="{FF2B5EF4-FFF2-40B4-BE49-F238E27FC236}">
                <a16:creationId xmlns:a16="http://schemas.microsoft.com/office/drawing/2014/main" id="{B4D8418A-AEA9-CB7F-3D9D-61DAFC4286B3}"/>
              </a:ext>
            </a:extLst>
          </p:cNvPr>
          <p:cNvSpPr/>
          <p:nvPr/>
        </p:nvSpPr>
        <p:spPr>
          <a:xfrm>
            <a:off x="773513" y="372016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/>
              <a:t>DestinationRule</a:t>
            </a:r>
            <a:endParaRPr lang="ko-KR" altLang="en-US" sz="900" b="1"/>
          </a:p>
        </p:txBody>
      </p:sp>
      <p:sp>
        <p:nvSpPr>
          <p:cNvPr id="86" name="사각형: 둥근 모서리 12">
            <a:extLst>
              <a:ext uri="{FF2B5EF4-FFF2-40B4-BE49-F238E27FC236}">
                <a16:creationId xmlns:a16="http://schemas.microsoft.com/office/drawing/2014/main" id="{6B007108-3489-EFCE-28A6-B2776ED2AB41}"/>
              </a:ext>
            </a:extLst>
          </p:cNvPr>
          <p:cNvSpPr/>
          <p:nvPr/>
        </p:nvSpPr>
        <p:spPr>
          <a:xfrm>
            <a:off x="773513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/>
              <a:t>Service</a:t>
            </a:r>
            <a:endParaRPr lang="ko-KR" altLang="en-US" sz="900" b="1"/>
          </a:p>
        </p:txBody>
      </p:sp>
      <p:sp>
        <p:nvSpPr>
          <p:cNvPr id="91" name="사각형: 둥근 모서리 12">
            <a:extLst>
              <a:ext uri="{FF2B5EF4-FFF2-40B4-BE49-F238E27FC236}">
                <a16:creationId xmlns:a16="http://schemas.microsoft.com/office/drawing/2014/main" id="{A5865510-1801-CE8C-F2CB-93F1F9AF08D6}"/>
              </a:ext>
            </a:extLst>
          </p:cNvPr>
          <p:cNvSpPr/>
          <p:nvPr/>
        </p:nvSpPr>
        <p:spPr>
          <a:xfrm>
            <a:off x="3406643" y="4370117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InferencePool</a:t>
            </a:r>
            <a:endParaRPr lang="ko-KR" altLang="en-US" sz="900" b="1"/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16BCD9BB-2F35-5487-09CE-62947155F8B7}"/>
              </a:ext>
            </a:extLst>
          </p:cNvPr>
          <p:cNvCxnSpPr>
            <a:cxnSpLocks/>
            <a:stCxn id="83" idx="2"/>
            <a:endCxn id="79" idx="0"/>
          </p:cNvCxnSpPr>
          <p:nvPr/>
        </p:nvCxnSpPr>
        <p:spPr>
          <a:xfrm>
            <a:off x="1343232" y="4171672"/>
            <a:ext cx="0" cy="198445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8DE7782F-C19B-2C52-D944-68E6F870B52B}"/>
              </a:ext>
            </a:extLst>
          </p:cNvPr>
          <p:cNvCxnSpPr>
            <a:cxnSpLocks/>
            <a:stCxn id="86" idx="2"/>
            <a:endCxn id="83" idx="0"/>
          </p:cNvCxnSpPr>
          <p:nvPr/>
        </p:nvCxnSpPr>
        <p:spPr>
          <a:xfrm>
            <a:off x="1343232" y="3521717"/>
            <a:ext cx="0" cy="198444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7671F5B1-EF2E-D4DC-BDA9-1CB030F5DAC9}"/>
              </a:ext>
            </a:extLst>
          </p:cNvPr>
          <p:cNvCxnSpPr>
            <a:cxnSpLocks/>
            <a:stCxn id="14" idx="1"/>
            <a:endCxn id="86" idx="0"/>
          </p:cNvCxnSpPr>
          <p:nvPr/>
        </p:nvCxnSpPr>
        <p:spPr>
          <a:xfrm flipH="1">
            <a:off x="1343232" y="2251973"/>
            <a:ext cx="746846" cy="818233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사각형: 둥근 모서리 12">
            <a:extLst>
              <a:ext uri="{FF2B5EF4-FFF2-40B4-BE49-F238E27FC236}">
                <a16:creationId xmlns:a16="http://schemas.microsoft.com/office/drawing/2014/main" id="{58C64673-ED50-C4AB-1A41-691BB4EF5031}"/>
              </a:ext>
            </a:extLst>
          </p:cNvPr>
          <p:cNvSpPr/>
          <p:nvPr/>
        </p:nvSpPr>
        <p:spPr>
          <a:xfrm>
            <a:off x="4716619" y="3070206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/>
          </a:p>
        </p:txBody>
      </p:sp>
      <p:cxnSp>
        <p:nvCxnSpPr>
          <p:cNvPr id="114" name="직선 화살표 연결선 96">
            <a:extLst>
              <a:ext uri="{FF2B5EF4-FFF2-40B4-BE49-F238E27FC236}">
                <a16:creationId xmlns:a16="http://schemas.microsoft.com/office/drawing/2014/main" id="{5C41BB3C-87F7-703A-5239-77166904D571}"/>
              </a:ext>
            </a:extLst>
          </p:cNvPr>
          <p:cNvCxnSpPr>
            <a:cxnSpLocks/>
            <a:stCxn id="113" idx="2"/>
            <a:endCxn id="115" idx="0"/>
          </p:cNvCxnSpPr>
          <p:nvPr/>
        </p:nvCxnSpPr>
        <p:spPr>
          <a:xfrm>
            <a:off x="5286338" y="3521717"/>
            <a:ext cx="1287" cy="84839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사각형: 둥근 모서리 12">
            <a:extLst>
              <a:ext uri="{FF2B5EF4-FFF2-40B4-BE49-F238E27FC236}">
                <a16:creationId xmlns:a16="http://schemas.microsoft.com/office/drawing/2014/main" id="{3678AD27-235A-EF17-5BFE-1E768ED33CDE}"/>
              </a:ext>
            </a:extLst>
          </p:cNvPr>
          <p:cNvSpPr/>
          <p:nvPr/>
        </p:nvSpPr>
        <p:spPr>
          <a:xfrm>
            <a:off x="4717906" y="4370116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InferencePool</a:t>
            </a:r>
            <a:endParaRPr lang="ko-KR" altLang="en-US" sz="900" b="1"/>
          </a:p>
        </p:txBody>
      </p:sp>
      <p:sp>
        <p:nvSpPr>
          <p:cNvPr id="127" name="사각형: 둥근 모서리 12">
            <a:extLst>
              <a:ext uri="{FF2B5EF4-FFF2-40B4-BE49-F238E27FC236}">
                <a16:creationId xmlns:a16="http://schemas.microsoft.com/office/drawing/2014/main" id="{D58762FD-828A-EBC1-0ADC-2BB685F5EA5C}"/>
              </a:ext>
            </a:extLst>
          </p:cNvPr>
          <p:cNvSpPr/>
          <p:nvPr/>
        </p:nvSpPr>
        <p:spPr>
          <a:xfrm>
            <a:off x="6034548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Service</a:t>
            </a:r>
          </a:p>
          <a:p>
            <a:pPr algn="ctr"/>
            <a:r>
              <a:rPr lang="en-US" altLang="ko-KR" sz="900" b="1"/>
              <a:t>(Headless)</a:t>
            </a:r>
            <a:endParaRPr lang="ko-KR" altLang="en-US" sz="900" b="1"/>
          </a:p>
        </p:txBody>
      </p:sp>
      <p:sp>
        <p:nvSpPr>
          <p:cNvPr id="129" name="사각형: 둥근 모서리 12">
            <a:extLst>
              <a:ext uri="{FF2B5EF4-FFF2-40B4-BE49-F238E27FC236}">
                <a16:creationId xmlns:a16="http://schemas.microsoft.com/office/drawing/2014/main" id="{486C0532-DE52-5BE2-DF04-B66A764A77DF}"/>
              </a:ext>
            </a:extLst>
          </p:cNvPr>
          <p:cNvSpPr/>
          <p:nvPr/>
        </p:nvSpPr>
        <p:spPr>
          <a:xfrm>
            <a:off x="6034548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130" name="직선 화살표 연결선 96">
            <a:extLst>
              <a:ext uri="{FF2B5EF4-FFF2-40B4-BE49-F238E27FC236}">
                <a16:creationId xmlns:a16="http://schemas.microsoft.com/office/drawing/2014/main" id="{292C888E-513F-5DC1-1ABE-252BAE94B3A6}"/>
              </a:ext>
            </a:extLst>
          </p:cNvPr>
          <p:cNvCxnSpPr>
            <a:cxnSpLocks/>
            <a:stCxn id="115" idx="0"/>
            <a:endCxn id="127" idx="1"/>
          </p:cNvCxnSpPr>
          <p:nvPr/>
        </p:nvCxnSpPr>
        <p:spPr>
          <a:xfrm flipV="1">
            <a:off x="5287625" y="3295962"/>
            <a:ext cx="746923" cy="107415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96">
            <a:extLst>
              <a:ext uri="{FF2B5EF4-FFF2-40B4-BE49-F238E27FC236}">
                <a16:creationId xmlns:a16="http://schemas.microsoft.com/office/drawing/2014/main" id="{322E8B2B-5AB8-51EC-35C2-8F6E0B4D4C26}"/>
              </a:ext>
            </a:extLst>
          </p:cNvPr>
          <p:cNvCxnSpPr>
            <a:cxnSpLocks/>
            <a:stCxn id="14" idx="2"/>
            <a:endCxn id="127" idx="0"/>
          </p:cNvCxnSpPr>
          <p:nvPr/>
        </p:nvCxnSpPr>
        <p:spPr>
          <a:xfrm>
            <a:off x="2659797" y="2477728"/>
            <a:ext cx="3944470" cy="592478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96">
            <a:extLst>
              <a:ext uri="{FF2B5EF4-FFF2-40B4-BE49-F238E27FC236}">
                <a16:creationId xmlns:a16="http://schemas.microsoft.com/office/drawing/2014/main" id="{3442B002-DA97-EA12-A3C4-938B3766DE77}"/>
              </a:ext>
            </a:extLst>
          </p:cNvPr>
          <p:cNvCxnSpPr>
            <a:cxnSpLocks/>
            <a:stCxn id="127" idx="2"/>
            <a:endCxn id="129" idx="0"/>
          </p:cNvCxnSpPr>
          <p:nvPr/>
        </p:nvCxnSpPr>
        <p:spPr>
          <a:xfrm>
            <a:off x="6604267" y="3521717"/>
            <a:ext cx="0" cy="84840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화살표 연결선 96">
            <a:extLst>
              <a:ext uri="{FF2B5EF4-FFF2-40B4-BE49-F238E27FC236}">
                <a16:creationId xmlns:a16="http://schemas.microsoft.com/office/drawing/2014/main" id="{B420FE5E-CF10-C2D7-E5E8-3502C9911CC0}"/>
              </a:ext>
            </a:extLst>
          </p:cNvPr>
          <p:cNvCxnSpPr>
            <a:cxnSpLocks/>
            <a:stCxn id="113" idx="0"/>
            <a:endCxn id="7" idx="2"/>
          </p:cNvCxnSpPr>
          <p:nvPr/>
        </p:nvCxnSpPr>
        <p:spPr>
          <a:xfrm flipH="1" flipV="1">
            <a:off x="4632032" y="1777109"/>
            <a:ext cx="654306" cy="129309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96">
            <a:extLst>
              <a:ext uri="{FF2B5EF4-FFF2-40B4-BE49-F238E27FC236}">
                <a16:creationId xmlns:a16="http://schemas.microsoft.com/office/drawing/2014/main" id="{F3FBA233-91A1-8FAE-FB98-25A884E8E3A3}"/>
              </a:ext>
            </a:extLst>
          </p:cNvPr>
          <p:cNvCxnSpPr>
            <a:cxnSpLocks/>
            <a:stCxn id="91" idx="1"/>
            <a:endCxn id="21" idx="3"/>
          </p:cNvCxnSpPr>
          <p:nvPr/>
        </p:nvCxnSpPr>
        <p:spPr>
          <a:xfrm flipH="1">
            <a:off x="3229516" y="4595873"/>
            <a:ext cx="177127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화살표 연결선 96">
            <a:extLst>
              <a:ext uri="{FF2B5EF4-FFF2-40B4-BE49-F238E27FC236}">
                <a16:creationId xmlns:a16="http://schemas.microsoft.com/office/drawing/2014/main" id="{951097FE-2E56-48BC-2474-A26F5C0B37F8}"/>
              </a:ext>
            </a:extLst>
          </p:cNvPr>
          <p:cNvCxnSpPr>
            <a:cxnSpLocks/>
            <a:stCxn id="115" idx="3"/>
            <a:endCxn id="129" idx="1"/>
          </p:cNvCxnSpPr>
          <p:nvPr/>
        </p:nvCxnSpPr>
        <p:spPr>
          <a:xfrm>
            <a:off x="5857344" y="4595872"/>
            <a:ext cx="177204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96">
            <a:extLst>
              <a:ext uri="{FF2B5EF4-FFF2-40B4-BE49-F238E27FC236}">
                <a16:creationId xmlns:a16="http://schemas.microsoft.com/office/drawing/2014/main" id="{89D8A2A7-9E40-A633-060C-DCCAD740AA59}"/>
              </a:ext>
            </a:extLst>
          </p:cNvPr>
          <p:cNvCxnSpPr>
            <a:cxnSpLocks/>
            <a:stCxn id="11" idx="2"/>
            <a:endCxn id="127" idx="0"/>
          </p:cNvCxnSpPr>
          <p:nvPr/>
        </p:nvCxnSpPr>
        <p:spPr>
          <a:xfrm>
            <a:off x="5945946" y="761231"/>
            <a:ext cx="658321" cy="2308975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사각형: 둥근 모서리 12">
            <a:extLst>
              <a:ext uri="{FF2B5EF4-FFF2-40B4-BE49-F238E27FC236}">
                <a16:creationId xmlns:a16="http://schemas.microsoft.com/office/drawing/2014/main" id="{6201EEC4-53B4-4BE0-5328-B51A3BB75C9E}"/>
              </a:ext>
            </a:extLst>
          </p:cNvPr>
          <p:cNvSpPr/>
          <p:nvPr/>
        </p:nvSpPr>
        <p:spPr>
          <a:xfrm>
            <a:off x="7351190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80" name="사각형: 둥근 모서리 12">
            <a:extLst>
              <a:ext uri="{FF2B5EF4-FFF2-40B4-BE49-F238E27FC236}">
                <a16:creationId xmlns:a16="http://schemas.microsoft.com/office/drawing/2014/main" id="{020E512A-1568-1FA5-6A60-E7AF1F1627F6}"/>
              </a:ext>
            </a:extLst>
          </p:cNvPr>
          <p:cNvSpPr/>
          <p:nvPr/>
        </p:nvSpPr>
        <p:spPr>
          <a:xfrm>
            <a:off x="7351190" y="372016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/>
              <a:t>DestinationRule</a:t>
            </a:r>
            <a:endParaRPr lang="ko-KR" altLang="en-US" sz="900" b="1"/>
          </a:p>
        </p:txBody>
      </p:sp>
      <p:sp>
        <p:nvSpPr>
          <p:cNvPr id="181" name="사각형: 둥근 모서리 12">
            <a:extLst>
              <a:ext uri="{FF2B5EF4-FFF2-40B4-BE49-F238E27FC236}">
                <a16:creationId xmlns:a16="http://schemas.microsoft.com/office/drawing/2014/main" id="{6C18DDA7-4016-C989-CCF5-FB7A915EF3C6}"/>
              </a:ext>
            </a:extLst>
          </p:cNvPr>
          <p:cNvSpPr/>
          <p:nvPr/>
        </p:nvSpPr>
        <p:spPr>
          <a:xfrm>
            <a:off x="7351190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/>
              <a:t>Service</a:t>
            </a:r>
            <a:endParaRPr lang="ko-KR" altLang="en-US" sz="900" b="1"/>
          </a:p>
        </p:txBody>
      </p:sp>
      <p:cxnSp>
        <p:nvCxnSpPr>
          <p:cNvPr id="183" name="직선 화살표 연결선 96">
            <a:extLst>
              <a:ext uri="{FF2B5EF4-FFF2-40B4-BE49-F238E27FC236}">
                <a16:creationId xmlns:a16="http://schemas.microsoft.com/office/drawing/2014/main" id="{484512C4-D518-9463-DB2F-34D9A4BFE819}"/>
              </a:ext>
            </a:extLst>
          </p:cNvPr>
          <p:cNvCxnSpPr>
            <a:cxnSpLocks/>
            <a:stCxn id="179" idx="1"/>
            <a:endCxn id="129" idx="3"/>
          </p:cNvCxnSpPr>
          <p:nvPr/>
        </p:nvCxnSpPr>
        <p:spPr>
          <a:xfrm flipH="1">
            <a:off x="7173986" y="4595873"/>
            <a:ext cx="177204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3C159BDD-C3BF-7F8F-17DC-125EA25B9B0B}"/>
              </a:ext>
            </a:extLst>
          </p:cNvPr>
          <p:cNvCxnSpPr>
            <a:cxnSpLocks/>
            <a:stCxn id="14" idx="3"/>
            <a:endCxn id="181" idx="0"/>
          </p:cNvCxnSpPr>
          <p:nvPr/>
        </p:nvCxnSpPr>
        <p:spPr>
          <a:xfrm>
            <a:off x="3229516" y="2251973"/>
            <a:ext cx="4691393" cy="818233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>
            <a:extLst>
              <a:ext uri="{FF2B5EF4-FFF2-40B4-BE49-F238E27FC236}">
                <a16:creationId xmlns:a16="http://schemas.microsoft.com/office/drawing/2014/main" id="{37FBB5FC-B88F-6376-DF91-6C59D6708CF8}"/>
              </a:ext>
            </a:extLst>
          </p:cNvPr>
          <p:cNvCxnSpPr>
            <a:cxnSpLocks/>
            <a:stCxn id="181" idx="2"/>
            <a:endCxn id="180" idx="0"/>
          </p:cNvCxnSpPr>
          <p:nvPr/>
        </p:nvCxnSpPr>
        <p:spPr>
          <a:xfrm>
            <a:off x="7920909" y="3521717"/>
            <a:ext cx="0" cy="198444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754AE87E-1EA3-EF5D-E252-C9A605A2668F}"/>
              </a:ext>
            </a:extLst>
          </p:cNvPr>
          <p:cNvCxnSpPr>
            <a:cxnSpLocks/>
            <a:stCxn id="180" idx="2"/>
            <a:endCxn id="179" idx="0"/>
          </p:cNvCxnSpPr>
          <p:nvPr/>
        </p:nvCxnSpPr>
        <p:spPr>
          <a:xfrm>
            <a:off x="7920909" y="4171672"/>
            <a:ext cx="0" cy="198445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화살표 연결선 96">
            <a:extLst>
              <a:ext uri="{FF2B5EF4-FFF2-40B4-BE49-F238E27FC236}">
                <a16:creationId xmlns:a16="http://schemas.microsoft.com/office/drawing/2014/main" id="{5BA8064B-0B00-5E74-F0E7-6E514B3E7968}"/>
              </a:ext>
            </a:extLst>
          </p:cNvPr>
          <p:cNvCxnSpPr>
            <a:cxnSpLocks/>
          </p:cNvCxnSpPr>
          <p:nvPr/>
        </p:nvCxnSpPr>
        <p:spPr>
          <a:xfrm>
            <a:off x="7392531" y="377236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09FC8EED-2732-BC99-BAFE-C0FAE09B38FB}"/>
              </a:ext>
            </a:extLst>
          </p:cNvPr>
          <p:cNvSpPr txBox="1"/>
          <p:nvPr/>
        </p:nvSpPr>
        <p:spPr>
          <a:xfrm>
            <a:off x="7688274" y="267466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Reference</a:t>
            </a:r>
            <a:endParaRPr lang="en-KR" sz="900"/>
          </a:p>
        </p:txBody>
      </p:sp>
      <p:cxnSp>
        <p:nvCxnSpPr>
          <p:cNvPr id="204" name="직선 화살표 연결선 96">
            <a:extLst>
              <a:ext uri="{FF2B5EF4-FFF2-40B4-BE49-F238E27FC236}">
                <a16:creationId xmlns:a16="http://schemas.microsoft.com/office/drawing/2014/main" id="{EB17D397-50C1-D4B4-77E0-3A1BBBD0E1E8}"/>
              </a:ext>
            </a:extLst>
          </p:cNvPr>
          <p:cNvCxnSpPr>
            <a:cxnSpLocks/>
          </p:cNvCxnSpPr>
          <p:nvPr/>
        </p:nvCxnSpPr>
        <p:spPr>
          <a:xfrm>
            <a:off x="7392531" y="613485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A045B9CF-8D97-4B64-C4A1-15AEB2FAB3A5}"/>
              </a:ext>
            </a:extLst>
          </p:cNvPr>
          <p:cNvSpPr txBox="1"/>
          <p:nvPr/>
        </p:nvSpPr>
        <p:spPr>
          <a:xfrm>
            <a:off x="7688274" y="503715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Traffic</a:t>
            </a:r>
            <a:endParaRPr lang="en-KR" sz="900"/>
          </a:p>
        </p:txBody>
      </p:sp>
      <p:cxnSp>
        <p:nvCxnSpPr>
          <p:cNvPr id="206" name="직선 화살표 연결선 96">
            <a:extLst>
              <a:ext uri="{FF2B5EF4-FFF2-40B4-BE49-F238E27FC236}">
                <a16:creationId xmlns:a16="http://schemas.microsoft.com/office/drawing/2014/main" id="{BC3BC161-D5CD-1500-397F-4C3A63AFEC2B}"/>
              </a:ext>
            </a:extLst>
          </p:cNvPr>
          <p:cNvCxnSpPr>
            <a:cxnSpLocks/>
          </p:cNvCxnSpPr>
          <p:nvPr/>
        </p:nvCxnSpPr>
        <p:spPr>
          <a:xfrm>
            <a:off x="7392531" y="847542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extBox 206">
            <a:extLst>
              <a:ext uri="{FF2B5EF4-FFF2-40B4-BE49-F238E27FC236}">
                <a16:creationId xmlns:a16="http://schemas.microsoft.com/office/drawing/2014/main" id="{7E780DC0-F077-59B0-05E9-AE8DD67C0615}"/>
              </a:ext>
            </a:extLst>
          </p:cNvPr>
          <p:cNvSpPr txBox="1"/>
          <p:nvPr/>
        </p:nvSpPr>
        <p:spPr>
          <a:xfrm>
            <a:off x="7688274" y="737772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cxnSp>
        <p:nvCxnSpPr>
          <p:cNvPr id="209" name="직선 화살표 연결선 96">
            <a:extLst>
              <a:ext uri="{FF2B5EF4-FFF2-40B4-BE49-F238E27FC236}">
                <a16:creationId xmlns:a16="http://schemas.microsoft.com/office/drawing/2014/main" id="{66F793BB-47F8-7D7B-90F2-F11648E09749}"/>
              </a:ext>
            </a:extLst>
          </p:cNvPr>
          <p:cNvCxnSpPr>
            <a:cxnSpLocks/>
          </p:cNvCxnSpPr>
          <p:nvPr/>
        </p:nvCxnSpPr>
        <p:spPr>
          <a:xfrm>
            <a:off x="7392531" y="1081598"/>
            <a:ext cx="323569" cy="0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DC3E3A22-FE2E-DEDD-3ED0-F59A07F9EE60}"/>
              </a:ext>
            </a:extLst>
          </p:cNvPr>
          <p:cNvSpPr txBox="1"/>
          <p:nvPr/>
        </p:nvSpPr>
        <p:spPr>
          <a:xfrm>
            <a:off x="7688274" y="971828"/>
            <a:ext cx="1030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Select Endpoint</a:t>
            </a:r>
            <a:endParaRPr lang="en-KR" sz="900"/>
          </a:p>
        </p:txBody>
      </p:sp>
    </p:spTree>
    <p:extLst>
      <p:ext uri="{BB962C8B-B14F-4D97-AF65-F5344CB8AC3E}">
        <p14:creationId xmlns:p14="http://schemas.microsoft.com/office/powerpoint/2010/main" val="12211988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2A60A-8045-C872-D0B4-4ECF7EA1E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12">
            <a:extLst>
              <a:ext uri="{FF2B5EF4-FFF2-40B4-BE49-F238E27FC236}">
                <a16:creationId xmlns:a16="http://schemas.microsoft.com/office/drawing/2014/main" id="{72CA7226-1928-EAEC-8BC1-C377F5B482D9}"/>
              </a:ext>
            </a:extLst>
          </p:cNvPr>
          <p:cNvSpPr/>
          <p:nvPr/>
        </p:nvSpPr>
        <p:spPr>
          <a:xfrm>
            <a:off x="5139179" y="735422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Vendor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sp>
        <p:nvSpPr>
          <p:cNvPr id="6" name="사각형: 둥근 모서리 70">
            <a:extLst>
              <a:ext uri="{FF2B5EF4-FFF2-40B4-BE49-F238E27FC236}">
                <a16:creationId xmlns:a16="http://schemas.microsoft.com/office/drawing/2014/main" id="{7DF0A562-ECD2-F54D-BB26-C808FAFA5F79}"/>
              </a:ext>
            </a:extLst>
          </p:cNvPr>
          <p:cNvSpPr/>
          <p:nvPr/>
        </p:nvSpPr>
        <p:spPr>
          <a:xfrm>
            <a:off x="3056578" y="1792126"/>
            <a:ext cx="5304640" cy="1545936"/>
          </a:xfrm>
          <a:prstGeom prst="roundRect">
            <a:avLst>
              <a:gd name="adj" fmla="val 7127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Gateway </a:t>
            </a:r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6AF81984-B9E4-A407-7E8B-38D1E9CEEFD5}"/>
              </a:ext>
            </a:extLst>
          </p:cNvPr>
          <p:cNvSpPr/>
          <p:nvPr/>
        </p:nvSpPr>
        <p:spPr>
          <a:xfrm>
            <a:off x="4482222" y="2091910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sp>
        <p:nvSpPr>
          <p:cNvPr id="8" name="사각형: 둥근 모서리 12">
            <a:extLst>
              <a:ext uri="{FF2B5EF4-FFF2-40B4-BE49-F238E27FC236}">
                <a16:creationId xmlns:a16="http://schemas.microsoft.com/office/drawing/2014/main" id="{0170B70D-6184-2672-A9D8-97DD8E8D33F6}"/>
              </a:ext>
            </a:extLst>
          </p:cNvPr>
          <p:cNvSpPr/>
          <p:nvPr/>
        </p:nvSpPr>
        <p:spPr>
          <a:xfrm>
            <a:off x="5796136" y="2091909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cxnSp>
        <p:nvCxnSpPr>
          <p:cNvPr id="10" name="직선 화살표 연결선 96">
            <a:extLst>
              <a:ext uri="{FF2B5EF4-FFF2-40B4-BE49-F238E27FC236}">
                <a16:creationId xmlns:a16="http://schemas.microsoft.com/office/drawing/2014/main" id="{05E0769E-4F34-DBC9-2839-A37E3E16D60D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V="1">
            <a:off x="5051941" y="1186933"/>
            <a:ext cx="656957" cy="9049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96">
            <a:extLst>
              <a:ext uri="{FF2B5EF4-FFF2-40B4-BE49-F238E27FC236}">
                <a16:creationId xmlns:a16="http://schemas.microsoft.com/office/drawing/2014/main" id="{E0EB4756-70B7-8920-A7F3-5B4D2E803AC1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H="1" flipV="1">
            <a:off x="5708898" y="1186933"/>
            <a:ext cx="656957" cy="90497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70">
            <a:extLst>
              <a:ext uri="{FF2B5EF4-FFF2-40B4-BE49-F238E27FC236}">
                <a16:creationId xmlns:a16="http://schemas.microsoft.com/office/drawing/2014/main" id="{081281B8-2D86-E316-B449-5F7283FD57D2}"/>
              </a:ext>
            </a:extLst>
          </p:cNvPr>
          <p:cNvSpPr/>
          <p:nvPr/>
        </p:nvSpPr>
        <p:spPr>
          <a:xfrm>
            <a:off x="2463800" y="3524900"/>
            <a:ext cx="6489700" cy="1495118"/>
          </a:xfrm>
          <a:prstGeom prst="roundRect">
            <a:avLst>
              <a:gd name="adj" fmla="val 8056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App </a:t>
            </a:r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18" name="사각형: 둥근 모서리 12">
            <a:extLst>
              <a:ext uri="{FF2B5EF4-FFF2-40B4-BE49-F238E27FC236}">
                <a16:creationId xmlns:a16="http://schemas.microsoft.com/office/drawing/2014/main" id="{8F44604D-9B15-A6BB-C3AC-33FD36882FC8}"/>
              </a:ext>
            </a:extLst>
          </p:cNvPr>
          <p:cNvSpPr/>
          <p:nvPr/>
        </p:nvSpPr>
        <p:spPr>
          <a:xfrm>
            <a:off x="6770451" y="1159658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Controller</a:t>
            </a:r>
            <a:endParaRPr lang="ko-KR" altLang="en-US" sz="900"/>
          </a:p>
        </p:txBody>
      </p:sp>
      <p:cxnSp>
        <p:nvCxnSpPr>
          <p:cNvPr id="19" name="직선 화살표 연결선 96">
            <a:extLst>
              <a:ext uri="{FF2B5EF4-FFF2-40B4-BE49-F238E27FC236}">
                <a16:creationId xmlns:a16="http://schemas.microsoft.com/office/drawing/2014/main" id="{FD58DEB5-7600-DCC0-4AEE-C90A29D699AD}"/>
              </a:ext>
            </a:extLst>
          </p:cNvPr>
          <p:cNvCxnSpPr>
            <a:cxnSpLocks/>
            <a:stCxn id="4" idx="3"/>
            <a:endCxn id="18" idx="0"/>
          </p:cNvCxnSpPr>
          <p:nvPr/>
        </p:nvCxnSpPr>
        <p:spPr>
          <a:xfrm>
            <a:off x="6278617" y="961178"/>
            <a:ext cx="1061553" cy="19848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12">
            <a:extLst>
              <a:ext uri="{FF2B5EF4-FFF2-40B4-BE49-F238E27FC236}">
                <a16:creationId xmlns:a16="http://schemas.microsoft.com/office/drawing/2014/main" id="{D2BEC4E8-BDA6-0761-917E-799650B711B7}"/>
              </a:ext>
            </a:extLst>
          </p:cNvPr>
          <p:cNvSpPr/>
          <p:nvPr/>
        </p:nvSpPr>
        <p:spPr>
          <a:xfrm>
            <a:off x="7110050" y="209190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Gateway</a:t>
            </a:r>
          </a:p>
          <a:p>
            <a:pPr algn="ctr"/>
            <a:r>
              <a:rPr lang="en-US" altLang="ko-KR" sz="900" b="1"/>
              <a:t>Service (LB)</a:t>
            </a:r>
            <a:endParaRPr lang="ko-KR" altLang="en-US" sz="900" b="1"/>
          </a:p>
        </p:txBody>
      </p:sp>
      <p:sp>
        <p:nvSpPr>
          <p:cNvPr id="27" name="사각형: 둥근 모서리 12">
            <a:extLst>
              <a:ext uri="{FF2B5EF4-FFF2-40B4-BE49-F238E27FC236}">
                <a16:creationId xmlns:a16="http://schemas.microsoft.com/office/drawing/2014/main" id="{31A9F01F-DE4D-1F6A-EBA1-0747CDD68B7C}"/>
              </a:ext>
            </a:extLst>
          </p:cNvPr>
          <p:cNvSpPr/>
          <p:nvPr/>
        </p:nvSpPr>
        <p:spPr>
          <a:xfrm>
            <a:off x="3168308" y="209190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Gateway</a:t>
            </a:r>
          </a:p>
          <a:p>
            <a:pPr algn="ctr"/>
            <a:r>
              <a:rPr lang="en-US" altLang="ko-KR" sz="900" b="1"/>
              <a:t>Service (LB)</a:t>
            </a:r>
            <a:endParaRPr lang="ko-KR" altLang="en-US" sz="900" b="1"/>
          </a:p>
        </p:txBody>
      </p:sp>
      <p:cxnSp>
        <p:nvCxnSpPr>
          <p:cNvPr id="28" name="직선 화살표 연결선 96">
            <a:extLst>
              <a:ext uri="{FF2B5EF4-FFF2-40B4-BE49-F238E27FC236}">
                <a16:creationId xmlns:a16="http://schemas.microsoft.com/office/drawing/2014/main" id="{5DB39D59-2616-2C66-DD0E-C7957A44CF5F}"/>
              </a:ext>
            </a:extLst>
          </p:cNvPr>
          <p:cNvCxnSpPr>
            <a:cxnSpLocks/>
            <a:stCxn id="18" idx="2"/>
            <a:endCxn id="27" idx="0"/>
          </p:cNvCxnSpPr>
          <p:nvPr/>
        </p:nvCxnSpPr>
        <p:spPr>
          <a:xfrm flipH="1">
            <a:off x="3738027" y="1611169"/>
            <a:ext cx="3602143" cy="48074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96">
            <a:extLst>
              <a:ext uri="{FF2B5EF4-FFF2-40B4-BE49-F238E27FC236}">
                <a16:creationId xmlns:a16="http://schemas.microsoft.com/office/drawing/2014/main" id="{D4F6A704-D354-D6A6-3F68-7DEEF0152DD4}"/>
              </a:ext>
            </a:extLst>
          </p:cNvPr>
          <p:cNvCxnSpPr>
            <a:cxnSpLocks/>
            <a:stCxn id="18" idx="2"/>
            <a:endCxn id="26" idx="0"/>
          </p:cNvCxnSpPr>
          <p:nvPr/>
        </p:nvCxnSpPr>
        <p:spPr>
          <a:xfrm>
            <a:off x="7340170" y="1611169"/>
            <a:ext cx="339599" cy="48074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96">
            <a:extLst>
              <a:ext uri="{FF2B5EF4-FFF2-40B4-BE49-F238E27FC236}">
                <a16:creationId xmlns:a16="http://schemas.microsoft.com/office/drawing/2014/main" id="{DDBE155E-E461-9A82-97AE-F07B72EB07AF}"/>
              </a:ext>
            </a:extLst>
          </p:cNvPr>
          <p:cNvCxnSpPr>
            <a:cxnSpLocks/>
            <a:stCxn id="5" idx="1"/>
            <a:endCxn id="27" idx="3"/>
          </p:cNvCxnSpPr>
          <p:nvPr/>
        </p:nvCxnSpPr>
        <p:spPr>
          <a:xfrm flipH="1" flipV="1">
            <a:off x="4307746" y="2317665"/>
            <a:ext cx="174476" cy="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사각형: 둥근 모서리 12">
            <a:extLst>
              <a:ext uri="{FF2B5EF4-FFF2-40B4-BE49-F238E27FC236}">
                <a16:creationId xmlns:a16="http://schemas.microsoft.com/office/drawing/2014/main" id="{AD0858C9-543E-E1C4-C440-20D08876B30F}"/>
              </a:ext>
            </a:extLst>
          </p:cNvPr>
          <p:cNvSpPr/>
          <p:nvPr/>
        </p:nvSpPr>
        <p:spPr>
          <a:xfrm>
            <a:off x="3166944" y="74823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Client</a:t>
            </a:r>
            <a:endParaRPr lang="ko-KR" altLang="en-US" sz="900"/>
          </a:p>
        </p:txBody>
      </p:sp>
      <p:cxnSp>
        <p:nvCxnSpPr>
          <p:cNvPr id="42" name="직선 화살표 연결선 96">
            <a:extLst>
              <a:ext uri="{FF2B5EF4-FFF2-40B4-BE49-F238E27FC236}">
                <a16:creationId xmlns:a16="http://schemas.microsoft.com/office/drawing/2014/main" id="{49BB6146-C522-843C-012F-28A6782C9F9C}"/>
              </a:ext>
            </a:extLst>
          </p:cNvPr>
          <p:cNvCxnSpPr>
            <a:cxnSpLocks/>
            <a:stCxn id="8" idx="3"/>
            <a:endCxn id="26" idx="1"/>
          </p:cNvCxnSpPr>
          <p:nvPr/>
        </p:nvCxnSpPr>
        <p:spPr>
          <a:xfrm>
            <a:off x="6935574" y="2317665"/>
            <a:ext cx="174476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사각형: 둥근 모서리 12">
            <a:extLst>
              <a:ext uri="{FF2B5EF4-FFF2-40B4-BE49-F238E27FC236}">
                <a16:creationId xmlns:a16="http://schemas.microsoft.com/office/drawing/2014/main" id="{CAC534FE-EF0F-B8C4-64BE-ADB51A42EA65}"/>
              </a:ext>
            </a:extLst>
          </p:cNvPr>
          <p:cNvSpPr/>
          <p:nvPr/>
        </p:nvSpPr>
        <p:spPr>
          <a:xfrm>
            <a:off x="3166944" y="279252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Gateway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47" name="사각형: 둥근 모서리 12">
            <a:extLst>
              <a:ext uri="{FF2B5EF4-FFF2-40B4-BE49-F238E27FC236}">
                <a16:creationId xmlns:a16="http://schemas.microsoft.com/office/drawing/2014/main" id="{28E3823D-E78B-FAEB-82CA-F3038DF6B055}"/>
              </a:ext>
            </a:extLst>
          </p:cNvPr>
          <p:cNvSpPr/>
          <p:nvPr/>
        </p:nvSpPr>
        <p:spPr>
          <a:xfrm>
            <a:off x="7110050" y="278928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Gateway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48" name="직선 화살표 연결선 96">
            <a:extLst>
              <a:ext uri="{FF2B5EF4-FFF2-40B4-BE49-F238E27FC236}">
                <a16:creationId xmlns:a16="http://schemas.microsoft.com/office/drawing/2014/main" id="{3126A693-7289-E88A-5756-C25AA02CEF3E}"/>
              </a:ext>
            </a:extLst>
          </p:cNvPr>
          <p:cNvCxnSpPr>
            <a:cxnSpLocks/>
            <a:stCxn id="41" idx="2"/>
            <a:endCxn id="27" idx="0"/>
          </p:cNvCxnSpPr>
          <p:nvPr/>
        </p:nvCxnSpPr>
        <p:spPr>
          <a:xfrm>
            <a:off x="3736663" y="526334"/>
            <a:ext cx="1364" cy="1565575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96">
            <a:extLst>
              <a:ext uri="{FF2B5EF4-FFF2-40B4-BE49-F238E27FC236}">
                <a16:creationId xmlns:a16="http://schemas.microsoft.com/office/drawing/2014/main" id="{59091320-F068-271C-23B6-846039B06EFD}"/>
              </a:ext>
            </a:extLst>
          </p:cNvPr>
          <p:cNvCxnSpPr>
            <a:cxnSpLocks/>
            <a:stCxn id="41" idx="2"/>
            <a:endCxn id="26" idx="0"/>
          </p:cNvCxnSpPr>
          <p:nvPr/>
        </p:nvCxnSpPr>
        <p:spPr>
          <a:xfrm>
            <a:off x="3736663" y="526334"/>
            <a:ext cx="3943106" cy="1565575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96">
            <a:extLst>
              <a:ext uri="{FF2B5EF4-FFF2-40B4-BE49-F238E27FC236}">
                <a16:creationId xmlns:a16="http://schemas.microsoft.com/office/drawing/2014/main" id="{180508BA-07D8-62D2-AE30-4914A48D6CAB}"/>
              </a:ext>
            </a:extLst>
          </p:cNvPr>
          <p:cNvCxnSpPr>
            <a:cxnSpLocks/>
            <a:stCxn id="27" idx="2"/>
            <a:endCxn id="46" idx="0"/>
          </p:cNvCxnSpPr>
          <p:nvPr/>
        </p:nvCxnSpPr>
        <p:spPr>
          <a:xfrm flipH="1">
            <a:off x="3736663" y="2543420"/>
            <a:ext cx="1364" cy="24910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96">
            <a:extLst>
              <a:ext uri="{FF2B5EF4-FFF2-40B4-BE49-F238E27FC236}">
                <a16:creationId xmlns:a16="http://schemas.microsoft.com/office/drawing/2014/main" id="{7F327002-AC3A-F262-212E-73715FD46D27}"/>
              </a:ext>
            </a:extLst>
          </p:cNvPr>
          <p:cNvCxnSpPr>
            <a:cxnSpLocks/>
            <a:stCxn id="26" idx="2"/>
            <a:endCxn id="47" idx="0"/>
          </p:cNvCxnSpPr>
          <p:nvPr/>
        </p:nvCxnSpPr>
        <p:spPr>
          <a:xfrm>
            <a:off x="7679769" y="2543420"/>
            <a:ext cx="0" cy="245866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[R] 103">
            <a:extLst>
              <a:ext uri="{FF2B5EF4-FFF2-40B4-BE49-F238E27FC236}">
                <a16:creationId xmlns:a16="http://schemas.microsoft.com/office/drawing/2014/main" id="{A987A162-DBD9-C207-FE2A-FA71B63BF527}"/>
              </a:ext>
            </a:extLst>
          </p:cNvPr>
          <p:cNvCxnSpPr>
            <a:cxnSpLocks/>
          </p:cNvCxnSpPr>
          <p:nvPr/>
        </p:nvCxnSpPr>
        <p:spPr>
          <a:xfrm>
            <a:off x="1043608" y="1399538"/>
            <a:ext cx="8100392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[R] 107">
            <a:extLst>
              <a:ext uri="{FF2B5EF4-FFF2-40B4-BE49-F238E27FC236}">
                <a16:creationId xmlns:a16="http://schemas.microsoft.com/office/drawing/2014/main" id="{235C078B-A91C-52D5-BB37-F951CBF37A12}"/>
              </a:ext>
            </a:extLst>
          </p:cNvPr>
          <p:cNvCxnSpPr>
            <a:cxnSpLocks/>
          </p:cNvCxnSpPr>
          <p:nvPr/>
        </p:nvCxnSpPr>
        <p:spPr>
          <a:xfrm>
            <a:off x="1043608" y="3428311"/>
            <a:ext cx="8100392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2">
            <a:extLst>
              <a:ext uri="{FF2B5EF4-FFF2-40B4-BE49-F238E27FC236}">
                <a16:creationId xmlns:a16="http://schemas.microsoft.com/office/drawing/2014/main" id="{B9E58C46-04E6-0681-735C-93AE99A0CD01}"/>
              </a:ext>
            </a:extLst>
          </p:cNvPr>
          <p:cNvSpPr/>
          <p:nvPr/>
        </p:nvSpPr>
        <p:spPr>
          <a:xfrm>
            <a:off x="4482222" y="3836519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/>
          </a:p>
        </p:txBody>
      </p:sp>
      <p:sp>
        <p:nvSpPr>
          <p:cNvPr id="109" name="사각형: 둥근 모서리 12">
            <a:extLst>
              <a:ext uri="{FF2B5EF4-FFF2-40B4-BE49-F238E27FC236}">
                <a16:creationId xmlns:a16="http://schemas.microsoft.com/office/drawing/2014/main" id="{8ADE1538-FF60-5341-184C-BC8CC601CF19}"/>
              </a:ext>
            </a:extLst>
          </p:cNvPr>
          <p:cNvSpPr/>
          <p:nvPr/>
        </p:nvSpPr>
        <p:spPr>
          <a:xfrm>
            <a:off x="5796135" y="3836519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App</a:t>
            </a:r>
          </a:p>
          <a:p>
            <a:pPr algn="ctr"/>
            <a:r>
              <a:rPr lang="en-US" altLang="ko-KR" sz="900" b="1"/>
              <a:t>GRPCRoute</a:t>
            </a:r>
            <a:endParaRPr lang="ko-KR" altLang="en-US" sz="900" b="1"/>
          </a:p>
        </p:txBody>
      </p:sp>
      <p:sp>
        <p:nvSpPr>
          <p:cNvPr id="110" name="사각형: 둥근 모서리 12">
            <a:extLst>
              <a:ext uri="{FF2B5EF4-FFF2-40B4-BE49-F238E27FC236}">
                <a16:creationId xmlns:a16="http://schemas.microsoft.com/office/drawing/2014/main" id="{5F5B150C-E8D4-1F0E-5F8B-E086FCC739AF}"/>
              </a:ext>
            </a:extLst>
          </p:cNvPr>
          <p:cNvSpPr/>
          <p:nvPr/>
        </p:nvSpPr>
        <p:spPr>
          <a:xfrm>
            <a:off x="3847030" y="4486770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/>
              <a:t>TLSRoute</a:t>
            </a:r>
            <a:endParaRPr lang="ko-KR" altLang="en-US" sz="900" b="1"/>
          </a:p>
        </p:txBody>
      </p:sp>
      <p:sp>
        <p:nvSpPr>
          <p:cNvPr id="111" name="사각형: 둥근 모서리 12">
            <a:extLst>
              <a:ext uri="{FF2B5EF4-FFF2-40B4-BE49-F238E27FC236}">
                <a16:creationId xmlns:a16="http://schemas.microsoft.com/office/drawing/2014/main" id="{433FD7D3-3819-C914-E524-666E4B1A51F2}"/>
              </a:ext>
            </a:extLst>
          </p:cNvPr>
          <p:cNvSpPr/>
          <p:nvPr/>
        </p:nvSpPr>
        <p:spPr>
          <a:xfrm>
            <a:off x="5138497" y="4486771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App</a:t>
            </a:r>
          </a:p>
          <a:p>
            <a:pPr algn="ctr"/>
            <a:r>
              <a:rPr lang="en-US" altLang="ko-KR" sz="900" b="1"/>
              <a:t>TCPRoute</a:t>
            </a:r>
            <a:endParaRPr lang="ko-KR" altLang="en-US" sz="900" b="1"/>
          </a:p>
        </p:txBody>
      </p:sp>
      <p:sp>
        <p:nvSpPr>
          <p:cNvPr id="112" name="사각형: 둥근 모서리 12">
            <a:extLst>
              <a:ext uri="{FF2B5EF4-FFF2-40B4-BE49-F238E27FC236}">
                <a16:creationId xmlns:a16="http://schemas.microsoft.com/office/drawing/2014/main" id="{5C578898-1C41-0482-350C-0B7A99DBB06D}"/>
              </a:ext>
            </a:extLst>
          </p:cNvPr>
          <p:cNvSpPr/>
          <p:nvPr/>
        </p:nvSpPr>
        <p:spPr>
          <a:xfrm>
            <a:off x="6429964" y="4486771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App</a:t>
            </a:r>
          </a:p>
          <a:p>
            <a:pPr algn="ctr"/>
            <a:r>
              <a:rPr lang="en-US" altLang="ko-KR" sz="900" b="1"/>
              <a:t>UDPRoute</a:t>
            </a:r>
            <a:endParaRPr lang="ko-KR" altLang="en-US" sz="900" b="1"/>
          </a:p>
        </p:txBody>
      </p:sp>
      <p:sp>
        <p:nvSpPr>
          <p:cNvPr id="118" name="사각형: 둥근 모서리 12">
            <a:extLst>
              <a:ext uri="{FF2B5EF4-FFF2-40B4-BE49-F238E27FC236}">
                <a16:creationId xmlns:a16="http://schemas.microsoft.com/office/drawing/2014/main" id="{A15D81A6-5C4B-7C05-7F0F-C248782C5D77}"/>
              </a:ext>
            </a:extLst>
          </p:cNvPr>
          <p:cNvSpPr/>
          <p:nvPr/>
        </p:nvSpPr>
        <p:spPr>
          <a:xfrm>
            <a:off x="3168308" y="383651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/>
              <a:t>Service</a:t>
            </a:r>
            <a:endParaRPr lang="ko-KR" altLang="en-US" sz="900" b="1"/>
          </a:p>
        </p:txBody>
      </p:sp>
      <p:sp>
        <p:nvSpPr>
          <p:cNvPr id="121" name="사각형: 둥근 모서리 12">
            <a:extLst>
              <a:ext uri="{FF2B5EF4-FFF2-40B4-BE49-F238E27FC236}">
                <a16:creationId xmlns:a16="http://schemas.microsoft.com/office/drawing/2014/main" id="{77A879F5-A91C-7270-6039-F92DD5D8B84C}"/>
              </a:ext>
            </a:extLst>
          </p:cNvPr>
          <p:cNvSpPr/>
          <p:nvPr/>
        </p:nvSpPr>
        <p:spPr>
          <a:xfrm>
            <a:off x="2551546" y="448677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122" name="직선 화살표 연결선 96">
            <a:extLst>
              <a:ext uri="{FF2B5EF4-FFF2-40B4-BE49-F238E27FC236}">
                <a16:creationId xmlns:a16="http://schemas.microsoft.com/office/drawing/2014/main" id="{C8229506-6325-16AD-E375-74C8F0836376}"/>
              </a:ext>
            </a:extLst>
          </p:cNvPr>
          <p:cNvCxnSpPr>
            <a:cxnSpLocks/>
            <a:stCxn id="46" idx="2"/>
            <a:endCxn id="118" idx="0"/>
          </p:cNvCxnSpPr>
          <p:nvPr/>
        </p:nvCxnSpPr>
        <p:spPr>
          <a:xfrm>
            <a:off x="3736663" y="3244040"/>
            <a:ext cx="1364" cy="59247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96">
            <a:extLst>
              <a:ext uri="{FF2B5EF4-FFF2-40B4-BE49-F238E27FC236}">
                <a16:creationId xmlns:a16="http://schemas.microsoft.com/office/drawing/2014/main" id="{ECF57EB1-690C-AF69-EFD9-08FEAB097C9F}"/>
              </a:ext>
            </a:extLst>
          </p:cNvPr>
          <p:cNvCxnSpPr>
            <a:cxnSpLocks/>
            <a:stCxn id="118" idx="2"/>
            <a:endCxn id="121" idx="0"/>
          </p:cNvCxnSpPr>
          <p:nvPr/>
        </p:nvCxnSpPr>
        <p:spPr>
          <a:xfrm flipH="1">
            <a:off x="3121265" y="4288030"/>
            <a:ext cx="616762" cy="19874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96">
            <a:extLst>
              <a:ext uri="{FF2B5EF4-FFF2-40B4-BE49-F238E27FC236}">
                <a16:creationId xmlns:a16="http://schemas.microsoft.com/office/drawing/2014/main" id="{AF61AD8D-1791-F3C8-F4C2-5B0664B97244}"/>
              </a:ext>
            </a:extLst>
          </p:cNvPr>
          <p:cNvCxnSpPr>
            <a:cxnSpLocks/>
            <a:stCxn id="17" idx="0"/>
            <a:endCxn id="5" idx="2"/>
          </p:cNvCxnSpPr>
          <p:nvPr/>
        </p:nvCxnSpPr>
        <p:spPr>
          <a:xfrm flipV="1">
            <a:off x="5051941" y="2543421"/>
            <a:ext cx="0" cy="129309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96">
            <a:extLst>
              <a:ext uri="{FF2B5EF4-FFF2-40B4-BE49-F238E27FC236}">
                <a16:creationId xmlns:a16="http://schemas.microsoft.com/office/drawing/2014/main" id="{5155BD9D-1441-0186-7796-571D15AEF371}"/>
              </a:ext>
            </a:extLst>
          </p:cNvPr>
          <p:cNvCxnSpPr>
            <a:cxnSpLocks/>
            <a:stCxn id="110" idx="0"/>
            <a:endCxn id="5" idx="2"/>
          </p:cNvCxnSpPr>
          <p:nvPr/>
        </p:nvCxnSpPr>
        <p:spPr>
          <a:xfrm flipV="1">
            <a:off x="4416749" y="2543421"/>
            <a:ext cx="635192" cy="194334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96">
            <a:extLst>
              <a:ext uri="{FF2B5EF4-FFF2-40B4-BE49-F238E27FC236}">
                <a16:creationId xmlns:a16="http://schemas.microsoft.com/office/drawing/2014/main" id="{BB78E4DC-F0F0-D879-8EE5-8043328BD796}"/>
              </a:ext>
            </a:extLst>
          </p:cNvPr>
          <p:cNvCxnSpPr>
            <a:cxnSpLocks/>
            <a:stCxn id="109" idx="0"/>
            <a:endCxn id="8" idx="2"/>
          </p:cNvCxnSpPr>
          <p:nvPr/>
        </p:nvCxnSpPr>
        <p:spPr>
          <a:xfrm flipV="1">
            <a:off x="6365854" y="2543420"/>
            <a:ext cx="1" cy="129309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96">
            <a:extLst>
              <a:ext uri="{FF2B5EF4-FFF2-40B4-BE49-F238E27FC236}">
                <a16:creationId xmlns:a16="http://schemas.microsoft.com/office/drawing/2014/main" id="{CCD9D7E0-ABDE-8844-EB47-701334007C83}"/>
              </a:ext>
            </a:extLst>
          </p:cNvPr>
          <p:cNvCxnSpPr>
            <a:cxnSpLocks/>
            <a:stCxn id="17" idx="1"/>
            <a:endCxn id="118" idx="3"/>
          </p:cNvCxnSpPr>
          <p:nvPr/>
        </p:nvCxnSpPr>
        <p:spPr>
          <a:xfrm flipH="1">
            <a:off x="4307746" y="4062275"/>
            <a:ext cx="174476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화살표 연결선 96">
            <a:extLst>
              <a:ext uri="{FF2B5EF4-FFF2-40B4-BE49-F238E27FC236}">
                <a16:creationId xmlns:a16="http://schemas.microsoft.com/office/drawing/2014/main" id="{455F5FF9-EB6F-7CC2-FEC8-0B93116CCE4E}"/>
              </a:ext>
            </a:extLst>
          </p:cNvPr>
          <p:cNvCxnSpPr>
            <a:cxnSpLocks/>
            <a:stCxn id="110" idx="0"/>
            <a:endCxn id="118" idx="3"/>
          </p:cNvCxnSpPr>
          <p:nvPr/>
        </p:nvCxnSpPr>
        <p:spPr>
          <a:xfrm flipH="1" flipV="1">
            <a:off x="4307746" y="4062275"/>
            <a:ext cx="109003" cy="42449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사각형: 둥근 모서리 12">
            <a:extLst>
              <a:ext uri="{FF2B5EF4-FFF2-40B4-BE49-F238E27FC236}">
                <a16:creationId xmlns:a16="http://schemas.microsoft.com/office/drawing/2014/main" id="{E0F2BEE2-E624-77B5-1777-35CAE40796C4}"/>
              </a:ext>
            </a:extLst>
          </p:cNvPr>
          <p:cNvSpPr/>
          <p:nvPr/>
        </p:nvSpPr>
        <p:spPr>
          <a:xfrm>
            <a:off x="7110047" y="383651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App</a:t>
            </a:r>
          </a:p>
          <a:p>
            <a:pPr algn="ctr"/>
            <a:r>
              <a:rPr lang="en-US" altLang="ko-KR" sz="900" b="1"/>
              <a:t>Service</a:t>
            </a:r>
            <a:endParaRPr lang="ko-KR" altLang="en-US" sz="900" b="1"/>
          </a:p>
        </p:txBody>
      </p:sp>
      <p:sp>
        <p:nvSpPr>
          <p:cNvPr id="173" name="사각형: 둥근 모서리 12">
            <a:extLst>
              <a:ext uri="{FF2B5EF4-FFF2-40B4-BE49-F238E27FC236}">
                <a16:creationId xmlns:a16="http://schemas.microsoft.com/office/drawing/2014/main" id="{4DF00A24-64F6-098C-3E9A-2C207D318AFB}"/>
              </a:ext>
            </a:extLst>
          </p:cNvPr>
          <p:cNvSpPr/>
          <p:nvPr/>
        </p:nvSpPr>
        <p:spPr>
          <a:xfrm>
            <a:off x="7726327" y="448677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cxnSp>
        <p:nvCxnSpPr>
          <p:cNvPr id="174" name="직선 화살표 연결선 96">
            <a:extLst>
              <a:ext uri="{FF2B5EF4-FFF2-40B4-BE49-F238E27FC236}">
                <a16:creationId xmlns:a16="http://schemas.microsoft.com/office/drawing/2014/main" id="{C85B1CE1-4632-4CD1-BEBF-583C906307F5}"/>
              </a:ext>
            </a:extLst>
          </p:cNvPr>
          <p:cNvCxnSpPr>
            <a:cxnSpLocks/>
            <a:stCxn id="111" idx="0"/>
          </p:cNvCxnSpPr>
          <p:nvPr/>
        </p:nvCxnSpPr>
        <p:spPr>
          <a:xfrm flipV="1">
            <a:off x="5708216" y="4059583"/>
            <a:ext cx="1458523" cy="42718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화살표 연결선 96">
            <a:extLst>
              <a:ext uri="{FF2B5EF4-FFF2-40B4-BE49-F238E27FC236}">
                <a16:creationId xmlns:a16="http://schemas.microsoft.com/office/drawing/2014/main" id="{2FB2F1E3-632B-4667-0B3A-E02CBF8353F2}"/>
              </a:ext>
            </a:extLst>
          </p:cNvPr>
          <p:cNvCxnSpPr>
            <a:cxnSpLocks/>
            <a:stCxn id="112" idx="0"/>
            <a:endCxn id="172" idx="1"/>
          </p:cNvCxnSpPr>
          <p:nvPr/>
        </p:nvCxnSpPr>
        <p:spPr>
          <a:xfrm flipV="1">
            <a:off x="6999683" y="4062275"/>
            <a:ext cx="110364" cy="42449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화살표 연결선 96">
            <a:extLst>
              <a:ext uri="{FF2B5EF4-FFF2-40B4-BE49-F238E27FC236}">
                <a16:creationId xmlns:a16="http://schemas.microsoft.com/office/drawing/2014/main" id="{E29CB0A6-62FE-F15B-3E33-063EB1D4B5BE}"/>
              </a:ext>
            </a:extLst>
          </p:cNvPr>
          <p:cNvCxnSpPr>
            <a:cxnSpLocks/>
            <a:stCxn id="111" idx="0"/>
            <a:endCxn id="8" idx="2"/>
          </p:cNvCxnSpPr>
          <p:nvPr/>
        </p:nvCxnSpPr>
        <p:spPr>
          <a:xfrm flipV="1">
            <a:off x="5708216" y="2543420"/>
            <a:ext cx="657639" cy="194335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96">
            <a:extLst>
              <a:ext uri="{FF2B5EF4-FFF2-40B4-BE49-F238E27FC236}">
                <a16:creationId xmlns:a16="http://schemas.microsoft.com/office/drawing/2014/main" id="{81CC13F9-FF85-155E-486F-581B2C9941FB}"/>
              </a:ext>
            </a:extLst>
          </p:cNvPr>
          <p:cNvCxnSpPr>
            <a:cxnSpLocks/>
            <a:stCxn id="112" idx="0"/>
            <a:endCxn id="8" idx="2"/>
          </p:cNvCxnSpPr>
          <p:nvPr/>
        </p:nvCxnSpPr>
        <p:spPr>
          <a:xfrm flipH="1" flipV="1">
            <a:off x="6365855" y="2543420"/>
            <a:ext cx="633828" cy="194335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화살표 연결선 96">
            <a:extLst>
              <a:ext uri="{FF2B5EF4-FFF2-40B4-BE49-F238E27FC236}">
                <a16:creationId xmlns:a16="http://schemas.microsoft.com/office/drawing/2014/main" id="{6DA0709C-B7B5-92A5-CB8D-01BC30911436}"/>
              </a:ext>
            </a:extLst>
          </p:cNvPr>
          <p:cNvCxnSpPr>
            <a:cxnSpLocks/>
            <a:stCxn id="109" idx="3"/>
            <a:endCxn id="172" idx="1"/>
          </p:cNvCxnSpPr>
          <p:nvPr/>
        </p:nvCxnSpPr>
        <p:spPr>
          <a:xfrm>
            <a:off x="6935573" y="4062275"/>
            <a:ext cx="174474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화살표 연결선 96">
            <a:extLst>
              <a:ext uri="{FF2B5EF4-FFF2-40B4-BE49-F238E27FC236}">
                <a16:creationId xmlns:a16="http://schemas.microsoft.com/office/drawing/2014/main" id="{27E858F6-CA7F-937E-99E1-EA7A960427EC}"/>
              </a:ext>
            </a:extLst>
          </p:cNvPr>
          <p:cNvCxnSpPr>
            <a:cxnSpLocks/>
            <a:stCxn id="47" idx="2"/>
            <a:endCxn id="172" idx="0"/>
          </p:cNvCxnSpPr>
          <p:nvPr/>
        </p:nvCxnSpPr>
        <p:spPr>
          <a:xfrm flipH="1">
            <a:off x="7679766" y="3240797"/>
            <a:ext cx="3" cy="595722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화살표 연결선 96">
            <a:extLst>
              <a:ext uri="{FF2B5EF4-FFF2-40B4-BE49-F238E27FC236}">
                <a16:creationId xmlns:a16="http://schemas.microsoft.com/office/drawing/2014/main" id="{145E79E5-4FD3-F019-337C-A9DB534125D3}"/>
              </a:ext>
            </a:extLst>
          </p:cNvPr>
          <p:cNvCxnSpPr>
            <a:cxnSpLocks/>
            <a:stCxn id="172" idx="2"/>
            <a:endCxn id="173" idx="0"/>
          </p:cNvCxnSpPr>
          <p:nvPr/>
        </p:nvCxnSpPr>
        <p:spPr>
          <a:xfrm>
            <a:off x="7679766" y="4288030"/>
            <a:ext cx="616280" cy="19874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직선 연결선[R] 200">
            <a:extLst>
              <a:ext uri="{FF2B5EF4-FFF2-40B4-BE49-F238E27FC236}">
                <a16:creationId xmlns:a16="http://schemas.microsoft.com/office/drawing/2014/main" id="{5BE196E3-24A8-5D8B-A78A-EAFB074F070D}"/>
              </a:ext>
            </a:extLst>
          </p:cNvPr>
          <p:cNvCxnSpPr>
            <a:cxnSpLocks/>
          </p:cNvCxnSpPr>
          <p:nvPr/>
        </p:nvCxnSpPr>
        <p:spPr>
          <a:xfrm>
            <a:off x="1048324" y="627534"/>
            <a:ext cx="8100392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직선 화살표 연결선 96">
            <a:extLst>
              <a:ext uri="{FF2B5EF4-FFF2-40B4-BE49-F238E27FC236}">
                <a16:creationId xmlns:a16="http://schemas.microsoft.com/office/drawing/2014/main" id="{562CDC28-9668-C2CC-12FF-B20F7D57D5AE}"/>
              </a:ext>
            </a:extLst>
          </p:cNvPr>
          <p:cNvCxnSpPr>
            <a:cxnSpLocks/>
          </p:cNvCxnSpPr>
          <p:nvPr/>
        </p:nvCxnSpPr>
        <p:spPr>
          <a:xfrm>
            <a:off x="4572560" y="300578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6659D8E0-D094-19D6-1DF6-4EF8699886B6}"/>
              </a:ext>
            </a:extLst>
          </p:cNvPr>
          <p:cNvSpPr txBox="1"/>
          <p:nvPr/>
        </p:nvSpPr>
        <p:spPr>
          <a:xfrm>
            <a:off x="4868303" y="190808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Reference</a:t>
            </a:r>
            <a:endParaRPr lang="en-KR" sz="900"/>
          </a:p>
        </p:txBody>
      </p:sp>
      <p:cxnSp>
        <p:nvCxnSpPr>
          <p:cNvPr id="214" name="직선 화살표 연결선 96">
            <a:extLst>
              <a:ext uri="{FF2B5EF4-FFF2-40B4-BE49-F238E27FC236}">
                <a16:creationId xmlns:a16="http://schemas.microsoft.com/office/drawing/2014/main" id="{07576374-56D7-62D0-30C6-4EF6BA8D6D08}"/>
              </a:ext>
            </a:extLst>
          </p:cNvPr>
          <p:cNvCxnSpPr>
            <a:cxnSpLocks/>
          </p:cNvCxnSpPr>
          <p:nvPr/>
        </p:nvCxnSpPr>
        <p:spPr>
          <a:xfrm>
            <a:off x="5691416" y="303274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D0D9B2A0-436D-6FDF-869E-681FB7E3FBE2}"/>
              </a:ext>
            </a:extLst>
          </p:cNvPr>
          <p:cNvSpPr txBox="1"/>
          <p:nvPr/>
        </p:nvSpPr>
        <p:spPr>
          <a:xfrm>
            <a:off x="5987159" y="193504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Traffic</a:t>
            </a:r>
            <a:endParaRPr lang="en-KR" sz="900"/>
          </a:p>
        </p:txBody>
      </p:sp>
      <p:cxnSp>
        <p:nvCxnSpPr>
          <p:cNvPr id="216" name="직선 화살표 연결선 96">
            <a:extLst>
              <a:ext uri="{FF2B5EF4-FFF2-40B4-BE49-F238E27FC236}">
                <a16:creationId xmlns:a16="http://schemas.microsoft.com/office/drawing/2014/main" id="{EB9EB18C-5B5E-0461-2C1E-16AF20618E2D}"/>
              </a:ext>
            </a:extLst>
          </p:cNvPr>
          <p:cNvCxnSpPr>
            <a:cxnSpLocks/>
            <a:stCxn id="18" idx="2"/>
            <a:endCxn id="47" idx="0"/>
          </p:cNvCxnSpPr>
          <p:nvPr/>
        </p:nvCxnSpPr>
        <p:spPr>
          <a:xfrm>
            <a:off x="7340170" y="1611169"/>
            <a:ext cx="339599" cy="1178117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화살표 연결선 96">
            <a:extLst>
              <a:ext uri="{FF2B5EF4-FFF2-40B4-BE49-F238E27FC236}">
                <a16:creationId xmlns:a16="http://schemas.microsoft.com/office/drawing/2014/main" id="{A8747DE9-7345-4E9D-1C0F-18BC440CB4C2}"/>
              </a:ext>
            </a:extLst>
          </p:cNvPr>
          <p:cNvCxnSpPr>
            <a:cxnSpLocks/>
            <a:stCxn id="18" idx="2"/>
            <a:endCxn id="46" idx="0"/>
          </p:cNvCxnSpPr>
          <p:nvPr/>
        </p:nvCxnSpPr>
        <p:spPr>
          <a:xfrm flipH="1">
            <a:off x="3736663" y="1611169"/>
            <a:ext cx="3603507" cy="118136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화살표 연결선 96">
            <a:extLst>
              <a:ext uri="{FF2B5EF4-FFF2-40B4-BE49-F238E27FC236}">
                <a16:creationId xmlns:a16="http://schemas.microsoft.com/office/drawing/2014/main" id="{1CBAC56B-8020-7BEA-D640-B5FC021495AB}"/>
              </a:ext>
            </a:extLst>
          </p:cNvPr>
          <p:cNvCxnSpPr>
            <a:cxnSpLocks/>
            <a:stCxn id="5" idx="1"/>
            <a:endCxn id="46" idx="3"/>
          </p:cNvCxnSpPr>
          <p:nvPr/>
        </p:nvCxnSpPr>
        <p:spPr>
          <a:xfrm flipH="1">
            <a:off x="4306382" y="2317666"/>
            <a:ext cx="175840" cy="70061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직선 화살표 연결선 96">
            <a:extLst>
              <a:ext uri="{FF2B5EF4-FFF2-40B4-BE49-F238E27FC236}">
                <a16:creationId xmlns:a16="http://schemas.microsoft.com/office/drawing/2014/main" id="{BFB0FBD1-2973-B1BB-5A33-60067EDA932D}"/>
              </a:ext>
            </a:extLst>
          </p:cNvPr>
          <p:cNvCxnSpPr>
            <a:cxnSpLocks/>
            <a:stCxn id="8" idx="3"/>
            <a:endCxn id="47" idx="1"/>
          </p:cNvCxnSpPr>
          <p:nvPr/>
        </p:nvCxnSpPr>
        <p:spPr>
          <a:xfrm>
            <a:off x="6935574" y="2317665"/>
            <a:ext cx="174476" cy="69737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직선 화살표 연결선 96">
            <a:extLst>
              <a:ext uri="{FF2B5EF4-FFF2-40B4-BE49-F238E27FC236}">
                <a16:creationId xmlns:a16="http://schemas.microsoft.com/office/drawing/2014/main" id="{A5F1BDEA-DB0F-6D37-CB30-4D8F696E07B0}"/>
              </a:ext>
            </a:extLst>
          </p:cNvPr>
          <p:cNvCxnSpPr>
            <a:cxnSpLocks/>
          </p:cNvCxnSpPr>
          <p:nvPr/>
        </p:nvCxnSpPr>
        <p:spPr>
          <a:xfrm>
            <a:off x="6627325" y="300578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TextBox 228">
            <a:extLst>
              <a:ext uri="{FF2B5EF4-FFF2-40B4-BE49-F238E27FC236}">
                <a16:creationId xmlns:a16="http://schemas.microsoft.com/office/drawing/2014/main" id="{AE33635D-1C66-6F76-D1FC-FF3718C3B7CD}"/>
              </a:ext>
            </a:extLst>
          </p:cNvPr>
          <p:cNvSpPr txBox="1"/>
          <p:nvPr/>
        </p:nvSpPr>
        <p:spPr>
          <a:xfrm>
            <a:off x="6923068" y="190808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24F0A9AC-2578-F58B-AF2E-E2F052A61260}"/>
              </a:ext>
            </a:extLst>
          </p:cNvPr>
          <p:cNvSpPr txBox="1"/>
          <p:nvPr/>
        </p:nvSpPr>
        <p:spPr>
          <a:xfrm>
            <a:off x="1639312" y="828870"/>
            <a:ext cx="953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/>
              <a:t>Infrastructure Provide</a:t>
            </a:r>
            <a:endParaRPr lang="en-KR" sz="900" b="1"/>
          </a:p>
        </p:txBody>
      </p:sp>
      <p:pic>
        <p:nvPicPr>
          <p:cNvPr id="246" name="그림 245" descr="사람 아이콘 일러스트 | Canva">
            <a:extLst>
              <a:ext uri="{FF2B5EF4-FFF2-40B4-BE49-F238E27FC236}">
                <a16:creationId xmlns:a16="http://schemas.microsoft.com/office/drawing/2014/main" id="{20287508-976C-92D2-0C39-FEBBE6881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013" y="836246"/>
            <a:ext cx="315254" cy="354581"/>
          </a:xfrm>
          <a:prstGeom prst="rect">
            <a:avLst/>
          </a:prstGeom>
        </p:spPr>
      </p:pic>
      <p:sp>
        <p:nvSpPr>
          <p:cNvPr id="247" name="TextBox 246">
            <a:extLst>
              <a:ext uri="{FF2B5EF4-FFF2-40B4-BE49-F238E27FC236}">
                <a16:creationId xmlns:a16="http://schemas.microsoft.com/office/drawing/2014/main" id="{6A33E687-44EE-E9F1-1658-7BD46340D45F}"/>
              </a:ext>
            </a:extLst>
          </p:cNvPr>
          <p:cNvSpPr txBox="1"/>
          <p:nvPr/>
        </p:nvSpPr>
        <p:spPr>
          <a:xfrm>
            <a:off x="1644008" y="2211750"/>
            <a:ext cx="878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Cluster</a:t>
            </a:r>
            <a:br>
              <a:rPr lang="en-US" altLang="ko-KR" sz="900" b="1"/>
            </a:br>
            <a:r>
              <a:rPr lang="en-US" altLang="ko-KR" sz="900" b="1"/>
              <a:t>Operator</a:t>
            </a:r>
            <a:endParaRPr lang="en-KR" sz="900" b="1"/>
          </a:p>
        </p:txBody>
      </p:sp>
      <p:pic>
        <p:nvPicPr>
          <p:cNvPr id="248" name="그림 247" descr="사람 아이콘 일러스트 | Canva">
            <a:extLst>
              <a:ext uri="{FF2B5EF4-FFF2-40B4-BE49-F238E27FC236}">
                <a16:creationId xmlns:a16="http://schemas.microsoft.com/office/drawing/2014/main" id="{B6B8BD04-DA2B-D2B5-C811-114156A3A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709" y="2219126"/>
            <a:ext cx="315254" cy="354581"/>
          </a:xfrm>
          <a:prstGeom prst="rect">
            <a:avLst/>
          </a:prstGeom>
        </p:spPr>
      </p:pic>
      <p:sp>
        <p:nvSpPr>
          <p:cNvPr id="249" name="TextBox 248">
            <a:extLst>
              <a:ext uri="{FF2B5EF4-FFF2-40B4-BE49-F238E27FC236}">
                <a16:creationId xmlns:a16="http://schemas.microsoft.com/office/drawing/2014/main" id="{02E6F2F5-F83C-8577-3253-7DC19F2194BF}"/>
              </a:ext>
            </a:extLst>
          </p:cNvPr>
          <p:cNvSpPr txBox="1"/>
          <p:nvPr/>
        </p:nvSpPr>
        <p:spPr>
          <a:xfrm>
            <a:off x="1644008" y="4059583"/>
            <a:ext cx="878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App</a:t>
            </a:r>
            <a:br>
              <a:rPr lang="en-US" altLang="ko-KR" sz="900" b="1"/>
            </a:br>
            <a:r>
              <a:rPr lang="en-US" altLang="ko-KR" sz="900" b="1"/>
              <a:t>Developer</a:t>
            </a:r>
            <a:endParaRPr lang="en-KR" sz="900"/>
          </a:p>
        </p:txBody>
      </p:sp>
      <p:pic>
        <p:nvPicPr>
          <p:cNvPr id="250" name="그림 249" descr="사람 아이콘 일러스트 | Canva">
            <a:extLst>
              <a:ext uri="{FF2B5EF4-FFF2-40B4-BE49-F238E27FC236}">
                <a16:creationId xmlns:a16="http://schemas.microsoft.com/office/drawing/2014/main" id="{8F2BF8BD-705A-773E-5617-55FD74613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709" y="4066959"/>
            <a:ext cx="315254" cy="35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9938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E7910-9D9E-5E07-2F2D-70AD8362C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12">
            <a:extLst>
              <a:ext uri="{FF2B5EF4-FFF2-40B4-BE49-F238E27FC236}">
                <a16:creationId xmlns:a16="http://schemas.microsoft.com/office/drawing/2014/main" id="{DB14B1ED-8D8D-D9EA-3E1F-FBE91520E3C3}"/>
              </a:ext>
            </a:extLst>
          </p:cNvPr>
          <p:cNvSpPr/>
          <p:nvPr/>
        </p:nvSpPr>
        <p:spPr>
          <a:xfrm>
            <a:off x="3203848" y="843558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Primary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sp>
        <p:nvSpPr>
          <p:cNvPr id="6" name="사각형: 둥근 모서리 70">
            <a:extLst>
              <a:ext uri="{FF2B5EF4-FFF2-40B4-BE49-F238E27FC236}">
                <a16:creationId xmlns:a16="http://schemas.microsoft.com/office/drawing/2014/main" id="{13E4332F-C7A5-DFA4-6B29-5D05B124D015}"/>
              </a:ext>
            </a:extLst>
          </p:cNvPr>
          <p:cNvSpPr/>
          <p:nvPr/>
        </p:nvSpPr>
        <p:spPr>
          <a:xfrm>
            <a:off x="2458832" y="1635644"/>
            <a:ext cx="2629470" cy="895847"/>
          </a:xfrm>
          <a:prstGeom prst="roundRect">
            <a:avLst>
              <a:gd name="adj" fmla="val 712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Gateway Namespace</a:t>
            </a:r>
            <a:endParaRPr lang="ko-KR" altLang="en-US" sz="1000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2FBB3F73-DD4E-1149-010D-D9820BA917F0}"/>
              </a:ext>
            </a:extLst>
          </p:cNvPr>
          <p:cNvSpPr/>
          <p:nvPr/>
        </p:nvSpPr>
        <p:spPr>
          <a:xfrm>
            <a:off x="2546891" y="1995686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sp>
        <p:nvSpPr>
          <p:cNvPr id="8" name="사각형: 둥근 모서리 12">
            <a:extLst>
              <a:ext uri="{FF2B5EF4-FFF2-40B4-BE49-F238E27FC236}">
                <a16:creationId xmlns:a16="http://schemas.microsoft.com/office/drawing/2014/main" id="{EB4362DB-3DB5-2CB1-1F28-84B9AD718DA3}"/>
              </a:ext>
            </a:extLst>
          </p:cNvPr>
          <p:cNvSpPr/>
          <p:nvPr/>
        </p:nvSpPr>
        <p:spPr>
          <a:xfrm>
            <a:off x="3860805" y="1995685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cxnSp>
        <p:nvCxnSpPr>
          <p:cNvPr id="10" name="직선 화살표 연결선 96">
            <a:extLst>
              <a:ext uri="{FF2B5EF4-FFF2-40B4-BE49-F238E27FC236}">
                <a16:creationId xmlns:a16="http://schemas.microsoft.com/office/drawing/2014/main" id="{734A7F69-A744-EADC-975E-49C550DD0430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V="1">
            <a:off x="3116610" y="1295069"/>
            <a:ext cx="656957" cy="70061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96">
            <a:extLst>
              <a:ext uri="{FF2B5EF4-FFF2-40B4-BE49-F238E27FC236}">
                <a16:creationId xmlns:a16="http://schemas.microsoft.com/office/drawing/2014/main" id="{BBD03077-68B1-29E9-19E1-92A4CF65F67A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H="1" flipV="1">
            <a:off x="3773567" y="1295069"/>
            <a:ext cx="656957" cy="70061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70">
            <a:extLst>
              <a:ext uri="{FF2B5EF4-FFF2-40B4-BE49-F238E27FC236}">
                <a16:creationId xmlns:a16="http://schemas.microsoft.com/office/drawing/2014/main" id="{E55B8D5C-220A-C1F5-5159-BF8A60BAAF49}"/>
              </a:ext>
            </a:extLst>
          </p:cNvPr>
          <p:cNvSpPr/>
          <p:nvPr/>
        </p:nvSpPr>
        <p:spPr>
          <a:xfrm>
            <a:off x="1824808" y="2870652"/>
            <a:ext cx="3897518" cy="895847"/>
          </a:xfrm>
          <a:prstGeom prst="roundRect">
            <a:avLst>
              <a:gd name="adj" fmla="val 712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App A Namespace</a:t>
            </a:r>
            <a:endParaRPr lang="ko-KR" altLang="en-US" sz="1000"/>
          </a:p>
        </p:txBody>
      </p:sp>
      <p:sp>
        <p:nvSpPr>
          <p:cNvPr id="17" name="사각형: 둥근 모서리 12">
            <a:extLst>
              <a:ext uri="{FF2B5EF4-FFF2-40B4-BE49-F238E27FC236}">
                <a16:creationId xmlns:a16="http://schemas.microsoft.com/office/drawing/2014/main" id="{2252741F-A932-AC7B-C1EB-10C8485E0B70}"/>
              </a:ext>
            </a:extLst>
          </p:cNvPr>
          <p:cNvSpPr/>
          <p:nvPr/>
        </p:nvSpPr>
        <p:spPr>
          <a:xfrm>
            <a:off x="1942644" y="3198942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A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/>
          </a:p>
        </p:txBody>
      </p:sp>
      <p:sp>
        <p:nvSpPr>
          <p:cNvPr id="18" name="사각형: 둥근 모서리 12">
            <a:extLst>
              <a:ext uri="{FF2B5EF4-FFF2-40B4-BE49-F238E27FC236}">
                <a16:creationId xmlns:a16="http://schemas.microsoft.com/office/drawing/2014/main" id="{91D34F43-E0BC-6079-2453-9F060C5AC09F}"/>
              </a:ext>
            </a:extLst>
          </p:cNvPr>
          <p:cNvSpPr/>
          <p:nvPr/>
        </p:nvSpPr>
        <p:spPr>
          <a:xfrm>
            <a:off x="4835120" y="843557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Gateway Controller Pod</a:t>
            </a:r>
            <a:endParaRPr lang="ko-KR" altLang="en-US" sz="900" b="1"/>
          </a:p>
        </p:txBody>
      </p:sp>
      <p:cxnSp>
        <p:nvCxnSpPr>
          <p:cNvPr id="19" name="직선 화살표 연결선 96">
            <a:extLst>
              <a:ext uri="{FF2B5EF4-FFF2-40B4-BE49-F238E27FC236}">
                <a16:creationId xmlns:a16="http://schemas.microsoft.com/office/drawing/2014/main" id="{6AFB81F4-C3E8-BCFD-7BCC-00349A72FA07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 flipV="1">
            <a:off x="4343286" y="1069313"/>
            <a:ext cx="491834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79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55813</TotalTime>
  <Words>1487</Words>
  <Application>Microsoft Macintosh PowerPoint</Application>
  <PresentationFormat>화면 슬라이드 쇼(16:9)</PresentationFormat>
  <Paragraphs>933</Paragraphs>
  <Slides>24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6167</cp:revision>
  <dcterms:created xsi:type="dcterms:W3CDTF">2006-10-05T04:04:58Z</dcterms:created>
  <dcterms:modified xsi:type="dcterms:W3CDTF">2026-10-07T09:51:13Z</dcterms:modified>
</cp:coreProperties>
</file>
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459" r:id="rId2"/>
    <p:sldId id="437" r:id="rId3"/>
    <p:sldId id="452" r:id="rId4"/>
    <p:sldId id="455" r:id="rId5"/>
    <p:sldId id="453" r:id="rId6"/>
    <p:sldId id="456" r:id="rId7"/>
    <p:sldId id="454" r:id="rId8"/>
    <p:sldId id="447" r:id="rId9"/>
    <p:sldId id="460" r:id="rId10"/>
    <p:sldId id="458" r:id="rId11"/>
    <p:sldId id="457" r:id="rId12"/>
    <p:sldId id="451" r:id="rId13"/>
    <p:sldId id="448" r:id="rId14"/>
    <p:sldId id="450" r:id="rId15"/>
    <p:sldId id="449" r:id="rId16"/>
    <p:sldId id="446" r:id="rId17"/>
    <p:sldId id="445" r:id="rId18"/>
    <p:sldId id="444" r:id="rId19"/>
    <p:sldId id="435" r:id="rId20"/>
    <p:sldId id="442" r:id="rId21"/>
    <p:sldId id="441" r:id="rId22"/>
    <p:sldId id="440" r:id="rId23"/>
    <p:sldId id="439" r:id="rId24"/>
    <p:sldId id="438" r:id="rId2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9" autoAdjust="0"/>
    <p:restoredTop sz="89726" autoAdjust="0"/>
  </p:normalViewPr>
  <p:slideViewPr>
    <p:cSldViewPr>
      <p:cViewPr>
        <p:scale>
          <a:sx n="160" d="100"/>
          <a:sy n="160" d="100"/>
        </p:scale>
        <p:origin x="488" y="3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9BE04-10E3-06F8-087C-C387B6CDE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89BC44-2579-6284-4AD0-BAF347B5D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8A3906-A89F-0758-C304-F17319FD27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C12C27-6CA8-8A75-752A-F16BB0406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417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31EDD-19C7-4F5D-19CA-E452E5D2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B6B0E5-FAD2-9955-69C4-CDD13F1FA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C5809F-285D-6A59-4915-F5BA2F5EF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51026-3563-9E06-01EB-7A264E8E55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7456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50A3-D9E7-D2A8-C677-E798CC3D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C944AF-0A2A-4971-834F-A84EA9E34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DEA8E4-041D-5220-6B54-3B126DECC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C6AE44-247F-021E-DAA5-E72242AFF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1530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FB208-05FF-9EA9-94E8-E647C3B6F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556A7C-4F3A-3A73-447D-EF6929A0A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74B5E-6BAB-E2CA-AD64-E1953422E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44783A-6127-7440-EA49-EB3832A5F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382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61F2-DACC-289F-6228-7BB247580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887D43-58D5-7635-1C45-6AAA82115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E8665E-E015-0EA4-77BB-6B415A96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D7088-B250-1568-A3C9-DA4822646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64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B7AE-EEBC-4FDB-B667-A8081527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FE21F-08C8-78C9-082E-2FB345909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9CFA57-5546-0B23-CC40-17677DB7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ECE61-87CD-CA10-BB37-1DE0F42E3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157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4FB7-7BC7-74CA-499F-36C0387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E8735A-92CD-D3E1-5C2B-A53911CFC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9B15EE-C28A-BDCF-6682-E02D0830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0FBA14-56DB-568E-C450-1D0BD5EBB8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99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F2EBE-5BE8-3F5D-3EC3-13B5E4BCA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240708-EBD5-98B3-9E21-995A68D1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1EB676-BB12-A98D-318A-C23CB2D70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C7F71A-8C5B-84DA-3A34-A0BCB7EC9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394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0BAD4-542F-1A02-40E9-0D8E9473D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3531C982-119A-AE77-7ADA-FF84337EEC22}"/>
              </a:ext>
            </a:extLst>
          </p:cNvPr>
          <p:cNvSpPr/>
          <p:nvPr/>
        </p:nvSpPr>
        <p:spPr>
          <a:xfrm>
            <a:off x="5308092" y="3680816"/>
            <a:ext cx="346219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0607998-321F-25CD-2B4A-C87191A30699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9D00D80C-3975-246A-58BE-C3B42B42C047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93C76E2-C5FF-B5E2-973E-C4CCB9328566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561CAC3A-E975-CB0E-00FC-1ED6EE77EE76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57DF1E0-AD08-8197-7B6D-0944025B652C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94C4D32A-9B45-9FAD-1E8B-ABC291F74A7C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283C9D19-CFAA-C5F6-1790-06A6094CC6D4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275181C-C3F6-7859-CD64-54C1C0EF2915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3527F92-F9FF-81DC-EE43-9DFE048F14F8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3C5F304C-CEF8-EFB1-7EDC-CDC9F3FA65A2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F1E665A-2352-8203-6A0E-9A8A4EEC1C6A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CD36254-21F1-68F3-51B3-828586D6E007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25EEF655-C658-6B6C-A130-F13EB20B89DF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E0FABB9-C06C-9EC8-E646-A5B5591DEDD1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A4CC5B8C-14CC-7246-61EB-D166DAB46F44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AD71775-BACA-0FF8-998A-234E1AF1A919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DC0546AB-A04A-ED8E-3D58-5AF47C397B83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60282E1B-BB74-973E-6990-ECE88251C8C7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85170A30-CAFC-3EEF-EDDF-0239BD9DE950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3EFF4C31-36D2-6AB1-D101-C7E06B20E0FC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D6896A8A-283E-3949-DDAA-0E77945CB837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40CF5935-BD5D-2ACB-375C-F8DFC6FFB1C9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030F93EE-02FD-080A-7F92-024E7E61B725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4CA0E6A-D990-C67D-590A-8E267A251A78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675F9C47-6E75-D481-CB91-2FBBD814649A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2BE3C4DD-9277-0875-A0D9-796B1BB9360A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7B3C0121-A39A-B40C-7032-F229A82E609E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257C92F6-C18E-175D-3EA0-A1D87CB3C005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1721848E-C19B-468B-2AB7-24BD68D785D8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54C70EA8-A44F-2FC4-344A-3B0D870149D3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F9AE1761-37CE-06A0-B6E9-BE8514AD373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9267CA21-9E89-899A-0070-8364BEFBBFC8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D6F5626-3ADA-0E42-C867-DF7964D5D39C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7BDD65EF-B91A-018D-54F9-9A96CF247FAE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7372F028-DC16-829B-7A76-88895BEFF7E8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D41E7301-FF00-7438-6606-BC90911F90EA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4BD78A6A-CA1D-BADD-CBE4-1F9C482A6010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A30B6928-3100-1234-D127-B42A34B750D2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BAD4408A-D4D7-5F66-9AB0-394ED829D310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844DD6B8-F3A9-1A6F-451B-8BF3E74DF4CB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34739BDC-C2FD-3CB3-D46B-59359D8C5B11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CECCE9E8-5029-3387-FC3F-F9F857C89A1C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1040000B-3179-3679-59FE-7F9212ACFF50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049F4C21-9BFB-62D3-CE8F-12236511C3AD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app-internal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8703E9B-3E18-E7AE-BBF1-5AA25AF792DC}"/>
              </a:ext>
            </a:extLst>
          </p:cNvPr>
          <p:cNvSpPr/>
          <p:nvPr/>
        </p:nvSpPr>
        <p:spPr>
          <a:xfrm>
            <a:off x="7545409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app-external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9FBFAA55-0621-B68C-6C44-50B2109169C9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78F664D6-65CB-EBF0-8F12-BF809CCA4C61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8A1CA507-4189-D6A0-C9C4-9C0846F0F149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0519A4AE-38EC-0C1C-96CA-4F68F051D9C8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D13E0C63-1DB6-F231-775F-57ED4E40CD3F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B69386-B167-0405-2ACA-3CF42CBBF0F8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AC62E466-805C-5557-0CA0-F342594705FA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36C3DEC-08EB-7AE8-0F4A-648036A9BCA9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E5FDFB9C-F5B7-2CF4-6FA8-2371459165DF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app-internal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B0C96D50-5C5A-24F8-65E4-9AA224A7BD54}"/>
              </a:ext>
            </a:extLst>
          </p:cNvPr>
          <p:cNvSpPr/>
          <p:nvPr/>
        </p:nvSpPr>
        <p:spPr>
          <a:xfrm>
            <a:off x="7545409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app-external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73EF8D62-BB33-1F2C-33D6-24FAB82CE289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4ECB77F0-32C0-0850-625F-A46297C42ABE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552057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B63E925-0B34-2E08-D196-C949A7A7E367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392F582-851D-2BBE-FC46-D08A8D5DCA87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89531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48B6653F-E55C-3185-8C27-D9A1004F53F9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1885F064-E7A4-4006-C1FE-111CA053FA34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921CE01D-5957-216C-3D8B-45FE0551A16C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37AAD74E-9754-A82C-03D1-4EC778B376A0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790C9497-9210-B07D-56B6-942982BF9DE3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E0E1DCEC-14BA-19D2-0FD6-D359B8192E2F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983DC632-F60F-1424-CF9B-52968B556486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8D553F84-9FD6-9EAB-0410-11A4D9352C26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8A14CCCB-88CE-0016-0EE8-D94552AAC5F7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5528B50-5595-89E0-05B3-A91FC9169E2C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8BA01C61-0F0E-52D4-6E55-E9EBE426EFA3}"/>
              </a:ext>
            </a:extLst>
          </p:cNvPr>
          <p:cNvCxnSpPr>
            <a:cxnSpLocks/>
            <a:stCxn id="45" idx="2"/>
            <a:endCxn id="127" idx="0"/>
          </p:cNvCxnSpPr>
          <p:nvPr/>
        </p:nvCxnSpPr>
        <p:spPr>
          <a:xfrm>
            <a:off x="6782335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0BE6C5FC-92AF-F018-C4E5-0DD9727B15CD}"/>
              </a:ext>
            </a:extLst>
          </p:cNvPr>
          <p:cNvCxnSpPr>
            <a:cxnSpLocks/>
            <a:stCxn id="46" idx="2"/>
            <a:endCxn id="129" idx="0"/>
          </p:cNvCxnSpPr>
          <p:nvPr/>
        </p:nvCxnSpPr>
        <p:spPr>
          <a:xfrm>
            <a:off x="8115128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4577299C-B293-DE8F-7AB0-C95DB3D22B20}"/>
              </a:ext>
            </a:extLst>
          </p:cNvPr>
          <p:cNvCxnSpPr>
            <a:cxnSpLocks/>
            <a:stCxn id="62" idx="2"/>
            <a:endCxn id="139" idx="0"/>
          </p:cNvCxnSpPr>
          <p:nvPr/>
        </p:nvCxnSpPr>
        <p:spPr>
          <a:xfrm>
            <a:off x="7165318" y="2334344"/>
            <a:ext cx="0" cy="12684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CB740253-F3E5-6B61-2F8C-2C7650E75E97}"/>
              </a:ext>
            </a:extLst>
          </p:cNvPr>
          <p:cNvCxnSpPr>
            <a:cxnSpLocks/>
            <a:endCxn id="98" idx="0"/>
          </p:cNvCxnSpPr>
          <p:nvPr/>
        </p:nvCxnSpPr>
        <p:spPr>
          <a:xfrm>
            <a:off x="4517744" y="4149643"/>
            <a:ext cx="0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B89405F3-81B9-2925-0A23-453B5868085F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3217625" y="4149643"/>
            <a:ext cx="1201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96">
            <a:extLst>
              <a:ext uri="{FF2B5EF4-FFF2-40B4-BE49-F238E27FC236}">
                <a16:creationId xmlns:a16="http://schemas.microsoft.com/office/drawing/2014/main" id="{D62687AE-F50E-77A1-40C8-7D4E165568CF}"/>
              </a:ext>
            </a:extLst>
          </p:cNvPr>
          <p:cNvCxnSpPr>
            <a:cxnSpLocks/>
            <a:stCxn id="70" idx="3"/>
            <a:endCxn id="100" idx="1"/>
          </p:cNvCxnSpPr>
          <p:nvPr/>
        </p:nvCxnSpPr>
        <p:spPr>
          <a:xfrm>
            <a:off x="2486813" y="3968966"/>
            <a:ext cx="109153" cy="29042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2DA7482A-3408-51B9-1D74-F6482FEE4281}"/>
              </a:ext>
            </a:extLst>
          </p:cNvPr>
          <p:cNvCxnSpPr>
            <a:cxnSpLocks/>
            <a:stCxn id="80" idx="3"/>
            <a:endCxn id="102" idx="1"/>
          </p:cNvCxnSpPr>
          <p:nvPr/>
        </p:nvCxnSpPr>
        <p:spPr>
          <a:xfrm flipV="1">
            <a:off x="2495836" y="4259389"/>
            <a:ext cx="1401440" cy="19537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AB0D1B07-1D30-44D3-7FA7-5CE7B9540B6F}"/>
              </a:ext>
            </a:extLst>
          </p:cNvPr>
          <p:cNvCxnSpPr>
            <a:cxnSpLocks/>
          </p:cNvCxnSpPr>
          <p:nvPr/>
        </p:nvCxnSpPr>
        <p:spPr>
          <a:xfrm>
            <a:off x="3113651" y="4149643"/>
            <a:ext cx="1201" cy="1346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8463CE7-EF4E-57B7-FDEC-7FC9BBA6095B}"/>
              </a:ext>
            </a:extLst>
          </p:cNvPr>
          <p:cNvCxnSpPr>
            <a:cxnSpLocks/>
          </p:cNvCxnSpPr>
          <p:nvPr/>
        </p:nvCxnSpPr>
        <p:spPr>
          <a:xfrm>
            <a:off x="4644008" y="4149643"/>
            <a:ext cx="0" cy="1346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3ADA7D98-A863-EEE3-94D3-1DC7EAA2C8E9}"/>
              </a:ext>
            </a:extLst>
          </p:cNvPr>
          <p:cNvCxnSpPr>
            <a:cxnSpLocks/>
          </p:cNvCxnSpPr>
          <p:nvPr/>
        </p:nvCxnSpPr>
        <p:spPr>
          <a:xfrm>
            <a:off x="7260149" y="2334344"/>
            <a:ext cx="0" cy="13076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B4F8E68-3EE7-0CBF-3761-E8897FA47842}"/>
              </a:ext>
            </a:extLst>
          </p:cNvPr>
          <p:cNvCxnSpPr>
            <a:cxnSpLocks/>
            <a:stCxn id="139" idx="2"/>
            <a:endCxn id="129" idx="0"/>
          </p:cNvCxnSpPr>
          <p:nvPr/>
        </p:nvCxnSpPr>
        <p:spPr>
          <a:xfrm>
            <a:off x="7165318" y="2903976"/>
            <a:ext cx="949810" cy="13764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96">
            <a:extLst>
              <a:ext uri="{FF2B5EF4-FFF2-40B4-BE49-F238E27FC236}">
                <a16:creationId xmlns:a16="http://schemas.microsoft.com/office/drawing/2014/main" id="{F448DFE7-B4B5-053E-B3C4-A8EAC03FE0BC}"/>
              </a:ext>
            </a:extLst>
          </p:cNvPr>
          <p:cNvCxnSpPr>
            <a:cxnSpLocks/>
            <a:stCxn id="98" idx="3"/>
            <a:endCxn id="127" idx="1"/>
          </p:cNvCxnSpPr>
          <p:nvPr/>
        </p:nvCxnSpPr>
        <p:spPr>
          <a:xfrm flipV="1">
            <a:off x="5087463" y="4501798"/>
            <a:ext cx="1125153" cy="388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96">
            <a:extLst>
              <a:ext uri="{FF2B5EF4-FFF2-40B4-BE49-F238E27FC236}">
                <a16:creationId xmlns:a16="http://schemas.microsoft.com/office/drawing/2014/main" id="{FFC6E96B-E144-675A-E9E7-87CBADB043FE}"/>
              </a:ext>
            </a:extLst>
          </p:cNvPr>
          <p:cNvCxnSpPr>
            <a:cxnSpLocks/>
          </p:cNvCxnSpPr>
          <p:nvPr/>
        </p:nvCxnSpPr>
        <p:spPr>
          <a:xfrm flipV="1">
            <a:off x="3787843" y="4550905"/>
            <a:ext cx="3757566" cy="370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344E122-AE98-C092-6742-5C3E2BEFA825}"/>
              </a:ext>
            </a:extLst>
          </p:cNvPr>
          <p:cNvCxnSpPr>
            <a:cxnSpLocks/>
          </p:cNvCxnSpPr>
          <p:nvPr/>
        </p:nvCxnSpPr>
        <p:spPr>
          <a:xfrm>
            <a:off x="7884626" y="233434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EDFC2D4-9F80-3193-4220-4ABC3A4DA0F0}"/>
              </a:ext>
            </a:extLst>
          </p:cNvPr>
          <p:cNvSpPr txBox="1"/>
          <p:nvPr/>
        </p:nvSpPr>
        <p:spPr>
          <a:xfrm>
            <a:off x="8180369" y="2224574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B76C0717-ADCF-E5D4-CFA0-9E06A832278E}"/>
              </a:ext>
            </a:extLst>
          </p:cNvPr>
          <p:cNvCxnSpPr>
            <a:cxnSpLocks/>
            <a:stCxn id="127" idx="3"/>
            <a:endCxn id="129" idx="1"/>
          </p:cNvCxnSpPr>
          <p:nvPr/>
        </p:nvCxnSpPr>
        <p:spPr>
          <a:xfrm>
            <a:off x="7352054" y="4501798"/>
            <a:ext cx="193355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771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C731CB5-D617-2562-E312-005350B8F86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CD19F5F-6674-AFFB-37CE-09BBA1505C19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C97DE029-5410-6FF5-D65B-DB16E66E66ED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81FA547-E2EA-A8C3-0FEB-0B594FC77944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3E8F9D5A-2A38-D237-4BEA-B8FB364B4D22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990BB79-FB00-6464-08C8-0E0AEC3B9EB5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9B457469-024E-1C09-5A66-39036652DB5C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7E688C8-D018-E1CB-A41A-FA4862011758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9053209-F34C-E332-79C6-AE94A7E5324A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58B6AE-6F44-55DB-1CE1-95F6F09C586B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58C1B539-744A-6C4C-D72E-9A2EF2D309C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259DE615-1264-21CC-B5DF-DC6F0DA6C2B7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7632A65-6C4B-5038-8741-FF89B1CC25E1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D192207-61A6-7654-ECB6-FB521A68E797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1741DD2F-779F-F004-6BDF-FE16AE0B128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7E3485E8-6CA5-62F8-A73D-7A8AE5F1B1CF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70" name="직선 화살표 연결선 96">
            <a:extLst>
              <a:ext uri="{FF2B5EF4-FFF2-40B4-BE49-F238E27FC236}">
                <a16:creationId xmlns:a16="http://schemas.microsoft.com/office/drawing/2014/main" id="{07F3DA02-79FF-29ED-13D7-01A97059C17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직선 화살표 연결선 96">
            <a:extLst>
              <a:ext uri="{FF2B5EF4-FFF2-40B4-BE49-F238E27FC236}">
                <a16:creationId xmlns:a16="http://schemas.microsoft.com/office/drawing/2014/main" id="{6D38AF94-EF05-3FE3-A883-C3444C96694C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96">
            <a:extLst>
              <a:ext uri="{FF2B5EF4-FFF2-40B4-BE49-F238E27FC236}">
                <a16:creationId xmlns:a16="http://schemas.microsoft.com/office/drawing/2014/main" id="{3B61B4B4-1467-DE2E-5CD0-44BE748C1F10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화살표 연결선 96">
            <a:extLst>
              <a:ext uri="{FF2B5EF4-FFF2-40B4-BE49-F238E27FC236}">
                <a16:creationId xmlns:a16="http://schemas.microsoft.com/office/drawing/2014/main" id="{F748ADD7-676B-B058-7B79-A31443F399B7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42AF2C3-1893-649B-F0A4-D1A9BD0F1346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48AA806A-7A8B-28B8-7FF8-B90B1D23C0DA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B63BA05-1821-2693-8000-22EACB7873F3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B0617DC1-FDCC-E4C9-8A5B-CCC75ADD1665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BF0294-85E8-CF40-1184-163E763E3C3E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A9-6FB3-0059-449D-772CB85C6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89C3B0F-B0D3-058C-F796-EDAFBF4ECD1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ADA5249-8C38-AB9A-5232-8C4BDE33F92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9B2253F-55C3-AF43-0CD9-E12AF3BAAD00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C0B4850E-3566-4133-1483-8065A8CD0F87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520A0BF1-B074-5CA8-65EC-03F4A8A7957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8CD019FB-9D0D-8D2E-C146-6F0DF73E53E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BAF56DC0-DC34-D15B-D1B7-A1DE13512A48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688D2132-B56A-970A-C13E-A56D9662C704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0DCDA3C-9C28-28DC-C97B-01DAFE4EA435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852992EA-A549-06AA-1799-039D29A43426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2FF5F15-6D7B-4704-7A19-2E5B607F1325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0BE4635A-313E-ED2F-0C58-2CB659BDAD2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C2D94F3-DA6C-C025-7C4A-5A76A585E556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EA56C5E5-C1D2-6C1B-8FF6-0D469939C70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44507263-8C57-189E-2F7B-1472D6797D17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8A498ABD-12B3-20BF-B264-22BDE83623B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E605D755-E7E3-6906-1FCC-97A8153DF36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r>
              <a:rPr lang="ko-KR" altLang="en-US" sz="900" b="1"/>
              <a:t> </a:t>
            </a:r>
            <a:r>
              <a:rPr lang="en-US" altLang="ko-KR" sz="900" b="1"/>
              <a:t>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D7FD28A-C8C9-E7B8-E5CB-FF6D50C463A7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42D04A4-AA47-9B12-BDE7-CAF3F9A410B5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66BA3E9A-5CF7-3D27-992B-3EF9F7B50C10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</a:t>
            </a:r>
            <a:r>
              <a:rPr lang="ko-KR" altLang="en-US" sz="900" u="sng"/>
              <a:t>*</a:t>
            </a:r>
            <a:r>
              <a:rPr lang="en-US" altLang="ko-KR" sz="900" u="sng"/>
              <a:t>.ssup2.com</a:t>
            </a:r>
            <a:r>
              <a:rPr lang="en-US" altLang="ko-KR" sz="900"/>
              <a:t>)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3A4176C8-07F2-2A3A-C9A9-FDF3418960E2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99DE70D5-2F6B-B4F5-9336-ADB6690E06A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3F8DC4BA-711C-4F57-26B1-DA6FB7318725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6776E5A7-2383-226E-4379-5E5F25BD900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5F3ABDE-5266-4A7C-38DE-9D17BCDFFB91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87A6396-CE02-3027-5259-52D30FDB0BA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96">
            <a:extLst>
              <a:ext uri="{FF2B5EF4-FFF2-40B4-BE49-F238E27FC236}">
                <a16:creationId xmlns:a16="http://schemas.microsoft.com/office/drawing/2014/main" id="{C15119B8-E6F5-7ACA-3C6A-87F2AF676CC1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FEB261A-D5E2-8558-B571-921447ECCCA4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3312A314-88C6-E1C8-D91B-956C41A9926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99F504D1-9622-F3A9-B30E-FF02138E4DD8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9D4DB68-31FC-D729-75D5-BAEE2FFB4B79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8" name="직선 화살표 연결선 96">
            <a:extLst>
              <a:ext uri="{FF2B5EF4-FFF2-40B4-BE49-F238E27FC236}">
                <a16:creationId xmlns:a16="http://schemas.microsoft.com/office/drawing/2014/main" id="{B67A7CB5-4022-4B09-6F88-832793256C66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9F86657-4BE0-7C9F-ED0B-6E1B2307C64B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" name="직선 화살표 연결선 96">
            <a:extLst>
              <a:ext uri="{FF2B5EF4-FFF2-40B4-BE49-F238E27FC236}">
                <a16:creationId xmlns:a16="http://schemas.microsoft.com/office/drawing/2014/main" id="{DBB2CEDB-FAAB-BA53-0D24-A21B79AF9855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9DE61BD-DFC6-E238-8A8D-1D1D341E01F5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225068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E99C-7AE2-D5DD-514B-7B436824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321D0AD2-FB5B-D00B-342A-808D95267B02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FA3BECC-4D3D-B781-372C-9CA4606B2A76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FD93B4C-5DBA-2F39-AE12-EA057CD55F36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E7BF7115-CD7E-09AF-0EE1-B65F5BCFB3C0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0273FF58-51F5-E130-F291-5C5B81A889E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FDA273AE-231D-0E11-6BB0-1E103B235598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1CCE07A-3200-24B6-16A4-A6D2C025EB76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D965B7E3-6343-5853-5B78-5384A0F393A0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7B8623D-5019-E29C-0939-0422507D290D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1C84FBDA-5397-8750-5981-33F1B362B4B8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C70AF18-1B45-1452-49D9-6D20D1EEBB04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CBBEFB9E-8AC3-3934-E4E0-66D9E96F8A1C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60F2749B-ED31-3B82-5329-819E811E7B2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1C93D4D-D7DE-D241-414D-7B5555F51DF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00E24C0-FB92-9A28-63DD-3EFC14759F68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A6D6335-2155-13E0-AC98-3D108AF1196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BF65A8F-F447-E7FE-E83B-EBCD44A2A509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/>
              <a:t>(</a:t>
            </a:r>
            <a:r>
              <a:rPr lang="ko-KR" altLang="en-US" sz="900" u="sng"/>
              <a:t>*</a:t>
            </a:r>
            <a:r>
              <a:rPr lang="en-US" altLang="ko-KR" sz="900" u="sng"/>
              <a:t>.ssup2.com</a:t>
            </a:r>
            <a:r>
              <a:rPr lang="en-US" altLang="ko-KR" sz="900"/>
              <a:t>)</a:t>
            </a:r>
            <a:endParaRPr lang="en-US" altLang="ko-KR" sz="900" dirty="0"/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FFF3BDC2-5F4E-8EA9-A07F-1FA661D79599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24AF6E-7ACB-79F5-8D16-DEEE3D385E36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E070703-F93D-FD39-2496-C51F437430C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DB649D95-C5B5-B3F0-6B0D-827C05DFDC0F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4FBE47-646A-69B8-3C29-157FD9967BC7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AF06EE9B-C4B1-08F1-AE6D-AF8F2588572D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1686642-9811-D02B-C45A-932315166D8D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2E5BF519-86ED-685B-8181-F5397E116EC4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30E3F1F-DA54-4518-BF4A-17D00DB579C7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789885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1C3D-B913-FA0F-F706-7940E1DD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27A5499-5A04-7047-B290-C824F342D70E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AD9C759-71A7-6BF4-3082-91AD09BCBD9B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F0AF349D-EC57-B0DD-8B65-C84382344828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CDBD728-1F14-F1D7-39D8-40E63F505F5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BD951FAE-9F37-A302-8BA3-E97076D4E72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40C50E4E-0A26-6EF9-686A-CE5253A628B9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5BA9C4B0-FE68-0DD8-3C21-FC9F96EC5495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784E03B2-BF1D-4794-4D78-F2BD5A85D2B7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050FE53-6E75-75E6-DFBB-3DDCCB1035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6DC7FACA-3D5E-6E76-5E4C-D59491411D4C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33C9DEE-D85E-185A-7782-C551BA08A8DA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1C03983E-BEF0-A659-EE3F-EF715CEC3BF3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08E72692-940E-93A7-1636-5E133F839F08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044C22DD-DAEB-885F-44DB-E11F54729BE9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040A103-C714-BC0E-EE16-098B3403FD3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F10C20BE-F7E7-1D38-6074-F81ED9EE6E25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144043E8-DBB1-43AF-2433-0EE8DAE1E2F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205522B8-F74A-EDA2-2DAB-57FEB1F2BA1A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CDFC616-FFBC-D0E1-E3C8-79FDD3DFA36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38BF06FB-EF14-FC0A-F5D5-44C705A49081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CA5B0EE6-A036-C5F9-AFF2-1B7F799FFEB9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BCC2EE39-A3B5-9F53-9456-1ADB644DC6A3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63FE32-C33B-B4CB-4134-A3FA97757230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D36C678-15C1-50ED-E2C9-3CAE0A1AD200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D7AD4FA7-9530-759E-C159-648C8D54C073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A7E73954-A981-90D3-6C52-A1C473643C5F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</a:t>
            </a:r>
            <a:r>
              <a:rPr lang="ko-KR" altLang="en-US" sz="900" u="sng"/>
              <a:t>*</a:t>
            </a:r>
            <a:r>
              <a:rPr lang="en-US" altLang="ko-KR" sz="900" u="sng"/>
              <a:t>.ssup2.com</a:t>
            </a:r>
            <a:r>
              <a:rPr lang="en-US" altLang="ko-KR" sz="900"/>
              <a:t>)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1CD5989-E453-322D-710E-A6CA51C1D625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6AFEE7BC-A564-8240-5034-188F0F56753C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C30975F-3CE8-3E22-F86C-5EE7B9166989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9D7DBEEA-71ED-F004-765C-731DCA3F08B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E57F0D5-98C7-CBFE-B844-5D42FD580D2B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8F1450E-98A2-6E25-7814-822344F89FAA}"/>
              </a:ext>
            </a:extLst>
          </p:cNvPr>
          <p:cNvSpPr/>
          <p:nvPr/>
        </p:nvSpPr>
        <p:spPr>
          <a:xfrm>
            <a:off x="5022769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</a:p>
          <a:p>
            <a:pPr algn="ctr"/>
            <a:r>
              <a:rPr lang="en-US" altLang="ko-KR" sz="900"/>
              <a:t>(</a:t>
            </a:r>
            <a:r>
              <a:rPr lang="en-US" altLang="ko-KR" sz="900" u="sng"/>
              <a:t>server.ssup2.com</a:t>
            </a:r>
            <a:r>
              <a:rPr lang="en-US" altLang="ko-KR" sz="900"/>
              <a:t>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E02CCEDF-F9AB-C7FE-ABAE-7DB48DFFFCEF}"/>
              </a:ext>
            </a:extLst>
          </p:cNvPr>
          <p:cNvCxnSpPr>
            <a:cxnSpLocks/>
            <a:stCxn id="76" idx="2"/>
          </p:cNvCxnSpPr>
          <p:nvPr/>
        </p:nvCxnSpPr>
        <p:spPr>
          <a:xfrm>
            <a:off x="3481375" y="995651"/>
            <a:ext cx="3781236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5E4607CD-289A-35DD-CED4-81E5697E9AF3}"/>
              </a:ext>
            </a:extLst>
          </p:cNvPr>
          <p:cNvCxnSpPr>
            <a:cxnSpLocks/>
            <a:endCxn id="160" idx="0"/>
          </p:cNvCxnSpPr>
          <p:nvPr/>
        </p:nvCxnSpPr>
        <p:spPr>
          <a:xfrm flipH="1">
            <a:off x="5592488" y="2291160"/>
            <a:ext cx="1670123" cy="167261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46DB3E3-6B9B-423D-3039-35C7E442271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592488" y="1717698"/>
            <a:ext cx="0" cy="94246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1D5208D0-879D-9193-FC23-01D9039BB2F0}"/>
              </a:ext>
            </a:extLst>
          </p:cNvPr>
          <p:cNvCxnSpPr>
            <a:cxnSpLocks/>
            <a:stCxn id="13" idx="2"/>
            <a:endCxn id="158" idx="0"/>
          </p:cNvCxnSpPr>
          <p:nvPr/>
        </p:nvCxnSpPr>
        <p:spPr>
          <a:xfrm>
            <a:off x="5592488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96">
            <a:extLst>
              <a:ext uri="{FF2B5EF4-FFF2-40B4-BE49-F238E27FC236}">
                <a16:creationId xmlns:a16="http://schemas.microsoft.com/office/drawing/2014/main" id="{9ABEC490-1339-4C58-4073-B5AE0CC9C845}"/>
              </a:ext>
            </a:extLst>
          </p:cNvPr>
          <p:cNvCxnSpPr>
            <a:cxnSpLocks/>
            <a:stCxn id="13" idx="2"/>
            <a:endCxn id="157" idx="0"/>
          </p:cNvCxnSpPr>
          <p:nvPr/>
        </p:nvCxnSpPr>
        <p:spPr>
          <a:xfrm flipH="1"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0655472-EBBE-3F18-9C11-1D8A590262FC}"/>
              </a:ext>
            </a:extLst>
          </p:cNvPr>
          <p:cNvCxnSpPr>
            <a:cxnSpLocks/>
            <a:stCxn id="4" idx="2"/>
            <a:endCxn id="159" idx="0"/>
          </p:cNvCxnSpPr>
          <p:nvPr/>
        </p:nvCxnSpPr>
        <p:spPr>
          <a:xfrm flipH="1">
            <a:off x="4273463" y="2291501"/>
            <a:ext cx="2989148" cy="1672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96">
            <a:extLst>
              <a:ext uri="{FF2B5EF4-FFF2-40B4-BE49-F238E27FC236}">
                <a16:creationId xmlns:a16="http://schemas.microsoft.com/office/drawing/2014/main" id="{3A73F304-2343-E153-C3BC-AA3CE7D0373A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52C63C6F-DF00-8E8B-DA34-87232EE4963F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82EF774E-8C76-4FC8-93DB-CC3420B18F7D}"/>
              </a:ext>
            </a:extLst>
          </p:cNvPr>
          <p:cNvCxnSpPr>
            <a:cxnSpLocks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4E86D46-6770-D77A-966B-100B04CA97DD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1AD9A679-0EDE-7719-78BF-29A4F3B77CE4}"/>
              </a:ext>
            </a:extLst>
          </p:cNvPr>
          <p:cNvCxnSpPr>
            <a:cxnSpLocks/>
          </p:cNvCxnSpPr>
          <p:nvPr/>
        </p:nvCxnSpPr>
        <p:spPr>
          <a:xfrm>
            <a:off x="7380312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02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90439-2266-E66F-8765-2187373C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337A590-224E-FE84-86D8-B97D6911DA17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E77FA9-B596-282A-C2F4-23CA3F05986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902AE75-A4D5-7AED-56B1-89453C95464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2917ACA-6AA0-FE19-E3EA-B55B0969EA3E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C67A60E3-298D-26FA-43BC-8268E3EC728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1EB1E1B6-394B-1BF9-9C70-0A48434A0C8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CFC9ACF3-41DB-3E5C-5259-842115DDF7CE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057FB27-A217-158B-CF14-722542461C6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AE919F12-BF9C-7C8D-FE09-E9EF3B8D2C24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41AC08-63B6-B416-47C3-35648C56F804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91C9D88-C867-9217-7B3E-EAA2ECFED3F9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1D0CE54B-38A4-582B-77A6-5E6A06D4ED59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1010BE6-9FB9-6EEB-BB6C-BA49CB24BA2C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9D82ABEC-A11A-05F8-18B8-441B95600D9F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91D15D54-4E73-14A3-781D-D5C449E8FF1D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3541699-488E-D6F0-403D-2A37DDB11B8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70C0D9-70F2-A934-94E5-ED06FA24585B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/>
              <a:t>(</a:t>
            </a:r>
            <a:r>
              <a:rPr lang="ko-KR" altLang="en-US" sz="900" u="sng"/>
              <a:t>*</a:t>
            </a:r>
            <a:r>
              <a:rPr lang="en-US" altLang="ko-KR" sz="900" u="sng"/>
              <a:t>.ssup2.com</a:t>
            </a:r>
            <a:r>
              <a:rPr lang="en-US" altLang="ko-KR" sz="900"/>
              <a:t>)</a:t>
            </a:r>
            <a:endParaRPr lang="en-US" altLang="ko-KR" sz="900" dirty="0"/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289B6CE-1926-B69C-07D7-D1C970FF02D4}"/>
              </a:ext>
            </a:extLst>
          </p:cNvPr>
          <p:cNvSpPr/>
          <p:nvPr/>
        </p:nvSpPr>
        <p:spPr>
          <a:xfrm>
            <a:off x="4583731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server-ingress</a:t>
            </a:r>
          </a:p>
          <a:p>
            <a:pPr algn="ctr"/>
            <a:r>
              <a:rPr lang="en-US" altLang="ko-KR" sz="900"/>
              <a:t>(</a:t>
            </a:r>
            <a:r>
              <a:rPr lang="en-US" altLang="ko-KR" sz="900" u="sng"/>
              <a:t>server.ssup2.com</a:t>
            </a:r>
            <a:r>
              <a:rPr lang="en-US" altLang="ko-KR" sz="900"/>
              <a:t>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A00CC0FB-86CA-B86F-A972-FD5E9A6B5361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118824A-8FF2-2825-B919-CC540227B813}"/>
              </a:ext>
            </a:extLst>
          </p:cNvPr>
          <p:cNvCxnSpPr>
            <a:cxnSpLocks/>
            <a:stCxn id="5" idx="2"/>
            <a:endCxn id="159" idx="0"/>
          </p:cNvCxnSpPr>
          <p:nvPr/>
        </p:nvCxnSpPr>
        <p:spPr>
          <a:xfrm>
            <a:off x="2162350" y="2294444"/>
            <a:ext cx="2111113" cy="1669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A69522D-EC9A-EFF2-E1C3-7CC7C1DBC87F}"/>
              </a:ext>
            </a:extLst>
          </p:cNvPr>
          <p:cNvCxnSpPr>
            <a:cxnSpLocks/>
            <a:stCxn id="5" idx="2"/>
            <a:endCxn id="160" idx="0"/>
          </p:cNvCxnSpPr>
          <p:nvPr/>
        </p:nvCxnSpPr>
        <p:spPr>
          <a:xfrm>
            <a:off x="2162350" y="2294444"/>
            <a:ext cx="3430138" cy="1669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9EAC3760-03DF-7B98-F663-1D4D5BF1C0A8}"/>
              </a:ext>
            </a:extLst>
          </p:cNvPr>
          <p:cNvCxnSpPr>
            <a:cxnSpLocks/>
            <a:stCxn id="4" idx="0"/>
            <a:endCxn id="2" idx="2"/>
          </p:cNvCxnSpPr>
          <p:nvPr/>
        </p:nvCxnSpPr>
        <p:spPr>
          <a:xfrm flipH="1" flipV="1">
            <a:off x="3481375" y="1718380"/>
            <a:ext cx="1672075" cy="94178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80BA443A-9032-7F77-AF6B-8F749D03EB2B}"/>
              </a:ext>
            </a:extLst>
          </p:cNvPr>
          <p:cNvCxnSpPr>
            <a:cxnSpLocks/>
            <a:stCxn id="4" idx="2"/>
            <a:endCxn id="157" idx="0"/>
          </p:cNvCxnSpPr>
          <p:nvPr/>
        </p:nvCxnSpPr>
        <p:spPr>
          <a:xfrm flipH="1">
            <a:off x="4273463" y="3102951"/>
            <a:ext cx="879987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46D8A0E2-712F-F293-7932-B8FBDB0A8E70}"/>
              </a:ext>
            </a:extLst>
          </p:cNvPr>
          <p:cNvCxnSpPr>
            <a:cxnSpLocks/>
            <a:stCxn id="4" idx="2"/>
            <a:endCxn id="158" idx="0"/>
          </p:cNvCxnSpPr>
          <p:nvPr/>
        </p:nvCxnSpPr>
        <p:spPr>
          <a:xfrm>
            <a:off x="5153450" y="3102951"/>
            <a:ext cx="439038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96">
            <a:extLst>
              <a:ext uri="{FF2B5EF4-FFF2-40B4-BE49-F238E27FC236}">
                <a16:creationId xmlns:a16="http://schemas.microsoft.com/office/drawing/2014/main" id="{2EA6E3A4-2771-7766-8A39-DD273CD9C48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C0EB483F-3A5E-48C1-9D74-3A69DE55D1D8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BBBB060C-47BB-D117-87E8-70D458271303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C067B9A-12EC-7B20-0194-5076370F62E4}"/>
              </a:ext>
            </a:extLst>
          </p:cNvPr>
          <p:cNvCxnSpPr>
            <a:cxnSpLocks/>
          </p:cNvCxnSpPr>
          <p:nvPr/>
        </p:nvCxnSpPr>
        <p:spPr>
          <a:xfrm>
            <a:off x="205172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B5E5E367-7BF3-AC41-B02B-4B50B21952E4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9425E12-75F3-801F-A33B-48767FC4364F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07475E9B-00AF-39A5-8697-3698705A61EC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7DA2CB8-53CD-AF21-89C9-7EE39C2ECF51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19AE6972-7BBF-394C-0BBB-4399482C1644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1AAE3FA-988E-CE7C-032A-D1FC178345E2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71990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B5151-6308-6960-7963-07BCDDC3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1B1584F-2E1A-E09F-907C-2BCAB4125B2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D66E72-A9A3-C229-2C65-F645E81EB03F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2EB9D07-4A04-FBFD-3587-79981C726A6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A309B977-F45C-BBF6-3A78-98D31C9F844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0409F5B-D937-30A1-9A9D-1028EA1B9B7B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0F5D3425-2FA3-010F-1141-719BC99C21E1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6239DB07-4FC1-FC87-F165-8A938765FABB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9D832FB-ED93-7068-03F2-3DF9F05E3FD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407AB974-63F3-6611-49AE-C8F044EF459F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B67A89CA-4129-9E2C-5E05-B026CDEB62E0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FC1EB99D-4A4D-4105-25C0-44FA4C8CBB86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9CE05459-D6E9-21FC-18B2-8F3BA6B8357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C7EBDA0-E836-C400-2884-2DC69DE08330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D8170DCF-3609-78AF-5155-21598639FC12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881191EC-466E-260D-FC2A-17DD445AD17B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68B591D4-DCD8-E342-AC86-9E038A17ED6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(curl, envoy)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87E3E81D-C69A-4ACD-1319-8BF53BDA0C32}"/>
              </a:ext>
            </a:extLst>
          </p:cNvPr>
          <p:cNvSpPr/>
          <p:nvPr/>
        </p:nvSpPr>
        <p:spPr>
          <a:xfrm>
            <a:off x="3703744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96075CBA-E2F4-AC99-A1BB-D10014FA842F}"/>
              </a:ext>
            </a:extLst>
          </p:cNvPr>
          <p:cNvCxnSpPr>
            <a:cxnSpLocks/>
            <a:stCxn id="163" idx="3"/>
            <a:endCxn id="159" idx="0"/>
          </p:cNvCxnSpPr>
          <p:nvPr/>
        </p:nvCxnSpPr>
        <p:spPr>
          <a:xfrm>
            <a:off x="3518119" y="3512679"/>
            <a:ext cx="755344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CD54B018-8C66-2693-56A6-9C489262C470}"/>
              </a:ext>
            </a:extLst>
          </p:cNvPr>
          <p:cNvCxnSpPr>
            <a:cxnSpLocks/>
            <a:stCxn id="163" idx="3"/>
            <a:endCxn id="160" idx="0"/>
          </p:cNvCxnSpPr>
          <p:nvPr/>
        </p:nvCxnSpPr>
        <p:spPr>
          <a:xfrm>
            <a:off x="3518119" y="3512679"/>
            <a:ext cx="2074369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061DF3B8-519D-623C-0350-A6BFDC3770A3}"/>
              </a:ext>
            </a:extLst>
          </p:cNvPr>
          <p:cNvCxnSpPr>
            <a:cxnSpLocks/>
            <a:stCxn id="2" idx="2"/>
            <a:endCxn id="157" idx="0"/>
          </p:cNvCxnSpPr>
          <p:nvPr/>
        </p:nvCxnSpPr>
        <p:spPr>
          <a:xfrm>
            <a:off x="4273463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D3239AD1-7508-7D7E-3352-E7FC30029B2B}"/>
              </a:ext>
            </a:extLst>
          </p:cNvPr>
          <p:cNvCxnSpPr>
            <a:cxnSpLocks/>
            <a:stCxn id="2" idx="1"/>
            <a:endCxn id="156" idx="3"/>
          </p:cNvCxnSpPr>
          <p:nvPr/>
        </p:nvCxnSpPr>
        <p:spPr>
          <a:xfrm flipH="1">
            <a:off x="3524157" y="2881557"/>
            <a:ext cx="179587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C869932-F078-43ED-C4A5-27AE56A1958D}"/>
              </a:ext>
            </a:extLst>
          </p:cNvPr>
          <p:cNvCxnSpPr>
            <a:cxnSpLocks/>
            <a:stCxn id="2" idx="2"/>
            <a:endCxn id="158" idx="0"/>
          </p:cNvCxnSpPr>
          <p:nvPr/>
        </p:nvCxnSpPr>
        <p:spPr>
          <a:xfrm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6424C1A-400A-1FB4-F90E-123A1BDAAF03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E65B4820-6AC7-2E10-0D3C-F40D276B2C72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96">
            <a:extLst>
              <a:ext uri="{FF2B5EF4-FFF2-40B4-BE49-F238E27FC236}">
                <a16:creationId xmlns:a16="http://schemas.microsoft.com/office/drawing/2014/main" id="{79FCE07D-DBAC-7162-E1AA-60AB9E4FEF15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D7F1D4F8-D5C6-698D-D7EB-706AB226BE50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18913A-C9D0-9E87-B054-6B09496A63EB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CD6E1DD8-DDAC-C51B-DA5A-68FE307668E4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D77D160-DD5B-133E-9E7C-9D1900C7DA7A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D0B2F4A5-3233-FE77-4B09-E56FBD9817D7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1C53AA9-FD5E-706C-6609-EEDC42D2FB6E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962728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717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D89A-EBD3-4BB1-1527-1AC6FF7E1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61C79DD-D070-E44B-FA70-1412031C4EDF}"/>
              </a:ext>
            </a:extLst>
          </p:cNvPr>
          <p:cNvSpPr/>
          <p:nvPr/>
        </p:nvSpPr>
        <p:spPr>
          <a:xfrm>
            <a:off x="5308092" y="3680816"/>
            <a:ext cx="341806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48F54752-620E-CDAB-2900-87AC6210663E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5498D119-79A6-87D6-7B7E-3AD2EC2CD64F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6C3FD77-64D5-B49E-926A-75B49BFBD04D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260B9A53-9573-54C9-D00D-3A801173E1C6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B8F11DCF-F33E-694D-C143-D1B5A995E8C3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04DB8336-1743-2FFB-9620-1C7C0114EC58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E11BF449-CF4B-5299-76E9-EE9AB3284EC4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0422E9B-D5EC-5A96-D348-9AF578F80A0A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9BB1768F-58E7-6FAF-4A9C-4DFD7FB1553F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0E6F8BBB-D229-702D-3DB0-869EEE422C22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1C66AFE6-F42E-9FEC-D307-F3F6BBF380BD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1FD41884-18BA-BCC6-8426-AB68B51BA007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1646DD35-35FF-C603-A62E-C66D466E3B57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5B386498-4C56-0B4E-630C-5E374F0A09CE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1F8AEA6-4EBE-5275-280A-C77D58AF8A78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74EF8BC0-F32E-6739-7B83-59AD1D49DEF4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C7BBA840-3664-642A-DE79-D551DCA3E2FF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B193FCB3-F965-C6EE-11C7-E14F2FA62DED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02390222-F60A-FD23-0A31-DC87D1596345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A447816-6574-A5A0-A095-BAF14720D180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9E5C7C35-9FB9-9974-BC5A-9716F4ABBADC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E6E2AB90-4141-53CA-DD6E-3FD6E08D7CD7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D9561F1D-A7B7-CC01-B640-175555758D2F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C005956-7FCD-29B5-1DD7-091CFFBD741B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883A6802-F9D9-1E9C-4D80-F3BE2B197EE9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616EF462-4C83-9B10-F0EF-14FA7F2EA7D0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447AFFD9-1BA4-BF57-1E6B-830BCEBEA500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F72C422C-0AE8-FE83-2AE1-55EA72D966D7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12433F05-02A4-A950-1B04-5F90B873D913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10BF1E59-FAFE-B2F9-3EAF-6F93694E96E5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D389063E-1DCE-0B3D-1C48-C3F111CACFC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41657D39-9E04-0E66-9813-5EFB5D81E10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0E06A584-0195-EE40-A07F-A46C91DBC824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AFE29DFA-48E2-F3D7-9D14-9CE8E9885101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4E2371E7-7B68-0DFA-21E5-E92BB05B8892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72D6DF2E-794C-7342-1A2E-72C78D9D5BB2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DC7297AF-DA33-00CF-8560-146BBE0A7990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661929DE-8A65-040B-FD8F-EEBD54094A59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CB406A66-E074-7C4D-6D87-925EFCAF31B0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9D55E24-4B28-6511-6B69-D94EC404A846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FF42ABDA-685D-2B19-17C2-EB2B91208F99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C58499F3-8F82-D6BB-08A2-037FE3196B37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5193F8A8-F34A-2571-3344-1EF7EE835F32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84A7467-11E5-DD82-5FFF-51FEE8BC9AF3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BD8BE9E2-A5A5-0DCE-CAFE-DF8441AD026A}"/>
              </a:ext>
            </a:extLst>
          </p:cNvPr>
          <p:cNvSpPr/>
          <p:nvPr/>
        </p:nvSpPr>
        <p:spPr>
          <a:xfrm>
            <a:off x="7477981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9CC2F681-56A1-A375-5194-D66E316A6F96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3AB0BDFF-93ED-F68C-8AA1-278A70873C37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3E0C4391-1755-5A86-69A6-59E3CEB21530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903232D-3CDA-6ED7-7FC3-8586AC02948F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1AB1BF2-8512-B43E-63BC-6B1E01238663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814665-436E-7634-4558-270B98EC83E4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678C6C64-66FE-6944-8A3B-E620B7E00FD5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EA9579B-ED15-042B-B373-407B93C53C6D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8921AA4F-5E37-4D75-1FB0-16AB10B562FB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3C2188B6-EEE3-AF0E-F4B1-99F5ABEB1A18}"/>
              </a:ext>
            </a:extLst>
          </p:cNvPr>
          <p:cNvSpPr/>
          <p:nvPr/>
        </p:nvSpPr>
        <p:spPr>
          <a:xfrm>
            <a:off x="747798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B84A154E-4A53-A58A-20B2-8598A30045DC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F51C8C76-2808-9980-7E44-23EF4CDCC4B7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484629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DEC88F9-86C9-43BF-4CAF-3698506A4AB3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15DDF925-75C5-28E0-6CB3-2932B49B63FB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221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78D5EDC-14FB-F9F8-26AC-E29E12E14050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55ECF469-7FD7-006E-F027-A76AA5812520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55749945-8DB2-1AAC-EF8A-B34ECDB3C18B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EF02FA56-67F4-A4A4-601A-98802FE615DA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5CC2A7E6-F95A-3C73-C37D-B700E497C405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544DAD05-847F-E9C6-F04B-3254B9C8F6C9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46B4AD75-FBA5-45FE-B7F6-D6CF1F88AB70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F2A98459-E694-DAAE-9F51-13836548B9DE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D6E65919-A73C-27E5-714E-489FA5A2AD32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9699753F-22A3-2E54-29C7-2D594660043E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C892CD38-7A94-CB04-48EC-2EC611765F5D}"/>
              </a:ext>
            </a:extLst>
          </p:cNvPr>
          <p:cNvCxnSpPr>
            <a:cxnSpLocks/>
            <a:stCxn id="45" idx="2"/>
            <a:endCxn id="127" idx="0"/>
          </p:cNvCxnSpPr>
          <p:nvPr/>
        </p:nvCxnSpPr>
        <p:spPr>
          <a:xfrm>
            <a:off x="6782335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76D370F-1256-FC77-5E54-7CFAB103E14D}"/>
              </a:ext>
            </a:extLst>
          </p:cNvPr>
          <p:cNvCxnSpPr>
            <a:cxnSpLocks/>
            <a:stCxn id="46" idx="2"/>
            <a:endCxn id="129" idx="0"/>
          </p:cNvCxnSpPr>
          <p:nvPr/>
        </p:nvCxnSpPr>
        <p:spPr>
          <a:xfrm>
            <a:off x="8047700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B13E2527-59EF-9953-096A-36F43105AD0D}"/>
              </a:ext>
            </a:extLst>
          </p:cNvPr>
          <p:cNvCxnSpPr>
            <a:cxnSpLocks/>
            <a:stCxn id="62" idx="2"/>
            <a:endCxn id="139" idx="0"/>
          </p:cNvCxnSpPr>
          <p:nvPr/>
        </p:nvCxnSpPr>
        <p:spPr>
          <a:xfrm>
            <a:off x="7165318" y="2334344"/>
            <a:ext cx="0" cy="12684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045FAF3A-A740-9E45-0D89-85714B271F53}"/>
              </a:ext>
            </a:extLst>
          </p:cNvPr>
          <p:cNvCxnSpPr>
            <a:cxnSpLocks/>
            <a:endCxn id="98" idx="0"/>
          </p:cNvCxnSpPr>
          <p:nvPr/>
        </p:nvCxnSpPr>
        <p:spPr>
          <a:xfrm>
            <a:off x="4517744" y="4149643"/>
            <a:ext cx="0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FEDBA35E-9689-DE7A-070B-945E16EEFB5C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3217625" y="4149643"/>
            <a:ext cx="1201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96">
            <a:extLst>
              <a:ext uri="{FF2B5EF4-FFF2-40B4-BE49-F238E27FC236}">
                <a16:creationId xmlns:a16="http://schemas.microsoft.com/office/drawing/2014/main" id="{971359AD-FF77-CDD5-05EC-61B78EFEA396}"/>
              </a:ext>
            </a:extLst>
          </p:cNvPr>
          <p:cNvCxnSpPr>
            <a:cxnSpLocks/>
            <a:stCxn id="70" idx="3"/>
            <a:endCxn id="100" idx="1"/>
          </p:cNvCxnSpPr>
          <p:nvPr/>
        </p:nvCxnSpPr>
        <p:spPr>
          <a:xfrm>
            <a:off x="2486813" y="3968966"/>
            <a:ext cx="109153" cy="29042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7E9574F7-6A96-56EE-F19B-771B5C53FA07}"/>
              </a:ext>
            </a:extLst>
          </p:cNvPr>
          <p:cNvCxnSpPr>
            <a:cxnSpLocks/>
            <a:stCxn id="80" idx="3"/>
            <a:endCxn id="102" idx="1"/>
          </p:cNvCxnSpPr>
          <p:nvPr/>
        </p:nvCxnSpPr>
        <p:spPr>
          <a:xfrm flipV="1">
            <a:off x="2495836" y="4259389"/>
            <a:ext cx="1401440" cy="19537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9712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655F-C25C-4F09-AA82-B3E6913D6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19DD04B-C6D0-6BAC-33B2-2ACED3F25406}"/>
              </a:ext>
            </a:extLst>
          </p:cNvPr>
          <p:cNvSpPr/>
          <p:nvPr/>
        </p:nvSpPr>
        <p:spPr>
          <a:xfrm>
            <a:off x="5308092" y="3680816"/>
            <a:ext cx="341806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16068941-3B10-E1D2-8BDE-EF6B58729BD4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5F74E71-8D1B-A5FD-D96B-D9CA41225043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7395B18B-339B-9CB9-6957-67928F7BFD29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48AD6FF4-346F-1FA3-6328-DA3DC834C525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A8D8A994-96FD-DA9D-3D09-DBA47C8CB89A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54B3BC9E-9C24-D1D4-6831-C0300650E8D8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B2A75D5A-C371-2DC5-997F-D8C20F061FD3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3DFC53C4-9E02-F3E9-131E-6F73BB99C495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484B8F7F-4E83-86DD-C334-9BBFF7489381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25E3568-9382-4254-9ACE-4426D3E6A236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FC6ED843-D23F-592F-0ABA-2A4792E11583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ABFF9202-069E-63A5-7FF0-400E27424CF9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7751106-5E51-8BBB-AEF5-DCBA571EE0F9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1D338AF6-4B49-D966-85B3-9E6779CC709E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7105D37-4C69-6755-7A93-3809EE633F0A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88B16D20-D553-DAD0-B162-64C4EC0BC3FE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40DE4739-A0CB-4D07-2234-F42E638A4CD2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9121A082-5009-94CB-015B-05C7A6B44859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4322130-BB68-9ECD-C9BB-58CEE3E43475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75C1093D-F96A-4179-3EEC-291EDAB4960D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3454637E-A9F3-7F08-29DD-C3DB575304B3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8843E5A2-69EC-7F34-1C6B-19A8D335DE6E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2EE6A453-2864-2CC9-656A-49B422CA0C40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FEC77F2-AB1C-562B-C51A-F1F725AD5EF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DD42E610-8132-BB9C-BE17-D9A0E05F3C48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88D5B927-DB6C-A317-E759-A5190C456EFE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A914A43A-1775-196E-EFEB-55F39CFC9BC0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BE660287-308E-CF7D-FA79-5F0848F161C1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976AFB33-1D03-CF3A-7C06-CBE84D335C8C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1111FB0-07A3-507A-7C23-8E7680CD9815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FF6414BB-C68E-6996-4EE9-EE95EB59AA9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DB487ABB-1240-2EE5-6132-7A6E46098B2B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8C1BDEE2-3B26-2354-5114-B20C3FD65C75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F7DC5537-84F4-3181-058F-F518C249A73C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9840CCED-3286-AEB3-D958-B2140368CE65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5B031913-621B-CE90-D08B-65631F081353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828D843F-7BA7-9EFA-7498-432963481751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4241FB87-7C0A-0A3B-C665-824170EAC134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9CC13A24-E1E8-CD53-2EA8-E176E874F467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E5787E08-3C39-C88E-752C-2126BAF4EDB6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BE1B1856-C5C9-75A8-AE2D-3760B164BFE4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861770CC-E958-EE81-4747-5A2AB74B70A7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8062FE38-CD95-119D-5C71-A4DD6B947551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7E967266-8CD1-4D83-105A-1DB842855644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B27E1BB6-DEA3-6DEE-420D-EE8C903DCD22}"/>
              </a:ext>
            </a:extLst>
          </p:cNvPr>
          <p:cNvSpPr/>
          <p:nvPr/>
        </p:nvSpPr>
        <p:spPr>
          <a:xfrm>
            <a:off x="7477981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BDF79A8F-87F9-0A9D-5C8F-0E4BB553037E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465DFC70-65A1-A24C-D5A4-773307818BDE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24BDF602-30BD-E01C-F246-E753FAC7BC12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16FB197B-1FD8-E219-9D73-A1E8BC1A0430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7A123F10-6F91-73E7-C32B-D9A547C22381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70F4203-8CCA-ACCD-08EA-062BCB887135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972D9E63-6FAD-2080-0955-5BAAE310E56C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3BE0C3-EAA0-8542-3894-6BF84209E6BA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817CF80D-B93E-96F0-C8DF-65023A2C3F74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0D3A0151-D6ED-D7F6-8422-C9A46E5AD620}"/>
              </a:ext>
            </a:extLst>
          </p:cNvPr>
          <p:cNvSpPr/>
          <p:nvPr/>
        </p:nvSpPr>
        <p:spPr>
          <a:xfrm>
            <a:off x="747798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17FF9D7C-3765-B03E-88FB-BA907BD5EEE1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1EA1574C-161D-D8B3-430E-0BB4D8A7878C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484629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C1F7336-7E8B-9597-E395-C9012B0E0FF7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F8939798-C336-ED6D-2A6A-74D602F06A92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221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1E4ADD56-61F6-B8C0-F584-3B16CE627D3E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9197150E-5B70-79DC-CE6F-F8E7191B59E1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495C49C6-804F-19BA-5212-57D247D43537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88D8EAF9-B585-94E9-6B24-DEDC25B14246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D101DC8F-286F-D64F-C9B0-BEEFC764D799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C6A0FDA9-8D51-71C1-4F93-D4C30ABD1AEE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39B622B1-4D37-C1EC-E302-B8EE32A3D4A4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152FD7B4-0C86-F2A8-E17C-36B7AEF932D1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90509003-178B-7E50-D596-CDE552220582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752321FA-B42A-70D6-71E9-15F7D1DFA2BC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FCCFDFBE-694A-1DA4-4842-A1F16EDA5941}"/>
              </a:ext>
            </a:extLst>
          </p:cNvPr>
          <p:cNvSpPr/>
          <p:nvPr/>
        </p:nvSpPr>
        <p:spPr>
          <a:xfrm>
            <a:off x="6156176" y="3749333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5" name="사각형: 둥근 모서리 70">
            <a:extLst>
              <a:ext uri="{FF2B5EF4-FFF2-40B4-BE49-F238E27FC236}">
                <a16:creationId xmlns:a16="http://schemas.microsoft.com/office/drawing/2014/main" id="{D2759954-7E4C-7606-2F5E-9D5B77484944}"/>
              </a:ext>
            </a:extLst>
          </p:cNvPr>
          <p:cNvSpPr/>
          <p:nvPr/>
        </p:nvSpPr>
        <p:spPr>
          <a:xfrm>
            <a:off x="7429065" y="3742055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235069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C3238-586F-D05B-B673-37D0C426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E4A09F-B495-67A7-1606-19B78BCDBC17}"/>
              </a:ext>
            </a:extLst>
          </p:cNvPr>
          <p:cNvSpPr/>
          <p:nvPr/>
        </p:nvSpPr>
        <p:spPr>
          <a:xfrm>
            <a:off x="4646192" y="3680817"/>
            <a:ext cx="3375798" cy="577858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8FC41D38-7998-E23F-8C07-22B6C5294FED}"/>
              </a:ext>
            </a:extLst>
          </p:cNvPr>
          <p:cNvSpPr/>
          <p:nvPr/>
        </p:nvSpPr>
        <p:spPr>
          <a:xfrm>
            <a:off x="832237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56628BF4-8A94-ECBF-4644-A0BD8E4DED49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C4866E56-F6C3-02FB-E0DF-1ADAD491BD1B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C5564739-182C-CC17-6789-F370C1A3BFF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4A938FD2-DDCD-FD00-1E98-A2CAB11400A7}"/>
              </a:ext>
            </a:extLst>
          </p:cNvPr>
          <p:cNvSpPr/>
          <p:nvPr/>
        </p:nvSpPr>
        <p:spPr>
          <a:xfrm>
            <a:off x="1784606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E5961CC0-ED86-FE65-572E-EE50E7C8C6AB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E4AF7055-4A57-DF6A-C637-67F514A0E7DA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D021F2F9-F8EE-897F-0D19-38E6D572BFA4}"/>
              </a:ext>
            </a:extLst>
          </p:cNvPr>
          <p:cNvSpPr/>
          <p:nvPr/>
        </p:nvSpPr>
        <p:spPr>
          <a:xfrm>
            <a:off x="3119396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94BF42F-0480-B293-7096-B722B2A140DD}"/>
              </a:ext>
            </a:extLst>
          </p:cNvPr>
          <p:cNvSpPr/>
          <p:nvPr/>
        </p:nvSpPr>
        <p:spPr>
          <a:xfrm>
            <a:off x="4358531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9C5963A4-822C-D8F1-E185-F210765640C3}"/>
              </a:ext>
            </a:extLst>
          </p:cNvPr>
          <p:cNvSpPr/>
          <p:nvPr/>
        </p:nvSpPr>
        <p:spPr>
          <a:xfrm>
            <a:off x="5597666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D27A6E0C-0476-1160-8729-56195B0CB4C1}"/>
              </a:ext>
            </a:extLst>
          </p:cNvPr>
          <p:cNvSpPr/>
          <p:nvPr/>
        </p:nvSpPr>
        <p:spPr>
          <a:xfrm>
            <a:off x="1880261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41D9C35E-25D7-2DB7-3FD1-3AAD42D15A19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2DC6BCAF-76D6-9306-CF14-17D85CEF1298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B4D1B5C6-05C5-DD1C-8B4C-50CFB0EDBA65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FD1CE189-FCA8-AF69-5B50-D779CAC99587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D4AD43E0-EDEF-ACC1-2AEF-4781C8A64868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CECA7F73-2353-07DD-FA7A-CC5F1DBBA867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03F5D08D-DFB0-E0E3-5E52-A97106BAB381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5AC20B64-A985-3B15-86D6-EFFF3254C3F9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0FFB9E96-19AA-E4FC-E35C-E6B5AACDEA25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A6F5E368-11BF-94DD-408A-BCEAA1A3F144}"/>
              </a:ext>
            </a:extLst>
          </p:cNvPr>
          <p:cNvSpPr/>
          <p:nvPr/>
        </p:nvSpPr>
        <p:spPr>
          <a:xfrm>
            <a:off x="3116074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60CF2175-CF49-1D51-2462-0C7D0503B00B}"/>
              </a:ext>
            </a:extLst>
          </p:cNvPr>
          <p:cNvSpPr/>
          <p:nvPr/>
        </p:nvSpPr>
        <p:spPr>
          <a:xfrm>
            <a:off x="3116074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24B3B729-E97C-37D4-53A2-102700F240AB}"/>
              </a:ext>
            </a:extLst>
          </p:cNvPr>
          <p:cNvSpPr/>
          <p:nvPr/>
        </p:nvSpPr>
        <p:spPr>
          <a:xfrm>
            <a:off x="3116074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D899285A-08E3-BD52-A577-5DBAA377E16D}"/>
              </a:ext>
            </a:extLst>
          </p:cNvPr>
          <p:cNvCxnSpPr>
            <a:cxnSpLocks/>
            <a:stCxn id="12" idx="2"/>
            <a:endCxn id="29" idx="0"/>
          </p:cNvCxnSpPr>
          <p:nvPr/>
        </p:nvCxnSpPr>
        <p:spPr>
          <a:xfrm>
            <a:off x="3087704" y="1274542"/>
            <a:ext cx="601411" cy="2525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36A28D46-BA36-68D8-C61E-1D779E5C6ADC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flipH="1">
            <a:off x="2449980" y="1274542"/>
            <a:ext cx="637724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32A473D6-7108-64BB-ED83-8CD78951FB3E}"/>
              </a:ext>
            </a:extLst>
          </p:cNvPr>
          <p:cNvCxnSpPr>
            <a:cxnSpLocks/>
            <a:stCxn id="34" idx="2"/>
            <a:endCxn id="30" idx="0"/>
          </p:cNvCxnSpPr>
          <p:nvPr/>
        </p:nvCxnSpPr>
        <p:spPr>
          <a:xfrm flipH="1">
            <a:off x="4928250" y="1274542"/>
            <a:ext cx="1434845" cy="2525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35D8071B-E4FB-D55C-2979-56AAE64927EF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flipH="1">
            <a:off x="6167385" y="1274542"/>
            <a:ext cx="1626155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CBE3839A-EA64-B498-0C05-919B4510B124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926589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EEF610B2-E9D4-7BE0-3F9F-DF7FE5BC8D35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926589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829B03F7-EFBF-1B35-7F5F-99FF83D480BB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689115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2585F489-4052-C63F-5624-1B374ABB89E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92658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5690E44D-371C-3487-9E6A-4E14054A7F68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92658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34A6C8C7-DB58-65BC-504B-F6BCFA7A9414}"/>
              </a:ext>
            </a:extLst>
          </p:cNvPr>
          <p:cNvSpPr/>
          <p:nvPr/>
        </p:nvSpPr>
        <p:spPr>
          <a:xfrm>
            <a:off x="1035475" y="3680815"/>
            <a:ext cx="3501563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C456EA38-870D-46B9-1742-1ADB0484D631}"/>
              </a:ext>
            </a:extLst>
          </p:cNvPr>
          <p:cNvSpPr/>
          <p:nvPr/>
        </p:nvSpPr>
        <p:spPr>
          <a:xfrm>
            <a:off x="198650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453F50E3-39E3-C492-9AFB-9A09256C1DBB}"/>
              </a:ext>
            </a:extLst>
          </p:cNvPr>
          <p:cNvSpPr/>
          <p:nvPr/>
        </p:nvSpPr>
        <p:spPr>
          <a:xfrm>
            <a:off x="3289323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C61D6BE7-C777-1B3D-A50B-69214D717038}"/>
              </a:ext>
            </a:extLst>
          </p:cNvPr>
          <p:cNvSpPr/>
          <p:nvPr/>
        </p:nvSpPr>
        <p:spPr>
          <a:xfrm>
            <a:off x="1987206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62E608A7-3153-0FF5-29A0-9E57B437EADC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449980" y="1888477"/>
            <a:ext cx="10574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4D93CE4D-BE01-EA17-8765-AB4938F5EBF7}"/>
              </a:ext>
            </a:extLst>
          </p:cNvPr>
          <p:cNvSpPr/>
          <p:nvPr/>
        </p:nvSpPr>
        <p:spPr>
          <a:xfrm>
            <a:off x="3286124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8D738498-864A-90D4-4BA9-BF02E18D60B3}"/>
              </a:ext>
            </a:extLst>
          </p:cNvPr>
          <p:cNvSpPr/>
          <p:nvPr/>
        </p:nvSpPr>
        <p:spPr>
          <a:xfrm>
            <a:off x="193406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599D7428-3FBC-E1B6-6668-7CCCB18EEBD4}"/>
              </a:ext>
            </a:extLst>
          </p:cNvPr>
          <p:cNvSpPr/>
          <p:nvPr/>
        </p:nvSpPr>
        <p:spPr>
          <a:xfrm>
            <a:off x="323537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6D734385-694A-65B0-52F5-F197512709AA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449980" y="1888477"/>
            <a:ext cx="140705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D958788-4C49-CC30-6297-5C4ED538DBA4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2556925" y="3408617"/>
            <a:ext cx="2369664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AF072659-A58F-4BDB-BB76-1FF3104585C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3855843" y="3408617"/>
            <a:ext cx="1070746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5C4AA4B6-AA71-ECFE-8882-4BE974DBC7F5}"/>
              </a:ext>
            </a:extLst>
          </p:cNvPr>
          <p:cNvSpPr/>
          <p:nvPr/>
        </p:nvSpPr>
        <p:spPr>
          <a:xfrm>
            <a:off x="5538700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66E7E831-3579-4B5A-C9E1-644AD16295AE}"/>
              </a:ext>
            </a:extLst>
          </p:cNvPr>
          <p:cNvSpPr/>
          <p:nvPr/>
        </p:nvSpPr>
        <p:spPr>
          <a:xfrm>
            <a:off x="6804065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58EF3278-9495-1774-2065-C9F91CD7CC41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926589" y="3408617"/>
            <a:ext cx="1181830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306472B2-BF29-ED88-DC68-85109484A9E1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926589" y="3408617"/>
            <a:ext cx="2447195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798E658F-8598-91F5-9BF5-2A9F62A8A950}"/>
              </a:ext>
            </a:extLst>
          </p:cNvPr>
          <p:cNvSpPr/>
          <p:nvPr/>
        </p:nvSpPr>
        <p:spPr>
          <a:xfrm>
            <a:off x="6959117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EBC0679D-7571-EB02-F979-290ADB26B8C0}"/>
              </a:ext>
            </a:extLst>
          </p:cNvPr>
          <p:cNvSpPr/>
          <p:nvPr/>
        </p:nvSpPr>
        <p:spPr>
          <a:xfrm>
            <a:off x="6959117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04436B04-AC26-4DB2-307B-3EFA69C5CB37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737104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588E610-AB0B-1B96-3CED-D962B3496878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737104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5343E79-C6F0-62C0-4D8D-7D1DCE4B7FF7}"/>
              </a:ext>
            </a:extLst>
          </p:cNvPr>
          <p:cNvCxnSpPr>
            <a:cxnSpLocks/>
          </p:cNvCxnSpPr>
          <p:nvPr/>
        </p:nvCxnSpPr>
        <p:spPr>
          <a:xfrm>
            <a:off x="4745313" y="4471935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9BE811-EC3B-C399-32E7-DED1B3C09E78}"/>
              </a:ext>
            </a:extLst>
          </p:cNvPr>
          <p:cNvSpPr txBox="1"/>
          <p:nvPr/>
        </p:nvSpPr>
        <p:spPr>
          <a:xfrm>
            <a:off x="5041056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BC22161B-E6B9-A429-9055-7FD923155C80}"/>
              </a:ext>
            </a:extLst>
          </p:cNvPr>
          <p:cNvCxnSpPr>
            <a:cxnSpLocks/>
          </p:cNvCxnSpPr>
          <p:nvPr/>
        </p:nvCxnSpPr>
        <p:spPr>
          <a:xfrm>
            <a:off x="5743511" y="4471935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9A239B4-9177-3282-233C-6EDE6140A506}"/>
              </a:ext>
            </a:extLst>
          </p:cNvPr>
          <p:cNvSpPr txBox="1"/>
          <p:nvPr/>
        </p:nvSpPr>
        <p:spPr>
          <a:xfrm>
            <a:off x="6039254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40422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CA1B-830C-3862-72F0-01177A31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DDDC4D6E-C61D-B7BF-5ADA-B85B2BADC730}"/>
              </a:ext>
            </a:extLst>
          </p:cNvPr>
          <p:cNvSpPr/>
          <p:nvPr/>
        </p:nvSpPr>
        <p:spPr>
          <a:xfrm>
            <a:off x="611560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F9059B5-6286-5B81-01C5-D04C9A2F114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B47F6114-BE76-0D40-DF7D-06DF127A8608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0371BC75-244B-90B3-BEF8-A39B79849A85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098002DC-E429-F31E-C2CC-F8553DED340F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ECD7285B-C4FB-3B74-9897-C7F8F1B4FDFA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65AD2836-4EF0-1BF0-9607-C8F767B218D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24CE27D-6FB8-3F3C-15C2-DAD4FAA5EC8F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EEFCEA47-7DAE-276B-9075-1ACC3AAE105C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3CDF43FA-4F5E-B67C-6FDC-AB408AFCD632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73996D9B-FD99-C563-DAC5-5B5891F187CA}"/>
              </a:ext>
            </a:extLst>
          </p:cNvPr>
          <p:cNvSpPr/>
          <p:nvPr/>
        </p:nvSpPr>
        <p:spPr>
          <a:xfrm>
            <a:off x="1592631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7FE2FB24-2C19-181A-F654-7C549042AD86}"/>
              </a:ext>
            </a:extLst>
          </p:cNvPr>
          <p:cNvSpPr/>
          <p:nvPr/>
        </p:nvSpPr>
        <p:spPr>
          <a:xfrm>
            <a:off x="2911656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B4D6C792-BA8C-98C2-A80F-2A41E8BCF7BC}"/>
              </a:ext>
            </a:extLst>
          </p:cNvPr>
          <p:cNvSpPr/>
          <p:nvPr/>
        </p:nvSpPr>
        <p:spPr>
          <a:xfrm>
            <a:off x="4230681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793F082A-79A6-06EF-301A-EC11D6BDA81C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291501"/>
            <a:ext cx="2462211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E7FCCD2C-3FF7-8D2F-3656-F13C94BDEFB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6A995EDE-B730-8CD2-EB22-88A4460C162D}"/>
              </a:ext>
            </a:extLst>
          </p:cNvPr>
          <p:cNvSpPr/>
          <p:nvPr/>
        </p:nvSpPr>
        <p:spPr>
          <a:xfrm>
            <a:off x="2911656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770C381-7789-6DAF-7676-C43014E69398}"/>
              </a:ext>
            </a:extLst>
          </p:cNvPr>
          <p:cNvSpPr/>
          <p:nvPr/>
        </p:nvSpPr>
        <p:spPr>
          <a:xfrm>
            <a:off x="4230681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108D13A-E3EA-0FBD-AB74-6F726AC56022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0556EAC-A019-B881-A133-33E1D0FACCF6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C5C35314-AC19-ABE7-1ADA-8F50CF9DED05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C0AC816F-B198-C85C-15EC-129EFF9F45B2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291501"/>
            <a:ext cx="3781236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DFCE5E5D-B29C-582F-CEBC-85C7EF6DD34A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294444"/>
            <a:ext cx="1319025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BC339A6-E568-9AB4-4931-04DA87689B00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294444"/>
            <a:ext cx="2638050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95E0DFF-7D58-7ACE-F973-7019A1C51729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168AC939-E772-E4AF-F0D9-83461B1CA447}"/>
              </a:ext>
            </a:extLst>
          </p:cNvPr>
          <p:cNvSpPr/>
          <p:nvPr/>
        </p:nvSpPr>
        <p:spPr>
          <a:xfrm>
            <a:off x="1586593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ADC72ED6-B56D-03DC-E493-4CC65B6399BC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82375C11-2296-3AC3-E363-7E9C52CABF65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1236" cy="28062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093DDD83-D03E-0046-F587-A85351843BFE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0" name="사각형: 둥근 모서리 12">
            <a:extLst>
              <a:ext uri="{FF2B5EF4-FFF2-40B4-BE49-F238E27FC236}">
                <a16:creationId xmlns:a16="http://schemas.microsoft.com/office/drawing/2014/main" id="{E563E958-9273-C220-3E5F-12FF44A1B7C3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1234458F-B8AD-0F7C-3AE6-50D3AE962A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BE684341-9968-CA48-26F2-23B885C1A4ED}"/>
              </a:ext>
            </a:extLst>
          </p:cNvPr>
          <p:cNvCxnSpPr>
            <a:cxnSpLocks/>
            <a:stCxn id="100" idx="0"/>
            <a:endCxn id="92" idx="2"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8F3C01E5-8B45-EBE5-EF43-4A185318E789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9" name="직선 화살표 연결선 96">
            <a:extLst>
              <a:ext uri="{FF2B5EF4-FFF2-40B4-BE49-F238E27FC236}">
                <a16:creationId xmlns:a16="http://schemas.microsoft.com/office/drawing/2014/main" id="{B518C148-F574-743E-B816-592A767D3965}"/>
              </a:ext>
            </a:extLst>
          </p:cNvPr>
          <p:cNvCxnSpPr>
            <a:cxnSpLocks/>
            <a:stCxn id="10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96">
            <a:extLst>
              <a:ext uri="{FF2B5EF4-FFF2-40B4-BE49-F238E27FC236}">
                <a16:creationId xmlns:a16="http://schemas.microsoft.com/office/drawing/2014/main" id="{C9B1238E-8B56-6AC0-841F-5D430DB30F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6425968" y="1528840"/>
            <a:ext cx="213783" cy="2580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2">
            <a:extLst>
              <a:ext uri="{FF2B5EF4-FFF2-40B4-BE49-F238E27FC236}">
                <a16:creationId xmlns:a16="http://schemas.microsoft.com/office/drawing/2014/main" id="{88160030-5CC9-A9C6-212C-E8F3DF7719A1}"/>
              </a:ext>
            </a:extLst>
          </p:cNvPr>
          <p:cNvSpPr/>
          <p:nvPr/>
        </p:nvSpPr>
        <p:spPr>
          <a:xfrm>
            <a:off x="4230681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5AE66530-C4B7-CE3D-B333-C558EA324EBD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51094" y="1786866"/>
            <a:ext cx="255599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96">
            <a:extLst>
              <a:ext uri="{FF2B5EF4-FFF2-40B4-BE49-F238E27FC236}">
                <a16:creationId xmlns:a16="http://schemas.microsoft.com/office/drawing/2014/main" id="{348A9189-ED2D-7AE6-6CDF-0A7608D9208E}"/>
              </a:ext>
            </a:extLst>
          </p:cNvPr>
          <p:cNvCxnSpPr>
            <a:cxnSpLocks/>
            <a:stCxn id="116" idx="0"/>
            <a:endCxn id="100" idx="1"/>
          </p:cNvCxnSpPr>
          <p:nvPr/>
        </p:nvCxnSpPr>
        <p:spPr>
          <a:xfrm flipV="1">
            <a:off x="4800400" y="1496645"/>
            <a:ext cx="486130" cy="11742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96">
            <a:extLst>
              <a:ext uri="{FF2B5EF4-FFF2-40B4-BE49-F238E27FC236}">
                <a16:creationId xmlns:a16="http://schemas.microsoft.com/office/drawing/2014/main" id="{EE7EA42C-DDC6-ECD5-CC21-A6508B02AF4E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>
            <a:off x="4800400" y="3113682"/>
            <a:ext cx="0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96">
            <a:extLst>
              <a:ext uri="{FF2B5EF4-FFF2-40B4-BE49-F238E27FC236}">
                <a16:creationId xmlns:a16="http://schemas.microsoft.com/office/drawing/2014/main" id="{5D9A04A1-5FA9-A2DF-4B16-C90C7035535C}"/>
              </a:ext>
            </a:extLst>
          </p:cNvPr>
          <p:cNvCxnSpPr>
            <a:cxnSpLocks/>
            <a:stCxn id="116" idx="2"/>
            <a:endCxn id="17" idx="0"/>
          </p:cNvCxnSpPr>
          <p:nvPr/>
        </p:nvCxnSpPr>
        <p:spPr>
          <a:xfrm flipH="1">
            <a:off x="3481375" y="3113682"/>
            <a:ext cx="1319025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2">
            <a:extLst>
              <a:ext uri="{FF2B5EF4-FFF2-40B4-BE49-F238E27FC236}">
                <a16:creationId xmlns:a16="http://schemas.microsoft.com/office/drawing/2014/main" id="{BF04F991-9993-C76E-2A86-939109A6A345}"/>
              </a:ext>
            </a:extLst>
          </p:cNvPr>
          <p:cNvSpPr/>
          <p:nvPr/>
        </p:nvSpPr>
        <p:spPr>
          <a:xfrm>
            <a:off x="2911655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545062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5A05C-45EA-9900-A4BD-8CCB325E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511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91DB8-04CA-429B-20DF-87F677F1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217CA547-9390-C960-2E1F-89BDCA3BB304}"/>
              </a:ext>
            </a:extLst>
          </p:cNvPr>
          <p:cNvSpPr/>
          <p:nvPr/>
        </p:nvSpPr>
        <p:spPr>
          <a:xfrm>
            <a:off x="611560" y="2255819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26E73BD-5270-1C50-7327-6629F1518FB4}"/>
              </a:ext>
            </a:extLst>
          </p:cNvPr>
          <p:cNvSpPr/>
          <p:nvPr/>
        </p:nvSpPr>
        <p:spPr>
          <a:xfrm>
            <a:off x="611560" y="907927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1497846-7ECF-91A2-F692-D0A093F0395F}"/>
              </a:ext>
            </a:extLst>
          </p:cNvPr>
          <p:cNvSpPr/>
          <p:nvPr/>
        </p:nvSpPr>
        <p:spPr>
          <a:xfrm>
            <a:off x="1592631" y="159078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3BE9FB9-2A4A-9435-DEC6-FA6E0757CFE7}"/>
              </a:ext>
            </a:extLst>
          </p:cNvPr>
          <p:cNvSpPr/>
          <p:nvPr/>
        </p:nvSpPr>
        <p:spPr>
          <a:xfrm>
            <a:off x="1592631" y="101471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4D475250-D7CD-776B-A229-C15E17591F90}"/>
              </a:ext>
            </a:extLst>
          </p:cNvPr>
          <p:cNvSpPr/>
          <p:nvPr/>
        </p:nvSpPr>
        <p:spPr>
          <a:xfrm>
            <a:off x="2911656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80F08CA1-2796-BB2B-725F-A67ACAD1373A}"/>
              </a:ext>
            </a:extLst>
          </p:cNvPr>
          <p:cNvSpPr/>
          <p:nvPr/>
        </p:nvSpPr>
        <p:spPr>
          <a:xfrm>
            <a:off x="4302139" y="907927"/>
            <a:ext cx="3438213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E6A33ECD-D3A0-F84D-616E-AA7EFF0D4612}"/>
              </a:ext>
            </a:extLst>
          </p:cNvPr>
          <p:cNvSpPr/>
          <p:nvPr/>
        </p:nvSpPr>
        <p:spPr>
          <a:xfrm>
            <a:off x="5253870" y="1015401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F1BBE2-C562-2404-2288-873F5863F906}"/>
              </a:ext>
            </a:extLst>
          </p:cNvPr>
          <p:cNvSpPr/>
          <p:nvPr/>
        </p:nvSpPr>
        <p:spPr>
          <a:xfrm>
            <a:off x="5253870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648CF335-0AE3-C94A-810B-DD4421CD6B67}"/>
              </a:ext>
            </a:extLst>
          </p:cNvPr>
          <p:cNvSpPr/>
          <p:nvPr/>
        </p:nvSpPr>
        <p:spPr>
          <a:xfrm>
            <a:off x="5200729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8AF4DED-7F3F-DA0D-BEAF-CC0AE2223DFE}"/>
              </a:ext>
            </a:extLst>
          </p:cNvPr>
          <p:cNvSpPr/>
          <p:nvPr/>
        </p:nvSpPr>
        <p:spPr>
          <a:xfrm>
            <a:off x="1540691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0C2B656F-F37B-3886-220C-67D7D466DC5E}"/>
              </a:ext>
            </a:extLst>
          </p:cNvPr>
          <p:cNvSpPr/>
          <p:nvPr/>
        </p:nvSpPr>
        <p:spPr>
          <a:xfrm>
            <a:off x="1592631" y="234423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7A4C91-0BE6-0A98-0852-0D73715FDF65}"/>
              </a:ext>
            </a:extLst>
          </p:cNvPr>
          <p:cNvSpPr/>
          <p:nvPr/>
        </p:nvSpPr>
        <p:spPr>
          <a:xfrm>
            <a:off x="2911656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CEBFD38C-6A1E-C36A-20A1-A07C946630B4}"/>
              </a:ext>
            </a:extLst>
          </p:cNvPr>
          <p:cNvSpPr/>
          <p:nvPr/>
        </p:nvSpPr>
        <p:spPr>
          <a:xfrm>
            <a:off x="4230681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A0D51A77-913D-3891-3307-2F668E6779D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030628"/>
            <a:ext cx="1023189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A98CA5FA-5F5A-7D38-F141-DEAB00C367BA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457507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2EE97F73-984B-6E1A-0250-D9F926C3642B}"/>
              </a:ext>
            </a:extLst>
          </p:cNvPr>
          <p:cNvSpPr/>
          <p:nvPr/>
        </p:nvSpPr>
        <p:spPr>
          <a:xfrm>
            <a:off x="2911656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0A15E473-15AD-059F-F708-D5471275D038}"/>
              </a:ext>
            </a:extLst>
          </p:cNvPr>
          <p:cNvSpPr/>
          <p:nvPr/>
        </p:nvSpPr>
        <p:spPr>
          <a:xfrm>
            <a:off x="4230681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3CFF7EA-8F59-90D4-5BF1-B8C53D12F05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93A9A17-1C56-8A37-219B-1B8174D7253F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E5A10BD0-8D16-A189-06A8-C06379B40A34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1457507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F73CDF7F-C3E1-CB87-18AE-0A3B7515BD7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030628"/>
            <a:ext cx="2342214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F15ADC6C-DC85-DE92-78E3-721EAD370BBB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033571"/>
            <a:ext cx="1319025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1D25359-564D-C88F-09E6-7EF3D2ABD362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033571"/>
            <a:ext cx="2638050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83E587DA-D491-BBD6-0626-4268417F400A}"/>
              </a:ext>
            </a:extLst>
          </p:cNvPr>
          <p:cNvSpPr/>
          <p:nvPr/>
        </p:nvSpPr>
        <p:spPr>
          <a:xfrm>
            <a:off x="2911656" y="35109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EC6C2D51-16CD-DFCE-BD91-0DFBF62F8CE6}"/>
              </a:ext>
            </a:extLst>
          </p:cNvPr>
          <p:cNvSpPr/>
          <p:nvPr/>
        </p:nvSpPr>
        <p:spPr>
          <a:xfrm>
            <a:off x="1586593" y="297535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C09FE56C-1AD8-3FF2-BC76-B11C92B921D8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793887"/>
            <a:ext cx="1319025" cy="2208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935D74F9-536D-BD44-B4A2-65D8DE260C50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793887"/>
            <a:ext cx="2342214" cy="22151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343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F54A-510F-67C3-CA25-9806348B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B2CD23D-E209-F101-AEEB-841392A3B5AF}"/>
              </a:ext>
            </a:extLst>
          </p:cNvPr>
          <p:cNvSpPr/>
          <p:nvPr/>
        </p:nvSpPr>
        <p:spPr>
          <a:xfrm>
            <a:off x="611560" y="1896533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1E633A-C048-45DC-3DA2-3221357AEB35}"/>
              </a:ext>
            </a:extLst>
          </p:cNvPr>
          <p:cNvSpPr/>
          <p:nvPr/>
        </p:nvSpPr>
        <p:spPr>
          <a:xfrm>
            <a:off x="611560" y="448734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842FE5-76EF-0044-BC3D-CA6E0C36DDF6}"/>
              </a:ext>
            </a:extLst>
          </p:cNvPr>
          <p:cNvSpPr/>
          <p:nvPr/>
        </p:nvSpPr>
        <p:spPr>
          <a:xfrm>
            <a:off x="1592631" y="113159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3DEAEC2-57EE-5F7C-16E2-0E09EF72F9A0}"/>
              </a:ext>
            </a:extLst>
          </p:cNvPr>
          <p:cNvSpPr/>
          <p:nvPr/>
        </p:nvSpPr>
        <p:spPr>
          <a:xfrm>
            <a:off x="1592631" y="55552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E4942F3-FB83-F470-DEBA-2CF97D7DAEF7}"/>
              </a:ext>
            </a:extLst>
          </p:cNvPr>
          <p:cNvSpPr/>
          <p:nvPr/>
        </p:nvSpPr>
        <p:spPr>
          <a:xfrm>
            <a:off x="2911656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17256E5-96A0-9F6D-C5F4-E736FB29356B}"/>
              </a:ext>
            </a:extLst>
          </p:cNvPr>
          <p:cNvSpPr/>
          <p:nvPr/>
        </p:nvSpPr>
        <p:spPr>
          <a:xfrm>
            <a:off x="4302140" y="448734"/>
            <a:ext cx="2214076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12699B76-C9BC-FE66-CAC7-BF421457532D}"/>
              </a:ext>
            </a:extLst>
          </p:cNvPr>
          <p:cNvSpPr/>
          <p:nvPr/>
        </p:nvSpPr>
        <p:spPr>
          <a:xfrm>
            <a:off x="5253870" y="556208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10FD4E-0E2B-32A0-294B-5E117E21C8D7}"/>
              </a:ext>
            </a:extLst>
          </p:cNvPr>
          <p:cNvSpPr/>
          <p:nvPr/>
        </p:nvSpPr>
        <p:spPr>
          <a:xfrm>
            <a:off x="5253870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138A34D9-9410-254A-4BA0-6A16F7991CC6}"/>
              </a:ext>
            </a:extLst>
          </p:cNvPr>
          <p:cNvSpPr/>
          <p:nvPr/>
        </p:nvSpPr>
        <p:spPr>
          <a:xfrm>
            <a:off x="5200729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5EBD9CD4-911E-F46A-8AB0-9BD245F46DCD}"/>
              </a:ext>
            </a:extLst>
          </p:cNvPr>
          <p:cNvSpPr/>
          <p:nvPr/>
        </p:nvSpPr>
        <p:spPr>
          <a:xfrm>
            <a:off x="1540691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AF3F47ED-1CA0-D299-1B09-F0FE7E26235C}"/>
              </a:ext>
            </a:extLst>
          </p:cNvPr>
          <p:cNvSpPr/>
          <p:nvPr/>
        </p:nvSpPr>
        <p:spPr>
          <a:xfrm>
            <a:off x="1592631" y="19849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EA564FB-87F2-C2DC-85F5-8909A1034303}"/>
              </a:ext>
            </a:extLst>
          </p:cNvPr>
          <p:cNvSpPr/>
          <p:nvPr/>
        </p:nvSpPr>
        <p:spPr>
          <a:xfrm>
            <a:off x="2911656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E0D2BB85-29BC-29B4-8576-A39C3560AAAB}"/>
              </a:ext>
            </a:extLst>
          </p:cNvPr>
          <p:cNvSpPr/>
          <p:nvPr/>
        </p:nvSpPr>
        <p:spPr>
          <a:xfrm>
            <a:off x="4230681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9D2ED38E-0A5A-8741-9B33-C5F5D1C9AC79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2162350" y="1571435"/>
            <a:ext cx="3661239" cy="4135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18AC181-63DF-5217-17B1-16862B16AF19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2162350" y="2427734"/>
            <a:ext cx="2638050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85D28D3C-6639-7067-6FBB-4BD4E4F4D14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2162350" y="2427734"/>
            <a:ext cx="1319025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5D24484D-F522-29BB-EFB7-7B56D2E410EA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2162350" y="1574378"/>
            <a:ext cx="0" cy="4105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01C2A71-0C80-2980-0EF1-F318D54A076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998314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F7D2F2CF-586D-8CDE-DD84-B84E88CC1596}"/>
              </a:ext>
            </a:extLst>
          </p:cNvPr>
          <p:cNvSpPr/>
          <p:nvPr/>
        </p:nvSpPr>
        <p:spPr>
          <a:xfrm>
            <a:off x="2911656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F110367-5D8C-F90F-A94E-2A499D41033C}"/>
              </a:ext>
            </a:extLst>
          </p:cNvPr>
          <p:cNvSpPr/>
          <p:nvPr/>
        </p:nvSpPr>
        <p:spPr>
          <a:xfrm>
            <a:off x="4230681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AB4A642-6E90-04A7-0A03-C5976AD2779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D829A975-13B5-16A0-CA40-C7A96D2C052A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0C15C83B-8110-C4E1-9DCF-94DEFE04954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998314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010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57F9-7525-B46F-8595-F5731BDE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4D5C97-F71C-6034-C575-23035B4FB6B5}"/>
              </a:ext>
            </a:extLst>
          </p:cNvPr>
          <p:cNvSpPr/>
          <p:nvPr/>
        </p:nvSpPr>
        <p:spPr>
          <a:xfrm>
            <a:off x="5580112" y="3363838"/>
            <a:ext cx="2880320" cy="1368152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93CEED53-233F-6A0E-E9C0-607A9BE82867}"/>
              </a:ext>
            </a:extLst>
          </p:cNvPr>
          <p:cNvSpPr/>
          <p:nvPr/>
        </p:nvSpPr>
        <p:spPr>
          <a:xfrm>
            <a:off x="3059832" y="267493"/>
            <a:ext cx="4608512" cy="1987075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F46EB1B-19A3-A2FC-99EA-6B4A4B9B34EF}"/>
              </a:ext>
            </a:extLst>
          </p:cNvPr>
          <p:cNvSpPr/>
          <p:nvPr/>
        </p:nvSpPr>
        <p:spPr>
          <a:xfrm>
            <a:off x="251520" y="267494"/>
            <a:ext cx="2608918" cy="2874714"/>
          </a:xfrm>
          <a:prstGeom prst="roundRect">
            <a:avLst>
              <a:gd name="adj" fmla="val 6280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DA3094E-5216-DAFF-9FBB-126970FE2888}"/>
              </a:ext>
            </a:extLst>
          </p:cNvPr>
          <p:cNvSpPr/>
          <p:nvPr/>
        </p:nvSpPr>
        <p:spPr>
          <a:xfrm>
            <a:off x="986260" y="356087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5DBCB92-98EA-723D-4B7A-10E61A9955FB}"/>
              </a:ext>
            </a:extLst>
          </p:cNvPr>
          <p:cNvSpPr/>
          <p:nvPr/>
        </p:nvSpPr>
        <p:spPr>
          <a:xfrm>
            <a:off x="364616" y="124782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758AE22E-73A7-34AA-9B1F-BBFDE259B8D1}"/>
              </a:ext>
            </a:extLst>
          </p:cNvPr>
          <p:cNvSpPr/>
          <p:nvPr/>
        </p:nvSpPr>
        <p:spPr>
          <a:xfrm>
            <a:off x="364616" y="18030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7BD4B9D-C36F-706F-E82C-034A50DF483E}"/>
              </a:ext>
            </a:extLst>
          </p:cNvPr>
          <p:cNvSpPr/>
          <p:nvPr/>
        </p:nvSpPr>
        <p:spPr>
          <a:xfrm>
            <a:off x="1620604" y="18086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F5F0538-6710-0DAF-23F8-D54E84EA8C42}"/>
              </a:ext>
            </a:extLst>
          </p:cNvPr>
          <p:cNvSpPr/>
          <p:nvPr/>
        </p:nvSpPr>
        <p:spPr>
          <a:xfrm>
            <a:off x="364616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9E027C2-7D53-8D8A-5A15-E1539FF7B8CF}"/>
              </a:ext>
            </a:extLst>
          </p:cNvPr>
          <p:cNvSpPr/>
          <p:nvPr/>
        </p:nvSpPr>
        <p:spPr>
          <a:xfrm>
            <a:off x="1620604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8374CF0-058A-299E-0BC7-6E999D727D00}"/>
              </a:ext>
            </a:extLst>
          </p:cNvPr>
          <p:cNvSpPr/>
          <p:nvPr/>
        </p:nvSpPr>
        <p:spPr>
          <a:xfrm>
            <a:off x="1620604" y="124782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B125035-39F8-68DA-444F-18D54D76A50F}"/>
              </a:ext>
            </a:extLst>
          </p:cNvPr>
          <p:cNvSpPr/>
          <p:nvPr/>
        </p:nvSpPr>
        <p:spPr>
          <a:xfrm>
            <a:off x="3203848" y="611859"/>
            <a:ext cx="5051330" cy="1527843"/>
          </a:xfrm>
          <a:prstGeom prst="roundRect">
            <a:avLst>
              <a:gd name="adj" fmla="val 857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BDAE1FF-7872-F46E-4577-1DF8937322FA}"/>
              </a:ext>
            </a:extLst>
          </p:cNvPr>
          <p:cNvSpPr/>
          <p:nvPr/>
        </p:nvSpPr>
        <p:spPr>
          <a:xfrm>
            <a:off x="4538638" y="7214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14898B4-D74C-56F0-8920-D520D42666CB}"/>
              </a:ext>
            </a:extLst>
          </p:cNvPr>
          <p:cNvSpPr/>
          <p:nvPr/>
        </p:nvSpPr>
        <p:spPr>
          <a:xfrm>
            <a:off x="5777773" y="72142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C67D12CC-85A4-EEC9-5A80-101D252026DF}"/>
              </a:ext>
            </a:extLst>
          </p:cNvPr>
          <p:cNvSpPr/>
          <p:nvPr/>
        </p:nvSpPr>
        <p:spPr>
          <a:xfrm>
            <a:off x="7016908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A6B5F0B2-0F3E-02C6-8CD3-00F3ABE6EFE0}"/>
              </a:ext>
            </a:extLst>
          </p:cNvPr>
          <p:cNvSpPr/>
          <p:nvPr/>
        </p:nvSpPr>
        <p:spPr>
          <a:xfrm>
            <a:off x="3301524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223867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38E-B7F9-A744-319C-9517CC13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9EFD680A-7587-F42D-6458-FE279FE4EFB3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84BFE2DA-0DFB-9807-B0BE-901AAD50146A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A2F227FF-6FD7-7013-B2F7-5FE8635BF197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31D30BE-39BA-CF43-7E34-812FE651E33E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EAEB97A0-C060-3797-A37B-3A14DB3DC5F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DCEF51F-70BE-C7F2-8C2B-E07E88DCC7BD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ADD21830-1978-9716-5C83-D503339569A3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2F27FFD2-C981-7741-EAB8-E3CC2F4337A0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04DC4C-BEF4-9F30-D347-F66C1AD39D5D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8FFADBB-95F2-3940-BFB9-8811FE12F2E5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4EA9A61-19CF-A415-E26F-4EAFE7C5A447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3B497E2-FBEB-4A2A-8215-4F5F89F10B02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F96BB30F-8013-6917-3287-F71B8A4955C1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03EC2A3E-26F5-9355-4DEF-64A3A2AD5179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38C3D893-9E3C-A5D5-56F4-AF8AAA8DB39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0384CE22-D684-4023-A793-885A9763DF6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6930A7D-5EB7-5FD3-4FC6-CF861C1BBDA2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3D1A2E0A-84D7-331C-617A-DF2AE07CFC38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A7EDC53-381A-96A8-779C-F5D997F3D14C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EB96FA15-BF2D-437D-EB6F-6EC58C844BCF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5B89A2FD-5D99-7281-AA6F-CAC368A903EC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2CEB00BE-1A1F-01A4-C82C-3B3FBB4D5310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790F6168-8BC7-43DB-05BF-6005E86FD48B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F71456EE-F50A-E50F-2776-C06B2A68AB0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3D29B0FA-02CA-345F-9889-773FD94F087A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BBF9B658-D358-F7D2-7A1B-ECEBA47A84CA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ED5C6333-E9E4-D31A-95EB-30A7BE5EDADE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1CABD05F-AFF9-53EB-CAC3-5D41BC4CD7FE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78558C94-1C9C-220E-0F8B-D623394F2557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6AA5B075-9396-3EDA-5D6E-C44CB0840581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62BE5D10-8762-1350-49E8-B58E63440310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6A422107-D30E-CCD2-41D0-E44F14649CD8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86E9EB64-9F2F-E167-271A-27D17D417619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FDE4D0C-874C-B033-9061-62E3B84E3C57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1B9D28CC-6F39-98B0-7690-D6564960B6BF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AED208B3-F4FB-3FED-DE61-0AA6E495259C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7A26AA1A-5A40-4CD0-5797-8A620C71E9BF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11FC039A-4E4D-58FD-93BA-33747232FB5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8AB0D666-DE7C-90A0-B16D-6AFF35960296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CB0076B6-87A5-CBE1-51C9-D746FD5A2C61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29A78AF-EA14-FD8D-6B9E-E4ED3AC6D2EE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4682D718-81BA-9D50-DAAF-C41B2A8BB8F5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DEBCD456-A163-2466-F936-0BEC7FDA068A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AF86BC7E-BBFB-C08A-13EB-8D062F9C817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C778E6E3-155C-2B3C-A412-E7F883E45707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AD9625BD-D3C2-D576-741D-D16887E5A6F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AAE2936-0B69-FDD5-6BCB-A7DA14A8B2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32DEFF31-533F-FC5C-530D-899C69FE8A4F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5C2236D-B30F-52B8-EE1B-D557D8B20245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8F32F4C5-E9C6-C0E0-8B03-E1CA9BFC3381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16A84568-2E1D-7795-04DA-0E50C41DF7E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746AC063-BD48-81A7-B991-1815CAA0359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0C361C4C-35CE-C65E-7FAB-CE6E4F45045C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DBB4D40-617E-DF4F-B05C-9ECF605CD4B5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D8FF50B-B6D9-9A20-8398-128DC33FBC86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9FF3F387-7D0A-6040-E218-5678A507DA12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6266F0E-F76D-EE71-1817-6154F7C0C843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7B75A541-3FE2-1958-EB0E-31FA2AD816B9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97F07993-CD40-C9BC-1F1A-9409085A38BA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5FDB22C0-3E98-E7AD-CDB1-02587E621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0590BF2-558C-DCF8-6C1F-202126A136A5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7AE7DC9-4F18-E4BC-FBBF-468EDA38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B59CBA1-ECE6-D2E0-A39D-EF87C6ACF13B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4BEF61D5-CBBB-8317-39DF-12DE42A78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5464C3F6-C12B-7AFE-FD25-89EAC7EB6680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338504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59BC1-5116-6055-CADF-0D26579E0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8C404C4A-E7DE-7E70-0BAF-3AA53AE519B8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C9DE4E98-26B3-3433-FE04-3C006A7E503F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2DD745D-B22C-7174-2952-668BFAEFFD09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F6FE35F-A5AC-1C2D-F13B-291128067207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F4C5305-35CC-478F-635D-29DA3394579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4488AA37-7E4F-64AF-F2F0-43E527EACE28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C4BAEE8B-D7B4-7537-D969-4714E55EF08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057E9180-BAA8-0DA2-9B2F-A7C6115578AF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E78010D-9B29-5834-0A66-CAB3E9C2A171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EB4C84D-2FBB-0CBA-9952-9770E5A6B0F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972F5A4-FC02-DBCA-C30C-6DD9D0423D2B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30136B58-96C7-83F0-903C-18B9E710B444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C8DBF62B-619B-B28A-B612-CF57535A7ADB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286E231A-1A74-CD62-0886-01B8619EC4A6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4303FE27-A5F9-7234-8C0E-68F5998FB87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AB14E79E-9C4B-6024-726B-2101AB41AE7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13E130F4-7ACB-AD5E-C61A-06AD4D08CB5E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4D959966-EADE-913D-E156-0E3F6ABC939F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8F4A0FCC-33C4-1514-0870-A03825934CDA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3916907-C300-A4C9-4AFD-96DEFF4E2383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E7069A6E-DE9C-776E-3661-5A8D02001D90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039D7C3D-D517-D449-6C7C-CD8AB1716D12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0A1D57F5-1701-363D-DA0D-EBC1DD860FAF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7D37192F-8173-CD29-A75E-37CCD30AD867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3CA6001-C3C3-269C-E299-09E3070453CE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32377B34-F481-F306-07F2-535A1C8D2BD8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0169FF9F-6AAB-9C26-2E21-F8EC47CD05C1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E06B2269-5E01-F836-5FE4-9863249C24C1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A212A38-CE56-7108-08E0-77115411103B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C2F6F671-3ED5-0CD7-FB78-0CAEB3D4F0D0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88B8C75-589D-A723-A446-3F1AD2601FAA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3771F3DB-00AA-248C-B160-45BC9D0210C7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7835F091-D89F-7C78-CE99-E615AD8DC761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39B0ADC7-C68E-EFEF-3066-6A69EA59DA6C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D063C1F5-8DCA-6989-CCAF-915042EE306A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B7EAAC2-3A01-CC20-FC37-8D07B323844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4ADED609-0D1B-34A1-9B1A-DEEFBDDD40B0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089A3E45-879D-2084-FCC9-6A756BC147C7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D5E4C156-2924-1469-9513-3ED23ADAEAFA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016E390F-270D-0BAC-0D7F-07A41F5F74B3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63D2F3CD-2B69-B648-2B79-0A7170E49949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10C5E27A-0003-101D-78D6-D24448C6A56C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18FA0FA-800B-EC36-2291-CF8624DB8B2B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B7FC2968-C640-B0A5-8776-2AE20D583595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2A820F4C-045A-3012-81AD-9F3A88EB62D8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36334018-7EEE-C7EF-CE83-52A797827B9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2D6BE76-251B-F2BA-5601-42D213B34102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6DFDE6A3-CCE7-6701-A3DE-A3DF9D352C34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010B76B9-CDC3-B484-9AB4-A9480E677724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3B477A6F-C2C8-DBC7-DEFD-313D8C9266B0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EDC8C31-5602-95CE-F551-67A521687333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F8183C1-0EA0-5610-EE28-F7058583A7EA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1CF52026-8D21-E343-DE7B-92D6C570BF20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5A29602-DCF6-1355-7EC1-6681EC55D548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C5581BB4-E7BA-3925-0309-D8457D751729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23A338A7-E443-6675-E136-A5864795C2D7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CD2F31C7-C57F-4618-03E3-45289F7556DE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601BE79-C982-04D7-9078-31B371384C38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8F696A-D44E-B20D-08D0-2C9B2953EEFE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FE875617-7945-4823-18ED-A9D76C15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53B3A3E2-0795-B92D-1F91-065FD01C3E0D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74DC0714-8C5A-A7F4-48CC-2DBB9E468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CECC181-FC3B-1237-C8F1-F5DD866049A6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E2EBE77D-CCCC-7410-9B84-458ED697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3FF9364-B143-EA0C-62BA-739E097D95A8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5068306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76870-D4D0-5D53-CAF8-FB50C70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0F76A7-EDA8-B61D-79FE-A51AB02ADA9A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C966635-758A-B896-9643-FE8EA1EB4657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F30D938-D1E2-5504-44C8-AE975F858009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0024AF01-A0D0-ED88-6BC9-13F093AA14F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F09A9B72-B7A9-ED17-BF26-649D60077C3C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8E68ADDE-090C-C069-E30A-6435D7CB82E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FF690FD2-9573-39F7-6F95-F75CEF00AFDC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3BA22D-49E1-A45E-830A-72C3B6A855E5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3488D1C-76A6-DEFE-90EE-464B61DABFDD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16B8F46-2A90-2B0E-7399-FBC977614C00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759CF75-22A2-DEBE-1451-DCE43E543F5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93172DBF-3B35-C6B6-814C-D0B2E1B33A2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6349F9C-DDA4-1896-A110-9B87B943F62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934E595-51B1-253A-CF31-A15D45F1372B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BFA3188-4058-8842-9A0F-3A03C302304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4E1F56C-54C6-BBC4-E4CB-B31BCCAE4F7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8A806C7-84A5-A189-2D81-994756F09D2B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8C27B383-D021-EE95-DD79-C3CCC7BC9CCD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38DBEFD-8CF6-3695-0F06-F20AB58BBFA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152AFC7-DB14-6395-0BFD-7CC65CCF806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FF1AE129-CDE8-ACBC-D5C5-ADEC794F3D8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BB23360E-07B8-B1AA-31D5-76FC668DE8AF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CF563F3-054D-AC1D-088E-3036CB7161CB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7DAE3EC5-2720-E11B-649E-B7B64AB1BEF1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79E418C9-5168-8849-494C-6DE80398810F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2B8F532-80E9-6F57-62F9-6EF6532C08F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0D21D598-4A6F-D1D7-4F5D-A8DE7ADC62EA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D048321B-3B01-A5DA-B5E4-BB31EE0031F0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95A324F-FC48-2BB9-F2DB-7F129BF90AC9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CBD9D109-5FA0-3F23-30C2-869BD3D16DDA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B567CCB6-72A6-E1B0-27BC-ECEFB9EE6D8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19F62B77-3230-4EFC-757D-37DD3E09D0B3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C177D59E-EA78-22FD-577B-98C33D16D357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D67CFA5-E8CF-4986-C535-58E50CCA9F3B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3544D3FC-F14A-5CB7-2C59-4822ADB42447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138695CF-FEB2-22B6-7804-B70B630D7B57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B0E8EE51-60B9-1335-1A27-E11C66C910D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FB82F89E-1A46-809C-055B-9ED4DCE6B1D4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449F214-0CC3-4C21-7445-70BA43671276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C778983A-74AF-7B2D-DC64-5A18A105F52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79B9F72-1645-E364-690C-6A6871F98871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4092A35-9B70-6239-50B2-B7D6A185A950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A24FBEA7-EB40-C067-D79B-59706B7001B0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1CDBBD5-1ABC-F8F2-B787-6B40F80D49E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746EEF96-869E-1FBE-1FD3-B302AD0E5F1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BF4CBF8-9709-3CC2-2BD2-A032AB206EF9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EDA27004-2E25-8E47-018D-553E689EA1B0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29E382B-57D3-05F4-665B-35DF6FAD336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EABBB36-7305-3D3A-9209-89E3494C2FA5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07586E7-11E7-0CF1-B1C6-572FBEEF05B0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2DC8DBBE-07E0-6B8B-A287-9AA5077BA082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3ACD3ADD-0197-C70F-290D-BFF9C32DAA28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D3847423-3FE5-D174-58EF-5523958B4ED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3290DFD5-53E2-0C0D-D75A-8A6EC95B73AD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CC97C2BB-D006-B4B2-9F9D-24BCC2B640DA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2210697A-AEC5-8249-487A-CE1D7F86025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0F827BE9-9531-B31B-773B-175AAD9627B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7C8C91B6-1263-AC05-7A00-9B997D0C6DE6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E1F4031D-5C4D-D333-7490-6B2F7312F7F3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A0666AF7-F87C-00C8-0522-716031B4234E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196965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Namespace</a:t>
            </a:r>
            <a:endParaRPr lang="ko-KR" altLang="en-US" sz="100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App A Namespace</a:t>
            </a:r>
            <a:endParaRPr lang="ko-KR" altLang="en-US" sz="100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56219</TotalTime>
  <Words>1529</Words>
  <Application>Microsoft Macintosh PowerPoint</Application>
  <PresentationFormat>화면 슬라이드 쇼(16:9)</PresentationFormat>
  <Paragraphs>939</Paragraphs>
  <Slides>24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6178</cp:revision>
  <dcterms:created xsi:type="dcterms:W3CDTF">2006-10-05T04:04:58Z</dcterms:created>
  <dcterms:modified xsi:type="dcterms:W3CDTF">2026-10-08T13:42:34Z</dcterms:modified>
</cp:coreProperties>
</file>
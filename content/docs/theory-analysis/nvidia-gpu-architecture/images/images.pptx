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22" r:id="rId2"/>
    <p:sldId id="423" r:id="rId3"/>
    <p:sldId id="426" r:id="rId4"/>
    <p:sldId id="425" r:id="rId5"/>
    <p:sldId id="424" r:id="rId6"/>
    <p:sldId id="421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87040" autoAdjust="0"/>
  </p:normalViewPr>
  <p:slideViewPr>
    <p:cSldViewPr>
      <p:cViewPr varScale="1">
        <p:scale>
          <a:sx n="235" d="100"/>
          <a:sy n="235" d="100"/>
        </p:scale>
        <p:origin x="184" y="55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13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3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2026. 3. 21.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C603F7E7-E0ED-DD3C-A4AC-B2BC33BCCC9C}"/>
              </a:ext>
            </a:extLst>
          </p:cNvPr>
          <p:cNvSpPr/>
          <p:nvPr/>
        </p:nvSpPr>
        <p:spPr>
          <a:xfrm>
            <a:off x="300905" y="3567339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D96B1D49-8058-D44D-F605-BD1D925D5CDB}"/>
              </a:ext>
            </a:extLst>
          </p:cNvPr>
          <p:cNvSpPr/>
          <p:nvPr/>
        </p:nvSpPr>
        <p:spPr>
          <a:xfrm>
            <a:off x="300905" y="2596691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40B7E571-4D7D-7CC2-279C-81C040DE8C1B}"/>
              </a:ext>
            </a:extLst>
          </p:cNvPr>
          <p:cNvSpPr/>
          <p:nvPr/>
        </p:nvSpPr>
        <p:spPr>
          <a:xfrm>
            <a:off x="300905" y="3167788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F3C02C6F-C9F4-4A54-9476-EAA5C0849ABC}"/>
              </a:ext>
            </a:extLst>
          </p:cNvPr>
          <p:cNvSpPr/>
          <p:nvPr/>
        </p:nvSpPr>
        <p:spPr>
          <a:xfrm>
            <a:off x="300905" y="2197142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AF0DE061-51B7-925D-08EC-8F63DF3DF5F5}"/>
              </a:ext>
            </a:extLst>
          </p:cNvPr>
          <p:cNvSpPr/>
          <p:nvPr/>
        </p:nvSpPr>
        <p:spPr>
          <a:xfrm>
            <a:off x="300905" y="1210929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CE59AC2E-C193-6B27-1C96-14EF75D1CC46}"/>
              </a:ext>
            </a:extLst>
          </p:cNvPr>
          <p:cNvSpPr/>
          <p:nvPr/>
        </p:nvSpPr>
        <p:spPr>
          <a:xfrm>
            <a:off x="300905" y="1610477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344870-6AAE-23B9-04D6-896F90E5F304}"/>
              </a:ext>
            </a:extLst>
          </p:cNvPr>
          <p:cNvSpPr/>
          <p:nvPr/>
        </p:nvSpPr>
        <p:spPr>
          <a:xfrm>
            <a:off x="899592" y="121092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3BBF3A9-9E46-731C-FABC-003B0ABB922B}"/>
              </a:ext>
            </a:extLst>
          </p:cNvPr>
          <p:cNvSpPr/>
          <p:nvPr/>
        </p:nvSpPr>
        <p:spPr>
          <a:xfrm>
            <a:off x="899592" y="2408144"/>
            <a:ext cx="2106903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L2 Cache (60 MB)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18766229-6B32-A315-743F-61DF17CFE392}"/>
              </a:ext>
            </a:extLst>
          </p:cNvPr>
          <p:cNvCxnSpPr>
            <a:cxnSpLocks/>
            <a:stCxn id="492" idx="1"/>
            <a:endCxn id="104" idx="3"/>
          </p:cNvCxnSpPr>
          <p:nvPr/>
        </p:nvCxnSpPr>
        <p:spPr>
          <a:xfrm flipH="1">
            <a:off x="3006495" y="2526457"/>
            <a:ext cx="1066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C71E24D4-465D-B0A9-45D8-973B92B69238}"/>
              </a:ext>
            </a:extLst>
          </p:cNvPr>
          <p:cNvSpPr/>
          <p:nvPr/>
        </p:nvSpPr>
        <p:spPr>
          <a:xfrm>
            <a:off x="899592" y="3889271"/>
            <a:ext cx="4320480" cy="23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High-Speed Hub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0A1CA8B0-19A6-6A7C-CAF8-23F1EFC0CE3D}"/>
              </a:ext>
            </a:extLst>
          </p:cNvPr>
          <p:cNvSpPr/>
          <p:nvPr/>
        </p:nvSpPr>
        <p:spPr>
          <a:xfrm rot="16200000">
            <a:off x="729441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BA10A26F-43C6-DB11-BBE8-BA85E8773D27}"/>
              </a:ext>
            </a:extLst>
          </p:cNvPr>
          <p:cNvSpPr/>
          <p:nvPr/>
        </p:nvSpPr>
        <p:spPr>
          <a:xfrm rot="16200000">
            <a:off x="2228489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C6692B5F-2D57-9D28-C1F6-1628F6931F47}"/>
              </a:ext>
            </a:extLst>
          </p:cNvPr>
          <p:cNvSpPr/>
          <p:nvPr/>
        </p:nvSpPr>
        <p:spPr>
          <a:xfrm rot="16200000">
            <a:off x="1478965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41181A87-0DD3-B039-FC84-7E8743DA0E36}"/>
              </a:ext>
            </a:extLst>
          </p:cNvPr>
          <p:cNvSpPr/>
          <p:nvPr/>
        </p:nvSpPr>
        <p:spPr>
          <a:xfrm rot="16200000">
            <a:off x="1108008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6D14FFF-E556-BBDE-8C5A-5A996B82A20F}"/>
              </a:ext>
            </a:extLst>
          </p:cNvPr>
          <p:cNvSpPr/>
          <p:nvPr/>
        </p:nvSpPr>
        <p:spPr>
          <a:xfrm rot="16200000">
            <a:off x="924124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2085023E-E731-0CC4-7DF5-0361A6FF8897}"/>
              </a:ext>
            </a:extLst>
          </p:cNvPr>
          <p:cNvSpPr/>
          <p:nvPr/>
        </p:nvSpPr>
        <p:spPr>
          <a:xfrm rot="16200000">
            <a:off x="1296946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88741C75-82FA-B762-961C-F29E5CFE7C9E}"/>
              </a:ext>
            </a:extLst>
          </p:cNvPr>
          <p:cNvSpPr/>
          <p:nvPr/>
        </p:nvSpPr>
        <p:spPr>
          <a:xfrm rot="16200000">
            <a:off x="1847871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568A20DC-F0A2-4D41-49C6-DAC3C398BA63}"/>
              </a:ext>
            </a:extLst>
          </p:cNvPr>
          <p:cNvSpPr/>
          <p:nvPr/>
        </p:nvSpPr>
        <p:spPr>
          <a:xfrm rot="16200000">
            <a:off x="1663986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64ABD1F0-4AB5-E80C-1A17-0FFA7DCCF73A}"/>
              </a:ext>
            </a:extLst>
          </p:cNvPr>
          <p:cNvSpPr/>
          <p:nvPr/>
        </p:nvSpPr>
        <p:spPr>
          <a:xfrm rot="16200000">
            <a:off x="2036808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F5C69CF6-32D7-9D20-D5A5-BF9DE508FE30}"/>
              </a:ext>
            </a:extLst>
          </p:cNvPr>
          <p:cNvSpPr/>
          <p:nvPr/>
        </p:nvSpPr>
        <p:spPr>
          <a:xfrm rot="16200000">
            <a:off x="3420051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B9C0006D-5699-5C34-6DD9-41295B52CAD5}"/>
              </a:ext>
            </a:extLst>
          </p:cNvPr>
          <p:cNvSpPr/>
          <p:nvPr/>
        </p:nvSpPr>
        <p:spPr>
          <a:xfrm rot="16200000">
            <a:off x="4919099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A8F04264-54BB-1A86-8517-DAD506744E2B}"/>
              </a:ext>
            </a:extLst>
          </p:cNvPr>
          <p:cNvSpPr/>
          <p:nvPr/>
        </p:nvSpPr>
        <p:spPr>
          <a:xfrm rot="16200000">
            <a:off x="4169576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78873D43-2C7C-F396-FD0F-9AF7DA6BD466}"/>
              </a:ext>
            </a:extLst>
          </p:cNvPr>
          <p:cNvSpPr/>
          <p:nvPr/>
        </p:nvSpPr>
        <p:spPr>
          <a:xfrm rot="16200000">
            <a:off x="3798619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028B23C7-B439-619B-398A-FCBC7CB42E3D}"/>
              </a:ext>
            </a:extLst>
          </p:cNvPr>
          <p:cNvSpPr/>
          <p:nvPr/>
        </p:nvSpPr>
        <p:spPr>
          <a:xfrm rot="16200000">
            <a:off x="3614734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29FB0504-71C9-A8CE-5181-C59DD8193F83}"/>
              </a:ext>
            </a:extLst>
          </p:cNvPr>
          <p:cNvSpPr/>
          <p:nvPr/>
        </p:nvSpPr>
        <p:spPr>
          <a:xfrm rot="16200000">
            <a:off x="3987556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AAE1FD6D-FEAE-E420-FAFF-3D70F53F4144}"/>
              </a:ext>
            </a:extLst>
          </p:cNvPr>
          <p:cNvSpPr/>
          <p:nvPr/>
        </p:nvSpPr>
        <p:spPr>
          <a:xfrm rot="16200000">
            <a:off x="4538481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E1234FD4-20BD-D440-7B02-EDC8AB3FCFEA}"/>
              </a:ext>
            </a:extLst>
          </p:cNvPr>
          <p:cNvSpPr/>
          <p:nvPr/>
        </p:nvSpPr>
        <p:spPr>
          <a:xfrm rot="16200000">
            <a:off x="4354596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649D0A9F-2602-01D3-1F48-EBB60E38B235}"/>
              </a:ext>
            </a:extLst>
          </p:cNvPr>
          <p:cNvSpPr/>
          <p:nvPr/>
        </p:nvSpPr>
        <p:spPr>
          <a:xfrm rot="16200000">
            <a:off x="4727419" y="4298562"/>
            <a:ext cx="465597" cy="125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A5230E28-932D-A90E-1BD0-75AA0889B9EE}"/>
              </a:ext>
            </a:extLst>
          </p:cNvPr>
          <p:cNvSpPr/>
          <p:nvPr/>
        </p:nvSpPr>
        <p:spPr>
          <a:xfrm>
            <a:off x="899592" y="928251"/>
            <a:ext cx="4314955" cy="2366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GigaThread Engine with MIG Control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21F0AADF-197A-BAC0-D2F9-4B2DA6DE5D1F}"/>
              </a:ext>
            </a:extLst>
          </p:cNvPr>
          <p:cNvSpPr/>
          <p:nvPr/>
        </p:nvSpPr>
        <p:spPr>
          <a:xfrm>
            <a:off x="899592" y="655395"/>
            <a:ext cx="4314955" cy="23662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PCI Express 5.0 Host Interface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9793327D-B4CB-7755-8F6F-ED2E92355D32}"/>
              </a:ext>
            </a:extLst>
          </p:cNvPr>
          <p:cNvGrpSpPr/>
          <p:nvPr/>
        </p:nvGrpSpPr>
        <p:grpSpPr>
          <a:xfrm>
            <a:off x="932548" y="1448974"/>
            <a:ext cx="984726" cy="907580"/>
            <a:chOff x="1676492" y="834749"/>
            <a:chExt cx="1942494" cy="907580"/>
          </a:xfrm>
        </p:grpSpPr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8986B804-DF03-64DF-4B8F-FD18115CA10A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D93ADA6-614A-85AD-F794-B2C33A72B059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9FDDC67-6EB0-2E96-A7F4-6679FF4267C3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758421DA-AF60-11D6-ADAB-21C4599380FC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78B6DCBB-D9EB-DFD6-6FA0-151524D9FEDB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59BC2126-1CD8-E1C1-86EB-9EAAD4E85C9A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7E76B9B9-355B-B8E8-8192-AC113ED81807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A9CB060-584B-6A42-8D96-3BAA224B3797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CDEAA764-BAE4-520D-A6E0-C901D6092D28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D1E5EA98-EFE8-8AE9-76B5-FF24769E458C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9BF8F0D3-72C4-618D-F4C2-0CBB3C1D1F8B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390488D0-F36D-77E8-377C-6001E3BFDF74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6" name="직사각형 315">
              <a:extLst>
                <a:ext uri="{FF2B5EF4-FFF2-40B4-BE49-F238E27FC236}">
                  <a16:creationId xmlns:a16="http://schemas.microsoft.com/office/drawing/2014/main" id="{F09BED12-CA1A-0B6C-1A44-04D97C6E2E23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7" name="직사각형 316">
              <a:extLst>
                <a:ext uri="{FF2B5EF4-FFF2-40B4-BE49-F238E27FC236}">
                  <a16:creationId xmlns:a16="http://schemas.microsoft.com/office/drawing/2014/main" id="{55208799-D64C-1BAD-ACD3-8560825A2360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8" name="직사각형 317">
              <a:extLst>
                <a:ext uri="{FF2B5EF4-FFF2-40B4-BE49-F238E27FC236}">
                  <a16:creationId xmlns:a16="http://schemas.microsoft.com/office/drawing/2014/main" id="{9AAC3AD4-89AF-EFC8-D1F2-723406CC9104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4850FC1C-014F-84A4-1859-AC7AC5A5D468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576E281A-C206-6097-7DF2-8FF5C6C7F7F6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21" name="직사각형 320">
              <a:extLst>
                <a:ext uri="{FF2B5EF4-FFF2-40B4-BE49-F238E27FC236}">
                  <a16:creationId xmlns:a16="http://schemas.microsoft.com/office/drawing/2014/main" id="{27033550-8D09-8C12-5396-A4CCFFBCE711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22" name="직사각형 321">
              <a:extLst>
                <a:ext uri="{FF2B5EF4-FFF2-40B4-BE49-F238E27FC236}">
                  <a16:creationId xmlns:a16="http://schemas.microsoft.com/office/drawing/2014/main" id="{6E58DA41-FA37-3922-3963-6FE0BD54916E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F09E1F19-CFB1-E0EB-BB23-BABD2CF37A71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12BA8A2F-EF7E-966E-982B-4D4F011F2F27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0" name="직사각형 849">
              <a:extLst>
                <a:ext uri="{FF2B5EF4-FFF2-40B4-BE49-F238E27FC236}">
                  <a16:creationId xmlns:a16="http://schemas.microsoft.com/office/drawing/2014/main" id="{2B2539C3-5701-1655-66E4-3EDB2895554B}"/>
                </a:ext>
              </a:extLst>
            </p:cNvPr>
            <p:cNvSpPr/>
            <p:nvPr/>
          </p:nvSpPr>
          <p:spPr>
            <a:xfrm rot="16200000">
              <a:off x="304311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1" name="직사각형 850">
              <a:extLst>
                <a:ext uri="{FF2B5EF4-FFF2-40B4-BE49-F238E27FC236}">
                  <a16:creationId xmlns:a16="http://schemas.microsoft.com/office/drawing/2014/main" id="{82348A4A-F3BF-AAE9-EE41-5C25EFFA2F6E}"/>
                </a:ext>
              </a:extLst>
            </p:cNvPr>
            <p:cNvSpPr/>
            <p:nvPr/>
          </p:nvSpPr>
          <p:spPr>
            <a:xfrm rot="16200000">
              <a:off x="3347151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2" name="직사각형 851">
              <a:extLst>
                <a:ext uri="{FF2B5EF4-FFF2-40B4-BE49-F238E27FC236}">
                  <a16:creationId xmlns:a16="http://schemas.microsoft.com/office/drawing/2014/main" id="{8FEFF461-C382-C352-2055-5C945C26C742}"/>
                </a:ext>
              </a:extLst>
            </p:cNvPr>
            <p:cNvSpPr/>
            <p:nvPr/>
          </p:nvSpPr>
          <p:spPr>
            <a:xfrm rot="16200000">
              <a:off x="3347153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C6F7A69E-BEE6-A1DA-63AD-209FF538B07D}"/>
              </a:ext>
            </a:extLst>
          </p:cNvPr>
          <p:cNvSpPr/>
          <p:nvPr/>
        </p:nvSpPr>
        <p:spPr>
          <a:xfrm>
            <a:off x="1953044" y="121092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D89E55EE-9135-0E4A-F0F0-6B19C1ED7A4F}"/>
              </a:ext>
            </a:extLst>
          </p:cNvPr>
          <p:cNvSpPr/>
          <p:nvPr/>
        </p:nvSpPr>
        <p:spPr>
          <a:xfrm>
            <a:off x="899592" y="264476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CA133396-D573-9528-6D1C-E656574B3CCD}"/>
              </a:ext>
            </a:extLst>
          </p:cNvPr>
          <p:cNvGrpSpPr/>
          <p:nvPr/>
        </p:nvGrpSpPr>
        <p:grpSpPr>
          <a:xfrm>
            <a:off x="932548" y="2882814"/>
            <a:ext cx="985277" cy="907580"/>
            <a:chOff x="1676492" y="834749"/>
            <a:chExt cx="1943581" cy="907580"/>
          </a:xfrm>
        </p:grpSpPr>
        <p:sp>
          <p:nvSpPr>
            <p:cNvPr id="354" name="직사각형 353">
              <a:extLst>
                <a:ext uri="{FF2B5EF4-FFF2-40B4-BE49-F238E27FC236}">
                  <a16:creationId xmlns:a16="http://schemas.microsoft.com/office/drawing/2014/main" id="{30F0173B-0AB2-1E98-F044-D09BA8D56311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C803B8AB-2180-A59E-BAC6-3384606C9D10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9C358294-ACB7-D618-5D53-6AF1A703CF99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57" name="직사각형 356">
              <a:extLst>
                <a:ext uri="{FF2B5EF4-FFF2-40B4-BE49-F238E27FC236}">
                  <a16:creationId xmlns:a16="http://schemas.microsoft.com/office/drawing/2014/main" id="{8B9B6F14-8F08-DFDE-B642-002C509F29EC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B459D21E-D810-3A04-A835-AD88E062BD7F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59" name="직사각형 358">
              <a:extLst>
                <a:ext uri="{FF2B5EF4-FFF2-40B4-BE49-F238E27FC236}">
                  <a16:creationId xmlns:a16="http://schemas.microsoft.com/office/drawing/2014/main" id="{F99A6031-0296-235B-B7FD-69598409AE7B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B9470518-2A15-1256-6A2C-7D1EB5726CB5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CED2A9EC-930F-1F58-398E-A29105F53929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2" name="직사각형 361">
              <a:extLst>
                <a:ext uri="{FF2B5EF4-FFF2-40B4-BE49-F238E27FC236}">
                  <a16:creationId xmlns:a16="http://schemas.microsoft.com/office/drawing/2014/main" id="{FD702DF3-F284-D007-F37F-3942E1946660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C7E6E923-942D-C41B-E16C-68FCEDA513CA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8538DFE5-38FB-3582-6563-3801C698A9BC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CB11BD70-E6C2-0537-5362-E7C78C46E9FB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6" name="직사각형 365">
              <a:extLst>
                <a:ext uri="{FF2B5EF4-FFF2-40B4-BE49-F238E27FC236}">
                  <a16:creationId xmlns:a16="http://schemas.microsoft.com/office/drawing/2014/main" id="{F297F454-96E1-9407-F9CA-566FF0ACE5F9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1BF669E1-C7A0-04BD-D899-BF0C8C2199FF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369DAA4E-9368-5D65-78F2-EC350FF8B830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2CA7215C-CFE9-88DB-3355-0E0011C956A7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E5776BBA-1488-6B6D-29AA-F6A2E48F2B24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86F50B49-AF45-27CC-2292-799C2B65FB89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3922C92E-46EB-3E11-C731-CDB05339F2B0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99C6E91D-E9C9-0EE9-A501-F8B57829949C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74" name="직사각형 373">
              <a:extLst>
                <a:ext uri="{FF2B5EF4-FFF2-40B4-BE49-F238E27FC236}">
                  <a16:creationId xmlns:a16="http://schemas.microsoft.com/office/drawing/2014/main" id="{0370051D-FC7E-F8E0-9C50-6B5D4F41B884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3" name="직사각형 852">
              <a:extLst>
                <a:ext uri="{FF2B5EF4-FFF2-40B4-BE49-F238E27FC236}">
                  <a16:creationId xmlns:a16="http://schemas.microsoft.com/office/drawing/2014/main" id="{2D016719-F268-F1B1-6605-D2DDD57BE7E4}"/>
                </a:ext>
              </a:extLst>
            </p:cNvPr>
            <p:cNvSpPr/>
            <p:nvPr/>
          </p:nvSpPr>
          <p:spPr>
            <a:xfrm rot="16200000">
              <a:off x="304420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4" name="직사각형 853">
              <a:extLst>
                <a:ext uri="{FF2B5EF4-FFF2-40B4-BE49-F238E27FC236}">
                  <a16:creationId xmlns:a16="http://schemas.microsoft.com/office/drawing/2014/main" id="{5814FB76-DA47-A0F9-4FF5-F072DF35F911}"/>
                </a:ext>
              </a:extLst>
            </p:cNvPr>
            <p:cNvSpPr/>
            <p:nvPr/>
          </p:nvSpPr>
          <p:spPr>
            <a:xfrm rot="16200000">
              <a:off x="3348238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55" name="직사각형 854">
              <a:extLst>
                <a:ext uri="{FF2B5EF4-FFF2-40B4-BE49-F238E27FC236}">
                  <a16:creationId xmlns:a16="http://schemas.microsoft.com/office/drawing/2014/main" id="{8F5F8A83-E9F6-5100-4D61-E980D4E9B7B0}"/>
                </a:ext>
              </a:extLst>
            </p:cNvPr>
            <p:cNvSpPr/>
            <p:nvPr/>
          </p:nvSpPr>
          <p:spPr>
            <a:xfrm rot="16200000">
              <a:off x="3348240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733794A2-CC11-C921-5984-36F8FC6AFF4A}"/>
              </a:ext>
            </a:extLst>
          </p:cNvPr>
          <p:cNvSpPr/>
          <p:nvPr/>
        </p:nvSpPr>
        <p:spPr>
          <a:xfrm>
            <a:off x="1953044" y="264476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6D6EA12F-37E2-54E5-DDB7-47301072037A}"/>
              </a:ext>
            </a:extLst>
          </p:cNvPr>
          <p:cNvSpPr/>
          <p:nvPr/>
        </p:nvSpPr>
        <p:spPr>
          <a:xfrm>
            <a:off x="3113169" y="121092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DF3C81E9-4E9F-4B6F-F74C-9E2910FED6B8}"/>
              </a:ext>
            </a:extLst>
          </p:cNvPr>
          <p:cNvSpPr/>
          <p:nvPr/>
        </p:nvSpPr>
        <p:spPr>
          <a:xfrm>
            <a:off x="3113169" y="2408144"/>
            <a:ext cx="2106903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L2 Cache (60 MB)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B90FABF4-580C-FC13-885C-F594B00EF15A}"/>
              </a:ext>
            </a:extLst>
          </p:cNvPr>
          <p:cNvSpPr/>
          <p:nvPr/>
        </p:nvSpPr>
        <p:spPr>
          <a:xfrm>
            <a:off x="4166620" y="121092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38" name="직사각형 537">
            <a:extLst>
              <a:ext uri="{FF2B5EF4-FFF2-40B4-BE49-F238E27FC236}">
                <a16:creationId xmlns:a16="http://schemas.microsoft.com/office/drawing/2014/main" id="{7A6CCB2B-E388-22E2-3140-A5F64240CF47}"/>
              </a:ext>
            </a:extLst>
          </p:cNvPr>
          <p:cNvSpPr/>
          <p:nvPr/>
        </p:nvSpPr>
        <p:spPr>
          <a:xfrm>
            <a:off x="3113169" y="264476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4902D7E3-BB56-01D2-0517-4573E1CCD5E4}"/>
              </a:ext>
            </a:extLst>
          </p:cNvPr>
          <p:cNvSpPr/>
          <p:nvPr/>
        </p:nvSpPr>
        <p:spPr>
          <a:xfrm>
            <a:off x="4166620" y="2644769"/>
            <a:ext cx="1053452" cy="1195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87" name="직사각형 586">
            <a:extLst>
              <a:ext uri="{FF2B5EF4-FFF2-40B4-BE49-F238E27FC236}">
                <a16:creationId xmlns:a16="http://schemas.microsoft.com/office/drawing/2014/main" id="{01A1D30B-3B9D-672C-2A4A-7358BD857D07}"/>
              </a:ext>
            </a:extLst>
          </p:cNvPr>
          <p:cNvSpPr/>
          <p:nvPr/>
        </p:nvSpPr>
        <p:spPr>
          <a:xfrm>
            <a:off x="5273409" y="2595674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589" name="직사각형 588">
            <a:extLst>
              <a:ext uri="{FF2B5EF4-FFF2-40B4-BE49-F238E27FC236}">
                <a16:creationId xmlns:a16="http://schemas.microsoft.com/office/drawing/2014/main" id="{1C29C26C-F4A3-D22A-5E3E-713522E786DD}"/>
              </a:ext>
            </a:extLst>
          </p:cNvPr>
          <p:cNvSpPr/>
          <p:nvPr/>
        </p:nvSpPr>
        <p:spPr>
          <a:xfrm>
            <a:off x="5273409" y="2197142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592" name="직사각형 591">
            <a:extLst>
              <a:ext uri="{FF2B5EF4-FFF2-40B4-BE49-F238E27FC236}">
                <a16:creationId xmlns:a16="http://schemas.microsoft.com/office/drawing/2014/main" id="{198258DD-98C1-4195-0457-0895E4B88FBC}"/>
              </a:ext>
            </a:extLst>
          </p:cNvPr>
          <p:cNvSpPr/>
          <p:nvPr/>
        </p:nvSpPr>
        <p:spPr>
          <a:xfrm>
            <a:off x="300905" y="583387"/>
            <a:ext cx="5517854" cy="41044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H100 GPU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98" name="직사각형 597">
            <a:extLst>
              <a:ext uri="{FF2B5EF4-FFF2-40B4-BE49-F238E27FC236}">
                <a16:creationId xmlns:a16="http://schemas.microsoft.com/office/drawing/2014/main" id="{67DF6279-8F59-7CC6-D3EE-FC96982D07DD}"/>
              </a:ext>
            </a:extLst>
          </p:cNvPr>
          <p:cNvSpPr/>
          <p:nvPr/>
        </p:nvSpPr>
        <p:spPr>
          <a:xfrm rot="16200000">
            <a:off x="5594945" y="2420957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2DD5AB6C-32DA-156E-A233-047EFA0B1C01}"/>
              </a:ext>
            </a:extLst>
          </p:cNvPr>
          <p:cNvSpPr/>
          <p:nvPr/>
        </p:nvSpPr>
        <p:spPr>
          <a:xfrm>
            <a:off x="5273409" y="1609461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00" name="직사각형 599">
            <a:extLst>
              <a:ext uri="{FF2B5EF4-FFF2-40B4-BE49-F238E27FC236}">
                <a16:creationId xmlns:a16="http://schemas.microsoft.com/office/drawing/2014/main" id="{CE1DC067-34FB-EDDD-0699-3D4D7DEB78CD}"/>
              </a:ext>
            </a:extLst>
          </p:cNvPr>
          <p:cNvSpPr/>
          <p:nvPr/>
        </p:nvSpPr>
        <p:spPr>
          <a:xfrm>
            <a:off x="5273409" y="1210929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01" name="직사각형 600">
            <a:extLst>
              <a:ext uri="{FF2B5EF4-FFF2-40B4-BE49-F238E27FC236}">
                <a16:creationId xmlns:a16="http://schemas.microsoft.com/office/drawing/2014/main" id="{62C8165B-9742-6AF9-41FD-2EEECA8AAC22}"/>
              </a:ext>
            </a:extLst>
          </p:cNvPr>
          <p:cNvSpPr/>
          <p:nvPr/>
        </p:nvSpPr>
        <p:spPr>
          <a:xfrm rot="16200000">
            <a:off x="5594945" y="1434744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08" name="직사각형 607">
            <a:extLst>
              <a:ext uri="{FF2B5EF4-FFF2-40B4-BE49-F238E27FC236}">
                <a16:creationId xmlns:a16="http://schemas.microsoft.com/office/drawing/2014/main" id="{DF937D1E-8098-8C5D-24D8-E98668A5ECC8}"/>
              </a:ext>
            </a:extLst>
          </p:cNvPr>
          <p:cNvSpPr/>
          <p:nvPr/>
        </p:nvSpPr>
        <p:spPr>
          <a:xfrm>
            <a:off x="5273409" y="3566323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09" name="직사각형 608">
            <a:extLst>
              <a:ext uri="{FF2B5EF4-FFF2-40B4-BE49-F238E27FC236}">
                <a16:creationId xmlns:a16="http://schemas.microsoft.com/office/drawing/2014/main" id="{68188D6B-9F81-C7EA-BDCA-3C8409B9A4E9}"/>
              </a:ext>
            </a:extLst>
          </p:cNvPr>
          <p:cNvSpPr/>
          <p:nvPr/>
        </p:nvSpPr>
        <p:spPr>
          <a:xfrm>
            <a:off x="5273409" y="3167791"/>
            <a:ext cx="545350" cy="2651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(512 bit)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10" name="직사각형 609">
            <a:extLst>
              <a:ext uri="{FF2B5EF4-FFF2-40B4-BE49-F238E27FC236}">
                <a16:creationId xmlns:a16="http://schemas.microsoft.com/office/drawing/2014/main" id="{1860C728-4D3B-A524-C45A-CEB279A53DAD}"/>
              </a:ext>
            </a:extLst>
          </p:cNvPr>
          <p:cNvSpPr/>
          <p:nvPr/>
        </p:nvSpPr>
        <p:spPr>
          <a:xfrm rot="16200000">
            <a:off x="5594945" y="3391606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11" name="직사각형 610">
            <a:extLst>
              <a:ext uri="{FF2B5EF4-FFF2-40B4-BE49-F238E27FC236}">
                <a16:creationId xmlns:a16="http://schemas.microsoft.com/office/drawing/2014/main" id="{F7A696F5-B81F-B9B2-DB9E-F8A73B229C52}"/>
              </a:ext>
            </a:extLst>
          </p:cNvPr>
          <p:cNvSpPr/>
          <p:nvPr/>
        </p:nvSpPr>
        <p:spPr>
          <a:xfrm rot="16200000">
            <a:off x="-140484" y="2420957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12" name="직사각형 611">
            <a:extLst>
              <a:ext uri="{FF2B5EF4-FFF2-40B4-BE49-F238E27FC236}">
                <a16:creationId xmlns:a16="http://schemas.microsoft.com/office/drawing/2014/main" id="{358225E3-B8BD-9DB1-9E6E-81B672AB0C31}"/>
              </a:ext>
            </a:extLst>
          </p:cNvPr>
          <p:cNvSpPr/>
          <p:nvPr/>
        </p:nvSpPr>
        <p:spPr>
          <a:xfrm rot="16200000">
            <a:off x="-140484" y="1434743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13" name="직사각형 612">
            <a:extLst>
              <a:ext uri="{FF2B5EF4-FFF2-40B4-BE49-F238E27FC236}">
                <a16:creationId xmlns:a16="http://schemas.microsoft.com/office/drawing/2014/main" id="{80806ADB-6E5D-D6FA-8B6E-259BDB4FA71D}"/>
              </a:ext>
            </a:extLst>
          </p:cNvPr>
          <p:cNvSpPr/>
          <p:nvPr/>
        </p:nvSpPr>
        <p:spPr>
          <a:xfrm rot="16200000">
            <a:off x="-140484" y="3391606"/>
            <a:ext cx="663653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HBM3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(16 GB)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15" name="직사각형 614">
            <a:extLst>
              <a:ext uri="{FF2B5EF4-FFF2-40B4-BE49-F238E27FC236}">
                <a16:creationId xmlns:a16="http://schemas.microsoft.com/office/drawing/2014/main" id="{13E7633F-070E-ACCA-9E6C-722881BF6E25}"/>
              </a:ext>
            </a:extLst>
          </p:cNvPr>
          <p:cNvSpPr/>
          <p:nvPr/>
        </p:nvSpPr>
        <p:spPr>
          <a:xfrm>
            <a:off x="6265726" y="17297"/>
            <a:ext cx="2625029" cy="1778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SM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22" name="직사각형 621">
            <a:extLst>
              <a:ext uri="{FF2B5EF4-FFF2-40B4-BE49-F238E27FC236}">
                <a16:creationId xmlns:a16="http://schemas.microsoft.com/office/drawing/2014/main" id="{31386CFA-532C-F49E-271B-D246A84F9AD1}"/>
              </a:ext>
            </a:extLst>
          </p:cNvPr>
          <p:cNvSpPr/>
          <p:nvPr/>
        </p:nvSpPr>
        <p:spPr>
          <a:xfrm>
            <a:off x="6321335" y="65868"/>
            <a:ext cx="2513813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L1 Instruction Cache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23" name="직사각형 622">
            <a:extLst>
              <a:ext uri="{FF2B5EF4-FFF2-40B4-BE49-F238E27FC236}">
                <a16:creationId xmlns:a16="http://schemas.microsoft.com/office/drawing/2014/main" id="{EB6577D5-CB48-E0C0-2447-2C3F0AD56475}"/>
              </a:ext>
            </a:extLst>
          </p:cNvPr>
          <p:cNvSpPr/>
          <p:nvPr/>
        </p:nvSpPr>
        <p:spPr>
          <a:xfrm>
            <a:off x="6321335" y="1288311"/>
            <a:ext cx="2513813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L1 Data Cache / Shared Memory (256 KB)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25" name="직사각형 624">
            <a:extLst>
              <a:ext uri="{FF2B5EF4-FFF2-40B4-BE49-F238E27FC236}">
                <a16:creationId xmlns:a16="http://schemas.microsoft.com/office/drawing/2014/main" id="{D25BB130-3D8C-A299-93A5-755AFF6A37B1}"/>
              </a:ext>
            </a:extLst>
          </p:cNvPr>
          <p:cNvSpPr/>
          <p:nvPr/>
        </p:nvSpPr>
        <p:spPr>
          <a:xfrm>
            <a:off x="6321335" y="359802"/>
            <a:ext cx="1202993" cy="2639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Sub-core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26" name="직사각형 625">
            <a:extLst>
              <a:ext uri="{FF2B5EF4-FFF2-40B4-BE49-F238E27FC236}">
                <a16:creationId xmlns:a16="http://schemas.microsoft.com/office/drawing/2014/main" id="{3B467E17-1A91-D0A8-27F3-93AF2EA915CB}"/>
              </a:ext>
            </a:extLst>
          </p:cNvPr>
          <p:cNvSpPr/>
          <p:nvPr/>
        </p:nvSpPr>
        <p:spPr>
          <a:xfrm>
            <a:off x="6321336" y="1569548"/>
            <a:ext cx="482912" cy="174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Tex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28" name="직사각형 627">
            <a:extLst>
              <a:ext uri="{FF2B5EF4-FFF2-40B4-BE49-F238E27FC236}">
                <a16:creationId xmlns:a16="http://schemas.microsoft.com/office/drawing/2014/main" id="{2ADB4E65-850E-4DA8-35D6-B8331DF54F1F}"/>
              </a:ext>
            </a:extLst>
          </p:cNvPr>
          <p:cNvSpPr/>
          <p:nvPr/>
        </p:nvSpPr>
        <p:spPr>
          <a:xfrm>
            <a:off x="6925547" y="1569548"/>
            <a:ext cx="482912" cy="174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Tex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29" name="직사각형 628">
            <a:extLst>
              <a:ext uri="{FF2B5EF4-FFF2-40B4-BE49-F238E27FC236}">
                <a16:creationId xmlns:a16="http://schemas.microsoft.com/office/drawing/2014/main" id="{25AFD12B-2CB5-40CD-756D-EC9783D7B4A5}"/>
              </a:ext>
            </a:extLst>
          </p:cNvPr>
          <p:cNvSpPr/>
          <p:nvPr/>
        </p:nvSpPr>
        <p:spPr>
          <a:xfrm>
            <a:off x="7752991" y="1569548"/>
            <a:ext cx="482912" cy="174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Tex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30" name="직사각형 629">
            <a:extLst>
              <a:ext uri="{FF2B5EF4-FFF2-40B4-BE49-F238E27FC236}">
                <a16:creationId xmlns:a16="http://schemas.microsoft.com/office/drawing/2014/main" id="{50F893ED-3678-FBAD-7F20-C1F9B529562A}"/>
              </a:ext>
            </a:extLst>
          </p:cNvPr>
          <p:cNvSpPr/>
          <p:nvPr/>
        </p:nvSpPr>
        <p:spPr>
          <a:xfrm>
            <a:off x="8352236" y="1569548"/>
            <a:ext cx="482912" cy="174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Tex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31" name="직사각형 630">
            <a:extLst>
              <a:ext uri="{FF2B5EF4-FFF2-40B4-BE49-F238E27FC236}">
                <a16:creationId xmlns:a16="http://schemas.microsoft.com/office/drawing/2014/main" id="{79310DA7-1BB0-0063-E94E-328A4FF1E672}"/>
              </a:ext>
            </a:extLst>
          </p:cNvPr>
          <p:cNvSpPr/>
          <p:nvPr/>
        </p:nvSpPr>
        <p:spPr>
          <a:xfrm>
            <a:off x="6321335" y="1002356"/>
            <a:ext cx="2513813" cy="23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Tensor Memory Accelerator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32" name="직사각형 631">
            <a:extLst>
              <a:ext uri="{FF2B5EF4-FFF2-40B4-BE49-F238E27FC236}">
                <a16:creationId xmlns:a16="http://schemas.microsoft.com/office/drawing/2014/main" id="{96ECABD8-4258-E882-8A81-67389B397065}"/>
              </a:ext>
            </a:extLst>
          </p:cNvPr>
          <p:cNvSpPr/>
          <p:nvPr/>
        </p:nvSpPr>
        <p:spPr>
          <a:xfrm>
            <a:off x="7632157" y="359802"/>
            <a:ext cx="1202992" cy="2639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Sub-core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33" name="직사각형 632">
            <a:extLst>
              <a:ext uri="{FF2B5EF4-FFF2-40B4-BE49-F238E27FC236}">
                <a16:creationId xmlns:a16="http://schemas.microsoft.com/office/drawing/2014/main" id="{96CE274C-1A53-890E-F9E7-FC1272E97B34}"/>
              </a:ext>
            </a:extLst>
          </p:cNvPr>
          <p:cNvSpPr/>
          <p:nvPr/>
        </p:nvSpPr>
        <p:spPr>
          <a:xfrm>
            <a:off x="6321335" y="681079"/>
            <a:ext cx="1202993" cy="2639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Sub-core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9F7537B3-EA6A-22B6-A8CF-F57B336C1659}"/>
              </a:ext>
            </a:extLst>
          </p:cNvPr>
          <p:cNvSpPr/>
          <p:nvPr/>
        </p:nvSpPr>
        <p:spPr>
          <a:xfrm>
            <a:off x="7632157" y="681079"/>
            <a:ext cx="1202992" cy="2639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Sub-core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643" name="직사각형 642">
            <a:extLst>
              <a:ext uri="{FF2B5EF4-FFF2-40B4-BE49-F238E27FC236}">
                <a16:creationId xmlns:a16="http://schemas.microsoft.com/office/drawing/2014/main" id="{A608E057-0075-A21A-4908-3C535F80A6A5}"/>
              </a:ext>
            </a:extLst>
          </p:cNvPr>
          <p:cNvSpPr/>
          <p:nvPr/>
        </p:nvSpPr>
        <p:spPr>
          <a:xfrm>
            <a:off x="6265726" y="1886438"/>
            <a:ext cx="2625029" cy="322288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Sub-core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45" name="직사각형 644">
            <a:extLst>
              <a:ext uri="{FF2B5EF4-FFF2-40B4-BE49-F238E27FC236}">
                <a16:creationId xmlns:a16="http://schemas.microsoft.com/office/drawing/2014/main" id="{27E6A133-F5FB-565F-B087-17F6B7A0AF92}"/>
              </a:ext>
            </a:extLst>
          </p:cNvPr>
          <p:cNvSpPr/>
          <p:nvPr/>
        </p:nvSpPr>
        <p:spPr>
          <a:xfrm>
            <a:off x="6321335" y="3091569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46" name="직사각형 645">
            <a:extLst>
              <a:ext uri="{FF2B5EF4-FFF2-40B4-BE49-F238E27FC236}">
                <a16:creationId xmlns:a16="http://schemas.microsoft.com/office/drawing/2014/main" id="{B5C4FE67-6562-FBA9-769A-50C326B43C46}"/>
              </a:ext>
            </a:extLst>
          </p:cNvPr>
          <p:cNvSpPr/>
          <p:nvPr/>
        </p:nvSpPr>
        <p:spPr>
          <a:xfrm>
            <a:off x="6321335" y="3189557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47" name="직사각형 646">
            <a:extLst>
              <a:ext uri="{FF2B5EF4-FFF2-40B4-BE49-F238E27FC236}">
                <a16:creationId xmlns:a16="http://schemas.microsoft.com/office/drawing/2014/main" id="{0A420E64-C6C9-97C0-77AB-FE4D177923AF}"/>
              </a:ext>
            </a:extLst>
          </p:cNvPr>
          <p:cNvSpPr/>
          <p:nvPr/>
        </p:nvSpPr>
        <p:spPr>
          <a:xfrm>
            <a:off x="6321335" y="3287545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48" name="직사각형 647">
            <a:extLst>
              <a:ext uri="{FF2B5EF4-FFF2-40B4-BE49-F238E27FC236}">
                <a16:creationId xmlns:a16="http://schemas.microsoft.com/office/drawing/2014/main" id="{1EA9126C-3433-E05F-E4D1-409692E18EFE}"/>
              </a:ext>
            </a:extLst>
          </p:cNvPr>
          <p:cNvSpPr/>
          <p:nvPr/>
        </p:nvSpPr>
        <p:spPr>
          <a:xfrm>
            <a:off x="6321335" y="3385533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49" name="직사각형 648">
            <a:extLst>
              <a:ext uri="{FF2B5EF4-FFF2-40B4-BE49-F238E27FC236}">
                <a16:creationId xmlns:a16="http://schemas.microsoft.com/office/drawing/2014/main" id="{407A3A72-7D69-1ED4-89DF-6188AC407FBD}"/>
              </a:ext>
            </a:extLst>
          </p:cNvPr>
          <p:cNvSpPr/>
          <p:nvPr/>
        </p:nvSpPr>
        <p:spPr>
          <a:xfrm>
            <a:off x="6321335" y="3483521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F9B03CA5-2E38-7749-50D5-D21D5C496223}"/>
              </a:ext>
            </a:extLst>
          </p:cNvPr>
          <p:cNvSpPr/>
          <p:nvPr/>
        </p:nvSpPr>
        <p:spPr>
          <a:xfrm>
            <a:off x="6321335" y="3581509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1" name="직사각형 650">
            <a:extLst>
              <a:ext uri="{FF2B5EF4-FFF2-40B4-BE49-F238E27FC236}">
                <a16:creationId xmlns:a16="http://schemas.microsoft.com/office/drawing/2014/main" id="{510BF762-5867-202C-5D92-DE6CA68FBECE}"/>
              </a:ext>
            </a:extLst>
          </p:cNvPr>
          <p:cNvSpPr/>
          <p:nvPr/>
        </p:nvSpPr>
        <p:spPr>
          <a:xfrm>
            <a:off x="6321335" y="3679497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2" name="직사각형 651">
            <a:extLst>
              <a:ext uri="{FF2B5EF4-FFF2-40B4-BE49-F238E27FC236}">
                <a16:creationId xmlns:a16="http://schemas.microsoft.com/office/drawing/2014/main" id="{C70A2061-AB47-6FC1-A0B7-0062518E78F2}"/>
              </a:ext>
            </a:extLst>
          </p:cNvPr>
          <p:cNvSpPr/>
          <p:nvPr/>
        </p:nvSpPr>
        <p:spPr>
          <a:xfrm>
            <a:off x="6321335" y="3777485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3" name="직사각형 652">
            <a:extLst>
              <a:ext uri="{FF2B5EF4-FFF2-40B4-BE49-F238E27FC236}">
                <a16:creationId xmlns:a16="http://schemas.microsoft.com/office/drawing/2014/main" id="{0BE6BDEA-1839-9540-BC6E-09857E336144}"/>
              </a:ext>
            </a:extLst>
          </p:cNvPr>
          <p:cNvSpPr/>
          <p:nvPr/>
        </p:nvSpPr>
        <p:spPr>
          <a:xfrm>
            <a:off x="6321335" y="3875473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4" name="직사각형 653">
            <a:extLst>
              <a:ext uri="{FF2B5EF4-FFF2-40B4-BE49-F238E27FC236}">
                <a16:creationId xmlns:a16="http://schemas.microsoft.com/office/drawing/2014/main" id="{9E08EA18-648F-6D8B-F798-E852EDABAA23}"/>
              </a:ext>
            </a:extLst>
          </p:cNvPr>
          <p:cNvSpPr/>
          <p:nvPr/>
        </p:nvSpPr>
        <p:spPr>
          <a:xfrm>
            <a:off x="6321335" y="3973461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5" name="직사각형 654">
            <a:extLst>
              <a:ext uri="{FF2B5EF4-FFF2-40B4-BE49-F238E27FC236}">
                <a16:creationId xmlns:a16="http://schemas.microsoft.com/office/drawing/2014/main" id="{7E6F060B-A667-8A64-EE01-D74541364728}"/>
              </a:ext>
            </a:extLst>
          </p:cNvPr>
          <p:cNvSpPr/>
          <p:nvPr/>
        </p:nvSpPr>
        <p:spPr>
          <a:xfrm>
            <a:off x="6321335" y="4071449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6" name="직사각형 655">
            <a:extLst>
              <a:ext uri="{FF2B5EF4-FFF2-40B4-BE49-F238E27FC236}">
                <a16:creationId xmlns:a16="http://schemas.microsoft.com/office/drawing/2014/main" id="{560DFBAD-217D-A9E9-5690-5B0C47C24D5D}"/>
              </a:ext>
            </a:extLst>
          </p:cNvPr>
          <p:cNvSpPr/>
          <p:nvPr/>
        </p:nvSpPr>
        <p:spPr>
          <a:xfrm>
            <a:off x="6321335" y="4169437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7" name="직사각형 656">
            <a:extLst>
              <a:ext uri="{FF2B5EF4-FFF2-40B4-BE49-F238E27FC236}">
                <a16:creationId xmlns:a16="http://schemas.microsoft.com/office/drawing/2014/main" id="{02E693CB-7A25-40D7-1465-6C4049E856E7}"/>
              </a:ext>
            </a:extLst>
          </p:cNvPr>
          <p:cNvSpPr/>
          <p:nvPr/>
        </p:nvSpPr>
        <p:spPr>
          <a:xfrm>
            <a:off x="6321335" y="4267425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8" name="직사각형 657">
            <a:extLst>
              <a:ext uri="{FF2B5EF4-FFF2-40B4-BE49-F238E27FC236}">
                <a16:creationId xmlns:a16="http://schemas.microsoft.com/office/drawing/2014/main" id="{97ADEACB-82F4-CFFA-A7BC-08294F235D92}"/>
              </a:ext>
            </a:extLst>
          </p:cNvPr>
          <p:cNvSpPr/>
          <p:nvPr/>
        </p:nvSpPr>
        <p:spPr>
          <a:xfrm>
            <a:off x="6321335" y="4365413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59" name="직사각형 658">
            <a:extLst>
              <a:ext uri="{FF2B5EF4-FFF2-40B4-BE49-F238E27FC236}">
                <a16:creationId xmlns:a16="http://schemas.microsoft.com/office/drawing/2014/main" id="{0B70346D-864E-FDBC-97A3-F740D43880EF}"/>
              </a:ext>
            </a:extLst>
          </p:cNvPr>
          <p:cNvSpPr/>
          <p:nvPr/>
        </p:nvSpPr>
        <p:spPr>
          <a:xfrm>
            <a:off x="6321335" y="4463401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0" name="직사각형 659">
            <a:extLst>
              <a:ext uri="{FF2B5EF4-FFF2-40B4-BE49-F238E27FC236}">
                <a16:creationId xmlns:a16="http://schemas.microsoft.com/office/drawing/2014/main" id="{9A6BC33C-D478-491B-E490-5AEBC3914CB7}"/>
              </a:ext>
            </a:extLst>
          </p:cNvPr>
          <p:cNvSpPr/>
          <p:nvPr/>
        </p:nvSpPr>
        <p:spPr>
          <a:xfrm>
            <a:off x="6321335" y="4561389"/>
            <a:ext cx="398275" cy="97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INT32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1" name="직사각형 660">
            <a:extLst>
              <a:ext uri="{FF2B5EF4-FFF2-40B4-BE49-F238E27FC236}">
                <a16:creationId xmlns:a16="http://schemas.microsoft.com/office/drawing/2014/main" id="{1CF143DD-EAC8-ED1B-EC20-39B2A3E8A0E6}"/>
              </a:ext>
            </a:extLst>
          </p:cNvPr>
          <p:cNvSpPr/>
          <p:nvPr/>
        </p:nvSpPr>
        <p:spPr>
          <a:xfrm>
            <a:off x="6804248" y="309156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2" name="직사각형 661">
            <a:extLst>
              <a:ext uri="{FF2B5EF4-FFF2-40B4-BE49-F238E27FC236}">
                <a16:creationId xmlns:a16="http://schemas.microsoft.com/office/drawing/2014/main" id="{D6711021-E604-CD44-3E39-3F41795BD263}"/>
              </a:ext>
            </a:extLst>
          </p:cNvPr>
          <p:cNvSpPr/>
          <p:nvPr/>
        </p:nvSpPr>
        <p:spPr>
          <a:xfrm>
            <a:off x="7207770" y="309156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3" name="직사각형 662">
            <a:extLst>
              <a:ext uri="{FF2B5EF4-FFF2-40B4-BE49-F238E27FC236}">
                <a16:creationId xmlns:a16="http://schemas.microsoft.com/office/drawing/2014/main" id="{49BCF874-C5F0-511F-CB01-5640397CE49F}"/>
              </a:ext>
            </a:extLst>
          </p:cNvPr>
          <p:cNvSpPr/>
          <p:nvPr/>
        </p:nvSpPr>
        <p:spPr>
          <a:xfrm>
            <a:off x="6804248" y="318955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4" name="직사각형 663">
            <a:extLst>
              <a:ext uri="{FF2B5EF4-FFF2-40B4-BE49-F238E27FC236}">
                <a16:creationId xmlns:a16="http://schemas.microsoft.com/office/drawing/2014/main" id="{44C49C9B-A38A-F0F8-8012-1D6F4D8D4EC3}"/>
              </a:ext>
            </a:extLst>
          </p:cNvPr>
          <p:cNvSpPr/>
          <p:nvPr/>
        </p:nvSpPr>
        <p:spPr>
          <a:xfrm>
            <a:off x="7207770" y="318955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0345F81F-B6ED-9E2A-1D12-2F289D0F3A6A}"/>
              </a:ext>
            </a:extLst>
          </p:cNvPr>
          <p:cNvSpPr/>
          <p:nvPr/>
        </p:nvSpPr>
        <p:spPr>
          <a:xfrm>
            <a:off x="6804248" y="3287545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6" name="직사각형 665">
            <a:extLst>
              <a:ext uri="{FF2B5EF4-FFF2-40B4-BE49-F238E27FC236}">
                <a16:creationId xmlns:a16="http://schemas.microsoft.com/office/drawing/2014/main" id="{25D97B41-1464-DAC5-1104-A8419E026E26}"/>
              </a:ext>
            </a:extLst>
          </p:cNvPr>
          <p:cNvSpPr/>
          <p:nvPr/>
        </p:nvSpPr>
        <p:spPr>
          <a:xfrm>
            <a:off x="7207770" y="3287545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7" name="직사각형 666">
            <a:extLst>
              <a:ext uri="{FF2B5EF4-FFF2-40B4-BE49-F238E27FC236}">
                <a16:creationId xmlns:a16="http://schemas.microsoft.com/office/drawing/2014/main" id="{2DDE5DD7-D3F8-499F-6C02-959B2E6383A3}"/>
              </a:ext>
            </a:extLst>
          </p:cNvPr>
          <p:cNvSpPr/>
          <p:nvPr/>
        </p:nvSpPr>
        <p:spPr>
          <a:xfrm>
            <a:off x="6804248" y="3387383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68" name="직사각형 667">
            <a:extLst>
              <a:ext uri="{FF2B5EF4-FFF2-40B4-BE49-F238E27FC236}">
                <a16:creationId xmlns:a16="http://schemas.microsoft.com/office/drawing/2014/main" id="{4B2DABD5-6CAE-7082-17EC-3278F4151F10}"/>
              </a:ext>
            </a:extLst>
          </p:cNvPr>
          <p:cNvSpPr/>
          <p:nvPr/>
        </p:nvSpPr>
        <p:spPr>
          <a:xfrm>
            <a:off x="7207770" y="3387383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85" name="직사각형 684">
            <a:extLst>
              <a:ext uri="{FF2B5EF4-FFF2-40B4-BE49-F238E27FC236}">
                <a16:creationId xmlns:a16="http://schemas.microsoft.com/office/drawing/2014/main" id="{4050755B-CB69-729E-9784-06FF50250031}"/>
              </a:ext>
            </a:extLst>
          </p:cNvPr>
          <p:cNvSpPr/>
          <p:nvPr/>
        </p:nvSpPr>
        <p:spPr>
          <a:xfrm>
            <a:off x="6804248" y="3485308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86" name="직사각형 685">
            <a:extLst>
              <a:ext uri="{FF2B5EF4-FFF2-40B4-BE49-F238E27FC236}">
                <a16:creationId xmlns:a16="http://schemas.microsoft.com/office/drawing/2014/main" id="{CEBEB349-B356-3F68-54E0-13C5A790520F}"/>
              </a:ext>
            </a:extLst>
          </p:cNvPr>
          <p:cNvSpPr/>
          <p:nvPr/>
        </p:nvSpPr>
        <p:spPr>
          <a:xfrm>
            <a:off x="7207770" y="3485308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87" name="직사각형 686">
            <a:extLst>
              <a:ext uri="{FF2B5EF4-FFF2-40B4-BE49-F238E27FC236}">
                <a16:creationId xmlns:a16="http://schemas.microsoft.com/office/drawing/2014/main" id="{BC0C33DC-7CA8-A29E-CE03-76A778926DB3}"/>
              </a:ext>
            </a:extLst>
          </p:cNvPr>
          <p:cNvSpPr/>
          <p:nvPr/>
        </p:nvSpPr>
        <p:spPr>
          <a:xfrm>
            <a:off x="6804248" y="3583296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88" name="직사각형 687">
            <a:extLst>
              <a:ext uri="{FF2B5EF4-FFF2-40B4-BE49-F238E27FC236}">
                <a16:creationId xmlns:a16="http://schemas.microsoft.com/office/drawing/2014/main" id="{A741CF36-3C64-AFC0-28DC-54C7239C38F7}"/>
              </a:ext>
            </a:extLst>
          </p:cNvPr>
          <p:cNvSpPr/>
          <p:nvPr/>
        </p:nvSpPr>
        <p:spPr>
          <a:xfrm>
            <a:off x="7207770" y="3583296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89" name="직사각형 688">
            <a:extLst>
              <a:ext uri="{FF2B5EF4-FFF2-40B4-BE49-F238E27FC236}">
                <a16:creationId xmlns:a16="http://schemas.microsoft.com/office/drawing/2014/main" id="{CF919804-BCA7-CB11-70DA-14D6399CE4E8}"/>
              </a:ext>
            </a:extLst>
          </p:cNvPr>
          <p:cNvSpPr/>
          <p:nvPr/>
        </p:nvSpPr>
        <p:spPr>
          <a:xfrm>
            <a:off x="6804248" y="3681284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0" name="직사각형 689">
            <a:extLst>
              <a:ext uri="{FF2B5EF4-FFF2-40B4-BE49-F238E27FC236}">
                <a16:creationId xmlns:a16="http://schemas.microsoft.com/office/drawing/2014/main" id="{61A4D405-C132-BE43-7D57-082C30397322}"/>
              </a:ext>
            </a:extLst>
          </p:cNvPr>
          <p:cNvSpPr/>
          <p:nvPr/>
        </p:nvSpPr>
        <p:spPr>
          <a:xfrm>
            <a:off x="7207770" y="3681284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1" name="직사각형 690">
            <a:extLst>
              <a:ext uri="{FF2B5EF4-FFF2-40B4-BE49-F238E27FC236}">
                <a16:creationId xmlns:a16="http://schemas.microsoft.com/office/drawing/2014/main" id="{1FF12230-4694-A181-B3E9-982A0A3B1F7F}"/>
              </a:ext>
            </a:extLst>
          </p:cNvPr>
          <p:cNvSpPr/>
          <p:nvPr/>
        </p:nvSpPr>
        <p:spPr>
          <a:xfrm>
            <a:off x="6804248" y="3781122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2" name="직사각형 691">
            <a:extLst>
              <a:ext uri="{FF2B5EF4-FFF2-40B4-BE49-F238E27FC236}">
                <a16:creationId xmlns:a16="http://schemas.microsoft.com/office/drawing/2014/main" id="{985F92B4-515A-F5D3-6A36-72B5C53D6760}"/>
              </a:ext>
            </a:extLst>
          </p:cNvPr>
          <p:cNvSpPr/>
          <p:nvPr/>
        </p:nvSpPr>
        <p:spPr>
          <a:xfrm>
            <a:off x="7207770" y="3781122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3" name="직사각형 692">
            <a:extLst>
              <a:ext uri="{FF2B5EF4-FFF2-40B4-BE49-F238E27FC236}">
                <a16:creationId xmlns:a16="http://schemas.microsoft.com/office/drawing/2014/main" id="{ECC26F42-E446-8C2D-0E5E-3DCD62720642}"/>
              </a:ext>
            </a:extLst>
          </p:cNvPr>
          <p:cNvSpPr/>
          <p:nvPr/>
        </p:nvSpPr>
        <p:spPr>
          <a:xfrm>
            <a:off x="6804248" y="3875473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4" name="직사각형 693">
            <a:extLst>
              <a:ext uri="{FF2B5EF4-FFF2-40B4-BE49-F238E27FC236}">
                <a16:creationId xmlns:a16="http://schemas.microsoft.com/office/drawing/2014/main" id="{ACCEF4B3-5BC8-9E30-DB02-23AA5FBD30F6}"/>
              </a:ext>
            </a:extLst>
          </p:cNvPr>
          <p:cNvSpPr/>
          <p:nvPr/>
        </p:nvSpPr>
        <p:spPr>
          <a:xfrm>
            <a:off x="7207770" y="3875473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5" name="직사각형 694">
            <a:extLst>
              <a:ext uri="{FF2B5EF4-FFF2-40B4-BE49-F238E27FC236}">
                <a16:creationId xmlns:a16="http://schemas.microsoft.com/office/drawing/2014/main" id="{D0455694-8D4F-EB33-4901-7EBE6D6B0F55}"/>
              </a:ext>
            </a:extLst>
          </p:cNvPr>
          <p:cNvSpPr/>
          <p:nvPr/>
        </p:nvSpPr>
        <p:spPr>
          <a:xfrm>
            <a:off x="6804248" y="3973461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6" name="직사각형 695">
            <a:extLst>
              <a:ext uri="{FF2B5EF4-FFF2-40B4-BE49-F238E27FC236}">
                <a16:creationId xmlns:a16="http://schemas.microsoft.com/office/drawing/2014/main" id="{788220D7-1725-3A6F-B463-696625938111}"/>
              </a:ext>
            </a:extLst>
          </p:cNvPr>
          <p:cNvSpPr/>
          <p:nvPr/>
        </p:nvSpPr>
        <p:spPr>
          <a:xfrm>
            <a:off x="7207770" y="3973461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7" name="직사각형 696">
            <a:extLst>
              <a:ext uri="{FF2B5EF4-FFF2-40B4-BE49-F238E27FC236}">
                <a16:creationId xmlns:a16="http://schemas.microsoft.com/office/drawing/2014/main" id="{FE2A9778-174D-D6B8-E864-3A1C83559CCD}"/>
              </a:ext>
            </a:extLst>
          </p:cNvPr>
          <p:cNvSpPr/>
          <p:nvPr/>
        </p:nvSpPr>
        <p:spPr>
          <a:xfrm>
            <a:off x="6804248" y="407144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8" name="직사각형 697">
            <a:extLst>
              <a:ext uri="{FF2B5EF4-FFF2-40B4-BE49-F238E27FC236}">
                <a16:creationId xmlns:a16="http://schemas.microsoft.com/office/drawing/2014/main" id="{B9CB94B7-F947-17B8-64D8-B489EB3BFC9C}"/>
              </a:ext>
            </a:extLst>
          </p:cNvPr>
          <p:cNvSpPr/>
          <p:nvPr/>
        </p:nvSpPr>
        <p:spPr>
          <a:xfrm>
            <a:off x="7207770" y="407144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699" name="직사각형 698">
            <a:extLst>
              <a:ext uri="{FF2B5EF4-FFF2-40B4-BE49-F238E27FC236}">
                <a16:creationId xmlns:a16="http://schemas.microsoft.com/office/drawing/2014/main" id="{3A0B6621-B941-414C-A2C8-6BA48883F25E}"/>
              </a:ext>
            </a:extLst>
          </p:cNvPr>
          <p:cNvSpPr/>
          <p:nvPr/>
        </p:nvSpPr>
        <p:spPr>
          <a:xfrm>
            <a:off x="6804248" y="417128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00" name="직사각형 699">
            <a:extLst>
              <a:ext uri="{FF2B5EF4-FFF2-40B4-BE49-F238E27FC236}">
                <a16:creationId xmlns:a16="http://schemas.microsoft.com/office/drawing/2014/main" id="{2969153D-A5D4-DFA9-CF7A-E40E7EFC9C28}"/>
              </a:ext>
            </a:extLst>
          </p:cNvPr>
          <p:cNvSpPr/>
          <p:nvPr/>
        </p:nvSpPr>
        <p:spPr>
          <a:xfrm>
            <a:off x="7207770" y="417128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25" name="직사각형 724">
            <a:extLst>
              <a:ext uri="{FF2B5EF4-FFF2-40B4-BE49-F238E27FC236}">
                <a16:creationId xmlns:a16="http://schemas.microsoft.com/office/drawing/2014/main" id="{9F10057E-A1B9-30AF-88C4-D170FB573ACF}"/>
              </a:ext>
            </a:extLst>
          </p:cNvPr>
          <p:cNvSpPr/>
          <p:nvPr/>
        </p:nvSpPr>
        <p:spPr>
          <a:xfrm>
            <a:off x="6804248" y="4267581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26" name="직사각형 725">
            <a:extLst>
              <a:ext uri="{FF2B5EF4-FFF2-40B4-BE49-F238E27FC236}">
                <a16:creationId xmlns:a16="http://schemas.microsoft.com/office/drawing/2014/main" id="{6DD18C20-C0AA-55A3-6CC3-DB68B6BF3F60}"/>
              </a:ext>
            </a:extLst>
          </p:cNvPr>
          <p:cNvSpPr/>
          <p:nvPr/>
        </p:nvSpPr>
        <p:spPr>
          <a:xfrm>
            <a:off x="7207770" y="4267581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27" name="직사각형 726">
            <a:extLst>
              <a:ext uri="{FF2B5EF4-FFF2-40B4-BE49-F238E27FC236}">
                <a16:creationId xmlns:a16="http://schemas.microsoft.com/office/drawing/2014/main" id="{6A407849-4FB7-9BFF-0465-E17FE9B33946}"/>
              </a:ext>
            </a:extLst>
          </p:cNvPr>
          <p:cNvSpPr/>
          <p:nvPr/>
        </p:nvSpPr>
        <p:spPr>
          <a:xfrm>
            <a:off x="6804248" y="436556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28" name="직사각형 727">
            <a:extLst>
              <a:ext uri="{FF2B5EF4-FFF2-40B4-BE49-F238E27FC236}">
                <a16:creationId xmlns:a16="http://schemas.microsoft.com/office/drawing/2014/main" id="{8E03C0C9-E477-B7CE-030E-0C3382F945C8}"/>
              </a:ext>
            </a:extLst>
          </p:cNvPr>
          <p:cNvSpPr/>
          <p:nvPr/>
        </p:nvSpPr>
        <p:spPr>
          <a:xfrm>
            <a:off x="7207770" y="4365569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29" name="직사각형 728">
            <a:extLst>
              <a:ext uri="{FF2B5EF4-FFF2-40B4-BE49-F238E27FC236}">
                <a16:creationId xmlns:a16="http://schemas.microsoft.com/office/drawing/2014/main" id="{D01FD7EC-2679-7259-3DBE-E569A60AE15C}"/>
              </a:ext>
            </a:extLst>
          </p:cNvPr>
          <p:cNvSpPr/>
          <p:nvPr/>
        </p:nvSpPr>
        <p:spPr>
          <a:xfrm>
            <a:off x="6804248" y="446355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0" name="직사각형 729">
            <a:extLst>
              <a:ext uri="{FF2B5EF4-FFF2-40B4-BE49-F238E27FC236}">
                <a16:creationId xmlns:a16="http://schemas.microsoft.com/office/drawing/2014/main" id="{9EED0CB5-B911-890E-31D1-1AA1010E891B}"/>
              </a:ext>
            </a:extLst>
          </p:cNvPr>
          <p:cNvSpPr/>
          <p:nvPr/>
        </p:nvSpPr>
        <p:spPr>
          <a:xfrm>
            <a:off x="7207770" y="4463557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1" name="직사각형 730">
            <a:extLst>
              <a:ext uri="{FF2B5EF4-FFF2-40B4-BE49-F238E27FC236}">
                <a16:creationId xmlns:a16="http://schemas.microsoft.com/office/drawing/2014/main" id="{08C7E670-A5BF-BE7B-285F-A1496F8FD83D}"/>
              </a:ext>
            </a:extLst>
          </p:cNvPr>
          <p:cNvSpPr/>
          <p:nvPr/>
        </p:nvSpPr>
        <p:spPr>
          <a:xfrm>
            <a:off x="6804248" y="4555682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2" name="직사각형 731">
            <a:extLst>
              <a:ext uri="{FF2B5EF4-FFF2-40B4-BE49-F238E27FC236}">
                <a16:creationId xmlns:a16="http://schemas.microsoft.com/office/drawing/2014/main" id="{9E2DF50D-068E-BB48-E91F-AA93BD56C23B}"/>
              </a:ext>
            </a:extLst>
          </p:cNvPr>
          <p:cNvSpPr/>
          <p:nvPr/>
        </p:nvSpPr>
        <p:spPr>
          <a:xfrm>
            <a:off x="7207770" y="4555682"/>
            <a:ext cx="398275" cy="9798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FP32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7" name="직사각형 736">
            <a:extLst>
              <a:ext uri="{FF2B5EF4-FFF2-40B4-BE49-F238E27FC236}">
                <a16:creationId xmlns:a16="http://schemas.microsoft.com/office/drawing/2014/main" id="{37CAC1BF-3E86-C653-C9F9-4F5FB0C21BD1}"/>
              </a:ext>
            </a:extLst>
          </p:cNvPr>
          <p:cNvSpPr/>
          <p:nvPr/>
        </p:nvSpPr>
        <p:spPr>
          <a:xfrm>
            <a:off x="7687398" y="3088394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8" name="직사각형 737">
            <a:extLst>
              <a:ext uri="{FF2B5EF4-FFF2-40B4-BE49-F238E27FC236}">
                <a16:creationId xmlns:a16="http://schemas.microsoft.com/office/drawing/2014/main" id="{F7C77026-B9E3-D46C-D6B3-D91D03AFA469}"/>
              </a:ext>
            </a:extLst>
          </p:cNvPr>
          <p:cNvSpPr/>
          <p:nvPr/>
        </p:nvSpPr>
        <p:spPr>
          <a:xfrm>
            <a:off x="7687398" y="3186873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39" name="직사각형 738">
            <a:extLst>
              <a:ext uri="{FF2B5EF4-FFF2-40B4-BE49-F238E27FC236}">
                <a16:creationId xmlns:a16="http://schemas.microsoft.com/office/drawing/2014/main" id="{BA5C9639-2493-3631-86F1-A52A8804FA64}"/>
              </a:ext>
            </a:extLst>
          </p:cNvPr>
          <p:cNvSpPr/>
          <p:nvPr/>
        </p:nvSpPr>
        <p:spPr>
          <a:xfrm>
            <a:off x="7687398" y="3287545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40" name="직사각형 739">
            <a:extLst>
              <a:ext uri="{FF2B5EF4-FFF2-40B4-BE49-F238E27FC236}">
                <a16:creationId xmlns:a16="http://schemas.microsoft.com/office/drawing/2014/main" id="{EAED20CB-E78C-39A7-AC95-BDAF02A396D4}"/>
              </a:ext>
            </a:extLst>
          </p:cNvPr>
          <p:cNvSpPr/>
          <p:nvPr/>
        </p:nvSpPr>
        <p:spPr>
          <a:xfrm>
            <a:off x="7687398" y="3385533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1" name="직사각형 760">
            <a:extLst>
              <a:ext uri="{FF2B5EF4-FFF2-40B4-BE49-F238E27FC236}">
                <a16:creationId xmlns:a16="http://schemas.microsoft.com/office/drawing/2014/main" id="{885DC8D7-6E83-9879-A7D6-4DA694F8E037}"/>
              </a:ext>
            </a:extLst>
          </p:cNvPr>
          <p:cNvSpPr/>
          <p:nvPr/>
        </p:nvSpPr>
        <p:spPr>
          <a:xfrm>
            <a:off x="7687398" y="3482071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2" name="직사각형 761">
            <a:extLst>
              <a:ext uri="{FF2B5EF4-FFF2-40B4-BE49-F238E27FC236}">
                <a16:creationId xmlns:a16="http://schemas.microsoft.com/office/drawing/2014/main" id="{5764BA35-121D-21E4-346C-F14045A8EB34}"/>
              </a:ext>
            </a:extLst>
          </p:cNvPr>
          <p:cNvSpPr/>
          <p:nvPr/>
        </p:nvSpPr>
        <p:spPr>
          <a:xfrm>
            <a:off x="7687398" y="3580550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3" name="직사각형 762">
            <a:extLst>
              <a:ext uri="{FF2B5EF4-FFF2-40B4-BE49-F238E27FC236}">
                <a16:creationId xmlns:a16="http://schemas.microsoft.com/office/drawing/2014/main" id="{4D41CB5A-F8CA-3C26-C4A1-561F774C05AB}"/>
              </a:ext>
            </a:extLst>
          </p:cNvPr>
          <p:cNvSpPr/>
          <p:nvPr/>
        </p:nvSpPr>
        <p:spPr>
          <a:xfrm>
            <a:off x="7687398" y="3681222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4" name="직사각형 763">
            <a:extLst>
              <a:ext uri="{FF2B5EF4-FFF2-40B4-BE49-F238E27FC236}">
                <a16:creationId xmlns:a16="http://schemas.microsoft.com/office/drawing/2014/main" id="{E090E666-5ED6-7442-F3C3-88771FE2D54A}"/>
              </a:ext>
            </a:extLst>
          </p:cNvPr>
          <p:cNvSpPr/>
          <p:nvPr/>
        </p:nvSpPr>
        <p:spPr>
          <a:xfrm>
            <a:off x="7687398" y="3779210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5" name="직사각형 764">
            <a:extLst>
              <a:ext uri="{FF2B5EF4-FFF2-40B4-BE49-F238E27FC236}">
                <a16:creationId xmlns:a16="http://schemas.microsoft.com/office/drawing/2014/main" id="{D91B099E-1A71-4809-9570-A360A91DB683}"/>
              </a:ext>
            </a:extLst>
          </p:cNvPr>
          <p:cNvSpPr/>
          <p:nvPr/>
        </p:nvSpPr>
        <p:spPr>
          <a:xfrm>
            <a:off x="7687398" y="3875473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6" name="직사각형 765">
            <a:extLst>
              <a:ext uri="{FF2B5EF4-FFF2-40B4-BE49-F238E27FC236}">
                <a16:creationId xmlns:a16="http://schemas.microsoft.com/office/drawing/2014/main" id="{1EF522A5-7746-BF0D-C885-E7330ABE5A7E}"/>
              </a:ext>
            </a:extLst>
          </p:cNvPr>
          <p:cNvSpPr/>
          <p:nvPr/>
        </p:nvSpPr>
        <p:spPr>
          <a:xfrm>
            <a:off x="7687398" y="3973952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7" name="직사각형 766">
            <a:extLst>
              <a:ext uri="{FF2B5EF4-FFF2-40B4-BE49-F238E27FC236}">
                <a16:creationId xmlns:a16="http://schemas.microsoft.com/office/drawing/2014/main" id="{164795D6-3FF0-59A2-1C05-464D137C7768}"/>
              </a:ext>
            </a:extLst>
          </p:cNvPr>
          <p:cNvSpPr/>
          <p:nvPr/>
        </p:nvSpPr>
        <p:spPr>
          <a:xfrm>
            <a:off x="7687398" y="4074624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768" name="직사각형 767">
            <a:extLst>
              <a:ext uri="{FF2B5EF4-FFF2-40B4-BE49-F238E27FC236}">
                <a16:creationId xmlns:a16="http://schemas.microsoft.com/office/drawing/2014/main" id="{4E94AD7B-8417-922F-BB44-B3A421265D7C}"/>
              </a:ext>
            </a:extLst>
          </p:cNvPr>
          <p:cNvSpPr/>
          <p:nvPr/>
        </p:nvSpPr>
        <p:spPr>
          <a:xfrm>
            <a:off x="7687398" y="4172612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1" name="직사각형 820">
            <a:extLst>
              <a:ext uri="{FF2B5EF4-FFF2-40B4-BE49-F238E27FC236}">
                <a16:creationId xmlns:a16="http://schemas.microsoft.com/office/drawing/2014/main" id="{291CC817-7790-4992-29A0-7D0E410F4B02}"/>
              </a:ext>
            </a:extLst>
          </p:cNvPr>
          <p:cNvSpPr/>
          <p:nvPr/>
        </p:nvSpPr>
        <p:spPr>
          <a:xfrm>
            <a:off x="7687398" y="4259648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2" name="직사각형 821">
            <a:extLst>
              <a:ext uri="{FF2B5EF4-FFF2-40B4-BE49-F238E27FC236}">
                <a16:creationId xmlns:a16="http://schemas.microsoft.com/office/drawing/2014/main" id="{768D0B87-1410-D836-E4C9-2B655AE0B974}"/>
              </a:ext>
            </a:extLst>
          </p:cNvPr>
          <p:cNvSpPr/>
          <p:nvPr/>
        </p:nvSpPr>
        <p:spPr>
          <a:xfrm>
            <a:off x="7687398" y="4358127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3" name="직사각형 822">
            <a:extLst>
              <a:ext uri="{FF2B5EF4-FFF2-40B4-BE49-F238E27FC236}">
                <a16:creationId xmlns:a16="http://schemas.microsoft.com/office/drawing/2014/main" id="{DC5A7B25-F449-F72A-CA71-4853E712BBA5}"/>
              </a:ext>
            </a:extLst>
          </p:cNvPr>
          <p:cNvSpPr/>
          <p:nvPr/>
        </p:nvSpPr>
        <p:spPr>
          <a:xfrm>
            <a:off x="7687398" y="4458799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4" name="직사각형 823">
            <a:extLst>
              <a:ext uri="{FF2B5EF4-FFF2-40B4-BE49-F238E27FC236}">
                <a16:creationId xmlns:a16="http://schemas.microsoft.com/office/drawing/2014/main" id="{3DCBCD81-4B84-AAF1-B5FF-6C197EA71C43}"/>
              </a:ext>
            </a:extLst>
          </p:cNvPr>
          <p:cNvSpPr/>
          <p:nvPr/>
        </p:nvSpPr>
        <p:spPr>
          <a:xfrm>
            <a:off x="7687398" y="4556787"/>
            <a:ext cx="398275" cy="979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FP64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5" name="직사각형 824">
            <a:extLst>
              <a:ext uri="{FF2B5EF4-FFF2-40B4-BE49-F238E27FC236}">
                <a16:creationId xmlns:a16="http://schemas.microsoft.com/office/drawing/2014/main" id="{85AA9ADB-50A7-6193-FD50-2A61E867CD5E}"/>
              </a:ext>
            </a:extLst>
          </p:cNvPr>
          <p:cNvSpPr/>
          <p:nvPr/>
        </p:nvSpPr>
        <p:spPr>
          <a:xfrm>
            <a:off x="8157882" y="3091568"/>
            <a:ext cx="677266" cy="156491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TENSOR CORE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26" name="직사각형 825">
            <a:extLst>
              <a:ext uri="{FF2B5EF4-FFF2-40B4-BE49-F238E27FC236}">
                <a16:creationId xmlns:a16="http://schemas.microsoft.com/office/drawing/2014/main" id="{07DB2D7A-7EE9-905A-1140-E872BA6C3E15}"/>
              </a:ext>
            </a:extLst>
          </p:cNvPr>
          <p:cNvSpPr/>
          <p:nvPr/>
        </p:nvSpPr>
        <p:spPr>
          <a:xfrm>
            <a:off x="6321335" y="1933642"/>
            <a:ext cx="2513813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L0 Instruction Cache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827" name="직사각형 826">
            <a:extLst>
              <a:ext uri="{FF2B5EF4-FFF2-40B4-BE49-F238E27FC236}">
                <a16:creationId xmlns:a16="http://schemas.microsoft.com/office/drawing/2014/main" id="{C1EE5807-681E-AE10-8231-A1D1133A4C60}"/>
              </a:ext>
            </a:extLst>
          </p:cNvPr>
          <p:cNvSpPr/>
          <p:nvPr/>
        </p:nvSpPr>
        <p:spPr>
          <a:xfrm>
            <a:off x="6321335" y="2220591"/>
            <a:ext cx="2513813" cy="23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Warp Scheduler (32 thread/clk) 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8F76DF95-928B-F346-3DF6-35507A109C32}"/>
              </a:ext>
            </a:extLst>
          </p:cNvPr>
          <p:cNvSpPr/>
          <p:nvPr/>
        </p:nvSpPr>
        <p:spPr>
          <a:xfrm>
            <a:off x="6321335" y="2507427"/>
            <a:ext cx="2513813" cy="2366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Dispatch Unit (32 thread/clk)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830" name="직사각형 829">
            <a:extLst>
              <a:ext uri="{FF2B5EF4-FFF2-40B4-BE49-F238E27FC236}">
                <a16:creationId xmlns:a16="http://schemas.microsoft.com/office/drawing/2014/main" id="{CF985BE6-A710-26BC-75F9-292F620A36D2}"/>
              </a:ext>
            </a:extLst>
          </p:cNvPr>
          <p:cNvSpPr/>
          <p:nvPr/>
        </p:nvSpPr>
        <p:spPr>
          <a:xfrm>
            <a:off x="6321335" y="2799498"/>
            <a:ext cx="2513813" cy="236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Register File (16,384 * 32bit)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835" name="직사각형 834">
            <a:extLst>
              <a:ext uri="{FF2B5EF4-FFF2-40B4-BE49-F238E27FC236}">
                <a16:creationId xmlns:a16="http://schemas.microsoft.com/office/drawing/2014/main" id="{332C8426-7010-AE3D-6960-970A7A57788A}"/>
              </a:ext>
            </a:extLst>
          </p:cNvPr>
          <p:cNvSpPr/>
          <p:nvPr/>
        </p:nvSpPr>
        <p:spPr>
          <a:xfrm>
            <a:off x="6321335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0" name="직사각형 839">
            <a:extLst>
              <a:ext uri="{FF2B5EF4-FFF2-40B4-BE49-F238E27FC236}">
                <a16:creationId xmlns:a16="http://schemas.microsoft.com/office/drawing/2014/main" id="{57B014AA-8583-7F12-D9AA-02EC323A7E70}"/>
              </a:ext>
            </a:extLst>
          </p:cNvPr>
          <p:cNvSpPr/>
          <p:nvPr/>
        </p:nvSpPr>
        <p:spPr>
          <a:xfrm>
            <a:off x="6633433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1" name="직사각형 840">
            <a:extLst>
              <a:ext uri="{FF2B5EF4-FFF2-40B4-BE49-F238E27FC236}">
                <a16:creationId xmlns:a16="http://schemas.microsoft.com/office/drawing/2014/main" id="{51A75698-2DCC-1D74-517A-CFFC1F5649D5}"/>
              </a:ext>
            </a:extLst>
          </p:cNvPr>
          <p:cNvSpPr/>
          <p:nvPr/>
        </p:nvSpPr>
        <p:spPr>
          <a:xfrm>
            <a:off x="6952560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2" name="직사각형 841">
            <a:extLst>
              <a:ext uri="{FF2B5EF4-FFF2-40B4-BE49-F238E27FC236}">
                <a16:creationId xmlns:a16="http://schemas.microsoft.com/office/drawing/2014/main" id="{2BDAFD8B-EDB3-297F-9D32-0BB5BB9D2A43}"/>
              </a:ext>
            </a:extLst>
          </p:cNvPr>
          <p:cNvSpPr/>
          <p:nvPr/>
        </p:nvSpPr>
        <p:spPr>
          <a:xfrm>
            <a:off x="7264658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3" name="직사각형 842">
            <a:extLst>
              <a:ext uri="{FF2B5EF4-FFF2-40B4-BE49-F238E27FC236}">
                <a16:creationId xmlns:a16="http://schemas.microsoft.com/office/drawing/2014/main" id="{BC828032-050F-9C95-3AB0-0BA88DE201BA}"/>
              </a:ext>
            </a:extLst>
          </p:cNvPr>
          <p:cNvSpPr/>
          <p:nvPr/>
        </p:nvSpPr>
        <p:spPr>
          <a:xfrm>
            <a:off x="7580944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4" name="직사각형 843">
            <a:extLst>
              <a:ext uri="{FF2B5EF4-FFF2-40B4-BE49-F238E27FC236}">
                <a16:creationId xmlns:a16="http://schemas.microsoft.com/office/drawing/2014/main" id="{7601DE60-94DF-A6DC-9A72-EB09912F4598}"/>
              </a:ext>
            </a:extLst>
          </p:cNvPr>
          <p:cNvSpPr/>
          <p:nvPr/>
        </p:nvSpPr>
        <p:spPr>
          <a:xfrm>
            <a:off x="7893042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5" name="직사각형 844">
            <a:extLst>
              <a:ext uri="{FF2B5EF4-FFF2-40B4-BE49-F238E27FC236}">
                <a16:creationId xmlns:a16="http://schemas.microsoft.com/office/drawing/2014/main" id="{F8F11BBF-A520-B8B6-C2C7-0D3CFF8E6FAC}"/>
              </a:ext>
            </a:extLst>
          </p:cNvPr>
          <p:cNvSpPr/>
          <p:nvPr/>
        </p:nvSpPr>
        <p:spPr>
          <a:xfrm>
            <a:off x="8212169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846" name="직사각형 845">
            <a:extLst>
              <a:ext uri="{FF2B5EF4-FFF2-40B4-BE49-F238E27FC236}">
                <a16:creationId xmlns:a16="http://schemas.microsoft.com/office/drawing/2014/main" id="{8D0A8435-FB14-CBA5-C912-58198AE56372}"/>
              </a:ext>
            </a:extLst>
          </p:cNvPr>
          <p:cNvSpPr/>
          <p:nvPr/>
        </p:nvSpPr>
        <p:spPr>
          <a:xfrm>
            <a:off x="8524267" y="4715352"/>
            <a:ext cx="314933" cy="198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LD</a:t>
            </a:r>
          </a:p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/ST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grpSp>
        <p:nvGrpSpPr>
          <p:cNvPr id="906" name="그룹 905">
            <a:extLst>
              <a:ext uri="{FF2B5EF4-FFF2-40B4-BE49-F238E27FC236}">
                <a16:creationId xmlns:a16="http://schemas.microsoft.com/office/drawing/2014/main" id="{0FE7D3C5-054A-462C-34DE-5A0FE7C719B6}"/>
              </a:ext>
            </a:extLst>
          </p:cNvPr>
          <p:cNvGrpSpPr/>
          <p:nvPr/>
        </p:nvGrpSpPr>
        <p:grpSpPr>
          <a:xfrm>
            <a:off x="1987131" y="1448974"/>
            <a:ext cx="984726" cy="907580"/>
            <a:chOff x="1676492" y="834749"/>
            <a:chExt cx="1942494" cy="907580"/>
          </a:xfrm>
        </p:grpSpPr>
        <p:sp>
          <p:nvSpPr>
            <p:cNvPr id="907" name="직사각형 906">
              <a:extLst>
                <a:ext uri="{FF2B5EF4-FFF2-40B4-BE49-F238E27FC236}">
                  <a16:creationId xmlns:a16="http://schemas.microsoft.com/office/drawing/2014/main" id="{D0BCB444-52FC-1852-DD8E-D425CACCD39C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08" name="직사각형 907">
              <a:extLst>
                <a:ext uri="{FF2B5EF4-FFF2-40B4-BE49-F238E27FC236}">
                  <a16:creationId xmlns:a16="http://schemas.microsoft.com/office/drawing/2014/main" id="{DCAC0D90-45E3-5C43-2811-223D91AB91C2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09" name="직사각형 908">
              <a:extLst>
                <a:ext uri="{FF2B5EF4-FFF2-40B4-BE49-F238E27FC236}">
                  <a16:creationId xmlns:a16="http://schemas.microsoft.com/office/drawing/2014/main" id="{940A034B-84E3-F375-91E4-E23BEB607F5C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0" name="직사각형 909">
              <a:extLst>
                <a:ext uri="{FF2B5EF4-FFF2-40B4-BE49-F238E27FC236}">
                  <a16:creationId xmlns:a16="http://schemas.microsoft.com/office/drawing/2014/main" id="{B6C560D6-1D2F-7715-B275-930D8A7E863C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1" name="직사각형 910">
              <a:extLst>
                <a:ext uri="{FF2B5EF4-FFF2-40B4-BE49-F238E27FC236}">
                  <a16:creationId xmlns:a16="http://schemas.microsoft.com/office/drawing/2014/main" id="{C75F087F-2145-8102-CFDF-4D0668816A5B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2" name="직사각형 911">
              <a:extLst>
                <a:ext uri="{FF2B5EF4-FFF2-40B4-BE49-F238E27FC236}">
                  <a16:creationId xmlns:a16="http://schemas.microsoft.com/office/drawing/2014/main" id="{A836BCCC-B087-A341-E119-889256C9087F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3" name="직사각형 912">
              <a:extLst>
                <a:ext uri="{FF2B5EF4-FFF2-40B4-BE49-F238E27FC236}">
                  <a16:creationId xmlns:a16="http://schemas.microsoft.com/office/drawing/2014/main" id="{BB57B039-BF14-626A-CCA7-99361DF7F867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4" name="직사각형 913">
              <a:extLst>
                <a:ext uri="{FF2B5EF4-FFF2-40B4-BE49-F238E27FC236}">
                  <a16:creationId xmlns:a16="http://schemas.microsoft.com/office/drawing/2014/main" id="{6D95D778-2480-B9BD-8C97-807C3442BF82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5" name="직사각형 914">
              <a:extLst>
                <a:ext uri="{FF2B5EF4-FFF2-40B4-BE49-F238E27FC236}">
                  <a16:creationId xmlns:a16="http://schemas.microsoft.com/office/drawing/2014/main" id="{6CAC120E-8144-008A-FA23-CF9939F61D94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6" name="직사각형 915">
              <a:extLst>
                <a:ext uri="{FF2B5EF4-FFF2-40B4-BE49-F238E27FC236}">
                  <a16:creationId xmlns:a16="http://schemas.microsoft.com/office/drawing/2014/main" id="{6E80F429-A9DC-493B-806E-7BB59D7EACA5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7" name="직사각형 916">
              <a:extLst>
                <a:ext uri="{FF2B5EF4-FFF2-40B4-BE49-F238E27FC236}">
                  <a16:creationId xmlns:a16="http://schemas.microsoft.com/office/drawing/2014/main" id="{17F61446-D6CB-43E6-511E-ED76DC51A749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8" name="직사각형 917">
              <a:extLst>
                <a:ext uri="{FF2B5EF4-FFF2-40B4-BE49-F238E27FC236}">
                  <a16:creationId xmlns:a16="http://schemas.microsoft.com/office/drawing/2014/main" id="{B8AA8877-083B-1EFF-4EC1-1F65AF1005E7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9" name="직사각형 918">
              <a:extLst>
                <a:ext uri="{FF2B5EF4-FFF2-40B4-BE49-F238E27FC236}">
                  <a16:creationId xmlns:a16="http://schemas.microsoft.com/office/drawing/2014/main" id="{4D36FF63-F1A6-783B-1011-BE63FBE58B72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0" name="직사각형 919">
              <a:extLst>
                <a:ext uri="{FF2B5EF4-FFF2-40B4-BE49-F238E27FC236}">
                  <a16:creationId xmlns:a16="http://schemas.microsoft.com/office/drawing/2014/main" id="{355133F8-3BB9-C89B-6279-B9FFD0842646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1" name="직사각형 920">
              <a:extLst>
                <a:ext uri="{FF2B5EF4-FFF2-40B4-BE49-F238E27FC236}">
                  <a16:creationId xmlns:a16="http://schemas.microsoft.com/office/drawing/2014/main" id="{DD9A2F2C-7927-CD8A-C618-94C1846681FB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2" name="직사각형 921">
              <a:extLst>
                <a:ext uri="{FF2B5EF4-FFF2-40B4-BE49-F238E27FC236}">
                  <a16:creationId xmlns:a16="http://schemas.microsoft.com/office/drawing/2014/main" id="{E41A3936-6ECE-BFA8-33DC-829994D1C8B0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3" name="직사각형 922">
              <a:extLst>
                <a:ext uri="{FF2B5EF4-FFF2-40B4-BE49-F238E27FC236}">
                  <a16:creationId xmlns:a16="http://schemas.microsoft.com/office/drawing/2014/main" id="{BCC7E18F-6E83-4A80-CC83-EBE3B57ED8B5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4" name="직사각형 923">
              <a:extLst>
                <a:ext uri="{FF2B5EF4-FFF2-40B4-BE49-F238E27FC236}">
                  <a16:creationId xmlns:a16="http://schemas.microsoft.com/office/drawing/2014/main" id="{4636605F-C420-FDC0-1B60-E3032AFE10E0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5" name="직사각형 924">
              <a:extLst>
                <a:ext uri="{FF2B5EF4-FFF2-40B4-BE49-F238E27FC236}">
                  <a16:creationId xmlns:a16="http://schemas.microsoft.com/office/drawing/2014/main" id="{BAE4B62B-C646-8ED6-147E-DE996E6F84F9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6" name="직사각형 925">
              <a:extLst>
                <a:ext uri="{FF2B5EF4-FFF2-40B4-BE49-F238E27FC236}">
                  <a16:creationId xmlns:a16="http://schemas.microsoft.com/office/drawing/2014/main" id="{96652E3C-EEFA-DB38-4FB2-BA68D829EE5B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7" name="직사각형 926">
              <a:extLst>
                <a:ext uri="{FF2B5EF4-FFF2-40B4-BE49-F238E27FC236}">
                  <a16:creationId xmlns:a16="http://schemas.microsoft.com/office/drawing/2014/main" id="{154C9814-A958-27A9-59F0-25DB631368AA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8" name="직사각형 927">
              <a:extLst>
                <a:ext uri="{FF2B5EF4-FFF2-40B4-BE49-F238E27FC236}">
                  <a16:creationId xmlns:a16="http://schemas.microsoft.com/office/drawing/2014/main" id="{E7E17D40-9B93-6AA2-BC50-44FA88276FC5}"/>
                </a:ext>
              </a:extLst>
            </p:cNvPr>
            <p:cNvSpPr/>
            <p:nvPr/>
          </p:nvSpPr>
          <p:spPr>
            <a:xfrm rot="16200000">
              <a:off x="304311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9" name="직사각형 928">
              <a:extLst>
                <a:ext uri="{FF2B5EF4-FFF2-40B4-BE49-F238E27FC236}">
                  <a16:creationId xmlns:a16="http://schemas.microsoft.com/office/drawing/2014/main" id="{7BD9077B-8898-4C4E-7FD2-360829DCC9E8}"/>
                </a:ext>
              </a:extLst>
            </p:cNvPr>
            <p:cNvSpPr/>
            <p:nvPr/>
          </p:nvSpPr>
          <p:spPr>
            <a:xfrm rot="16200000">
              <a:off x="3347151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0" name="직사각형 929">
              <a:extLst>
                <a:ext uri="{FF2B5EF4-FFF2-40B4-BE49-F238E27FC236}">
                  <a16:creationId xmlns:a16="http://schemas.microsoft.com/office/drawing/2014/main" id="{4AB7DF0D-9ED8-E088-3C1B-1F8488381927}"/>
                </a:ext>
              </a:extLst>
            </p:cNvPr>
            <p:cNvSpPr/>
            <p:nvPr/>
          </p:nvSpPr>
          <p:spPr>
            <a:xfrm rot="16200000">
              <a:off x="3347153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grpSp>
        <p:nvGrpSpPr>
          <p:cNvPr id="931" name="그룹 930">
            <a:extLst>
              <a:ext uri="{FF2B5EF4-FFF2-40B4-BE49-F238E27FC236}">
                <a16:creationId xmlns:a16="http://schemas.microsoft.com/office/drawing/2014/main" id="{B7B433A9-BF8F-A6F7-0DF3-7190FAD958DF}"/>
              </a:ext>
            </a:extLst>
          </p:cNvPr>
          <p:cNvGrpSpPr/>
          <p:nvPr/>
        </p:nvGrpSpPr>
        <p:grpSpPr>
          <a:xfrm>
            <a:off x="1987131" y="2882814"/>
            <a:ext cx="985277" cy="907580"/>
            <a:chOff x="1676492" y="834749"/>
            <a:chExt cx="1943581" cy="907580"/>
          </a:xfrm>
        </p:grpSpPr>
        <p:sp>
          <p:nvSpPr>
            <p:cNvPr id="932" name="직사각형 931">
              <a:extLst>
                <a:ext uri="{FF2B5EF4-FFF2-40B4-BE49-F238E27FC236}">
                  <a16:creationId xmlns:a16="http://schemas.microsoft.com/office/drawing/2014/main" id="{78FF8381-D2CF-D1C7-FA60-C678446CEE67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3" name="직사각형 932">
              <a:extLst>
                <a:ext uri="{FF2B5EF4-FFF2-40B4-BE49-F238E27FC236}">
                  <a16:creationId xmlns:a16="http://schemas.microsoft.com/office/drawing/2014/main" id="{2202F2F3-EE32-660A-2B82-481F2186B35D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4" name="직사각형 933">
              <a:extLst>
                <a:ext uri="{FF2B5EF4-FFF2-40B4-BE49-F238E27FC236}">
                  <a16:creationId xmlns:a16="http://schemas.microsoft.com/office/drawing/2014/main" id="{2CF961EA-2814-6E86-B744-A60F2B20A770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5" name="직사각형 934">
              <a:extLst>
                <a:ext uri="{FF2B5EF4-FFF2-40B4-BE49-F238E27FC236}">
                  <a16:creationId xmlns:a16="http://schemas.microsoft.com/office/drawing/2014/main" id="{67612210-D2EF-43BB-7E9F-670735DFC8E7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6" name="직사각형 935">
              <a:extLst>
                <a:ext uri="{FF2B5EF4-FFF2-40B4-BE49-F238E27FC236}">
                  <a16:creationId xmlns:a16="http://schemas.microsoft.com/office/drawing/2014/main" id="{BA203816-C248-C546-23AE-2F3CAB608BF8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7" name="직사각형 936">
              <a:extLst>
                <a:ext uri="{FF2B5EF4-FFF2-40B4-BE49-F238E27FC236}">
                  <a16:creationId xmlns:a16="http://schemas.microsoft.com/office/drawing/2014/main" id="{5961BC00-8157-91DB-0D41-C82A5E094381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8" name="직사각형 937">
              <a:extLst>
                <a:ext uri="{FF2B5EF4-FFF2-40B4-BE49-F238E27FC236}">
                  <a16:creationId xmlns:a16="http://schemas.microsoft.com/office/drawing/2014/main" id="{548DD9E3-FEFA-2E6B-3138-C6B4F8D403A9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9" name="직사각형 938">
              <a:extLst>
                <a:ext uri="{FF2B5EF4-FFF2-40B4-BE49-F238E27FC236}">
                  <a16:creationId xmlns:a16="http://schemas.microsoft.com/office/drawing/2014/main" id="{D73702D8-136D-338C-01E1-F84197425229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0" name="직사각형 939">
              <a:extLst>
                <a:ext uri="{FF2B5EF4-FFF2-40B4-BE49-F238E27FC236}">
                  <a16:creationId xmlns:a16="http://schemas.microsoft.com/office/drawing/2014/main" id="{435D4970-4407-F4EB-7296-08A11CE5A7DA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1" name="직사각형 940">
              <a:extLst>
                <a:ext uri="{FF2B5EF4-FFF2-40B4-BE49-F238E27FC236}">
                  <a16:creationId xmlns:a16="http://schemas.microsoft.com/office/drawing/2014/main" id="{7185157E-76E3-C7E6-7963-418C7870E843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2" name="직사각형 941">
              <a:extLst>
                <a:ext uri="{FF2B5EF4-FFF2-40B4-BE49-F238E27FC236}">
                  <a16:creationId xmlns:a16="http://schemas.microsoft.com/office/drawing/2014/main" id="{69B6B002-622E-AB18-8E02-F2EFA0EC2C45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3" name="직사각형 942">
              <a:extLst>
                <a:ext uri="{FF2B5EF4-FFF2-40B4-BE49-F238E27FC236}">
                  <a16:creationId xmlns:a16="http://schemas.microsoft.com/office/drawing/2014/main" id="{0DC5B61D-A946-6886-BE43-3DF07181DCDF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4" name="직사각형 943">
              <a:extLst>
                <a:ext uri="{FF2B5EF4-FFF2-40B4-BE49-F238E27FC236}">
                  <a16:creationId xmlns:a16="http://schemas.microsoft.com/office/drawing/2014/main" id="{03CDE48B-8880-AE9A-953A-1EB0E6D4B0C2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5" name="직사각형 944">
              <a:extLst>
                <a:ext uri="{FF2B5EF4-FFF2-40B4-BE49-F238E27FC236}">
                  <a16:creationId xmlns:a16="http://schemas.microsoft.com/office/drawing/2014/main" id="{50DE3230-E160-6793-EF0F-151AA15CA552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6" name="직사각형 945">
              <a:extLst>
                <a:ext uri="{FF2B5EF4-FFF2-40B4-BE49-F238E27FC236}">
                  <a16:creationId xmlns:a16="http://schemas.microsoft.com/office/drawing/2014/main" id="{CA5106AD-4762-2C0E-1CA0-4B5125B87D9A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7" name="직사각형 946">
              <a:extLst>
                <a:ext uri="{FF2B5EF4-FFF2-40B4-BE49-F238E27FC236}">
                  <a16:creationId xmlns:a16="http://schemas.microsoft.com/office/drawing/2014/main" id="{2215C3A7-B809-7CCA-060A-9B22E68F9684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8" name="직사각형 947">
              <a:extLst>
                <a:ext uri="{FF2B5EF4-FFF2-40B4-BE49-F238E27FC236}">
                  <a16:creationId xmlns:a16="http://schemas.microsoft.com/office/drawing/2014/main" id="{48782CB3-10A0-E7A8-6F6C-02977F270104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9" name="직사각형 948">
              <a:extLst>
                <a:ext uri="{FF2B5EF4-FFF2-40B4-BE49-F238E27FC236}">
                  <a16:creationId xmlns:a16="http://schemas.microsoft.com/office/drawing/2014/main" id="{D4F3B42C-7B14-5130-04E7-313F9AD482A0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0" name="직사각형 949">
              <a:extLst>
                <a:ext uri="{FF2B5EF4-FFF2-40B4-BE49-F238E27FC236}">
                  <a16:creationId xmlns:a16="http://schemas.microsoft.com/office/drawing/2014/main" id="{EDF27CB6-55D7-30BE-6B37-F8BD9725CF44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1" name="직사각형 950">
              <a:extLst>
                <a:ext uri="{FF2B5EF4-FFF2-40B4-BE49-F238E27FC236}">
                  <a16:creationId xmlns:a16="http://schemas.microsoft.com/office/drawing/2014/main" id="{4D0F2CDE-BBC2-5C82-8E46-FE84668EFB59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2" name="직사각형 951">
              <a:extLst>
                <a:ext uri="{FF2B5EF4-FFF2-40B4-BE49-F238E27FC236}">
                  <a16:creationId xmlns:a16="http://schemas.microsoft.com/office/drawing/2014/main" id="{B243D0F0-63AA-10B5-7140-3EC852E58868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3" name="직사각형 952">
              <a:extLst>
                <a:ext uri="{FF2B5EF4-FFF2-40B4-BE49-F238E27FC236}">
                  <a16:creationId xmlns:a16="http://schemas.microsoft.com/office/drawing/2014/main" id="{57B1F8FB-9812-A15B-690B-A30640850EA8}"/>
                </a:ext>
              </a:extLst>
            </p:cNvPr>
            <p:cNvSpPr/>
            <p:nvPr/>
          </p:nvSpPr>
          <p:spPr>
            <a:xfrm rot="16200000">
              <a:off x="304420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4" name="직사각형 953">
              <a:extLst>
                <a:ext uri="{FF2B5EF4-FFF2-40B4-BE49-F238E27FC236}">
                  <a16:creationId xmlns:a16="http://schemas.microsoft.com/office/drawing/2014/main" id="{A5645A4D-AA42-7BEB-39D7-E30EF4D5CDA8}"/>
                </a:ext>
              </a:extLst>
            </p:cNvPr>
            <p:cNvSpPr/>
            <p:nvPr/>
          </p:nvSpPr>
          <p:spPr>
            <a:xfrm rot="16200000">
              <a:off x="3348238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5" name="직사각형 954">
              <a:extLst>
                <a:ext uri="{FF2B5EF4-FFF2-40B4-BE49-F238E27FC236}">
                  <a16:creationId xmlns:a16="http://schemas.microsoft.com/office/drawing/2014/main" id="{C29F6392-2F20-7C0B-3AE7-1116E9B4CFE1}"/>
                </a:ext>
              </a:extLst>
            </p:cNvPr>
            <p:cNvSpPr/>
            <p:nvPr/>
          </p:nvSpPr>
          <p:spPr>
            <a:xfrm rot="16200000">
              <a:off x="3348240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grpSp>
        <p:nvGrpSpPr>
          <p:cNvPr id="956" name="그룹 955">
            <a:extLst>
              <a:ext uri="{FF2B5EF4-FFF2-40B4-BE49-F238E27FC236}">
                <a16:creationId xmlns:a16="http://schemas.microsoft.com/office/drawing/2014/main" id="{062D6FCD-B697-42B7-AED4-85DA09E9DB63}"/>
              </a:ext>
            </a:extLst>
          </p:cNvPr>
          <p:cNvGrpSpPr/>
          <p:nvPr/>
        </p:nvGrpSpPr>
        <p:grpSpPr>
          <a:xfrm>
            <a:off x="3147256" y="1448974"/>
            <a:ext cx="984726" cy="907580"/>
            <a:chOff x="1676492" y="834749"/>
            <a:chExt cx="1942494" cy="907580"/>
          </a:xfrm>
        </p:grpSpPr>
        <p:sp>
          <p:nvSpPr>
            <p:cNvPr id="957" name="직사각형 956">
              <a:extLst>
                <a:ext uri="{FF2B5EF4-FFF2-40B4-BE49-F238E27FC236}">
                  <a16:creationId xmlns:a16="http://schemas.microsoft.com/office/drawing/2014/main" id="{12AB12DD-8961-EC4E-021E-19A7626AAC4A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8" name="직사각형 957">
              <a:extLst>
                <a:ext uri="{FF2B5EF4-FFF2-40B4-BE49-F238E27FC236}">
                  <a16:creationId xmlns:a16="http://schemas.microsoft.com/office/drawing/2014/main" id="{E24B5A9A-7B67-7316-63F8-269824110758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9" name="직사각형 958">
              <a:extLst>
                <a:ext uri="{FF2B5EF4-FFF2-40B4-BE49-F238E27FC236}">
                  <a16:creationId xmlns:a16="http://schemas.microsoft.com/office/drawing/2014/main" id="{228C635F-7238-E647-F134-652215738639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0" name="직사각형 959">
              <a:extLst>
                <a:ext uri="{FF2B5EF4-FFF2-40B4-BE49-F238E27FC236}">
                  <a16:creationId xmlns:a16="http://schemas.microsoft.com/office/drawing/2014/main" id="{2BCEA31C-BFCE-DDAA-1AED-15DCB35E4B62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1" name="직사각형 960">
              <a:extLst>
                <a:ext uri="{FF2B5EF4-FFF2-40B4-BE49-F238E27FC236}">
                  <a16:creationId xmlns:a16="http://schemas.microsoft.com/office/drawing/2014/main" id="{299AA85D-CD37-C6BF-15E6-534B90556D3E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2" name="직사각형 961">
              <a:extLst>
                <a:ext uri="{FF2B5EF4-FFF2-40B4-BE49-F238E27FC236}">
                  <a16:creationId xmlns:a16="http://schemas.microsoft.com/office/drawing/2014/main" id="{804D52BF-38C4-3C10-9FFB-0C994D4881D6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3" name="직사각형 962">
              <a:extLst>
                <a:ext uri="{FF2B5EF4-FFF2-40B4-BE49-F238E27FC236}">
                  <a16:creationId xmlns:a16="http://schemas.microsoft.com/office/drawing/2014/main" id="{081B76E2-EC14-4E6B-EB38-DB4D8559B97C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4" name="직사각형 963">
              <a:extLst>
                <a:ext uri="{FF2B5EF4-FFF2-40B4-BE49-F238E27FC236}">
                  <a16:creationId xmlns:a16="http://schemas.microsoft.com/office/drawing/2014/main" id="{73C5B178-6C00-91B7-847A-71E9B364E924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5" name="직사각형 964">
              <a:extLst>
                <a:ext uri="{FF2B5EF4-FFF2-40B4-BE49-F238E27FC236}">
                  <a16:creationId xmlns:a16="http://schemas.microsoft.com/office/drawing/2014/main" id="{CD5FC751-F22E-7A68-DFD3-582431D51CEA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6" name="직사각형 965">
              <a:extLst>
                <a:ext uri="{FF2B5EF4-FFF2-40B4-BE49-F238E27FC236}">
                  <a16:creationId xmlns:a16="http://schemas.microsoft.com/office/drawing/2014/main" id="{4BC84D23-435F-8AF8-4BDC-122FF7D80A08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7" name="직사각형 966">
              <a:extLst>
                <a:ext uri="{FF2B5EF4-FFF2-40B4-BE49-F238E27FC236}">
                  <a16:creationId xmlns:a16="http://schemas.microsoft.com/office/drawing/2014/main" id="{88F476C4-CE53-CD48-E8DD-6F46DC9DD714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8" name="직사각형 967">
              <a:extLst>
                <a:ext uri="{FF2B5EF4-FFF2-40B4-BE49-F238E27FC236}">
                  <a16:creationId xmlns:a16="http://schemas.microsoft.com/office/drawing/2014/main" id="{745B414C-7E22-4B5C-D6D2-A334D5A4CFBC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9" name="직사각형 968">
              <a:extLst>
                <a:ext uri="{FF2B5EF4-FFF2-40B4-BE49-F238E27FC236}">
                  <a16:creationId xmlns:a16="http://schemas.microsoft.com/office/drawing/2014/main" id="{1631FC75-16D4-355E-E8D4-95F1E0AEBA22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0" name="직사각형 969">
              <a:extLst>
                <a:ext uri="{FF2B5EF4-FFF2-40B4-BE49-F238E27FC236}">
                  <a16:creationId xmlns:a16="http://schemas.microsoft.com/office/drawing/2014/main" id="{F9560A01-4FB3-20CE-A83B-545AB27F8840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1" name="직사각형 970">
              <a:extLst>
                <a:ext uri="{FF2B5EF4-FFF2-40B4-BE49-F238E27FC236}">
                  <a16:creationId xmlns:a16="http://schemas.microsoft.com/office/drawing/2014/main" id="{99E2CBFF-62F9-1925-70DA-23DA17ACF88D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2" name="직사각형 971">
              <a:extLst>
                <a:ext uri="{FF2B5EF4-FFF2-40B4-BE49-F238E27FC236}">
                  <a16:creationId xmlns:a16="http://schemas.microsoft.com/office/drawing/2014/main" id="{EFEFE4BB-BCB9-9CE2-BA8E-B73446B99F41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3" name="직사각형 972">
              <a:extLst>
                <a:ext uri="{FF2B5EF4-FFF2-40B4-BE49-F238E27FC236}">
                  <a16:creationId xmlns:a16="http://schemas.microsoft.com/office/drawing/2014/main" id="{4775610D-9BFE-CE0D-6DBE-00736C5D1302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4" name="직사각형 973">
              <a:extLst>
                <a:ext uri="{FF2B5EF4-FFF2-40B4-BE49-F238E27FC236}">
                  <a16:creationId xmlns:a16="http://schemas.microsoft.com/office/drawing/2014/main" id="{E52907A3-AE3A-0F5C-947F-5F92BE5DE3CA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5" name="직사각형 974">
              <a:extLst>
                <a:ext uri="{FF2B5EF4-FFF2-40B4-BE49-F238E27FC236}">
                  <a16:creationId xmlns:a16="http://schemas.microsoft.com/office/drawing/2014/main" id="{473E7904-307E-1A90-E49C-A3E5F617FABA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6" name="직사각형 975">
              <a:extLst>
                <a:ext uri="{FF2B5EF4-FFF2-40B4-BE49-F238E27FC236}">
                  <a16:creationId xmlns:a16="http://schemas.microsoft.com/office/drawing/2014/main" id="{196FC2EF-CD5C-E3B8-18E8-C0EB8CD3CA74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7" name="직사각형 976">
              <a:extLst>
                <a:ext uri="{FF2B5EF4-FFF2-40B4-BE49-F238E27FC236}">
                  <a16:creationId xmlns:a16="http://schemas.microsoft.com/office/drawing/2014/main" id="{9A9151D9-F145-7622-CDFC-1E791BE4AD42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8" name="직사각형 977">
              <a:extLst>
                <a:ext uri="{FF2B5EF4-FFF2-40B4-BE49-F238E27FC236}">
                  <a16:creationId xmlns:a16="http://schemas.microsoft.com/office/drawing/2014/main" id="{04103F97-9488-AD0E-C27B-212A58E508FF}"/>
                </a:ext>
              </a:extLst>
            </p:cNvPr>
            <p:cNvSpPr/>
            <p:nvPr/>
          </p:nvSpPr>
          <p:spPr>
            <a:xfrm rot="16200000">
              <a:off x="304311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9" name="직사각형 978">
              <a:extLst>
                <a:ext uri="{FF2B5EF4-FFF2-40B4-BE49-F238E27FC236}">
                  <a16:creationId xmlns:a16="http://schemas.microsoft.com/office/drawing/2014/main" id="{86158F64-7CAE-1D52-4801-4D6F440C0195}"/>
                </a:ext>
              </a:extLst>
            </p:cNvPr>
            <p:cNvSpPr/>
            <p:nvPr/>
          </p:nvSpPr>
          <p:spPr>
            <a:xfrm rot="16200000">
              <a:off x="3347151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0" name="직사각형 979">
              <a:extLst>
                <a:ext uri="{FF2B5EF4-FFF2-40B4-BE49-F238E27FC236}">
                  <a16:creationId xmlns:a16="http://schemas.microsoft.com/office/drawing/2014/main" id="{39E32EA6-2046-980B-E50E-AD16CC645334}"/>
                </a:ext>
              </a:extLst>
            </p:cNvPr>
            <p:cNvSpPr/>
            <p:nvPr/>
          </p:nvSpPr>
          <p:spPr>
            <a:xfrm rot="16200000">
              <a:off x="3347153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grpSp>
        <p:nvGrpSpPr>
          <p:cNvPr id="981" name="그룹 980">
            <a:extLst>
              <a:ext uri="{FF2B5EF4-FFF2-40B4-BE49-F238E27FC236}">
                <a16:creationId xmlns:a16="http://schemas.microsoft.com/office/drawing/2014/main" id="{A97A5BBD-1823-3B6E-9E79-EEC2768D382C}"/>
              </a:ext>
            </a:extLst>
          </p:cNvPr>
          <p:cNvGrpSpPr/>
          <p:nvPr/>
        </p:nvGrpSpPr>
        <p:grpSpPr>
          <a:xfrm>
            <a:off x="3147256" y="2882814"/>
            <a:ext cx="985277" cy="907580"/>
            <a:chOff x="1676492" y="834749"/>
            <a:chExt cx="1943581" cy="907580"/>
          </a:xfrm>
        </p:grpSpPr>
        <p:sp>
          <p:nvSpPr>
            <p:cNvPr id="982" name="직사각형 981">
              <a:extLst>
                <a:ext uri="{FF2B5EF4-FFF2-40B4-BE49-F238E27FC236}">
                  <a16:creationId xmlns:a16="http://schemas.microsoft.com/office/drawing/2014/main" id="{C96EC567-56AC-648B-D193-B8978192DD01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3" name="직사각형 982">
              <a:extLst>
                <a:ext uri="{FF2B5EF4-FFF2-40B4-BE49-F238E27FC236}">
                  <a16:creationId xmlns:a16="http://schemas.microsoft.com/office/drawing/2014/main" id="{81F00A6B-6891-B9E1-DE67-3B328B7A8BFE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4" name="직사각형 983">
              <a:extLst>
                <a:ext uri="{FF2B5EF4-FFF2-40B4-BE49-F238E27FC236}">
                  <a16:creationId xmlns:a16="http://schemas.microsoft.com/office/drawing/2014/main" id="{8F34F305-A17C-F4DA-BB21-E299C8062461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5" name="직사각형 984">
              <a:extLst>
                <a:ext uri="{FF2B5EF4-FFF2-40B4-BE49-F238E27FC236}">
                  <a16:creationId xmlns:a16="http://schemas.microsoft.com/office/drawing/2014/main" id="{D5A41376-04B0-6CE0-A05E-28BC251D0FDE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6" name="직사각형 985">
              <a:extLst>
                <a:ext uri="{FF2B5EF4-FFF2-40B4-BE49-F238E27FC236}">
                  <a16:creationId xmlns:a16="http://schemas.microsoft.com/office/drawing/2014/main" id="{35DF2085-9A2E-FBAF-C373-6D7121CFDF3C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7" name="직사각형 986">
              <a:extLst>
                <a:ext uri="{FF2B5EF4-FFF2-40B4-BE49-F238E27FC236}">
                  <a16:creationId xmlns:a16="http://schemas.microsoft.com/office/drawing/2014/main" id="{720D5467-A981-07E9-FF40-719A4FEC4F83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8" name="직사각형 987">
              <a:extLst>
                <a:ext uri="{FF2B5EF4-FFF2-40B4-BE49-F238E27FC236}">
                  <a16:creationId xmlns:a16="http://schemas.microsoft.com/office/drawing/2014/main" id="{54D561C0-E446-ED6E-DE4B-2A1628C6A417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9" name="직사각형 988">
              <a:extLst>
                <a:ext uri="{FF2B5EF4-FFF2-40B4-BE49-F238E27FC236}">
                  <a16:creationId xmlns:a16="http://schemas.microsoft.com/office/drawing/2014/main" id="{F400E056-BB41-0EEA-7EAC-B7FF82AB13D9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0" name="직사각형 989">
              <a:extLst>
                <a:ext uri="{FF2B5EF4-FFF2-40B4-BE49-F238E27FC236}">
                  <a16:creationId xmlns:a16="http://schemas.microsoft.com/office/drawing/2014/main" id="{D3F5A5CC-B694-3D44-41E6-293230CE825F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1" name="직사각형 990">
              <a:extLst>
                <a:ext uri="{FF2B5EF4-FFF2-40B4-BE49-F238E27FC236}">
                  <a16:creationId xmlns:a16="http://schemas.microsoft.com/office/drawing/2014/main" id="{9F40F7EA-CC46-9C94-1C58-DD6B383998D1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2" name="직사각형 991">
              <a:extLst>
                <a:ext uri="{FF2B5EF4-FFF2-40B4-BE49-F238E27FC236}">
                  <a16:creationId xmlns:a16="http://schemas.microsoft.com/office/drawing/2014/main" id="{21C2E474-A043-5BBD-499F-31E182EFCBD9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3" name="직사각형 992">
              <a:extLst>
                <a:ext uri="{FF2B5EF4-FFF2-40B4-BE49-F238E27FC236}">
                  <a16:creationId xmlns:a16="http://schemas.microsoft.com/office/drawing/2014/main" id="{85D8DA97-AF39-0AFC-FFC9-D9C4363E8124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4" name="직사각형 993">
              <a:extLst>
                <a:ext uri="{FF2B5EF4-FFF2-40B4-BE49-F238E27FC236}">
                  <a16:creationId xmlns:a16="http://schemas.microsoft.com/office/drawing/2014/main" id="{E286A5A3-ACCD-F829-0E7B-35C184EA0101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5" name="직사각형 994">
              <a:extLst>
                <a:ext uri="{FF2B5EF4-FFF2-40B4-BE49-F238E27FC236}">
                  <a16:creationId xmlns:a16="http://schemas.microsoft.com/office/drawing/2014/main" id="{9618C448-93CB-C742-F603-23B211458D2F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6" name="직사각형 995">
              <a:extLst>
                <a:ext uri="{FF2B5EF4-FFF2-40B4-BE49-F238E27FC236}">
                  <a16:creationId xmlns:a16="http://schemas.microsoft.com/office/drawing/2014/main" id="{008B9068-1220-C86B-55DF-61AA87B6AAAA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7" name="직사각형 996">
              <a:extLst>
                <a:ext uri="{FF2B5EF4-FFF2-40B4-BE49-F238E27FC236}">
                  <a16:creationId xmlns:a16="http://schemas.microsoft.com/office/drawing/2014/main" id="{B4ACF6BC-8E45-F607-8DD6-264874DCD6A3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8" name="직사각형 997">
              <a:extLst>
                <a:ext uri="{FF2B5EF4-FFF2-40B4-BE49-F238E27FC236}">
                  <a16:creationId xmlns:a16="http://schemas.microsoft.com/office/drawing/2014/main" id="{A817D13D-179E-2CD5-ADC1-18AF5E0CF78B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9" name="직사각형 998">
              <a:extLst>
                <a:ext uri="{FF2B5EF4-FFF2-40B4-BE49-F238E27FC236}">
                  <a16:creationId xmlns:a16="http://schemas.microsoft.com/office/drawing/2014/main" id="{E130B2C9-7317-08DC-FCBF-304988328E84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0" name="직사각형 999">
              <a:extLst>
                <a:ext uri="{FF2B5EF4-FFF2-40B4-BE49-F238E27FC236}">
                  <a16:creationId xmlns:a16="http://schemas.microsoft.com/office/drawing/2014/main" id="{995D3066-57AF-2CF5-B772-71B7CD63591F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1" name="직사각형 1000">
              <a:extLst>
                <a:ext uri="{FF2B5EF4-FFF2-40B4-BE49-F238E27FC236}">
                  <a16:creationId xmlns:a16="http://schemas.microsoft.com/office/drawing/2014/main" id="{6B1E408C-AE25-60AB-5A3D-AD913D3C2900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2" name="직사각형 1001">
              <a:extLst>
                <a:ext uri="{FF2B5EF4-FFF2-40B4-BE49-F238E27FC236}">
                  <a16:creationId xmlns:a16="http://schemas.microsoft.com/office/drawing/2014/main" id="{1BB13D28-688C-03D5-8772-FC5BC03B440D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3" name="직사각형 1002">
              <a:extLst>
                <a:ext uri="{FF2B5EF4-FFF2-40B4-BE49-F238E27FC236}">
                  <a16:creationId xmlns:a16="http://schemas.microsoft.com/office/drawing/2014/main" id="{D1FE783E-551E-4214-2C55-0A7FFC5C5D4C}"/>
                </a:ext>
              </a:extLst>
            </p:cNvPr>
            <p:cNvSpPr/>
            <p:nvPr/>
          </p:nvSpPr>
          <p:spPr>
            <a:xfrm rot="16200000">
              <a:off x="304420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4" name="직사각형 1003">
              <a:extLst>
                <a:ext uri="{FF2B5EF4-FFF2-40B4-BE49-F238E27FC236}">
                  <a16:creationId xmlns:a16="http://schemas.microsoft.com/office/drawing/2014/main" id="{2E3A9473-4ACE-1577-C2AB-785504551968}"/>
                </a:ext>
              </a:extLst>
            </p:cNvPr>
            <p:cNvSpPr/>
            <p:nvPr/>
          </p:nvSpPr>
          <p:spPr>
            <a:xfrm rot="16200000">
              <a:off x="3348238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5" name="직사각형 1004">
              <a:extLst>
                <a:ext uri="{FF2B5EF4-FFF2-40B4-BE49-F238E27FC236}">
                  <a16:creationId xmlns:a16="http://schemas.microsoft.com/office/drawing/2014/main" id="{DAEC84B1-0B1D-089B-60D7-C922C6E04584}"/>
                </a:ext>
              </a:extLst>
            </p:cNvPr>
            <p:cNvSpPr/>
            <p:nvPr/>
          </p:nvSpPr>
          <p:spPr>
            <a:xfrm rot="16200000">
              <a:off x="3348240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grpSp>
        <p:nvGrpSpPr>
          <p:cNvPr id="1006" name="그룹 1005">
            <a:extLst>
              <a:ext uri="{FF2B5EF4-FFF2-40B4-BE49-F238E27FC236}">
                <a16:creationId xmlns:a16="http://schemas.microsoft.com/office/drawing/2014/main" id="{6EC786CD-E892-B224-3D5F-3342C68E5109}"/>
              </a:ext>
            </a:extLst>
          </p:cNvPr>
          <p:cNvGrpSpPr/>
          <p:nvPr/>
        </p:nvGrpSpPr>
        <p:grpSpPr>
          <a:xfrm>
            <a:off x="4200708" y="1448974"/>
            <a:ext cx="984726" cy="907580"/>
            <a:chOff x="1676492" y="834749"/>
            <a:chExt cx="1942494" cy="907580"/>
          </a:xfrm>
        </p:grpSpPr>
        <p:sp>
          <p:nvSpPr>
            <p:cNvPr id="1007" name="직사각형 1006">
              <a:extLst>
                <a:ext uri="{FF2B5EF4-FFF2-40B4-BE49-F238E27FC236}">
                  <a16:creationId xmlns:a16="http://schemas.microsoft.com/office/drawing/2014/main" id="{871CC1E6-9C5D-9590-559E-306BBA0F5252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8" name="직사각형 1007">
              <a:extLst>
                <a:ext uri="{FF2B5EF4-FFF2-40B4-BE49-F238E27FC236}">
                  <a16:creationId xmlns:a16="http://schemas.microsoft.com/office/drawing/2014/main" id="{E41FD9F3-CC1E-5A5A-C711-C9D801AAFFDD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9" name="직사각형 1008">
              <a:extLst>
                <a:ext uri="{FF2B5EF4-FFF2-40B4-BE49-F238E27FC236}">
                  <a16:creationId xmlns:a16="http://schemas.microsoft.com/office/drawing/2014/main" id="{A9B87649-AB99-CE27-1EC6-154A7E89C8E2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0" name="직사각형 1009">
              <a:extLst>
                <a:ext uri="{FF2B5EF4-FFF2-40B4-BE49-F238E27FC236}">
                  <a16:creationId xmlns:a16="http://schemas.microsoft.com/office/drawing/2014/main" id="{C5BAE483-1F5C-7E2E-152B-79ECD308FD4F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1" name="직사각형 1010">
              <a:extLst>
                <a:ext uri="{FF2B5EF4-FFF2-40B4-BE49-F238E27FC236}">
                  <a16:creationId xmlns:a16="http://schemas.microsoft.com/office/drawing/2014/main" id="{477E8458-B5E5-18D8-03F1-A512FAFA36E2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2" name="직사각형 1011">
              <a:extLst>
                <a:ext uri="{FF2B5EF4-FFF2-40B4-BE49-F238E27FC236}">
                  <a16:creationId xmlns:a16="http://schemas.microsoft.com/office/drawing/2014/main" id="{67F53E54-EC3F-31C4-75A8-52F4DC6019BF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3" name="직사각형 1012">
              <a:extLst>
                <a:ext uri="{FF2B5EF4-FFF2-40B4-BE49-F238E27FC236}">
                  <a16:creationId xmlns:a16="http://schemas.microsoft.com/office/drawing/2014/main" id="{4D889B1D-6AF5-E01C-B9D5-F1BDD35DF4B6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4" name="직사각형 1013">
              <a:extLst>
                <a:ext uri="{FF2B5EF4-FFF2-40B4-BE49-F238E27FC236}">
                  <a16:creationId xmlns:a16="http://schemas.microsoft.com/office/drawing/2014/main" id="{7C1A9614-B810-1F85-B165-E446C5595BE4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5" name="직사각형 1014">
              <a:extLst>
                <a:ext uri="{FF2B5EF4-FFF2-40B4-BE49-F238E27FC236}">
                  <a16:creationId xmlns:a16="http://schemas.microsoft.com/office/drawing/2014/main" id="{90514EFE-7075-59DC-D39C-D8A549C46337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6" name="직사각형 1015">
              <a:extLst>
                <a:ext uri="{FF2B5EF4-FFF2-40B4-BE49-F238E27FC236}">
                  <a16:creationId xmlns:a16="http://schemas.microsoft.com/office/drawing/2014/main" id="{86818B16-491B-2ACA-8F42-302ADA729960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7" name="직사각형 1016">
              <a:extLst>
                <a:ext uri="{FF2B5EF4-FFF2-40B4-BE49-F238E27FC236}">
                  <a16:creationId xmlns:a16="http://schemas.microsoft.com/office/drawing/2014/main" id="{44DD26EA-B815-73BA-F3D6-FD75471F5A8C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8" name="직사각형 1017">
              <a:extLst>
                <a:ext uri="{FF2B5EF4-FFF2-40B4-BE49-F238E27FC236}">
                  <a16:creationId xmlns:a16="http://schemas.microsoft.com/office/drawing/2014/main" id="{5610682F-0852-3E61-4307-59FAA82FCE3D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9" name="직사각형 1018">
              <a:extLst>
                <a:ext uri="{FF2B5EF4-FFF2-40B4-BE49-F238E27FC236}">
                  <a16:creationId xmlns:a16="http://schemas.microsoft.com/office/drawing/2014/main" id="{6AA8BAB7-3204-45F1-A8CA-FF83F9723C00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0" name="직사각형 1019">
              <a:extLst>
                <a:ext uri="{FF2B5EF4-FFF2-40B4-BE49-F238E27FC236}">
                  <a16:creationId xmlns:a16="http://schemas.microsoft.com/office/drawing/2014/main" id="{B0FC4AAE-848D-BC6E-A0DE-D9DE5EED6AAC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1" name="직사각형 1020">
              <a:extLst>
                <a:ext uri="{FF2B5EF4-FFF2-40B4-BE49-F238E27FC236}">
                  <a16:creationId xmlns:a16="http://schemas.microsoft.com/office/drawing/2014/main" id="{9B56506E-DBF6-4AC3-1B12-CB7B60E8B022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2" name="직사각형 1021">
              <a:extLst>
                <a:ext uri="{FF2B5EF4-FFF2-40B4-BE49-F238E27FC236}">
                  <a16:creationId xmlns:a16="http://schemas.microsoft.com/office/drawing/2014/main" id="{F6D37BD9-6F4D-29D8-B486-96A6C9686692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3" name="직사각형 1022">
              <a:extLst>
                <a:ext uri="{FF2B5EF4-FFF2-40B4-BE49-F238E27FC236}">
                  <a16:creationId xmlns:a16="http://schemas.microsoft.com/office/drawing/2014/main" id="{B3372E7D-C455-3689-D4AC-0C4EDF97F51C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EE5E1179-8977-F6AA-72E9-D507ACB0BFBE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BA40160F-B06F-0CB8-02C5-CBD87630B684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6" name="직사각형 1025">
              <a:extLst>
                <a:ext uri="{FF2B5EF4-FFF2-40B4-BE49-F238E27FC236}">
                  <a16:creationId xmlns:a16="http://schemas.microsoft.com/office/drawing/2014/main" id="{D78E0A96-4FA9-BB45-C633-383910F3CD6E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7" name="직사각형 1026">
              <a:extLst>
                <a:ext uri="{FF2B5EF4-FFF2-40B4-BE49-F238E27FC236}">
                  <a16:creationId xmlns:a16="http://schemas.microsoft.com/office/drawing/2014/main" id="{69DBEBF0-B838-C310-2856-6248F9A0041D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18E598EA-BF04-743F-01E8-CB1BFBCB364C}"/>
                </a:ext>
              </a:extLst>
            </p:cNvPr>
            <p:cNvSpPr/>
            <p:nvPr/>
          </p:nvSpPr>
          <p:spPr>
            <a:xfrm rot="16200000">
              <a:off x="304311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9" name="직사각형 1028">
              <a:extLst>
                <a:ext uri="{FF2B5EF4-FFF2-40B4-BE49-F238E27FC236}">
                  <a16:creationId xmlns:a16="http://schemas.microsoft.com/office/drawing/2014/main" id="{3604E4E2-ADFD-39F8-093A-A08F5BCC5663}"/>
                </a:ext>
              </a:extLst>
            </p:cNvPr>
            <p:cNvSpPr/>
            <p:nvPr/>
          </p:nvSpPr>
          <p:spPr>
            <a:xfrm rot="16200000">
              <a:off x="3347151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F046F3A7-2A1B-331F-1F33-C03355D02B79}"/>
                </a:ext>
              </a:extLst>
            </p:cNvPr>
            <p:cNvSpPr/>
            <p:nvPr/>
          </p:nvSpPr>
          <p:spPr>
            <a:xfrm rot="16200000">
              <a:off x="3347153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grpSp>
        <p:nvGrpSpPr>
          <p:cNvPr id="1031" name="그룹 1030">
            <a:extLst>
              <a:ext uri="{FF2B5EF4-FFF2-40B4-BE49-F238E27FC236}">
                <a16:creationId xmlns:a16="http://schemas.microsoft.com/office/drawing/2014/main" id="{1B702B2C-C0F7-2387-C166-5D94CE05A9F4}"/>
              </a:ext>
            </a:extLst>
          </p:cNvPr>
          <p:cNvGrpSpPr/>
          <p:nvPr/>
        </p:nvGrpSpPr>
        <p:grpSpPr>
          <a:xfrm>
            <a:off x="4200708" y="2882814"/>
            <a:ext cx="985277" cy="907580"/>
            <a:chOff x="1676492" y="834749"/>
            <a:chExt cx="1943581" cy="907580"/>
          </a:xfrm>
        </p:grpSpPr>
        <p:sp>
          <p:nvSpPr>
            <p:cNvPr id="1032" name="직사각형 1031">
              <a:extLst>
                <a:ext uri="{FF2B5EF4-FFF2-40B4-BE49-F238E27FC236}">
                  <a16:creationId xmlns:a16="http://schemas.microsoft.com/office/drawing/2014/main" id="{89470C4F-8CF8-8BAF-36B3-24F84854A3BC}"/>
                </a:ext>
              </a:extLst>
            </p:cNvPr>
            <p:cNvSpPr/>
            <p:nvPr/>
          </p:nvSpPr>
          <p:spPr>
            <a:xfrm rot="16200000">
              <a:off x="1344784" y="1166457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882A9524-2435-E5B4-0ABC-FBCDC01E9C23}"/>
                </a:ext>
              </a:extLst>
            </p:cNvPr>
            <p:cNvSpPr/>
            <p:nvPr/>
          </p:nvSpPr>
          <p:spPr>
            <a:xfrm rot="16200000">
              <a:off x="1648821" y="118281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C21AEB59-CB2B-AD79-394D-6AB873DC7CF1}"/>
                </a:ext>
              </a:extLst>
            </p:cNvPr>
            <p:cNvSpPr/>
            <p:nvPr/>
          </p:nvSpPr>
          <p:spPr>
            <a:xfrm rot="16200000">
              <a:off x="1648823" y="1480580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AB16F3E4-A252-B217-750F-3CE40BC91CD7}"/>
                </a:ext>
              </a:extLst>
            </p:cNvPr>
            <p:cNvSpPr/>
            <p:nvPr/>
          </p:nvSpPr>
          <p:spPr>
            <a:xfrm rot="16200000">
              <a:off x="1587239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6" name="직사각형 1035">
              <a:extLst>
                <a:ext uri="{FF2B5EF4-FFF2-40B4-BE49-F238E27FC236}">
                  <a16:creationId xmlns:a16="http://schemas.microsoft.com/office/drawing/2014/main" id="{A5ACD594-3027-6B20-FEB4-4FD8414006D4}"/>
                </a:ext>
              </a:extLst>
            </p:cNvPr>
            <p:cNvSpPr/>
            <p:nvPr/>
          </p:nvSpPr>
          <p:spPr>
            <a:xfrm rot="16200000">
              <a:off x="1891276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E45CAD78-318B-D8B1-8A41-AEA1A66749F9}"/>
                </a:ext>
              </a:extLst>
            </p:cNvPr>
            <p:cNvSpPr/>
            <p:nvPr/>
          </p:nvSpPr>
          <p:spPr>
            <a:xfrm rot="16200000">
              <a:off x="1891278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93D0FC79-818D-C547-79F1-C6828D286537}"/>
                </a:ext>
              </a:extLst>
            </p:cNvPr>
            <p:cNvSpPr/>
            <p:nvPr/>
          </p:nvSpPr>
          <p:spPr>
            <a:xfrm rot="16200000">
              <a:off x="1829694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9" name="직사각형 1038">
              <a:extLst>
                <a:ext uri="{FF2B5EF4-FFF2-40B4-BE49-F238E27FC236}">
                  <a16:creationId xmlns:a16="http://schemas.microsoft.com/office/drawing/2014/main" id="{C8709594-EC16-79D1-AA9F-E57962B5AF8B}"/>
                </a:ext>
              </a:extLst>
            </p:cNvPr>
            <p:cNvSpPr/>
            <p:nvPr/>
          </p:nvSpPr>
          <p:spPr>
            <a:xfrm rot="16200000">
              <a:off x="2133731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0" name="직사각형 1039">
              <a:extLst>
                <a:ext uri="{FF2B5EF4-FFF2-40B4-BE49-F238E27FC236}">
                  <a16:creationId xmlns:a16="http://schemas.microsoft.com/office/drawing/2014/main" id="{C7F79610-75E7-455B-E84F-080987808817}"/>
                </a:ext>
              </a:extLst>
            </p:cNvPr>
            <p:cNvSpPr/>
            <p:nvPr/>
          </p:nvSpPr>
          <p:spPr>
            <a:xfrm rot="16200000">
              <a:off x="2133733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CE6E1295-3046-D543-2E80-A03E7AD56AF0}"/>
                </a:ext>
              </a:extLst>
            </p:cNvPr>
            <p:cNvSpPr/>
            <p:nvPr/>
          </p:nvSpPr>
          <p:spPr>
            <a:xfrm rot="16200000">
              <a:off x="2072150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2" name="직사각형 1041">
              <a:extLst>
                <a:ext uri="{FF2B5EF4-FFF2-40B4-BE49-F238E27FC236}">
                  <a16:creationId xmlns:a16="http://schemas.microsoft.com/office/drawing/2014/main" id="{DAC8E825-96AF-B867-E03C-6BE750335E0A}"/>
                </a:ext>
              </a:extLst>
            </p:cNvPr>
            <p:cNvSpPr/>
            <p:nvPr/>
          </p:nvSpPr>
          <p:spPr>
            <a:xfrm rot="16200000">
              <a:off x="2376187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18AC8119-63E5-D6AB-A1FD-6E50DCE90F1E}"/>
                </a:ext>
              </a:extLst>
            </p:cNvPr>
            <p:cNvSpPr/>
            <p:nvPr/>
          </p:nvSpPr>
          <p:spPr>
            <a:xfrm rot="16200000">
              <a:off x="2376189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6F6A47B9-45C8-E49D-A0BE-A73E23E2A15A}"/>
                </a:ext>
              </a:extLst>
            </p:cNvPr>
            <p:cNvSpPr/>
            <p:nvPr/>
          </p:nvSpPr>
          <p:spPr>
            <a:xfrm rot="16200000">
              <a:off x="2314606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5" name="직사각형 1044">
              <a:extLst>
                <a:ext uri="{FF2B5EF4-FFF2-40B4-BE49-F238E27FC236}">
                  <a16:creationId xmlns:a16="http://schemas.microsoft.com/office/drawing/2014/main" id="{827CB164-A139-0629-1361-22BD12E86711}"/>
                </a:ext>
              </a:extLst>
            </p:cNvPr>
            <p:cNvSpPr/>
            <p:nvPr/>
          </p:nvSpPr>
          <p:spPr>
            <a:xfrm rot="16200000">
              <a:off x="2618643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6" name="직사각형 1045">
              <a:extLst>
                <a:ext uri="{FF2B5EF4-FFF2-40B4-BE49-F238E27FC236}">
                  <a16:creationId xmlns:a16="http://schemas.microsoft.com/office/drawing/2014/main" id="{2D9B340F-15CE-D257-469F-0FF79B653DDF}"/>
                </a:ext>
              </a:extLst>
            </p:cNvPr>
            <p:cNvSpPr/>
            <p:nvPr/>
          </p:nvSpPr>
          <p:spPr>
            <a:xfrm rot="16200000">
              <a:off x="2618645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956F813-EBA9-54C7-FB4F-EC5D600821E8}"/>
                </a:ext>
              </a:extLst>
            </p:cNvPr>
            <p:cNvSpPr/>
            <p:nvPr/>
          </p:nvSpPr>
          <p:spPr>
            <a:xfrm rot="16200000">
              <a:off x="255706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8" name="직사각형 1047">
              <a:extLst>
                <a:ext uri="{FF2B5EF4-FFF2-40B4-BE49-F238E27FC236}">
                  <a16:creationId xmlns:a16="http://schemas.microsoft.com/office/drawing/2014/main" id="{0D6EE5F5-3A1E-6153-5111-0498C904A741}"/>
                </a:ext>
              </a:extLst>
            </p:cNvPr>
            <p:cNvSpPr/>
            <p:nvPr/>
          </p:nvSpPr>
          <p:spPr>
            <a:xfrm rot="16200000">
              <a:off x="2861098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6DC1817-71B2-F6BF-0253-31373C5224D6}"/>
                </a:ext>
              </a:extLst>
            </p:cNvPr>
            <p:cNvSpPr/>
            <p:nvPr/>
          </p:nvSpPr>
          <p:spPr>
            <a:xfrm rot="16200000">
              <a:off x="2861100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814D5321-8891-C349-B78C-3CBBE2E20DA2}"/>
                </a:ext>
              </a:extLst>
            </p:cNvPr>
            <p:cNvSpPr/>
            <p:nvPr/>
          </p:nvSpPr>
          <p:spPr>
            <a:xfrm rot="16200000">
              <a:off x="2799517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1" name="직사각형 1050">
              <a:extLst>
                <a:ext uri="{FF2B5EF4-FFF2-40B4-BE49-F238E27FC236}">
                  <a16:creationId xmlns:a16="http://schemas.microsoft.com/office/drawing/2014/main" id="{B46B8776-3DF8-32B5-2B98-F825F238C1F5}"/>
                </a:ext>
              </a:extLst>
            </p:cNvPr>
            <p:cNvSpPr/>
            <p:nvPr/>
          </p:nvSpPr>
          <p:spPr>
            <a:xfrm rot="16200000">
              <a:off x="3103554" y="118281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2" name="직사각형 1051">
              <a:extLst>
                <a:ext uri="{FF2B5EF4-FFF2-40B4-BE49-F238E27FC236}">
                  <a16:creationId xmlns:a16="http://schemas.microsoft.com/office/drawing/2014/main" id="{128C8A69-5B42-05CE-FE69-25868CB3BB61}"/>
                </a:ext>
              </a:extLst>
            </p:cNvPr>
            <p:cNvSpPr/>
            <p:nvPr/>
          </p:nvSpPr>
          <p:spPr>
            <a:xfrm rot="16200000">
              <a:off x="3103556" y="1480581"/>
              <a:ext cx="299506" cy="1440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3" name="직사각형 1052">
              <a:extLst>
                <a:ext uri="{FF2B5EF4-FFF2-40B4-BE49-F238E27FC236}">
                  <a16:creationId xmlns:a16="http://schemas.microsoft.com/office/drawing/2014/main" id="{64EA37F9-1587-12F7-55CE-BFFB974B7CE1}"/>
                </a:ext>
              </a:extLst>
            </p:cNvPr>
            <p:cNvSpPr/>
            <p:nvPr/>
          </p:nvSpPr>
          <p:spPr>
            <a:xfrm rot="16200000">
              <a:off x="3044201" y="1166458"/>
              <a:ext cx="907579" cy="24416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ko-KR" sz="600">
                  <a:solidFill>
                    <a:schemeClr val="tx1"/>
                  </a:solidFill>
                </a:rPr>
                <a:t>TPC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4" name="직사각형 1053">
              <a:extLst>
                <a:ext uri="{FF2B5EF4-FFF2-40B4-BE49-F238E27FC236}">
                  <a16:creationId xmlns:a16="http://schemas.microsoft.com/office/drawing/2014/main" id="{D52AD50B-8AFB-5C33-6573-636BE1FC8BE9}"/>
                </a:ext>
              </a:extLst>
            </p:cNvPr>
            <p:cNvSpPr/>
            <p:nvPr/>
          </p:nvSpPr>
          <p:spPr>
            <a:xfrm rot="16200000">
              <a:off x="3348238" y="118281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55" name="직사각형 1054">
              <a:extLst>
                <a:ext uri="{FF2B5EF4-FFF2-40B4-BE49-F238E27FC236}">
                  <a16:creationId xmlns:a16="http://schemas.microsoft.com/office/drawing/2014/main" id="{EA333ECF-A723-C34F-57DF-E09F4499E4CC}"/>
                </a:ext>
              </a:extLst>
            </p:cNvPr>
            <p:cNvSpPr/>
            <p:nvPr/>
          </p:nvSpPr>
          <p:spPr>
            <a:xfrm rot="16200000">
              <a:off x="3348240" y="1480581"/>
              <a:ext cx="299506" cy="14401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cxnSp>
        <p:nvCxnSpPr>
          <p:cNvPr id="1056" name="직선 연결선[R] 1055">
            <a:extLst>
              <a:ext uri="{FF2B5EF4-FFF2-40B4-BE49-F238E27FC236}">
                <a16:creationId xmlns:a16="http://schemas.microsoft.com/office/drawing/2014/main" id="{3EEA851F-8A69-AB8B-4E80-6D8C3CF5FC1E}"/>
              </a:ext>
            </a:extLst>
          </p:cNvPr>
          <p:cNvCxnSpPr>
            <a:cxnSpLocks/>
            <a:stCxn id="1030" idx="3"/>
          </p:cNvCxnSpPr>
          <p:nvPr/>
        </p:nvCxnSpPr>
        <p:spPr>
          <a:xfrm flipV="1">
            <a:off x="5123548" y="1795297"/>
            <a:ext cx="1142178" cy="22176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직선 연결선[R] 1057">
            <a:extLst>
              <a:ext uri="{FF2B5EF4-FFF2-40B4-BE49-F238E27FC236}">
                <a16:creationId xmlns:a16="http://schemas.microsoft.com/office/drawing/2014/main" id="{F7BDFCB7-69FD-938E-4640-AEF93E7A56B0}"/>
              </a:ext>
            </a:extLst>
          </p:cNvPr>
          <p:cNvCxnSpPr>
            <a:cxnSpLocks/>
          </p:cNvCxnSpPr>
          <p:nvPr/>
        </p:nvCxnSpPr>
        <p:spPr>
          <a:xfrm flipV="1">
            <a:off x="5114151" y="48954"/>
            <a:ext cx="1151575" cy="16703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D13F558F-091B-452A-06D3-29D03B3DDFB7}"/>
              </a:ext>
            </a:extLst>
          </p:cNvPr>
          <p:cNvSpPr/>
          <p:nvPr/>
        </p:nvSpPr>
        <p:spPr>
          <a:xfrm>
            <a:off x="6321218" y="4961501"/>
            <a:ext cx="398275" cy="97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SFU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8C260C3A-2C02-CD9D-E847-F5A88D241F45}"/>
              </a:ext>
            </a:extLst>
          </p:cNvPr>
          <p:cNvSpPr/>
          <p:nvPr/>
        </p:nvSpPr>
        <p:spPr>
          <a:xfrm>
            <a:off x="6719610" y="4961501"/>
            <a:ext cx="398275" cy="97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SFU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207DE31F-F357-B593-F76C-430A75B94D6E}"/>
              </a:ext>
            </a:extLst>
          </p:cNvPr>
          <p:cNvSpPr/>
          <p:nvPr/>
        </p:nvSpPr>
        <p:spPr>
          <a:xfrm>
            <a:off x="8038481" y="4961501"/>
            <a:ext cx="398275" cy="97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SFU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1062" name="직사각형 1061">
            <a:extLst>
              <a:ext uri="{FF2B5EF4-FFF2-40B4-BE49-F238E27FC236}">
                <a16:creationId xmlns:a16="http://schemas.microsoft.com/office/drawing/2014/main" id="{4EB6ABD1-792A-5B98-60D3-898E1C99B6B7}"/>
              </a:ext>
            </a:extLst>
          </p:cNvPr>
          <p:cNvSpPr/>
          <p:nvPr/>
        </p:nvSpPr>
        <p:spPr>
          <a:xfrm>
            <a:off x="8436873" y="4961501"/>
            <a:ext cx="398275" cy="97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SFU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7440C7C5-B5A0-5AF9-69D4-9B3C3CAE4523}"/>
              </a:ext>
            </a:extLst>
          </p:cNvPr>
          <p:cNvCxnSpPr>
            <a:cxnSpLocks/>
            <a:stCxn id="634" idx="1"/>
          </p:cNvCxnSpPr>
          <p:nvPr/>
        </p:nvCxnSpPr>
        <p:spPr>
          <a:xfrm flipH="1">
            <a:off x="6265726" y="813063"/>
            <a:ext cx="1366431" cy="10733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972A4329-4026-A4A2-1430-9DE30291A644}"/>
              </a:ext>
            </a:extLst>
          </p:cNvPr>
          <p:cNvCxnSpPr>
            <a:cxnSpLocks/>
            <a:stCxn id="634" idx="3"/>
          </p:cNvCxnSpPr>
          <p:nvPr/>
        </p:nvCxnSpPr>
        <p:spPr>
          <a:xfrm>
            <a:off x="8835149" y="813063"/>
            <a:ext cx="55606" cy="108022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1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0D13A-4895-E32C-6336-77FD0FDD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14E122AF-7F96-3E47-6E60-61FBC13342CD}"/>
              </a:ext>
            </a:extLst>
          </p:cNvPr>
          <p:cNvCxnSpPr>
            <a:cxnSpLocks/>
            <a:stCxn id="169" idx="1"/>
            <a:endCxn id="132" idx="0"/>
          </p:cNvCxnSpPr>
          <p:nvPr/>
        </p:nvCxnSpPr>
        <p:spPr>
          <a:xfrm flipH="1">
            <a:off x="4572000" y="1569478"/>
            <a:ext cx="2018805" cy="253704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화살표 연결선 332">
            <a:extLst>
              <a:ext uri="{FF2B5EF4-FFF2-40B4-BE49-F238E27FC236}">
                <a16:creationId xmlns:a16="http://schemas.microsoft.com/office/drawing/2014/main" id="{4C24B79F-6CA0-9760-F3C9-B21CE2021AFD}"/>
              </a:ext>
            </a:extLst>
          </p:cNvPr>
          <p:cNvCxnSpPr>
            <a:cxnSpLocks/>
            <a:stCxn id="42" idx="3"/>
            <a:endCxn id="132" idx="0"/>
          </p:cNvCxnSpPr>
          <p:nvPr/>
        </p:nvCxnSpPr>
        <p:spPr>
          <a:xfrm>
            <a:off x="2555777" y="1569478"/>
            <a:ext cx="2016223" cy="253704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742774F-5175-A192-49A8-2F07B1CD23C3}"/>
              </a:ext>
            </a:extLst>
          </p:cNvPr>
          <p:cNvCxnSpPr>
            <a:cxnSpLocks/>
            <a:stCxn id="42" idx="3"/>
            <a:endCxn id="51" idx="1"/>
          </p:cNvCxnSpPr>
          <p:nvPr/>
        </p:nvCxnSpPr>
        <p:spPr>
          <a:xfrm>
            <a:off x="2555777" y="1569478"/>
            <a:ext cx="432047" cy="17667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16CA7F-330A-6692-13DE-925D5879A848}"/>
              </a:ext>
            </a:extLst>
          </p:cNvPr>
          <p:cNvSpPr/>
          <p:nvPr/>
        </p:nvSpPr>
        <p:spPr>
          <a:xfrm>
            <a:off x="683570" y="478911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8B5803-C412-8284-D45E-DB21E598D5AD}"/>
              </a:ext>
            </a:extLst>
          </p:cNvPr>
          <p:cNvSpPr/>
          <p:nvPr/>
        </p:nvSpPr>
        <p:spPr>
          <a:xfrm>
            <a:off x="611561" y="523058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18184A-B927-944A-EB19-18769AB36047}"/>
              </a:ext>
            </a:extLst>
          </p:cNvPr>
          <p:cNvSpPr/>
          <p:nvPr/>
        </p:nvSpPr>
        <p:spPr>
          <a:xfrm>
            <a:off x="539552" y="567205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845EE8-CC7E-B126-AB15-2D9A9C300C19}"/>
              </a:ext>
            </a:extLst>
          </p:cNvPr>
          <p:cNvSpPr/>
          <p:nvPr/>
        </p:nvSpPr>
        <p:spPr>
          <a:xfrm>
            <a:off x="467543" y="611352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Data Cache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(3.84 TB)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57B81E-50C1-F22D-24BD-081D505622CF}"/>
              </a:ext>
            </a:extLst>
          </p:cNvPr>
          <p:cNvSpPr/>
          <p:nvPr/>
        </p:nvSpPr>
        <p:spPr>
          <a:xfrm>
            <a:off x="1835697" y="478910"/>
            <a:ext cx="720080" cy="476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PCIe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Switch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9E80DBD-5318-0E26-FD8D-CB5567422A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187623" y="717008"/>
            <a:ext cx="648074" cy="13244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D38E6A5-4ECE-2287-1086-663C9F064D22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259632" y="717008"/>
            <a:ext cx="576065" cy="8829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A6B22E2-5E90-CB1E-B291-8B01709EC4DB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1331641" y="717008"/>
            <a:ext cx="504056" cy="4414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4F5D374-E05F-46F1-3E1F-737F591CD99F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1403650" y="717008"/>
            <a:ext cx="432047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326E2B-7177-E52C-9F1F-E65DACEFE4D0}"/>
              </a:ext>
            </a:extLst>
          </p:cNvPr>
          <p:cNvSpPr/>
          <p:nvPr/>
        </p:nvSpPr>
        <p:spPr>
          <a:xfrm>
            <a:off x="2987824" y="478910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Storage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55766BA-2786-FBF9-3F90-462CF3D4AD2C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2555777" y="717008"/>
            <a:ext cx="432047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33C20B-A2BE-20CD-2243-5C181D0A8761}"/>
              </a:ext>
            </a:extLst>
          </p:cNvPr>
          <p:cNvSpPr/>
          <p:nvPr/>
        </p:nvSpPr>
        <p:spPr>
          <a:xfrm>
            <a:off x="1835697" y="1331380"/>
            <a:ext cx="720080" cy="4761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CPU 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51EFFC5-9047-970B-9911-857BCC95A5CA}"/>
              </a:ext>
            </a:extLst>
          </p:cNvPr>
          <p:cNvCxnSpPr>
            <a:cxnSpLocks/>
            <a:stCxn id="6" idx="2"/>
            <a:endCxn id="42" idx="0"/>
          </p:cNvCxnSpPr>
          <p:nvPr/>
        </p:nvCxnSpPr>
        <p:spPr>
          <a:xfrm>
            <a:off x="2195737" y="955105"/>
            <a:ext cx="0" cy="37627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C3B5739-888C-DDBE-1F29-2BD14DECDE67}"/>
              </a:ext>
            </a:extLst>
          </p:cNvPr>
          <p:cNvSpPr/>
          <p:nvPr/>
        </p:nvSpPr>
        <p:spPr>
          <a:xfrm>
            <a:off x="1334221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1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3F06286-D338-B5DA-4D43-9A0D09178C26}"/>
              </a:ext>
            </a:extLst>
          </p:cNvPr>
          <p:cNvSpPr/>
          <p:nvPr/>
        </p:nvSpPr>
        <p:spPr>
          <a:xfrm>
            <a:off x="2987824" y="1508053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9F28BF6-9128-2B29-D001-978A0AEDD983}"/>
              </a:ext>
            </a:extLst>
          </p:cNvPr>
          <p:cNvSpPr/>
          <p:nvPr/>
        </p:nvSpPr>
        <p:spPr>
          <a:xfrm>
            <a:off x="2915815" y="1552200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OS NVMe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(1.92 TB)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F556F5F-EF6B-97B1-D969-F03E2D39D20F}"/>
              </a:ext>
            </a:extLst>
          </p:cNvPr>
          <p:cNvCxnSpPr>
            <a:cxnSpLocks/>
            <a:stCxn id="42" idx="3"/>
            <a:endCxn id="52" idx="1"/>
          </p:cNvCxnSpPr>
          <p:nvPr/>
        </p:nvCxnSpPr>
        <p:spPr>
          <a:xfrm>
            <a:off x="2555777" y="1569478"/>
            <a:ext cx="360038" cy="2208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2191AA-F44C-B6B7-935E-71AFC951AAC5}"/>
              </a:ext>
            </a:extLst>
          </p:cNvPr>
          <p:cNvSpPr/>
          <p:nvPr/>
        </p:nvSpPr>
        <p:spPr>
          <a:xfrm>
            <a:off x="323530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0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2410241-4A0B-CDFD-00CE-E8723010D18F}"/>
              </a:ext>
            </a:extLst>
          </p:cNvPr>
          <p:cNvSpPr/>
          <p:nvPr/>
        </p:nvSpPr>
        <p:spPr>
          <a:xfrm>
            <a:off x="323530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BB5E915-6727-95FE-E2C4-773CDCF130CD}"/>
              </a:ext>
            </a:extLst>
          </p:cNvPr>
          <p:cNvCxnSpPr>
            <a:cxnSpLocks/>
            <a:stCxn id="42" idx="2"/>
            <a:endCxn id="71" idx="0"/>
          </p:cNvCxnSpPr>
          <p:nvPr/>
        </p:nvCxnSpPr>
        <p:spPr>
          <a:xfrm flipH="1">
            <a:off x="683570" y="1807575"/>
            <a:ext cx="1512167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ABAB737-90ED-35FF-5D3A-B1D0A23709ED}"/>
              </a:ext>
            </a:extLst>
          </p:cNvPr>
          <p:cNvSpPr/>
          <p:nvPr/>
        </p:nvSpPr>
        <p:spPr>
          <a:xfrm>
            <a:off x="3347864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3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FD33686-7B6B-4F6C-7E72-1DEC3EE1BA5F}"/>
              </a:ext>
            </a:extLst>
          </p:cNvPr>
          <p:cNvSpPr/>
          <p:nvPr/>
        </p:nvSpPr>
        <p:spPr>
          <a:xfrm>
            <a:off x="2337173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2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4A7AD78-3272-88BD-822D-6B9142057D3A}"/>
              </a:ext>
            </a:extLst>
          </p:cNvPr>
          <p:cNvSpPr/>
          <p:nvPr/>
        </p:nvSpPr>
        <p:spPr>
          <a:xfrm>
            <a:off x="1331641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F871250-CD7E-E497-023A-2BA05EA77034}"/>
              </a:ext>
            </a:extLst>
          </p:cNvPr>
          <p:cNvSpPr/>
          <p:nvPr/>
        </p:nvSpPr>
        <p:spPr>
          <a:xfrm>
            <a:off x="2337173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E77A82D-EA75-4CA8-FB7A-AF254BC9C4DF}"/>
              </a:ext>
            </a:extLst>
          </p:cNvPr>
          <p:cNvSpPr/>
          <p:nvPr/>
        </p:nvSpPr>
        <p:spPr>
          <a:xfrm>
            <a:off x="3347864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 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2C722FA4-AB55-2BAB-79F0-5FCB8FF2E1ED}"/>
              </a:ext>
            </a:extLst>
          </p:cNvPr>
          <p:cNvCxnSpPr>
            <a:cxnSpLocks/>
            <a:stCxn id="42" idx="2"/>
            <a:endCxn id="82" idx="0"/>
          </p:cNvCxnSpPr>
          <p:nvPr/>
        </p:nvCxnSpPr>
        <p:spPr>
          <a:xfrm flipH="1">
            <a:off x="1691681" y="1807575"/>
            <a:ext cx="504056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AB56862C-78D4-C465-2B33-0BAE63EF4FBD}"/>
              </a:ext>
            </a:extLst>
          </p:cNvPr>
          <p:cNvCxnSpPr>
            <a:cxnSpLocks/>
            <a:stCxn id="42" idx="2"/>
            <a:endCxn id="83" idx="0"/>
          </p:cNvCxnSpPr>
          <p:nvPr/>
        </p:nvCxnSpPr>
        <p:spPr>
          <a:xfrm>
            <a:off x="2195737" y="1807575"/>
            <a:ext cx="501476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E560B18-976B-51AD-352F-F6E1660ED113}"/>
              </a:ext>
            </a:extLst>
          </p:cNvPr>
          <p:cNvCxnSpPr>
            <a:cxnSpLocks/>
            <a:stCxn id="42" idx="2"/>
            <a:endCxn id="84" idx="0"/>
          </p:cNvCxnSpPr>
          <p:nvPr/>
        </p:nvCxnSpPr>
        <p:spPr>
          <a:xfrm>
            <a:off x="2195737" y="1807575"/>
            <a:ext cx="1512167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48E186A6-BA89-9FD5-0C28-FF51364460EA}"/>
              </a:ext>
            </a:extLst>
          </p:cNvPr>
          <p:cNvCxnSpPr>
            <a:cxnSpLocks/>
            <a:stCxn id="71" idx="2"/>
            <a:endCxn id="59" idx="0"/>
          </p:cNvCxnSpPr>
          <p:nvPr/>
        </p:nvCxnSpPr>
        <p:spPr>
          <a:xfrm>
            <a:off x="683570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3AC52FE3-57D9-1C30-A86C-4E0946D514E3}"/>
              </a:ext>
            </a:extLst>
          </p:cNvPr>
          <p:cNvCxnSpPr>
            <a:cxnSpLocks/>
            <a:stCxn id="82" idx="2"/>
            <a:endCxn id="48" idx="0"/>
          </p:cNvCxnSpPr>
          <p:nvPr/>
        </p:nvCxnSpPr>
        <p:spPr>
          <a:xfrm>
            <a:off x="1691681" y="2809847"/>
            <a:ext cx="258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98E2093-9A47-B323-B4C3-EF81BEFFA124}"/>
              </a:ext>
            </a:extLst>
          </p:cNvPr>
          <p:cNvCxnSpPr>
            <a:cxnSpLocks/>
            <a:stCxn id="83" idx="2"/>
            <a:endCxn id="81" idx="0"/>
          </p:cNvCxnSpPr>
          <p:nvPr/>
        </p:nvCxnSpPr>
        <p:spPr>
          <a:xfrm>
            <a:off x="2697213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A282017-1A58-FC9F-3DEF-515C77AD1DFB}"/>
              </a:ext>
            </a:extLst>
          </p:cNvPr>
          <p:cNvCxnSpPr>
            <a:cxnSpLocks/>
            <a:stCxn id="84" idx="2"/>
            <a:endCxn id="80" idx="0"/>
          </p:cNvCxnSpPr>
          <p:nvPr/>
        </p:nvCxnSpPr>
        <p:spPr>
          <a:xfrm>
            <a:off x="3707904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39755A0-900A-2DEA-2148-CB8EFDA059FA}"/>
              </a:ext>
            </a:extLst>
          </p:cNvPr>
          <p:cNvSpPr/>
          <p:nvPr/>
        </p:nvSpPr>
        <p:spPr>
          <a:xfrm>
            <a:off x="1334221" y="4106527"/>
            <a:ext cx="720080" cy="476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NVSwitch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3F403F6-05E6-8166-83FE-CF719702F67E}"/>
              </a:ext>
            </a:extLst>
          </p:cNvPr>
          <p:cNvSpPr/>
          <p:nvPr/>
        </p:nvSpPr>
        <p:spPr>
          <a:xfrm>
            <a:off x="2337173" y="4106527"/>
            <a:ext cx="720080" cy="476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NVSwitch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3810449-00C0-5CCF-9B73-C7C224F6426D}"/>
              </a:ext>
            </a:extLst>
          </p:cNvPr>
          <p:cNvSpPr/>
          <p:nvPr/>
        </p:nvSpPr>
        <p:spPr>
          <a:xfrm>
            <a:off x="4211960" y="4106526"/>
            <a:ext cx="720080" cy="476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PCIe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Switch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9ACB9585-E23D-D4D1-ACAF-4700C1C3E24D}"/>
              </a:ext>
            </a:extLst>
          </p:cNvPr>
          <p:cNvCxnSpPr>
            <a:cxnSpLocks/>
            <a:stCxn id="59" idx="2"/>
            <a:endCxn id="124" idx="0"/>
          </p:cNvCxnSpPr>
          <p:nvPr/>
        </p:nvCxnSpPr>
        <p:spPr>
          <a:xfrm>
            <a:off x="683570" y="3528748"/>
            <a:ext cx="101069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7CFE7912-19F7-8337-7AC5-F394BD123449}"/>
              </a:ext>
            </a:extLst>
          </p:cNvPr>
          <p:cNvCxnSpPr>
            <a:cxnSpLocks/>
            <a:stCxn id="48" idx="2"/>
            <a:endCxn id="124" idx="0"/>
          </p:cNvCxnSpPr>
          <p:nvPr/>
        </p:nvCxnSpPr>
        <p:spPr>
          <a:xfrm>
            <a:off x="1694261" y="3528748"/>
            <a:ext cx="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CCD5F9DC-58BE-31F1-97D2-83DBCAAE7CC3}"/>
              </a:ext>
            </a:extLst>
          </p:cNvPr>
          <p:cNvCxnSpPr>
            <a:cxnSpLocks/>
            <a:stCxn id="81" idx="2"/>
            <a:endCxn id="124" idx="0"/>
          </p:cNvCxnSpPr>
          <p:nvPr/>
        </p:nvCxnSpPr>
        <p:spPr>
          <a:xfrm flipH="1">
            <a:off x="1694261" y="3528748"/>
            <a:ext cx="1002952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158C167E-0116-DF13-8F3B-F22D7DB81CDC}"/>
              </a:ext>
            </a:extLst>
          </p:cNvPr>
          <p:cNvCxnSpPr>
            <a:cxnSpLocks/>
            <a:stCxn id="80" idx="2"/>
            <a:endCxn id="125" idx="0"/>
          </p:cNvCxnSpPr>
          <p:nvPr/>
        </p:nvCxnSpPr>
        <p:spPr>
          <a:xfrm flipH="1">
            <a:off x="2697213" y="3528748"/>
            <a:ext cx="101069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353C662C-BF3A-978B-5FD6-C428B8419B79}"/>
              </a:ext>
            </a:extLst>
          </p:cNvPr>
          <p:cNvCxnSpPr>
            <a:cxnSpLocks/>
            <a:stCxn id="81" idx="2"/>
            <a:endCxn id="125" idx="0"/>
          </p:cNvCxnSpPr>
          <p:nvPr/>
        </p:nvCxnSpPr>
        <p:spPr>
          <a:xfrm>
            <a:off x="2697213" y="3528748"/>
            <a:ext cx="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297E809-24BF-6AD9-2028-CDAB62576D9F}"/>
              </a:ext>
            </a:extLst>
          </p:cNvPr>
          <p:cNvCxnSpPr>
            <a:cxnSpLocks/>
            <a:stCxn id="48" idx="2"/>
            <a:endCxn id="125" idx="0"/>
          </p:cNvCxnSpPr>
          <p:nvPr/>
        </p:nvCxnSpPr>
        <p:spPr>
          <a:xfrm>
            <a:off x="1694261" y="3528748"/>
            <a:ext cx="1002952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CC8BD931-8552-F22C-A5DF-998CA0E5006D}"/>
              </a:ext>
            </a:extLst>
          </p:cNvPr>
          <p:cNvCxnSpPr>
            <a:cxnSpLocks/>
            <a:stCxn id="59" idx="2"/>
            <a:endCxn id="125" idx="0"/>
          </p:cNvCxnSpPr>
          <p:nvPr/>
        </p:nvCxnSpPr>
        <p:spPr>
          <a:xfrm>
            <a:off x="683570" y="3528748"/>
            <a:ext cx="2013643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E91B4119-1CF3-04F8-6AC1-ECF384AC0DEE}"/>
              </a:ext>
            </a:extLst>
          </p:cNvPr>
          <p:cNvCxnSpPr>
            <a:cxnSpLocks/>
            <a:stCxn id="80" idx="2"/>
            <a:endCxn id="124" idx="0"/>
          </p:cNvCxnSpPr>
          <p:nvPr/>
        </p:nvCxnSpPr>
        <p:spPr>
          <a:xfrm flipH="1">
            <a:off x="1694261" y="3528748"/>
            <a:ext cx="2013643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8D8E96C7-F7B0-DB95-8F32-875A4F3FBA7B}"/>
              </a:ext>
            </a:extLst>
          </p:cNvPr>
          <p:cNvSpPr/>
          <p:nvPr/>
        </p:nvSpPr>
        <p:spPr>
          <a:xfrm>
            <a:off x="5438678" y="478911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866476C7-2D6F-1748-628F-960CC59798A7}"/>
              </a:ext>
            </a:extLst>
          </p:cNvPr>
          <p:cNvSpPr/>
          <p:nvPr/>
        </p:nvSpPr>
        <p:spPr>
          <a:xfrm>
            <a:off x="5366669" y="523058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98928FF-A4F9-606E-48D7-502845190A3F}"/>
              </a:ext>
            </a:extLst>
          </p:cNvPr>
          <p:cNvSpPr/>
          <p:nvPr/>
        </p:nvSpPr>
        <p:spPr>
          <a:xfrm>
            <a:off x="5294660" y="567205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NVMe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60DFC293-2CD3-F07A-2106-DDAA1DF09C28}"/>
              </a:ext>
            </a:extLst>
          </p:cNvPr>
          <p:cNvSpPr/>
          <p:nvPr/>
        </p:nvSpPr>
        <p:spPr>
          <a:xfrm>
            <a:off x="5222651" y="611352"/>
            <a:ext cx="720080" cy="4761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Data Cache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(3.84 TB)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5D84B4BD-1128-7C5B-7416-3F301FA89548}"/>
              </a:ext>
            </a:extLst>
          </p:cNvPr>
          <p:cNvSpPr/>
          <p:nvPr/>
        </p:nvSpPr>
        <p:spPr>
          <a:xfrm>
            <a:off x="6590805" y="478910"/>
            <a:ext cx="720080" cy="476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PCIe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Switch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58ED70A-1557-2D7F-F0D1-03F4FA11B01F}"/>
              </a:ext>
            </a:extLst>
          </p:cNvPr>
          <p:cNvCxnSpPr>
            <a:cxnSpLocks/>
            <a:stCxn id="161" idx="3"/>
            <a:endCxn id="162" idx="1"/>
          </p:cNvCxnSpPr>
          <p:nvPr/>
        </p:nvCxnSpPr>
        <p:spPr>
          <a:xfrm flipV="1">
            <a:off x="5942731" y="717008"/>
            <a:ext cx="648074" cy="13244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222F691F-2FB4-35A8-28E4-5DADF9767194}"/>
              </a:ext>
            </a:extLst>
          </p:cNvPr>
          <p:cNvCxnSpPr>
            <a:cxnSpLocks/>
            <a:stCxn id="160" idx="3"/>
            <a:endCxn id="162" idx="1"/>
          </p:cNvCxnSpPr>
          <p:nvPr/>
        </p:nvCxnSpPr>
        <p:spPr>
          <a:xfrm flipV="1">
            <a:off x="6014740" y="717008"/>
            <a:ext cx="576065" cy="8829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09697F33-A6E0-AFB3-8188-5BABB27B9875}"/>
              </a:ext>
            </a:extLst>
          </p:cNvPr>
          <p:cNvCxnSpPr>
            <a:cxnSpLocks/>
            <a:stCxn id="159" idx="3"/>
            <a:endCxn id="162" idx="1"/>
          </p:cNvCxnSpPr>
          <p:nvPr/>
        </p:nvCxnSpPr>
        <p:spPr>
          <a:xfrm flipV="1">
            <a:off x="6086749" y="717008"/>
            <a:ext cx="504056" cy="4414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0490F10D-4C8D-EF41-6786-D6682BF68B70}"/>
              </a:ext>
            </a:extLst>
          </p:cNvPr>
          <p:cNvCxnSpPr>
            <a:cxnSpLocks/>
            <a:stCxn id="158" idx="3"/>
            <a:endCxn id="162" idx="1"/>
          </p:cNvCxnSpPr>
          <p:nvPr/>
        </p:nvCxnSpPr>
        <p:spPr>
          <a:xfrm flipV="1">
            <a:off x="6158758" y="717008"/>
            <a:ext cx="432047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9090A46B-16DE-3D34-1376-1059240A24D9}"/>
              </a:ext>
            </a:extLst>
          </p:cNvPr>
          <p:cNvSpPr/>
          <p:nvPr/>
        </p:nvSpPr>
        <p:spPr>
          <a:xfrm>
            <a:off x="7742932" y="478910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Storage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02814DCD-2706-DDD6-6121-DBCB164EEAEF}"/>
              </a:ext>
            </a:extLst>
          </p:cNvPr>
          <p:cNvCxnSpPr>
            <a:cxnSpLocks/>
            <a:stCxn id="162" idx="3"/>
            <a:endCxn id="167" idx="1"/>
          </p:cNvCxnSpPr>
          <p:nvPr/>
        </p:nvCxnSpPr>
        <p:spPr>
          <a:xfrm>
            <a:off x="7310885" y="717008"/>
            <a:ext cx="432047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1113022C-3078-569F-4E0F-DB1DCB3ECEE6}"/>
              </a:ext>
            </a:extLst>
          </p:cNvPr>
          <p:cNvSpPr/>
          <p:nvPr/>
        </p:nvSpPr>
        <p:spPr>
          <a:xfrm>
            <a:off x="6590805" y="1331380"/>
            <a:ext cx="720080" cy="4761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CPU 1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12DE1AB6-06C5-B671-77AE-790BDED62150}"/>
              </a:ext>
            </a:extLst>
          </p:cNvPr>
          <p:cNvCxnSpPr>
            <a:cxnSpLocks/>
            <a:stCxn id="162" idx="2"/>
            <a:endCxn id="169" idx="0"/>
          </p:cNvCxnSpPr>
          <p:nvPr/>
        </p:nvCxnSpPr>
        <p:spPr>
          <a:xfrm>
            <a:off x="6950845" y="955105"/>
            <a:ext cx="0" cy="37627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8FC64DF0-7484-B165-8D76-2289E36D5A75}"/>
              </a:ext>
            </a:extLst>
          </p:cNvPr>
          <p:cNvSpPr/>
          <p:nvPr/>
        </p:nvSpPr>
        <p:spPr>
          <a:xfrm>
            <a:off x="6089329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1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CAC733B7-F742-D74A-7635-0480046880A1}"/>
              </a:ext>
            </a:extLst>
          </p:cNvPr>
          <p:cNvSpPr/>
          <p:nvPr/>
        </p:nvSpPr>
        <p:spPr>
          <a:xfrm>
            <a:off x="5078638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0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B3F1D98-3641-BDAA-20BB-A2CF14DB2419}"/>
              </a:ext>
            </a:extLst>
          </p:cNvPr>
          <p:cNvSpPr/>
          <p:nvPr/>
        </p:nvSpPr>
        <p:spPr>
          <a:xfrm>
            <a:off x="5078638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86A09135-4AE4-7432-4E88-B7EAB5313275}"/>
              </a:ext>
            </a:extLst>
          </p:cNvPr>
          <p:cNvCxnSpPr>
            <a:cxnSpLocks/>
            <a:stCxn id="169" idx="2"/>
            <a:endCxn id="176" idx="0"/>
          </p:cNvCxnSpPr>
          <p:nvPr/>
        </p:nvCxnSpPr>
        <p:spPr>
          <a:xfrm flipH="1">
            <a:off x="5438678" y="1807575"/>
            <a:ext cx="1512167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03885D23-E6D5-54EB-AFB1-DAF68D5CBB73}"/>
              </a:ext>
            </a:extLst>
          </p:cNvPr>
          <p:cNvSpPr/>
          <p:nvPr/>
        </p:nvSpPr>
        <p:spPr>
          <a:xfrm>
            <a:off x="8102972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3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C0A768A-7FE5-87A4-854B-8ABB8AC9FF5E}"/>
              </a:ext>
            </a:extLst>
          </p:cNvPr>
          <p:cNvSpPr/>
          <p:nvPr/>
        </p:nvSpPr>
        <p:spPr>
          <a:xfrm>
            <a:off x="7092281" y="3052553"/>
            <a:ext cx="720080" cy="4761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GPU 2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CF5B0869-EAD7-C52D-3F8C-A82AF6BE1470}"/>
              </a:ext>
            </a:extLst>
          </p:cNvPr>
          <p:cNvSpPr/>
          <p:nvPr/>
        </p:nvSpPr>
        <p:spPr>
          <a:xfrm>
            <a:off x="6086749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5D7A3E05-C355-944C-2331-A4E8F61379FB}"/>
              </a:ext>
            </a:extLst>
          </p:cNvPr>
          <p:cNvSpPr/>
          <p:nvPr/>
        </p:nvSpPr>
        <p:spPr>
          <a:xfrm>
            <a:off x="7092281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C72EC14C-EA67-84EB-D53C-762DA0ACD564}"/>
              </a:ext>
            </a:extLst>
          </p:cNvPr>
          <p:cNvSpPr/>
          <p:nvPr/>
        </p:nvSpPr>
        <p:spPr>
          <a:xfrm>
            <a:off x="8102972" y="2333652"/>
            <a:ext cx="720080" cy="476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 DGX</a:t>
            </a:r>
            <a:br>
              <a:rPr kumimoji="1" lang="en-US" altLang="ko-KR" sz="800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ConnectX-7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2D597B9E-9C6C-6DF8-A90D-EBEAF5AB8E08}"/>
              </a:ext>
            </a:extLst>
          </p:cNvPr>
          <p:cNvCxnSpPr>
            <a:cxnSpLocks/>
            <a:stCxn id="169" idx="2"/>
            <a:endCxn id="180" idx="0"/>
          </p:cNvCxnSpPr>
          <p:nvPr/>
        </p:nvCxnSpPr>
        <p:spPr>
          <a:xfrm flipH="1">
            <a:off x="6446789" y="1807575"/>
            <a:ext cx="504056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0CFCDDEE-0C28-53FF-58F6-4E0251E3C829}"/>
              </a:ext>
            </a:extLst>
          </p:cNvPr>
          <p:cNvCxnSpPr>
            <a:cxnSpLocks/>
            <a:stCxn id="169" idx="2"/>
            <a:endCxn id="181" idx="0"/>
          </p:cNvCxnSpPr>
          <p:nvPr/>
        </p:nvCxnSpPr>
        <p:spPr>
          <a:xfrm>
            <a:off x="6950845" y="1807575"/>
            <a:ext cx="501476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CC3E0BD2-F9A0-1166-57A7-5157C3378889}"/>
              </a:ext>
            </a:extLst>
          </p:cNvPr>
          <p:cNvCxnSpPr>
            <a:cxnSpLocks/>
            <a:stCxn id="169" idx="2"/>
            <a:endCxn id="182" idx="0"/>
          </p:cNvCxnSpPr>
          <p:nvPr/>
        </p:nvCxnSpPr>
        <p:spPr>
          <a:xfrm>
            <a:off x="6950845" y="1807575"/>
            <a:ext cx="1512167" cy="52607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E17EFC27-B188-9056-68F8-175786B3F2E6}"/>
              </a:ext>
            </a:extLst>
          </p:cNvPr>
          <p:cNvCxnSpPr>
            <a:cxnSpLocks/>
            <a:stCxn id="176" idx="2"/>
            <a:endCxn id="175" idx="0"/>
          </p:cNvCxnSpPr>
          <p:nvPr/>
        </p:nvCxnSpPr>
        <p:spPr>
          <a:xfrm>
            <a:off x="5438678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43B19037-115E-143D-794C-31CBBCBDFF4A}"/>
              </a:ext>
            </a:extLst>
          </p:cNvPr>
          <p:cNvCxnSpPr>
            <a:cxnSpLocks/>
            <a:stCxn id="180" idx="2"/>
            <a:endCxn id="171" idx="0"/>
          </p:cNvCxnSpPr>
          <p:nvPr/>
        </p:nvCxnSpPr>
        <p:spPr>
          <a:xfrm>
            <a:off x="6446789" y="2809847"/>
            <a:ext cx="258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D5DB57AA-D42A-6BEE-035F-4A8A09A39C84}"/>
              </a:ext>
            </a:extLst>
          </p:cNvPr>
          <p:cNvCxnSpPr>
            <a:cxnSpLocks/>
            <a:stCxn id="181" idx="2"/>
            <a:endCxn id="179" idx="0"/>
          </p:cNvCxnSpPr>
          <p:nvPr/>
        </p:nvCxnSpPr>
        <p:spPr>
          <a:xfrm>
            <a:off x="7452321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68973940-3639-923D-FC07-4CBF063B1F3F}"/>
              </a:ext>
            </a:extLst>
          </p:cNvPr>
          <p:cNvCxnSpPr>
            <a:cxnSpLocks/>
            <a:stCxn id="182" idx="2"/>
            <a:endCxn id="178" idx="0"/>
          </p:cNvCxnSpPr>
          <p:nvPr/>
        </p:nvCxnSpPr>
        <p:spPr>
          <a:xfrm>
            <a:off x="8463012" y="2809847"/>
            <a:ext cx="0" cy="2427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3B53579-F59D-5CEE-CBCA-9661750BF25F}"/>
              </a:ext>
            </a:extLst>
          </p:cNvPr>
          <p:cNvSpPr/>
          <p:nvPr/>
        </p:nvSpPr>
        <p:spPr>
          <a:xfrm>
            <a:off x="6089329" y="4106527"/>
            <a:ext cx="720080" cy="476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NVSwitch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B203C467-CED8-82E9-23E5-2C945D158FD3}"/>
              </a:ext>
            </a:extLst>
          </p:cNvPr>
          <p:cNvSpPr/>
          <p:nvPr/>
        </p:nvSpPr>
        <p:spPr>
          <a:xfrm>
            <a:off x="7092281" y="4106527"/>
            <a:ext cx="720080" cy="476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NVSwitch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A67A6F18-5C3F-9476-1704-F11CA3B8B475}"/>
              </a:ext>
            </a:extLst>
          </p:cNvPr>
          <p:cNvCxnSpPr>
            <a:cxnSpLocks/>
            <a:stCxn id="175" idx="2"/>
            <a:endCxn id="190" idx="0"/>
          </p:cNvCxnSpPr>
          <p:nvPr/>
        </p:nvCxnSpPr>
        <p:spPr>
          <a:xfrm>
            <a:off x="5438678" y="3528748"/>
            <a:ext cx="101069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D1E59A74-44E8-2AAD-E694-FFEEB6DE7F6C}"/>
              </a:ext>
            </a:extLst>
          </p:cNvPr>
          <p:cNvCxnSpPr>
            <a:cxnSpLocks/>
            <a:stCxn id="171" idx="2"/>
            <a:endCxn id="190" idx="0"/>
          </p:cNvCxnSpPr>
          <p:nvPr/>
        </p:nvCxnSpPr>
        <p:spPr>
          <a:xfrm>
            <a:off x="6449369" y="3528748"/>
            <a:ext cx="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81BF8292-DE05-275B-9798-5D6B0C693ACE}"/>
              </a:ext>
            </a:extLst>
          </p:cNvPr>
          <p:cNvCxnSpPr>
            <a:cxnSpLocks/>
            <a:stCxn id="179" idx="2"/>
            <a:endCxn id="190" idx="0"/>
          </p:cNvCxnSpPr>
          <p:nvPr/>
        </p:nvCxnSpPr>
        <p:spPr>
          <a:xfrm flipH="1">
            <a:off x="6449369" y="3528748"/>
            <a:ext cx="1002952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AC54A471-81CC-FA15-0568-42C6CD06697F}"/>
              </a:ext>
            </a:extLst>
          </p:cNvPr>
          <p:cNvCxnSpPr>
            <a:cxnSpLocks/>
            <a:stCxn id="178" idx="2"/>
            <a:endCxn id="191" idx="0"/>
          </p:cNvCxnSpPr>
          <p:nvPr/>
        </p:nvCxnSpPr>
        <p:spPr>
          <a:xfrm flipH="1">
            <a:off x="7452321" y="3528748"/>
            <a:ext cx="101069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63B1BDA6-D5CE-6BEE-DF0F-4AA0830182BF}"/>
              </a:ext>
            </a:extLst>
          </p:cNvPr>
          <p:cNvCxnSpPr>
            <a:cxnSpLocks/>
            <a:stCxn id="179" idx="2"/>
            <a:endCxn id="191" idx="0"/>
          </p:cNvCxnSpPr>
          <p:nvPr/>
        </p:nvCxnSpPr>
        <p:spPr>
          <a:xfrm>
            <a:off x="7452321" y="3528748"/>
            <a:ext cx="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9DCFD743-A56E-FCF0-DDE4-9961013DF438}"/>
              </a:ext>
            </a:extLst>
          </p:cNvPr>
          <p:cNvCxnSpPr>
            <a:cxnSpLocks/>
            <a:stCxn id="171" idx="2"/>
            <a:endCxn id="191" idx="0"/>
          </p:cNvCxnSpPr>
          <p:nvPr/>
        </p:nvCxnSpPr>
        <p:spPr>
          <a:xfrm>
            <a:off x="6449369" y="3528748"/>
            <a:ext cx="1002952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A4DEC17E-EBFC-9647-A9F7-0B1C0ED7E1A5}"/>
              </a:ext>
            </a:extLst>
          </p:cNvPr>
          <p:cNvCxnSpPr>
            <a:cxnSpLocks/>
            <a:stCxn id="175" idx="2"/>
            <a:endCxn id="191" idx="0"/>
          </p:cNvCxnSpPr>
          <p:nvPr/>
        </p:nvCxnSpPr>
        <p:spPr>
          <a:xfrm>
            <a:off x="5438678" y="3528748"/>
            <a:ext cx="2013643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040A3D94-BFBC-8E47-6D59-F08607797206}"/>
              </a:ext>
            </a:extLst>
          </p:cNvPr>
          <p:cNvCxnSpPr>
            <a:cxnSpLocks/>
            <a:stCxn id="178" idx="2"/>
            <a:endCxn id="190" idx="0"/>
          </p:cNvCxnSpPr>
          <p:nvPr/>
        </p:nvCxnSpPr>
        <p:spPr>
          <a:xfrm flipH="1">
            <a:off x="6449369" y="3528748"/>
            <a:ext cx="2013643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id="{13980B76-5305-43BB-DB4F-5AFF6B307AC5}"/>
              </a:ext>
            </a:extLst>
          </p:cNvPr>
          <p:cNvCxnSpPr>
            <a:cxnSpLocks/>
            <a:stCxn id="175" idx="2"/>
            <a:endCxn id="124" idx="0"/>
          </p:cNvCxnSpPr>
          <p:nvPr/>
        </p:nvCxnSpPr>
        <p:spPr>
          <a:xfrm flipH="1">
            <a:off x="1694261" y="3528748"/>
            <a:ext cx="3744417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화살표 연결선 244">
            <a:extLst>
              <a:ext uri="{FF2B5EF4-FFF2-40B4-BE49-F238E27FC236}">
                <a16:creationId xmlns:a16="http://schemas.microsoft.com/office/drawing/2014/main" id="{07F11B59-570F-B8B3-1535-06648839BBF8}"/>
              </a:ext>
            </a:extLst>
          </p:cNvPr>
          <p:cNvCxnSpPr>
            <a:cxnSpLocks/>
            <a:stCxn id="171" idx="2"/>
            <a:endCxn id="124" idx="0"/>
          </p:cNvCxnSpPr>
          <p:nvPr/>
        </p:nvCxnSpPr>
        <p:spPr>
          <a:xfrm flipH="1">
            <a:off x="1694261" y="3528748"/>
            <a:ext cx="4755108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BCAC87CB-30B0-3175-D4AB-DCE6166C95FD}"/>
              </a:ext>
            </a:extLst>
          </p:cNvPr>
          <p:cNvCxnSpPr>
            <a:cxnSpLocks/>
            <a:stCxn id="179" idx="2"/>
            <a:endCxn id="124" idx="0"/>
          </p:cNvCxnSpPr>
          <p:nvPr/>
        </p:nvCxnSpPr>
        <p:spPr>
          <a:xfrm flipH="1">
            <a:off x="1694261" y="3528748"/>
            <a:ext cx="575806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8399EDFE-42FB-DB54-8864-2A1B96C32EA9}"/>
              </a:ext>
            </a:extLst>
          </p:cNvPr>
          <p:cNvCxnSpPr>
            <a:cxnSpLocks/>
            <a:stCxn id="178" idx="2"/>
            <a:endCxn id="124" idx="0"/>
          </p:cNvCxnSpPr>
          <p:nvPr/>
        </p:nvCxnSpPr>
        <p:spPr>
          <a:xfrm flipH="1">
            <a:off x="1694261" y="3528748"/>
            <a:ext cx="676875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7F961B8E-EE7A-64F7-031E-96CF7E9C749E}"/>
              </a:ext>
            </a:extLst>
          </p:cNvPr>
          <p:cNvCxnSpPr>
            <a:cxnSpLocks/>
            <a:stCxn id="175" idx="2"/>
            <a:endCxn id="125" idx="0"/>
          </p:cNvCxnSpPr>
          <p:nvPr/>
        </p:nvCxnSpPr>
        <p:spPr>
          <a:xfrm flipH="1">
            <a:off x="2697213" y="3528748"/>
            <a:ext cx="2741465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5C7D5B95-4080-42F6-1127-7172F00E1760}"/>
              </a:ext>
            </a:extLst>
          </p:cNvPr>
          <p:cNvCxnSpPr>
            <a:cxnSpLocks/>
            <a:stCxn id="171" idx="2"/>
            <a:endCxn id="125" idx="0"/>
          </p:cNvCxnSpPr>
          <p:nvPr/>
        </p:nvCxnSpPr>
        <p:spPr>
          <a:xfrm flipH="1">
            <a:off x="2697213" y="3528748"/>
            <a:ext cx="3752156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CDC63750-5819-6F35-14B1-3CA525D312AA}"/>
              </a:ext>
            </a:extLst>
          </p:cNvPr>
          <p:cNvCxnSpPr>
            <a:cxnSpLocks/>
            <a:stCxn id="179" idx="2"/>
            <a:endCxn id="125" idx="0"/>
          </p:cNvCxnSpPr>
          <p:nvPr/>
        </p:nvCxnSpPr>
        <p:spPr>
          <a:xfrm flipH="1">
            <a:off x="2697213" y="3528748"/>
            <a:ext cx="4755108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77516426-9823-D01E-45CE-69ED50C5EABD}"/>
              </a:ext>
            </a:extLst>
          </p:cNvPr>
          <p:cNvCxnSpPr>
            <a:cxnSpLocks/>
            <a:stCxn id="178" idx="2"/>
            <a:endCxn id="125" idx="0"/>
          </p:cNvCxnSpPr>
          <p:nvPr/>
        </p:nvCxnSpPr>
        <p:spPr>
          <a:xfrm flipH="1">
            <a:off x="2697213" y="3528748"/>
            <a:ext cx="5765799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73F74B83-0504-5C39-03F3-368C179BECB5}"/>
              </a:ext>
            </a:extLst>
          </p:cNvPr>
          <p:cNvCxnSpPr>
            <a:cxnSpLocks/>
            <a:stCxn id="80" idx="2"/>
            <a:endCxn id="190" idx="0"/>
          </p:cNvCxnSpPr>
          <p:nvPr/>
        </p:nvCxnSpPr>
        <p:spPr>
          <a:xfrm>
            <a:off x="3707904" y="3528748"/>
            <a:ext cx="2741465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화살표 연결선 270">
            <a:extLst>
              <a:ext uri="{FF2B5EF4-FFF2-40B4-BE49-F238E27FC236}">
                <a16:creationId xmlns:a16="http://schemas.microsoft.com/office/drawing/2014/main" id="{E2131362-4EFD-5C12-3850-0281136C372D}"/>
              </a:ext>
            </a:extLst>
          </p:cNvPr>
          <p:cNvCxnSpPr>
            <a:cxnSpLocks/>
            <a:stCxn id="81" idx="2"/>
            <a:endCxn id="190" idx="0"/>
          </p:cNvCxnSpPr>
          <p:nvPr/>
        </p:nvCxnSpPr>
        <p:spPr>
          <a:xfrm>
            <a:off x="2697213" y="3528748"/>
            <a:ext cx="3752156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화살표 연결선 271">
            <a:extLst>
              <a:ext uri="{FF2B5EF4-FFF2-40B4-BE49-F238E27FC236}">
                <a16:creationId xmlns:a16="http://schemas.microsoft.com/office/drawing/2014/main" id="{3E115581-4AB9-7E93-3CBC-68C57FE47F30}"/>
              </a:ext>
            </a:extLst>
          </p:cNvPr>
          <p:cNvCxnSpPr>
            <a:cxnSpLocks/>
            <a:stCxn id="48" idx="2"/>
            <a:endCxn id="190" idx="0"/>
          </p:cNvCxnSpPr>
          <p:nvPr/>
        </p:nvCxnSpPr>
        <p:spPr>
          <a:xfrm>
            <a:off x="1694261" y="3528748"/>
            <a:ext cx="4755108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927E796C-5C5C-16D3-6DD7-F5021E9829DE}"/>
              </a:ext>
            </a:extLst>
          </p:cNvPr>
          <p:cNvCxnSpPr>
            <a:cxnSpLocks/>
            <a:stCxn id="59" idx="2"/>
            <a:endCxn id="190" idx="0"/>
          </p:cNvCxnSpPr>
          <p:nvPr/>
        </p:nvCxnSpPr>
        <p:spPr>
          <a:xfrm>
            <a:off x="683570" y="3528748"/>
            <a:ext cx="5765799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A68F5958-1C3F-7458-BE04-93336F0D4D41}"/>
              </a:ext>
            </a:extLst>
          </p:cNvPr>
          <p:cNvCxnSpPr>
            <a:cxnSpLocks/>
            <a:stCxn id="59" idx="2"/>
            <a:endCxn id="191" idx="0"/>
          </p:cNvCxnSpPr>
          <p:nvPr/>
        </p:nvCxnSpPr>
        <p:spPr>
          <a:xfrm>
            <a:off x="683570" y="3528748"/>
            <a:ext cx="6768751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642FC58D-D6C6-0813-1D92-0C0819BE998F}"/>
              </a:ext>
            </a:extLst>
          </p:cNvPr>
          <p:cNvCxnSpPr>
            <a:cxnSpLocks/>
            <a:stCxn id="48" idx="2"/>
            <a:endCxn id="191" idx="0"/>
          </p:cNvCxnSpPr>
          <p:nvPr/>
        </p:nvCxnSpPr>
        <p:spPr>
          <a:xfrm>
            <a:off x="1694261" y="3528748"/>
            <a:ext cx="5758060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5FA64189-E24E-6CEA-DB1D-C054CDE05944}"/>
              </a:ext>
            </a:extLst>
          </p:cNvPr>
          <p:cNvCxnSpPr>
            <a:cxnSpLocks/>
            <a:stCxn id="81" idx="2"/>
            <a:endCxn id="191" idx="0"/>
          </p:cNvCxnSpPr>
          <p:nvPr/>
        </p:nvCxnSpPr>
        <p:spPr>
          <a:xfrm>
            <a:off x="2697213" y="3528748"/>
            <a:ext cx="4755108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직선 화살표 연결선 312">
            <a:extLst>
              <a:ext uri="{FF2B5EF4-FFF2-40B4-BE49-F238E27FC236}">
                <a16:creationId xmlns:a16="http://schemas.microsoft.com/office/drawing/2014/main" id="{0227B99B-56AF-2C1F-7E2D-2AEE5B3F073C}"/>
              </a:ext>
            </a:extLst>
          </p:cNvPr>
          <p:cNvCxnSpPr>
            <a:cxnSpLocks/>
            <a:stCxn id="80" idx="2"/>
            <a:endCxn id="191" idx="0"/>
          </p:cNvCxnSpPr>
          <p:nvPr/>
        </p:nvCxnSpPr>
        <p:spPr>
          <a:xfrm>
            <a:off x="3707904" y="3528748"/>
            <a:ext cx="3744417" cy="57777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꺾인 연결선[E] 327">
            <a:extLst>
              <a:ext uri="{FF2B5EF4-FFF2-40B4-BE49-F238E27FC236}">
                <a16:creationId xmlns:a16="http://schemas.microsoft.com/office/drawing/2014/main" id="{8B6E9BE9-1FBE-FB19-8FF6-35FE4B47B8C6}"/>
              </a:ext>
            </a:extLst>
          </p:cNvPr>
          <p:cNvCxnSpPr>
            <a:cxnSpLocks/>
            <a:stCxn id="124" idx="2"/>
            <a:endCxn id="132" idx="2"/>
          </p:cNvCxnSpPr>
          <p:nvPr/>
        </p:nvCxnSpPr>
        <p:spPr>
          <a:xfrm rot="5400000" flipH="1" flipV="1">
            <a:off x="3133129" y="3143852"/>
            <a:ext cx="1" cy="2877739"/>
          </a:xfrm>
          <a:prstGeom prst="bentConnector3">
            <a:avLst>
              <a:gd name="adj1" fmla="val -22860000000"/>
            </a:avLst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꺾인 연결선[E] 342">
            <a:extLst>
              <a:ext uri="{FF2B5EF4-FFF2-40B4-BE49-F238E27FC236}">
                <a16:creationId xmlns:a16="http://schemas.microsoft.com/office/drawing/2014/main" id="{CE9A37AD-7A7E-E07C-2C35-151C30013DBD}"/>
              </a:ext>
            </a:extLst>
          </p:cNvPr>
          <p:cNvCxnSpPr>
            <a:cxnSpLocks/>
            <a:stCxn id="125" idx="2"/>
            <a:endCxn id="132" idx="2"/>
          </p:cNvCxnSpPr>
          <p:nvPr/>
        </p:nvCxnSpPr>
        <p:spPr>
          <a:xfrm rot="5400000" flipH="1" flipV="1">
            <a:off x="3634605" y="3645328"/>
            <a:ext cx="1" cy="1874787"/>
          </a:xfrm>
          <a:prstGeom prst="bentConnector3">
            <a:avLst>
              <a:gd name="adj1" fmla="val -22860000000"/>
            </a:avLst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꺾인 연결선[E] 345">
            <a:extLst>
              <a:ext uri="{FF2B5EF4-FFF2-40B4-BE49-F238E27FC236}">
                <a16:creationId xmlns:a16="http://schemas.microsoft.com/office/drawing/2014/main" id="{5175B75C-D472-D7F9-24B9-DDEFE627CF75}"/>
              </a:ext>
            </a:extLst>
          </p:cNvPr>
          <p:cNvCxnSpPr>
            <a:cxnSpLocks/>
            <a:stCxn id="132" idx="2"/>
            <a:endCxn id="191" idx="2"/>
          </p:cNvCxnSpPr>
          <p:nvPr/>
        </p:nvCxnSpPr>
        <p:spPr>
          <a:xfrm rot="16200000" flipH="1">
            <a:off x="6012160" y="3142560"/>
            <a:ext cx="1" cy="2880321"/>
          </a:xfrm>
          <a:prstGeom prst="bentConnector3">
            <a:avLst>
              <a:gd name="adj1" fmla="val 22860100000"/>
            </a:avLst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27147BD8-1679-1715-41E9-19BFD4243264}"/>
              </a:ext>
            </a:extLst>
          </p:cNvPr>
          <p:cNvCxnSpPr>
            <a:cxnSpLocks/>
            <a:stCxn id="132" idx="2"/>
            <a:endCxn id="190" idx="2"/>
          </p:cNvCxnSpPr>
          <p:nvPr/>
        </p:nvCxnSpPr>
        <p:spPr>
          <a:xfrm rot="16200000" flipH="1">
            <a:off x="5510684" y="3644036"/>
            <a:ext cx="1" cy="1877369"/>
          </a:xfrm>
          <a:prstGeom prst="bentConnector3">
            <a:avLst>
              <a:gd name="adj1" fmla="val 22860100000"/>
            </a:avLst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직선 화살표 연결선 351">
            <a:extLst>
              <a:ext uri="{FF2B5EF4-FFF2-40B4-BE49-F238E27FC236}">
                <a16:creationId xmlns:a16="http://schemas.microsoft.com/office/drawing/2014/main" id="{0EE67D80-7FAB-431E-A7E4-B9487D3DB3B9}"/>
              </a:ext>
            </a:extLst>
          </p:cNvPr>
          <p:cNvCxnSpPr>
            <a:cxnSpLocks/>
          </p:cNvCxnSpPr>
          <p:nvPr/>
        </p:nvCxnSpPr>
        <p:spPr>
          <a:xfrm flipH="1">
            <a:off x="2555777" y="1419622"/>
            <a:ext cx="4035028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DB40F373-6B01-DA9E-9BC6-B3A70C9CDC3F}"/>
              </a:ext>
            </a:extLst>
          </p:cNvPr>
          <p:cNvSpPr/>
          <p:nvPr/>
        </p:nvSpPr>
        <p:spPr>
          <a:xfrm>
            <a:off x="5438677" y="1552200"/>
            <a:ext cx="720080" cy="476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100 GbE</a:t>
            </a:r>
          </a:p>
        </p:txBody>
      </p:sp>
      <p:cxnSp>
        <p:nvCxnSpPr>
          <p:cNvPr id="357" name="직선 화살표 연결선 356">
            <a:extLst>
              <a:ext uri="{FF2B5EF4-FFF2-40B4-BE49-F238E27FC236}">
                <a16:creationId xmlns:a16="http://schemas.microsoft.com/office/drawing/2014/main" id="{90531898-BAB7-732A-BD1E-F4FC2B6CF15E}"/>
              </a:ext>
            </a:extLst>
          </p:cNvPr>
          <p:cNvCxnSpPr>
            <a:cxnSpLocks/>
            <a:stCxn id="169" idx="1"/>
            <a:endCxn id="356" idx="3"/>
          </p:cNvCxnSpPr>
          <p:nvPr/>
        </p:nvCxnSpPr>
        <p:spPr>
          <a:xfrm flipH="1">
            <a:off x="6158757" y="1569478"/>
            <a:ext cx="432048" cy="2208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화살표 연결선 360">
            <a:extLst>
              <a:ext uri="{FF2B5EF4-FFF2-40B4-BE49-F238E27FC236}">
                <a16:creationId xmlns:a16="http://schemas.microsoft.com/office/drawing/2014/main" id="{63EC23AD-A7F9-7EB2-A05C-B11406C91608}"/>
              </a:ext>
            </a:extLst>
          </p:cNvPr>
          <p:cNvCxnSpPr>
            <a:cxnSpLocks/>
            <a:endCxn id="366" idx="1"/>
          </p:cNvCxnSpPr>
          <p:nvPr/>
        </p:nvCxnSpPr>
        <p:spPr>
          <a:xfrm>
            <a:off x="1653075" y="242130"/>
            <a:ext cx="510576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6A630829-B057-588C-F2E2-CB97A2419CA0}"/>
              </a:ext>
            </a:extLst>
          </p:cNvPr>
          <p:cNvSpPr txBox="1"/>
          <p:nvPr/>
        </p:nvSpPr>
        <p:spPr>
          <a:xfrm>
            <a:off x="2163651" y="134408"/>
            <a:ext cx="514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800"/>
              <a:t>NVLink</a:t>
            </a:r>
            <a:endParaRPr kumimoji="1" lang="ko-KR" altLang="en-US" sz="800"/>
          </a:p>
        </p:txBody>
      </p:sp>
      <p:cxnSp>
        <p:nvCxnSpPr>
          <p:cNvPr id="372" name="직선 화살표 연결선 371">
            <a:extLst>
              <a:ext uri="{FF2B5EF4-FFF2-40B4-BE49-F238E27FC236}">
                <a16:creationId xmlns:a16="http://schemas.microsoft.com/office/drawing/2014/main" id="{78BF1B84-BE3A-3A91-E80A-B5067835EACB}"/>
              </a:ext>
            </a:extLst>
          </p:cNvPr>
          <p:cNvCxnSpPr>
            <a:cxnSpLocks/>
            <a:endCxn id="373" idx="1"/>
          </p:cNvCxnSpPr>
          <p:nvPr/>
        </p:nvCxnSpPr>
        <p:spPr>
          <a:xfrm>
            <a:off x="459528" y="242130"/>
            <a:ext cx="51057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A8CFEF76-B2BC-1E1D-14FE-9244CD80FA12}"/>
              </a:ext>
            </a:extLst>
          </p:cNvPr>
          <p:cNvSpPr txBox="1"/>
          <p:nvPr/>
        </p:nvSpPr>
        <p:spPr>
          <a:xfrm>
            <a:off x="970104" y="134408"/>
            <a:ext cx="514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800"/>
              <a:t>PCIe</a:t>
            </a:r>
            <a:endParaRPr kumimoji="1" lang="ko-KR" altLang="en-US" sz="800"/>
          </a:p>
        </p:txBody>
      </p:sp>
      <p:cxnSp>
        <p:nvCxnSpPr>
          <p:cNvPr id="374" name="직선 화살표 연결선 373">
            <a:extLst>
              <a:ext uri="{FF2B5EF4-FFF2-40B4-BE49-F238E27FC236}">
                <a16:creationId xmlns:a16="http://schemas.microsoft.com/office/drawing/2014/main" id="{7CB5C1E0-C318-9CBC-74C3-2D6294CC56AE}"/>
              </a:ext>
            </a:extLst>
          </p:cNvPr>
          <p:cNvCxnSpPr>
            <a:cxnSpLocks/>
            <a:endCxn id="375" idx="1"/>
          </p:cNvCxnSpPr>
          <p:nvPr/>
        </p:nvCxnSpPr>
        <p:spPr>
          <a:xfrm>
            <a:off x="2867876" y="242130"/>
            <a:ext cx="510576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TextBox 374">
            <a:extLst>
              <a:ext uri="{FF2B5EF4-FFF2-40B4-BE49-F238E27FC236}">
                <a16:creationId xmlns:a16="http://schemas.microsoft.com/office/drawing/2014/main" id="{D6548A1E-69CC-B750-53A8-240E7D170D10}"/>
              </a:ext>
            </a:extLst>
          </p:cNvPr>
          <p:cNvSpPr txBox="1"/>
          <p:nvPr/>
        </p:nvSpPr>
        <p:spPr>
          <a:xfrm>
            <a:off x="3378452" y="134408"/>
            <a:ext cx="514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800"/>
              <a:t>UPI</a:t>
            </a:r>
            <a:endParaRPr kumimoji="1"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346886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FB02-14B6-CDC1-5F9C-9E28B08E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08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86C4-25CA-E820-CB12-715A11BB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E86058EF-2F6B-694B-2211-4AA0AF7AE715}"/>
              </a:ext>
            </a:extLst>
          </p:cNvPr>
          <p:cNvSpPr/>
          <p:nvPr/>
        </p:nvSpPr>
        <p:spPr>
          <a:xfrm>
            <a:off x="766543" y="153619"/>
            <a:ext cx="7509396" cy="357025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H100 GPU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937D59-963F-FA5C-4DB2-FEC0107E6907}"/>
              </a:ext>
            </a:extLst>
          </p:cNvPr>
          <p:cNvSpPr/>
          <p:nvPr/>
        </p:nvSpPr>
        <p:spPr>
          <a:xfrm>
            <a:off x="1619673" y="771550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B58B891-02F3-75C9-9DAB-0ABF99B82ACC}"/>
              </a:ext>
            </a:extLst>
          </p:cNvPr>
          <p:cNvGrpSpPr/>
          <p:nvPr/>
        </p:nvGrpSpPr>
        <p:grpSpPr>
          <a:xfrm>
            <a:off x="1679740" y="987574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BA9C460-564C-0EED-D80F-4397BBAD0EB2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1568637-5058-5BAA-5247-1D11F268C987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4C1B3F-9D22-2776-5E8E-06DC0FBED944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9248E45-3B06-26BA-21F1-D24E1D15AEB8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E4669FC-79C1-39AD-CC28-D75E2C2A9C56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F47A7EE7-C628-3CD1-DFE7-BA906A331AD6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473D730-8BCA-B870-94B5-327E661E29A0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67A85436-D0BC-2D36-236C-486824E2449F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F3D647F-05CA-B46C-15A5-E6BAC528F1E0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51FB287-77A3-AA78-126D-CBCE60B86FB2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D08B6503-D23B-7BDE-7C86-C5F97C4B058C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41FA043-7C3F-3401-EF93-2E44B721476F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C455028-DAFF-FBE8-F251-A3BCEC099858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3474742-DF1C-AFA1-87F1-26563EC178A7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89F52CF3-37BB-90B0-0A66-B520915EFA90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BF406F1-19A3-21B7-368B-5F6100486703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2B8E3F7A-7E8C-52E9-E565-6E34920418DE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71EE7051-7344-8D1D-AF25-479A7192EE63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135B5C1-C283-334A-3A2A-6C0E7FFB84C1}"/>
              </a:ext>
            </a:extLst>
          </p:cNvPr>
          <p:cNvSpPr/>
          <p:nvPr/>
        </p:nvSpPr>
        <p:spPr>
          <a:xfrm>
            <a:off x="3019937" y="771550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D646247-87B2-7E8A-D72D-58EE58D6C8C0}"/>
              </a:ext>
            </a:extLst>
          </p:cNvPr>
          <p:cNvGrpSpPr/>
          <p:nvPr/>
        </p:nvGrpSpPr>
        <p:grpSpPr>
          <a:xfrm>
            <a:off x="3080004" y="987574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63D8651C-0DC0-2580-DF4E-4A3B5BF48C74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A8144F8B-424D-F710-27E9-41168A3763A0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0AE61E9-FE4C-E55B-F545-70C1C123141C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8306B0F-FD1A-6D6A-7594-4FB7AF47B8E9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DFCE5659-D966-4011-58F0-34F0C61A1A05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6540F42-B92F-2C9A-A412-ADC4832BE0D8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7299E87-491D-188E-325F-1A013AD364E4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23E9994-CBFE-0349-C09C-3F9969AF91AD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122C673D-4947-0D32-5EA1-711B4FDE6DD4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A5B1879-FD0E-D28C-82F4-0C9740845EF9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8BD4F75-9B0A-3031-83B8-12A0CCF8FB84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9045395A-D642-4520-947F-A94AF4EDDEC2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8572E842-61DB-C643-2A3E-5A10775A4960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608CCA0-81FD-4CE8-59D9-DE6F59DEBC77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8660139-BB98-6971-9666-81C6AA467817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116AA711-C448-E792-B89E-EE66AB85DCDF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F433712-8B9C-7AE8-8F5D-E4A6389987E6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7DDF920-EA30-C414-DD3B-913A3B5C7B0A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ED27136-2E70-AFCC-A26F-CADC12DEC48E}"/>
              </a:ext>
            </a:extLst>
          </p:cNvPr>
          <p:cNvSpPr/>
          <p:nvPr/>
        </p:nvSpPr>
        <p:spPr>
          <a:xfrm>
            <a:off x="1619673" y="1645993"/>
            <a:ext cx="2800528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L2 Cache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6606AC50-93CF-C410-B81A-E9B86761177C}"/>
              </a:ext>
            </a:extLst>
          </p:cNvPr>
          <p:cNvSpPr/>
          <p:nvPr/>
        </p:nvSpPr>
        <p:spPr>
          <a:xfrm>
            <a:off x="1619673" y="1882618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BB6EF6D-EEAF-70E7-2617-F2472B85EBD2}"/>
              </a:ext>
            </a:extLst>
          </p:cNvPr>
          <p:cNvGrpSpPr/>
          <p:nvPr/>
        </p:nvGrpSpPr>
        <p:grpSpPr>
          <a:xfrm>
            <a:off x="1679740" y="2098642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45CD1235-2A9A-2DB1-DA08-1D0BFC4FE44A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5F5AEB03-AC3B-BCB4-B13F-9E8EABCEFCF7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E196BE0-7600-2186-5B4F-1F29BBA713D5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8471D284-C53B-8C63-EFE7-54C9C4A76D62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A3B82CB7-B78D-B14E-7C7B-CA277DFB8836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037D54B-8005-46A1-5260-6BD6B5EB3AA7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7424DE76-8239-AEB3-208E-699E0D56BF94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CB9D061A-C455-F2A7-78B0-8532406809DD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93553B5-4C91-1AA9-1B18-4220966CC93A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D32860DA-FC3F-B4C2-9596-3810F5CD8E18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FBBDA42B-78B5-E271-075E-79D947FBE0AE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22E017F-0D1A-D0D7-F3A1-06DBE6BF4D96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F563EB78-1E5E-357A-A47D-5224B4AED946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6927EA2-82FC-EF77-9D9B-60D458D7D95E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6519D16-EFA1-96A2-14E3-8C0221B5D42A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45120AD9-B8F5-CA1E-9436-B705D302D0A6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AB25AC8D-53FB-2C1D-2B57-F6D4A4907EC9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CCDC528-3436-AAC5-543C-68CE9F434A79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CA83201-D940-A0B5-67BB-54D51FB9DD84}"/>
              </a:ext>
            </a:extLst>
          </p:cNvPr>
          <p:cNvSpPr/>
          <p:nvPr/>
        </p:nvSpPr>
        <p:spPr>
          <a:xfrm>
            <a:off x="3019937" y="1882618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EB22EA22-D773-F540-3AEC-61FC1A4791C3}"/>
              </a:ext>
            </a:extLst>
          </p:cNvPr>
          <p:cNvGrpSpPr/>
          <p:nvPr/>
        </p:nvGrpSpPr>
        <p:grpSpPr>
          <a:xfrm>
            <a:off x="3080004" y="2098642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B53B999-8448-404A-CB21-31C100900764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5A482042-FE65-CA19-7842-A8BDB63DB951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95F7F7B-6298-F8A8-3F81-F5A2565FC463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ED1AE199-FC76-35CB-D061-28C2FEF2E0B9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F9455A9C-B348-D6F8-57BE-22CFBD2F7184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6996B91-0990-E053-0AE6-D6D52563DC77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7A042DBC-B866-BCE0-19D8-949D793885A0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8433811-6BE6-42D0-D343-399570645346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5F445F7-CFEC-7433-F6FD-BC045CB1C61F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6F557C00-369F-B2AF-2515-96EF039919B0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A4A26993-A527-570F-2373-6BD5B18A1424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5396E11C-48C2-4AE8-2283-2014494A8FA3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DAB11EC9-4DF7-064A-E290-E57D7D04C685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FA468E2-673B-9652-68FF-FCA183ECAC67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6AC56A8B-13A4-8720-E690-173D30A878B1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8F56A8DC-6E57-C6EC-59C8-C91A39DA90B0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DA323A62-CD6F-292A-3650-5E3FA262399E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DA1738CA-9A50-6145-2C15-D2237A9F854A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974C5FC-40B8-C930-4A26-DFE2444F8EA9}"/>
              </a:ext>
            </a:extLst>
          </p:cNvPr>
          <p:cNvSpPr/>
          <p:nvPr/>
        </p:nvSpPr>
        <p:spPr>
          <a:xfrm>
            <a:off x="4622284" y="771550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39A054E-E17F-3827-AF1C-D5551700C0FB}"/>
              </a:ext>
            </a:extLst>
          </p:cNvPr>
          <p:cNvGrpSpPr/>
          <p:nvPr/>
        </p:nvGrpSpPr>
        <p:grpSpPr>
          <a:xfrm>
            <a:off x="4682351" y="987574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FD763D15-ECCB-863E-C252-8286FB709149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6905ABA2-B25B-423A-ABB3-4210BC1A8C30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95327955-A864-A3FA-4B2E-E7BD2872CF44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69948B5B-9006-C214-4D42-73225EBC3C49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40DED3FD-D86B-DED1-EE66-C82C00CFBF77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C05BF92D-A241-1221-8559-EA0E69641972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1C7DD158-43DF-5CBC-C014-F5B1D922BCF3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2BC364D2-3BCD-0002-5BE7-9BDBBD3D63BE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18D79B29-0C8F-DE94-4190-E4B5F0D63835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AE9EA551-6BAB-2A2B-3143-24D6823ECB48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5237F2C6-1244-A754-E6E5-77B771D52C77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3CDFDBD5-A475-D7B0-4E87-F1E48ABE91C9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A798C6B9-37A7-F7A3-5E0C-BA0803CB6AF3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69710A2D-4164-51C6-BB9C-11A82E932F03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EE467657-88E7-B9A8-A4E9-33F99BB14DB7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30A6988A-84FD-5A67-EE7D-0095C785C6A4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7EBD5712-3B12-837B-EFC3-17768E7F52B3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6B278EFD-2D40-10D9-42C6-84FDDBB2A9B6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294B189B-65A2-8CC6-D535-7948E1F962EB}"/>
              </a:ext>
            </a:extLst>
          </p:cNvPr>
          <p:cNvSpPr/>
          <p:nvPr/>
        </p:nvSpPr>
        <p:spPr>
          <a:xfrm>
            <a:off x="6022548" y="771550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96B1777B-312A-15E1-0E21-3854865B2B40}"/>
              </a:ext>
            </a:extLst>
          </p:cNvPr>
          <p:cNvGrpSpPr/>
          <p:nvPr/>
        </p:nvGrpSpPr>
        <p:grpSpPr>
          <a:xfrm>
            <a:off x="6082615" y="987574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B2139CA3-5AA7-27CD-7772-AE22736340B9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741AA926-4D76-47DB-151A-4F7F754F82C4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1278A47-A849-9E16-113B-18ADFD80CA70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A214E14-CB54-6214-563E-157F726BF914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D50995C-8D39-0AE1-FF97-E6DAD72D4B18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E4FF3FDC-A591-6528-BC97-10381C2BA9B0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234C268F-0EA0-FA8D-5E4F-8E5BD340C254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2B091CF3-AE89-0516-7034-B4272771BBA2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65567A4E-6897-845F-9153-48861D15064A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1DDFBEF-0B77-FBBD-EF9D-2AAFD04674A8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3C546AD2-BEE2-0EAF-C598-EB1D9E355C65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236B2C64-D644-3939-29A7-27637DBE2ABF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63D35C61-52BB-9AC8-E6EF-A647CD2CA925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534499BB-923F-7E8F-EEC2-0163551BD720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9CDBC573-DD6C-C674-7DA3-79DC27CBFCBC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2D75D09-3AF8-881B-CD96-D845FFF7C321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DDA2562A-8D6F-135B-E036-3E042AB53232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EA42AAA0-10B8-6322-8C1F-08F325B75967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95792FA6-AC20-F2C9-0873-E94FE86AB4DE}"/>
              </a:ext>
            </a:extLst>
          </p:cNvPr>
          <p:cNvSpPr/>
          <p:nvPr/>
        </p:nvSpPr>
        <p:spPr>
          <a:xfrm>
            <a:off x="4622284" y="1645993"/>
            <a:ext cx="2800528" cy="2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L2 Cache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78BF433A-E157-B11B-48EA-06D146FCEDEE}"/>
              </a:ext>
            </a:extLst>
          </p:cNvPr>
          <p:cNvSpPr/>
          <p:nvPr/>
        </p:nvSpPr>
        <p:spPr>
          <a:xfrm>
            <a:off x="4622284" y="1882618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FA4FD5AB-27D4-89C8-F071-92102B7F0B85}"/>
              </a:ext>
            </a:extLst>
          </p:cNvPr>
          <p:cNvGrpSpPr/>
          <p:nvPr/>
        </p:nvGrpSpPr>
        <p:grpSpPr>
          <a:xfrm>
            <a:off x="4682351" y="2098642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4E638F2E-6393-F572-C293-E48262297398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C7959CDC-860D-C83E-3D3D-5E72D7AF9320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AE802F56-D3DF-25E5-7E53-A8DCD8E63FCA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73BC1F4C-EF77-2809-7840-B400B6864071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0D1B123-161D-35B4-ED44-7DB5068C20D4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6B5757C8-7442-89A7-2EA2-9A3B91A1F53E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97DF9788-2D37-E073-2059-0471896E6D8A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6E90449F-4485-98C5-5CF7-1FF16082CFAF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3E9DC36B-42A9-8EF9-B98A-A9288C3383A1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2F7E21F3-A47E-AADA-91B0-37D49EBC00FB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51424B0-2AF1-C1C3-27AA-4F3129E9855B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B0B7B538-1F49-BE6D-0C1C-4C55050C4151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D37B99DE-DCEA-2240-1398-7295868535F2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BD511521-7F8E-A9D7-D1A2-8E2B676E5BAD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1D558A2D-4605-FAD8-F277-0B161BBBB8C6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59DC09F1-2D2C-2019-2968-6BBA1174B1CC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FC81E3B6-04A5-5B95-B120-E6E614297DCA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6BE818A-C1AE-72B3-97B2-B5A16CC5AD27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67C2248A-E1CC-0AA6-81EF-95296C390C54}"/>
              </a:ext>
            </a:extLst>
          </p:cNvPr>
          <p:cNvSpPr/>
          <p:nvPr/>
        </p:nvSpPr>
        <p:spPr>
          <a:xfrm>
            <a:off x="6022548" y="1882618"/>
            <a:ext cx="1400264" cy="874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F0CAAC16-95B6-15E7-54F9-66292314BD7B}"/>
              </a:ext>
            </a:extLst>
          </p:cNvPr>
          <p:cNvGrpSpPr/>
          <p:nvPr/>
        </p:nvGrpSpPr>
        <p:grpSpPr>
          <a:xfrm>
            <a:off x="6082615" y="2098642"/>
            <a:ext cx="1280130" cy="597276"/>
            <a:chOff x="414449" y="400035"/>
            <a:chExt cx="1280130" cy="5972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915DD20D-FD04-0242-E314-039C7B3153DF}"/>
                </a:ext>
              </a:extLst>
            </p:cNvPr>
            <p:cNvSpPr/>
            <p:nvPr/>
          </p:nvSpPr>
          <p:spPr>
            <a:xfrm rot="16200000">
              <a:off x="33670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C7293198-0B65-CBEE-2C6E-692BC710E47F}"/>
                </a:ext>
              </a:extLst>
            </p:cNvPr>
            <p:cNvSpPr/>
            <p:nvPr/>
          </p:nvSpPr>
          <p:spPr>
            <a:xfrm rot="16200000">
              <a:off x="33670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C0084D8C-E238-979C-B217-7EA9C1206C10}"/>
                </a:ext>
              </a:extLst>
            </p:cNvPr>
            <p:cNvSpPr/>
            <p:nvPr/>
          </p:nvSpPr>
          <p:spPr>
            <a:xfrm rot="16200000">
              <a:off x="478717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89FB688B-73D6-81CD-B163-ED04B4DACDAF}"/>
                </a:ext>
              </a:extLst>
            </p:cNvPr>
            <p:cNvSpPr/>
            <p:nvPr/>
          </p:nvSpPr>
          <p:spPr>
            <a:xfrm rot="16200000">
              <a:off x="4787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866D9311-C59C-D993-1021-B887180D18AC}"/>
                </a:ext>
              </a:extLst>
            </p:cNvPr>
            <p:cNvSpPr/>
            <p:nvPr/>
          </p:nvSpPr>
          <p:spPr>
            <a:xfrm rot="16200000">
              <a:off x="620732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FFA2EF4E-3631-8A97-758C-B9C9DEBC344E}"/>
                </a:ext>
              </a:extLst>
            </p:cNvPr>
            <p:cNvSpPr/>
            <p:nvPr/>
          </p:nvSpPr>
          <p:spPr>
            <a:xfrm rot="16200000">
              <a:off x="620734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F4DF4F86-1E8D-55D2-8348-D40411599D45}"/>
                </a:ext>
              </a:extLst>
            </p:cNvPr>
            <p:cNvSpPr/>
            <p:nvPr/>
          </p:nvSpPr>
          <p:spPr>
            <a:xfrm rot="16200000">
              <a:off x="76274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12F799-FDA9-1A95-16A4-B33579DEA7C7}"/>
                </a:ext>
              </a:extLst>
            </p:cNvPr>
            <p:cNvSpPr/>
            <p:nvPr/>
          </p:nvSpPr>
          <p:spPr>
            <a:xfrm rot="16200000">
              <a:off x="76274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A3AE5B3F-01C5-FA93-272C-21085CABAF1F}"/>
                </a:ext>
              </a:extLst>
            </p:cNvPr>
            <p:cNvSpPr/>
            <p:nvPr/>
          </p:nvSpPr>
          <p:spPr>
            <a:xfrm rot="16200000">
              <a:off x="904759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63308914-EF08-9C48-C2D7-CA4F3DD8DD04}"/>
                </a:ext>
              </a:extLst>
            </p:cNvPr>
            <p:cNvSpPr/>
            <p:nvPr/>
          </p:nvSpPr>
          <p:spPr>
            <a:xfrm rot="16200000">
              <a:off x="90476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0438F5AB-6D3B-7D28-69CF-EEDD1BB23726}"/>
                </a:ext>
              </a:extLst>
            </p:cNvPr>
            <p:cNvSpPr/>
            <p:nvPr/>
          </p:nvSpPr>
          <p:spPr>
            <a:xfrm rot="16200000">
              <a:off x="1046774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DA0BEAF5-4820-DF8A-50BF-82BE541FE1CD}"/>
                </a:ext>
              </a:extLst>
            </p:cNvPr>
            <p:cNvSpPr/>
            <p:nvPr/>
          </p:nvSpPr>
          <p:spPr>
            <a:xfrm rot="16200000">
              <a:off x="1046776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AF4BB1D4-2FAC-98CB-A1C4-E236E3B4073B}"/>
                </a:ext>
              </a:extLst>
            </p:cNvPr>
            <p:cNvSpPr/>
            <p:nvPr/>
          </p:nvSpPr>
          <p:spPr>
            <a:xfrm rot="16200000">
              <a:off x="1188788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99EA3D6D-8701-64A3-0B23-D197CA3AFC4B}"/>
                </a:ext>
              </a:extLst>
            </p:cNvPr>
            <p:cNvSpPr/>
            <p:nvPr/>
          </p:nvSpPr>
          <p:spPr>
            <a:xfrm rot="16200000">
              <a:off x="1188790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B318CF21-5D18-3D3C-8FAD-728F37A31088}"/>
                </a:ext>
              </a:extLst>
            </p:cNvPr>
            <p:cNvSpPr/>
            <p:nvPr/>
          </p:nvSpPr>
          <p:spPr>
            <a:xfrm rot="16200000">
              <a:off x="1330801" y="477780"/>
              <a:ext cx="299504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115DFAE7-3DE0-F821-EB65-CD396CE13B03}"/>
                </a:ext>
              </a:extLst>
            </p:cNvPr>
            <p:cNvSpPr/>
            <p:nvPr/>
          </p:nvSpPr>
          <p:spPr>
            <a:xfrm rot="16200000">
              <a:off x="1330802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1D13AD91-D81E-0F27-2FD0-779ABBA9BA86}"/>
                </a:ext>
              </a:extLst>
            </p:cNvPr>
            <p:cNvSpPr/>
            <p:nvPr/>
          </p:nvSpPr>
          <p:spPr>
            <a:xfrm rot="16200000">
              <a:off x="1472816" y="47778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2D0EEBC6-9A88-DE38-3ECF-75388D6F1A7A}"/>
                </a:ext>
              </a:extLst>
            </p:cNvPr>
            <p:cNvSpPr/>
            <p:nvPr/>
          </p:nvSpPr>
          <p:spPr>
            <a:xfrm rot="16200000">
              <a:off x="1472818" y="775550"/>
              <a:ext cx="299506" cy="14401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C2C1ED0B-CFE0-8EE5-AE36-7FA341C1DFFD}"/>
              </a:ext>
            </a:extLst>
          </p:cNvPr>
          <p:cNvCxnSpPr>
            <a:stCxn id="185" idx="1"/>
            <a:endCxn id="104" idx="3"/>
          </p:cNvCxnSpPr>
          <p:nvPr/>
        </p:nvCxnSpPr>
        <p:spPr>
          <a:xfrm flipH="1">
            <a:off x="4420201" y="1764306"/>
            <a:ext cx="20208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2E24A1E4-EA06-C43D-7DA4-02842334EEF6}"/>
              </a:ext>
            </a:extLst>
          </p:cNvPr>
          <p:cNvSpPr/>
          <p:nvPr/>
        </p:nvSpPr>
        <p:spPr>
          <a:xfrm>
            <a:off x="1619672" y="2803115"/>
            <a:ext cx="5803139" cy="23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High-Speed Hub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97C3ED04-D1A0-B862-0450-6C196B3510C8}"/>
              </a:ext>
            </a:extLst>
          </p:cNvPr>
          <p:cNvSpPr/>
          <p:nvPr/>
        </p:nvSpPr>
        <p:spPr>
          <a:xfrm rot="16200000">
            <a:off x="1494885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A8680449-D60C-ED61-E9E8-FE0C99598A6F}"/>
              </a:ext>
            </a:extLst>
          </p:cNvPr>
          <p:cNvSpPr/>
          <p:nvPr/>
        </p:nvSpPr>
        <p:spPr>
          <a:xfrm rot="16200000">
            <a:off x="4079390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D4415F7C-8E1D-8E79-7801-F6639B83BBEF}"/>
              </a:ext>
            </a:extLst>
          </p:cNvPr>
          <p:cNvSpPr/>
          <p:nvPr/>
        </p:nvSpPr>
        <p:spPr>
          <a:xfrm rot="16200000">
            <a:off x="2787138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AC848F04-78FB-97D8-1D40-1156D3F8A88F}"/>
              </a:ext>
            </a:extLst>
          </p:cNvPr>
          <p:cNvSpPr/>
          <p:nvPr/>
        </p:nvSpPr>
        <p:spPr>
          <a:xfrm rot="16200000">
            <a:off x="2147572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67A4A11D-40D9-0058-AF5D-F1F358F5ED58}"/>
              </a:ext>
            </a:extLst>
          </p:cNvPr>
          <p:cNvSpPr/>
          <p:nvPr/>
        </p:nvSpPr>
        <p:spPr>
          <a:xfrm rot="16200000">
            <a:off x="1830537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9F0FD868-9C3C-AB8C-5546-1EC9C7644B42}"/>
              </a:ext>
            </a:extLst>
          </p:cNvPr>
          <p:cNvSpPr/>
          <p:nvPr/>
        </p:nvSpPr>
        <p:spPr>
          <a:xfrm rot="16200000">
            <a:off x="2473319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17F4FC49-9105-2D66-6F3A-BC7AC28F275B}"/>
              </a:ext>
            </a:extLst>
          </p:cNvPr>
          <p:cNvSpPr/>
          <p:nvPr/>
        </p:nvSpPr>
        <p:spPr>
          <a:xfrm rot="16200000">
            <a:off x="3423167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2DE9CC2A-6A86-2070-59FF-B5C84797A0A9}"/>
              </a:ext>
            </a:extLst>
          </p:cNvPr>
          <p:cNvSpPr/>
          <p:nvPr/>
        </p:nvSpPr>
        <p:spPr>
          <a:xfrm rot="16200000">
            <a:off x="3106132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3A999CD6-1641-2ADC-1012-9FEED3EBB3A8}"/>
              </a:ext>
            </a:extLst>
          </p:cNvPr>
          <p:cNvSpPr/>
          <p:nvPr/>
        </p:nvSpPr>
        <p:spPr>
          <a:xfrm rot="16200000">
            <a:off x="3748914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EA7FF020-8DF8-865F-1016-1D2F3312E416}"/>
              </a:ext>
            </a:extLst>
          </p:cNvPr>
          <p:cNvSpPr/>
          <p:nvPr/>
        </p:nvSpPr>
        <p:spPr>
          <a:xfrm rot="16200000">
            <a:off x="4497498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3D13D9F5-921E-F4F3-DAB0-448A0BC9015A}"/>
              </a:ext>
            </a:extLst>
          </p:cNvPr>
          <p:cNvSpPr/>
          <p:nvPr/>
        </p:nvSpPr>
        <p:spPr>
          <a:xfrm rot="16200000">
            <a:off x="7082003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28EE6494-E514-525C-5D6F-881F8CD1D4DF}"/>
              </a:ext>
            </a:extLst>
          </p:cNvPr>
          <p:cNvSpPr/>
          <p:nvPr/>
        </p:nvSpPr>
        <p:spPr>
          <a:xfrm rot="16200000">
            <a:off x="5789751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4E905A43-F504-F687-B9BD-E59673770745}"/>
              </a:ext>
            </a:extLst>
          </p:cNvPr>
          <p:cNvSpPr/>
          <p:nvPr/>
        </p:nvSpPr>
        <p:spPr>
          <a:xfrm rot="16200000">
            <a:off x="5150185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CFAC85B0-02EB-BD2A-800C-2277C71EA861}"/>
              </a:ext>
            </a:extLst>
          </p:cNvPr>
          <p:cNvSpPr/>
          <p:nvPr/>
        </p:nvSpPr>
        <p:spPr>
          <a:xfrm rot="16200000">
            <a:off x="4833150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431F419E-313B-70DA-B461-E9379ACEA333}"/>
              </a:ext>
            </a:extLst>
          </p:cNvPr>
          <p:cNvSpPr/>
          <p:nvPr/>
        </p:nvSpPr>
        <p:spPr>
          <a:xfrm rot="16200000">
            <a:off x="5475932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A34F07F9-DABC-1A6B-FBF1-F2FF2CFEEC63}"/>
              </a:ext>
            </a:extLst>
          </p:cNvPr>
          <p:cNvSpPr/>
          <p:nvPr/>
        </p:nvSpPr>
        <p:spPr>
          <a:xfrm rot="16200000">
            <a:off x="6425780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B3F976B6-7C14-B447-AE1C-E94637A39994}"/>
              </a:ext>
            </a:extLst>
          </p:cNvPr>
          <p:cNvSpPr/>
          <p:nvPr/>
        </p:nvSpPr>
        <p:spPr>
          <a:xfrm rot="16200000">
            <a:off x="6108745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0BBFA85E-8250-A222-F80B-C7526BF77BC6}"/>
              </a:ext>
            </a:extLst>
          </p:cNvPr>
          <p:cNvSpPr/>
          <p:nvPr/>
        </p:nvSpPr>
        <p:spPr>
          <a:xfrm rot="16200000">
            <a:off x="6751527" y="3167042"/>
            <a:ext cx="465597" cy="21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NVLink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5523472D-36FA-0B57-24F3-0C05E48E03A6}"/>
              </a:ext>
            </a:extLst>
          </p:cNvPr>
          <p:cNvSpPr/>
          <p:nvPr/>
        </p:nvSpPr>
        <p:spPr>
          <a:xfrm>
            <a:off x="1619672" y="488872"/>
            <a:ext cx="5803139" cy="2366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GigaThread Engine with MIG Control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DAF4CF37-69FD-CE5C-4547-E1E615400CA8}"/>
              </a:ext>
            </a:extLst>
          </p:cNvPr>
          <p:cNvSpPr/>
          <p:nvPr/>
        </p:nvSpPr>
        <p:spPr>
          <a:xfrm>
            <a:off x="1013742" y="2541036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C102725E-DA94-E102-B8DD-057374052365}"/>
              </a:ext>
            </a:extLst>
          </p:cNvPr>
          <p:cNvSpPr/>
          <p:nvPr/>
        </p:nvSpPr>
        <p:spPr>
          <a:xfrm>
            <a:off x="1013742" y="1882618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BA44715D-2DB7-4F40-E410-869BC66F0F37}"/>
              </a:ext>
            </a:extLst>
          </p:cNvPr>
          <p:cNvSpPr/>
          <p:nvPr/>
        </p:nvSpPr>
        <p:spPr>
          <a:xfrm>
            <a:off x="1013742" y="2211710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6EF17B99-ED88-90D3-57BA-E6FEF53C7006}"/>
              </a:ext>
            </a:extLst>
          </p:cNvPr>
          <p:cNvSpPr/>
          <p:nvPr/>
        </p:nvSpPr>
        <p:spPr>
          <a:xfrm>
            <a:off x="1013742" y="1429968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44F264DA-2296-F883-7931-BB206ADF170A}"/>
              </a:ext>
            </a:extLst>
          </p:cNvPr>
          <p:cNvSpPr/>
          <p:nvPr/>
        </p:nvSpPr>
        <p:spPr>
          <a:xfrm>
            <a:off x="1013742" y="771550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69750F81-772E-A055-4094-6113845D1EF6}"/>
              </a:ext>
            </a:extLst>
          </p:cNvPr>
          <p:cNvSpPr/>
          <p:nvPr/>
        </p:nvSpPr>
        <p:spPr>
          <a:xfrm>
            <a:off x="1013742" y="1100642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3096ED4F-22CD-0DEA-FD2C-BE6DCBF52FBB}"/>
              </a:ext>
            </a:extLst>
          </p:cNvPr>
          <p:cNvSpPr/>
          <p:nvPr/>
        </p:nvSpPr>
        <p:spPr>
          <a:xfrm>
            <a:off x="7476280" y="2541036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DEF6FD01-819D-1C08-2018-88D141F02D2B}"/>
              </a:ext>
            </a:extLst>
          </p:cNvPr>
          <p:cNvSpPr/>
          <p:nvPr/>
        </p:nvSpPr>
        <p:spPr>
          <a:xfrm>
            <a:off x="7476280" y="1882618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3A483390-356F-9EE7-6828-A364431D7C8A}"/>
              </a:ext>
            </a:extLst>
          </p:cNvPr>
          <p:cNvSpPr/>
          <p:nvPr/>
        </p:nvSpPr>
        <p:spPr>
          <a:xfrm>
            <a:off x="7476280" y="2211710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AB13AFCA-B39B-7D33-557D-0D9146F5C7EB}"/>
              </a:ext>
            </a:extLst>
          </p:cNvPr>
          <p:cNvSpPr/>
          <p:nvPr/>
        </p:nvSpPr>
        <p:spPr>
          <a:xfrm>
            <a:off x="7476280" y="1429968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457856B3-31EF-1DBF-A198-2859B3515D6D}"/>
              </a:ext>
            </a:extLst>
          </p:cNvPr>
          <p:cNvSpPr/>
          <p:nvPr/>
        </p:nvSpPr>
        <p:spPr>
          <a:xfrm>
            <a:off x="7476280" y="771550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55E217AA-E1F6-4C8F-9C96-22897405D915}"/>
              </a:ext>
            </a:extLst>
          </p:cNvPr>
          <p:cNvSpPr/>
          <p:nvPr/>
        </p:nvSpPr>
        <p:spPr>
          <a:xfrm>
            <a:off x="7476280" y="1100642"/>
            <a:ext cx="545350" cy="2160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>
                <a:solidFill>
                  <a:schemeClr val="tx1"/>
                </a:solidFill>
              </a:rPr>
              <a:t>Memory Controller</a:t>
            </a:r>
            <a:endParaRPr kumimoji="1" lang="ko-KR" altLang="en-US" sz="600">
              <a:solidFill>
                <a:schemeClr val="tx1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EDAE0EAD-A505-7D64-FC57-DF007F49D6BC}"/>
              </a:ext>
            </a:extLst>
          </p:cNvPr>
          <p:cNvSpPr/>
          <p:nvPr/>
        </p:nvSpPr>
        <p:spPr>
          <a:xfrm>
            <a:off x="1619672" y="216016"/>
            <a:ext cx="5803139" cy="23662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PCI Express 5.0 Host Interface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9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B121-9F27-4320-F45B-A00DFD6A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89A65-3827-8306-45F6-2B9CCEB7E820}"/>
              </a:ext>
            </a:extLst>
          </p:cNvPr>
          <p:cNvSpPr/>
          <p:nvPr/>
        </p:nvSpPr>
        <p:spPr>
          <a:xfrm>
            <a:off x="683568" y="1707654"/>
            <a:ext cx="36004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F8A862-B52A-9127-82B2-56F6EEF4074F}"/>
              </a:ext>
            </a:extLst>
          </p:cNvPr>
          <p:cNvSpPr/>
          <p:nvPr/>
        </p:nvSpPr>
        <p:spPr>
          <a:xfrm>
            <a:off x="323528" y="267494"/>
            <a:ext cx="2808312" cy="57606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GPC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6FFDF70-C56F-A355-6AFC-8D4F002CFA4F}"/>
              </a:ext>
            </a:extLst>
          </p:cNvPr>
          <p:cNvGrpSpPr/>
          <p:nvPr/>
        </p:nvGrpSpPr>
        <p:grpSpPr>
          <a:xfrm>
            <a:off x="395536" y="483518"/>
            <a:ext cx="2664296" cy="288032"/>
            <a:chOff x="611560" y="339502"/>
            <a:chExt cx="3240360" cy="43204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FCF1153-F0B3-7A1B-CA08-76EB1E8E4D1F}"/>
                </a:ext>
              </a:extLst>
            </p:cNvPr>
            <p:cNvSpPr/>
            <p:nvPr/>
          </p:nvSpPr>
          <p:spPr>
            <a:xfrm>
              <a:off x="61156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8C6E561-45E9-C4F1-AB31-8FD8374B00FF}"/>
                </a:ext>
              </a:extLst>
            </p:cNvPr>
            <p:cNvSpPr/>
            <p:nvPr/>
          </p:nvSpPr>
          <p:spPr>
            <a:xfrm>
              <a:off x="61156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CFCBAAE-7609-3520-76E2-23E670958A07}"/>
                </a:ext>
              </a:extLst>
            </p:cNvPr>
            <p:cNvSpPr/>
            <p:nvPr/>
          </p:nvSpPr>
          <p:spPr>
            <a:xfrm>
              <a:off x="97160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0D8EA4-9338-7F57-D4D2-C9D1B906B64E}"/>
                </a:ext>
              </a:extLst>
            </p:cNvPr>
            <p:cNvSpPr/>
            <p:nvPr/>
          </p:nvSpPr>
          <p:spPr>
            <a:xfrm>
              <a:off x="97160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827E01-223B-F129-3DE6-BA20E169C910}"/>
                </a:ext>
              </a:extLst>
            </p:cNvPr>
            <p:cNvSpPr/>
            <p:nvPr/>
          </p:nvSpPr>
          <p:spPr>
            <a:xfrm>
              <a:off x="133164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A00DDAB-37B7-3DE6-440A-0EC6856A48F4}"/>
                </a:ext>
              </a:extLst>
            </p:cNvPr>
            <p:cNvSpPr/>
            <p:nvPr/>
          </p:nvSpPr>
          <p:spPr>
            <a:xfrm>
              <a:off x="133164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AB84DE-A026-61A9-6B48-3A5A85A91970}"/>
                </a:ext>
              </a:extLst>
            </p:cNvPr>
            <p:cNvSpPr/>
            <p:nvPr/>
          </p:nvSpPr>
          <p:spPr>
            <a:xfrm>
              <a:off x="169168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951A780-90D5-CC77-A282-F04DB10E90D2}"/>
                </a:ext>
              </a:extLst>
            </p:cNvPr>
            <p:cNvSpPr/>
            <p:nvPr/>
          </p:nvSpPr>
          <p:spPr>
            <a:xfrm>
              <a:off x="169168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2F9767C-0BA9-E5BF-8267-E52D2B672B7B}"/>
                </a:ext>
              </a:extLst>
            </p:cNvPr>
            <p:cNvSpPr/>
            <p:nvPr/>
          </p:nvSpPr>
          <p:spPr>
            <a:xfrm>
              <a:off x="205172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F4DE51B-F7D1-97E4-A358-46EE5EEBF64F}"/>
                </a:ext>
              </a:extLst>
            </p:cNvPr>
            <p:cNvSpPr/>
            <p:nvPr/>
          </p:nvSpPr>
          <p:spPr>
            <a:xfrm>
              <a:off x="205172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05DFD82-C74A-D1A2-F19B-957C822DE969}"/>
                </a:ext>
              </a:extLst>
            </p:cNvPr>
            <p:cNvSpPr/>
            <p:nvPr/>
          </p:nvSpPr>
          <p:spPr>
            <a:xfrm>
              <a:off x="241176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C556B41-02B8-AFC3-6FDE-4E42E776E15F}"/>
                </a:ext>
              </a:extLst>
            </p:cNvPr>
            <p:cNvSpPr/>
            <p:nvPr/>
          </p:nvSpPr>
          <p:spPr>
            <a:xfrm>
              <a:off x="241176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14B7298-89D2-14BF-690A-F0A2129E99F7}"/>
                </a:ext>
              </a:extLst>
            </p:cNvPr>
            <p:cNvSpPr/>
            <p:nvPr/>
          </p:nvSpPr>
          <p:spPr>
            <a:xfrm>
              <a:off x="277180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BC89C4F-225E-88D8-2A13-2BA0DE43D7C6}"/>
                </a:ext>
              </a:extLst>
            </p:cNvPr>
            <p:cNvSpPr/>
            <p:nvPr/>
          </p:nvSpPr>
          <p:spPr>
            <a:xfrm>
              <a:off x="277180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64AC8D9-631A-F891-80FB-428E63E44026}"/>
                </a:ext>
              </a:extLst>
            </p:cNvPr>
            <p:cNvSpPr/>
            <p:nvPr/>
          </p:nvSpPr>
          <p:spPr>
            <a:xfrm>
              <a:off x="313184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56B865F-57BC-9886-8D28-5D578F9775DF}"/>
                </a:ext>
              </a:extLst>
            </p:cNvPr>
            <p:cNvSpPr/>
            <p:nvPr/>
          </p:nvSpPr>
          <p:spPr>
            <a:xfrm>
              <a:off x="313184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0A1C19B-93D8-745E-33E2-FE955B3C0978}"/>
                </a:ext>
              </a:extLst>
            </p:cNvPr>
            <p:cNvSpPr/>
            <p:nvPr/>
          </p:nvSpPr>
          <p:spPr>
            <a:xfrm>
              <a:off x="3491880" y="555526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8B8AF62-F900-756B-A868-2D20CF327ABA}"/>
                </a:ext>
              </a:extLst>
            </p:cNvPr>
            <p:cNvSpPr/>
            <p:nvPr/>
          </p:nvSpPr>
          <p:spPr>
            <a:xfrm>
              <a:off x="3491880" y="339502"/>
              <a:ext cx="360040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600">
                  <a:solidFill>
                    <a:schemeClr val="tx1"/>
                  </a:solidFill>
                </a:rPr>
                <a:t>SM</a:t>
              </a:r>
              <a:endParaRPr kumimoji="1" lang="ko-KR" altLang="en-US" sz="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24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/>
          <a:lstStyle/>
          <a:p>
            <a:r>
              <a:rPr lang="en-US" altLang="ko-KR"/>
              <a:t>Key-value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7893A-0903-4CE4-8266-22919264CB85}"/>
              </a:ext>
            </a:extLst>
          </p:cNvPr>
          <p:cNvGrpSpPr/>
          <p:nvPr/>
        </p:nvGrpSpPr>
        <p:grpSpPr>
          <a:xfrm>
            <a:off x="2771800" y="1131590"/>
            <a:ext cx="3528392" cy="1224136"/>
            <a:chOff x="2771800" y="1059582"/>
            <a:chExt cx="3528392" cy="129614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40C13BA-C3DE-4929-9CC6-887BC578BA2B}"/>
                </a:ext>
              </a:extLst>
            </p:cNvPr>
            <p:cNvSpPr/>
            <p:nvPr/>
          </p:nvSpPr>
          <p:spPr>
            <a:xfrm>
              <a:off x="2771800" y="1059582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5675355-181B-438F-BFCB-FE3E29EE89D5}"/>
                </a:ext>
              </a:extLst>
            </p:cNvPr>
            <p:cNvSpPr/>
            <p:nvPr/>
          </p:nvSpPr>
          <p:spPr>
            <a:xfrm>
              <a:off x="3851920" y="1059582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9ECC80A-7CDE-497A-A78A-3574E55997F8}"/>
                </a:ext>
              </a:extLst>
            </p:cNvPr>
            <p:cNvSpPr/>
            <p:nvPr/>
          </p:nvSpPr>
          <p:spPr>
            <a:xfrm>
              <a:off x="2771800" y="1491630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258C22-3B6E-4C90-81BC-89888EC22F86}"/>
                </a:ext>
              </a:extLst>
            </p:cNvPr>
            <p:cNvSpPr/>
            <p:nvPr/>
          </p:nvSpPr>
          <p:spPr>
            <a:xfrm>
              <a:off x="3851920" y="1491630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5A4C71B-108E-4C37-B6D6-DABD6B171446}"/>
                </a:ext>
              </a:extLst>
            </p:cNvPr>
            <p:cNvSpPr/>
            <p:nvPr/>
          </p:nvSpPr>
          <p:spPr>
            <a:xfrm>
              <a:off x="2771800" y="1923678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1B541F3-102A-4EE7-9259-A1777C25671A}"/>
                </a:ext>
              </a:extLst>
            </p:cNvPr>
            <p:cNvSpPr/>
            <p:nvPr/>
          </p:nvSpPr>
          <p:spPr>
            <a:xfrm>
              <a:off x="3851920" y="1923678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68037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50650</TotalTime>
  <Words>835</Words>
  <Application>Microsoft Macintosh PowerPoint</Application>
  <PresentationFormat>화면 슬라이드 쇼(16:9)</PresentationFormat>
  <Paragraphs>640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Key-value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5921</cp:revision>
  <dcterms:created xsi:type="dcterms:W3CDTF">2006-10-05T04:04:58Z</dcterms:created>
  <dcterms:modified xsi:type="dcterms:W3CDTF">2026-03-21T11:24:34Z</dcterms:modified>
</cp:coreProperties>
</file>
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422" r:id="rId2"/>
    <p:sldId id="423" r:id="rId3"/>
    <p:sldId id="425" r:id="rId4"/>
    <p:sldId id="424" r:id="rId5"/>
    <p:sldId id="421" r:id="rId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0" autoAdjust="0"/>
    <p:restoredTop sz="87120" autoAdjust="0"/>
  </p:normalViewPr>
  <p:slideViewPr>
    <p:cSldViewPr>
      <p:cViewPr>
        <p:scale>
          <a:sx n="234" d="100"/>
          <a:sy n="234" d="100"/>
        </p:scale>
        <p:origin x="16" y="57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713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6733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966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167788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610477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526457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889271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928251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655395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448974"/>
            <a:ext cx="984726" cy="907580"/>
            <a:chOff x="1676492" y="834749"/>
            <a:chExt cx="1942494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0" name="직사각형 849">
              <a:extLst>
                <a:ext uri="{FF2B5EF4-FFF2-40B4-BE49-F238E27FC236}">
                  <a16:creationId xmlns:a16="http://schemas.microsoft.com/office/drawing/2014/main" id="{2B2539C3-5701-1655-66E4-3EDB2895554B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1" name="직사각형 850">
              <a:extLst>
                <a:ext uri="{FF2B5EF4-FFF2-40B4-BE49-F238E27FC236}">
                  <a16:creationId xmlns:a16="http://schemas.microsoft.com/office/drawing/2014/main" id="{82348A4A-F3BF-AAE9-EE41-5C25EFFA2F6E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2" name="직사각형 851">
              <a:extLst>
                <a:ext uri="{FF2B5EF4-FFF2-40B4-BE49-F238E27FC236}">
                  <a16:creationId xmlns:a16="http://schemas.microsoft.com/office/drawing/2014/main" id="{8FEFF461-C382-C352-2055-5C945C26C742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882814"/>
            <a:ext cx="985277" cy="907580"/>
            <a:chOff x="1676492" y="834749"/>
            <a:chExt cx="1943581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3" name="직사각형 852">
              <a:extLst>
                <a:ext uri="{FF2B5EF4-FFF2-40B4-BE49-F238E27FC236}">
                  <a16:creationId xmlns:a16="http://schemas.microsoft.com/office/drawing/2014/main" id="{2D016719-F268-F1B1-6605-D2DDD57BE7E4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4" name="직사각형 853">
              <a:extLst>
                <a:ext uri="{FF2B5EF4-FFF2-40B4-BE49-F238E27FC236}">
                  <a16:creationId xmlns:a16="http://schemas.microsoft.com/office/drawing/2014/main" id="{5814FB76-DA47-A0F9-4FF5-F072DF35F911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5" name="직사각형 854">
              <a:extLst>
                <a:ext uri="{FF2B5EF4-FFF2-40B4-BE49-F238E27FC236}">
                  <a16:creationId xmlns:a16="http://schemas.microsoft.com/office/drawing/2014/main" id="{8F5F8A83-E9F6-5100-4D61-E980D4E9B7B0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95674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583387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60946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43474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66323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1677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434743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40484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17297"/>
            <a:ext cx="2625029" cy="17780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65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288311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 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35980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002356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35980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681079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681079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43" name="직사각형 642">
            <a:extLst>
              <a:ext uri="{FF2B5EF4-FFF2-40B4-BE49-F238E27FC236}">
                <a16:creationId xmlns:a16="http://schemas.microsoft.com/office/drawing/2014/main" id="{A608E057-0075-A21A-4908-3C535F80A6A5}"/>
              </a:ext>
            </a:extLst>
          </p:cNvPr>
          <p:cNvSpPr/>
          <p:nvPr/>
        </p:nvSpPr>
        <p:spPr>
          <a:xfrm>
            <a:off x="6265726" y="1886438"/>
            <a:ext cx="2625029" cy="322288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Sub-core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45" name="직사각형 644">
            <a:extLst>
              <a:ext uri="{FF2B5EF4-FFF2-40B4-BE49-F238E27FC236}">
                <a16:creationId xmlns:a16="http://schemas.microsoft.com/office/drawing/2014/main" id="{27E6A133-F5FB-565F-B087-17F6B7A0AF92}"/>
              </a:ext>
            </a:extLst>
          </p:cNvPr>
          <p:cNvSpPr/>
          <p:nvPr/>
        </p:nvSpPr>
        <p:spPr>
          <a:xfrm>
            <a:off x="6321335" y="309156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6" name="직사각형 645">
            <a:extLst>
              <a:ext uri="{FF2B5EF4-FFF2-40B4-BE49-F238E27FC236}">
                <a16:creationId xmlns:a16="http://schemas.microsoft.com/office/drawing/2014/main" id="{B5C4FE67-6562-FBA9-769A-50C326B43C46}"/>
              </a:ext>
            </a:extLst>
          </p:cNvPr>
          <p:cNvSpPr/>
          <p:nvPr/>
        </p:nvSpPr>
        <p:spPr>
          <a:xfrm>
            <a:off x="6321335" y="318955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7" name="직사각형 646">
            <a:extLst>
              <a:ext uri="{FF2B5EF4-FFF2-40B4-BE49-F238E27FC236}">
                <a16:creationId xmlns:a16="http://schemas.microsoft.com/office/drawing/2014/main" id="{0A420E64-C6C9-97C0-77AB-FE4D177923AF}"/>
              </a:ext>
            </a:extLst>
          </p:cNvPr>
          <p:cNvSpPr/>
          <p:nvPr/>
        </p:nvSpPr>
        <p:spPr>
          <a:xfrm>
            <a:off x="6321335" y="328754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8" name="직사각형 647">
            <a:extLst>
              <a:ext uri="{FF2B5EF4-FFF2-40B4-BE49-F238E27FC236}">
                <a16:creationId xmlns:a16="http://schemas.microsoft.com/office/drawing/2014/main" id="{1EA9126C-3433-E05F-E4D1-409692E18EFE}"/>
              </a:ext>
            </a:extLst>
          </p:cNvPr>
          <p:cNvSpPr/>
          <p:nvPr/>
        </p:nvSpPr>
        <p:spPr>
          <a:xfrm>
            <a:off x="6321335" y="338553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9" name="직사각형 648">
            <a:extLst>
              <a:ext uri="{FF2B5EF4-FFF2-40B4-BE49-F238E27FC236}">
                <a16:creationId xmlns:a16="http://schemas.microsoft.com/office/drawing/2014/main" id="{407A3A72-7D69-1ED4-89DF-6188AC407FBD}"/>
              </a:ext>
            </a:extLst>
          </p:cNvPr>
          <p:cNvSpPr/>
          <p:nvPr/>
        </p:nvSpPr>
        <p:spPr>
          <a:xfrm>
            <a:off x="6321335" y="348352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0" name="직사각형 649">
            <a:extLst>
              <a:ext uri="{FF2B5EF4-FFF2-40B4-BE49-F238E27FC236}">
                <a16:creationId xmlns:a16="http://schemas.microsoft.com/office/drawing/2014/main" id="{F9B03CA5-2E38-7749-50D5-D21D5C496223}"/>
              </a:ext>
            </a:extLst>
          </p:cNvPr>
          <p:cNvSpPr/>
          <p:nvPr/>
        </p:nvSpPr>
        <p:spPr>
          <a:xfrm>
            <a:off x="6321335" y="358150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1" name="직사각형 650">
            <a:extLst>
              <a:ext uri="{FF2B5EF4-FFF2-40B4-BE49-F238E27FC236}">
                <a16:creationId xmlns:a16="http://schemas.microsoft.com/office/drawing/2014/main" id="{510BF762-5867-202C-5D92-DE6CA68FBECE}"/>
              </a:ext>
            </a:extLst>
          </p:cNvPr>
          <p:cNvSpPr/>
          <p:nvPr/>
        </p:nvSpPr>
        <p:spPr>
          <a:xfrm>
            <a:off x="6321335" y="367949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2" name="직사각형 651">
            <a:extLst>
              <a:ext uri="{FF2B5EF4-FFF2-40B4-BE49-F238E27FC236}">
                <a16:creationId xmlns:a16="http://schemas.microsoft.com/office/drawing/2014/main" id="{C70A2061-AB47-6FC1-A0B7-0062518E78F2}"/>
              </a:ext>
            </a:extLst>
          </p:cNvPr>
          <p:cNvSpPr/>
          <p:nvPr/>
        </p:nvSpPr>
        <p:spPr>
          <a:xfrm>
            <a:off x="6321335" y="377748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3" name="직사각형 652">
            <a:extLst>
              <a:ext uri="{FF2B5EF4-FFF2-40B4-BE49-F238E27FC236}">
                <a16:creationId xmlns:a16="http://schemas.microsoft.com/office/drawing/2014/main" id="{0BE6BDEA-1839-9540-BC6E-09857E336144}"/>
              </a:ext>
            </a:extLst>
          </p:cNvPr>
          <p:cNvSpPr/>
          <p:nvPr/>
        </p:nvSpPr>
        <p:spPr>
          <a:xfrm>
            <a:off x="6321335" y="387547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4" name="직사각형 653">
            <a:extLst>
              <a:ext uri="{FF2B5EF4-FFF2-40B4-BE49-F238E27FC236}">
                <a16:creationId xmlns:a16="http://schemas.microsoft.com/office/drawing/2014/main" id="{9E08EA18-648F-6D8B-F798-E852EDABAA23}"/>
              </a:ext>
            </a:extLst>
          </p:cNvPr>
          <p:cNvSpPr/>
          <p:nvPr/>
        </p:nvSpPr>
        <p:spPr>
          <a:xfrm>
            <a:off x="6321335" y="397346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5" name="직사각형 654">
            <a:extLst>
              <a:ext uri="{FF2B5EF4-FFF2-40B4-BE49-F238E27FC236}">
                <a16:creationId xmlns:a16="http://schemas.microsoft.com/office/drawing/2014/main" id="{7E6F060B-A667-8A64-EE01-D74541364728}"/>
              </a:ext>
            </a:extLst>
          </p:cNvPr>
          <p:cNvSpPr/>
          <p:nvPr/>
        </p:nvSpPr>
        <p:spPr>
          <a:xfrm>
            <a:off x="6321335" y="407144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6" name="직사각형 655">
            <a:extLst>
              <a:ext uri="{FF2B5EF4-FFF2-40B4-BE49-F238E27FC236}">
                <a16:creationId xmlns:a16="http://schemas.microsoft.com/office/drawing/2014/main" id="{560DFBAD-217D-A9E9-5690-5B0C47C24D5D}"/>
              </a:ext>
            </a:extLst>
          </p:cNvPr>
          <p:cNvSpPr/>
          <p:nvPr/>
        </p:nvSpPr>
        <p:spPr>
          <a:xfrm>
            <a:off x="6321335" y="416943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7" name="직사각형 656">
            <a:extLst>
              <a:ext uri="{FF2B5EF4-FFF2-40B4-BE49-F238E27FC236}">
                <a16:creationId xmlns:a16="http://schemas.microsoft.com/office/drawing/2014/main" id="{02E693CB-7A25-40D7-1465-6C4049E856E7}"/>
              </a:ext>
            </a:extLst>
          </p:cNvPr>
          <p:cNvSpPr/>
          <p:nvPr/>
        </p:nvSpPr>
        <p:spPr>
          <a:xfrm>
            <a:off x="6321335" y="426742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8" name="직사각형 657">
            <a:extLst>
              <a:ext uri="{FF2B5EF4-FFF2-40B4-BE49-F238E27FC236}">
                <a16:creationId xmlns:a16="http://schemas.microsoft.com/office/drawing/2014/main" id="{97ADEACB-82F4-CFFA-A7BC-08294F235D92}"/>
              </a:ext>
            </a:extLst>
          </p:cNvPr>
          <p:cNvSpPr/>
          <p:nvPr/>
        </p:nvSpPr>
        <p:spPr>
          <a:xfrm>
            <a:off x="6321335" y="436541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9" name="직사각형 658">
            <a:extLst>
              <a:ext uri="{FF2B5EF4-FFF2-40B4-BE49-F238E27FC236}">
                <a16:creationId xmlns:a16="http://schemas.microsoft.com/office/drawing/2014/main" id="{0B70346D-864E-FDBC-97A3-F740D43880EF}"/>
              </a:ext>
            </a:extLst>
          </p:cNvPr>
          <p:cNvSpPr/>
          <p:nvPr/>
        </p:nvSpPr>
        <p:spPr>
          <a:xfrm>
            <a:off x="6321335" y="446340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0" name="직사각형 659">
            <a:extLst>
              <a:ext uri="{FF2B5EF4-FFF2-40B4-BE49-F238E27FC236}">
                <a16:creationId xmlns:a16="http://schemas.microsoft.com/office/drawing/2014/main" id="{9A6BC33C-D478-491B-E490-5AEBC3914CB7}"/>
              </a:ext>
            </a:extLst>
          </p:cNvPr>
          <p:cNvSpPr/>
          <p:nvPr/>
        </p:nvSpPr>
        <p:spPr>
          <a:xfrm>
            <a:off x="6321335" y="456138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1" name="직사각형 660">
            <a:extLst>
              <a:ext uri="{FF2B5EF4-FFF2-40B4-BE49-F238E27FC236}">
                <a16:creationId xmlns:a16="http://schemas.microsoft.com/office/drawing/2014/main" id="{1CF143DD-EAC8-ED1B-EC20-39B2A3E8A0E6}"/>
              </a:ext>
            </a:extLst>
          </p:cNvPr>
          <p:cNvSpPr/>
          <p:nvPr/>
        </p:nvSpPr>
        <p:spPr>
          <a:xfrm>
            <a:off x="6804248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2" name="직사각형 661">
            <a:extLst>
              <a:ext uri="{FF2B5EF4-FFF2-40B4-BE49-F238E27FC236}">
                <a16:creationId xmlns:a16="http://schemas.microsoft.com/office/drawing/2014/main" id="{D6711021-E604-CD44-3E39-3F41795BD263}"/>
              </a:ext>
            </a:extLst>
          </p:cNvPr>
          <p:cNvSpPr/>
          <p:nvPr/>
        </p:nvSpPr>
        <p:spPr>
          <a:xfrm>
            <a:off x="7207770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3" name="직사각형 662">
            <a:extLst>
              <a:ext uri="{FF2B5EF4-FFF2-40B4-BE49-F238E27FC236}">
                <a16:creationId xmlns:a16="http://schemas.microsoft.com/office/drawing/2014/main" id="{49BCF874-C5F0-511F-CB01-5640397CE49F}"/>
              </a:ext>
            </a:extLst>
          </p:cNvPr>
          <p:cNvSpPr/>
          <p:nvPr/>
        </p:nvSpPr>
        <p:spPr>
          <a:xfrm>
            <a:off x="6804248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4" name="직사각형 663">
            <a:extLst>
              <a:ext uri="{FF2B5EF4-FFF2-40B4-BE49-F238E27FC236}">
                <a16:creationId xmlns:a16="http://schemas.microsoft.com/office/drawing/2014/main" id="{44C49C9B-A38A-F0F8-8012-1D6F4D8D4EC3}"/>
              </a:ext>
            </a:extLst>
          </p:cNvPr>
          <p:cNvSpPr/>
          <p:nvPr/>
        </p:nvSpPr>
        <p:spPr>
          <a:xfrm>
            <a:off x="7207770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5" name="직사각형 664">
            <a:extLst>
              <a:ext uri="{FF2B5EF4-FFF2-40B4-BE49-F238E27FC236}">
                <a16:creationId xmlns:a16="http://schemas.microsoft.com/office/drawing/2014/main" id="{0345F81F-B6ED-9E2A-1D12-2F289D0F3A6A}"/>
              </a:ext>
            </a:extLst>
          </p:cNvPr>
          <p:cNvSpPr/>
          <p:nvPr/>
        </p:nvSpPr>
        <p:spPr>
          <a:xfrm>
            <a:off x="6804248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6" name="직사각형 665">
            <a:extLst>
              <a:ext uri="{FF2B5EF4-FFF2-40B4-BE49-F238E27FC236}">
                <a16:creationId xmlns:a16="http://schemas.microsoft.com/office/drawing/2014/main" id="{25D97B41-1464-DAC5-1104-A8419E026E26}"/>
              </a:ext>
            </a:extLst>
          </p:cNvPr>
          <p:cNvSpPr/>
          <p:nvPr/>
        </p:nvSpPr>
        <p:spPr>
          <a:xfrm>
            <a:off x="7207770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2DDE5DD7-D3F8-499F-6C02-959B2E6383A3}"/>
              </a:ext>
            </a:extLst>
          </p:cNvPr>
          <p:cNvSpPr/>
          <p:nvPr/>
        </p:nvSpPr>
        <p:spPr>
          <a:xfrm>
            <a:off x="6804248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8" name="직사각형 667">
            <a:extLst>
              <a:ext uri="{FF2B5EF4-FFF2-40B4-BE49-F238E27FC236}">
                <a16:creationId xmlns:a16="http://schemas.microsoft.com/office/drawing/2014/main" id="{4B2DABD5-6CAE-7082-17EC-3278F4151F10}"/>
              </a:ext>
            </a:extLst>
          </p:cNvPr>
          <p:cNvSpPr/>
          <p:nvPr/>
        </p:nvSpPr>
        <p:spPr>
          <a:xfrm>
            <a:off x="7207770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5" name="직사각형 684">
            <a:extLst>
              <a:ext uri="{FF2B5EF4-FFF2-40B4-BE49-F238E27FC236}">
                <a16:creationId xmlns:a16="http://schemas.microsoft.com/office/drawing/2014/main" id="{4050755B-CB69-729E-9784-06FF50250031}"/>
              </a:ext>
            </a:extLst>
          </p:cNvPr>
          <p:cNvSpPr/>
          <p:nvPr/>
        </p:nvSpPr>
        <p:spPr>
          <a:xfrm>
            <a:off x="6804248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6" name="직사각형 685">
            <a:extLst>
              <a:ext uri="{FF2B5EF4-FFF2-40B4-BE49-F238E27FC236}">
                <a16:creationId xmlns:a16="http://schemas.microsoft.com/office/drawing/2014/main" id="{CEBEB349-B356-3F68-54E0-13C5A790520F}"/>
              </a:ext>
            </a:extLst>
          </p:cNvPr>
          <p:cNvSpPr/>
          <p:nvPr/>
        </p:nvSpPr>
        <p:spPr>
          <a:xfrm>
            <a:off x="7207770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7" name="직사각형 686">
            <a:extLst>
              <a:ext uri="{FF2B5EF4-FFF2-40B4-BE49-F238E27FC236}">
                <a16:creationId xmlns:a16="http://schemas.microsoft.com/office/drawing/2014/main" id="{BC0C33DC-7CA8-A29E-CE03-76A778926DB3}"/>
              </a:ext>
            </a:extLst>
          </p:cNvPr>
          <p:cNvSpPr/>
          <p:nvPr/>
        </p:nvSpPr>
        <p:spPr>
          <a:xfrm>
            <a:off x="6804248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8" name="직사각형 687">
            <a:extLst>
              <a:ext uri="{FF2B5EF4-FFF2-40B4-BE49-F238E27FC236}">
                <a16:creationId xmlns:a16="http://schemas.microsoft.com/office/drawing/2014/main" id="{A741CF36-3C64-AFC0-28DC-54C7239C38F7}"/>
              </a:ext>
            </a:extLst>
          </p:cNvPr>
          <p:cNvSpPr/>
          <p:nvPr/>
        </p:nvSpPr>
        <p:spPr>
          <a:xfrm>
            <a:off x="7207770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9" name="직사각형 688">
            <a:extLst>
              <a:ext uri="{FF2B5EF4-FFF2-40B4-BE49-F238E27FC236}">
                <a16:creationId xmlns:a16="http://schemas.microsoft.com/office/drawing/2014/main" id="{CF919804-BCA7-CB11-70DA-14D6399CE4E8}"/>
              </a:ext>
            </a:extLst>
          </p:cNvPr>
          <p:cNvSpPr/>
          <p:nvPr/>
        </p:nvSpPr>
        <p:spPr>
          <a:xfrm>
            <a:off x="6804248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61A4D405-C132-BE43-7D57-082C30397322}"/>
              </a:ext>
            </a:extLst>
          </p:cNvPr>
          <p:cNvSpPr/>
          <p:nvPr/>
        </p:nvSpPr>
        <p:spPr>
          <a:xfrm>
            <a:off x="7207770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1FF12230-4694-A181-B3E9-982A0A3B1F7F}"/>
              </a:ext>
            </a:extLst>
          </p:cNvPr>
          <p:cNvSpPr/>
          <p:nvPr/>
        </p:nvSpPr>
        <p:spPr>
          <a:xfrm>
            <a:off x="6804248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2" name="직사각형 691">
            <a:extLst>
              <a:ext uri="{FF2B5EF4-FFF2-40B4-BE49-F238E27FC236}">
                <a16:creationId xmlns:a16="http://schemas.microsoft.com/office/drawing/2014/main" id="{985F92B4-515A-F5D3-6A36-72B5C53D6760}"/>
              </a:ext>
            </a:extLst>
          </p:cNvPr>
          <p:cNvSpPr/>
          <p:nvPr/>
        </p:nvSpPr>
        <p:spPr>
          <a:xfrm>
            <a:off x="7207770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3" name="직사각형 692">
            <a:extLst>
              <a:ext uri="{FF2B5EF4-FFF2-40B4-BE49-F238E27FC236}">
                <a16:creationId xmlns:a16="http://schemas.microsoft.com/office/drawing/2014/main" id="{ECC26F42-E446-8C2D-0E5E-3DCD62720642}"/>
              </a:ext>
            </a:extLst>
          </p:cNvPr>
          <p:cNvSpPr/>
          <p:nvPr/>
        </p:nvSpPr>
        <p:spPr>
          <a:xfrm>
            <a:off x="6804248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4" name="직사각형 693">
            <a:extLst>
              <a:ext uri="{FF2B5EF4-FFF2-40B4-BE49-F238E27FC236}">
                <a16:creationId xmlns:a16="http://schemas.microsoft.com/office/drawing/2014/main" id="{ACCEF4B3-5BC8-9E30-DB02-23AA5FBD30F6}"/>
              </a:ext>
            </a:extLst>
          </p:cNvPr>
          <p:cNvSpPr/>
          <p:nvPr/>
        </p:nvSpPr>
        <p:spPr>
          <a:xfrm>
            <a:off x="7207770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5" name="직사각형 694">
            <a:extLst>
              <a:ext uri="{FF2B5EF4-FFF2-40B4-BE49-F238E27FC236}">
                <a16:creationId xmlns:a16="http://schemas.microsoft.com/office/drawing/2014/main" id="{D0455694-8D4F-EB33-4901-7EBE6D6B0F55}"/>
              </a:ext>
            </a:extLst>
          </p:cNvPr>
          <p:cNvSpPr/>
          <p:nvPr/>
        </p:nvSpPr>
        <p:spPr>
          <a:xfrm>
            <a:off x="6804248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6" name="직사각형 695">
            <a:extLst>
              <a:ext uri="{FF2B5EF4-FFF2-40B4-BE49-F238E27FC236}">
                <a16:creationId xmlns:a16="http://schemas.microsoft.com/office/drawing/2014/main" id="{788220D7-1725-3A6F-B463-696625938111}"/>
              </a:ext>
            </a:extLst>
          </p:cNvPr>
          <p:cNvSpPr/>
          <p:nvPr/>
        </p:nvSpPr>
        <p:spPr>
          <a:xfrm>
            <a:off x="7207770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7" name="직사각형 696">
            <a:extLst>
              <a:ext uri="{FF2B5EF4-FFF2-40B4-BE49-F238E27FC236}">
                <a16:creationId xmlns:a16="http://schemas.microsoft.com/office/drawing/2014/main" id="{FE2A9778-174D-D6B8-E864-3A1C83559CCD}"/>
              </a:ext>
            </a:extLst>
          </p:cNvPr>
          <p:cNvSpPr/>
          <p:nvPr/>
        </p:nvSpPr>
        <p:spPr>
          <a:xfrm>
            <a:off x="6804248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8" name="직사각형 697">
            <a:extLst>
              <a:ext uri="{FF2B5EF4-FFF2-40B4-BE49-F238E27FC236}">
                <a16:creationId xmlns:a16="http://schemas.microsoft.com/office/drawing/2014/main" id="{B9CB94B7-F947-17B8-64D8-B489EB3BFC9C}"/>
              </a:ext>
            </a:extLst>
          </p:cNvPr>
          <p:cNvSpPr/>
          <p:nvPr/>
        </p:nvSpPr>
        <p:spPr>
          <a:xfrm>
            <a:off x="7207770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9" name="직사각형 698">
            <a:extLst>
              <a:ext uri="{FF2B5EF4-FFF2-40B4-BE49-F238E27FC236}">
                <a16:creationId xmlns:a16="http://schemas.microsoft.com/office/drawing/2014/main" id="{3A0B6621-B941-414C-A2C8-6BA48883F25E}"/>
              </a:ext>
            </a:extLst>
          </p:cNvPr>
          <p:cNvSpPr/>
          <p:nvPr/>
        </p:nvSpPr>
        <p:spPr>
          <a:xfrm>
            <a:off x="6804248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00" name="직사각형 699">
            <a:extLst>
              <a:ext uri="{FF2B5EF4-FFF2-40B4-BE49-F238E27FC236}">
                <a16:creationId xmlns:a16="http://schemas.microsoft.com/office/drawing/2014/main" id="{2969153D-A5D4-DFA9-CF7A-E40E7EFC9C28}"/>
              </a:ext>
            </a:extLst>
          </p:cNvPr>
          <p:cNvSpPr/>
          <p:nvPr/>
        </p:nvSpPr>
        <p:spPr>
          <a:xfrm>
            <a:off x="7207770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5" name="직사각형 724">
            <a:extLst>
              <a:ext uri="{FF2B5EF4-FFF2-40B4-BE49-F238E27FC236}">
                <a16:creationId xmlns:a16="http://schemas.microsoft.com/office/drawing/2014/main" id="{9F10057E-A1B9-30AF-88C4-D170FB573ACF}"/>
              </a:ext>
            </a:extLst>
          </p:cNvPr>
          <p:cNvSpPr/>
          <p:nvPr/>
        </p:nvSpPr>
        <p:spPr>
          <a:xfrm>
            <a:off x="6804248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6" name="직사각형 725">
            <a:extLst>
              <a:ext uri="{FF2B5EF4-FFF2-40B4-BE49-F238E27FC236}">
                <a16:creationId xmlns:a16="http://schemas.microsoft.com/office/drawing/2014/main" id="{6DD18C20-C0AA-55A3-6CC3-DB68B6BF3F60}"/>
              </a:ext>
            </a:extLst>
          </p:cNvPr>
          <p:cNvSpPr/>
          <p:nvPr/>
        </p:nvSpPr>
        <p:spPr>
          <a:xfrm>
            <a:off x="7207770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7" name="직사각형 726">
            <a:extLst>
              <a:ext uri="{FF2B5EF4-FFF2-40B4-BE49-F238E27FC236}">
                <a16:creationId xmlns:a16="http://schemas.microsoft.com/office/drawing/2014/main" id="{6A407849-4FB7-9BFF-0465-E17FE9B33946}"/>
              </a:ext>
            </a:extLst>
          </p:cNvPr>
          <p:cNvSpPr/>
          <p:nvPr/>
        </p:nvSpPr>
        <p:spPr>
          <a:xfrm>
            <a:off x="6804248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8" name="직사각형 727">
            <a:extLst>
              <a:ext uri="{FF2B5EF4-FFF2-40B4-BE49-F238E27FC236}">
                <a16:creationId xmlns:a16="http://schemas.microsoft.com/office/drawing/2014/main" id="{8E03C0C9-E477-B7CE-030E-0C3382F945C8}"/>
              </a:ext>
            </a:extLst>
          </p:cNvPr>
          <p:cNvSpPr/>
          <p:nvPr/>
        </p:nvSpPr>
        <p:spPr>
          <a:xfrm>
            <a:off x="7207770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9" name="직사각형 728">
            <a:extLst>
              <a:ext uri="{FF2B5EF4-FFF2-40B4-BE49-F238E27FC236}">
                <a16:creationId xmlns:a16="http://schemas.microsoft.com/office/drawing/2014/main" id="{D01FD7EC-2679-7259-3DBE-E569A60AE15C}"/>
              </a:ext>
            </a:extLst>
          </p:cNvPr>
          <p:cNvSpPr/>
          <p:nvPr/>
        </p:nvSpPr>
        <p:spPr>
          <a:xfrm>
            <a:off x="6804248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0" name="직사각형 729">
            <a:extLst>
              <a:ext uri="{FF2B5EF4-FFF2-40B4-BE49-F238E27FC236}">
                <a16:creationId xmlns:a16="http://schemas.microsoft.com/office/drawing/2014/main" id="{9EED0CB5-B911-890E-31D1-1AA1010E891B}"/>
              </a:ext>
            </a:extLst>
          </p:cNvPr>
          <p:cNvSpPr/>
          <p:nvPr/>
        </p:nvSpPr>
        <p:spPr>
          <a:xfrm>
            <a:off x="7207770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1" name="직사각형 730">
            <a:extLst>
              <a:ext uri="{FF2B5EF4-FFF2-40B4-BE49-F238E27FC236}">
                <a16:creationId xmlns:a16="http://schemas.microsoft.com/office/drawing/2014/main" id="{08C7E670-A5BF-BE7B-285F-A1496F8FD83D}"/>
              </a:ext>
            </a:extLst>
          </p:cNvPr>
          <p:cNvSpPr/>
          <p:nvPr/>
        </p:nvSpPr>
        <p:spPr>
          <a:xfrm>
            <a:off x="6804248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2" name="직사각형 731">
            <a:extLst>
              <a:ext uri="{FF2B5EF4-FFF2-40B4-BE49-F238E27FC236}">
                <a16:creationId xmlns:a16="http://schemas.microsoft.com/office/drawing/2014/main" id="{9E2DF50D-068E-BB48-E91F-AA93BD56C23B}"/>
              </a:ext>
            </a:extLst>
          </p:cNvPr>
          <p:cNvSpPr/>
          <p:nvPr/>
        </p:nvSpPr>
        <p:spPr>
          <a:xfrm>
            <a:off x="7207770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7" name="직사각형 736">
            <a:extLst>
              <a:ext uri="{FF2B5EF4-FFF2-40B4-BE49-F238E27FC236}">
                <a16:creationId xmlns:a16="http://schemas.microsoft.com/office/drawing/2014/main" id="{37CAC1BF-3E86-C653-C9F9-4F5FB0C21BD1}"/>
              </a:ext>
            </a:extLst>
          </p:cNvPr>
          <p:cNvSpPr/>
          <p:nvPr/>
        </p:nvSpPr>
        <p:spPr>
          <a:xfrm>
            <a:off x="7687398" y="308839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8" name="직사각형 737">
            <a:extLst>
              <a:ext uri="{FF2B5EF4-FFF2-40B4-BE49-F238E27FC236}">
                <a16:creationId xmlns:a16="http://schemas.microsoft.com/office/drawing/2014/main" id="{F7C77026-B9E3-D46C-D6B3-D91D03AFA469}"/>
              </a:ext>
            </a:extLst>
          </p:cNvPr>
          <p:cNvSpPr/>
          <p:nvPr/>
        </p:nvSpPr>
        <p:spPr>
          <a:xfrm>
            <a:off x="7687398" y="31868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BA5C9639-2493-3631-86F1-A52A8804FA64}"/>
              </a:ext>
            </a:extLst>
          </p:cNvPr>
          <p:cNvSpPr/>
          <p:nvPr/>
        </p:nvSpPr>
        <p:spPr>
          <a:xfrm>
            <a:off x="7687398" y="3287545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40" name="직사각형 739">
            <a:extLst>
              <a:ext uri="{FF2B5EF4-FFF2-40B4-BE49-F238E27FC236}">
                <a16:creationId xmlns:a16="http://schemas.microsoft.com/office/drawing/2014/main" id="{EAED20CB-E78C-39A7-AC95-BDAF02A396D4}"/>
              </a:ext>
            </a:extLst>
          </p:cNvPr>
          <p:cNvSpPr/>
          <p:nvPr/>
        </p:nvSpPr>
        <p:spPr>
          <a:xfrm>
            <a:off x="7687398" y="338553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1" name="직사각형 760">
            <a:extLst>
              <a:ext uri="{FF2B5EF4-FFF2-40B4-BE49-F238E27FC236}">
                <a16:creationId xmlns:a16="http://schemas.microsoft.com/office/drawing/2014/main" id="{885DC8D7-6E83-9879-A7D6-4DA694F8E037}"/>
              </a:ext>
            </a:extLst>
          </p:cNvPr>
          <p:cNvSpPr/>
          <p:nvPr/>
        </p:nvSpPr>
        <p:spPr>
          <a:xfrm>
            <a:off x="7687398" y="3482071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2" name="직사각형 761">
            <a:extLst>
              <a:ext uri="{FF2B5EF4-FFF2-40B4-BE49-F238E27FC236}">
                <a16:creationId xmlns:a16="http://schemas.microsoft.com/office/drawing/2014/main" id="{5764BA35-121D-21E4-346C-F14045A8EB34}"/>
              </a:ext>
            </a:extLst>
          </p:cNvPr>
          <p:cNvSpPr/>
          <p:nvPr/>
        </p:nvSpPr>
        <p:spPr>
          <a:xfrm>
            <a:off x="7687398" y="358055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3" name="직사각형 762">
            <a:extLst>
              <a:ext uri="{FF2B5EF4-FFF2-40B4-BE49-F238E27FC236}">
                <a16:creationId xmlns:a16="http://schemas.microsoft.com/office/drawing/2014/main" id="{4D41CB5A-F8CA-3C26-C4A1-561F774C05AB}"/>
              </a:ext>
            </a:extLst>
          </p:cNvPr>
          <p:cNvSpPr/>
          <p:nvPr/>
        </p:nvSpPr>
        <p:spPr>
          <a:xfrm>
            <a:off x="7687398" y="368122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4" name="직사각형 763">
            <a:extLst>
              <a:ext uri="{FF2B5EF4-FFF2-40B4-BE49-F238E27FC236}">
                <a16:creationId xmlns:a16="http://schemas.microsoft.com/office/drawing/2014/main" id="{E090E666-5ED6-7442-F3C3-88771FE2D54A}"/>
              </a:ext>
            </a:extLst>
          </p:cNvPr>
          <p:cNvSpPr/>
          <p:nvPr/>
        </p:nvSpPr>
        <p:spPr>
          <a:xfrm>
            <a:off x="7687398" y="377921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5" name="직사각형 764">
            <a:extLst>
              <a:ext uri="{FF2B5EF4-FFF2-40B4-BE49-F238E27FC236}">
                <a16:creationId xmlns:a16="http://schemas.microsoft.com/office/drawing/2014/main" id="{D91B099E-1A71-4809-9570-A360A91DB683}"/>
              </a:ext>
            </a:extLst>
          </p:cNvPr>
          <p:cNvSpPr/>
          <p:nvPr/>
        </p:nvSpPr>
        <p:spPr>
          <a:xfrm>
            <a:off x="7687398" y="38754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6" name="직사각형 765">
            <a:extLst>
              <a:ext uri="{FF2B5EF4-FFF2-40B4-BE49-F238E27FC236}">
                <a16:creationId xmlns:a16="http://schemas.microsoft.com/office/drawing/2014/main" id="{1EF522A5-7746-BF0D-C885-E7330ABE5A7E}"/>
              </a:ext>
            </a:extLst>
          </p:cNvPr>
          <p:cNvSpPr/>
          <p:nvPr/>
        </p:nvSpPr>
        <p:spPr>
          <a:xfrm>
            <a:off x="7687398" y="397395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7" name="직사각형 766">
            <a:extLst>
              <a:ext uri="{FF2B5EF4-FFF2-40B4-BE49-F238E27FC236}">
                <a16:creationId xmlns:a16="http://schemas.microsoft.com/office/drawing/2014/main" id="{164795D6-3FF0-59A2-1C05-464D137C7768}"/>
              </a:ext>
            </a:extLst>
          </p:cNvPr>
          <p:cNvSpPr/>
          <p:nvPr/>
        </p:nvSpPr>
        <p:spPr>
          <a:xfrm>
            <a:off x="7687398" y="407462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8" name="직사각형 767">
            <a:extLst>
              <a:ext uri="{FF2B5EF4-FFF2-40B4-BE49-F238E27FC236}">
                <a16:creationId xmlns:a16="http://schemas.microsoft.com/office/drawing/2014/main" id="{4E94AD7B-8417-922F-BB44-B3A421265D7C}"/>
              </a:ext>
            </a:extLst>
          </p:cNvPr>
          <p:cNvSpPr/>
          <p:nvPr/>
        </p:nvSpPr>
        <p:spPr>
          <a:xfrm>
            <a:off x="7687398" y="417261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91CC817-7790-4992-29A0-7D0E410F4B02}"/>
              </a:ext>
            </a:extLst>
          </p:cNvPr>
          <p:cNvSpPr/>
          <p:nvPr/>
        </p:nvSpPr>
        <p:spPr>
          <a:xfrm>
            <a:off x="7687398" y="4259648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2" name="직사각형 821">
            <a:extLst>
              <a:ext uri="{FF2B5EF4-FFF2-40B4-BE49-F238E27FC236}">
                <a16:creationId xmlns:a16="http://schemas.microsoft.com/office/drawing/2014/main" id="{768D0B87-1410-D836-E4C9-2B655AE0B974}"/>
              </a:ext>
            </a:extLst>
          </p:cNvPr>
          <p:cNvSpPr/>
          <p:nvPr/>
        </p:nvSpPr>
        <p:spPr>
          <a:xfrm>
            <a:off x="7687398" y="435812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3" name="직사각형 822">
            <a:extLst>
              <a:ext uri="{FF2B5EF4-FFF2-40B4-BE49-F238E27FC236}">
                <a16:creationId xmlns:a16="http://schemas.microsoft.com/office/drawing/2014/main" id="{DC5A7B25-F449-F72A-CA71-4853E712BBA5}"/>
              </a:ext>
            </a:extLst>
          </p:cNvPr>
          <p:cNvSpPr/>
          <p:nvPr/>
        </p:nvSpPr>
        <p:spPr>
          <a:xfrm>
            <a:off x="7687398" y="4458799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4" name="직사각형 823">
            <a:extLst>
              <a:ext uri="{FF2B5EF4-FFF2-40B4-BE49-F238E27FC236}">
                <a16:creationId xmlns:a16="http://schemas.microsoft.com/office/drawing/2014/main" id="{3DCBCD81-4B84-AAF1-B5FF-6C197EA71C43}"/>
              </a:ext>
            </a:extLst>
          </p:cNvPr>
          <p:cNvSpPr/>
          <p:nvPr/>
        </p:nvSpPr>
        <p:spPr>
          <a:xfrm>
            <a:off x="7687398" y="455678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5" name="직사각형 824">
            <a:extLst>
              <a:ext uri="{FF2B5EF4-FFF2-40B4-BE49-F238E27FC236}">
                <a16:creationId xmlns:a16="http://schemas.microsoft.com/office/drawing/2014/main" id="{85AA9ADB-50A7-6193-FD50-2A61E867CD5E}"/>
              </a:ext>
            </a:extLst>
          </p:cNvPr>
          <p:cNvSpPr/>
          <p:nvPr/>
        </p:nvSpPr>
        <p:spPr>
          <a:xfrm>
            <a:off x="8157882" y="3091568"/>
            <a:ext cx="677266" cy="1564919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TENSOR CORE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6" name="직사각형 825">
            <a:extLst>
              <a:ext uri="{FF2B5EF4-FFF2-40B4-BE49-F238E27FC236}">
                <a16:creationId xmlns:a16="http://schemas.microsoft.com/office/drawing/2014/main" id="{07DB2D7A-7EE9-905A-1140-E872BA6C3E15}"/>
              </a:ext>
            </a:extLst>
          </p:cNvPr>
          <p:cNvSpPr/>
          <p:nvPr/>
        </p:nvSpPr>
        <p:spPr>
          <a:xfrm>
            <a:off x="6321335" y="1933642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L0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7" name="직사각형 826">
            <a:extLst>
              <a:ext uri="{FF2B5EF4-FFF2-40B4-BE49-F238E27FC236}">
                <a16:creationId xmlns:a16="http://schemas.microsoft.com/office/drawing/2014/main" id="{C1EE5807-681E-AE10-8231-A1D1133A4C60}"/>
              </a:ext>
            </a:extLst>
          </p:cNvPr>
          <p:cNvSpPr/>
          <p:nvPr/>
        </p:nvSpPr>
        <p:spPr>
          <a:xfrm>
            <a:off x="6321335" y="2220591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Warp Scheduler (32 thread/clk) 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9" name="직사각형 828">
            <a:extLst>
              <a:ext uri="{FF2B5EF4-FFF2-40B4-BE49-F238E27FC236}">
                <a16:creationId xmlns:a16="http://schemas.microsoft.com/office/drawing/2014/main" id="{8F76DF95-928B-F346-3DF6-35507A109C32}"/>
              </a:ext>
            </a:extLst>
          </p:cNvPr>
          <p:cNvSpPr/>
          <p:nvPr/>
        </p:nvSpPr>
        <p:spPr>
          <a:xfrm>
            <a:off x="6321335" y="2507427"/>
            <a:ext cx="2513813" cy="2366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Dispatch Unit (32 thread/clk)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0" name="직사각형 829">
            <a:extLst>
              <a:ext uri="{FF2B5EF4-FFF2-40B4-BE49-F238E27FC236}">
                <a16:creationId xmlns:a16="http://schemas.microsoft.com/office/drawing/2014/main" id="{CF985BE6-A710-26BC-75F9-292F620A36D2}"/>
              </a:ext>
            </a:extLst>
          </p:cNvPr>
          <p:cNvSpPr/>
          <p:nvPr/>
        </p:nvSpPr>
        <p:spPr>
          <a:xfrm>
            <a:off x="6321335" y="2799498"/>
            <a:ext cx="2513813" cy="2366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Register File (16,384 * 32bit)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332C8426-7010-AE3D-6960-970A7A57788A}"/>
              </a:ext>
            </a:extLst>
          </p:cNvPr>
          <p:cNvSpPr/>
          <p:nvPr/>
        </p:nvSpPr>
        <p:spPr>
          <a:xfrm>
            <a:off x="6321335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7B014AA-8583-7F12-D9AA-02EC323A7E70}"/>
              </a:ext>
            </a:extLst>
          </p:cNvPr>
          <p:cNvSpPr/>
          <p:nvPr/>
        </p:nvSpPr>
        <p:spPr>
          <a:xfrm>
            <a:off x="6633433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1" name="직사각형 840">
            <a:extLst>
              <a:ext uri="{FF2B5EF4-FFF2-40B4-BE49-F238E27FC236}">
                <a16:creationId xmlns:a16="http://schemas.microsoft.com/office/drawing/2014/main" id="{51A75698-2DCC-1D74-517A-CFFC1F5649D5}"/>
              </a:ext>
            </a:extLst>
          </p:cNvPr>
          <p:cNvSpPr/>
          <p:nvPr/>
        </p:nvSpPr>
        <p:spPr>
          <a:xfrm>
            <a:off x="6952560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2BDAFD8B-EDB3-297F-9D32-0BB5BB9D2A43}"/>
              </a:ext>
            </a:extLst>
          </p:cNvPr>
          <p:cNvSpPr/>
          <p:nvPr/>
        </p:nvSpPr>
        <p:spPr>
          <a:xfrm>
            <a:off x="7264658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3" name="직사각형 842">
            <a:extLst>
              <a:ext uri="{FF2B5EF4-FFF2-40B4-BE49-F238E27FC236}">
                <a16:creationId xmlns:a16="http://schemas.microsoft.com/office/drawing/2014/main" id="{BC828032-050F-9C95-3AB0-0BA88DE201BA}"/>
              </a:ext>
            </a:extLst>
          </p:cNvPr>
          <p:cNvSpPr/>
          <p:nvPr/>
        </p:nvSpPr>
        <p:spPr>
          <a:xfrm>
            <a:off x="7580944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4" name="직사각형 843">
            <a:extLst>
              <a:ext uri="{FF2B5EF4-FFF2-40B4-BE49-F238E27FC236}">
                <a16:creationId xmlns:a16="http://schemas.microsoft.com/office/drawing/2014/main" id="{7601DE60-94DF-A6DC-9A72-EB09912F4598}"/>
              </a:ext>
            </a:extLst>
          </p:cNvPr>
          <p:cNvSpPr/>
          <p:nvPr/>
        </p:nvSpPr>
        <p:spPr>
          <a:xfrm>
            <a:off x="7893042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5" name="직사각형 844">
            <a:extLst>
              <a:ext uri="{FF2B5EF4-FFF2-40B4-BE49-F238E27FC236}">
                <a16:creationId xmlns:a16="http://schemas.microsoft.com/office/drawing/2014/main" id="{F8F11BBF-A520-B8B6-C2C7-0D3CFF8E6FAC}"/>
              </a:ext>
            </a:extLst>
          </p:cNvPr>
          <p:cNvSpPr/>
          <p:nvPr/>
        </p:nvSpPr>
        <p:spPr>
          <a:xfrm>
            <a:off x="8212169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6" name="직사각형 845">
            <a:extLst>
              <a:ext uri="{FF2B5EF4-FFF2-40B4-BE49-F238E27FC236}">
                <a16:creationId xmlns:a16="http://schemas.microsoft.com/office/drawing/2014/main" id="{8D0A8435-FB14-CBA5-C912-58198AE56372}"/>
              </a:ext>
            </a:extLst>
          </p:cNvPr>
          <p:cNvSpPr/>
          <p:nvPr/>
        </p:nvSpPr>
        <p:spPr>
          <a:xfrm>
            <a:off x="8524267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grpSp>
        <p:nvGrpSpPr>
          <p:cNvPr id="906" name="그룹 905">
            <a:extLst>
              <a:ext uri="{FF2B5EF4-FFF2-40B4-BE49-F238E27FC236}">
                <a16:creationId xmlns:a16="http://schemas.microsoft.com/office/drawing/2014/main" id="{0FE7D3C5-054A-462C-34DE-5A0FE7C719B6}"/>
              </a:ext>
            </a:extLst>
          </p:cNvPr>
          <p:cNvGrpSpPr/>
          <p:nvPr/>
        </p:nvGrpSpPr>
        <p:grpSpPr>
          <a:xfrm>
            <a:off x="1987131" y="1448974"/>
            <a:ext cx="984726" cy="907580"/>
            <a:chOff x="1676492" y="834749"/>
            <a:chExt cx="1942494" cy="907580"/>
          </a:xfrm>
        </p:grpSpPr>
        <p:sp>
          <p:nvSpPr>
            <p:cNvPr id="907" name="직사각형 906">
              <a:extLst>
                <a:ext uri="{FF2B5EF4-FFF2-40B4-BE49-F238E27FC236}">
                  <a16:creationId xmlns:a16="http://schemas.microsoft.com/office/drawing/2014/main" id="{D0BCB444-52FC-1852-DD8E-D425CACCD39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8" name="직사각형 907">
              <a:extLst>
                <a:ext uri="{FF2B5EF4-FFF2-40B4-BE49-F238E27FC236}">
                  <a16:creationId xmlns:a16="http://schemas.microsoft.com/office/drawing/2014/main" id="{DCAC0D90-45E3-5C43-2811-223D91AB91C2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9" name="직사각형 908">
              <a:extLst>
                <a:ext uri="{FF2B5EF4-FFF2-40B4-BE49-F238E27FC236}">
                  <a16:creationId xmlns:a16="http://schemas.microsoft.com/office/drawing/2014/main" id="{940A034B-84E3-F375-91E4-E23BEB607F5C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0" name="직사각형 909">
              <a:extLst>
                <a:ext uri="{FF2B5EF4-FFF2-40B4-BE49-F238E27FC236}">
                  <a16:creationId xmlns:a16="http://schemas.microsoft.com/office/drawing/2014/main" id="{B6C560D6-1D2F-7715-B275-930D8A7E863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1" name="직사각형 910">
              <a:extLst>
                <a:ext uri="{FF2B5EF4-FFF2-40B4-BE49-F238E27FC236}">
                  <a16:creationId xmlns:a16="http://schemas.microsoft.com/office/drawing/2014/main" id="{C75F087F-2145-8102-CFDF-4D0668816A5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2" name="직사각형 911">
              <a:extLst>
                <a:ext uri="{FF2B5EF4-FFF2-40B4-BE49-F238E27FC236}">
                  <a16:creationId xmlns:a16="http://schemas.microsoft.com/office/drawing/2014/main" id="{A836BCCC-B087-A341-E119-889256C9087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3" name="직사각형 912">
              <a:extLst>
                <a:ext uri="{FF2B5EF4-FFF2-40B4-BE49-F238E27FC236}">
                  <a16:creationId xmlns:a16="http://schemas.microsoft.com/office/drawing/2014/main" id="{BB57B039-BF14-626A-CCA7-99361DF7F86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4" name="직사각형 913">
              <a:extLst>
                <a:ext uri="{FF2B5EF4-FFF2-40B4-BE49-F238E27FC236}">
                  <a16:creationId xmlns:a16="http://schemas.microsoft.com/office/drawing/2014/main" id="{6D95D778-2480-B9BD-8C97-807C3442BF8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5" name="직사각형 914">
              <a:extLst>
                <a:ext uri="{FF2B5EF4-FFF2-40B4-BE49-F238E27FC236}">
                  <a16:creationId xmlns:a16="http://schemas.microsoft.com/office/drawing/2014/main" id="{6CAC120E-8144-008A-FA23-CF9939F61D94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6" name="직사각형 915">
              <a:extLst>
                <a:ext uri="{FF2B5EF4-FFF2-40B4-BE49-F238E27FC236}">
                  <a16:creationId xmlns:a16="http://schemas.microsoft.com/office/drawing/2014/main" id="{6E80F429-A9DC-493B-806E-7BB59D7EACA5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7" name="직사각형 916">
              <a:extLst>
                <a:ext uri="{FF2B5EF4-FFF2-40B4-BE49-F238E27FC236}">
                  <a16:creationId xmlns:a16="http://schemas.microsoft.com/office/drawing/2014/main" id="{17F61446-D6CB-43E6-511E-ED76DC51A74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8" name="직사각형 917">
              <a:extLst>
                <a:ext uri="{FF2B5EF4-FFF2-40B4-BE49-F238E27FC236}">
                  <a16:creationId xmlns:a16="http://schemas.microsoft.com/office/drawing/2014/main" id="{B8AA8877-083B-1EFF-4EC1-1F65AF1005E7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9" name="직사각형 918">
              <a:extLst>
                <a:ext uri="{FF2B5EF4-FFF2-40B4-BE49-F238E27FC236}">
                  <a16:creationId xmlns:a16="http://schemas.microsoft.com/office/drawing/2014/main" id="{4D36FF63-F1A6-783B-1011-BE63FBE58B7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0" name="직사각형 919">
              <a:extLst>
                <a:ext uri="{FF2B5EF4-FFF2-40B4-BE49-F238E27FC236}">
                  <a16:creationId xmlns:a16="http://schemas.microsoft.com/office/drawing/2014/main" id="{355133F8-3BB9-C89B-6279-B9FFD0842646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1" name="직사각형 920">
              <a:extLst>
                <a:ext uri="{FF2B5EF4-FFF2-40B4-BE49-F238E27FC236}">
                  <a16:creationId xmlns:a16="http://schemas.microsoft.com/office/drawing/2014/main" id="{DD9A2F2C-7927-CD8A-C618-94C1846681F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2" name="직사각형 921">
              <a:extLst>
                <a:ext uri="{FF2B5EF4-FFF2-40B4-BE49-F238E27FC236}">
                  <a16:creationId xmlns:a16="http://schemas.microsoft.com/office/drawing/2014/main" id="{E41A3936-6ECE-BFA8-33DC-829994D1C8B0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3" name="직사각형 922">
              <a:extLst>
                <a:ext uri="{FF2B5EF4-FFF2-40B4-BE49-F238E27FC236}">
                  <a16:creationId xmlns:a16="http://schemas.microsoft.com/office/drawing/2014/main" id="{BCC7E18F-6E83-4A80-CC83-EBE3B57ED8B5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4" name="직사각형 923">
              <a:extLst>
                <a:ext uri="{FF2B5EF4-FFF2-40B4-BE49-F238E27FC236}">
                  <a16:creationId xmlns:a16="http://schemas.microsoft.com/office/drawing/2014/main" id="{4636605F-C420-FDC0-1B60-E3032AFE10E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5" name="직사각형 924">
              <a:extLst>
                <a:ext uri="{FF2B5EF4-FFF2-40B4-BE49-F238E27FC236}">
                  <a16:creationId xmlns:a16="http://schemas.microsoft.com/office/drawing/2014/main" id="{BAE4B62B-C646-8ED6-147E-DE996E6F84F9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96652E3C-EEFA-DB38-4FB2-BA68D829EE5B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7" name="직사각형 926">
              <a:extLst>
                <a:ext uri="{FF2B5EF4-FFF2-40B4-BE49-F238E27FC236}">
                  <a16:creationId xmlns:a16="http://schemas.microsoft.com/office/drawing/2014/main" id="{154C9814-A958-27A9-59F0-25DB631368A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E7E17D40-9B93-6AA2-BC50-44FA88276FC5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9" name="직사각형 928">
              <a:extLst>
                <a:ext uri="{FF2B5EF4-FFF2-40B4-BE49-F238E27FC236}">
                  <a16:creationId xmlns:a16="http://schemas.microsoft.com/office/drawing/2014/main" id="{7BD9077B-8898-4C4E-7FD2-360829DCC9E8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0" name="직사각형 929">
              <a:extLst>
                <a:ext uri="{FF2B5EF4-FFF2-40B4-BE49-F238E27FC236}">
                  <a16:creationId xmlns:a16="http://schemas.microsoft.com/office/drawing/2014/main" id="{4AB7DF0D-9ED8-E088-3C1B-1F8488381927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31" name="그룹 930">
            <a:extLst>
              <a:ext uri="{FF2B5EF4-FFF2-40B4-BE49-F238E27FC236}">
                <a16:creationId xmlns:a16="http://schemas.microsoft.com/office/drawing/2014/main" id="{B7B433A9-BF8F-A6F7-0DF3-7190FAD958DF}"/>
              </a:ext>
            </a:extLst>
          </p:cNvPr>
          <p:cNvGrpSpPr/>
          <p:nvPr/>
        </p:nvGrpSpPr>
        <p:grpSpPr>
          <a:xfrm>
            <a:off x="1987131" y="2882814"/>
            <a:ext cx="985277" cy="907580"/>
            <a:chOff x="1676492" y="834749"/>
            <a:chExt cx="1943581" cy="907580"/>
          </a:xfrm>
        </p:grpSpPr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78FF8381-D2CF-D1C7-FA60-C678446CEE6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2202F2F3-EE32-660A-2B82-481F2186B35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2CF961EA-2814-6E86-B744-A60F2B20A77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5" name="직사각형 934">
              <a:extLst>
                <a:ext uri="{FF2B5EF4-FFF2-40B4-BE49-F238E27FC236}">
                  <a16:creationId xmlns:a16="http://schemas.microsoft.com/office/drawing/2014/main" id="{67612210-D2EF-43BB-7E9F-670735DFC8E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6" name="직사각형 935">
              <a:extLst>
                <a:ext uri="{FF2B5EF4-FFF2-40B4-BE49-F238E27FC236}">
                  <a16:creationId xmlns:a16="http://schemas.microsoft.com/office/drawing/2014/main" id="{BA203816-C248-C546-23AE-2F3CAB608BF8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7" name="직사각형 936">
              <a:extLst>
                <a:ext uri="{FF2B5EF4-FFF2-40B4-BE49-F238E27FC236}">
                  <a16:creationId xmlns:a16="http://schemas.microsoft.com/office/drawing/2014/main" id="{5961BC00-8157-91DB-0D41-C82A5E094381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8" name="직사각형 937">
              <a:extLst>
                <a:ext uri="{FF2B5EF4-FFF2-40B4-BE49-F238E27FC236}">
                  <a16:creationId xmlns:a16="http://schemas.microsoft.com/office/drawing/2014/main" id="{548DD9E3-FEFA-2E6B-3138-C6B4F8D403A9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D73702D8-136D-338C-01E1-F841974252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35D4970-4407-F4EB-7296-08A11CE5A7D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7185157E-76E3-C7E6-7963-418C7870E843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69B6B002-622E-AB18-8E02-F2EFA0EC2C4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0DC5B61D-A946-6886-BE43-3DF07181DCDF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03CDE48B-8880-AE9A-953A-1EB0E6D4B0C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50DE3230-E160-6793-EF0F-151AA15CA552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CA5106AD-4762-2C0E-1CA0-4B5125B87D9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7" name="직사각형 946">
              <a:extLst>
                <a:ext uri="{FF2B5EF4-FFF2-40B4-BE49-F238E27FC236}">
                  <a16:creationId xmlns:a16="http://schemas.microsoft.com/office/drawing/2014/main" id="{2215C3A7-B809-7CCA-060A-9B22E68F968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8" name="직사각형 947">
              <a:extLst>
                <a:ext uri="{FF2B5EF4-FFF2-40B4-BE49-F238E27FC236}">
                  <a16:creationId xmlns:a16="http://schemas.microsoft.com/office/drawing/2014/main" id="{48782CB3-10A0-E7A8-6F6C-02977F27010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9" name="직사각형 948">
              <a:extLst>
                <a:ext uri="{FF2B5EF4-FFF2-40B4-BE49-F238E27FC236}">
                  <a16:creationId xmlns:a16="http://schemas.microsoft.com/office/drawing/2014/main" id="{D4F3B42C-7B14-5130-04E7-313F9AD482A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0" name="직사각형 949">
              <a:extLst>
                <a:ext uri="{FF2B5EF4-FFF2-40B4-BE49-F238E27FC236}">
                  <a16:creationId xmlns:a16="http://schemas.microsoft.com/office/drawing/2014/main" id="{EDF27CB6-55D7-30BE-6B37-F8BD9725CF4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1" name="직사각형 950">
              <a:extLst>
                <a:ext uri="{FF2B5EF4-FFF2-40B4-BE49-F238E27FC236}">
                  <a16:creationId xmlns:a16="http://schemas.microsoft.com/office/drawing/2014/main" id="{4D0F2CDE-BBC2-5C82-8E46-FE84668EFB59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2" name="직사각형 951">
              <a:extLst>
                <a:ext uri="{FF2B5EF4-FFF2-40B4-BE49-F238E27FC236}">
                  <a16:creationId xmlns:a16="http://schemas.microsoft.com/office/drawing/2014/main" id="{B243D0F0-63AA-10B5-7140-3EC852E58868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3" name="직사각형 952">
              <a:extLst>
                <a:ext uri="{FF2B5EF4-FFF2-40B4-BE49-F238E27FC236}">
                  <a16:creationId xmlns:a16="http://schemas.microsoft.com/office/drawing/2014/main" id="{57B1F8FB-9812-A15B-690B-A30640850EA8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4" name="직사각형 953">
              <a:extLst>
                <a:ext uri="{FF2B5EF4-FFF2-40B4-BE49-F238E27FC236}">
                  <a16:creationId xmlns:a16="http://schemas.microsoft.com/office/drawing/2014/main" id="{A5645A4D-AA42-7BEB-39D7-E30EF4D5CDA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5" name="직사각형 954">
              <a:extLst>
                <a:ext uri="{FF2B5EF4-FFF2-40B4-BE49-F238E27FC236}">
                  <a16:creationId xmlns:a16="http://schemas.microsoft.com/office/drawing/2014/main" id="{C29F6392-2F20-7C0B-3AE7-1116E9B4CFE1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56" name="그룹 955">
            <a:extLst>
              <a:ext uri="{FF2B5EF4-FFF2-40B4-BE49-F238E27FC236}">
                <a16:creationId xmlns:a16="http://schemas.microsoft.com/office/drawing/2014/main" id="{062D6FCD-B697-42B7-AED4-85DA09E9DB63}"/>
              </a:ext>
            </a:extLst>
          </p:cNvPr>
          <p:cNvGrpSpPr/>
          <p:nvPr/>
        </p:nvGrpSpPr>
        <p:grpSpPr>
          <a:xfrm>
            <a:off x="3147256" y="1448974"/>
            <a:ext cx="984726" cy="907580"/>
            <a:chOff x="1676492" y="834749"/>
            <a:chExt cx="1942494" cy="907580"/>
          </a:xfrm>
        </p:grpSpPr>
        <p:sp>
          <p:nvSpPr>
            <p:cNvPr id="957" name="직사각형 956">
              <a:extLst>
                <a:ext uri="{FF2B5EF4-FFF2-40B4-BE49-F238E27FC236}">
                  <a16:creationId xmlns:a16="http://schemas.microsoft.com/office/drawing/2014/main" id="{12AB12DD-8961-EC4E-021E-19A7626AAC4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8" name="직사각형 957">
              <a:extLst>
                <a:ext uri="{FF2B5EF4-FFF2-40B4-BE49-F238E27FC236}">
                  <a16:creationId xmlns:a16="http://schemas.microsoft.com/office/drawing/2014/main" id="{E24B5A9A-7B67-7316-63F8-269824110758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9" name="직사각형 958">
              <a:extLst>
                <a:ext uri="{FF2B5EF4-FFF2-40B4-BE49-F238E27FC236}">
                  <a16:creationId xmlns:a16="http://schemas.microsoft.com/office/drawing/2014/main" id="{228C635F-7238-E647-F134-65221573863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0" name="직사각형 959">
              <a:extLst>
                <a:ext uri="{FF2B5EF4-FFF2-40B4-BE49-F238E27FC236}">
                  <a16:creationId xmlns:a16="http://schemas.microsoft.com/office/drawing/2014/main" id="{2BCEA31C-BFCE-DDAA-1AED-15DCB35E4B62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1" name="직사각형 960">
              <a:extLst>
                <a:ext uri="{FF2B5EF4-FFF2-40B4-BE49-F238E27FC236}">
                  <a16:creationId xmlns:a16="http://schemas.microsoft.com/office/drawing/2014/main" id="{299AA85D-CD37-C6BF-15E6-534B90556D3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2" name="직사각형 961">
              <a:extLst>
                <a:ext uri="{FF2B5EF4-FFF2-40B4-BE49-F238E27FC236}">
                  <a16:creationId xmlns:a16="http://schemas.microsoft.com/office/drawing/2014/main" id="{804D52BF-38C4-3C10-9FFB-0C994D4881D6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3" name="직사각형 962">
              <a:extLst>
                <a:ext uri="{FF2B5EF4-FFF2-40B4-BE49-F238E27FC236}">
                  <a16:creationId xmlns:a16="http://schemas.microsoft.com/office/drawing/2014/main" id="{081B76E2-EC14-4E6B-EB38-DB4D8559B97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4" name="직사각형 963">
              <a:extLst>
                <a:ext uri="{FF2B5EF4-FFF2-40B4-BE49-F238E27FC236}">
                  <a16:creationId xmlns:a16="http://schemas.microsoft.com/office/drawing/2014/main" id="{73C5B178-6C00-91B7-847A-71E9B364E92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5" name="직사각형 964">
              <a:extLst>
                <a:ext uri="{FF2B5EF4-FFF2-40B4-BE49-F238E27FC236}">
                  <a16:creationId xmlns:a16="http://schemas.microsoft.com/office/drawing/2014/main" id="{CD5FC751-F22E-7A68-DFD3-582431D51CE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6" name="직사각형 965">
              <a:extLst>
                <a:ext uri="{FF2B5EF4-FFF2-40B4-BE49-F238E27FC236}">
                  <a16:creationId xmlns:a16="http://schemas.microsoft.com/office/drawing/2014/main" id="{4BC84D23-435F-8AF8-4BDC-122FF7D80A0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7" name="직사각형 966">
              <a:extLst>
                <a:ext uri="{FF2B5EF4-FFF2-40B4-BE49-F238E27FC236}">
                  <a16:creationId xmlns:a16="http://schemas.microsoft.com/office/drawing/2014/main" id="{88F476C4-CE53-CD48-E8DD-6F46DC9DD71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8" name="직사각형 967">
              <a:extLst>
                <a:ext uri="{FF2B5EF4-FFF2-40B4-BE49-F238E27FC236}">
                  <a16:creationId xmlns:a16="http://schemas.microsoft.com/office/drawing/2014/main" id="{745B414C-7E22-4B5C-D6D2-A334D5A4CFB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9" name="직사각형 968">
              <a:extLst>
                <a:ext uri="{FF2B5EF4-FFF2-40B4-BE49-F238E27FC236}">
                  <a16:creationId xmlns:a16="http://schemas.microsoft.com/office/drawing/2014/main" id="{1631FC75-16D4-355E-E8D4-95F1E0AEBA2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F9560A01-4FB3-20CE-A83B-545AB27F884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99E2CBFF-62F9-1925-70DA-23DA17ACF88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EFEFE4BB-BCB9-9CE2-BA8E-B73446B99F41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4775610D-9BFE-CE0D-6DBE-00736C5D1302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E52907A3-AE3A-0F5C-947F-5F92BE5DE3C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473E7904-307E-1A90-E49C-A3E5F617FABA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196FC2EF-CD5C-E3B8-18E8-C0EB8CD3CA74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9A9151D9-F145-7622-CDFC-1E791BE4AD42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04103F97-9488-AD0E-C27B-212A58E508FF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86158F64-7CAE-1D52-4801-4D6F440C0195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9E32EA6-2046-980B-E50E-AD16CC645334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81" name="그룹 980">
            <a:extLst>
              <a:ext uri="{FF2B5EF4-FFF2-40B4-BE49-F238E27FC236}">
                <a16:creationId xmlns:a16="http://schemas.microsoft.com/office/drawing/2014/main" id="{A97A5BBD-1823-3B6E-9E79-EEC2768D382C}"/>
              </a:ext>
            </a:extLst>
          </p:cNvPr>
          <p:cNvGrpSpPr/>
          <p:nvPr/>
        </p:nvGrpSpPr>
        <p:grpSpPr>
          <a:xfrm>
            <a:off x="3147256" y="2882814"/>
            <a:ext cx="985277" cy="907580"/>
            <a:chOff x="1676492" y="834749"/>
            <a:chExt cx="1943581" cy="907580"/>
          </a:xfrm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C96EC567-56AC-648B-D193-B8978192DD0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81F00A6B-6891-B9E1-DE67-3B328B7A8BF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8F34F305-A17C-F4DA-BB21-E299C806246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D5A41376-04B0-6CE0-A05E-28BC251D0FDE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6" name="직사각형 985">
              <a:extLst>
                <a:ext uri="{FF2B5EF4-FFF2-40B4-BE49-F238E27FC236}">
                  <a16:creationId xmlns:a16="http://schemas.microsoft.com/office/drawing/2014/main" id="{35DF2085-9A2E-FBAF-C373-6D7121CFDF3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7" name="직사각형 986">
              <a:extLst>
                <a:ext uri="{FF2B5EF4-FFF2-40B4-BE49-F238E27FC236}">
                  <a16:creationId xmlns:a16="http://schemas.microsoft.com/office/drawing/2014/main" id="{720D5467-A981-07E9-FF40-719A4FEC4F83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8" name="직사각형 987">
              <a:extLst>
                <a:ext uri="{FF2B5EF4-FFF2-40B4-BE49-F238E27FC236}">
                  <a16:creationId xmlns:a16="http://schemas.microsoft.com/office/drawing/2014/main" id="{54D561C0-E446-ED6E-DE4B-2A1628C6A41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9" name="직사각형 988">
              <a:extLst>
                <a:ext uri="{FF2B5EF4-FFF2-40B4-BE49-F238E27FC236}">
                  <a16:creationId xmlns:a16="http://schemas.microsoft.com/office/drawing/2014/main" id="{F400E056-BB41-0EEA-7EAC-B7FF82AB13D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0" name="직사각형 989">
              <a:extLst>
                <a:ext uri="{FF2B5EF4-FFF2-40B4-BE49-F238E27FC236}">
                  <a16:creationId xmlns:a16="http://schemas.microsoft.com/office/drawing/2014/main" id="{D3F5A5CC-B694-3D44-41E6-293230CE825F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1" name="직사각형 990">
              <a:extLst>
                <a:ext uri="{FF2B5EF4-FFF2-40B4-BE49-F238E27FC236}">
                  <a16:creationId xmlns:a16="http://schemas.microsoft.com/office/drawing/2014/main" id="{9F40F7EA-CC46-9C94-1C58-DD6B383998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2" name="직사각형 991">
              <a:extLst>
                <a:ext uri="{FF2B5EF4-FFF2-40B4-BE49-F238E27FC236}">
                  <a16:creationId xmlns:a16="http://schemas.microsoft.com/office/drawing/2014/main" id="{21C2E474-A043-5BBD-499F-31E182EFCB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3" name="직사각형 992">
              <a:extLst>
                <a:ext uri="{FF2B5EF4-FFF2-40B4-BE49-F238E27FC236}">
                  <a16:creationId xmlns:a16="http://schemas.microsoft.com/office/drawing/2014/main" id="{85D8DA97-AF39-0AFC-FFC9-D9C4363E812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4" name="직사각형 993">
              <a:extLst>
                <a:ext uri="{FF2B5EF4-FFF2-40B4-BE49-F238E27FC236}">
                  <a16:creationId xmlns:a16="http://schemas.microsoft.com/office/drawing/2014/main" id="{E286A5A3-ACCD-F829-0E7B-35C184EA0101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5" name="직사각형 994">
              <a:extLst>
                <a:ext uri="{FF2B5EF4-FFF2-40B4-BE49-F238E27FC236}">
                  <a16:creationId xmlns:a16="http://schemas.microsoft.com/office/drawing/2014/main" id="{9618C448-93CB-C742-F603-23B211458D2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6" name="직사각형 995">
              <a:extLst>
                <a:ext uri="{FF2B5EF4-FFF2-40B4-BE49-F238E27FC236}">
                  <a16:creationId xmlns:a16="http://schemas.microsoft.com/office/drawing/2014/main" id="{008B9068-1220-C86B-55DF-61AA87B6AAA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7" name="직사각형 996">
              <a:extLst>
                <a:ext uri="{FF2B5EF4-FFF2-40B4-BE49-F238E27FC236}">
                  <a16:creationId xmlns:a16="http://schemas.microsoft.com/office/drawing/2014/main" id="{B4ACF6BC-8E45-F607-8DD6-264874DCD6A3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8" name="직사각형 997">
              <a:extLst>
                <a:ext uri="{FF2B5EF4-FFF2-40B4-BE49-F238E27FC236}">
                  <a16:creationId xmlns:a16="http://schemas.microsoft.com/office/drawing/2014/main" id="{A817D13D-179E-2CD5-ADC1-18AF5E0CF78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9" name="직사각형 998">
              <a:extLst>
                <a:ext uri="{FF2B5EF4-FFF2-40B4-BE49-F238E27FC236}">
                  <a16:creationId xmlns:a16="http://schemas.microsoft.com/office/drawing/2014/main" id="{E130B2C9-7317-08DC-FCBF-304988328E84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0" name="직사각형 999">
              <a:extLst>
                <a:ext uri="{FF2B5EF4-FFF2-40B4-BE49-F238E27FC236}">
                  <a16:creationId xmlns:a16="http://schemas.microsoft.com/office/drawing/2014/main" id="{995D3066-57AF-2CF5-B772-71B7CD63591F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1" name="직사각형 1000">
              <a:extLst>
                <a:ext uri="{FF2B5EF4-FFF2-40B4-BE49-F238E27FC236}">
                  <a16:creationId xmlns:a16="http://schemas.microsoft.com/office/drawing/2014/main" id="{6B1E408C-AE25-60AB-5A3D-AD913D3C2900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2" name="직사각형 1001">
              <a:extLst>
                <a:ext uri="{FF2B5EF4-FFF2-40B4-BE49-F238E27FC236}">
                  <a16:creationId xmlns:a16="http://schemas.microsoft.com/office/drawing/2014/main" id="{1BB13D28-688C-03D5-8772-FC5BC03B440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3" name="직사각형 1002">
              <a:extLst>
                <a:ext uri="{FF2B5EF4-FFF2-40B4-BE49-F238E27FC236}">
                  <a16:creationId xmlns:a16="http://schemas.microsoft.com/office/drawing/2014/main" id="{D1FE783E-551E-4214-2C55-0A7FFC5C5D4C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4" name="직사각형 1003">
              <a:extLst>
                <a:ext uri="{FF2B5EF4-FFF2-40B4-BE49-F238E27FC236}">
                  <a16:creationId xmlns:a16="http://schemas.microsoft.com/office/drawing/2014/main" id="{2E3A9473-4ACE-1577-C2AB-78550455196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5" name="직사각형 1004">
              <a:extLst>
                <a:ext uri="{FF2B5EF4-FFF2-40B4-BE49-F238E27FC236}">
                  <a16:creationId xmlns:a16="http://schemas.microsoft.com/office/drawing/2014/main" id="{DAEC84B1-0B1D-089B-60D7-C922C6E04584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06" name="그룹 1005">
            <a:extLst>
              <a:ext uri="{FF2B5EF4-FFF2-40B4-BE49-F238E27FC236}">
                <a16:creationId xmlns:a16="http://schemas.microsoft.com/office/drawing/2014/main" id="{6EC786CD-E892-B224-3D5F-3342C68E5109}"/>
              </a:ext>
            </a:extLst>
          </p:cNvPr>
          <p:cNvGrpSpPr/>
          <p:nvPr/>
        </p:nvGrpSpPr>
        <p:grpSpPr>
          <a:xfrm>
            <a:off x="4200708" y="1448974"/>
            <a:ext cx="984726" cy="907580"/>
            <a:chOff x="1676492" y="834749"/>
            <a:chExt cx="1942494" cy="907580"/>
          </a:xfrm>
        </p:grpSpPr>
        <p:sp>
          <p:nvSpPr>
            <p:cNvPr id="1007" name="직사각형 1006">
              <a:extLst>
                <a:ext uri="{FF2B5EF4-FFF2-40B4-BE49-F238E27FC236}">
                  <a16:creationId xmlns:a16="http://schemas.microsoft.com/office/drawing/2014/main" id="{871CC1E6-9C5D-9590-559E-306BBA0F5252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8" name="직사각형 1007">
              <a:extLst>
                <a:ext uri="{FF2B5EF4-FFF2-40B4-BE49-F238E27FC236}">
                  <a16:creationId xmlns:a16="http://schemas.microsoft.com/office/drawing/2014/main" id="{E41FD9F3-CC1E-5A5A-C711-C9D801AAFFD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9" name="직사각형 1008">
              <a:extLst>
                <a:ext uri="{FF2B5EF4-FFF2-40B4-BE49-F238E27FC236}">
                  <a16:creationId xmlns:a16="http://schemas.microsoft.com/office/drawing/2014/main" id="{A9B87649-AB99-CE27-1EC6-154A7E89C8E2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0" name="직사각형 1009">
              <a:extLst>
                <a:ext uri="{FF2B5EF4-FFF2-40B4-BE49-F238E27FC236}">
                  <a16:creationId xmlns:a16="http://schemas.microsoft.com/office/drawing/2014/main" id="{C5BAE483-1F5C-7E2E-152B-79ECD308FD4F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1" name="직사각형 1010">
              <a:extLst>
                <a:ext uri="{FF2B5EF4-FFF2-40B4-BE49-F238E27FC236}">
                  <a16:creationId xmlns:a16="http://schemas.microsoft.com/office/drawing/2014/main" id="{477E8458-B5E5-18D8-03F1-A512FAFA36E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2" name="직사각형 1011">
              <a:extLst>
                <a:ext uri="{FF2B5EF4-FFF2-40B4-BE49-F238E27FC236}">
                  <a16:creationId xmlns:a16="http://schemas.microsoft.com/office/drawing/2014/main" id="{67F53E54-EC3F-31C4-75A8-52F4DC6019B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3" name="직사각형 1012">
              <a:extLst>
                <a:ext uri="{FF2B5EF4-FFF2-40B4-BE49-F238E27FC236}">
                  <a16:creationId xmlns:a16="http://schemas.microsoft.com/office/drawing/2014/main" id="{4D889B1D-6AF5-E01C-B9D5-F1BDD35DF4B6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4" name="직사각형 1013">
              <a:extLst>
                <a:ext uri="{FF2B5EF4-FFF2-40B4-BE49-F238E27FC236}">
                  <a16:creationId xmlns:a16="http://schemas.microsoft.com/office/drawing/2014/main" id="{7C1A9614-B810-1F85-B165-E446C5595BE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5" name="직사각형 1014">
              <a:extLst>
                <a:ext uri="{FF2B5EF4-FFF2-40B4-BE49-F238E27FC236}">
                  <a16:creationId xmlns:a16="http://schemas.microsoft.com/office/drawing/2014/main" id="{90514EFE-7075-59DC-D39C-D8A549C4633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6" name="직사각형 1015">
              <a:extLst>
                <a:ext uri="{FF2B5EF4-FFF2-40B4-BE49-F238E27FC236}">
                  <a16:creationId xmlns:a16="http://schemas.microsoft.com/office/drawing/2014/main" id="{86818B16-491B-2ACA-8F42-302ADA72996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7" name="직사각형 1016">
              <a:extLst>
                <a:ext uri="{FF2B5EF4-FFF2-40B4-BE49-F238E27FC236}">
                  <a16:creationId xmlns:a16="http://schemas.microsoft.com/office/drawing/2014/main" id="{44DD26EA-B815-73BA-F3D6-FD75471F5A8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8" name="직사각형 1017">
              <a:extLst>
                <a:ext uri="{FF2B5EF4-FFF2-40B4-BE49-F238E27FC236}">
                  <a16:creationId xmlns:a16="http://schemas.microsoft.com/office/drawing/2014/main" id="{5610682F-0852-3E61-4307-59FAA82FCE3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9" name="직사각형 1018">
              <a:extLst>
                <a:ext uri="{FF2B5EF4-FFF2-40B4-BE49-F238E27FC236}">
                  <a16:creationId xmlns:a16="http://schemas.microsoft.com/office/drawing/2014/main" id="{6AA8BAB7-3204-45F1-A8CA-FF83F9723C00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0" name="직사각형 1019">
              <a:extLst>
                <a:ext uri="{FF2B5EF4-FFF2-40B4-BE49-F238E27FC236}">
                  <a16:creationId xmlns:a16="http://schemas.microsoft.com/office/drawing/2014/main" id="{B0FC4AAE-848D-BC6E-A0DE-D9DE5EED6AA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1" name="직사각형 1020">
              <a:extLst>
                <a:ext uri="{FF2B5EF4-FFF2-40B4-BE49-F238E27FC236}">
                  <a16:creationId xmlns:a16="http://schemas.microsoft.com/office/drawing/2014/main" id="{9B56506E-DBF6-4AC3-1B12-CB7B60E8B022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2" name="직사각형 1021">
              <a:extLst>
                <a:ext uri="{FF2B5EF4-FFF2-40B4-BE49-F238E27FC236}">
                  <a16:creationId xmlns:a16="http://schemas.microsoft.com/office/drawing/2014/main" id="{F6D37BD9-6F4D-29D8-B486-96A6C9686692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B3372E7D-C455-3689-D4AC-0C4EDF97F51C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EE5E1179-8977-F6AA-72E9-D507ACB0BFBE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BA40160F-B06F-0CB8-02C5-CBD87630B68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78E0A96-4FA9-BB45-C633-383910F3CD6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7" name="직사각형 1026">
              <a:extLst>
                <a:ext uri="{FF2B5EF4-FFF2-40B4-BE49-F238E27FC236}">
                  <a16:creationId xmlns:a16="http://schemas.microsoft.com/office/drawing/2014/main" id="{69DBEBF0-B838-C310-2856-6248F9A0041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E598EA-BF04-743F-01E8-CB1BFBCB364C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9" name="직사각형 1028">
              <a:extLst>
                <a:ext uri="{FF2B5EF4-FFF2-40B4-BE49-F238E27FC236}">
                  <a16:creationId xmlns:a16="http://schemas.microsoft.com/office/drawing/2014/main" id="{3604E4E2-ADFD-39F8-093A-A08F5BCC5663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0" name="직사각형 1029">
              <a:extLst>
                <a:ext uri="{FF2B5EF4-FFF2-40B4-BE49-F238E27FC236}">
                  <a16:creationId xmlns:a16="http://schemas.microsoft.com/office/drawing/2014/main" id="{F046F3A7-2A1B-331F-1F33-C03355D02B79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31" name="그룹 1030">
            <a:extLst>
              <a:ext uri="{FF2B5EF4-FFF2-40B4-BE49-F238E27FC236}">
                <a16:creationId xmlns:a16="http://schemas.microsoft.com/office/drawing/2014/main" id="{1B702B2C-C0F7-2387-C166-5D94CE05A9F4}"/>
              </a:ext>
            </a:extLst>
          </p:cNvPr>
          <p:cNvGrpSpPr/>
          <p:nvPr/>
        </p:nvGrpSpPr>
        <p:grpSpPr>
          <a:xfrm>
            <a:off x="4200708" y="2882814"/>
            <a:ext cx="985277" cy="907580"/>
            <a:chOff x="1676492" y="834749"/>
            <a:chExt cx="1943581" cy="907580"/>
          </a:xfrm>
        </p:grpSpPr>
        <p:sp>
          <p:nvSpPr>
            <p:cNvPr id="1032" name="직사각형 1031">
              <a:extLst>
                <a:ext uri="{FF2B5EF4-FFF2-40B4-BE49-F238E27FC236}">
                  <a16:creationId xmlns:a16="http://schemas.microsoft.com/office/drawing/2014/main" id="{89470C4F-8CF8-8BAF-36B3-24F84854A3B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882A9524-2435-E5B4-0ABC-FBCDC01E9C2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C21AEB59-CB2B-AD79-394D-6AB873DC7CF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5" name="직사각형 1034">
              <a:extLst>
                <a:ext uri="{FF2B5EF4-FFF2-40B4-BE49-F238E27FC236}">
                  <a16:creationId xmlns:a16="http://schemas.microsoft.com/office/drawing/2014/main" id="{AB16F3E4-A252-B217-750F-3CE40BC91CD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A5ACD594-3027-6B20-FEB4-4FD8414006D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E45CAD78-318B-D8B1-8A41-AEA1A66749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93D0FC79-818D-C547-79F1-C6828D28653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9" name="직사각형 1038">
              <a:extLst>
                <a:ext uri="{FF2B5EF4-FFF2-40B4-BE49-F238E27FC236}">
                  <a16:creationId xmlns:a16="http://schemas.microsoft.com/office/drawing/2014/main" id="{C8709594-EC16-79D1-AA9F-E57962B5AF8B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0" name="직사각형 1039">
              <a:extLst>
                <a:ext uri="{FF2B5EF4-FFF2-40B4-BE49-F238E27FC236}">
                  <a16:creationId xmlns:a16="http://schemas.microsoft.com/office/drawing/2014/main" id="{C7F79610-75E7-455B-E84F-08098780881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1" name="직사각형 1040">
              <a:extLst>
                <a:ext uri="{FF2B5EF4-FFF2-40B4-BE49-F238E27FC236}">
                  <a16:creationId xmlns:a16="http://schemas.microsoft.com/office/drawing/2014/main" id="{CE6E1295-3046-D543-2E80-A03E7AD56AF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DAC8E825-96AF-B867-E03C-6BE750335E0A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18AC8119-63E5-D6AB-A1FD-6E50DCE90F1E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4" name="직사각형 1043">
              <a:extLst>
                <a:ext uri="{FF2B5EF4-FFF2-40B4-BE49-F238E27FC236}">
                  <a16:creationId xmlns:a16="http://schemas.microsoft.com/office/drawing/2014/main" id="{6F6A47B9-45C8-E49D-A0BE-A73E23E2A15A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5" name="직사각형 1044">
              <a:extLst>
                <a:ext uri="{FF2B5EF4-FFF2-40B4-BE49-F238E27FC236}">
                  <a16:creationId xmlns:a16="http://schemas.microsoft.com/office/drawing/2014/main" id="{827CB164-A139-0629-1361-22BD12E86711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6" name="직사각형 1045">
              <a:extLst>
                <a:ext uri="{FF2B5EF4-FFF2-40B4-BE49-F238E27FC236}">
                  <a16:creationId xmlns:a16="http://schemas.microsoft.com/office/drawing/2014/main" id="{2D9B340F-15CE-D257-469F-0FF79B653DDF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7" name="직사각형 1046">
              <a:extLst>
                <a:ext uri="{FF2B5EF4-FFF2-40B4-BE49-F238E27FC236}">
                  <a16:creationId xmlns:a16="http://schemas.microsoft.com/office/drawing/2014/main" id="{C956F813-EBA9-54C7-FB4F-EC5D600821E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8" name="직사각형 1047">
              <a:extLst>
                <a:ext uri="{FF2B5EF4-FFF2-40B4-BE49-F238E27FC236}">
                  <a16:creationId xmlns:a16="http://schemas.microsoft.com/office/drawing/2014/main" id="{0D6EE5F5-3A1E-6153-5111-0498C904A741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9" name="직사각형 1048">
              <a:extLst>
                <a:ext uri="{FF2B5EF4-FFF2-40B4-BE49-F238E27FC236}">
                  <a16:creationId xmlns:a16="http://schemas.microsoft.com/office/drawing/2014/main" id="{06DC1817-71B2-F6BF-0253-31373C5224D6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0" name="직사각형 1049">
              <a:extLst>
                <a:ext uri="{FF2B5EF4-FFF2-40B4-BE49-F238E27FC236}">
                  <a16:creationId xmlns:a16="http://schemas.microsoft.com/office/drawing/2014/main" id="{814D5321-8891-C349-B78C-3CBBE2E20DA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1" name="직사각형 1050">
              <a:extLst>
                <a:ext uri="{FF2B5EF4-FFF2-40B4-BE49-F238E27FC236}">
                  <a16:creationId xmlns:a16="http://schemas.microsoft.com/office/drawing/2014/main" id="{B46B8776-3DF8-32B5-2B98-F825F238C1F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2" name="직사각형 1051">
              <a:extLst>
                <a:ext uri="{FF2B5EF4-FFF2-40B4-BE49-F238E27FC236}">
                  <a16:creationId xmlns:a16="http://schemas.microsoft.com/office/drawing/2014/main" id="{128C8A69-5B42-05CE-FE69-25868CB3BB61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64EA37F9-1587-12F7-55CE-BFFB974B7CE1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D52AD50B-8AFB-5C33-6573-636BE1FC8BE9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5" name="직사각형 1054">
              <a:extLst>
                <a:ext uri="{FF2B5EF4-FFF2-40B4-BE49-F238E27FC236}">
                  <a16:creationId xmlns:a16="http://schemas.microsoft.com/office/drawing/2014/main" id="{EA333ECF-A723-C34F-57DF-E09F4499E4CC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1056" name="직선 연결선[R] 1055">
            <a:extLst>
              <a:ext uri="{FF2B5EF4-FFF2-40B4-BE49-F238E27FC236}">
                <a16:creationId xmlns:a16="http://schemas.microsoft.com/office/drawing/2014/main" id="{3EEA851F-8A69-AB8B-4E80-6D8C3CF5FC1E}"/>
              </a:ext>
            </a:extLst>
          </p:cNvPr>
          <p:cNvCxnSpPr>
            <a:cxnSpLocks/>
            <a:stCxn id="1030" idx="3"/>
          </p:cNvCxnSpPr>
          <p:nvPr/>
        </p:nvCxnSpPr>
        <p:spPr>
          <a:xfrm flipV="1">
            <a:off x="5123548" y="1795297"/>
            <a:ext cx="1142178" cy="22176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직선 연결선[R] 1057">
            <a:extLst>
              <a:ext uri="{FF2B5EF4-FFF2-40B4-BE49-F238E27FC236}">
                <a16:creationId xmlns:a16="http://schemas.microsoft.com/office/drawing/2014/main" id="{F7BDFCB7-69FD-938E-4640-AEF93E7A56B0}"/>
              </a:ext>
            </a:extLst>
          </p:cNvPr>
          <p:cNvCxnSpPr>
            <a:cxnSpLocks/>
          </p:cNvCxnSpPr>
          <p:nvPr/>
        </p:nvCxnSpPr>
        <p:spPr>
          <a:xfrm flipV="1">
            <a:off x="5114151" y="48954"/>
            <a:ext cx="1151575" cy="167033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13F558F-091B-452A-06D3-29D03B3DDFB7}"/>
              </a:ext>
            </a:extLst>
          </p:cNvPr>
          <p:cNvSpPr/>
          <p:nvPr/>
        </p:nvSpPr>
        <p:spPr>
          <a:xfrm>
            <a:off x="6321218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8C260C3A-2C02-CD9D-E847-F5A88D241F45}"/>
              </a:ext>
            </a:extLst>
          </p:cNvPr>
          <p:cNvSpPr/>
          <p:nvPr/>
        </p:nvSpPr>
        <p:spPr>
          <a:xfrm>
            <a:off x="6719610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207DE31F-F357-B593-F76C-430A75B94D6E}"/>
              </a:ext>
            </a:extLst>
          </p:cNvPr>
          <p:cNvSpPr/>
          <p:nvPr/>
        </p:nvSpPr>
        <p:spPr>
          <a:xfrm>
            <a:off x="8038481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2" name="직사각형 1061">
            <a:extLst>
              <a:ext uri="{FF2B5EF4-FFF2-40B4-BE49-F238E27FC236}">
                <a16:creationId xmlns:a16="http://schemas.microsoft.com/office/drawing/2014/main" id="{4EB6ABD1-792A-5B98-60D3-898E1C99B6B7}"/>
              </a:ext>
            </a:extLst>
          </p:cNvPr>
          <p:cNvSpPr/>
          <p:nvPr/>
        </p:nvSpPr>
        <p:spPr>
          <a:xfrm>
            <a:off x="8436873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47839</TotalTime>
  <Words>697</Words>
  <Application>Microsoft Macintosh PowerPoint</Application>
  <PresentationFormat>화면 슬라이드 쇼(16:9)</PresentationFormat>
  <Paragraphs>573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5875</cp:revision>
  <dcterms:created xsi:type="dcterms:W3CDTF">2006-10-05T04:04:58Z</dcterms:created>
  <dcterms:modified xsi:type="dcterms:W3CDTF">2026-03-17T15:31:12Z</dcterms:modified>
</cp:coreProperties>
</file>
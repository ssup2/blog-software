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422" r:id="rId2"/>
    <p:sldId id="423" r:id="rId3"/>
    <p:sldId id="425" r:id="rId4"/>
    <p:sldId id="424" r:id="rId5"/>
    <p:sldId id="421" r:id="rId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79" autoAdjust="0"/>
    <p:restoredTop sz="87360" autoAdjust="0"/>
  </p:normalViewPr>
  <p:slideViewPr>
    <p:cSldViewPr>
      <p:cViewPr>
        <p:scale>
          <a:sx n="177" d="100"/>
          <a:sy n="177" d="100"/>
        </p:scale>
        <p:origin x="1064" y="15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C603F7E7-E0ED-DD3C-A4AC-B2BC33BCCC9C}"/>
              </a:ext>
            </a:extLst>
          </p:cNvPr>
          <p:cNvSpPr/>
          <p:nvPr/>
        </p:nvSpPr>
        <p:spPr>
          <a:xfrm>
            <a:off x="300905" y="351554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D96B1D49-8058-D44D-F605-BD1D925D5CDB}"/>
              </a:ext>
            </a:extLst>
          </p:cNvPr>
          <p:cNvSpPr/>
          <p:nvPr/>
        </p:nvSpPr>
        <p:spPr>
          <a:xfrm>
            <a:off x="300905" y="254490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40B7E571-4D7D-7CC2-279C-81C040DE8C1B}"/>
              </a:ext>
            </a:extLst>
          </p:cNvPr>
          <p:cNvSpPr/>
          <p:nvPr/>
        </p:nvSpPr>
        <p:spPr>
          <a:xfrm>
            <a:off x="300905" y="3067919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F3C02C6F-C9F4-4A54-9476-EAA5C0849ABC}"/>
              </a:ext>
            </a:extLst>
          </p:cNvPr>
          <p:cNvSpPr/>
          <p:nvPr/>
        </p:nvSpPr>
        <p:spPr>
          <a:xfrm>
            <a:off x="300905" y="2097273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AF0DE061-51B7-925D-08EC-8F63DF3DF5F5}"/>
              </a:ext>
            </a:extLst>
          </p:cNvPr>
          <p:cNvSpPr/>
          <p:nvPr/>
        </p:nvSpPr>
        <p:spPr>
          <a:xfrm>
            <a:off x="300905" y="111106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CE59AC2E-C193-6B27-1C96-14EF75D1CC46}"/>
              </a:ext>
            </a:extLst>
          </p:cNvPr>
          <p:cNvSpPr/>
          <p:nvPr/>
        </p:nvSpPr>
        <p:spPr>
          <a:xfrm>
            <a:off x="300905" y="155868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344870-6AAE-23B9-04D6-896F90E5F304}"/>
              </a:ext>
            </a:extLst>
          </p:cNvPr>
          <p:cNvSpPr/>
          <p:nvPr/>
        </p:nvSpPr>
        <p:spPr>
          <a:xfrm>
            <a:off x="899592" y="111106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3BBF3A9-9E46-731C-FABC-003B0ABB922B}"/>
              </a:ext>
            </a:extLst>
          </p:cNvPr>
          <p:cNvSpPr/>
          <p:nvPr/>
        </p:nvSpPr>
        <p:spPr>
          <a:xfrm>
            <a:off x="899592" y="2308275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18766229-6B32-A315-743F-61DF17CFE392}"/>
              </a:ext>
            </a:extLst>
          </p:cNvPr>
          <p:cNvCxnSpPr>
            <a:cxnSpLocks/>
            <a:stCxn id="492" idx="1"/>
            <a:endCxn id="104" idx="3"/>
          </p:cNvCxnSpPr>
          <p:nvPr/>
        </p:nvCxnSpPr>
        <p:spPr>
          <a:xfrm flipH="1">
            <a:off x="3006495" y="2426588"/>
            <a:ext cx="1066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C71E24D4-465D-B0A9-45D8-973B92B69238}"/>
              </a:ext>
            </a:extLst>
          </p:cNvPr>
          <p:cNvSpPr/>
          <p:nvPr/>
        </p:nvSpPr>
        <p:spPr>
          <a:xfrm>
            <a:off x="899592" y="3789402"/>
            <a:ext cx="4320480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0A1CA8B0-19A6-6A7C-CAF8-23F1EFC0CE3D}"/>
              </a:ext>
            </a:extLst>
          </p:cNvPr>
          <p:cNvSpPr/>
          <p:nvPr/>
        </p:nvSpPr>
        <p:spPr>
          <a:xfrm rot="16200000">
            <a:off x="729441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BA10A26F-43C6-DB11-BBE8-BA85E8773D27}"/>
              </a:ext>
            </a:extLst>
          </p:cNvPr>
          <p:cNvSpPr/>
          <p:nvPr/>
        </p:nvSpPr>
        <p:spPr>
          <a:xfrm rot="16200000">
            <a:off x="2228489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C6692B5F-2D57-9D28-C1F6-1628F6931F47}"/>
              </a:ext>
            </a:extLst>
          </p:cNvPr>
          <p:cNvSpPr/>
          <p:nvPr/>
        </p:nvSpPr>
        <p:spPr>
          <a:xfrm rot="16200000">
            <a:off x="1478965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41181A87-0DD3-B039-FC84-7E8743DA0E36}"/>
              </a:ext>
            </a:extLst>
          </p:cNvPr>
          <p:cNvSpPr/>
          <p:nvPr/>
        </p:nvSpPr>
        <p:spPr>
          <a:xfrm rot="16200000">
            <a:off x="1108008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16D14FFF-E556-BBDE-8C5A-5A996B82A20F}"/>
              </a:ext>
            </a:extLst>
          </p:cNvPr>
          <p:cNvSpPr/>
          <p:nvPr/>
        </p:nvSpPr>
        <p:spPr>
          <a:xfrm rot="16200000">
            <a:off x="924124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2085023E-E731-0CC4-7DF5-0361A6FF8897}"/>
              </a:ext>
            </a:extLst>
          </p:cNvPr>
          <p:cNvSpPr/>
          <p:nvPr/>
        </p:nvSpPr>
        <p:spPr>
          <a:xfrm rot="16200000">
            <a:off x="1296946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8741C75-82FA-B762-961C-F29E5CFE7C9E}"/>
              </a:ext>
            </a:extLst>
          </p:cNvPr>
          <p:cNvSpPr/>
          <p:nvPr/>
        </p:nvSpPr>
        <p:spPr>
          <a:xfrm rot="16200000">
            <a:off x="1847871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568A20DC-F0A2-4D41-49C6-DAC3C398BA63}"/>
              </a:ext>
            </a:extLst>
          </p:cNvPr>
          <p:cNvSpPr/>
          <p:nvPr/>
        </p:nvSpPr>
        <p:spPr>
          <a:xfrm rot="16200000">
            <a:off x="1663986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64ABD1F0-4AB5-E80C-1A17-0FFA7DCCF73A}"/>
              </a:ext>
            </a:extLst>
          </p:cNvPr>
          <p:cNvSpPr/>
          <p:nvPr/>
        </p:nvSpPr>
        <p:spPr>
          <a:xfrm rot="16200000">
            <a:off x="2036808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F5C69CF6-32D7-9D20-D5A5-BF9DE508FE30}"/>
              </a:ext>
            </a:extLst>
          </p:cNvPr>
          <p:cNvSpPr/>
          <p:nvPr/>
        </p:nvSpPr>
        <p:spPr>
          <a:xfrm rot="16200000">
            <a:off x="3420051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B9C0006D-5699-5C34-6DD9-41295B52CAD5}"/>
              </a:ext>
            </a:extLst>
          </p:cNvPr>
          <p:cNvSpPr/>
          <p:nvPr/>
        </p:nvSpPr>
        <p:spPr>
          <a:xfrm rot="16200000">
            <a:off x="4919099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A8F04264-54BB-1A86-8517-DAD506744E2B}"/>
              </a:ext>
            </a:extLst>
          </p:cNvPr>
          <p:cNvSpPr/>
          <p:nvPr/>
        </p:nvSpPr>
        <p:spPr>
          <a:xfrm rot="16200000">
            <a:off x="4169576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78873D43-2C7C-F396-FD0F-9AF7DA6BD466}"/>
              </a:ext>
            </a:extLst>
          </p:cNvPr>
          <p:cNvSpPr/>
          <p:nvPr/>
        </p:nvSpPr>
        <p:spPr>
          <a:xfrm rot="16200000">
            <a:off x="3798619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028B23C7-B439-619B-398A-FCBC7CB42E3D}"/>
              </a:ext>
            </a:extLst>
          </p:cNvPr>
          <p:cNvSpPr/>
          <p:nvPr/>
        </p:nvSpPr>
        <p:spPr>
          <a:xfrm rot="16200000">
            <a:off x="3614734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29FB0504-71C9-A8CE-5181-C59DD8193F83}"/>
              </a:ext>
            </a:extLst>
          </p:cNvPr>
          <p:cNvSpPr/>
          <p:nvPr/>
        </p:nvSpPr>
        <p:spPr>
          <a:xfrm rot="16200000">
            <a:off x="3987556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AE1FD6D-FEAE-E420-FAFF-3D70F53F4144}"/>
              </a:ext>
            </a:extLst>
          </p:cNvPr>
          <p:cNvSpPr/>
          <p:nvPr/>
        </p:nvSpPr>
        <p:spPr>
          <a:xfrm rot="16200000">
            <a:off x="4538481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E1234FD4-20BD-D440-7B02-EDC8AB3FCFEA}"/>
              </a:ext>
            </a:extLst>
          </p:cNvPr>
          <p:cNvSpPr/>
          <p:nvPr/>
        </p:nvSpPr>
        <p:spPr>
          <a:xfrm rot="16200000">
            <a:off x="4354596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649D0A9F-2602-01D3-1F48-EBB60E38B235}"/>
              </a:ext>
            </a:extLst>
          </p:cNvPr>
          <p:cNvSpPr/>
          <p:nvPr/>
        </p:nvSpPr>
        <p:spPr>
          <a:xfrm rot="16200000">
            <a:off x="4727419" y="4198693"/>
            <a:ext cx="465597" cy="125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A5230E28-932D-A90E-1BD0-75AA0889B9EE}"/>
              </a:ext>
            </a:extLst>
          </p:cNvPr>
          <p:cNvSpPr/>
          <p:nvPr/>
        </p:nvSpPr>
        <p:spPr>
          <a:xfrm>
            <a:off x="899592" y="828382"/>
            <a:ext cx="4314955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21F0AADF-197A-BAC0-D2F9-4B2DA6DE5D1F}"/>
              </a:ext>
            </a:extLst>
          </p:cNvPr>
          <p:cNvSpPr/>
          <p:nvPr/>
        </p:nvSpPr>
        <p:spPr>
          <a:xfrm>
            <a:off x="899592" y="555526"/>
            <a:ext cx="4314955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6" name="그룹 325">
            <a:extLst>
              <a:ext uri="{FF2B5EF4-FFF2-40B4-BE49-F238E27FC236}">
                <a16:creationId xmlns:a16="http://schemas.microsoft.com/office/drawing/2014/main" id="{9793327D-B4CB-7755-8F6F-ED2E92355D32}"/>
              </a:ext>
            </a:extLst>
          </p:cNvPr>
          <p:cNvGrpSpPr/>
          <p:nvPr/>
        </p:nvGrpSpPr>
        <p:grpSpPr>
          <a:xfrm>
            <a:off x="932548" y="1349105"/>
            <a:ext cx="985383" cy="907580"/>
            <a:chOff x="1676492" y="834749"/>
            <a:chExt cx="1698897" cy="907580"/>
          </a:xfrm>
        </p:grpSpPr>
        <p:sp>
          <p:nvSpPr>
            <p:cNvPr id="300" name="직사각형 299">
              <a:extLst>
                <a:ext uri="{FF2B5EF4-FFF2-40B4-BE49-F238E27FC236}">
                  <a16:creationId xmlns:a16="http://schemas.microsoft.com/office/drawing/2014/main" id="{8986B804-DF03-64DF-4B8F-FD18115CA10A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D93ADA6-614A-85AD-F794-B2C33A72B059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9FDDC67-6EB0-2E96-A7F4-6679FF4267C3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758421DA-AF60-11D6-ADAB-21C4599380F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8" name="직사각형 307">
              <a:extLst>
                <a:ext uri="{FF2B5EF4-FFF2-40B4-BE49-F238E27FC236}">
                  <a16:creationId xmlns:a16="http://schemas.microsoft.com/office/drawing/2014/main" id="{78B6DCBB-D9EB-DFD6-6FA0-151524D9FEDB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09" name="직사각형 308">
              <a:extLst>
                <a:ext uri="{FF2B5EF4-FFF2-40B4-BE49-F238E27FC236}">
                  <a16:creationId xmlns:a16="http://schemas.microsoft.com/office/drawing/2014/main" id="{59BC2126-1CD8-E1C1-86EB-9EAAD4E85C9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0" name="직사각형 309">
              <a:extLst>
                <a:ext uri="{FF2B5EF4-FFF2-40B4-BE49-F238E27FC236}">
                  <a16:creationId xmlns:a16="http://schemas.microsoft.com/office/drawing/2014/main" id="{7E76B9B9-355B-B8E8-8192-AC113ED8180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7A9CB060-584B-6A42-8D96-3BAA224B37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2" name="직사각형 311">
              <a:extLst>
                <a:ext uri="{FF2B5EF4-FFF2-40B4-BE49-F238E27FC236}">
                  <a16:creationId xmlns:a16="http://schemas.microsoft.com/office/drawing/2014/main" id="{CDEAA764-BAE4-520D-A6E0-C901D6092D28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3" name="직사각형 312">
              <a:extLst>
                <a:ext uri="{FF2B5EF4-FFF2-40B4-BE49-F238E27FC236}">
                  <a16:creationId xmlns:a16="http://schemas.microsoft.com/office/drawing/2014/main" id="{D1E5EA98-EFE8-8AE9-76B5-FF24769E458C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4" name="직사각형 313">
              <a:extLst>
                <a:ext uri="{FF2B5EF4-FFF2-40B4-BE49-F238E27FC236}">
                  <a16:creationId xmlns:a16="http://schemas.microsoft.com/office/drawing/2014/main" id="{9BF8F0D3-72C4-618D-F4C2-0CBB3C1D1F8B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90488D0-F36D-77E8-377C-6001E3BFDF74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6" name="직사각형 315">
              <a:extLst>
                <a:ext uri="{FF2B5EF4-FFF2-40B4-BE49-F238E27FC236}">
                  <a16:creationId xmlns:a16="http://schemas.microsoft.com/office/drawing/2014/main" id="{F09BED12-CA1A-0B6C-1A44-04D97C6E2E2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55208799-D64C-1BAD-ACD3-8560825A2360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9AAC3AD4-89AF-EFC8-D1F2-723406CC9104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4850FC1C-014F-84A4-1859-AC7AC5A5D468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576E281A-C206-6097-7DF2-8FF5C6C7F7F6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1" name="직사각형 320">
              <a:extLst>
                <a:ext uri="{FF2B5EF4-FFF2-40B4-BE49-F238E27FC236}">
                  <a16:creationId xmlns:a16="http://schemas.microsoft.com/office/drawing/2014/main" id="{27033550-8D09-8C12-5396-A4CCFFBCE711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6E58DA41-FA37-3922-3963-6FE0BD54916E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F09E1F19-CFB1-E0EB-BB23-BABD2CF37A71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12BA8A2F-EF7E-966E-982B-4D4F011F2F27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27" name="직사각형 326">
            <a:extLst>
              <a:ext uri="{FF2B5EF4-FFF2-40B4-BE49-F238E27FC236}">
                <a16:creationId xmlns:a16="http://schemas.microsoft.com/office/drawing/2014/main" id="{C6F7A69E-BEE6-A1DA-63AD-209FF538B07D}"/>
              </a:ext>
            </a:extLst>
          </p:cNvPr>
          <p:cNvSpPr/>
          <p:nvPr/>
        </p:nvSpPr>
        <p:spPr>
          <a:xfrm>
            <a:off x="1953044" y="111106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46B1B62D-C371-816A-7191-7B4FA1EDA205}"/>
              </a:ext>
            </a:extLst>
          </p:cNvPr>
          <p:cNvGrpSpPr/>
          <p:nvPr/>
        </p:nvGrpSpPr>
        <p:grpSpPr>
          <a:xfrm>
            <a:off x="1986000" y="1349105"/>
            <a:ext cx="985383" cy="907580"/>
            <a:chOff x="1676492" y="834749"/>
            <a:chExt cx="1698897" cy="907580"/>
          </a:xfrm>
        </p:grpSpPr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80F89F61-096D-EFDF-0FE2-EF2076A695B9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0" name="직사각형 329">
              <a:extLst>
                <a:ext uri="{FF2B5EF4-FFF2-40B4-BE49-F238E27FC236}">
                  <a16:creationId xmlns:a16="http://schemas.microsoft.com/office/drawing/2014/main" id="{85FCA5BD-9040-BEF1-315C-C2F587EA8B16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1" name="직사각형 330">
              <a:extLst>
                <a:ext uri="{FF2B5EF4-FFF2-40B4-BE49-F238E27FC236}">
                  <a16:creationId xmlns:a16="http://schemas.microsoft.com/office/drawing/2014/main" id="{25CE73E3-C5BB-D51C-F5E8-435D35FB42DB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2" name="직사각형 331">
              <a:extLst>
                <a:ext uri="{FF2B5EF4-FFF2-40B4-BE49-F238E27FC236}">
                  <a16:creationId xmlns:a16="http://schemas.microsoft.com/office/drawing/2014/main" id="{7496C4F6-8271-AD4F-8320-8243A3467CB8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3" name="직사각형 332">
              <a:extLst>
                <a:ext uri="{FF2B5EF4-FFF2-40B4-BE49-F238E27FC236}">
                  <a16:creationId xmlns:a16="http://schemas.microsoft.com/office/drawing/2014/main" id="{41798B2A-3639-90B8-AC47-622BD0C04D5C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4" name="직사각형 333">
              <a:extLst>
                <a:ext uri="{FF2B5EF4-FFF2-40B4-BE49-F238E27FC236}">
                  <a16:creationId xmlns:a16="http://schemas.microsoft.com/office/drawing/2014/main" id="{676B1752-68D9-B2B2-2AF3-3DC96C6E7C7A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EE08B73E-08F2-A718-8C24-AC68918F3AA7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6" name="직사각형 335">
              <a:extLst>
                <a:ext uri="{FF2B5EF4-FFF2-40B4-BE49-F238E27FC236}">
                  <a16:creationId xmlns:a16="http://schemas.microsoft.com/office/drawing/2014/main" id="{68BCB543-55A2-CA56-8CCD-C7DF1033BF78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7" name="직사각형 336">
              <a:extLst>
                <a:ext uri="{FF2B5EF4-FFF2-40B4-BE49-F238E27FC236}">
                  <a16:creationId xmlns:a16="http://schemas.microsoft.com/office/drawing/2014/main" id="{4FD048B9-CFE0-2E73-503F-B1CE2D5D5155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8" name="직사각형 337">
              <a:extLst>
                <a:ext uri="{FF2B5EF4-FFF2-40B4-BE49-F238E27FC236}">
                  <a16:creationId xmlns:a16="http://schemas.microsoft.com/office/drawing/2014/main" id="{24D27FA4-4CEB-2510-D146-9DDC55ABD27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39" name="직사각형 338">
              <a:extLst>
                <a:ext uri="{FF2B5EF4-FFF2-40B4-BE49-F238E27FC236}">
                  <a16:creationId xmlns:a16="http://schemas.microsoft.com/office/drawing/2014/main" id="{6DAD05C5-E5F9-6CD9-E663-B0A29F913BBF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4408236D-69BE-B7EF-CDF8-E90B60A53F9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1" name="직사각형 340">
              <a:extLst>
                <a:ext uri="{FF2B5EF4-FFF2-40B4-BE49-F238E27FC236}">
                  <a16:creationId xmlns:a16="http://schemas.microsoft.com/office/drawing/2014/main" id="{A4C7EB8E-ED5E-ACD0-5219-F414EC58DC8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2" name="직사각형 341">
              <a:extLst>
                <a:ext uri="{FF2B5EF4-FFF2-40B4-BE49-F238E27FC236}">
                  <a16:creationId xmlns:a16="http://schemas.microsoft.com/office/drawing/2014/main" id="{F21B4AC1-D442-DD3B-BBD4-BEBCF7FF892E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3" name="직사각형 342">
              <a:extLst>
                <a:ext uri="{FF2B5EF4-FFF2-40B4-BE49-F238E27FC236}">
                  <a16:creationId xmlns:a16="http://schemas.microsoft.com/office/drawing/2014/main" id="{793F7C13-35CA-86AD-3F21-5329A9EF6AEC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4" name="직사각형 343">
              <a:extLst>
                <a:ext uri="{FF2B5EF4-FFF2-40B4-BE49-F238E27FC236}">
                  <a16:creationId xmlns:a16="http://schemas.microsoft.com/office/drawing/2014/main" id="{77DD919A-A661-1E47-FC26-4122265B16A9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5" name="직사각형 344">
              <a:extLst>
                <a:ext uri="{FF2B5EF4-FFF2-40B4-BE49-F238E27FC236}">
                  <a16:creationId xmlns:a16="http://schemas.microsoft.com/office/drawing/2014/main" id="{A006FAAA-0CEC-86DF-C98A-B7796FB1D387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6" name="직사각형 345">
              <a:extLst>
                <a:ext uri="{FF2B5EF4-FFF2-40B4-BE49-F238E27FC236}">
                  <a16:creationId xmlns:a16="http://schemas.microsoft.com/office/drawing/2014/main" id="{38AAD2F9-21D8-DFF8-5F81-82385B51717F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7" name="직사각형 346">
              <a:extLst>
                <a:ext uri="{FF2B5EF4-FFF2-40B4-BE49-F238E27FC236}">
                  <a16:creationId xmlns:a16="http://schemas.microsoft.com/office/drawing/2014/main" id="{11117C77-6FCB-D99F-6F1C-2EC50777536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8" name="직사각형 347">
              <a:extLst>
                <a:ext uri="{FF2B5EF4-FFF2-40B4-BE49-F238E27FC236}">
                  <a16:creationId xmlns:a16="http://schemas.microsoft.com/office/drawing/2014/main" id="{5B240D3D-69C3-AEED-6D75-2E8EA6F9E4F6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B63B6A5C-69C8-7801-6DDC-A50C1E41404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D89E55EE-9135-0E4A-F0F0-6B19C1ED7A4F}"/>
              </a:ext>
            </a:extLst>
          </p:cNvPr>
          <p:cNvSpPr/>
          <p:nvPr/>
        </p:nvSpPr>
        <p:spPr>
          <a:xfrm>
            <a:off x="899592" y="254490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CA133396-D573-9528-6D1C-E656574B3CCD}"/>
              </a:ext>
            </a:extLst>
          </p:cNvPr>
          <p:cNvGrpSpPr/>
          <p:nvPr/>
        </p:nvGrpSpPr>
        <p:grpSpPr>
          <a:xfrm>
            <a:off x="932548" y="2782945"/>
            <a:ext cx="985383" cy="907580"/>
            <a:chOff x="1676492" y="834749"/>
            <a:chExt cx="1698897" cy="907580"/>
          </a:xfrm>
        </p:grpSpPr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30F0173B-0AB2-1E98-F044-D09BA8D56311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>
              <a:extLst>
                <a:ext uri="{FF2B5EF4-FFF2-40B4-BE49-F238E27FC236}">
                  <a16:creationId xmlns:a16="http://schemas.microsoft.com/office/drawing/2014/main" id="{C803B8AB-2180-A59E-BAC6-3384606C9D10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>
              <a:extLst>
                <a:ext uri="{FF2B5EF4-FFF2-40B4-BE49-F238E27FC236}">
                  <a16:creationId xmlns:a16="http://schemas.microsoft.com/office/drawing/2014/main" id="{9C358294-ACB7-D618-5D53-6AF1A703CF99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7" name="직사각형 356">
              <a:extLst>
                <a:ext uri="{FF2B5EF4-FFF2-40B4-BE49-F238E27FC236}">
                  <a16:creationId xmlns:a16="http://schemas.microsoft.com/office/drawing/2014/main" id="{8B9B6F14-8F08-DFDE-B642-002C509F29E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459D21E-D810-3A04-A835-AD88E062BD7F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F99A6031-0296-235B-B7FD-69598409AE7B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B9470518-2A15-1256-6A2C-7D1EB5726CB5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1" name="직사각형 360">
              <a:extLst>
                <a:ext uri="{FF2B5EF4-FFF2-40B4-BE49-F238E27FC236}">
                  <a16:creationId xmlns:a16="http://schemas.microsoft.com/office/drawing/2014/main" id="{CED2A9EC-930F-1F58-398E-A29105F53929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FD702DF3-F284-D007-F37F-3942E1946660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C7E6E923-942D-C41B-E16C-68FCEDA513CA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8538DFE5-38FB-3582-6563-3801C698A9BC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CB11BD70-E6C2-0537-5362-E7C78C46E9FB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6" name="직사각형 365">
              <a:extLst>
                <a:ext uri="{FF2B5EF4-FFF2-40B4-BE49-F238E27FC236}">
                  <a16:creationId xmlns:a16="http://schemas.microsoft.com/office/drawing/2014/main" id="{F297F454-96E1-9407-F9CA-566FF0ACE5F9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1BF669E1-C7A0-04BD-D899-BF0C8C2199FF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69DAA4E-9368-5D65-78F2-EC350FF8B830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CA7215C-CFE9-88DB-3355-0E0011C956A7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E5776BBA-1488-6B6D-29AA-F6A2E48F2B24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6F50B49-AF45-27CC-2292-799C2B65FB8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3922C92E-46EB-3E11-C731-CDB05339F2B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99C6E91D-E9C9-0EE9-A501-F8B57829949C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0370051D-FC7E-F8E0-9C50-6B5D4F41B884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33794A2-CC11-C921-5984-36F8FC6AFF4A}"/>
              </a:ext>
            </a:extLst>
          </p:cNvPr>
          <p:cNvSpPr/>
          <p:nvPr/>
        </p:nvSpPr>
        <p:spPr>
          <a:xfrm>
            <a:off x="1953044" y="254490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376" name="그룹 375">
            <a:extLst>
              <a:ext uri="{FF2B5EF4-FFF2-40B4-BE49-F238E27FC236}">
                <a16:creationId xmlns:a16="http://schemas.microsoft.com/office/drawing/2014/main" id="{76741EC9-FE24-790D-FABA-67C09AE6234E}"/>
              </a:ext>
            </a:extLst>
          </p:cNvPr>
          <p:cNvGrpSpPr/>
          <p:nvPr/>
        </p:nvGrpSpPr>
        <p:grpSpPr>
          <a:xfrm>
            <a:off x="1986000" y="2782945"/>
            <a:ext cx="985383" cy="907580"/>
            <a:chOff x="1676492" y="834749"/>
            <a:chExt cx="1698897" cy="907580"/>
          </a:xfrm>
        </p:grpSpPr>
        <p:sp>
          <p:nvSpPr>
            <p:cNvPr id="377" name="직사각형 376">
              <a:extLst>
                <a:ext uri="{FF2B5EF4-FFF2-40B4-BE49-F238E27FC236}">
                  <a16:creationId xmlns:a16="http://schemas.microsoft.com/office/drawing/2014/main" id="{041252F8-CB3C-D451-35EC-EA3AA966EE93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8" name="직사각형 377">
              <a:extLst>
                <a:ext uri="{FF2B5EF4-FFF2-40B4-BE49-F238E27FC236}">
                  <a16:creationId xmlns:a16="http://schemas.microsoft.com/office/drawing/2014/main" id="{D3604C18-8CD9-D89C-E6CA-45D1907A983D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79" name="직사각형 378">
              <a:extLst>
                <a:ext uri="{FF2B5EF4-FFF2-40B4-BE49-F238E27FC236}">
                  <a16:creationId xmlns:a16="http://schemas.microsoft.com/office/drawing/2014/main" id="{18C9C25A-E17C-C08A-D1C5-82600B207F18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0" name="직사각형 379">
              <a:extLst>
                <a:ext uri="{FF2B5EF4-FFF2-40B4-BE49-F238E27FC236}">
                  <a16:creationId xmlns:a16="http://schemas.microsoft.com/office/drawing/2014/main" id="{1DB2C973-B967-35F6-643D-CB4CCDE7B5A3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1" name="직사각형 380">
              <a:extLst>
                <a:ext uri="{FF2B5EF4-FFF2-40B4-BE49-F238E27FC236}">
                  <a16:creationId xmlns:a16="http://schemas.microsoft.com/office/drawing/2014/main" id="{280B832B-910F-E537-62CD-C35FFC41F99E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2" name="직사각형 381">
              <a:extLst>
                <a:ext uri="{FF2B5EF4-FFF2-40B4-BE49-F238E27FC236}">
                  <a16:creationId xmlns:a16="http://schemas.microsoft.com/office/drawing/2014/main" id="{61D542AE-C233-4F92-0FF5-1F27CF4DCAB7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3" name="직사각형 382">
              <a:extLst>
                <a:ext uri="{FF2B5EF4-FFF2-40B4-BE49-F238E27FC236}">
                  <a16:creationId xmlns:a16="http://schemas.microsoft.com/office/drawing/2014/main" id="{B93C4C7D-4F3D-28BF-B235-299AEF1BA20F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4" name="직사각형 383">
              <a:extLst>
                <a:ext uri="{FF2B5EF4-FFF2-40B4-BE49-F238E27FC236}">
                  <a16:creationId xmlns:a16="http://schemas.microsoft.com/office/drawing/2014/main" id="{E86141C9-228A-9F8F-0FCB-51D2A2D1A3BD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5" name="직사각형 384">
              <a:extLst>
                <a:ext uri="{FF2B5EF4-FFF2-40B4-BE49-F238E27FC236}">
                  <a16:creationId xmlns:a16="http://schemas.microsoft.com/office/drawing/2014/main" id="{23CC8614-7175-7646-FC1F-41106001609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6" name="직사각형 385">
              <a:extLst>
                <a:ext uri="{FF2B5EF4-FFF2-40B4-BE49-F238E27FC236}">
                  <a16:creationId xmlns:a16="http://schemas.microsoft.com/office/drawing/2014/main" id="{C5A09F0E-8A0C-955F-6769-22845CCBBD32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7" name="직사각형 386">
              <a:extLst>
                <a:ext uri="{FF2B5EF4-FFF2-40B4-BE49-F238E27FC236}">
                  <a16:creationId xmlns:a16="http://schemas.microsoft.com/office/drawing/2014/main" id="{E5D3B2A3-FBBD-EF46-00C2-97FBE58E65D9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8" name="직사각형 387">
              <a:extLst>
                <a:ext uri="{FF2B5EF4-FFF2-40B4-BE49-F238E27FC236}">
                  <a16:creationId xmlns:a16="http://schemas.microsoft.com/office/drawing/2014/main" id="{6B4C02CC-696B-1F2C-378F-2F10FE36D2CC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89" name="직사각형 388">
              <a:extLst>
                <a:ext uri="{FF2B5EF4-FFF2-40B4-BE49-F238E27FC236}">
                  <a16:creationId xmlns:a16="http://schemas.microsoft.com/office/drawing/2014/main" id="{4FBA9E50-7FAA-095F-818F-A2E8FF926AC4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0" name="직사각형 389">
              <a:extLst>
                <a:ext uri="{FF2B5EF4-FFF2-40B4-BE49-F238E27FC236}">
                  <a16:creationId xmlns:a16="http://schemas.microsoft.com/office/drawing/2014/main" id="{FE0258C0-634E-4D1C-71CE-1C0FF116EC34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1" name="직사각형 390">
              <a:extLst>
                <a:ext uri="{FF2B5EF4-FFF2-40B4-BE49-F238E27FC236}">
                  <a16:creationId xmlns:a16="http://schemas.microsoft.com/office/drawing/2014/main" id="{01324D02-7655-EF7B-CED9-8405E74FFB9D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2" name="직사각형 391">
              <a:extLst>
                <a:ext uri="{FF2B5EF4-FFF2-40B4-BE49-F238E27FC236}">
                  <a16:creationId xmlns:a16="http://schemas.microsoft.com/office/drawing/2014/main" id="{5E77CC7A-5939-7BAD-492F-ADCE0BA4180D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3" name="직사각형 392">
              <a:extLst>
                <a:ext uri="{FF2B5EF4-FFF2-40B4-BE49-F238E27FC236}">
                  <a16:creationId xmlns:a16="http://schemas.microsoft.com/office/drawing/2014/main" id="{36156D62-C850-8FE6-DD53-DDB6CC3D997E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4" name="직사각형 393">
              <a:extLst>
                <a:ext uri="{FF2B5EF4-FFF2-40B4-BE49-F238E27FC236}">
                  <a16:creationId xmlns:a16="http://schemas.microsoft.com/office/drawing/2014/main" id="{E6B3C0E1-AC91-614B-D894-C27AE9F29B7A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5" name="직사각형 394">
              <a:extLst>
                <a:ext uri="{FF2B5EF4-FFF2-40B4-BE49-F238E27FC236}">
                  <a16:creationId xmlns:a16="http://schemas.microsoft.com/office/drawing/2014/main" id="{35359C15-176F-34CD-3223-FAE8F850BE50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6" name="직사각형 395">
              <a:extLst>
                <a:ext uri="{FF2B5EF4-FFF2-40B4-BE49-F238E27FC236}">
                  <a16:creationId xmlns:a16="http://schemas.microsoft.com/office/drawing/2014/main" id="{B7198BA5-7547-633D-04A7-E61197424912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97" name="직사각형 396">
              <a:extLst>
                <a:ext uri="{FF2B5EF4-FFF2-40B4-BE49-F238E27FC236}">
                  <a16:creationId xmlns:a16="http://schemas.microsoft.com/office/drawing/2014/main" id="{74ECD895-0015-EC12-49A0-7C5CE9C60A46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491" name="직사각형 490">
            <a:extLst>
              <a:ext uri="{FF2B5EF4-FFF2-40B4-BE49-F238E27FC236}">
                <a16:creationId xmlns:a16="http://schemas.microsoft.com/office/drawing/2014/main" id="{6D6EA12F-37E2-54E5-DDB7-47301072037A}"/>
              </a:ext>
            </a:extLst>
          </p:cNvPr>
          <p:cNvSpPr/>
          <p:nvPr/>
        </p:nvSpPr>
        <p:spPr>
          <a:xfrm>
            <a:off x="3113169" y="111106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492" name="직사각형 491">
            <a:extLst>
              <a:ext uri="{FF2B5EF4-FFF2-40B4-BE49-F238E27FC236}">
                <a16:creationId xmlns:a16="http://schemas.microsoft.com/office/drawing/2014/main" id="{DF3C81E9-4E9F-4B6F-F74C-9E2910FED6B8}"/>
              </a:ext>
            </a:extLst>
          </p:cNvPr>
          <p:cNvSpPr/>
          <p:nvPr/>
        </p:nvSpPr>
        <p:spPr>
          <a:xfrm>
            <a:off x="3113169" y="2308275"/>
            <a:ext cx="210690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493" name="그룹 492">
            <a:extLst>
              <a:ext uri="{FF2B5EF4-FFF2-40B4-BE49-F238E27FC236}">
                <a16:creationId xmlns:a16="http://schemas.microsoft.com/office/drawing/2014/main" id="{CFB69F62-880B-7A23-37C5-253A04DF33C6}"/>
              </a:ext>
            </a:extLst>
          </p:cNvPr>
          <p:cNvGrpSpPr/>
          <p:nvPr/>
        </p:nvGrpSpPr>
        <p:grpSpPr>
          <a:xfrm>
            <a:off x="3146124" y="1349105"/>
            <a:ext cx="985383" cy="907580"/>
            <a:chOff x="1676492" y="834749"/>
            <a:chExt cx="1698897" cy="907580"/>
          </a:xfrm>
        </p:grpSpPr>
        <p:sp>
          <p:nvSpPr>
            <p:cNvPr id="494" name="직사각형 493">
              <a:extLst>
                <a:ext uri="{FF2B5EF4-FFF2-40B4-BE49-F238E27FC236}">
                  <a16:creationId xmlns:a16="http://schemas.microsoft.com/office/drawing/2014/main" id="{C876B6F2-3161-15FF-8F1C-F519195FB15E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5" name="직사각형 494">
              <a:extLst>
                <a:ext uri="{FF2B5EF4-FFF2-40B4-BE49-F238E27FC236}">
                  <a16:creationId xmlns:a16="http://schemas.microsoft.com/office/drawing/2014/main" id="{9586603C-1DF7-12A5-8C8A-9778C9FFDBB4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6" name="직사각형 495">
              <a:extLst>
                <a:ext uri="{FF2B5EF4-FFF2-40B4-BE49-F238E27FC236}">
                  <a16:creationId xmlns:a16="http://schemas.microsoft.com/office/drawing/2014/main" id="{CC5A8991-B0C4-F037-0274-884E4C4B5BC7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7" name="직사각형 496">
              <a:extLst>
                <a:ext uri="{FF2B5EF4-FFF2-40B4-BE49-F238E27FC236}">
                  <a16:creationId xmlns:a16="http://schemas.microsoft.com/office/drawing/2014/main" id="{F20E948D-CF2E-815E-DACA-83EEB44556E3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8" name="직사각형 497">
              <a:extLst>
                <a:ext uri="{FF2B5EF4-FFF2-40B4-BE49-F238E27FC236}">
                  <a16:creationId xmlns:a16="http://schemas.microsoft.com/office/drawing/2014/main" id="{D129F481-DAF2-EC6B-5E0F-E395855D8CB2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9" name="직사각형 498">
              <a:extLst>
                <a:ext uri="{FF2B5EF4-FFF2-40B4-BE49-F238E27FC236}">
                  <a16:creationId xmlns:a16="http://schemas.microsoft.com/office/drawing/2014/main" id="{E2159236-5A31-6304-598C-8E0C558145F9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0" name="직사각형 499">
              <a:extLst>
                <a:ext uri="{FF2B5EF4-FFF2-40B4-BE49-F238E27FC236}">
                  <a16:creationId xmlns:a16="http://schemas.microsoft.com/office/drawing/2014/main" id="{3F45A6D5-A3D9-4869-DCBC-5DE5D0CFABBD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1" name="직사각형 500">
              <a:extLst>
                <a:ext uri="{FF2B5EF4-FFF2-40B4-BE49-F238E27FC236}">
                  <a16:creationId xmlns:a16="http://schemas.microsoft.com/office/drawing/2014/main" id="{BD674175-7C0B-1014-1FD4-3D3BD30F2610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2" name="직사각형 501">
              <a:extLst>
                <a:ext uri="{FF2B5EF4-FFF2-40B4-BE49-F238E27FC236}">
                  <a16:creationId xmlns:a16="http://schemas.microsoft.com/office/drawing/2014/main" id="{E8086F65-FE1A-ECB3-AEC9-434EC493F41A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3" name="직사각형 502">
              <a:extLst>
                <a:ext uri="{FF2B5EF4-FFF2-40B4-BE49-F238E27FC236}">
                  <a16:creationId xmlns:a16="http://schemas.microsoft.com/office/drawing/2014/main" id="{AF4D6723-47E7-031F-C0C6-CB371E3415D1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4" name="직사각형 503">
              <a:extLst>
                <a:ext uri="{FF2B5EF4-FFF2-40B4-BE49-F238E27FC236}">
                  <a16:creationId xmlns:a16="http://schemas.microsoft.com/office/drawing/2014/main" id="{119B00B5-30FF-9FA7-5D46-E18743145BF5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5" name="직사각형 504">
              <a:extLst>
                <a:ext uri="{FF2B5EF4-FFF2-40B4-BE49-F238E27FC236}">
                  <a16:creationId xmlns:a16="http://schemas.microsoft.com/office/drawing/2014/main" id="{614365D1-85DC-8E5C-3FD8-4AA79F4B68E2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6" name="직사각형 505">
              <a:extLst>
                <a:ext uri="{FF2B5EF4-FFF2-40B4-BE49-F238E27FC236}">
                  <a16:creationId xmlns:a16="http://schemas.microsoft.com/office/drawing/2014/main" id="{D55852AB-057A-2561-6D2B-1FD24899F102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7" name="직사각형 506">
              <a:extLst>
                <a:ext uri="{FF2B5EF4-FFF2-40B4-BE49-F238E27FC236}">
                  <a16:creationId xmlns:a16="http://schemas.microsoft.com/office/drawing/2014/main" id="{4DE8DC69-BD71-CF79-5FAC-BA00BFC7F61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8" name="직사각형 507">
              <a:extLst>
                <a:ext uri="{FF2B5EF4-FFF2-40B4-BE49-F238E27FC236}">
                  <a16:creationId xmlns:a16="http://schemas.microsoft.com/office/drawing/2014/main" id="{2C997D9E-31EB-33AD-F4F3-B5097621A88C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9" name="직사각형 508">
              <a:extLst>
                <a:ext uri="{FF2B5EF4-FFF2-40B4-BE49-F238E27FC236}">
                  <a16:creationId xmlns:a16="http://schemas.microsoft.com/office/drawing/2014/main" id="{F96A96C3-8151-F96B-FE33-07F6253FC53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0" name="직사각형 509">
              <a:extLst>
                <a:ext uri="{FF2B5EF4-FFF2-40B4-BE49-F238E27FC236}">
                  <a16:creationId xmlns:a16="http://schemas.microsoft.com/office/drawing/2014/main" id="{29D49E46-92D7-9D7A-C804-C1A78D78F408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1" name="직사각형 510">
              <a:extLst>
                <a:ext uri="{FF2B5EF4-FFF2-40B4-BE49-F238E27FC236}">
                  <a16:creationId xmlns:a16="http://schemas.microsoft.com/office/drawing/2014/main" id="{CC7A0602-5D0A-2F35-B74C-A57FD89B2260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2" name="직사각형 511">
              <a:extLst>
                <a:ext uri="{FF2B5EF4-FFF2-40B4-BE49-F238E27FC236}">
                  <a16:creationId xmlns:a16="http://schemas.microsoft.com/office/drawing/2014/main" id="{02B8DFA9-0DA1-9620-D529-F85A046BBF26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3" name="직사각형 512">
              <a:extLst>
                <a:ext uri="{FF2B5EF4-FFF2-40B4-BE49-F238E27FC236}">
                  <a16:creationId xmlns:a16="http://schemas.microsoft.com/office/drawing/2014/main" id="{CE08D1DC-CF34-25F3-F095-948B8EF3BEB8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3961AE73-C50C-FB32-6B6C-A4512D1B37EA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515" name="직사각형 514">
            <a:extLst>
              <a:ext uri="{FF2B5EF4-FFF2-40B4-BE49-F238E27FC236}">
                <a16:creationId xmlns:a16="http://schemas.microsoft.com/office/drawing/2014/main" id="{B90FABF4-580C-FC13-885C-F594B00EF15A}"/>
              </a:ext>
            </a:extLst>
          </p:cNvPr>
          <p:cNvSpPr/>
          <p:nvPr/>
        </p:nvSpPr>
        <p:spPr>
          <a:xfrm>
            <a:off x="4166620" y="111106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516" name="그룹 515">
            <a:extLst>
              <a:ext uri="{FF2B5EF4-FFF2-40B4-BE49-F238E27FC236}">
                <a16:creationId xmlns:a16="http://schemas.microsoft.com/office/drawing/2014/main" id="{2FE5C92D-914E-91CB-5A23-86E224978E53}"/>
              </a:ext>
            </a:extLst>
          </p:cNvPr>
          <p:cNvGrpSpPr/>
          <p:nvPr/>
        </p:nvGrpSpPr>
        <p:grpSpPr>
          <a:xfrm>
            <a:off x="4199576" y="1349105"/>
            <a:ext cx="985383" cy="907580"/>
            <a:chOff x="1676492" y="834749"/>
            <a:chExt cx="1698897" cy="907580"/>
          </a:xfrm>
        </p:grpSpPr>
        <p:sp>
          <p:nvSpPr>
            <p:cNvPr id="517" name="직사각형 516">
              <a:extLst>
                <a:ext uri="{FF2B5EF4-FFF2-40B4-BE49-F238E27FC236}">
                  <a16:creationId xmlns:a16="http://schemas.microsoft.com/office/drawing/2014/main" id="{3982942E-5579-9CB5-BB36-765D538278B7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7D260FB4-7BF8-368C-6E83-B66BF50F9563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19" name="직사각형 518">
              <a:extLst>
                <a:ext uri="{FF2B5EF4-FFF2-40B4-BE49-F238E27FC236}">
                  <a16:creationId xmlns:a16="http://schemas.microsoft.com/office/drawing/2014/main" id="{A71E395C-2EDE-B3F2-A91F-4D53DBAC298D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0" name="직사각형 519">
              <a:extLst>
                <a:ext uri="{FF2B5EF4-FFF2-40B4-BE49-F238E27FC236}">
                  <a16:creationId xmlns:a16="http://schemas.microsoft.com/office/drawing/2014/main" id="{2352FEAC-3952-3FF6-4C93-916A23498453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1" name="직사각형 520">
              <a:extLst>
                <a:ext uri="{FF2B5EF4-FFF2-40B4-BE49-F238E27FC236}">
                  <a16:creationId xmlns:a16="http://schemas.microsoft.com/office/drawing/2014/main" id="{2976CBD8-2E67-531C-DCFB-8920770D6AC4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FC13184F-C924-2BF7-BCF8-5F065E7CBCD8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3" name="직사각형 522">
              <a:extLst>
                <a:ext uri="{FF2B5EF4-FFF2-40B4-BE49-F238E27FC236}">
                  <a16:creationId xmlns:a16="http://schemas.microsoft.com/office/drawing/2014/main" id="{07475BDC-A8C1-FEF5-222C-B31CC1042D3D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592C0653-B86A-A7AF-5209-260B413FD697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5" name="직사각형 524">
              <a:extLst>
                <a:ext uri="{FF2B5EF4-FFF2-40B4-BE49-F238E27FC236}">
                  <a16:creationId xmlns:a16="http://schemas.microsoft.com/office/drawing/2014/main" id="{AFF00C04-1624-148A-A277-B4564F088493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A4A052E6-B7DA-E8F1-5B95-96C4DE693BD0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7" name="직사각형 526">
              <a:extLst>
                <a:ext uri="{FF2B5EF4-FFF2-40B4-BE49-F238E27FC236}">
                  <a16:creationId xmlns:a16="http://schemas.microsoft.com/office/drawing/2014/main" id="{58EC3753-903A-BFA1-EF67-F046965C14A8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8" name="직사각형 527">
              <a:extLst>
                <a:ext uri="{FF2B5EF4-FFF2-40B4-BE49-F238E27FC236}">
                  <a16:creationId xmlns:a16="http://schemas.microsoft.com/office/drawing/2014/main" id="{FE9A63BA-B355-F10E-7242-799D8D07574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29" name="직사각형 528">
              <a:extLst>
                <a:ext uri="{FF2B5EF4-FFF2-40B4-BE49-F238E27FC236}">
                  <a16:creationId xmlns:a16="http://schemas.microsoft.com/office/drawing/2014/main" id="{484F8FB9-EE20-B107-4549-03EF613F680C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0" name="직사각형 529">
              <a:extLst>
                <a:ext uri="{FF2B5EF4-FFF2-40B4-BE49-F238E27FC236}">
                  <a16:creationId xmlns:a16="http://schemas.microsoft.com/office/drawing/2014/main" id="{CE62BB56-2223-F116-D942-09CE7BCE1F89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1" name="직사각형 530">
              <a:extLst>
                <a:ext uri="{FF2B5EF4-FFF2-40B4-BE49-F238E27FC236}">
                  <a16:creationId xmlns:a16="http://schemas.microsoft.com/office/drawing/2014/main" id="{1929A72B-E203-C2B7-F493-D1C33828E95C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2" name="직사각형 531">
              <a:extLst>
                <a:ext uri="{FF2B5EF4-FFF2-40B4-BE49-F238E27FC236}">
                  <a16:creationId xmlns:a16="http://schemas.microsoft.com/office/drawing/2014/main" id="{2F7C897F-7535-70DB-489F-292E894F303E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3" name="직사각형 532">
              <a:extLst>
                <a:ext uri="{FF2B5EF4-FFF2-40B4-BE49-F238E27FC236}">
                  <a16:creationId xmlns:a16="http://schemas.microsoft.com/office/drawing/2014/main" id="{82C54ACB-C84A-F06E-E521-9EB63F0C4500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4" name="직사각형 533">
              <a:extLst>
                <a:ext uri="{FF2B5EF4-FFF2-40B4-BE49-F238E27FC236}">
                  <a16:creationId xmlns:a16="http://schemas.microsoft.com/office/drawing/2014/main" id="{41E140AF-5BE4-9026-232B-854EFC8B3F4D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5" name="직사각형 534">
              <a:extLst>
                <a:ext uri="{FF2B5EF4-FFF2-40B4-BE49-F238E27FC236}">
                  <a16:creationId xmlns:a16="http://schemas.microsoft.com/office/drawing/2014/main" id="{EAC138EA-2CCC-9E40-257B-5D2D0DFEC9F4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6" name="직사각형 535">
              <a:extLst>
                <a:ext uri="{FF2B5EF4-FFF2-40B4-BE49-F238E27FC236}">
                  <a16:creationId xmlns:a16="http://schemas.microsoft.com/office/drawing/2014/main" id="{64B5DD21-B932-C0ED-8ED9-B2D84DDA8FAE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37" name="직사각형 536">
              <a:extLst>
                <a:ext uri="{FF2B5EF4-FFF2-40B4-BE49-F238E27FC236}">
                  <a16:creationId xmlns:a16="http://schemas.microsoft.com/office/drawing/2014/main" id="{93E9EA3E-665A-3FEF-AA7C-A89912DA87AB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538" name="직사각형 537">
            <a:extLst>
              <a:ext uri="{FF2B5EF4-FFF2-40B4-BE49-F238E27FC236}">
                <a16:creationId xmlns:a16="http://schemas.microsoft.com/office/drawing/2014/main" id="{7A6CCB2B-E388-22E2-3140-A5F64240CF47}"/>
              </a:ext>
            </a:extLst>
          </p:cNvPr>
          <p:cNvSpPr/>
          <p:nvPr/>
        </p:nvSpPr>
        <p:spPr>
          <a:xfrm>
            <a:off x="3113169" y="254490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539" name="그룹 538">
            <a:extLst>
              <a:ext uri="{FF2B5EF4-FFF2-40B4-BE49-F238E27FC236}">
                <a16:creationId xmlns:a16="http://schemas.microsoft.com/office/drawing/2014/main" id="{0C04BA28-8646-FD98-4641-0E02F685A730}"/>
              </a:ext>
            </a:extLst>
          </p:cNvPr>
          <p:cNvGrpSpPr/>
          <p:nvPr/>
        </p:nvGrpSpPr>
        <p:grpSpPr>
          <a:xfrm>
            <a:off x="3146124" y="2782945"/>
            <a:ext cx="985383" cy="907580"/>
            <a:chOff x="1676492" y="834749"/>
            <a:chExt cx="1698897" cy="907580"/>
          </a:xfrm>
        </p:grpSpPr>
        <p:sp>
          <p:nvSpPr>
            <p:cNvPr id="540" name="직사각형 539">
              <a:extLst>
                <a:ext uri="{FF2B5EF4-FFF2-40B4-BE49-F238E27FC236}">
                  <a16:creationId xmlns:a16="http://schemas.microsoft.com/office/drawing/2014/main" id="{4E9726F1-E83A-F025-4019-277A95A06170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1" name="직사각형 540">
              <a:extLst>
                <a:ext uri="{FF2B5EF4-FFF2-40B4-BE49-F238E27FC236}">
                  <a16:creationId xmlns:a16="http://schemas.microsoft.com/office/drawing/2014/main" id="{C5171D11-54E2-831A-97C2-EE20D94553A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2" name="직사각형 541">
              <a:extLst>
                <a:ext uri="{FF2B5EF4-FFF2-40B4-BE49-F238E27FC236}">
                  <a16:creationId xmlns:a16="http://schemas.microsoft.com/office/drawing/2014/main" id="{66094EA7-9FF5-E276-1DD5-D0329AD82F40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3" name="직사각형 542">
              <a:extLst>
                <a:ext uri="{FF2B5EF4-FFF2-40B4-BE49-F238E27FC236}">
                  <a16:creationId xmlns:a16="http://schemas.microsoft.com/office/drawing/2014/main" id="{B17C9073-74B9-F306-AEC2-B2444AFBE69C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4" name="직사각형 543">
              <a:extLst>
                <a:ext uri="{FF2B5EF4-FFF2-40B4-BE49-F238E27FC236}">
                  <a16:creationId xmlns:a16="http://schemas.microsoft.com/office/drawing/2014/main" id="{E642F41B-484E-3D0E-9307-A552FEB4EF87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5" name="직사각형 544">
              <a:extLst>
                <a:ext uri="{FF2B5EF4-FFF2-40B4-BE49-F238E27FC236}">
                  <a16:creationId xmlns:a16="http://schemas.microsoft.com/office/drawing/2014/main" id="{A09A8FFE-C7DD-AB34-2130-71DA412A9BBC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C6595C7D-4B5E-AB60-6B3F-11B69889948C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7" name="직사각형 546">
              <a:extLst>
                <a:ext uri="{FF2B5EF4-FFF2-40B4-BE49-F238E27FC236}">
                  <a16:creationId xmlns:a16="http://schemas.microsoft.com/office/drawing/2014/main" id="{038F142C-A2E1-11A6-A426-583C5AC9C132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8" name="직사각형 547">
              <a:extLst>
                <a:ext uri="{FF2B5EF4-FFF2-40B4-BE49-F238E27FC236}">
                  <a16:creationId xmlns:a16="http://schemas.microsoft.com/office/drawing/2014/main" id="{37884218-0432-DB3E-7494-53A84F9EE2D1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49" name="직사각형 548">
              <a:extLst>
                <a:ext uri="{FF2B5EF4-FFF2-40B4-BE49-F238E27FC236}">
                  <a16:creationId xmlns:a16="http://schemas.microsoft.com/office/drawing/2014/main" id="{984F3AC8-E233-8327-2ED9-9D5AD52AF278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0" name="직사각형 549">
              <a:extLst>
                <a:ext uri="{FF2B5EF4-FFF2-40B4-BE49-F238E27FC236}">
                  <a16:creationId xmlns:a16="http://schemas.microsoft.com/office/drawing/2014/main" id="{CB80649B-4DD3-14AF-D273-EE3817326E64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1" name="직사각형 550">
              <a:extLst>
                <a:ext uri="{FF2B5EF4-FFF2-40B4-BE49-F238E27FC236}">
                  <a16:creationId xmlns:a16="http://schemas.microsoft.com/office/drawing/2014/main" id="{16E69B7A-3587-16FA-7945-AF738244CF72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2" name="직사각형 551">
              <a:extLst>
                <a:ext uri="{FF2B5EF4-FFF2-40B4-BE49-F238E27FC236}">
                  <a16:creationId xmlns:a16="http://schemas.microsoft.com/office/drawing/2014/main" id="{BC46E343-764A-5242-2F91-8880BC50AED3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27FAC482-2EA9-58D6-BA51-F2357318A7C8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4" name="직사각형 553">
              <a:extLst>
                <a:ext uri="{FF2B5EF4-FFF2-40B4-BE49-F238E27FC236}">
                  <a16:creationId xmlns:a16="http://schemas.microsoft.com/office/drawing/2014/main" id="{D28A36E7-4025-AC20-7981-56FC2E719218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5" name="직사각형 554">
              <a:extLst>
                <a:ext uri="{FF2B5EF4-FFF2-40B4-BE49-F238E27FC236}">
                  <a16:creationId xmlns:a16="http://schemas.microsoft.com/office/drawing/2014/main" id="{3FD1A3A5-1FB2-38F5-4E5C-01AD7179DBF4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6" name="직사각형 555">
              <a:extLst>
                <a:ext uri="{FF2B5EF4-FFF2-40B4-BE49-F238E27FC236}">
                  <a16:creationId xmlns:a16="http://schemas.microsoft.com/office/drawing/2014/main" id="{07BF93C0-E11A-E7BE-CB28-B9B1FDA3665B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7" name="직사각형 556">
              <a:extLst>
                <a:ext uri="{FF2B5EF4-FFF2-40B4-BE49-F238E27FC236}">
                  <a16:creationId xmlns:a16="http://schemas.microsoft.com/office/drawing/2014/main" id="{DECEB263-5CC3-93AD-88C8-027870E27662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8" name="직사각형 557">
              <a:extLst>
                <a:ext uri="{FF2B5EF4-FFF2-40B4-BE49-F238E27FC236}">
                  <a16:creationId xmlns:a16="http://schemas.microsoft.com/office/drawing/2014/main" id="{3DEE05BA-B9CC-4D94-5A90-E0BCE391D626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59" name="직사각형 558">
              <a:extLst>
                <a:ext uri="{FF2B5EF4-FFF2-40B4-BE49-F238E27FC236}">
                  <a16:creationId xmlns:a16="http://schemas.microsoft.com/office/drawing/2014/main" id="{C3B25503-E139-2EE0-2CEB-2ABB39B669B2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0" name="직사각형 559">
              <a:extLst>
                <a:ext uri="{FF2B5EF4-FFF2-40B4-BE49-F238E27FC236}">
                  <a16:creationId xmlns:a16="http://schemas.microsoft.com/office/drawing/2014/main" id="{83384C96-FF2F-EF36-96D6-15C5067FF08C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561" name="직사각형 560">
            <a:extLst>
              <a:ext uri="{FF2B5EF4-FFF2-40B4-BE49-F238E27FC236}">
                <a16:creationId xmlns:a16="http://schemas.microsoft.com/office/drawing/2014/main" id="{4902D7E3-BB56-01D2-0517-4573E1CCD5E4}"/>
              </a:ext>
            </a:extLst>
          </p:cNvPr>
          <p:cNvSpPr/>
          <p:nvPr/>
        </p:nvSpPr>
        <p:spPr>
          <a:xfrm>
            <a:off x="4166620" y="2544900"/>
            <a:ext cx="1053452" cy="1195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562" name="그룹 561">
            <a:extLst>
              <a:ext uri="{FF2B5EF4-FFF2-40B4-BE49-F238E27FC236}">
                <a16:creationId xmlns:a16="http://schemas.microsoft.com/office/drawing/2014/main" id="{3141F01F-BBC3-2CD2-9AFF-635B630DC831}"/>
              </a:ext>
            </a:extLst>
          </p:cNvPr>
          <p:cNvGrpSpPr/>
          <p:nvPr/>
        </p:nvGrpSpPr>
        <p:grpSpPr>
          <a:xfrm>
            <a:off x="4199576" y="2782945"/>
            <a:ext cx="985383" cy="907580"/>
            <a:chOff x="1676492" y="834749"/>
            <a:chExt cx="1698897" cy="907580"/>
          </a:xfrm>
        </p:grpSpPr>
        <p:sp>
          <p:nvSpPr>
            <p:cNvPr id="563" name="직사각형 562">
              <a:extLst>
                <a:ext uri="{FF2B5EF4-FFF2-40B4-BE49-F238E27FC236}">
                  <a16:creationId xmlns:a16="http://schemas.microsoft.com/office/drawing/2014/main" id="{53F838A7-DA0B-F25D-84C0-E4D4E25CB795}"/>
                </a:ext>
              </a:extLst>
            </p:cNvPr>
            <p:cNvSpPr/>
            <p:nvPr/>
          </p:nvSpPr>
          <p:spPr>
            <a:xfrm rot="16200000">
              <a:off x="1344784" y="1166457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4" name="직사각형 563">
              <a:extLst>
                <a:ext uri="{FF2B5EF4-FFF2-40B4-BE49-F238E27FC236}">
                  <a16:creationId xmlns:a16="http://schemas.microsoft.com/office/drawing/2014/main" id="{3C5F4EB5-7A30-065B-F701-9AB5BFF8B72E}"/>
                </a:ext>
              </a:extLst>
            </p:cNvPr>
            <p:cNvSpPr/>
            <p:nvPr/>
          </p:nvSpPr>
          <p:spPr>
            <a:xfrm rot="16200000">
              <a:off x="1648821" y="118281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5" name="직사각형 564">
              <a:extLst>
                <a:ext uri="{FF2B5EF4-FFF2-40B4-BE49-F238E27FC236}">
                  <a16:creationId xmlns:a16="http://schemas.microsoft.com/office/drawing/2014/main" id="{001BC36E-F23A-4B2D-CB2E-B82FBFEB7464}"/>
                </a:ext>
              </a:extLst>
            </p:cNvPr>
            <p:cNvSpPr/>
            <p:nvPr/>
          </p:nvSpPr>
          <p:spPr>
            <a:xfrm rot="16200000">
              <a:off x="1648823" y="1480580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6" name="직사각형 565">
              <a:extLst>
                <a:ext uri="{FF2B5EF4-FFF2-40B4-BE49-F238E27FC236}">
                  <a16:creationId xmlns:a16="http://schemas.microsoft.com/office/drawing/2014/main" id="{3C1A7BF4-EBC4-E9EE-1ED9-F1C1247A70E8}"/>
                </a:ext>
              </a:extLst>
            </p:cNvPr>
            <p:cNvSpPr/>
            <p:nvPr/>
          </p:nvSpPr>
          <p:spPr>
            <a:xfrm rot="16200000">
              <a:off x="1587239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7" name="직사각형 566">
              <a:extLst>
                <a:ext uri="{FF2B5EF4-FFF2-40B4-BE49-F238E27FC236}">
                  <a16:creationId xmlns:a16="http://schemas.microsoft.com/office/drawing/2014/main" id="{7824823B-741B-5F89-7070-6E307FC09FF3}"/>
                </a:ext>
              </a:extLst>
            </p:cNvPr>
            <p:cNvSpPr/>
            <p:nvPr/>
          </p:nvSpPr>
          <p:spPr>
            <a:xfrm rot="16200000">
              <a:off x="1891276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8" name="직사각형 567">
              <a:extLst>
                <a:ext uri="{FF2B5EF4-FFF2-40B4-BE49-F238E27FC236}">
                  <a16:creationId xmlns:a16="http://schemas.microsoft.com/office/drawing/2014/main" id="{A8258C7A-C334-C476-2219-5D1CB2127F45}"/>
                </a:ext>
              </a:extLst>
            </p:cNvPr>
            <p:cNvSpPr/>
            <p:nvPr/>
          </p:nvSpPr>
          <p:spPr>
            <a:xfrm rot="16200000">
              <a:off x="1891278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69" name="직사각형 568">
              <a:extLst>
                <a:ext uri="{FF2B5EF4-FFF2-40B4-BE49-F238E27FC236}">
                  <a16:creationId xmlns:a16="http://schemas.microsoft.com/office/drawing/2014/main" id="{1334AB1E-C733-EAC2-8FAD-F5A8CF5B531F}"/>
                </a:ext>
              </a:extLst>
            </p:cNvPr>
            <p:cNvSpPr/>
            <p:nvPr/>
          </p:nvSpPr>
          <p:spPr>
            <a:xfrm rot="16200000">
              <a:off x="1829694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0" name="직사각형 569">
              <a:extLst>
                <a:ext uri="{FF2B5EF4-FFF2-40B4-BE49-F238E27FC236}">
                  <a16:creationId xmlns:a16="http://schemas.microsoft.com/office/drawing/2014/main" id="{D9F7C236-143B-DF9B-C6A8-6B65A353E3DE}"/>
                </a:ext>
              </a:extLst>
            </p:cNvPr>
            <p:cNvSpPr/>
            <p:nvPr/>
          </p:nvSpPr>
          <p:spPr>
            <a:xfrm rot="16200000">
              <a:off x="2133731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1" name="직사각형 570">
              <a:extLst>
                <a:ext uri="{FF2B5EF4-FFF2-40B4-BE49-F238E27FC236}">
                  <a16:creationId xmlns:a16="http://schemas.microsoft.com/office/drawing/2014/main" id="{46123411-53E1-188F-FB53-22B30C291F8B}"/>
                </a:ext>
              </a:extLst>
            </p:cNvPr>
            <p:cNvSpPr/>
            <p:nvPr/>
          </p:nvSpPr>
          <p:spPr>
            <a:xfrm rot="16200000">
              <a:off x="2133733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2" name="직사각형 571">
              <a:extLst>
                <a:ext uri="{FF2B5EF4-FFF2-40B4-BE49-F238E27FC236}">
                  <a16:creationId xmlns:a16="http://schemas.microsoft.com/office/drawing/2014/main" id="{D2DB90A6-99A2-6D9E-B061-EF0865879774}"/>
                </a:ext>
              </a:extLst>
            </p:cNvPr>
            <p:cNvSpPr/>
            <p:nvPr/>
          </p:nvSpPr>
          <p:spPr>
            <a:xfrm rot="16200000">
              <a:off x="2072150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3" name="직사각형 572">
              <a:extLst>
                <a:ext uri="{FF2B5EF4-FFF2-40B4-BE49-F238E27FC236}">
                  <a16:creationId xmlns:a16="http://schemas.microsoft.com/office/drawing/2014/main" id="{A1FF18F6-5646-DB35-187C-838248C6C617}"/>
                </a:ext>
              </a:extLst>
            </p:cNvPr>
            <p:cNvSpPr/>
            <p:nvPr/>
          </p:nvSpPr>
          <p:spPr>
            <a:xfrm rot="16200000">
              <a:off x="2376187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4" name="직사각형 573">
              <a:extLst>
                <a:ext uri="{FF2B5EF4-FFF2-40B4-BE49-F238E27FC236}">
                  <a16:creationId xmlns:a16="http://schemas.microsoft.com/office/drawing/2014/main" id="{AE8DAAA1-934B-7554-02B6-544ED23493ED}"/>
                </a:ext>
              </a:extLst>
            </p:cNvPr>
            <p:cNvSpPr/>
            <p:nvPr/>
          </p:nvSpPr>
          <p:spPr>
            <a:xfrm rot="16200000">
              <a:off x="2376189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5" name="직사각형 574">
              <a:extLst>
                <a:ext uri="{FF2B5EF4-FFF2-40B4-BE49-F238E27FC236}">
                  <a16:creationId xmlns:a16="http://schemas.microsoft.com/office/drawing/2014/main" id="{7CDB4ACC-9D9B-4ED2-2CC5-1E3E5700B897}"/>
                </a:ext>
              </a:extLst>
            </p:cNvPr>
            <p:cNvSpPr/>
            <p:nvPr/>
          </p:nvSpPr>
          <p:spPr>
            <a:xfrm rot="16200000">
              <a:off x="2314606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6" name="직사각형 575">
              <a:extLst>
                <a:ext uri="{FF2B5EF4-FFF2-40B4-BE49-F238E27FC236}">
                  <a16:creationId xmlns:a16="http://schemas.microsoft.com/office/drawing/2014/main" id="{7582D269-F6E7-0E5E-9598-EC47697D08BC}"/>
                </a:ext>
              </a:extLst>
            </p:cNvPr>
            <p:cNvSpPr/>
            <p:nvPr/>
          </p:nvSpPr>
          <p:spPr>
            <a:xfrm rot="16200000">
              <a:off x="2618643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7" name="직사각형 576">
              <a:extLst>
                <a:ext uri="{FF2B5EF4-FFF2-40B4-BE49-F238E27FC236}">
                  <a16:creationId xmlns:a16="http://schemas.microsoft.com/office/drawing/2014/main" id="{6835ADBF-E5F7-9F0D-E866-468012EDD25B}"/>
                </a:ext>
              </a:extLst>
            </p:cNvPr>
            <p:cNvSpPr/>
            <p:nvPr/>
          </p:nvSpPr>
          <p:spPr>
            <a:xfrm rot="16200000">
              <a:off x="2618645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8" name="직사각형 577">
              <a:extLst>
                <a:ext uri="{FF2B5EF4-FFF2-40B4-BE49-F238E27FC236}">
                  <a16:creationId xmlns:a16="http://schemas.microsoft.com/office/drawing/2014/main" id="{8ADA028D-51B1-20D1-C909-6A7479E353E9}"/>
                </a:ext>
              </a:extLst>
            </p:cNvPr>
            <p:cNvSpPr/>
            <p:nvPr/>
          </p:nvSpPr>
          <p:spPr>
            <a:xfrm rot="16200000">
              <a:off x="2557061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9" name="직사각형 578">
              <a:extLst>
                <a:ext uri="{FF2B5EF4-FFF2-40B4-BE49-F238E27FC236}">
                  <a16:creationId xmlns:a16="http://schemas.microsoft.com/office/drawing/2014/main" id="{1A4CEA9C-AF2A-1835-BA6D-4B8F20BEC4CE}"/>
                </a:ext>
              </a:extLst>
            </p:cNvPr>
            <p:cNvSpPr/>
            <p:nvPr/>
          </p:nvSpPr>
          <p:spPr>
            <a:xfrm rot="16200000">
              <a:off x="2861098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0" name="직사각형 579">
              <a:extLst>
                <a:ext uri="{FF2B5EF4-FFF2-40B4-BE49-F238E27FC236}">
                  <a16:creationId xmlns:a16="http://schemas.microsoft.com/office/drawing/2014/main" id="{E28AD7FA-FBB1-2994-8756-5FBD6EAAA7D9}"/>
                </a:ext>
              </a:extLst>
            </p:cNvPr>
            <p:cNvSpPr/>
            <p:nvPr/>
          </p:nvSpPr>
          <p:spPr>
            <a:xfrm rot="16200000">
              <a:off x="2861100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1" name="직사각형 580">
              <a:extLst>
                <a:ext uri="{FF2B5EF4-FFF2-40B4-BE49-F238E27FC236}">
                  <a16:creationId xmlns:a16="http://schemas.microsoft.com/office/drawing/2014/main" id="{25A2A839-2CBA-CCB7-933D-4F1FB59D67F2}"/>
                </a:ext>
              </a:extLst>
            </p:cNvPr>
            <p:cNvSpPr/>
            <p:nvPr/>
          </p:nvSpPr>
          <p:spPr>
            <a:xfrm rot="16200000">
              <a:off x="2799517" y="1166458"/>
              <a:ext cx="907579" cy="24416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kumimoji="1" lang="en-US" altLang="ko-KR" sz="600">
                  <a:solidFill>
                    <a:schemeClr val="tx1"/>
                  </a:solidFill>
                </a:rPr>
                <a:t>TPC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2" name="직사각형 581">
              <a:extLst>
                <a:ext uri="{FF2B5EF4-FFF2-40B4-BE49-F238E27FC236}">
                  <a16:creationId xmlns:a16="http://schemas.microsoft.com/office/drawing/2014/main" id="{744C03BD-F7C7-E43E-6093-AB0081D58575}"/>
                </a:ext>
              </a:extLst>
            </p:cNvPr>
            <p:cNvSpPr/>
            <p:nvPr/>
          </p:nvSpPr>
          <p:spPr>
            <a:xfrm rot="16200000">
              <a:off x="3103554" y="118281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3" name="직사각형 582">
              <a:extLst>
                <a:ext uri="{FF2B5EF4-FFF2-40B4-BE49-F238E27FC236}">
                  <a16:creationId xmlns:a16="http://schemas.microsoft.com/office/drawing/2014/main" id="{1A696F00-DBCD-023F-3E2F-C746E9D56F8F}"/>
                </a:ext>
              </a:extLst>
            </p:cNvPr>
            <p:cNvSpPr/>
            <p:nvPr/>
          </p:nvSpPr>
          <p:spPr>
            <a:xfrm rot="16200000">
              <a:off x="3103556" y="1480581"/>
              <a:ext cx="299506" cy="144016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587" name="직사각형 586">
            <a:extLst>
              <a:ext uri="{FF2B5EF4-FFF2-40B4-BE49-F238E27FC236}">
                <a16:creationId xmlns:a16="http://schemas.microsoft.com/office/drawing/2014/main" id="{01A1D30B-3B9D-672C-2A4A-7358BD857D07}"/>
              </a:ext>
            </a:extLst>
          </p:cNvPr>
          <p:cNvSpPr/>
          <p:nvPr/>
        </p:nvSpPr>
        <p:spPr>
          <a:xfrm>
            <a:off x="5273409" y="254490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89" name="직사각형 588">
            <a:extLst>
              <a:ext uri="{FF2B5EF4-FFF2-40B4-BE49-F238E27FC236}">
                <a16:creationId xmlns:a16="http://schemas.microsoft.com/office/drawing/2014/main" id="{1C29C26C-F4A3-D22A-5E3E-713522E786DD}"/>
              </a:ext>
            </a:extLst>
          </p:cNvPr>
          <p:cNvSpPr/>
          <p:nvPr/>
        </p:nvSpPr>
        <p:spPr>
          <a:xfrm>
            <a:off x="5273409" y="2097273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2" name="직사각형 591">
            <a:extLst>
              <a:ext uri="{FF2B5EF4-FFF2-40B4-BE49-F238E27FC236}">
                <a16:creationId xmlns:a16="http://schemas.microsoft.com/office/drawing/2014/main" id="{198258DD-98C1-4195-0457-0895E4B88FBC}"/>
              </a:ext>
            </a:extLst>
          </p:cNvPr>
          <p:cNvSpPr/>
          <p:nvPr/>
        </p:nvSpPr>
        <p:spPr>
          <a:xfrm>
            <a:off x="300905" y="483518"/>
            <a:ext cx="5517854" cy="410445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H100 GPU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8" name="직사각형 597">
            <a:extLst>
              <a:ext uri="{FF2B5EF4-FFF2-40B4-BE49-F238E27FC236}">
                <a16:creationId xmlns:a16="http://schemas.microsoft.com/office/drawing/2014/main" id="{67DF6279-8F59-7CC6-D3EE-FC96982D07DD}"/>
              </a:ext>
            </a:extLst>
          </p:cNvPr>
          <p:cNvSpPr/>
          <p:nvPr/>
        </p:nvSpPr>
        <p:spPr>
          <a:xfrm rot="16200000">
            <a:off x="5594945" y="2321088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599" name="직사각형 598">
            <a:extLst>
              <a:ext uri="{FF2B5EF4-FFF2-40B4-BE49-F238E27FC236}">
                <a16:creationId xmlns:a16="http://schemas.microsoft.com/office/drawing/2014/main" id="{2DD5AB6C-32DA-156E-A233-047EFA0B1C01}"/>
              </a:ext>
            </a:extLst>
          </p:cNvPr>
          <p:cNvSpPr/>
          <p:nvPr/>
        </p:nvSpPr>
        <p:spPr>
          <a:xfrm>
            <a:off x="5273409" y="1558687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0" name="직사각형 599">
            <a:extLst>
              <a:ext uri="{FF2B5EF4-FFF2-40B4-BE49-F238E27FC236}">
                <a16:creationId xmlns:a16="http://schemas.microsoft.com/office/drawing/2014/main" id="{CE1DC067-34FB-EDDD-0699-3D4D7DEB78CD}"/>
              </a:ext>
            </a:extLst>
          </p:cNvPr>
          <p:cNvSpPr/>
          <p:nvPr/>
        </p:nvSpPr>
        <p:spPr>
          <a:xfrm>
            <a:off x="5273409" y="111106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1" name="직사각형 600">
            <a:extLst>
              <a:ext uri="{FF2B5EF4-FFF2-40B4-BE49-F238E27FC236}">
                <a16:creationId xmlns:a16="http://schemas.microsoft.com/office/drawing/2014/main" id="{62C8165B-9742-6AF9-41FD-2EEECA8AAC22}"/>
              </a:ext>
            </a:extLst>
          </p:cNvPr>
          <p:cNvSpPr/>
          <p:nvPr/>
        </p:nvSpPr>
        <p:spPr>
          <a:xfrm rot="16200000">
            <a:off x="5594945" y="1334875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8" name="직사각형 607">
            <a:extLst>
              <a:ext uri="{FF2B5EF4-FFF2-40B4-BE49-F238E27FC236}">
                <a16:creationId xmlns:a16="http://schemas.microsoft.com/office/drawing/2014/main" id="{DF937D1E-8098-8C5D-24D8-E98668A5ECC8}"/>
              </a:ext>
            </a:extLst>
          </p:cNvPr>
          <p:cNvSpPr/>
          <p:nvPr/>
        </p:nvSpPr>
        <p:spPr>
          <a:xfrm>
            <a:off x="5273409" y="3515549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09" name="직사각형 608">
            <a:extLst>
              <a:ext uri="{FF2B5EF4-FFF2-40B4-BE49-F238E27FC236}">
                <a16:creationId xmlns:a16="http://schemas.microsoft.com/office/drawing/2014/main" id="{68188D6B-9F81-C7EA-BDCA-3C8409B9A4E9}"/>
              </a:ext>
            </a:extLst>
          </p:cNvPr>
          <p:cNvSpPr/>
          <p:nvPr/>
        </p:nvSpPr>
        <p:spPr>
          <a:xfrm>
            <a:off x="5273409" y="306792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0" name="직사각형 609">
            <a:extLst>
              <a:ext uri="{FF2B5EF4-FFF2-40B4-BE49-F238E27FC236}">
                <a16:creationId xmlns:a16="http://schemas.microsoft.com/office/drawing/2014/main" id="{1860C728-4D3B-A524-C45A-CEB279A53DAD}"/>
              </a:ext>
            </a:extLst>
          </p:cNvPr>
          <p:cNvSpPr/>
          <p:nvPr/>
        </p:nvSpPr>
        <p:spPr>
          <a:xfrm rot="16200000">
            <a:off x="5594945" y="329173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1" name="직사각형 610">
            <a:extLst>
              <a:ext uri="{FF2B5EF4-FFF2-40B4-BE49-F238E27FC236}">
                <a16:creationId xmlns:a16="http://schemas.microsoft.com/office/drawing/2014/main" id="{F7A696F5-B81F-B9B2-DB9E-F8A73B229C52}"/>
              </a:ext>
            </a:extLst>
          </p:cNvPr>
          <p:cNvSpPr/>
          <p:nvPr/>
        </p:nvSpPr>
        <p:spPr>
          <a:xfrm rot="16200000">
            <a:off x="-140484" y="2321088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2" name="직사각형 611">
            <a:extLst>
              <a:ext uri="{FF2B5EF4-FFF2-40B4-BE49-F238E27FC236}">
                <a16:creationId xmlns:a16="http://schemas.microsoft.com/office/drawing/2014/main" id="{358225E3-B8BD-9DB1-9E6E-81B672AB0C31}"/>
              </a:ext>
            </a:extLst>
          </p:cNvPr>
          <p:cNvSpPr/>
          <p:nvPr/>
        </p:nvSpPr>
        <p:spPr>
          <a:xfrm rot="16200000">
            <a:off x="-140484" y="1334874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3" name="직사각형 612">
            <a:extLst>
              <a:ext uri="{FF2B5EF4-FFF2-40B4-BE49-F238E27FC236}">
                <a16:creationId xmlns:a16="http://schemas.microsoft.com/office/drawing/2014/main" id="{80806ADB-6E5D-D6FA-8B6E-259BDB4FA71D}"/>
              </a:ext>
            </a:extLst>
          </p:cNvPr>
          <p:cNvSpPr/>
          <p:nvPr/>
        </p:nvSpPr>
        <p:spPr>
          <a:xfrm rot="16200000">
            <a:off x="-137595" y="3291737"/>
            <a:ext cx="663653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HBM3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615" name="직사각형 614">
            <a:extLst>
              <a:ext uri="{FF2B5EF4-FFF2-40B4-BE49-F238E27FC236}">
                <a16:creationId xmlns:a16="http://schemas.microsoft.com/office/drawing/2014/main" id="{13E7633F-070E-ACCA-9E6C-722881BF6E25}"/>
              </a:ext>
            </a:extLst>
          </p:cNvPr>
          <p:cNvSpPr/>
          <p:nvPr/>
        </p:nvSpPr>
        <p:spPr>
          <a:xfrm>
            <a:off x="6265726" y="471351"/>
            <a:ext cx="2625029" cy="1789249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SM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22" name="직사각형 621">
            <a:extLst>
              <a:ext uri="{FF2B5EF4-FFF2-40B4-BE49-F238E27FC236}">
                <a16:creationId xmlns:a16="http://schemas.microsoft.com/office/drawing/2014/main" id="{31386CFA-532C-F49E-271B-D246A84F9AD1}"/>
              </a:ext>
            </a:extLst>
          </p:cNvPr>
          <p:cNvSpPr/>
          <p:nvPr/>
        </p:nvSpPr>
        <p:spPr>
          <a:xfrm>
            <a:off x="6321335" y="543868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Instruction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3" name="직사각형 622">
            <a:extLst>
              <a:ext uri="{FF2B5EF4-FFF2-40B4-BE49-F238E27FC236}">
                <a16:creationId xmlns:a16="http://schemas.microsoft.com/office/drawing/2014/main" id="{EB6577D5-CB48-E0C0-2447-2C3F0AD56475}"/>
              </a:ext>
            </a:extLst>
          </p:cNvPr>
          <p:cNvSpPr/>
          <p:nvPr/>
        </p:nvSpPr>
        <p:spPr>
          <a:xfrm>
            <a:off x="6321335" y="1753614"/>
            <a:ext cx="2513813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L1 Data Cache / Shared Memory (256KB)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5" name="직사각형 624">
            <a:extLst>
              <a:ext uri="{FF2B5EF4-FFF2-40B4-BE49-F238E27FC236}">
                <a16:creationId xmlns:a16="http://schemas.microsoft.com/office/drawing/2014/main" id="{D25BB130-3D8C-A299-93A5-755AFF6A37B1}"/>
              </a:ext>
            </a:extLst>
          </p:cNvPr>
          <p:cNvSpPr/>
          <p:nvPr/>
        </p:nvSpPr>
        <p:spPr>
          <a:xfrm>
            <a:off x="6321335" y="825105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6" name="직사각형 625">
            <a:extLst>
              <a:ext uri="{FF2B5EF4-FFF2-40B4-BE49-F238E27FC236}">
                <a16:creationId xmlns:a16="http://schemas.microsoft.com/office/drawing/2014/main" id="{3B467E17-1A91-D0A8-27F3-93AF2EA915CB}"/>
              </a:ext>
            </a:extLst>
          </p:cNvPr>
          <p:cNvSpPr/>
          <p:nvPr/>
        </p:nvSpPr>
        <p:spPr>
          <a:xfrm>
            <a:off x="6321336" y="2034851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8" name="직사각형 627">
            <a:extLst>
              <a:ext uri="{FF2B5EF4-FFF2-40B4-BE49-F238E27FC236}">
                <a16:creationId xmlns:a16="http://schemas.microsoft.com/office/drawing/2014/main" id="{2ADB4E65-850E-4DA8-35D6-B8331DF54F1F}"/>
              </a:ext>
            </a:extLst>
          </p:cNvPr>
          <p:cNvSpPr/>
          <p:nvPr/>
        </p:nvSpPr>
        <p:spPr>
          <a:xfrm>
            <a:off x="6925547" y="2034851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29" name="직사각형 628">
            <a:extLst>
              <a:ext uri="{FF2B5EF4-FFF2-40B4-BE49-F238E27FC236}">
                <a16:creationId xmlns:a16="http://schemas.microsoft.com/office/drawing/2014/main" id="{25AFD12B-2CB5-40CD-756D-EC9783D7B4A5}"/>
              </a:ext>
            </a:extLst>
          </p:cNvPr>
          <p:cNvSpPr/>
          <p:nvPr/>
        </p:nvSpPr>
        <p:spPr>
          <a:xfrm>
            <a:off x="7752991" y="2034851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0" name="직사각형 629">
            <a:extLst>
              <a:ext uri="{FF2B5EF4-FFF2-40B4-BE49-F238E27FC236}">
                <a16:creationId xmlns:a16="http://schemas.microsoft.com/office/drawing/2014/main" id="{50F893ED-3678-FBAD-7F20-C1F9B529562A}"/>
              </a:ext>
            </a:extLst>
          </p:cNvPr>
          <p:cNvSpPr/>
          <p:nvPr/>
        </p:nvSpPr>
        <p:spPr>
          <a:xfrm>
            <a:off x="8352236" y="2034851"/>
            <a:ext cx="482912" cy="174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Tex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1" name="직사각형 630">
            <a:extLst>
              <a:ext uri="{FF2B5EF4-FFF2-40B4-BE49-F238E27FC236}">
                <a16:creationId xmlns:a16="http://schemas.microsoft.com/office/drawing/2014/main" id="{79310DA7-1BB0-0063-E94E-328A4FF1E672}"/>
              </a:ext>
            </a:extLst>
          </p:cNvPr>
          <p:cNvSpPr/>
          <p:nvPr/>
        </p:nvSpPr>
        <p:spPr>
          <a:xfrm>
            <a:off x="6321335" y="1467659"/>
            <a:ext cx="2513813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Tensor Memory Accelerator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2" name="직사각형 631">
            <a:extLst>
              <a:ext uri="{FF2B5EF4-FFF2-40B4-BE49-F238E27FC236}">
                <a16:creationId xmlns:a16="http://schemas.microsoft.com/office/drawing/2014/main" id="{96ECABD8-4258-E882-8A81-67389B397065}"/>
              </a:ext>
            </a:extLst>
          </p:cNvPr>
          <p:cNvSpPr/>
          <p:nvPr/>
        </p:nvSpPr>
        <p:spPr>
          <a:xfrm>
            <a:off x="7632157" y="825105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3" name="직사각형 632">
            <a:extLst>
              <a:ext uri="{FF2B5EF4-FFF2-40B4-BE49-F238E27FC236}">
                <a16:creationId xmlns:a16="http://schemas.microsoft.com/office/drawing/2014/main" id="{96CE274C-1A53-890E-F9E7-FC1272E97B34}"/>
              </a:ext>
            </a:extLst>
          </p:cNvPr>
          <p:cNvSpPr/>
          <p:nvPr/>
        </p:nvSpPr>
        <p:spPr>
          <a:xfrm>
            <a:off x="6321335" y="1146382"/>
            <a:ext cx="1202993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9F7537B3-EA6A-22B6-A8CF-F57B336C1659}"/>
              </a:ext>
            </a:extLst>
          </p:cNvPr>
          <p:cNvSpPr/>
          <p:nvPr/>
        </p:nvSpPr>
        <p:spPr>
          <a:xfrm>
            <a:off x="7632157" y="1146382"/>
            <a:ext cx="1202992" cy="2639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Sub-Core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cxnSp>
        <p:nvCxnSpPr>
          <p:cNvPr id="636" name="직선 연결선[R] 635">
            <a:extLst>
              <a:ext uri="{FF2B5EF4-FFF2-40B4-BE49-F238E27FC236}">
                <a16:creationId xmlns:a16="http://schemas.microsoft.com/office/drawing/2014/main" id="{529C65CC-25E9-3CDE-9725-08494DF787F8}"/>
              </a:ext>
            </a:extLst>
          </p:cNvPr>
          <p:cNvCxnSpPr>
            <a:cxnSpLocks/>
            <a:stCxn id="536" idx="3"/>
          </p:cNvCxnSpPr>
          <p:nvPr/>
        </p:nvCxnSpPr>
        <p:spPr>
          <a:xfrm flipV="1">
            <a:off x="5114151" y="468835"/>
            <a:ext cx="1151575" cy="11505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직선 연결선[R] 637">
            <a:extLst>
              <a:ext uri="{FF2B5EF4-FFF2-40B4-BE49-F238E27FC236}">
                <a16:creationId xmlns:a16="http://schemas.microsoft.com/office/drawing/2014/main" id="{4688E289-35F1-8B6D-4051-626161534D5E}"/>
              </a:ext>
            </a:extLst>
          </p:cNvPr>
          <p:cNvCxnSpPr>
            <a:cxnSpLocks/>
            <a:stCxn id="537" idx="3"/>
          </p:cNvCxnSpPr>
          <p:nvPr/>
        </p:nvCxnSpPr>
        <p:spPr>
          <a:xfrm>
            <a:off x="5114152" y="1917192"/>
            <a:ext cx="1151574" cy="34237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71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0D13A-4895-E32C-6336-77FD0FDD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868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E86C4-25CA-E820-CB12-715A11BBA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E86058EF-2F6B-694B-2211-4AA0AF7AE715}"/>
              </a:ext>
            </a:extLst>
          </p:cNvPr>
          <p:cNvSpPr/>
          <p:nvPr/>
        </p:nvSpPr>
        <p:spPr>
          <a:xfrm>
            <a:off x="766543" y="153619"/>
            <a:ext cx="7509396" cy="3570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H100 GPU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937D59-963F-FA5C-4DB2-FEC0107E6907}"/>
              </a:ext>
            </a:extLst>
          </p:cNvPr>
          <p:cNvSpPr/>
          <p:nvPr/>
        </p:nvSpPr>
        <p:spPr>
          <a:xfrm>
            <a:off x="1619673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B58B891-02F3-75C9-9DAB-0ABF99B82ACC}"/>
              </a:ext>
            </a:extLst>
          </p:cNvPr>
          <p:cNvGrpSpPr/>
          <p:nvPr/>
        </p:nvGrpSpPr>
        <p:grpSpPr>
          <a:xfrm>
            <a:off x="1679740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2BA9C460-564C-0EED-D80F-4397BBAD0EB2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1568637-5058-5BAA-5247-1D11F268C98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D14C1B3F-9D22-2776-5E8E-06DC0FBED9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9248E45-3B06-26BA-21F1-D24E1D15AEB8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E4669FC-79C1-39AD-CC28-D75E2C2A9C5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47A7EE7-C628-3CD1-DFE7-BA906A331AD6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473D730-8BCA-B870-94B5-327E661E29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67A85436-D0BC-2D36-236C-486824E2449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F3D647F-05CA-B46C-15A5-E6BAC528F1E0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E51FB287-77A3-AA78-126D-CBCE60B86FB2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08B6503-D23B-7BDE-7C86-C5F97C4B058C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441FA043-7C3F-3401-EF93-2E44B721476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C455028-DAFF-FBE8-F251-A3BCEC099858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3474742-DF1C-AFA1-87F1-26563EC178A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89F52CF3-37BB-90B0-0A66-B520915EFA90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6BF406F1-19A3-21B7-368B-5F61004867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B8E3F7A-7E8C-52E9-E565-6E34920418D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1EE7051-7344-8D1D-AF25-479A7192EE63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135B5C1-C283-334A-3A2A-6C0E7FFB84C1}"/>
              </a:ext>
            </a:extLst>
          </p:cNvPr>
          <p:cNvSpPr/>
          <p:nvPr/>
        </p:nvSpPr>
        <p:spPr>
          <a:xfrm>
            <a:off x="3019937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7D646247-87B2-7E8A-D72D-58EE58D6C8C0}"/>
              </a:ext>
            </a:extLst>
          </p:cNvPr>
          <p:cNvGrpSpPr/>
          <p:nvPr/>
        </p:nvGrpSpPr>
        <p:grpSpPr>
          <a:xfrm>
            <a:off x="3080004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63D8651C-0DC0-2580-DF4E-4A3B5BF48C7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A8144F8B-424D-F710-27E9-41168A3763A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10AE61E9-FE4C-E55B-F545-70C1C123141C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8306B0F-FD1A-6D6A-7594-4FB7AF47B8E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DFCE5659-D966-4011-58F0-34F0C61A1A05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46540F42-B92F-2C9A-A412-ADC4832BE0D8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7299E87-491D-188E-325F-1A013AD364E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23E9994-CBFE-0349-C09C-3F9969AF91A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22C673D-4947-0D32-5EA1-711B4FDE6DD4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A5B1879-FD0E-D28C-82F4-0C9740845EF9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8BD4F75-9B0A-3031-83B8-12A0CCF8FB8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9045395A-D642-4520-947F-A94AF4EDDEC2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8572E842-61DB-C643-2A3E-5A10775A4960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9608CCA0-81FD-4CE8-59D9-DE6F59DEBC7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28660139-BB98-6971-9666-81C6AA46781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116AA711-C448-E792-B89E-EE66AB85DCDF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F433712-8B9C-7AE8-8F5D-E4A6389987E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7DDF920-EA30-C414-DD3B-913A3B5C7B0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FED27136-2E70-AFCC-A26F-CADC12DEC48E}"/>
              </a:ext>
            </a:extLst>
          </p:cNvPr>
          <p:cNvSpPr/>
          <p:nvPr/>
        </p:nvSpPr>
        <p:spPr>
          <a:xfrm>
            <a:off x="1619673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6606AC50-93CF-C410-B81A-E9B86761177C}"/>
              </a:ext>
            </a:extLst>
          </p:cNvPr>
          <p:cNvSpPr/>
          <p:nvPr/>
        </p:nvSpPr>
        <p:spPr>
          <a:xfrm>
            <a:off x="1619673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CBB6EF6D-EEAF-70E7-2617-F2472B85EBD2}"/>
              </a:ext>
            </a:extLst>
          </p:cNvPr>
          <p:cNvGrpSpPr/>
          <p:nvPr/>
        </p:nvGrpSpPr>
        <p:grpSpPr>
          <a:xfrm>
            <a:off x="1679740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D1235-2A9A-2DB1-DA08-1D0BFC4FE44A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5F5AEB03-AC3B-BCB4-B13F-9E8EABCEFCF7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6E196BE0-7600-2186-5B4F-1F29BBA713D5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8471D284-C53B-8C63-EFE7-54C9C4A76D62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3B82CB7-B78D-B14E-7C7B-CA277DFB8836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9037D54B-8005-46A1-5260-6BD6B5EB3AA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424DE76-8239-AEB3-208E-699E0D56BF9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B9D061A-C455-F2A7-78B0-8532406809DD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93553B5-4C91-1AA9-1B18-4220966CC93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D32860DA-FC3F-B4C2-9596-3810F5CD8E1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BBDA42B-78B5-E271-075E-79D947FBE0AE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22E017F-0D1A-D0D7-F3A1-06DBE6BF4D96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F563EB78-1E5E-357A-A47D-5224B4AED946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6927EA2-82FC-EF77-9D9B-60D458D7D95E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46519D16-EFA1-96A2-14E3-8C0221B5D42A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45120AD9-B8F5-CA1E-9436-B705D302D0A6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AB25AC8D-53FB-2C1D-2B57-F6D4A4907EC9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1CCDC528-3436-AAC5-543C-68CE9F434A79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3CA83201-D940-A0B5-67BB-54D51FB9DD84}"/>
              </a:ext>
            </a:extLst>
          </p:cNvPr>
          <p:cNvSpPr/>
          <p:nvPr/>
        </p:nvSpPr>
        <p:spPr>
          <a:xfrm>
            <a:off x="3019937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EB22EA22-D773-F540-3AEC-61FC1A4791C3}"/>
              </a:ext>
            </a:extLst>
          </p:cNvPr>
          <p:cNvGrpSpPr/>
          <p:nvPr/>
        </p:nvGrpSpPr>
        <p:grpSpPr>
          <a:xfrm>
            <a:off x="3080004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3B53B999-8448-404A-CB21-31C100900764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5A482042-FE65-CA19-7842-A8BDB63DB951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C95F7F7B-6298-F8A8-3F81-F5A2565FC463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ED1AE199-FC76-35CB-D061-28C2FEF2E0B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F9455A9C-B348-D6F8-57BE-22CFBD2F718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A6996B91-0990-E053-0AE6-D6D52563DC77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7A042DBC-B866-BCE0-19D8-949D793885A0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88433811-6BE6-42D0-D343-399570645346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5F445F7-CFEC-7433-F6FD-BC045CB1C6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6F557C00-369F-B2AF-2515-96EF039919B0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A4A26993-A527-570F-2373-6BD5B18A1424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5396E11C-48C2-4AE8-2283-2014494A8FA3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AB11EC9-4DF7-064A-E290-E57D7D04C68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FA468E2-673B-9652-68FF-FCA183ECAC67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6AC56A8B-13A4-8720-E690-173D30A878B1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8F56A8DC-6E57-C6EC-59C8-C91A39DA90B0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A323A62-CD6F-292A-3650-5E3FA262399E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DA1738CA-9A50-6145-2C15-D2237A9F854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4974C5FC-40B8-C930-4A26-DFE2444F8EA9}"/>
              </a:ext>
            </a:extLst>
          </p:cNvPr>
          <p:cNvSpPr/>
          <p:nvPr/>
        </p:nvSpPr>
        <p:spPr>
          <a:xfrm>
            <a:off x="4622284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39A054E-E17F-3827-AF1C-D5551700C0FB}"/>
              </a:ext>
            </a:extLst>
          </p:cNvPr>
          <p:cNvGrpSpPr/>
          <p:nvPr/>
        </p:nvGrpSpPr>
        <p:grpSpPr>
          <a:xfrm>
            <a:off x="4682351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FD763D15-ECCB-863E-C252-8286FB70914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905ABA2-B25B-423A-ABB3-4210BC1A8C3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95327955-A864-A3FA-4B2E-E7BD2872CF44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9948B5B-9006-C214-4D42-73225EBC3C49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40DED3FD-D86B-DED1-EE66-C82C00CFBF77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C05BF92D-A241-1221-8559-EA0E69641972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1C7DD158-43DF-5CBC-C014-F5B1D922BCF3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4" name="직사각형 153">
              <a:extLst>
                <a:ext uri="{FF2B5EF4-FFF2-40B4-BE49-F238E27FC236}">
                  <a16:creationId xmlns:a16="http://schemas.microsoft.com/office/drawing/2014/main" id="{2BC364D2-3BCD-0002-5BE7-9BDBBD3D63BE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18D79B29-0C8F-DE94-4190-E4B5F0D63835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AE9EA551-6BAB-2A2B-3143-24D6823ECB4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5237F2C6-1244-A754-E6E5-77B771D52C77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3CDFDBD5-A475-D7B0-4E87-F1E48ABE91C9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A798C6B9-37A7-F7A3-5E0C-BA0803CB6AF3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69710A2D-4164-51C6-BB9C-11A82E932F03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EE467657-88E7-B9A8-A4E9-33F99BB14DB7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30A6988A-84FD-5A67-EE7D-0095C785C6A4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7EBD5712-3B12-837B-EFC3-17768E7F52B3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6B278EFD-2D40-10D9-42C6-84FDDBB2A9B6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294B189B-65A2-8CC6-D535-7948E1F962EB}"/>
              </a:ext>
            </a:extLst>
          </p:cNvPr>
          <p:cNvSpPr/>
          <p:nvPr/>
        </p:nvSpPr>
        <p:spPr>
          <a:xfrm>
            <a:off x="6022548" y="771550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6B1777B-312A-15E1-0E21-3854865B2B40}"/>
              </a:ext>
            </a:extLst>
          </p:cNvPr>
          <p:cNvGrpSpPr/>
          <p:nvPr/>
        </p:nvGrpSpPr>
        <p:grpSpPr>
          <a:xfrm>
            <a:off x="6082615" y="987574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B2139CA3-5AA7-27CD-7772-AE22736340B9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741AA926-4D76-47DB-151A-4F7F754F82C4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1278A47-A849-9E16-113B-18ADFD80CA7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3A214E14-CB54-6214-563E-157F726BF914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8D50995C-8D39-0AE1-FF97-E6DAD72D4B18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E4FF3FDC-A591-6528-BC97-10381C2BA9B0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234C268F-0EA0-FA8D-5E4F-8E5BD340C254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2B091CF3-AE89-0516-7034-B4272771BBA2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65567A4E-6897-845F-9153-48861D15064A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1DDFBEF-0B77-FBBD-EF9D-2AAFD04674A8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3C546AD2-BEE2-0EAF-C598-EB1D9E355C65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236B2C64-D644-3939-29A7-27637DBE2ABF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63D35C61-52BB-9AC8-E6EF-A647CD2CA925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534499BB-923F-7E8F-EEC2-0163551BD720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CDBC573-DD6C-C674-7DA3-79DC27CBFCBC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2D75D09-3AF8-881B-CD96-D845FFF7C321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A2562A-8D6F-135B-E036-3E042AB53232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A42AAA0-10B8-6322-8C1F-08F325B7596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95792FA6-AC20-F2C9-0873-E94FE86AB4DE}"/>
              </a:ext>
            </a:extLst>
          </p:cNvPr>
          <p:cNvSpPr/>
          <p:nvPr/>
        </p:nvSpPr>
        <p:spPr>
          <a:xfrm>
            <a:off x="4622284" y="1645993"/>
            <a:ext cx="2800528" cy="2366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L2 Cache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186" name="직사각형 185">
            <a:extLst>
              <a:ext uri="{FF2B5EF4-FFF2-40B4-BE49-F238E27FC236}">
                <a16:creationId xmlns:a16="http://schemas.microsoft.com/office/drawing/2014/main" id="{78BF433A-E157-B11B-48EA-06D146FCEDEE}"/>
              </a:ext>
            </a:extLst>
          </p:cNvPr>
          <p:cNvSpPr/>
          <p:nvPr/>
        </p:nvSpPr>
        <p:spPr>
          <a:xfrm>
            <a:off x="4622284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FA4FD5AB-27D4-89C8-F071-92102B7F0B85}"/>
              </a:ext>
            </a:extLst>
          </p:cNvPr>
          <p:cNvGrpSpPr/>
          <p:nvPr/>
        </p:nvGrpSpPr>
        <p:grpSpPr>
          <a:xfrm>
            <a:off x="4682351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4E638F2E-6393-F572-C293-E48262297398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C7959CDC-860D-C83E-3D3D-5E72D7AF9320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E802F56-D3DF-25E5-7E53-A8DCD8E63FCA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73BC1F4C-EF77-2809-7840-B400B6864071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0D1B123-161D-35B4-ED44-7DB5068C20D4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6B5757C8-7442-89A7-2EA2-9A3B91A1F53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97DF9788-2D37-E073-2059-0471896E6D8A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6E90449F-4485-98C5-5CF7-1FF16082CFAF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3E9DC36B-42A9-8EF9-B98A-A9288C3383A1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7E21F3-A47E-AADA-91B0-37D49EBC00FB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651424B0-2AF1-C1C3-27AA-4F3129E9855B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0B7B538-1F49-BE6D-0C1C-4C55050C4151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D37B99DE-DCEA-2240-1398-7295868535F2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D511521-7F8E-A9D7-D1A2-8E2B676E5BAD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558A2D-4605-FAD8-F277-0B161BBBB8C6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59DC09F1-2D2C-2019-2968-6BBA1174B1CC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FC81E3B6-04A5-5B95-B120-E6E614297DCA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06BE818A-C1AE-72B3-97B2-B5A16CC5AD27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67C2248A-E1CC-0AA6-81EF-95296C390C54}"/>
              </a:ext>
            </a:extLst>
          </p:cNvPr>
          <p:cNvSpPr/>
          <p:nvPr/>
        </p:nvSpPr>
        <p:spPr>
          <a:xfrm>
            <a:off x="6022548" y="1882618"/>
            <a:ext cx="1400264" cy="8744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F0CAAC16-95B6-15E7-54F9-66292314BD7B}"/>
              </a:ext>
            </a:extLst>
          </p:cNvPr>
          <p:cNvGrpSpPr/>
          <p:nvPr/>
        </p:nvGrpSpPr>
        <p:grpSpPr>
          <a:xfrm>
            <a:off x="6082615" y="2098642"/>
            <a:ext cx="1280130" cy="597276"/>
            <a:chOff x="414449" y="400035"/>
            <a:chExt cx="1280130" cy="597276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915DD20D-FD04-0242-E314-039C7B3153DF}"/>
                </a:ext>
              </a:extLst>
            </p:cNvPr>
            <p:cNvSpPr/>
            <p:nvPr/>
          </p:nvSpPr>
          <p:spPr>
            <a:xfrm rot="16200000">
              <a:off x="33670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9" name="직사각형 208">
              <a:extLst>
                <a:ext uri="{FF2B5EF4-FFF2-40B4-BE49-F238E27FC236}">
                  <a16:creationId xmlns:a16="http://schemas.microsoft.com/office/drawing/2014/main" id="{C7293198-0B65-CBEE-2C6E-692BC710E47F}"/>
                </a:ext>
              </a:extLst>
            </p:cNvPr>
            <p:cNvSpPr/>
            <p:nvPr/>
          </p:nvSpPr>
          <p:spPr>
            <a:xfrm rot="16200000">
              <a:off x="33670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0" name="직사각형 209">
              <a:extLst>
                <a:ext uri="{FF2B5EF4-FFF2-40B4-BE49-F238E27FC236}">
                  <a16:creationId xmlns:a16="http://schemas.microsoft.com/office/drawing/2014/main" id="{C0084D8C-E238-979C-B217-7EA9C1206C10}"/>
                </a:ext>
              </a:extLst>
            </p:cNvPr>
            <p:cNvSpPr/>
            <p:nvPr/>
          </p:nvSpPr>
          <p:spPr>
            <a:xfrm rot="16200000">
              <a:off x="478717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89FB688B-73D6-81CD-B163-ED04B4DACDAF}"/>
                </a:ext>
              </a:extLst>
            </p:cNvPr>
            <p:cNvSpPr/>
            <p:nvPr/>
          </p:nvSpPr>
          <p:spPr>
            <a:xfrm rot="16200000">
              <a:off x="4787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2" name="직사각형 211">
              <a:extLst>
                <a:ext uri="{FF2B5EF4-FFF2-40B4-BE49-F238E27FC236}">
                  <a16:creationId xmlns:a16="http://schemas.microsoft.com/office/drawing/2014/main" id="{866D9311-C59C-D993-1021-B887180D18AC}"/>
                </a:ext>
              </a:extLst>
            </p:cNvPr>
            <p:cNvSpPr/>
            <p:nvPr/>
          </p:nvSpPr>
          <p:spPr>
            <a:xfrm rot="16200000">
              <a:off x="620732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FFA2EF4E-3631-8A97-758C-B9C9DEBC344E}"/>
                </a:ext>
              </a:extLst>
            </p:cNvPr>
            <p:cNvSpPr/>
            <p:nvPr/>
          </p:nvSpPr>
          <p:spPr>
            <a:xfrm rot="16200000">
              <a:off x="620734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4DF4F86-1E8D-55D2-8348-D40411599D45}"/>
                </a:ext>
              </a:extLst>
            </p:cNvPr>
            <p:cNvSpPr/>
            <p:nvPr/>
          </p:nvSpPr>
          <p:spPr>
            <a:xfrm rot="16200000">
              <a:off x="76274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5" name="직사각형 214">
              <a:extLst>
                <a:ext uri="{FF2B5EF4-FFF2-40B4-BE49-F238E27FC236}">
                  <a16:creationId xmlns:a16="http://schemas.microsoft.com/office/drawing/2014/main" id="{7812F799-FDA9-1A95-16A4-B33579DEA7C7}"/>
                </a:ext>
              </a:extLst>
            </p:cNvPr>
            <p:cNvSpPr/>
            <p:nvPr/>
          </p:nvSpPr>
          <p:spPr>
            <a:xfrm rot="16200000">
              <a:off x="76274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6" name="직사각형 215">
              <a:extLst>
                <a:ext uri="{FF2B5EF4-FFF2-40B4-BE49-F238E27FC236}">
                  <a16:creationId xmlns:a16="http://schemas.microsoft.com/office/drawing/2014/main" id="{A3AE5B3F-01C5-FA93-272C-21085CABAF1F}"/>
                </a:ext>
              </a:extLst>
            </p:cNvPr>
            <p:cNvSpPr/>
            <p:nvPr/>
          </p:nvSpPr>
          <p:spPr>
            <a:xfrm rot="16200000">
              <a:off x="904759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63308914-EF08-9C48-C2D7-CA4F3DD8DD04}"/>
                </a:ext>
              </a:extLst>
            </p:cNvPr>
            <p:cNvSpPr/>
            <p:nvPr/>
          </p:nvSpPr>
          <p:spPr>
            <a:xfrm rot="16200000">
              <a:off x="90476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8" name="직사각형 217">
              <a:extLst>
                <a:ext uri="{FF2B5EF4-FFF2-40B4-BE49-F238E27FC236}">
                  <a16:creationId xmlns:a16="http://schemas.microsoft.com/office/drawing/2014/main" id="{0438F5AB-6D3B-7D28-69CF-EEDD1BB23726}"/>
                </a:ext>
              </a:extLst>
            </p:cNvPr>
            <p:cNvSpPr/>
            <p:nvPr/>
          </p:nvSpPr>
          <p:spPr>
            <a:xfrm rot="16200000">
              <a:off x="1046774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DA0BEAF5-4820-DF8A-50BF-82BE541FE1CD}"/>
                </a:ext>
              </a:extLst>
            </p:cNvPr>
            <p:cNvSpPr/>
            <p:nvPr/>
          </p:nvSpPr>
          <p:spPr>
            <a:xfrm rot="16200000">
              <a:off x="1046776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AF4BB1D4-2FAC-98CB-A1C4-E236E3B4073B}"/>
                </a:ext>
              </a:extLst>
            </p:cNvPr>
            <p:cNvSpPr/>
            <p:nvPr/>
          </p:nvSpPr>
          <p:spPr>
            <a:xfrm rot="16200000">
              <a:off x="1188788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1" name="직사각형 220">
              <a:extLst>
                <a:ext uri="{FF2B5EF4-FFF2-40B4-BE49-F238E27FC236}">
                  <a16:creationId xmlns:a16="http://schemas.microsoft.com/office/drawing/2014/main" id="{99EA3D6D-8701-64A3-0B23-D197CA3AFC4B}"/>
                </a:ext>
              </a:extLst>
            </p:cNvPr>
            <p:cNvSpPr/>
            <p:nvPr/>
          </p:nvSpPr>
          <p:spPr>
            <a:xfrm rot="16200000">
              <a:off x="1188790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B318CF21-5D18-3D3C-8FAD-728F37A31088}"/>
                </a:ext>
              </a:extLst>
            </p:cNvPr>
            <p:cNvSpPr/>
            <p:nvPr/>
          </p:nvSpPr>
          <p:spPr>
            <a:xfrm rot="16200000">
              <a:off x="1330801" y="477780"/>
              <a:ext cx="299504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115DFAE7-3DE0-F821-EB65-CD396CE13B03}"/>
                </a:ext>
              </a:extLst>
            </p:cNvPr>
            <p:cNvSpPr/>
            <p:nvPr/>
          </p:nvSpPr>
          <p:spPr>
            <a:xfrm rot="16200000">
              <a:off x="1330802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1D13AD91-D81E-0F27-2FD0-779ABBA9BA86}"/>
                </a:ext>
              </a:extLst>
            </p:cNvPr>
            <p:cNvSpPr/>
            <p:nvPr/>
          </p:nvSpPr>
          <p:spPr>
            <a:xfrm rot="16200000">
              <a:off x="1472816" y="47778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2D0EEBC6-9A88-DE38-3ECF-75388D6F1A7A}"/>
                </a:ext>
              </a:extLst>
            </p:cNvPr>
            <p:cNvSpPr/>
            <p:nvPr/>
          </p:nvSpPr>
          <p:spPr>
            <a:xfrm rot="16200000">
              <a:off x="1472818" y="775550"/>
              <a:ext cx="299506" cy="144016"/>
            </a:xfrm>
            <a:prstGeom prst="rect">
              <a:avLst/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  <p:cxnSp>
        <p:nvCxnSpPr>
          <p:cNvPr id="227" name="직선 화살표 연결선 226">
            <a:extLst>
              <a:ext uri="{FF2B5EF4-FFF2-40B4-BE49-F238E27FC236}">
                <a16:creationId xmlns:a16="http://schemas.microsoft.com/office/drawing/2014/main" id="{C2C1ED0B-CFE0-8EE5-AE36-7FA341C1DFFD}"/>
              </a:ext>
            </a:extLst>
          </p:cNvPr>
          <p:cNvCxnSpPr>
            <a:stCxn id="185" idx="1"/>
            <a:endCxn id="104" idx="3"/>
          </p:cNvCxnSpPr>
          <p:nvPr/>
        </p:nvCxnSpPr>
        <p:spPr>
          <a:xfrm flipH="1">
            <a:off x="4420201" y="1764306"/>
            <a:ext cx="2020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2E24A1E4-EA06-C43D-7DA4-02842334EEF6}"/>
              </a:ext>
            </a:extLst>
          </p:cNvPr>
          <p:cNvSpPr/>
          <p:nvPr/>
        </p:nvSpPr>
        <p:spPr>
          <a:xfrm>
            <a:off x="1619672" y="2803115"/>
            <a:ext cx="5803139" cy="236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High-Speed Hub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40" name="직사각형 239">
            <a:extLst>
              <a:ext uri="{FF2B5EF4-FFF2-40B4-BE49-F238E27FC236}">
                <a16:creationId xmlns:a16="http://schemas.microsoft.com/office/drawing/2014/main" id="{97C3ED04-D1A0-B862-0450-6C196B3510C8}"/>
              </a:ext>
            </a:extLst>
          </p:cNvPr>
          <p:cNvSpPr/>
          <p:nvPr/>
        </p:nvSpPr>
        <p:spPr>
          <a:xfrm rot="16200000">
            <a:off x="14948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1" name="직사각형 240">
            <a:extLst>
              <a:ext uri="{FF2B5EF4-FFF2-40B4-BE49-F238E27FC236}">
                <a16:creationId xmlns:a16="http://schemas.microsoft.com/office/drawing/2014/main" id="{A8680449-D60C-ED61-E9E8-FE0C99598A6F}"/>
              </a:ext>
            </a:extLst>
          </p:cNvPr>
          <p:cNvSpPr/>
          <p:nvPr/>
        </p:nvSpPr>
        <p:spPr>
          <a:xfrm rot="16200000">
            <a:off x="407939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3" name="직사각형 242">
            <a:extLst>
              <a:ext uri="{FF2B5EF4-FFF2-40B4-BE49-F238E27FC236}">
                <a16:creationId xmlns:a16="http://schemas.microsoft.com/office/drawing/2014/main" id="{D4415F7C-8E1D-8E79-7801-F6639B83BBEF}"/>
              </a:ext>
            </a:extLst>
          </p:cNvPr>
          <p:cNvSpPr/>
          <p:nvPr/>
        </p:nvSpPr>
        <p:spPr>
          <a:xfrm rot="16200000">
            <a:off x="278713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AC848F04-78FB-97D8-1D40-1156D3F8A88F}"/>
              </a:ext>
            </a:extLst>
          </p:cNvPr>
          <p:cNvSpPr/>
          <p:nvPr/>
        </p:nvSpPr>
        <p:spPr>
          <a:xfrm rot="16200000">
            <a:off x="214757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67A4A11D-40D9-0058-AF5D-F1F358F5ED58}"/>
              </a:ext>
            </a:extLst>
          </p:cNvPr>
          <p:cNvSpPr/>
          <p:nvPr/>
        </p:nvSpPr>
        <p:spPr>
          <a:xfrm rot="16200000">
            <a:off x="183053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9F0FD868-9C3C-AB8C-5546-1EC9C7644B42}"/>
              </a:ext>
            </a:extLst>
          </p:cNvPr>
          <p:cNvSpPr/>
          <p:nvPr/>
        </p:nvSpPr>
        <p:spPr>
          <a:xfrm rot="16200000">
            <a:off x="2473319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17F4FC49-9105-2D66-6F3A-BC7AC28F275B}"/>
              </a:ext>
            </a:extLst>
          </p:cNvPr>
          <p:cNvSpPr/>
          <p:nvPr/>
        </p:nvSpPr>
        <p:spPr>
          <a:xfrm rot="16200000">
            <a:off x="342316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2DE9CC2A-6A86-2070-59FF-B5C84797A0A9}"/>
              </a:ext>
            </a:extLst>
          </p:cNvPr>
          <p:cNvSpPr/>
          <p:nvPr/>
        </p:nvSpPr>
        <p:spPr>
          <a:xfrm rot="16200000">
            <a:off x="31061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3A999CD6-1641-2ADC-1012-9FEED3EBB3A8}"/>
              </a:ext>
            </a:extLst>
          </p:cNvPr>
          <p:cNvSpPr/>
          <p:nvPr/>
        </p:nvSpPr>
        <p:spPr>
          <a:xfrm rot="16200000">
            <a:off x="3748914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EA7FF020-8DF8-865F-1016-1D2F3312E416}"/>
              </a:ext>
            </a:extLst>
          </p:cNvPr>
          <p:cNvSpPr/>
          <p:nvPr/>
        </p:nvSpPr>
        <p:spPr>
          <a:xfrm rot="16200000">
            <a:off x="4497498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4" name="직사각형 253">
            <a:extLst>
              <a:ext uri="{FF2B5EF4-FFF2-40B4-BE49-F238E27FC236}">
                <a16:creationId xmlns:a16="http://schemas.microsoft.com/office/drawing/2014/main" id="{3D13D9F5-921E-F4F3-DAB0-448A0BC9015A}"/>
              </a:ext>
            </a:extLst>
          </p:cNvPr>
          <p:cNvSpPr/>
          <p:nvPr/>
        </p:nvSpPr>
        <p:spPr>
          <a:xfrm rot="16200000">
            <a:off x="7082003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28EE6494-E514-525C-5D6F-881F8CD1D4DF}"/>
              </a:ext>
            </a:extLst>
          </p:cNvPr>
          <p:cNvSpPr/>
          <p:nvPr/>
        </p:nvSpPr>
        <p:spPr>
          <a:xfrm rot="16200000">
            <a:off x="5789751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4E905A43-F504-F687-B9BD-E59673770745}"/>
              </a:ext>
            </a:extLst>
          </p:cNvPr>
          <p:cNvSpPr/>
          <p:nvPr/>
        </p:nvSpPr>
        <p:spPr>
          <a:xfrm rot="16200000">
            <a:off x="515018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CFAC85B0-02EB-BD2A-800C-2277C71EA861}"/>
              </a:ext>
            </a:extLst>
          </p:cNvPr>
          <p:cNvSpPr/>
          <p:nvPr/>
        </p:nvSpPr>
        <p:spPr>
          <a:xfrm rot="16200000">
            <a:off x="483315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431F419E-313B-70DA-B461-E9379ACEA333}"/>
              </a:ext>
            </a:extLst>
          </p:cNvPr>
          <p:cNvSpPr/>
          <p:nvPr/>
        </p:nvSpPr>
        <p:spPr>
          <a:xfrm rot="16200000">
            <a:off x="5475932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A34F07F9-DABC-1A6B-FBF1-F2FF2CFEEC63}"/>
              </a:ext>
            </a:extLst>
          </p:cNvPr>
          <p:cNvSpPr/>
          <p:nvPr/>
        </p:nvSpPr>
        <p:spPr>
          <a:xfrm rot="16200000">
            <a:off x="6425780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B3F976B6-7C14-B447-AE1C-E94637A39994}"/>
              </a:ext>
            </a:extLst>
          </p:cNvPr>
          <p:cNvSpPr/>
          <p:nvPr/>
        </p:nvSpPr>
        <p:spPr>
          <a:xfrm rot="16200000">
            <a:off x="6108745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0BBFA85E-8250-A222-F80B-C7526BF77BC6}"/>
              </a:ext>
            </a:extLst>
          </p:cNvPr>
          <p:cNvSpPr/>
          <p:nvPr/>
        </p:nvSpPr>
        <p:spPr>
          <a:xfrm rot="16200000">
            <a:off x="6751527" y="3167042"/>
            <a:ext cx="465597" cy="2160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NVLink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5523472D-36FA-0B57-24F3-0C05E48E03A6}"/>
              </a:ext>
            </a:extLst>
          </p:cNvPr>
          <p:cNvSpPr/>
          <p:nvPr/>
        </p:nvSpPr>
        <p:spPr>
          <a:xfrm>
            <a:off x="1619672" y="488872"/>
            <a:ext cx="5803139" cy="236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GigaThread Engine with MIG Control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DAF4CF37-69FD-CE5C-4547-E1E615400CA8}"/>
              </a:ext>
            </a:extLst>
          </p:cNvPr>
          <p:cNvSpPr/>
          <p:nvPr/>
        </p:nvSpPr>
        <p:spPr>
          <a:xfrm>
            <a:off x="1013742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C102725E-DA94-E102-B8DD-057374052365}"/>
              </a:ext>
            </a:extLst>
          </p:cNvPr>
          <p:cNvSpPr/>
          <p:nvPr/>
        </p:nvSpPr>
        <p:spPr>
          <a:xfrm>
            <a:off x="1013742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BA44715D-2DB7-4F40-E410-869BC66F0F37}"/>
              </a:ext>
            </a:extLst>
          </p:cNvPr>
          <p:cNvSpPr/>
          <p:nvPr/>
        </p:nvSpPr>
        <p:spPr>
          <a:xfrm>
            <a:off x="1013742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0" name="직사각형 269">
            <a:extLst>
              <a:ext uri="{FF2B5EF4-FFF2-40B4-BE49-F238E27FC236}">
                <a16:creationId xmlns:a16="http://schemas.microsoft.com/office/drawing/2014/main" id="{6EF17B99-ED88-90D3-57BA-E6FEF53C7006}"/>
              </a:ext>
            </a:extLst>
          </p:cNvPr>
          <p:cNvSpPr/>
          <p:nvPr/>
        </p:nvSpPr>
        <p:spPr>
          <a:xfrm>
            <a:off x="1013742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44F264DA-2296-F883-7931-BB206ADF170A}"/>
              </a:ext>
            </a:extLst>
          </p:cNvPr>
          <p:cNvSpPr/>
          <p:nvPr/>
        </p:nvSpPr>
        <p:spPr>
          <a:xfrm>
            <a:off x="1013742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69750F81-772E-A055-4094-6113845D1EF6}"/>
              </a:ext>
            </a:extLst>
          </p:cNvPr>
          <p:cNvSpPr/>
          <p:nvPr/>
        </p:nvSpPr>
        <p:spPr>
          <a:xfrm>
            <a:off x="1013742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3" name="직사각형 272">
            <a:extLst>
              <a:ext uri="{FF2B5EF4-FFF2-40B4-BE49-F238E27FC236}">
                <a16:creationId xmlns:a16="http://schemas.microsoft.com/office/drawing/2014/main" id="{3096ED4F-22CD-0DEA-FD2C-BE6DCBF52FBB}"/>
              </a:ext>
            </a:extLst>
          </p:cNvPr>
          <p:cNvSpPr/>
          <p:nvPr/>
        </p:nvSpPr>
        <p:spPr>
          <a:xfrm>
            <a:off x="7476280" y="2541036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DEF6FD01-819D-1C08-2018-88D141F02D2B}"/>
              </a:ext>
            </a:extLst>
          </p:cNvPr>
          <p:cNvSpPr/>
          <p:nvPr/>
        </p:nvSpPr>
        <p:spPr>
          <a:xfrm>
            <a:off x="7476280" y="188261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3A483390-356F-9EE7-6828-A364431D7C8A}"/>
              </a:ext>
            </a:extLst>
          </p:cNvPr>
          <p:cNvSpPr/>
          <p:nvPr/>
        </p:nvSpPr>
        <p:spPr>
          <a:xfrm>
            <a:off x="7476280" y="221171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6" name="직사각형 275">
            <a:extLst>
              <a:ext uri="{FF2B5EF4-FFF2-40B4-BE49-F238E27FC236}">
                <a16:creationId xmlns:a16="http://schemas.microsoft.com/office/drawing/2014/main" id="{AB13AFCA-B39B-7D33-557D-0D9146F5C7EB}"/>
              </a:ext>
            </a:extLst>
          </p:cNvPr>
          <p:cNvSpPr/>
          <p:nvPr/>
        </p:nvSpPr>
        <p:spPr>
          <a:xfrm>
            <a:off x="7476280" y="1429968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7" name="직사각형 276">
            <a:extLst>
              <a:ext uri="{FF2B5EF4-FFF2-40B4-BE49-F238E27FC236}">
                <a16:creationId xmlns:a16="http://schemas.microsoft.com/office/drawing/2014/main" id="{457856B3-31EF-1DBF-A198-2859B3515D6D}"/>
              </a:ext>
            </a:extLst>
          </p:cNvPr>
          <p:cNvSpPr/>
          <p:nvPr/>
        </p:nvSpPr>
        <p:spPr>
          <a:xfrm>
            <a:off x="7476280" y="771550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78" name="직사각형 277">
            <a:extLst>
              <a:ext uri="{FF2B5EF4-FFF2-40B4-BE49-F238E27FC236}">
                <a16:creationId xmlns:a16="http://schemas.microsoft.com/office/drawing/2014/main" id="{55E217AA-E1F6-4C8F-9C96-22897405D915}"/>
              </a:ext>
            </a:extLst>
          </p:cNvPr>
          <p:cNvSpPr/>
          <p:nvPr/>
        </p:nvSpPr>
        <p:spPr>
          <a:xfrm>
            <a:off x="7476280" y="1100642"/>
            <a:ext cx="545350" cy="2160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>
                <a:solidFill>
                  <a:schemeClr val="tx1"/>
                </a:solidFill>
              </a:rPr>
              <a:t>Memory Controller</a:t>
            </a:r>
            <a:endParaRPr kumimoji="1" lang="ko-KR" altLang="en-US" sz="600">
              <a:solidFill>
                <a:schemeClr val="tx1"/>
              </a:solidFill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EDAE0EAD-A505-7D64-FC57-DF007F49D6BC}"/>
              </a:ext>
            </a:extLst>
          </p:cNvPr>
          <p:cNvSpPr/>
          <p:nvPr/>
        </p:nvSpPr>
        <p:spPr>
          <a:xfrm>
            <a:off x="1619672" y="216016"/>
            <a:ext cx="5803139" cy="23662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PCI Express 5.0 Host Interface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94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EB121-9F27-4320-F45B-A00DFD6A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D489A65-3827-8306-45F6-2B9CCEB7E820}"/>
              </a:ext>
            </a:extLst>
          </p:cNvPr>
          <p:cNvSpPr/>
          <p:nvPr/>
        </p:nvSpPr>
        <p:spPr>
          <a:xfrm>
            <a:off x="683568" y="1707654"/>
            <a:ext cx="360040" cy="21602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F8A862-B52A-9127-82B2-56F6EEF4074F}"/>
              </a:ext>
            </a:extLst>
          </p:cNvPr>
          <p:cNvSpPr/>
          <p:nvPr/>
        </p:nvSpPr>
        <p:spPr>
          <a:xfrm>
            <a:off x="323528" y="267494"/>
            <a:ext cx="2808312" cy="57606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700">
                <a:solidFill>
                  <a:schemeClr val="tx1"/>
                </a:solidFill>
              </a:rPr>
              <a:t>GPC</a:t>
            </a:r>
            <a:endParaRPr kumimoji="1" lang="ko-KR" altLang="en-US" sz="700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6FFDF70-C56F-A355-6AFC-8D4F002CFA4F}"/>
              </a:ext>
            </a:extLst>
          </p:cNvPr>
          <p:cNvGrpSpPr/>
          <p:nvPr/>
        </p:nvGrpSpPr>
        <p:grpSpPr>
          <a:xfrm>
            <a:off x="395536" y="483518"/>
            <a:ext cx="2664296" cy="288032"/>
            <a:chOff x="611560" y="339502"/>
            <a:chExt cx="3240360" cy="43204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EFCF1153-F0B3-7A1B-CA08-76EB1E8E4D1F}"/>
                </a:ext>
              </a:extLst>
            </p:cNvPr>
            <p:cNvSpPr/>
            <p:nvPr/>
          </p:nvSpPr>
          <p:spPr>
            <a:xfrm>
              <a:off x="6115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8C6E561-45E9-C4F1-AB31-8FD8374B00FF}"/>
                </a:ext>
              </a:extLst>
            </p:cNvPr>
            <p:cNvSpPr/>
            <p:nvPr/>
          </p:nvSpPr>
          <p:spPr>
            <a:xfrm>
              <a:off x="6115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CFCBAAE-7609-3520-76E2-23E670958A07}"/>
                </a:ext>
              </a:extLst>
            </p:cNvPr>
            <p:cNvSpPr/>
            <p:nvPr/>
          </p:nvSpPr>
          <p:spPr>
            <a:xfrm>
              <a:off x="9716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0D8EA4-9338-7F57-D4D2-C9D1B906B64E}"/>
                </a:ext>
              </a:extLst>
            </p:cNvPr>
            <p:cNvSpPr/>
            <p:nvPr/>
          </p:nvSpPr>
          <p:spPr>
            <a:xfrm>
              <a:off x="9716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3827E01-223B-F129-3DE6-BA20E169C910}"/>
                </a:ext>
              </a:extLst>
            </p:cNvPr>
            <p:cNvSpPr/>
            <p:nvPr/>
          </p:nvSpPr>
          <p:spPr>
            <a:xfrm>
              <a:off x="13316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A00DDAB-37B7-3DE6-440A-0EC6856A48F4}"/>
                </a:ext>
              </a:extLst>
            </p:cNvPr>
            <p:cNvSpPr/>
            <p:nvPr/>
          </p:nvSpPr>
          <p:spPr>
            <a:xfrm>
              <a:off x="13316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9AB84DE-A026-61A9-6B48-3A5A85A91970}"/>
                </a:ext>
              </a:extLst>
            </p:cNvPr>
            <p:cNvSpPr/>
            <p:nvPr/>
          </p:nvSpPr>
          <p:spPr>
            <a:xfrm>
              <a:off x="16916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F951A780-90D5-CC77-A282-F04DB10E90D2}"/>
                </a:ext>
              </a:extLst>
            </p:cNvPr>
            <p:cNvSpPr/>
            <p:nvPr/>
          </p:nvSpPr>
          <p:spPr>
            <a:xfrm>
              <a:off x="16916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2F9767C-0BA9-E5BF-8267-E52D2B672B7B}"/>
                </a:ext>
              </a:extLst>
            </p:cNvPr>
            <p:cNvSpPr/>
            <p:nvPr/>
          </p:nvSpPr>
          <p:spPr>
            <a:xfrm>
              <a:off x="205172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4DE51B-F7D1-97E4-A358-46EE5EEBF64F}"/>
                </a:ext>
              </a:extLst>
            </p:cNvPr>
            <p:cNvSpPr/>
            <p:nvPr/>
          </p:nvSpPr>
          <p:spPr>
            <a:xfrm>
              <a:off x="205172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05DFD82-C74A-D1A2-F19B-957C822DE969}"/>
                </a:ext>
              </a:extLst>
            </p:cNvPr>
            <p:cNvSpPr/>
            <p:nvPr/>
          </p:nvSpPr>
          <p:spPr>
            <a:xfrm>
              <a:off x="241176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FC556B41-02B8-AFC3-6FDE-4E42E776E15F}"/>
                </a:ext>
              </a:extLst>
            </p:cNvPr>
            <p:cNvSpPr/>
            <p:nvPr/>
          </p:nvSpPr>
          <p:spPr>
            <a:xfrm>
              <a:off x="241176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14B7298-89D2-14BF-690A-F0A2129E99F7}"/>
                </a:ext>
              </a:extLst>
            </p:cNvPr>
            <p:cNvSpPr/>
            <p:nvPr/>
          </p:nvSpPr>
          <p:spPr>
            <a:xfrm>
              <a:off x="277180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BC89C4F-225E-88D8-2A13-2BA0DE43D7C6}"/>
                </a:ext>
              </a:extLst>
            </p:cNvPr>
            <p:cNvSpPr/>
            <p:nvPr/>
          </p:nvSpPr>
          <p:spPr>
            <a:xfrm>
              <a:off x="277180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A64AC8D9-631A-F891-80FB-428E63E44026}"/>
                </a:ext>
              </a:extLst>
            </p:cNvPr>
            <p:cNvSpPr/>
            <p:nvPr/>
          </p:nvSpPr>
          <p:spPr>
            <a:xfrm>
              <a:off x="313184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56B865F-57BC-9886-8D28-5D578F9775DF}"/>
                </a:ext>
              </a:extLst>
            </p:cNvPr>
            <p:cNvSpPr/>
            <p:nvPr/>
          </p:nvSpPr>
          <p:spPr>
            <a:xfrm>
              <a:off x="313184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20A1C19B-93D8-745E-33E2-FE955B3C0978}"/>
                </a:ext>
              </a:extLst>
            </p:cNvPr>
            <p:cNvSpPr/>
            <p:nvPr/>
          </p:nvSpPr>
          <p:spPr>
            <a:xfrm>
              <a:off x="3491880" y="555526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8B8AF62-F900-756B-A868-2D20CF327ABA}"/>
                </a:ext>
              </a:extLst>
            </p:cNvPr>
            <p:cNvSpPr/>
            <p:nvPr/>
          </p:nvSpPr>
          <p:spPr>
            <a:xfrm>
              <a:off x="3491880" y="339502"/>
              <a:ext cx="360040" cy="216024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600">
                  <a:solidFill>
                    <a:schemeClr val="tx1"/>
                  </a:solidFill>
                </a:rPr>
                <a:t>SM</a:t>
              </a:r>
              <a:endParaRPr kumimoji="1" lang="ko-KR" altLang="en-US" sz="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6241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45023</TotalTime>
  <Words>506</Words>
  <Application>Microsoft Macintosh PowerPoint</Application>
  <PresentationFormat>화면 슬라이드 쇼(16:9)</PresentationFormat>
  <Paragraphs>446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5850</cp:revision>
  <dcterms:created xsi:type="dcterms:W3CDTF">2006-10-05T04:04:58Z</dcterms:created>
  <dcterms:modified xsi:type="dcterms:W3CDTF">2026-03-15T16:34:50Z</dcterms:modified>
</cp:coreProperties>
</file>
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437" r:id="rId2"/>
    <p:sldId id="440" r:id="rId3"/>
    <p:sldId id="445" r:id="rId4"/>
    <p:sldId id="444" r:id="rId5"/>
    <p:sldId id="443" r:id="rId6"/>
    <p:sldId id="442" r:id="rId7"/>
    <p:sldId id="441" r:id="rId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155" autoAdjust="0"/>
    <p:restoredTop sz="89760" autoAdjust="0"/>
  </p:normalViewPr>
  <p:slideViewPr>
    <p:cSldViewPr>
      <p:cViewPr varScale="1">
        <p:scale>
          <a:sx n="220" d="100"/>
          <a:sy n="220" d="100"/>
        </p:scale>
        <p:origin x="192" y="936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95575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DC6EA-E860-8A3E-EEC0-77454F5E0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29D875-F6F8-BBBD-97E1-B5DE6CD172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38C42A0-D69E-6D6F-EF29-D0BA9B823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77C4B4-9849-87D1-B5B7-E4C5F86A38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85037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79343-07A3-626C-09B4-A73F8A6D5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F5B2D-D1C7-AC57-39EF-46DF31D7E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86AB2D-1F54-8830-148F-F153EC6211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DD7343-A2BD-EBA8-33C9-38A8F3DE12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18919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CEA0A-CA0C-73D7-9B95-6962381AB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80B82A-7671-B861-C3D8-61482F4C7F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4BED26-31D5-3711-0CFE-D5A9B870ED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0AF79A-1D42-A489-9097-2016D14ED0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91610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A5C0E-43D4-42B8-FA0F-BEC5D18B9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65EDA0B5-DD0D-1BC3-2992-A5C66679EC30}"/>
              </a:ext>
            </a:extLst>
          </p:cNvPr>
          <p:cNvSpPr/>
          <p:nvPr/>
        </p:nvSpPr>
        <p:spPr>
          <a:xfrm>
            <a:off x="971599" y="1180559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A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56CDCE0E-7D3B-D776-B512-34AA2AC58D94}"/>
              </a:ext>
            </a:extLst>
          </p:cNvPr>
          <p:cNvSpPr/>
          <p:nvPr/>
        </p:nvSpPr>
        <p:spPr>
          <a:xfrm>
            <a:off x="971599" y="3173951"/>
            <a:ext cx="1800200" cy="1616906"/>
          </a:xfrm>
          <a:prstGeom prst="roundRect">
            <a:avLst>
              <a:gd name="adj" fmla="val 5325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C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4" name="사각형: 둥근 모서리 70">
            <a:extLst>
              <a:ext uri="{FF2B5EF4-FFF2-40B4-BE49-F238E27FC236}">
                <a16:creationId xmlns:a16="http://schemas.microsoft.com/office/drawing/2014/main" id="{D46D13C5-9BAC-BB89-37C0-1F4A3C79C4FC}"/>
              </a:ext>
            </a:extLst>
          </p:cNvPr>
          <p:cNvSpPr/>
          <p:nvPr/>
        </p:nvSpPr>
        <p:spPr>
          <a:xfrm>
            <a:off x="2987824" y="352643"/>
            <a:ext cx="4637503" cy="4438214"/>
          </a:xfrm>
          <a:prstGeom prst="roundRect">
            <a:avLst>
              <a:gd name="adj" fmla="val 25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1000" dirty="0"/>
              <a:t>Server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82D66710-85A3-CF87-493D-5AA24BA84531}"/>
              </a:ext>
            </a:extLst>
          </p:cNvPr>
          <p:cNvSpPr/>
          <p:nvPr/>
        </p:nvSpPr>
        <p:spPr>
          <a:xfrm>
            <a:off x="3095263" y="10573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66E8EEC7-28C6-32F4-4CDF-66F94F1C9709}"/>
              </a:ext>
            </a:extLst>
          </p:cNvPr>
          <p:cNvSpPr/>
          <p:nvPr/>
        </p:nvSpPr>
        <p:spPr>
          <a:xfrm>
            <a:off x="1518621" y="1521382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A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E828FF01-DDEA-4E68-8370-FF1F27E19E8C}"/>
              </a:ext>
            </a:extLst>
          </p:cNvPr>
          <p:cNvSpPr/>
          <p:nvPr/>
        </p:nvSpPr>
        <p:spPr>
          <a:xfrm>
            <a:off x="1518621" y="421960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621DAE49-F2E2-AA4F-7F9D-B4F3CFEC8F0A}"/>
              </a:ext>
            </a:extLst>
          </p:cNvPr>
          <p:cNvSpPr/>
          <p:nvPr/>
        </p:nvSpPr>
        <p:spPr>
          <a:xfrm>
            <a:off x="3205001" y="13384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19" name="사각형: 둥근 모서리 12">
            <a:extLst>
              <a:ext uri="{FF2B5EF4-FFF2-40B4-BE49-F238E27FC236}">
                <a16:creationId xmlns:a16="http://schemas.microsoft.com/office/drawing/2014/main" id="{5C426528-7E7F-AF40-B09F-DC03107AAE23}"/>
              </a:ext>
            </a:extLst>
          </p:cNvPr>
          <p:cNvSpPr/>
          <p:nvPr/>
        </p:nvSpPr>
        <p:spPr>
          <a:xfrm>
            <a:off x="4962660" y="13446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DC4C280C-6B79-F1F7-15ED-50513C928F3A}"/>
              </a:ext>
            </a:extLst>
          </p:cNvPr>
          <p:cNvSpPr/>
          <p:nvPr/>
        </p:nvSpPr>
        <p:spPr>
          <a:xfrm>
            <a:off x="6390504" y="134084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11E05A8C-2F0E-F71F-1F44-36263383F304}"/>
              </a:ext>
            </a:extLst>
          </p:cNvPr>
          <p:cNvCxnSpPr>
            <a:cxnSpLocks/>
            <a:stCxn id="122" idx="2"/>
            <a:endCxn id="17" idx="0"/>
          </p:cNvCxnSpPr>
          <p:nvPr/>
        </p:nvCxnSpPr>
        <p:spPr>
          <a:xfrm flipH="1">
            <a:off x="3870212" y="904269"/>
            <a:ext cx="1641941" cy="43414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D4917D88-590C-D824-26A5-E985D32A1AEE}"/>
              </a:ext>
            </a:extLst>
          </p:cNvPr>
          <p:cNvCxnSpPr>
            <a:cxnSpLocks/>
            <a:stCxn id="122" idx="2"/>
            <a:endCxn id="19" idx="0"/>
          </p:cNvCxnSpPr>
          <p:nvPr/>
        </p:nvCxnSpPr>
        <p:spPr>
          <a:xfrm>
            <a:off x="5512153" y="904269"/>
            <a:ext cx="2772" cy="4403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사각형: 둥근 모서리 12">
            <a:extLst>
              <a:ext uri="{FF2B5EF4-FFF2-40B4-BE49-F238E27FC236}">
                <a16:creationId xmlns:a16="http://schemas.microsoft.com/office/drawing/2014/main" id="{78808AA9-A2FE-51F8-7011-E33BB1BAA35F}"/>
              </a:ext>
            </a:extLst>
          </p:cNvPr>
          <p:cNvSpPr/>
          <p:nvPr/>
        </p:nvSpPr>
        <p:spPr>
          <a:xfrm>
            <a:off x="3095263" y="24522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57" name="사각형: 둥근 모서리 12">
            <a:extLst>
              <a:ext uri="{FF2B5EF4-FFF2-40B4-BE49-F238E27FC236}">
                <a16:creationId xmlns:a16="http://schemas.microsoft.com/office/drawing/2014/main" id="{D1018987-E3F4-0741-B6E3-26D72BA02340}"/>
              </a:ext>
            </a:extLst>
          </p:cNvPr>
          <p:cNvSpPr/>
          <p:nvPr/>
        </p:nvSpPr>
        <p:spPr>
          <a:xfrm>
            <a:off x="3205001" y="27333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58" name="사각형: 둥근 모서리 12">
            <a:extLst>
              <a:ext uri="{FF2B5EF4-FFF2-40B4-BE49-F238E27FC236}">
                <a16:creationId xmlns:a16="http://schemas.microsoft.com/office/drawing/2014/main" id="{97747399-1A2F-E531-DDCB-301B9A7B5B04}"/>
              </a:ext>
            </a:extLst>
          </p:cNvPr>
          <p:cNvSpPr/>
          <p:nvPr/>
        </p:nvSpPr>
        <p:spPr>
          <a:xfrm>
            <a:off x="4962660" y="27395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59" name="사각형: 둥근 모서리 12">
            <a:extLst>
              <a:ext uri="{FF2B5EF4-FFF2-40B4-BE49-F238E27FC236}">
                <a16:creationId xmlns:a16="http://schemas.microsoft.com/office/drawing/2014/main" id="{1E9FC243-B99F-FA2C-4475-649C63CA5C62}"/>
              </a:ext>
            </a:extLst>
          </p:cNvPr>
          <p:cNvSpPr/>
          <p:nvPr/>
        </p:nvSpPr>
        <p:spPr>
          <a:xfrm>
            <a:off x="6390504" y="27364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61" name="사각형: 둥근 모서리 12">
            <a:extLst>
              <a:ext uri="{FF2B5EF4-FFF2-40B4-BE49-F238E27FC236}">
                <a16:creationId xmlns:a16="http://schemas.microsoft.com/office/drawing/2014/main" id="{DA6BBA72-DCF3-EF61-65B2-2F2F53679187}"/>
              </a:ext>
            </a:extLst>
          </p:cNvPr>
          <p:cNvSpPr/>
          <p:nvPr/>
        </p:nvSpPr>
        <p:spPr>
          <a:xfrm>
            <a:off x="1518621" y="352215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(Consumer)</a:t>
            </a:r>
          </a:p>
        </p:txBody>
      </p: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D14C4EFA-EE95-4D39-5396-CD6BB98E0EFE}"/>
              </a:ext>
            </a:extLst>
          </p:cNvPr>
          <p:cNvSpPr/>
          <p:nvPr/>
        </p:nvSpPr>
        <p:spPr>
          <a:xfrm>
            <a:off x="3092491" y="38471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63" name="사각형: 둥근 모서리 12">
            <a:extLst>
              <a:ext uri="{FF2B5EF4-FFF2-40B4-BE49-F238E27FC236}">
                <a16:creationId xmlns:a16="http://schemas.microsoft.com/office/drawing/2014/main" id="{D8F7DE66-8BA9-8845-1F20-BD87EE5F0F20}"/>
              </a:ext>
            </a:extLst>
          </p:cNvPr>
          <p:cNvSpPr/>
          <p:nvPr/>
        </p:nvSpPr>
        <p:spPr>
          <a:xfrm>
            <a:off x="3202229" y="41282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64" name="사각형: 둥근 모서리 12">
            <a:extLst>
              <a:ext uri="{FF2B5EF4-FFF2-40B4-BE49-F238E27FC236}">
                <a16:creationId xmlns:a16="http://schemas.microsoft.com/office/drawing/2014/main" id="{43531DC2-CD1A-F31D-B347-BE83FC61B041}"/>
              </a:ext>
            </a:extLst>
          </p:cNvPr>
          <p:cNvSpPr/>
          <p:nvPr/>
        </p:nvSpPr>
        <p:spPr>
          <a:xfrm>
            <a:off x="4959888" y="41344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65" name="사각형: 둥근 모서리 12">
            <a:extLst>
              <a:ext uri="{FF2B5EF4-FFF2-40B4-BE49-F238E27FC236}">
                <a16:creationId xmlns:a16="http://schemas.microsoft.com/office/drawing/2014/main" id="{6C7B9173-A89D-C08C-D991-0297A4FEF256}"/>
              </a:ext>
            </a:extLst>
          </p:cNvPr>
          <p:cNvSpPr/>
          <p:nvPr/>
        </p:nvSpPr>
        <p:spPr>
          <a:xfrm>
            <a:off x="6387732" y="41313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51C48D84-C1B7-EE5D-A801-507C1006A504}"/>
              </a:ext>
            </a:extLst>
          </p:cNvPr>
          <p:cNvCxnSpPr>
            <a:cxnSpLocks/>
            <a:stCxn id="61" idx="3"/>
            <a:endCxn id="17" idx="2"/>
          </p:cNvCxnSpPr>
          <p:nvPr/>
        </p:nvCxnSpPr>
        <p:spPr>
          <a:xfrm flipV="1">
            <a:off x="2658059" y="1789929"/>
            <a:ext cx="1212153" cy="1957977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4DBFB304-746D-48FF-52BE-65202C9DD39A}"/>
              </a:ext>
            </a:extLst>
          </p:cNvPr>
          <p:cNvCxnSpPr>
            <a:cxnSpLocks/>
            <a:stCxn id="61" idx="3"/>
            <a:endCxn id="58" idx="2"/>
          </p:cNvCxnSpPr>
          <p:nvPr/>
        </p:nvCxnSpPr>
        <p:spPr>
          <a:xfrm flipV="1">
            <a:off x="2658059" y="3184829"/>
            <a:ext cx="2856866" cy="563077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F047C0B7-0897-C3EF-480C-07CCC67A9843}"/>
              </a:ext>
            </a:extLst>
          </p:cNvPr>
          <p:cNvCxnSpPr>
            <a:cxnSpLocks/>
            <a:stCxn id="61" idx="3"/>
            <a:endCxn id="64" idx="0"/>
          </p:cNvCxnSpPr>
          <p:nvPr/>
        </p:nvCxnSpPr>
        <p:spPr>
          <a:xfrm>
            <a:off x="2658059" y="3747906"/>
            <a:ext cx="2854094" cy="386549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96">
            <a:extLst>
              <a:ext uri="{FF2B5EF4-FFF2-40B4-BE49-F238E27FC236}">
                <a16:creationId xmlns:a16="http://schemas.microsoft.com/office/drawing/2014/main" id="{538885BE-B6BA-7559-8F46-4DB7ED5909A8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 flipV="1">
            <a:off x="2658059" y="1564174"/>
            <a:ext cx="546942" cy="2881182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96">
            <a:extLst>
              <a:ext uri="{FF2B5EF4-FFF2-40B4-BE49-F238E27FC236}">
                <a16:creationId xmlns:a16="http://schemas.microsoft.com/office/drawing/2014/main" id="{951C7876-C85F-A332-209D-785084C11A0E}"/>
              </a:ext>
            </a:extLst>
          </p:cNvPr>
          <p:cNvCxnSpPr>
            <a:cxnSpLocks/>
            <a:stCxn id="64" idx="3"/>
            <a:endCxn id="65" idx="1"/>
          </p:cNvCxnSpPr>
          <p:nvPr/>
        </p:nvCxnSpPr>
        <p:spPr>
          <a:xfrm>
            <a:off x="6064418" y="43570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96">
            <a:extLst>
              <a:ext uri="{FF2B5EF4-FFF2-40B4-BE49-F238E27FC236}">
                <a16:creationId xmlns:a16="http://schemas.microsoft.com/office/drawing/2014/main" id="{4C82DBCC-F5C1-D78E-407B-85C8449D840E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>
            <a:off x="6067190" y="29621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6">
            <a:extLst>
              <a:ext uri="{FF2B5EF4-FFF2-40B4-BE49-F238E27FC236}">
                <a16:creationId xmlns:a16="http://schemas.microsoft.com/office/drawing/2014/main" id="{EBE4B398-BC14-08C5-1F59-F191B385F63D}"/>
              </a:ext>
            </a:extLst>
          </p:cNvPr>
          <p:cNvCxnSpPr>
            <a:cxnSpLocks/>
            <a:stCxn id="11" idx="3"/>
            <a:endCxn id="17" idx="1"/>
          </p:cNvCxnSpPr>
          <p:nvPr/>
        </p:nvCxnSpPr>
        <p:spPr>
          <a:xfrm flipV="1">
            <a:off x="2658059" y="1564174"/>
            <a:ext cx="546942" cy="18296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32D3E944-B0B9-1EB8-C40C-914EEC5BEC27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 flipV="1">
            <a:off x="6067190" y="1566597"/>
            <a:ext cx="323314" cy="69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사각형: 둥근 모서리 70">
            <a:extLst>
              <a:ext uri="{FF2B5EF4-FFF2-40B4-BE49-F238E27FC236}">
                <a16:creationId xmlns:a16="http://schemas.microsoft.com/office/drawing/2014/main" id="{00560CDF-1B49-A010-9E61-44FE20B6971D}"/>
              </a:ext>
            </a:extLst>
          </p:cNvPr>
          <p:cNvSpPr/>
          <p:nvPr/>
        </p:nvSpPr>
        <p:spPr>
          <a:xfrm>
            <a:off x="971599" y="2177255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0E8E6F72-661E-DA03-AB4E-C1AA91B15764}"/>
              </a:ext>
            </a:extLst>
          </p:cNvPr>
          <p:cNvSpPr/>
          <p:nvPr/>
        </p:nvSpPr>
        <p:spPr>
          <a:xfrm>
            <a:off x="1518621" y="251807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9F4F196D-5DC2-433D-8022-DD5A2CEEE453}"/>
              </a:ext>
            </a:extLst>
          </p:cNvPr>
          <p:cNvSpPr/>
          <p:nvPr/>
        </p:nvSpPr>
        <p:spPr>
          <a:xfrm>
            <a:off x="4942434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(Producer)</a:t>
            </a:r>
          </a:p>
        </p:txBody>
      </p: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6DCF6355-2581-B5B2-3107-40DEAE989C41}"/>
              </a:ext>
            </a:extLst>
          </p:cNvPr>
          <p:cNvCxnSpPr>
            <a:cxnSpLocks/>
            <a:stCxn id="112" idx="3"/>
            <a:endCxn id="17" idx="1"/>
          </p:cNvCxnSpPr>
          <p:nvPr/>
        </p:nvCxnSpPr>
        <p:spPr>
          <a:xfrm flipV="1">
            <a:off x="2658059" y="1564174"/>
            <a:ext cx="546942" cy="117966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50B5F23B-71A7-EA09-60E9-1A4BF7A217B9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4535423" y="1564174"/>
            <a:ext cx="427237" cy="311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3F0D0A95-E8B4-37B3-26D1-0B115B7D41BB}"/>
              </a:ext>
            </a:extLst>
          </p:cNvPr>
          <p:cNvCxnSpPr>
            <a:cxnSpLocks/>
            <a:stCxn id="17" idx="3"/>
            <a:endCxn id="58" idx="1"/>
          </p:cNvCxnSpPr>
          <p:nvPr/>
        </p:nvCxnSpPr>
        <p:spPr>
          <a:xfrm>
            <a:off x="4535423" y="1564174"/>
            <a:ext cx="427237" cy="13980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96">
            <a:extLst>
              <a:ext uri="{FF2B5EF4-FFF2-40B4-BE49-F238E27FC236}">
                <a16:creationId xmlns:a16="http://schemas.microsoft.com/office/drawing/2014/main" id="{45D16DEB-BCE9-A2AD-D40E-D536A606473F}"/>
              </a:ext>
            </a:extLst>
          </p:cNvPr>
          <p:cNvCxnSpPr>
            <a:cxnSpLocks/>
            <a:stCxn id="17" idx="3"/>
            <a:endCxn id="64" idx="1"/>
          </p:cNvCxnSpPr>
          <p:nvPr/>
        </p:nvCxnSpPr>
        <p:spPr>
          <a:xfrm>
            <a:off x="4535423" y="1564174"/>
            <a:ext cx="424465" cy="27929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96">
            <a:extLst>
              <a:ext uri="{FF2B5EF4-FFF2-40B4-BE49-F238E27FC236}">
                <a16:creationId xmlns:a16="http://schemas.microsoft.com/office/drawing/2014/main" id="{A91FAB81-FC78-D00D-1CA2-447D9F9607F4}"/>
              </a:ext>
            </a:extLst>
          </p:cNvPr>
          <p:cNvCxnSpPr>
            <a:cxnSpLocks/>
          </p:cNvCxnSpPr>
          <p:nvPr/>
        </p:nvCxnSpPr>
        <p:spPr>
          <a:xfrm>
            <a:off x="994672" y="656760"/>
            <a:ext cx="323569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121D2660-7138-311D-AE9D-C67A1481E089}"/>
              </a:ext>
            </a:extLst>
          </p:cNvPr>
          <p:cNvSpPr txBox="1"/>
          <p:nvPr/>
        </p:nvSpPr>
        <p:spPr>
          <a:xfrm>
            <a:off x="1290415" y="462747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Frontend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3B6E0803-F121-79F7-77B4-28740CB8FF3D}"/>
              </a:ext>
            </a:extLst>
          </p:cNvPr>
          <p:cNvSpPr txBox="1"/>
          <p:nvPr/>
        </p:nvSpPr>
        <p:spPr>
          <a:xfrm>
            <a:off x="1289667" y="814806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A/B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199" name="직선 화살표 연결선 96">
            <a:extLst>
              <a:ext uri="{FF2B5EF4-FFF2-40B4-BE49-F238E27FC236}">
                <a16:creationId xmlns:a16="http://schemas.microsoft.com/office/drawing/2014/main" id="{21434A67-D8D1-4238-F51B-313289C34606}"/>
              </a:ext>
            </a:extLst>
          </p:cNvPr>
          <p:cNvCxnSpPr>
            <a:cxnSpLocks/>
          </p:cNvCxnSpPr>
          <p:nvPr/>
        </p:nvCxnSpPr>
        <p:spPr>
          <a:xfrm>
            <a:off x="1993388" y="66228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86DEBD98-E394-9849-1D0B-E704BCAFE10D}"/>
              </a:ext>
            </a:extLst>
          </p:cNvPr>
          <p:cNvSpPr txBox="1"/>
          <p:nvPr/>
        </p:nvSpPr>
        <p:spPr>
          <a:xfrm>
            <a:off x="2289131" y="468269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Backend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1" name="직선 화살표 연결선 96">
            <a:extLst>
              <a:ext uri="{FF2B5EF4-FFF2-40B4-BE49-F238E27FC236}">
                <a16:creationId xmlns:a16="http://schemas.microsoft.com/office/drawing/2014/main" id="{D04053F6-3309-797F-6D01-53ECB051304F}"/>
              </a:ext>
            </a:extLst>
          </p:cNvPr>
          <p:cNvCxnSpPr>
            <a:cxnSpLocks/>
          </p:cNvCxnSpPr>
          <p:nvPr/>
        </p:nvCxnSpPr>
        <p:spPr>
          <a:xfrm>
            <a:off x="993924" y="100089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76D3978E-90CB-FF9F-675F-258289DADB81}"/>
              </a:ext>
            </a:extLst>
          </p:cNvPr>
          <p:cNvSpPr txBox="1"/>
          <p:nvPr/>
        </p:nvSpPr>
        <p:spPr>
          <a:xfrm>
            <a:off x="2292632" y="815618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C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3" name="직선 화살표 연결선 96">
            <a:extLst>
              <a:ext uri="{FF2B5EF4-FFF2-40B4-BE49-F238E27FC236}">
                <a16:creationId xmlns:a16="http://schemas.microsoft.com/office/drawing/2014/main" id="{4EF1A01C-F81C-F134-985F-6E4DF37DBBE4}"/>
              </a:ext>
            </a:extLst>
          </p:cNvPr>
          <p:cNvCxnSpPr>
            <a:cxnSpLocks/>
          </p:cNvCxnSpPr>
          <p:nvPr/>
        </p:nvCxnSpPr>
        <p:spPr>
          <a:xfrm>
            <a:off x="1996889" y="1001707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77D11D02-1E49-AF9E-AC6C-A6664C059122}"/>
              </a:ext>
            </a:extLst>
          </p:cNvPr>
          <p:cNvSpPr/>
          <p:nvPr/>
        </p:nvSpPr>
        <p:spPr>
          <a:xfrm>
            <a:off x="3297795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</a:t>
            </a:r>
          </a:p>
          <a:p>
            <a:pPr algn="ctr"/>
            <a:r>
              <a:rPr lang="en-US" altLang="ko-KR" sz="900" b="1"/>
              <a:t>ReferenceGrant</a:t>
            </a:r>
          </a:p>
        </p:txBody>
      </p: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E84D4C24-FE0D-AF1A-4DDA-70D1649C213D}"/>
              </a:ext>
            </a:extLst>
          </p:cNvPr>
          <p:cNvCxnSpPr>
            <a:cxnSpLocks/>
            <a:stCxn id="6" idx="3"/>
            <a:endCxn id="56" idx="0"/>
          </p:cNvCxnSpPr>
          <p:nvPr/>
        </p:nvCxnSpPr>
        <p:spPr>
          <a:xfrm>
            <a:off x="4437233" y="678514"/>
            <a:ext cx="199024" cy="1773705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B10D6ABB-BD76-0C7E-7B29-0981554A7760}"/>
              </a:ext>
            </a:extLst>
          </p:cNvPr>
          <p:cNvCxnSpPr>
            <a:cxnSpLocks/>
            <a:stCxn id="6" idx="1"/>
            <a:endCxn id="3" idx="0"/>
          </p:cNvCxnSpPr>
          <p:nvPr/>
        </p:nvCxnSpPr>
        <p:spPr>
          <a:xfrm flipH="1">
            <a:off x="1871699" y="678514"/>
            <a:ext cx="1426096" cy="2495437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96">
            <a:extLst>
              <a:ext uri="{FF2B5EF4-FFF2-40B4-BE49-F238E27FC236}">
                <a16:creationId xmlns:a16="http://schemas.microsoft.com/office/drawing/2014/main" id="{93586644-569E-1AF4-4BE0-1B546F303AFE}"/>
              </a:ext>
            </a:extLst>
          </p:cNvPr>
          <p:cNvCxnSpPr>
            <a:cxnSpLocks/>
          </p:cNvCxnSpPr>
          <p:nvPr/>
        </p:nvCxnSpPr>
        <p:spPr>
          <a:xfrm>
            <a:off x="994672" y="331128"/>
            <a:ext cx="323569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05CD93B-7849-D65F-1F35-772024B3134F}"/>
              </a:ext>
            </a:extLst>
          </p:cNvPr>
          <p:cNvSpPr txBox="1"/>
          <p:nvPr/>
        </p:nvSpPr>
        <p:spPr>
          <a:xfrm>
            <a:off x="1290415" y="137115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Grant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B8CD6875-703B-6FF9-A31D-5C51192C3EE0}"/>
              </a:ext>
            </a:extLst>
          </p:cNvPr>
          <p:cNvCxnSpPr>
            <a:cxnSpLocks/>
            <a:stCxn id="6" idx="3"/>
            <a:endCxn id="62" idx="0"/>
          </p:cNvCxnSpPr>
          <p:nvPr/>
        </p:nvCxnSpPr>
        <p:spPr>
          <a:xfrm>
            <a:off x="4437233" y="678514"/>
            <a:ext cx="196252" cy="3168605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3591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31022-6F5C-BB48-44A2-9B6A479A6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1994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B2319-3F84-DB3E-6EC2-B9EDE684D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32B04CB3-7E0D-35CC-7DF6-DAC29C010C85}"/>
              </a:ext>
            </a:extLst>
          </p:cNvPr>
          <p:cNvSpPr/>
          <p:nvPr/>
        </p:nvSpPr>
        <p:spPr>
          <a:xfrm>
            <a:off x="971599" y="1000714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A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92C1688A-D9C3-4787-4128-9BA77A173FC7}"/>
              </a:ext>
            </a:extLst>
          </p:cNvPr>
          <p:cNvSpPr/>
          <p:nvPr/>
        </p:nvSpPr>
        <p:spPr>
          <a:xfrm>
            <a:off x="971599" y="2994106"/>
            <a:ext cx="1800200" cy="1616906"/>
          </a:xfrm>
          <a:prstGeom prst="roundRect">
            <a:avLst>
              <a:gd name="adj" fmla="val 5325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C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4" name="사각형: 둥근 모서리 70">
            <a:extLst>
              <a:ext uri="{FF2B5EF4-FFF2-40B4-BE49-F238E27FC236}">
                <a16:creationId xmlns:a16="http://schemas.microsoft.com/office/drawing/2014/main" id="{F0D8E9E4-1E7B-2B19-114D-F38540747C48}"/>
              </a:ext>
            </a:extLst>
          </p:cNvPr>
          <p:cNvSpPr/>
          <p:nvPr/>
        </p:nvSpPr>
        <p:spPr>
          <a:xfrm>
            <a:off x="2987824" y="352643"/>
            <a:ext cx="4637503" cy="4438214"/>
          </a:xfrm>
          <a:prstGeom prst="roundRect">
            <a:avLst>
              <a:gd name="adj" fmla="val 25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1000" dirty="0"/>
              <a:t>Server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9389CF02-1BF7-2148-7A52-5F48954C3B3A}"/>
              </a:ext>
            </a:extLst>
          </p:cNvPr>
          <p:cNvSpPr/>
          <p:nvPr/>
        </p:nvSpPr>
        <p:spPr>
          <a:xfrm>
            <a:off x="3095263" y="10573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6473ECB4-207F-0798-6C41-0B2AB0221839}"/>
              </a:ext>
            </a:extLst>
          </p:cNvPr>
          <p:cNvSpPr/>
          <p:nvPr/>
        </p:nvSpPr>
        <p:spPr>
          <a:xfrm>
            <a:off x="1518621" y="134153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A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AC17A82A-5E1E-FDB8-17B7-68202A3B8FD7}"/>
              </a:ext>
            </a:extLst>
          </p:cNvPr>
          <p:cNvSpPr/>
          <p:nvPr/>
        </p:nvSpPr>
        <p:spPr>
          <a:xfrm>
            <a:off x="1518621" y="4039755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295ED7A9-7E4E-FDEB-1CD9-2782109AC731}"/>
              </a:ext>
            </a:extLst>
          </p:cNvPr>
          <p:cNvSpPr/>
          <p:nvPr/>
        </p:nvSpPr>
        <p:spPr>
          <a:xfrm>
            <a:off x="3205001" y="13384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19" name="사각형: 둥근 모서리 12">
            <a:extLst>
              <a:ext uri="{FF2B5EF4-FFF2-40B4-BE49-F238E27FC236}">
                <a16:creationId xmlns:a16="http://schemas.microsoft.com/office/drawing/2014/main" id="{B2085A9D-A8F6-D604-9353-CAAA779A4092}"/>
              </a:ext>
            </a:extLst>
          </p:cNvPr>
          <p:cNvSpPr/>
          <p:nvPr/>
        </p:nvSpPr>
        <p:spPr>
          <a:xfrm>
            <a:off x="4962660" y="13446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35D73758-572D-BB61-BA19-786018C76DF9}"/>
              </a:ext>
            </a:extLst>
          </p:cNvPr>
          <p:cNvSpPr/>
          <p:nvPr/>
        </p:nvSpPr>
        <p:spPr>
          <a:xfrm>
            <a:off x="6390504" y="134084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C1A3D4FF-50EE-C48E-1243-87AAA1CB8230}"/>
              </a:ext>
            </a:extLst>
          </p:cNvPr>
          <p:cNvCxnSpPr>
            <a:cxnSpLocks/>
            <a:stCxn id="122" idx="2"/>
            <a:endCxn id="17" idx="0"/>
          </p:cNvCxnSpPr>
          <p:nvPr/>
        </p:nvCxnSpPr>
        <p:spPr>
          <a:xfrm flipH="1">
            <a:off x="3870212" y="904269"/>
            <a:ext cx="1641941" cy="43414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1B53A41D-B077-8370-9879-7B839C377E03}"/>
              </a:ext>
            </a:extLst>
          </p:cNvPr>
          <p:cNvCxnSpPr>
            <a:cxnSpLocks/>
            <a:stCxn id="122" idx="2"/>
            <a:endCxn id="19" idx="0"/>
          </p:cNvCxnSpPr>
          <p:nvPr/>
        </p:nvCxnSpPr>
        <p:spPr>
          <a:xfrm>
            <a:off x="5512153" y="904269"/>
            <a:ext cx="2772" cy="4403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사각형: 둥근 모서리 12">
            <a:extLst>
              <a:ext uri="{FF2B5EF4-FFF2-40B4-BE49-F238E27FC236}">
                <a16:creationId xmlns:a16="http://schemas.microsoft.com/office/drawing/2014/main" id="{6B790306-8A02-8616-B2F3-116D7F35EE5B}"/>
              </a:ext>
            </a:extLst>
          </p:cNvPr>
          <p:cNvSpPr/>
          <p:nvPr/>
        </p:nvSpPr>
        <p:spPr>
          <a:xfrm>
            <a:off x="3095263" y="24522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57" name="사각형: 둥근 모서리 12">
            <a:extLst>
              <a:ext uri="{FF2B5EF4-FFF2-40B4-BE49-F238E27FC236}">
                <a16:creationId xmlns:a16="http://schemas.microsoft.com/office/drawing/2014/main" id="{E7A13059-C2F0-1108-BA5A-D3C12518DFB7}"/>
              </a:ext>
            </a:extLst>
          </p:cNvPr>
          <p:cNvSpPr/>
          <p:nvPr/>
        </p:nvSpPr>
        <p:spPr>
          <a:xfrm>
            <a:off x="3205001" y="27333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58" name="사각형: 둥근 모서리 12">
            <a:extLst>
              <a:ext uri="{FF2B5EF4-FFF2-40B4-BE49-F238E27FC236}">
                <a16:creationId xmlns:a16="http://schemas.microsoft.com/office/drawing/2014/main" id="{3AC02CD4-E027-B5EA-77A5-0B993ED90C43}"/>
              </a:ext>
            </a:extLst>
          </p:cNvPr>
          <p:cNvSpPr/>
          <p:nvPr/>
        </p:nvSpPr>
        <p:spPr>
          <a:xfrm>
            <a:off x="4962660" y="27395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59" name="사각형: 둥근 모서리 12">
            <a:extLst>
              <a:ext uri="{FF2B5EF4-FFF2-40B4-BE49-F238E27FC236}">
                <a16:creationId xmlns:a16="http://schemas.microsoft.com/office/drawing/2014/main" id="{B3ECB462-DCC2-85D4-32B8-6442BE404D18}"/>
              </a:ext>
            </a:extLst>
          </p:cNvPr>
          <p:cNvSpPr/>
          <p:nvPr/>
        </p:nvSpPr>
        <p:spPr>
          <a:xfrm>
            <a:off x="6390504" y="27364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61" name="사각형: 둥근 모서리 12">
            <a:extLst>
              <a:ext uri="{FF2B5EF4-FFF2-40B4-BE49-F238E27FC236}">
                <a16:creationId xmlns:a16="http://schemas.microsoft.com/office/drawing/2014/main" id="{5E7AB619-573A-66B7-8F64-0C319A5F09F8}"/>
              </a:ext>
            </a:extLst>
          </p:cNvPr>
          <p:cNvSpPr/>
          <p:nvPr/>
        </p:nvSpPr>
        <p:spPr>
          <a:xfrm>
            <a:off x="1518621" y="334230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(Consumer)</a:t>
            </a:r>
          </a:p>
        </p:txBody>
      </p: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0AB5375B-A412-095F-CFCE-E05C9C8717F2}"/>
              </a:ext>
            </a:extLst>
          </p:cNvPr>
          <p:cNvSpPr/>
          <p:nvPr/>
        </p:nvSpPr>
        <p:spPr>
          <a:xfrm>
            <a:off x="3092491" y="38471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63" name="사각형: 둥근 모서리 12">
            <a:extLst>
              <a:ext uri="{FF2B5EF4-FFF2-40B4-BE49-F238E27FC236}">
                <a16:creationId xmlns:a16="http://schemas.microsoft.com/office/drawing/2014/main" id="{2D5785F9-CF98-3898-FABE-750F5DB628B1}"/>
              </a:ext>
            </a:extLst>
          </p:cNvPr>
          <p:cNvSpPr/>
          <p:nvPr/>
        </p:nvSpPr>
        <p:spPr>
          <a:xfrm>
            <a:off x="3202229" y="41282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64" name="사각형: 둥근 모서리 12">
            <a:extLst>
              <a:ext uri="{FF2B5EF4-FFF2-40B4-BE49-F238E27FC236}">
                <a16:creationId xmlns:a16="http://schemas.microsoft.com/office/drawing/2014/main" id="{99B9D7DC-B9F4-8633-BFFA-F4DBE7238203}"/>
              </a:ext>
            </a:extLst>
          </p:cNvPr>
          <p:cNvSpPr/>
          <p:nvPr/>
        </p:nvSpPr>
        <p:spPr>
          <a:xfrm>
            <a:off x="4959888" y="41344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65" name="사각형: 둥근 모서리 12">
            <a:extLst>
              <a:ext uri="{FF2B5EF4-FFF2-40B4-BE49-F238E27FC236}">
                <a16:creationId xmlns:a16="http://schemas.microsoft.com/office/drawing/2014/main" id="{CE01AF45-0126-366C-1A8B-A3541D74DB85}"/>
              </a:ext>
            </a:extLst>
          </p:cNvPr>
          <p:cNvSpPr/>
          <p:nvPr/>
        </p:nvSpPr>
        <p:spPr>
          <a:xfrm>
            <a:off x="6387732" y="41313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451F49D5-7C54-5FBE-9F92-9D9C673F2730}"/>
              </a:ext>
            </a:extLst>
          </p:cNvPr>
          <p:cNvCxnSpPr>
            <a:cxnSpLocks/>
            <a:stCxn id="61" idx="3"/>
            <a:endCxn id="17" idx="2"/>
          </p:cNvCxnSpPr>
          <p:nvPr/>
        </p:nvCxnSpPr>
        <p:spPr>
          <a:xfrm flipV="1">
            <a:off x="2658059" y="1789929"/>
            <a:ext cx="1212153" cy="177813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E6290888-63CF-3DD1-8436-C71204A84D58}"/>
              </a:ext>
            </a:extLst>
          </p:cNvPr>
          <p:cNvCxnSpPr>
            <a:cxnSpLocks/>
            <a:stCxn id="61" idx="3"/>
            <a:endCxn id="58" idx="2"/>
          </p:cNvCxnSpPr>
          <p:nvPr/>
        </p:nvCxnSpPr>
        <p:spPr>
          <a:xfrm flipV="1">
            <a:off x="2658059" y="3184829"/>
            <a:ext cx="2856866" cy="383232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FE39577F-5949-2512-97E2-D87950A5D957}"/>
              </a:ext>
            </a:extLst>
          </p:cNvPr>
          <p:cNvCxnSpPr>
            <a:cxnSpLocks/>
            <a:stCxn id="61" idx="3"/>
            <a:endCxn id="64" idx="0"/>
          </p:cNvCxnSpPr>
          <p:nvPr/>
        </p:nvCxnSpPr>
        <p:spPr>
          <a:xfrm>
            <a:off x="2658059" y="3568061"/>
            <a:ext cx="2854094" cy="56639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96">
            <a:extLst>
              <a:ext uri="{FF2B5EF4-FFF2-40B4-BE49-F238E27FC236}">
                <a16:creationId xmlns:a16="http://schemas.microsoft.com/office/drawing/2014/main" id="{A6A03733-B2E4-F46A-CB5D-7ED3078DA83C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 flipV="1">
            <a:off x="2658059" y="1564174"/>
            <a:ext cx="546942" cy="2701337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96">
            <a:extLst>
              <a:ext uri="{FF2B5EF4-FFF2-40B4-BE49-F238E27FC236}">
                <a16:creationId xmlns:a16="http://schemas.microsoft.com/office/drawing/2014/main" id="{7C4111C1-2A42-4F8B-63CE-523119195209}"/>
              </a:ext>
            </a:extLst>
          </p:cNvPr>
          <p:cNvCxnSpPr>
            <a:cxnSpLocks/>
            <a:stCxn id="64" idx="3"/>
            <a:endCxn id="65" idx="1"/>
          </p:cNvCxnSpPr>
          <p:nvPr/>
        </p:nvCxnSpPr>
        <p:spPr>
          <a:xfrm>
            <a:off x="6064418" y="43570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96">
            <a:extLst>
              <a:ext uri="{FF2B5EF4-FFF2-40B4-BE49-F238E27FC236}">
                <a16:creationId xmlns:a16="http://schemas.microsoft.com/office/drawing/2014/main" id="{0761A076-F654-3479-6611-C862F1181C8E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>
            <a:off x="6067190" y="29621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6">
            <a:extLst>
              <a:ext uri="{FF2B5EF4-FFF2-40B4-BE49-F238E27FC236}">
                <a16:creationId xmlns:a16="http://schemas.microsoft.com/office/drawing/2014/main" id="{E2512FCB-8D2E-69A8-14B8-377187A6C061}"/>
              </a:ext>
            </a:extLst>
          </p:cNvPr>
          <p:cNvCxnSpPr>
            <a:cxnSpLocks/>
            <a:stCxn id="11" idx="3"/>
            <a:endCxn id="17" idx="1"/>
          </p:cNvCxnSpPr>
          <p:nvPr/>
        </p:nvCxnSpPr>
        <p:spPr>
          <a:xfrm flipV="1">
            <a:off x="2658059" y="1564174"/>
            <a:ext cx="546942" cy="311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39AF3F79-092B-EDBE-DC8F-542E829DEC82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 flipV="1">
            <a:off x="6067190" y="1566597"/>
            <a:ext cx="323314" cy="69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사각형: 둥근 모서리 70">
            <a:extLst>
              <a:ext uri="{FF2B5EF4-FFF2-40B4-BE49-F238E27FC236}">
                <a16:creationId xmlns:a16="http://schemas.microsoft.com/office/drawing/2014/main" id="{F30071A7-DF71-51B4-0739-27D6D3447D7D}"/>
              </a:ext>
            </a:extLst>
          </p:cNvPr>
          <p:cNvSpPr/>
          <p:nvPr/>
        </p:nvSpPr>
        <p:spPr>
          <a:xfrm>
            <a:off x="971599" y="1997410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082602F7-84FB-7C91-A3CB-CDAB8133B5B6}"/>
              </a:ext>
            </a:extLst>
          </p:cNvPr>
          <p:cNvSpPr/>
          <p:nvPr/>
        </p:nvSpPr>
        <p:spPr>
          <a:xfrm>
            <a:off x="1518621" y="233823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4893CDF2-B165-6914-6395-27FBE2C1E049}"/>
              </a:ext>
            </a:extLst>
          </p:cNvPr>
          <p:cNvSpPr/>
          <p:nvPr/>
        </p:nvSpPr>
        <p:spPr>
          <a:xfrm>
            <a:off x="4942434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(Producer)</a:t>
            </a:r>
          </a:p>
        </p:txBody>
      </p: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EB7FE052-D7E8-B802-6CE4-2B80BE9D0156}"/>
              </a:ext>
            </a:extLst>
          </p:cNvPr>
          <p:cNvCxnSpPr>
            <a:cxnSpLocks/>
            <a:stCxn id="112" idx="3"/>
            <a:endCxn id="17" idx="1"/>
          </p:cNvCxnSpPr>
          <p:nvPr/>
        </p:nvCxnSpPr>
        <p:spPr>
          <a:xfrm flipV="1">
            <a:off x="2658059" y="1564174"/>
            <a:ext cx="546942" cy="99981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6B0FA537-54FD-324E-D6EC-957B5F83FEE5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4535423" y="1564174"/>
            <a:ext cx="427237" cy="311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75BC2CBB-6E81-9CCC-E449-23AADD42E24C}"/>
              </a:ext>
            </a:extLst>
          </p:cNvPr>
          <p:cNvCxnSpPr>
            <a:cxnSpLocks/>
            <a:stCxn id="17" idx="3"/>
            <a:endCxn id="58" idx="1"/>
          </p:cNvCxnSpPr>
          <p:nvPr/>
        </p:nvCxnSpPr>
        <p:spPr>
          <a:xfrm>
            <a:off x="4535423" y="1564174"/>
            <a:ext cx="427237" cy="13980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96">
            <a:extLst>
              <a:ext uri="{FF2B5EF4-FFF2-40B4-BE49-F238E27FC236}">
                <a16:creationId xmlns:a16="http://schemas.microsoft.com/office/drawing/2014/main" id="{BE05A9A7-E086-AF58-1C2B-7A63BA0099E1}"/>
              </a:ext>
            </a:extLst>
          </p:cNvPr>
          <p:cNvCxnSpPr>
            <a:cxnSpLocks/>
            <a:stCxn id="17" idx="3"/>
            <a:endCxn id="64" idx="1"/>
          </p:cNvCxnSpPr>
          <p:nvPr/>
        </p:nvCxnSpPr>
        <p:spPr>
          <a:xfrm>
            <a:off x="4535423" y="1564174"/>
            <a:ext cx="424465" cy="27929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96">
            <a:extLst>
              <a:ext uri="{FF2B5EF4-FFF2-40B4-BE49-F238E27FC236}">
                <a16:creationId xmlns:a16="http://schemas.microsoft.com/office/drawing/2014/main" id="{6A85B2C8-928A-1561-0FB9-09FFFE50FCC3}"/>
              </a:ext>
            </a:extLst>
          </p:cNvPr>
          <p:cNvCxnSpPr>
            <a:cxnSpLocks/>
          </p:cNvCxnSpPr>
          <p:nvPr/>
        </p:nvCxnSpPr>
        <p:spPr>
          <a:xfrm>
            <a:off x="994672" y="476915"/>
            <a:ext cx="323569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09E809E7-22F5-6209-BD0B-09380781D267}"/>
              </a:ext>
            </a:extLst>
          </p:cNvPr>
          <p:cNvSpPr txBox="1"/>
          <p:nvPr/>
        </p:nvSpPr>
        <p:spPr>
          <a:xfrm>
            <a:off x="1290415" y="282902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Frontend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1EF93140-1021-0AC5-F6B5-6766ED9FEF03}"/>
              </a:ext>
            </a:extLst>
          </p:cNvPr>
          <p:cNvSpPr txBox="1"/>
          <p:nvPr/>
        </p:nvSpPr>
        <p:spPr>
          <a:xfrm>
            <a:off x="1289667" y="634961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A/B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199" name="직선 화살표 연결선 96">
            <a:extLst>
              <a:ext uri="{FF2B5EF4-FFF2-40B4-BE49-F238E27FC236}">
                <a16:creationId xmlns:a16="http://schemas.microsoft.com/office/drawing/2014/main" id="{41D6FC51-BD08-DACE-3D64-118077A3F75C}"/>
              </a:ext>
            </a:extLst>
          </p:cNvPr>
          <p:cNvCxnSpPr>
            <a:cxnSpLocks/>
          </p:cNvCxnSpPr>
          <p:nvPr/>
        </p:nvCxnSpPr>
        <p:spPr>
          <a:xfrm>
            <a:off x="1993388" y="48243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178708D9-C1A6-F304-A205-D40A1D078AE6}"/>
              </a:ext>
            </a:extLst>
          </p:cNvPr>
          <p:cNvSpPr txBox="1"/>
          <p:nvPr/>
        </p:nvSpPr>
        <p:spPr>
          <a:xfrm>
            <a:off x="2289131" y="288424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Backend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1" name="직선 화살표 연결선 96">
            <a:extLst>
              <a:ext uri="{FF2B5EF4-FFF2-40B4-BE49-F238E27FC236}">
                <a16:creationId xmlns:a16="http://schemas.microsoft.com/office/drawing/2014/main" id="{700E2BA5-A650-1904-D84A-76CB9CC78B6B}"/>
              </a:ext>
            </a:extLst>
          </p:cNvPr>
          <p:cNvCxnSpPr>
            <a:cxnSpLocks/>
          </p:cNvCxnSpPr>
          <p:nvPr/>
        </p:nvCxnSpPr>
        <p:spPr>
          <a:xfrm>
            <a:off x="993924" y="821050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58DC09EA-3734-B487-A34F-585083244229}"/>
              </a:ext>
            </a:extLst>
          </p:cNvPr>
          <p:cNvSpPr txBox="1"/>
          <p:nvPr/>
        </p:nvSpPr>
        <p:spPr>
          <a:xfrm>
            <a:off x="2292632" y="635773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C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3" name="직선 화살표 연결선 96">
            <a:extLst>
              <a:ext uri="{FF2B5EF4-FFF2-40B4-BE49-F238E27FC236}">
                <a16:creationId xmlns:a16="http://schemas.microsoft.com/office/drawing/2014/main" id="{9E000A68-B9E1-AA23-90E0-32DDFB8ADE3D}"/>
              </a:ext>
            </a:extLst>
          </p:cNvPr>
          <p:cNvCxnSpPr>
            <a:cxnSpLocks/>
          </p:cNvCxnSpPr>
          <p:nvPr/>
        </p:nvCxnSpPr>
        <p:spPr>
          <a:xfrm>
            <a:off x="1996889" y="821862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12C546E3-A4B7-0117-863A-9991F8277054}"/>
              </a:ext>
            </a:extLst>
          </p:cNvPr>
          <p:cNvSpPr/>
          <p:nvPr/>
        </p:nvSpPr>
        <p:spPr>
          <a:xfrm>
            <a:off x="3297795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</a:t>
            </a:r>
          </a:p>
          <a:p>
            <a:pPr algn="ctr"/>
            <a:r>
              <a:rPr lang="en-US" altLang="ko-KR" sz="900" b="1"/>
              <a:t>ReferenceGrant</a:t>
            </a:r>
          </a:p>
        </p:txBody>
      </p: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83B052CD-A2A3-EF70-D6DC-FAA269D94646}"/>
              </a:ext>
            </a:extLst>
          </p:cNvPr>
          <p:cNvCxnSpPr>
            <a:cxnSpLocks/>
            <a:stCxn id="6" idx="3"/>
            <a:endCxn id="5" idx="0"/>
          </p:cNvCxnSpPr>
          <p:nvPr/>
        </p:nvCxnSpPr>
        <p:spPr>
          <a:xfrm>
            <a:off x="4437233" y="678514"/>
            <a:ext cx="199024" cy="378805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11A267FB-27E0-B85D-D305-C2F55822F50D}"/>
              </a:ext>
            </a:extLst>
          </p:cNvPr>
          <p:cNvCxnSpPr>
            <a:cxnSpLocks/>
            <a:stCxn id="6" idx="1"/>
            <a:endCxn id="3" idx="0"/>
          </p:cNvCxnSpPr>
          <p:nvPr/>
        </p:nvCxnSpPr>
        <p:spPr>
          <a:xfrm flipH="1">
            <a:off x="1871699" y="678514"/>
            <a:ext cx="1426096" cy="2315592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2065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339D6-F158-15C7-2034-29A233372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A6E89500-A94D-308A-E36D-7ED17A38AC80}"/>
              </a:ext>
            </a:extLst>
          </p:cNvPr>
          <p:cNvSpPr/>
          <p:nvPr/>
        </p:nvSpPr>
        <p:spPr>
          <a:xfrm>
            <a:off x="971599" y="1000714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A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06FD0222-6A63-CEA6-3C29-81453AD7E7F3}"/>
              </a:ext>
            </a:extLst>
          </p:cNvPr>
          <p:cNvSpPr/>
          <p:nvPr/>
        </p:nvSpPr>
        <p:spPr>
          <a:xfrm>
            <a:off x="971599" y="2994106"/>
            <a:ext cx="1800200" cy="1616906"/>
          </a:xfrm>
          <a:prstGeom prst="roundRect">
            <a:avLst>
              <a:gd name="adj" fmla="val 5325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C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4" name="사각형: 둥근 모서리 70">
            <a:extLst>
              <a:ext uri="{FF2B5EF4-FFF2-40B4-BE49-F238E27FC236}">
                <a16:creationId xmlns:a16="http://schemas.microsoft.com/office/drawing/2014/main" id="{F2CB8FC9-9AD7-066D-28F1-8B0879725361}"/>
              </a:ext>
            </a:extLst>
          </p:cNvPr>
          <p:cNvSpPr/>
          <p:nvPr/>
        </p:nvSpPr>
        <p:spPr>
          <a:xfrm>
            <a:off x="2987824" y="352643"/>
            <a:ext cx="4637503" cy="4438214"/>
          </a:xfrm>
          <a:prstGeom prst="roundRect">
            <a:avLst>
              <a:gd name="adj" fmla="val 25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1000" dirty="0"/>
              <a:t>Server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07869D2E-5B5C-2198-3648-DE4968A10B08}"/>
              </a:ext>
            </a:extLst>
          </p:cNvPr>
          <p:cNvSpPr/>
          <p:nvPr/>
        </p:nvSpPr>
        <p:spPr>
          <a:xfrm>
            <a:off x="3095263" y="10573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E4BA0B58-B355-4CFA-B21F-3857E25116B4}"/>
              </a:ext>
            </a:extLst>
          </p:cNvPr>
          <p:cNvSpPr/>
          <p:nvPr/>
        </p:nvSpPr>
        <p:spPr>
          <a:xfrm>
            <a:off x="1518621" y="134153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A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9B6E2ADA-94D8-AD61-7299-D191CFB18901}"/>
              </a:ext>
            </a:extLst>
          </p:cNvPr>
          <p:cNvSpPr/>
          <p:nvPr/>
        </p:nvSpPr>
        <p:spPr>
          <a:xfrm>
            <a:off x="1518621" y="4039755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C0DBB69D-20C3-AB4E-A443-B6D6736D667E}"/>
              </a:ext>
            </a:extLst>
          </p:cNvPr>
          <p:cNvSpPr/>
          <p:nvPr/>
        </p:nvSpPr>
        <p:spPr>
          <a:xfrm>
            <a:off x="3205001" y="13384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19" name="사각형: 둥근 모서리 12">
            <a:extLst>
              <a:ext uri="{FF2B5EF4-FFF2-40B4-BE49-F238E27FC236}">
                <a16:creationId xmlns:a16="http://schemas.microsoft.com/office/drawing/2014/main" id="{481F8D19-6103-F4ED-1D0B-BA658CF30D0C}"/>
              </a:ext>
            </a:extLst>
          </p:cNvPr>
          <p:cNvSpPr/>
          <p:nvPr/>
        </p:nvSpPr>
        <p:spPr>
          <a:xfrm>
            <a:off x="4962660" y="13446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E86D213C-2C7F-30E8-DCDA-CC263988231A}"/>
              </a:ext>
            </a:extLst>
          </p:cNvPr>
          <p:cNvSpPr/>
          <p:nvPr/>
        </p:nvSpPr>
        <p:spPr>
          <a:xfrm>
            <a:off x="6390504" y="134084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571AF5C3-8173-E167-FE0B-89EE3376513C}"/>
              </a:ext>
            </a:extLst>
          </p:cNvPr>
          <p:cNvCxnSpPr>
            <a:cxnSpLocks/>
            <a:stCxn id="122" idx="2"/>
            <a:endCxn id="17" idx="0"/>
          </p:cNvCxnSpPr>
          <p:nvPr/>
        </p:nvCxnSpPr>
        <p:spPr>
          <a:xfrm flipH="1">
            <a:off x="3870212" y="904269"/>
            <a:ext cx="1454" cy="43414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29108E09-6A8F-D03D-7C36-BDD161BC5206}"/>
              </a:ext>
            </a:extLst>
          </p:cNvPr>
          <p:cNvCxnSpPr>
            <a:cxnSpLocks/>
            <a:stCxn id="122" idx="2"/>
            <a:endCxn id="19" idx="0"/>
          </p:cNvCxnSpPr>
          <p:nvPr/>
        </p:nvCxnSpPr>
        <p:spPr>
          <a:xfrm>
            <a:off x="3871666" y="904269"/>
            <a:ext cx="1643259" cy="4403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사각형: 둥근 모서리 12">
            <a:extLst>
              <a:ext uri="{FF2B5EF4-FFF2-40B4-BE49-F238E27FC236}">
                <a16:creationId xmlns:a16="http://schemas.microsoft.com/office/drawing/2014/main" id="{7B5DFC63-04BE-2445-906B-9299198530AC}"/>
              </a:ext>
            </a:extLst>
          </p:cNvPr>
          <p:cNvSpPr/>
          <p:nvPr/>
        </p:nvSpPr>
        <p:spPr>
          <a:xfrm>
            <a:off x="3095263" y="24522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57" name="사각형: 둥근 모서리 12">
            <a:extLst>
              <a:ext uri="{FF2B5EF4-FFF2-40B4-BE49-F238E27FC236}">
                <a16:creationId xmlns:a16="http://schemas.microsoft.com/office/drawing/2014/main" id="{4C5FE407-C624-D969-0371-0F9F458045AC}"/>
              </a:ext>
            </a:extLst>
          </p:cNvPr>
          <p:cNvSpPr/>
          <p:nvPr/>
        </p:nvSpPr>
        <p:spPr>
          <a:xfrm>
            <a:off x="3205001" y="27333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58" name="사각형: 둥근 모서리 12">
            <a:extLst>
              <a:ext uri="{FF2B5EF4-FFF2-40B4-BE49-F238E27FC236}">
                <a16:creationId xmlns:a16="http://schemas.microsoft.com/office/drawing/2014/main" id="{790E7527-B144-CE6C-59CB-DCE40AE3572E}"/>
              </a:ext>
            </a:extLst>
          </p:cNvPr>
          <p:cNvSpPr/>
          <p:nvPr/>
        </p:nvSpPr>
        <p:spPr>
          <a:xfrm>
            <a:off x="4962660" y="27395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59" name="사각형: 둥근 모서리 12">
            <a:extLst>
              <a:ext uri="{FF2B5EF4-FFF2-40B4-BE49-F238E27FC236}">
                <a16:creationId xmlns:a16="http://schemas.microsoft.com/office/drawing/2014/main" id="{1F231614-1951-95A8-7DE7-B02645E55B92}"/>
              </a:ext>
            </a:extLst>
          </p:cNvPr>
          <p:cNvSpPr/>
          <p:nvPr/>
        </p:nvSpPr>
        <p:spPr>
          <a:xfrm>
            <a:off x="6390504" y="27364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61" name="사각형: 둥근 모서리 12">
            <a:extLst>
              <a:ext uri="{FF2B5EF4-FFF2-40B4-BE49-F238E27FC236}">
                <a16:creationId xmlns:a16="http://schemas.microsoft.com/office/drawing/2014/main" id="{83EACC93-24A3-B571-FA40-1396C0896729}"/>
              </a:ext>
            </a:extLst>
          </p:cNvPr>
          <p:cNvSpPr/>
          <p:nvPr/>
        </p:nvSpPr>
        <p:spPr>
          <a:xfrm>
            <a:off x="1518621" y="334230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(Consumer)</a:t>
            </a:r>
          </a:p>
        </p:txBody>
      </p: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68E38031-2E82-1939-BF78-00546BEE479B}"/>
              </a:ext>
            </a:extLst>
          </p:cNvPr>
          <p:cNvSpPr/>
          <p:nvPr/>
        </p:nvSpPr>
        <p:spPr>
          <a:xfrm>
            <a:off x="3092491" y="38471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63" name="사각형: 둥근 모서리 12">
            <a:extLst>
              <a:ext uri="{FF2B5EF4-FFF2-40B4-BE49-F238E27FC236}">
                <a16:creationId xmlns:a16="http://schemas.microsoft.com/office/drawing/2014/main" id="{B0190EE1-58EF-E0CA-03FD-4BB02DC35826}"/>
              </a:ext>
            </a:extLst>
          </p:cNvPr>
          <p:cNvSpPr/>
          <p:nvPr/>
        </p:nvSpPr>
        <p:spPr>
          <a:xfrm>
            <a:off x="3202229" y="41282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64" name="사각형: 둥근 모서리 12">
            <a:extLst>
              <a:ext uri="{FF2B5EF4-FFF2-40B4-BE49-F238E27FC236}">
                <a16:creationId xmlns:a16="http://schemas.microsoft.com/office/drawing/2014/main" id="{EEF73322-89FC-2618-06A1-F637B6CBC6C7}"/>
              </a:ext>
            </a:extLst>
          </p:cNvPr>
          <p:cNvSpPr/>
          <p:nvPr/>
        </p:nvSpPr>
        <p:spPr>
          <a:xfrm>
            <a:off x="4959888" y="41344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65" name="사각형: 둥근 모서리 12">
            <a:extLst>
              <a:ext uri="{FF2B5EF4-FFF2-40B4-BE49-F238E27FC236}">
                <a16:creationId xmlns:a16="http://schemas.microsoft.com/office/drawing/2014/main" id="{52D05665-28B0-FC5D-7375-46898A4D5C22}"/>
              </a:ext>
            </a:extLst>
          </p:cNvPr>
          <p:cNvSpPr/>
          <p:nvPr/>
        </p:nvSpPr>
        <p:spPr>
          <a:xfrm>
            <a:off x="6387732" y="41313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1FCB6ABC-C4CC-E373-9B82-625C9BDB1678}"/>
              </a:ext>
            </a:extLst>
          </p:cNvPr>
          <p:cNvCxnSpPr>
            <a:cxnSpLocks/>
            <a:stCxn id="61" idx="3"/>
            <a:endCxn id="17" idx="2"/>
          </p:cNvCxnSpPr>
          <p:nvPr/>
        </p:nvCxnSpPr>
        <p:spPr>
          <a:xfrm flipV="1">
            <a:off x="2658059" y="1789929"/>
            <a:ext cx="1212153" cy="177813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A3B1D35D-F5C3-A03D-9129-C970727F64E4}"/>
              </a:ext>
            </a:extLst>
          </p:cNvPr>
          <p:cNvCxnSpPr>
            <a:cxnSpLocks/>
            <a:stCxn id="61" idx="3"/>
            <a:endCxn id="58" idx="2"/>
          </p:cNvCxnSpPr>
          <p:nvPr/>
        </p:nvCxnSpPr>
        <p:spPr>
          <a:xfrm flipV="1">
            <a:off x="2658059" y="3184829"/>
            <a:ext cx="2856866" cy="383232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0DB6DEC3-567B-81F8-771D-0A3B7201AF76}"/>
              </a:ext>
            </a:extLst>
          </p:cNvPr>
          <p:cNvCxnSpPr>
            <a:cxnSpLocks/>
            <a:stCxn id="61" idx="3"/>
            <a:endCxn id="64" idx="0"/>
          </p:cNvCxnSpPr>
          <p:nvPr/>
        </p:nvCxnSpPr>
        <p:spPr>
          <a:xfrm>
            <a:off x="2658059" y="3568061"/>
            <a:ext cx="2854094" cy="56639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96">
            <a:extLst>
              <a:ext uri="{FF2B5EF4-FFF2-40B4-BE49-F238E27FC236}">
                <a16:creationId xmlns:a16="http://schemas.microsoft.com/office/drawing/2014/main" id="{DC209014-A2CA-4159-F546-7C9D653B1229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 flipV="1">
            <a:off x="2658059" y="1564174"/>
            <a:ext cx="546942" cy="2701337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96">
            <a:extLst>
              <a:ext uri="{FF2B5EF4-FFF2-40B4-BE49-F238E27FC236}">
                <a16:creationId xmlns:a16="http://schemas.microsoft.com/office/drawing/2014/main" id="{FEE4C96C-9130-C52E-FF0C-3653B25E1197}"/>
              </a:ext>
            </a:extLst>
          </p:cNvPr>
          <p:cNvCxnSpPr>
            <a:cxnSpLocks/>
            <a:stCxn id="64" idx="3"/>
            <a:endCxn id="65" idx="1"/>
          </p:cNvCxnSpPr>
          <p:nvPr/>
        </p:nvCxnSpPr>
        <p:spPr>
          <a:xfrm>
            <a:off x="6064418" y="43570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96">
            <a:extLst>
              <a:ext uri="{FF2B5EF4-FFF2-40B4-BE49-F238E27FC236}">
                <a16:creationId xmlns:a16="http://schemas.microsoft.com/office/drawing/2014/main" id="{3CCF7CC9-96A0-3685-ABA5-8AFD3FAA9418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>
            <a:off x="6067190" y="29621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6">
            <a:extLst>
              <a:ext uri="{FF2B5EF4-FFF2-40B4-BE49-F238E27FC236}">
                <a16:creationId xmlns:a16="http://schemas.microsoft.com/office/drawing/2014/main" id="{635252A3-105B-A42D-D962-6C61AF94161C}"/>
              </a:ext>
            </a:extLst>
          </p:cNvPr>
          <p:cNvCxnSpPr>
            <a:cxnSpLocks/>
            <a:stCxn id="11" idx="3"/>
            <a:endCxn id="17" idx="1"/>
          </p:cNvCxnSpPr>
          <p:nvPr/>
        </p:nvCxnSpPr>
        <p:spPr>
          <a:xfrm flipV="1">
            <a:off x="2658059" y="1564174"/>
            <a:ext cx="546942" cy="311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C4EA040D-7EF5-CF49-2DEA-656917A37CBB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 flipV="1">
            <a:off x="6067190" y="1566597"/>
            <a:ext cx="323314" cy="69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사각형: 둥근 모서리 70">
            <a:extLst>
              <a:ext uri="{FF2B5EF4-FFF2-40B4-BE49-F238E27FC236}">
                <a16:creationId xmlns:a16="http://schemas.microsoft.com/office/drawing/2014/main" id="{81D26DC4-C324-7CED-5659-96CBFDD874DF}"/>
              </a:ext>
            </a:extLst>
          </p:cNvPr>
          <p:cNvSpPr/>
          <p:nvPr/>
        </p:nvSpPr>
        <p:spPr>
          <a:xfrm>
            <a:off x="971599" y="1997410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596F3B37-C4C7-EC86-A21C-BBE24B70A20E}"/>
              </a:ext>
            </a:extLst>
          </p:cNvPr>
          <p:cNvSpPr/>
          <p:nvPr/>
        </p:nvSpPr>
        <p:spPr>
          <a:xfrm>
            <a:off x="1518621" y="233823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170EDED4-A80D-1FA4-7A0F-F26E64026BB5}"/>
              </a:ext>
            </a:extLst>
          </p:cNvPr>
          <p:cNvSpPr/>
          <p:nvPr/>
        </p:nvSpPr>
        <p:spPr>
          <a:xfrm>
            <a:off x="3301947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(Producer)</a:t>
            </a:r>
          </a:p>
        </p:txBody>
      </p: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51E5E940-800F-9A5A-B55F-F09A1339764A}"/>
              </a:ext>
            </a:extLst>
          </p:cNvPr>
          <p:cNvCxnSpPr>
            <a:cxnSpLocks/>
            <a:stCxn id="112" idx="3"/>
            <a:endCxn id="17" idx="1"/>
          </p:cNvCxnSpPr>
          <p:nvPr/>
        </p:nvCxnSpPr>
        <p:spPr>
          <a:xfrm flipV="1">
            <a:off x="2658059" y="1564174"/>
            <a:ext cx="546942" cy="99981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6C4BB4DB-C1AB-228B-7983-75C0C3FBE8D7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4535423" y="1564174"/>
            <a:ext cx="427237" cy="311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2A82D63B-5AC2-58A9-133D-44E9C416FD0E}"/>
              </a:ext>
            </a:extLst>
          </p:cNvPr>
          <p:cNvCxnSpPr>
            <a:cxnSpLocks/>
            <a:stCxn id="17" idx="3"/>
            <a:endCxn id="58" idx="1"/>
          </p:cNvCxnSpPr>
          <p:nvPr/>
        </p:nvCxnSpPr>
        <p:spPr>
          <a:xfrm>
            <a:off x="4535423" y="1564174"/>
            <a:ext cx="427237" cy="13980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96">
            <a:extLst>
              <a:ext uri="{FF2B5EF4-FFF2-40B4-BE49-F238E27FC236}">
                <a16:creationId xmlns:a16="http://schemas.microsoft.com/office/drawing/2014/main" id="{2C86A4AB-B690-C58A-E921-4BBFC6B118D4}"/>
              </a:ext>
            </a:extLst>
          </p:cNvPr>
          <p:cNvCxnSpPr>
            <a:cxnSpLocks/>
            <a:stCxn id="17" idx="3"/>
            <a:endCxn id="64" idx="1"/>
          </p:cNvCxnSpPr>
          <p:nvPr/>
        </p:nvCxnSpPr>
        <p:spPr>
          <a:xfrm>
            <a:off x="4535423" y="1564174"/>
            <a:ext cx="424465" cy="27929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96">
            <a:extLst>
              <a:ext uri="{FF2B5EF4-FFF2-40B4-BE49-F238E27FC236}">
                <a16:creationId xmlns:a16="http://schemas.microsoft.com/office/drawing/2014/main" id="{0249CEBB-F4A1-721D-0877-E93473958E55}"/>
              </a:ext>
            </a:extLst>
          </p:cNvPr>
          <p:cNvCxnSpPr>
            <a:cxnSpLocks/>
          </p:cNvCxnSpPr>
          <p:nvPr/>
        </p:nvCxnSpPr>
        <p:spPr>
          <a:xfrm>
            <a:off x="994672" y="476915"/>
            <a:ext cx="323569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CB0CF314-DFF5-C3B9-86C6-841FE18A465B}"/>
              </a:ext>
            </a:extLst>
          </p:cNvPr>
          <p:cNvSpPr txBox="1"/>
          <p:nvPr/>
        </p:nvSpPr>
        <p:spPr>
          <a:xfrm>
            <a:off x="1290415" y="282902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Fronted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33E7B282-3957-1ADC-C63A-92C657074E8F}"/>
              </a:ext>
            </a:extLst>
          </p:cNvPr>
          <p:cNvSpPr txBox="1"/>
          <p:nvPr/>
        </p:nvSpPr>
        <p:spPr>
          <a:xfrm>
            <a:off x="1289667" y="634961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A/B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199" name="직선 화살표 연결선 96">
            <a:extLst>
              <a:ext uri="{FF2B5EF4-FFF2-40B4-BE49-F238E27FC236}">
                <a16:creationId xmlns:a16="http://schemas.microsoft.com/office/drawing/2014/main" id="{10D2D61D-7ABB-2B05-DD05-5F2C9CE03AF0}"/>
              </a:ext>
            </a:extLst>
          </p:cNvPr>
          <p:cNvCxnSpPr>
            <a:cxnSpLocks/>
          </p:cNvCxnSpPr>
          <p:nvPr/>
        </p:nvCxnSpPr>
        <p:spPr>
          <a:xfrm>
            <a:off x="1993388" y="48243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FB199EDD-7E04-07E8-646F-EED80C937183}"/>
              </a:ext>
            </a:extLst>
          </p:cNvPr>
          <p:cNvSpPr txBox="1"/>
          <p:nvPr/>
        </p:nvSpPr>
        <p:spPr>
          <a:xfrm>
            <a:off x="2289131" y="288424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Backend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1" name="직선 화살표 연결선 96">
            <a:extLst>
              <a:ext uri="{FF2B5EF4-FFF2-40B4-BE49-F238E27FC236}">
                <a16:creationId xmlns:a16="http://schemas.microsoft.com/office/drawing/2014/main" id="{DABEDF4F-1909-009B-F830-CE5882B16AA6}"/>
              </a:ext>
            </a:extLst>
          </p:cNvPr>
          <p:cNvCxnSpPr>
            <a:cxnSpLocks/>
          </p:cNvCxnSpPr>
          <p:nvPr/>
        </p:nvCxnSpPr>
        <p:spPr>
          <a:xfrm>
            <a:off x="993924" y="821050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4C94C074-31AC-C5C8-FE14-E596742EA35C}"/>
              </a:ext>
            </a:extLst>
          </p:cNvPr>
          <p:cNvSpPr txBox="1"/>
          <p:nvPr/>
        </p:nvSpPr>
        <p:spPr>
          <a:xfrm>
            <a:off x="2292632" y="635773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C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3" name="직선 화살표 연결선 96">
            <a:extLst>
              <a:ext uri="{FF2B5EF4-FFF2-40B4-BE49-F238E27FC236}">
                <a16:creationId xmlns:a16="http://schemas.microsoft.com/office/drawing/2014/main" id="{4831313F-AF64-D729-77A7-08A1F50E28E0}"/>
              </a:ext>
            </a:extLst>
          </p:cNvPr>
          <p:cNvCxnSpPr>
            <a:cxnSpLocks/>
          </p:cNvCxnSpPr>
          <p:nvPr/>
        </p:nvCxnSpPr>
        <p:spPr>
          <a:xfrm>
            <a:off x="1996889" y="821862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8AE1F9BF-5328-33FE-7002-430EAFAA725E}"/>
              </a:ext>
            </a:extLst>
          </p:cNvPr>
          <p:cNvSpPr/>
          <p:nvPr/>
        </p:nvSpPr>
        <p:spPr>
          <a:xfrm>
            <a:off x="4942434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</a:t>
            </a:r>
          </a:p>
          <a:p>
            <a:pPr algn="ctr"/>
            <a:r>
              <a:rPr lang="en-US" altLang="ko-KR" sz="900" b="1"/>
              <a:t>ReferenceGrant</a:t>
            </a:r>
          </a:p>
        </p:txBody>
      </p:sp>
    </p:spTree>
    <p:extLst>
      <p:ext uri="{BB962C8B-B14F-4D97-AF65-F5344CB8AC3E}">
        <p14:creationId xmlns:p14="http://schemas.microsoft.com/office/powerpoint/2010/main" val="213300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88A9F-98AC-3C85-6941-865E3D251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9483E504-F26E-2AD4-7564-08C07D885B2A}"/>
              </a:ext>
            </a:extLst>
          </p:cNvPr>
          <p:cNvSpPr/>
          <p:nvPr/>
        </p:nvSpPr>
        <p:spPr>
          <a:xfrm>
            <a:off x="971599" y="1000714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A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A7FE3898-FA1C-980D-FD90-9BA0D1D36E4A}"/>
              </a:ext>
            </a:extLst>
          </p:cNvPr>
          <p:cNvSpPr/>
          <p:nvPr/>
        </p:nvSpPr>
        <p:spPr>
          <a:xfrm>
            <a:off x="971599" y="2994106"/>
            <a:ext cx="1800200" cy="1616906"/>
          </a:xfrm>
          <a:prstGeom prst="roundRect">
            <a:avLst>
              <a:gd name="adj" fmla="val 5325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C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4" name="사각형: 둥근 모서리 70">
            <a:extLst>
              <a:ext uri="{FF2B5EF4-FFF2-40B4-BE49-F238E27FC236}">
                <a16:creationId xmlns:a16="http://schemas.microsoft.com/office/drawing/2014/main" id="{C7238DC4-2FDE-8B91-9AA7-4FD957707962}"/>
              </a:ext>
            </a:extLst>
          </p:cNvPr>
          <p:cNvSpPr/>
          <p:nvPr/>
        </p:nvSpPr>
        <p:spPr>
          <a:xfrm>
            <a:off x="2987824" y="352643"/>
            <a:ext cx="4637503" cy="4438214"/>
          </a:xfrm>
          <a:prstGeom prst="roundRect">
            <a:avLst>
              <a:gd name="adj" fmla="val 25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1000" dirty="0"/>
              <a:t>Server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E8951FE7-6EAF-4A93-6D81-4A2269E354AA}"/>
              </a:ext>
            </a:extLst>
          </p:cNvPr>
          <p:cNvSpPr/>
          <p:nvPr/>
        </p:nvSpPr>
        <p:spPr>
          <a:xfrm>
            <a:off x="3095263" y="10573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738528AA-4261-1045-B2A9-90FE1C5C9D04}"/>
              </a:ext>
            </a:extLst>
          </p:cNvPr>
          <p:cNvSpPr/>
          <p:nvPr/>
        </p:nvSpPr>
        <p:spPr>
          <a:xfrm>
            <a:off x="1518621" y="134153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A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CFA4CAE6-067F-5560-AC76-F60354BD9C1B}"/>
              </a:ext>
            </a:extLst>
          </p:cNvPr>
          <p:cNvSpPr/>
          <p:nvPr/>
        </p:nvSpPr>
        <p:spPr>
          <a:xfrm>
            <a:off x="1518621" y="4039755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20DCD150-BF78-15B3-08E6-8088A0B45CA0}"/>
              </a:ext>
            </a:extLst>
          </p:cNvPr>
          <p:cNvSpPr/>
          <p:nvPr/>
        </p:nvSpPr>
        <p:spPr>
          <a:xfrm>
            <a:off x="3205001" y="13384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19" name="사각형: 둥근 모서리 12">
            <a:extLst>
              <a:ext uri="{FF2B5EF4-FFF2-40B4-BE49-F238E27FC236}">
                <a16:creationId xmlns:a16="http://schemas.microsoft.com/office/drawing/2014/main" id="{20B5ED54-B7FA-D732-BD19-A9480015F606}"/>
              </a:ext>
            </a:extLst>
          </p:cNvPr>
          <p:cNvSpPr/>
          <p:nvPr/>
        </p:nvSpPr>
        <p:spPr>
          <a:xfrm>
            <a:off x="4962660" y="13446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651520B1-135F-3E04-B7C8-21FBFE9B6CEA}"/>
              </a:ext>
            </a:extLst>
          </p:cNvPr>
          <p:cNvSpPr/>
          <p:nvPr/>
        </p:nvSpPr>
        <p:spPr>
          <a:xfrm>
            <a:off x="6390504" y="134084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C75F98C6-225A-E730-1D94-6FE1193E8930}"/>
              </a:ext>
            </a:extLst>
          </p:cNvPr>
          <p:cNvCxnSpPr>
            <a:cxnSpLocks/>
            <a:stCxn id="122" idx="2"/>
            <a:endCxn id="17" idx="0"/>
          </p:cNvCxnSpPr>
          <p:nvPr/>
        </p:nvCxnSpPr>
        <p:spPr>
          <a:xfrm flipH="1">
            <a:off x="3870212" y="904269"/>
            <a:ext cx="763273" cy="43414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39AC78CD-711A-F6EE-3BF0-AA458FBF14EC}"/>
              </a:ext>
            </a:extLst>
          </p:cNvPr>
          <p:cNvCxnSpPr>
            <a:cxnSpLocks/>
            <a:stCxn id="122" idx="2"/>
            <a:endCxn id="19" idx="0"/>
          </p:cNvCxnSpPr>
          <p:nvPr/>
        </p:nvCxnSpPr>
        <p:spPr>
          <a:xfrm>
            <a:off x="4633485" y="904269"/>
            <a:ext cx="881440" cy="4403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사각형: 둥근 모서리 12">
            <a:extLst>
              <a:ext uri="{FF2B5EF4-FFF2-40B4-BE49-F238E27FC236}">
                <a16:creationId xmlns:a16="http://schemas.microsoft.com/office/drawing/2014/main" id="{C3E5B67B-BBB8-E615-ED78-9A6B457E5A1D}"/>
              </a:ext>
            </a:extLst>
          </p:cNvPr>
          <p:cNvSpPr/>
          <p:nvPr/>
        </p:nvSpPr>
        <p:spPr>
          <a:xfrm>
            <a:off x="3095263" y="24522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57" name="사각형: 둥근 모서리 12">
            <a:extLst>
              <a:ext uri="{FF2B5EF4-FFF2-40B4-BE49-F238E27FC236}">
                <a16:creationId xmlns:a16="http://schemas.microsoft.com/office/drawing/2014/main" id="{3495DEC7-C6D4-DFEB-120F-6C15EBE40304}"/>
              </a:ext>
            </a:extLst>
          </p:cNvPr>
          <p:cNvSpPr/>
          <p:nvPr/>
        </p:nvSpPr>
        <p:spPr>
          <a:xfrm>
            <a:off x="3205001" y="27333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58" name="사각형: 둥근 모서리 12">
            <a:extLst>
              <a:ext uri="{FF2B5EF4-FFF2-40B4-BE49-F238E27FC236}">
                <a16:creationId xmlns:a16="http://schemas.microsoft.com/office/drawing/2014/main" id="{92E47C6D-3087-DAED-C433-1D2C8E5FD2D5}"/>
              </a:ext>
            </a:extLst>
          </p:cNvPr>
          <p:cNvSpPr/>
          <p:nvPr/>
        </p:nvSpPr>
        <p:spPr>
          <a:xfrm>
            <a:off x="4962660" y="27395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59" name="사각형: 둥근 모서리 12">
            <a:extLst>
              <a:ext uri="{FF2B5EF4-FFF2-40B4-BE49-F238E27FC236}">
                <a16:creationId xmlns:a16="http://schemas.microsoft.com/office/drawing/2014/main" id="{4EEC17BE-0D0A-1A71-07EA-C0B6CD071343}"/>
              </a:ext>
            </a:extLst>
          </p:cNvPr>
          <p:cNvSpPr/>
          <p:nvPr/>
        </p:nvSpPr>
        <p:spPr>
          <a:xfrm>
            <a:off x="6390504" y="27364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61" name="사각형: 둥근 모서리 12">
            <a:extLst>
              <a:ext uri="{FF2B5EF4-FFF2-40B4-BE49-F238E27FC236}">
                <a16:creationId xmlns:a16="http://schemas.microsoft.com/office/drawing/2014/main" id="{D886FD8A-8723-7C90-A761-EC31BCE19389}"/>
              </a:ext>
            </a:extLst>
          </p:cNvPr>
          <p:cNvSpPr/>
          <p:nvPr/>
        </p:nvSpPr>
        <p:spPr>
          <a:xfrm>
            <a:off x="1518621" y="334230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(Consumer)</a:t>
            </a:r>
          </a:p>
        </p:txBody>
      </p: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6C60D62C-DADF-C393-F023-11E816F187B2}"/>
              </a:ext>
            </a:extLst>
          </p:cNvPr>
          <p:cNvSpPr/>
          <p:nvPr/>
        </p:nvSpPr>
        <p:spPr>
          <a:xfrm>
            <a:off x="3092491" y="38471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63" name="사각형: 둥근 모서리 12">
            <a:extLst>
              <a:ext uri="{FF2B5EF4-FFF2-40B4-BE49-F238E27FC236}">
                <a16:creationId xmlns:a16="http://schemas.microsoft.com/office/drawing/2014/main" id="{513321FE-B039-1518-C056-5239AFC3DDD6}"/>
              </a:ext>
            </a:extLst>
          </p:cNvPr>
          <p:cNvSpPr/>
          <p:nvPr/>
        </p:nvSpPr>
        <p:spPr>
          <a:xfrm>
            <a:off x="3202229" y="41282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64" name="사각형: 둥근 모서리 12">
            <a:extLst>
              <a:ext uri="{FF2B5EF4-FFF2-40B4-BE49-F238E27FC236}">
                <a16:creationId xmlns:a16="http://schemas.microsoft.com/office/drawing/2014/main" id="{9587D5E1-1526-F6E0-1735-E62C13DB0F6B}"/>
              </a:ext>
            </a:extLst>
          </p:cNvPr>
          <p:cNvSpPr/>
          <p:nvPr/>
        </p:nvSpPr>
        <p:spPr>
          <a:xfrm>
            <a:off x="4959888" y="41344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65" name="사각형: 둥근 모서리 12">
            <a:extLst>
              <a:ext uri="{FF2B5EF4-FFF2-40B4-BE49-F238E27FC236}">
                <a16:creationId xmlns:a16="http://schemas.microsoft.com/office/drawing/2014/main" id="{6B410F47-12F8-28C4-53AB-35E64AE702E6}"/>
              </a:ext>
            </a:extLst>
          </p:cNvPr>
          <p:cNvSpPr/>
          <p:nvPr/>
        </p:nvSpPr>
        <p:spPr>
          <a:xfrm>
            <a:off x="6387732" y="41313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91160A6C-AF30-D283-83BB-97AD983D0479}"/>
              </a:ext>
            </a:extLst>
          </p:cNvPr>
          <p:cNvCxnSpPr>
            <a:cxnSpLocks/>
            <a:stCxn id="61" idx="3"/>
            <a:endCxn id="17" idx="2"/>
          </p:cNvCxnSpPr>
          <p:nvPr/>
        </p:nvCxnSpPr>
        <p:spPr>
          <a:xfrm flipV="1">
            <a:off x="2658059" y="1789929"/>
            <a:ext cx="1212153" cy="177813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E4BB9FD3-229C-8737-55D2-FF6DE00C0965}"/>
              </a:ext>
            </a:extLst>
          </p:cNvPr>
          <p:cNvCxnSpPr>
            <a:cxnSpLocks/>
            <a:stCxn id="61" idx="3"/>
            <a:endCxn id="58" idx="2"/>
          </p:cNvCxnSpPr>
          <p:nvPr/>
        </p:nvCxnSpPr>
        <p:spPr>
          <a:xfrm flipV="1">
            <a:off x="2658059" y="3184829"/>
            <a:ext cx="2856866" cy="383232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F133F9BF-A301-C969-5913-6985303A7D68}"/>
              </a:ext>
            </a:extLst>
          </p:cNvPr>
          <p:cNvCxnSpPr>
            <a:cxnSpLocks/>
            <a:stCxn id="61" idx="3"/>
            <a:endCxn id="64" idx="0"/>
          </p:cNvCxnSpPr>
          <p:nvPr/>
        </p:nvCxnSpPr>
        <p:spPr>
          <a:xfrm>
            <a:off x="2658059" y="3568061"/>
            <a:ext cx="2854094" cy="56639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96">
            <a:extLst>
              <a:ext uri="{FF2B5EF4-FFF2-40B4-BE49-F238E27FC236}">
                <a16:creationId xmlns:a16="http://schemas.microsoft.com/office/drawing/2014/main" id="{CA2FA15C-8D02-937A-A4A7-6A46C9F23BF1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 flipV="1">
            <a:off x="2658059" y="1564174"/>
            <a:ext cx="546942" cy="2701337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96">
            <a:extLst>
              <a:ext uri="{FF2B5EF4-FFF2-40B4-BE49-F238E27FC236}">
                <a16:creationId xmlns:a16="http://schemas.microsoft.com/office/drawing/2014/main" id="{ECCF3186-7675-BA58-28F2-3E02F6AC7E34}"/>
              </a:ext>
            </a:extLst>
          </p:cNvPr>
          <p:cNvCxnSpPr>
            <a:cxnSpLocks/>
            <a:stCxn id="64" idx="3"/>
            <a:endCxn id="65" idx="1"/>
          </p:cNvCxnSpPr>
          <p:nvPr/>
        </p:nvCxnSpPr>
        <p:spPr>
          <a:xfrm>
            <a:off x="6064418" y="43570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96">
            <a:extLst>
              <a:ext uri="{FF2B5EF4-FFF2-40B4-BE49-F238E27FC236}">
                <a16:creationId xmlns:a16="http://schemas.microsoft.com/office/drawing/2014/main" id="{050EF3CB-747E-44A9-BA5F-63A1F9D96541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>
            <a:off x="6067190" y="29621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6">
            <a:extLst>
              <a:ext uri="{FF2B5EF4-FFF2-40B4-BE49-F238E27FC236}">
                <a16:creationId xmlns:a16="http://schemas.microsoft.com/office/drawing/2014/main" id="{9CCEC718-A0F5-AE2E-4331-B2D2A336D7D4}"/>
              </a:ext>
            </a:extLst>
          </p:cNvPr>
          <p:cNvCxnSpPr>
            <a:cxnSpLocks/>
            <a:stCxn id="11" idx="3"/>
            <a:endCxn id="17" idx="1"/>
          </p:cNvCxnSpPr>
          <p:nvPr/>
        </p:nvCxnSpPr>
        <p:spPr>
          <a:xfrm flipV="1">
            <a:off x="2658059" y="1564174"/>
            <a:ext cx="546942" cy="311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0C5C6F66-3A99-79A9-4085-73B0634380A8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 flipV="1">
            <a:off x="6067190" y="1566597"/>
            <a:ext cx="323314" cy="69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사각형: 둥근 모서리 70">
            <a:extLst>
              <a:ext uri="{FF2B5EF4-FFF2-40B4-BE49-F238E27FC236}">
                <a16:creationId xmlns:a16="http://schemas.microsoft.com/office/drawing/2014/main" id="{B0A3BE14-C78A-B50E-EB0A-B6CA190C292D}"/>
              </a:ext>
            </a:extLst>
          </p:cNvPr>
          <p:cNvSpPr/>
          <p:nvPr/>
        </p:nvSpPr>
        <p:spPr>
          <a:xfrm>
            <a:off x="971599" y="1997410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B183F9FC-2E4B-F484-8106-81992FAFF593}"/>
              </a:ext>
            </a:extLst>
          </p:cNvPr>
          <p:cNvSpPr/>
          <p:nvPr/>
        </p:nvSpPr>
        <p:spPr>
          <a:xfrm>
            <a:off x="1518621" y="233823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6A3CB1F8-B368-731E-31B0-6103C39DB7F2}"/>
              </a:ext>
            </a:extLst>
          </p:cNvPr>
          <p:cNvSpPr/>
          <p:nvPr/>
        </p:nvSpPr>
        <p:spPr>
          <a:xfrm>
            <a:off x="4063766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(Producer)</a:t>
            </a:r>
          </a:p>
        </p:txBody>
      </p: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9EFB79B0-4B62-699E-85DB-C98219436804}"/>
              </a:ext>
            </a:extLst>
          </p:cNvPr>
          <p:cNvCxnSpPr>
            <a:cxnSpLocks/>
            <a:stCxn id="112" idx="3"/>
            <a:endCxn id="17" idx="1"/>
          </p:cNvCxnSpPr>
          <p:nvPr/>
        </p:nvCxnSpPr>
        <p:spPr>
          <a:xfrm flipV="1">
            <a:off x="2658059" y="1564174"/>
            <a:ext cx="546942" cy="99981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E740C718-DE92-BED2-FA01-9B8BEC0B92F7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4535423" y="1564174"/>
            <a:ext cx="427237" cy="311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2EB8415D-3B00-9CF8-A356-B6E9159DF1A9}"/>
              </a:ext>
            </a:extLst>
          </p:cNvPr>
          <p:cNvCxnSpPr>
            <a:cxnSpLocks/>
            <a:stCxn id="17" idx="3"/>
            <a:endCxn id="58" idx="1"/>
          </p:cNvCxnSpPr>
          <p:nvPr/>
        </p:nvCxnSpPr>
        <p:spPr>
          <a:xfrm>
            <a:off x="4535423" y="1564174"/>
            <a:ext cx="427237" cy="13980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96">
            <a:extLst>
              <a:ext uri="{FF2B5EF4-FFF2-40B4-BE49-F238E27FC236}">
                <a16:creationId xmlns:a16="http://schemas.microsoft.com/office/drawing/2014/main" id="{F05EEF92-D324-CDF1-2C27-1FF8F563D1DE}"/>
              </a:ext>
            </a:extLst>
          </p:cNvPr>
          <p:cNvCxnSpPr>
            <a:cxnSpLocks/>
            <a:stCxn id="17" idx="3"/>
            <a:endCxn id="64" idx="1"/>
          </p:cNvCxnSpPr>
          <p:nvPr/>
        </p:nvCxnSpPr>
        <p:spPr>
          <a:xfrm>
            <a:off x="4535423" y="1564174"/>
            <a:ext cx="424465" cy="27929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96">
            <a:extLst>
              <a:ext uri="{FF2B5EF4-FFF2-40B4-BE49-F238E27FC236}">
                <a16:creationId xmlns:a16="http://schemas.microsoft.com/office/drawing/2014/main" id="{1BF1E73A-9AD2-9E43-CACE-5EABB0A885CD}"/>
              </a:ext>
            </a:extLst>
          </p:cNvPr>
          <p:cNvCxnSpPr>
            <a:cxnSpLocks/>
          </p:cNvCxnSpPr>
          <p:nvPr/>
        </p:nvCxnSpPr>
        <p:spPr>
          <a:xfrm>
            <a:off x="994672" y="476915"/>
            <a:ext cx="323569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6294F60B-F1AE-CF33-C269-BAFD4312C687}"/>
              </a:ext>
            </a:extLst>
          </p:cNvPr>
          <p:cNvSpPr txBox="1"/>
          <p:nvPr/>
        </p:nvSpPr>
        <p:spPr>
          <a:xfrm>
            <a:off x="1290415" y="282902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Fronted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F718BB6-97C2-BFE0-A4F8-7CEB6713B4BF}"/>
              </a:ext>
            </a:extLst>
          </p:cNvPr>
          <p:cNvSpPr txBox="1"/>
          <p:nvPr/>
        </p:nvSpPr>
        <p:spPr>
          <a:xfrm>
            <a:off x="1289667" y="634961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A/B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199" name="직선 화살표 연결선 96">
            <a:extLst>
              <a:ext uri="{FF2B5EF4-FFF2-40B4-BE49-F238E27FC236}">
                <a16:creationId xmlns:a16="http://schemas.microsoft.com/office/drawing/2014/main" id="{72A256FD-E857-E21B-C099-E75E36BFBB97}"/>
              </a:ext>
            </a:extLst>
          </p:cNvPr>
          <p:cNvCxnSpPr>
            <a:cxnSpLocks/>
          </p:cNvCxnSpPr>
          <p:nvPr/>
        </p:nvCxnSpPr>
        <p:spPr>
          <a:xfrm>
            <a:off x="1993388" y="48243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68F471A7-DF10-DA85-DCE3-2F9936915703}"/>
              </a:ext>
            </a:extLst>
          </p:cNvPr>
          <p:cNvSpPr txBox="1"/>
          <p:nvPr/>
        </p:nvSpPr>
        <p:spPr>
          <a:xfrm>
            <a:off x="2289131" y="288424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Backend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1" name="직선 화살표 연결선 96">
            <a:extLst>
              <a:ext uri="{FF2B5EF4-FFF2-40B4-BE49-F238E27FC236}">
                <a16:creationId xmlns:a16="http://schemas.microsoft.com/office/drawing/2014/main" id="{6916C1F4-FFBB-29C8-DB37-AF61F72B9575}"/>
              </a:ext>
            </a:extLst>
          </p:cNvPr>
          <p:cNvCxnSpPr>
            <a:cxnSpLocks/>
          </p:cNvCxnSpPr>
          <p:nvPr/>
        </p:nvCxnSpPr>
        <p:spPr>
          <a:xfrm>
            <a:off x="993924" y="821050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4800D812-F072-802A-4996-1F49BD08739D}"/>
              </a:ext>
            </a:extLst>
          </p:cNvPr>
          <p:cNvSpPr txBox="1"/>
          <p:nvPr/>
        </p:nvSpPr>
        <p:spPr>
          <a:xfrm>
            <a:off x="2292632" y="635773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C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3" name="직선 화살표 연결선 96">
            <a:extLst>
              <a:ext uri="{FF2B5EF4-FFF2-40B4-BE49-F238E27FC236}">
                <a16:creationId xmlns:a16="http://schemas.microsoft.com/office/drawing/2014/main" id="{58F13455-C6C2-7157-68C8-3F3E78B5795D}"/>
              </a:ext>
            </a:extLst>
          </p:cNvPr>
          <p:cNvCxnSpPr>
            <a:cxnSpLocks/>
          </p:cNvCxnSpPr>
          <p:nvPr/>
        </p:nvCxnSpPr>
        <p:spPr>
          <a:xfrm>
            <a:off x="1996889" y="821862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8307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37DD3-F30D-5CB7-19AE-AE9D5B749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C05C905F-C1B8-75B7-44C5-33695497A910}"/>
              </a:ext>
            </a:extLst>
          </p:cNvPr>
          <p:cNvSpPr/>
          <p:nvPr/>
        </p:nvSpPr>
        <p:spPr>
          <a:xfrm>
            <a:off x="1043608" y="555526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A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0154D8D7-C042-5C34-9744-9CED0A1F8986}"/>
              </a:ext>
            </a:extLst>
          </p:cNvPr>
          <p:cNvSpPr/>
          <p:nvPr/>
        </p:nvSpPr>
        <p:spPr>
          <a:xfrm>
            <a:off x="1043608" y="2641768"/>
            <a:ext cx="1800200" cy="1616906"/>
          </a:xfrm>
          <a:prstGeom prst="roundRect">
            <a:avLst>
              <a:gd name="adj" fmla="val 60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4" name="사각형: 둥근 모서리 70">
            <a:extLst>
              <a:ext uri="{FF2B5EF4-FFF2-40B4-BE49-F238E27FC236}">
                <a16:creationId xmlns:a16="http://schemas.microsoft.com/office/drawing/2014/main" id="{6D6FE1DF-8357-AD56-7E85-1DAF29D7579F}"/>
              </a:ext>
            </a:extLst>
          </p:cNvPr>
          <p:cNvSpPr/>
          <p:nvPr/>
        </p:nvSpPr>
        <p:spPr>
          <a:xfrm>
            <a:off x="3059832" y="339501"/>
            <a:ext cx="5956379" cy="4099017"/>
          </a:xfrm>
          <a:prstGeom prst="roundRect">
            <a:avLst>
              <a:gd name="adj" fmla="val 376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Server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CFD70828-41E8-646F-6B16-8BF1486C1DE3}"/>
              </a:ext>
            </a:extLst>
          </p:cNvPr>
          <p:cNvSpPr/>
          <p:nvPr/>
        </p:nvSpPr>
        <p:spPr>
          <a:xfrm>
            <a:off x="4572000" y="704981"/>
            <a:ext cx="2791016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846DB0F9-6ACE-5FB5-A75C-76F658C87D14}"/>
              </a:ext>
            </a:extLst>
          </p:cNvPr>
          <p:cNvSpPr/>
          <p:nvPr/>
        </p:nvSpPr>
        <p:spPr>
          <a:xfrm>
            <a:off x="1590630" y="89761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A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96E38EF9-8F4E-61D1-B285-FF5C5016B188}"/>
              </a:ext>
            </a:extLst>
          </p:cNvPr>
          <p:cNvSpPr/>
          <p:nvPr/>
        </p:nvSpPr>
        <p:spPr>
          <a:xfrm>
            <a:off x="1590630" y="36874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180E98FA-757F-AB89-729B-E3D26986300A}"/>
              </a:ext>
            </a:extLst>
          </p:cNvPr>
          <p:cNvSpPr/>
          <p:nvPr/>
        </p:nvSpPr>
        <p:spPr>
          <a:xfrm>
            <a:off x="4681738" y="986080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19" name="사각형: 둥근 모서리 12">
            <a:extLst>
              <a:ext uri="{FF2B5EF4-FFF2-40B4-BE49-F238E27FC236}">
                <a16:creationId xmlns:a16="http://schemas.microsoft.com/office/drawing/2014/main" id="{0C10D8F0-1E83-D700-2117-8CFAFD6B785B}"/>
              </a:ext>
            </a:extLst>
          </p:cNvPr>
          <p:cNvSpPr/>
          <p:nvPr/>
        </p:nvSpPr>
        <p:spPr>
          <a:xfrm>
            <a:off x="6146617" y="992317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67BE77A1-66D6-B28D-7EA0-64B2C98D93D1}"/>
              </a:ext>
            </a:extLst>
          </p:cNvPr>
          <p:cNvSpPr/>
          <p:nvPr/>
        </p:nvSpPr>
        <p:spPr>
          <a:xfrm>
            <a:off x="7681034" y="8976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0C805241-1E55-E67D-D41D-A58C7BA95224}"/>
              </a:ext>
            </a:extLst>
          </p:cNvPr>
          <p:cNvSpPr/>
          <p:nvPr/>
        </p:nvSpPr>
        <p:spPr>
          <a:xfrm>
            <a:off x="3174648" y="159506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(Producer)</a:t>
            </a:r>
          </a:p>
        </p:txBody>
      </p: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B7B73422-4CBC-CFFC-73ED-F409E1B94706}"/>
              </a:ext>
            </a:extLst>
          </p:cNvPr>
          <p:cNvCxnSpPr>
            <a:cxnSpLocks/>
            <a:stCxn id="29" idx="3"/>
            <a:endCxn id="17" idx="2"/>
          </p:cNvCxnSpPr>
          <p:nvPr/>
        </p:nvCxnSpPr>
        <p:spPr>
          <a:xfrm flipV="1">
            <a:off x="4314086" y="1437591"/>
            <a:ext cx="1032863" cy="38323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9230B11E-E79A-FCCE-2DDE-A5409B0EA6B2}"/>
              </a:ext>
            </a:extLst>
          </p:cNvPr>
          <p:cNvCxnSpPr>
            <a:cxnSpLocks/>
            <a:stCxn id="29" idx="3"/>
            <a:endCxn id="19" idx="2"/>
          </p:cNvCxnSpPr>
          <p:nvPr/>
        </p:nvCxnSpPr>
        <p:spPr>
          <a:xfrm flipV="1">
            <a:off x="4314086" y="1437591"/>
            <a:ext cx="2384796" cy="3832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사각형: 둥근 모서리 12">
            <a:extLst>
              <a:ext uri="{FF2B5EF4-FFF2-40B4-BE49-F238E27FC236}">
                <a16:creationId xmlns:a16="http://schemas.microsoft.com/office/drawing/2014/main" id="{045F9448-794A-B507-238B-9CC5314A2C8A}"/>
              </a:ext>
            </a:extLst>
          </p:cNvPr>
          <p:cNvSpPr/>
          <p:nvPr/>
        </p:nvSpPr>
        <p:spPr>
          <a:xfrm>
            <a:off x="4572000" y="2099881"/>
            <a:ext cx="2791016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57" name="사각형: 둥근 모서리 12">
            <a:extLst>
              <a:ext uri="{FF2B5EF4-FFF2-40B4-BE49-F238E27FC236}">
                <a16:creationId xmlns:a16="http://schemas.microsoft.com/office/drawing/2014/main" id="{D44B173D-8068-6A52-CCA7-6A3B089770FC}"/>
              </a:ext>
            </a:extLst>
          </p:cNvPr>
          <p:cNvSpPr/>
          <p:nvPr/>
        </p:nvSpPr>
        <p:spPr>
          <a:xfrm>
            <a:off x="4681738" y="2380980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58" name="사각형: 둥근 모서리 12">
            <a:extLst>
              <a:ext uri="{FF2B5EF4-FFF2-40B4-BE49-F238E27FC236}">
                <a16:creationId xmlns:a16="http://schemas.microsoft.com/office/drawing/2014/main" id="{3E3D19F7-3158-3653-07A6-9F72668BCE66}"/>
              </a:ext>
            </a:extLst>
          </p:cNvPr>
          <p:cNvSpPr/>
          <p:nvPr/>
        </p:nvSpPr>
        <p:spPr>
          <a:xfrm>
            <a:off x="6146617" y="2387217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59" name="사각형: 둥근 모서리 12">
            <a:extLst>
              <a:ext uri="{FF2B5EF4-FFF2-40B4-BE49-F238E27FC236}">
                <a16:creationId xmlns:a16="http://schemas.microsoft.com/office/drawing/2014/main" id="{53041A19-42EA-B4CD-2411-91E46604144B}"/>
              </a:ext>
            </a:extLst>
          </p:cNvPr>
          <p:cNvSpPr/>
          <p:nvPr/>
        </p:nvSpPr>
        <p:spPr>
          <a:xfrm>
            <a:off x="7681034" y="22925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61" name="사각형: 둥근 모서리 12">
            <a:extLst>
              <a:ext uri="{FF2B5EF4-FFF2-40B4-BE49-F238E27FC236}">
                <a16:creationId xmlns:a16="http://schemas.microsoft.com/office/drawing/2014/main" id="{55B13323-87B9-43A3-D4CB-7DF87A7AD0FB}"/>
              </a:ext>
            </a:extLst>
          </p:cNvPr>
          <p:cNvSpPr/>
          <p:nvPr/>
        </p:nvSpPr>
        <p:spPr>
          <a:xfrm>
            <a:off x="1590630" y="298996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(Consumer)</a:t>
            </a:r>
          </a:p>
        </p:txBody>
      </p: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15A90C11-FC9B-2F81-CFCC-10C930618F9A}"/>
              </a:ext>
            </a:extLst>
          </p:cNvPr>
          <p:cNvSpPr/>
          <p:nvPr/>
        </p:nvSpPr>
        <p:spPr>
          <a:xfrm>
            <a:off x="4569228" y="3494781"/>
            <a:ext cx="2791016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63" name="사각형: 둥근 모서리 12">
            <a:extLst>
              <a:ext uri="{FF2B5EF4-FFF2-40B4-BE49-F238E27FC236}">
                <a16:creationId xmlns:a16="http://schemas.microsoft.com/office/drawing/2014/main" id="{AFFBF7EF-7C42-F05A-79D3-3C5FBD50CDD5}"/>
              </a:ext>
            </a:extLst>
          </p:cNvPr>
          <p:cNvSpPr/>
          <p:nvPr/>
        </p:nvSpPr>
        <p:spPr>
          <a:xfrm>
            <a:off x="4678966" y="3775880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64" name="사각형: 둥근 모서리 12">
            <a:extLst>
              <a:ext uri="{FF2B5EF4-FFF2-40B4-BE49-F238E27FC236}">
                <a16:creationId xmlns:a16="http://schemas.microsoft.com/office/drawing/2014/main" id="{0D184A75-9D20-AD66-2F37-FC36E52C6BA6}"/>
              </a:ext>
            </a:extLst>
          </p:cNvPr>
          <p:cNvSpPr/>
          <p:nvPr/>
        </p:nvSpPr>
        <p:spPr>
          <a:xfrm>
            <a:off x="6143845" y="3782117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65" name="사각형: 둥근 모서리 12">
            <a:extLst>
              <a:ext uri="{FF2B5EF4-FFF2-40B4-BE49-F238E27FC236}">
                <a16:creationId xmlns:a16="http://schemas.microsoft.com/office/drawing/2014/main" id="{F80C49BD-C287-5B76-1C53-2FA694762A71}"/>
              </a:ext>
            </a:extLst>
          </p:cNvPr>
          <p:cNvSpPr/>
          <p:nvPr/>
        </p:nvSpPr>
        <p:spPr>
          <a:xfrm>
            <a:off x="7678262" y="36874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05E29A78-499E-5FAE-FEFB-C03E3F88976D}"/>
              </a:ext>
            </a:extLst>
          </p:cNvPr>
          <p:cNvCxnSpPr>
            <a:cxnSpLocks/>
            <a:stCxn id="61" idx="3"/>
            <a:endCxn id="17" idx="2"/>
          </p:cNvCxnSpPr>
          <p:nvPr/>
        </p:nvCxnSpPr>
        <p:spPr>
          <a:xfrm flipV="1">
            <a:off x="2730068" y="1437591"/>
            <a:ext cx="2616881" cy="177813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06A28005-30A4-6FB3-7436-7D4C62D73766}"/>
              </a:ext>
            </a:extLst>
          </p:cNvPr>
          <p:cNvCxnSpPr>
            <a:cxnSpLocks/>
            <a:stCxn id="61" idx="3"/>
            <a:endCxn id="58" idx="2"/>
          </p:cNvCxnSpPr>
          <p:nvPr/>
        </p:nvCxnSpPr>
        <p:spPr>
          <a:xfrm flipV="1">
            <a:off x="2730068" y="2832491"/>
            <a:ext cx="3968814" cy="38323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CE7FB883-3681-102A-141E-DE97A1CD8F64}"/>
              </a:ext>
            </a:extLst>
          </p:cNvPr>
          <p:cNvCxnSpPr>
            <a:cxnSpLocks/>
            <a:stCxn id="61" idx="3"/>
            <a:endCxn id="64" idx="0"/>
          </p:cNvCxnSpPr>
          <p:nvPr/>
        </p:nvCxnSpPr>
        <p:spPr>
          <a:xfrm>
            <a:off x="2730068" y="3215723"/>
            <a:ext cx="3966042" cy="56639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96">
            <a:extLst>
              <a:ext uri="{FF2B5EF4-FFF2-40B4-BE49-F238E27FC236}">
                <a16:creationId xmlns:a16="http://schemas.microsoft.com/office/drawing/2014/main" id="{C6A811BF-49E5-3CC3-CD22-F7020A27FF6B}"/>
              </a:ext>
            </a:extLst>
          </p:cNvPr>
          <p:cNvCxnSpPr>
            <a:cxnSpLocks/>
            <a:stCxn id="12" idx="3"/>
            <a:endCxn id="56" idx="1"/>
          </p:cNvCxnSpPr>
          <p:nvPr/>
        </p:nvCxnSpPr>
        <p:spPr>
          <a:xfrm flipV="1">
            <a:off x="2730068" y="2518274"/>
            <a:ext cx="1841932" cy="139489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96">
            <a:extLst>
              <a:ext uri="{FF2B5EF4-FFF2-40B4-BE49-F238E27FC236}">
                <a16:creationId xmlns:a16="http://schemas.microsoft.com/office/drawing/2014/main" id="{C2717689-90DE-6378-9D59-3C5D7838C7AC}"/>
              </a:ext>
            </a:extLst>
          </p:cNvPr>
          <p:cNvCxnSpPr>
            <a:cxnSpLocks/>
            <a:stCxn id="12" idx="3"/>
            <a:endCxn id="62" idx="1"/>
          </p:cNvCxnSpPr>
          <p:nvPr/>
        </p:nvCxnSpPr>
        <p:spPr>
          <a:xfrm>
            <a:off x="2730068" y="3913173"/>
            <a:ext cx="1839160" cy="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96">
            <a:extLst>
              <a:ext uri="{FF2B5EF4-FFF2-40B4-BE49-F238E27FC236}">
                <a16:creationId xmlns:a16="http://schemas.microsoft.com/office/drawing/2014/main" id="{48190A7A-5586-F29F-D0AE-81D697EBECB5}"/>
              </a:ext>
            </a:extLst>
          </p:cNvPr>
          <p:cNvCxnSpPr>
            <a:cxnSpLocks/>
            <a:stCxn id="62" idx="3"/>
            <a:endCxn id="65" idx="1"/>
          </p:cNvCxnSpPr>
          <p:nvPr/>
        </p:nvCxnSpPr>
        <p:spPr>
          <a:xfrm flipV="1">
            <a:off x="7360244" y="3913173"/>
            <a:ext cx="318018" cy="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96">
            <a:extLst>
              <a:ext uri="{FF2B5EF4-FFF2-40B4-BE49-F238E27FC236}">
                <a16:creationId xmlns:a16="http://schemas.microsoft.com/office/drawing/2014/main" id="{C4706D0E-CC2B-F4E7-6FD8-42AD9D85BBC8}"/>
              </a:ext>
            </a:extLst>
          </p:cNvPr>
          <p:cNvCxnSpPr>
            <a:cxnSpLocks/>
            <a:stCxn id="56" idx="3"/>
            <a:endCxn id="59" idx="1"/>
          </p:cNvCxnSpPr>
          <p:nvPr/>
        </p:nvCxnSpPr>
        <p:spPr>
          <a:xfrm flipV="1">
            <a:off x="7363016" y="2518273"/>
            <a:ext cx="318018" cy="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6">
            <a:extLst>
              <a:ext uri="{FF2B5EF4-FFF2-40B4-BE49-F238E27FC236}">
                <a16:creationId xmlns:a16="http://schemas.microsoft.com/office/drawing/2014/main" id="{A2941A56-3597-1C8F-B4F9-611962D8ED89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>
            <a:off x="2730068" y="1123372"/>
            <a:ext cx="1841932" cy="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8BE1C2D3-2F73-E677-3B5E-6EBE1C3EAA52}"/>
              </a:ext>
            </a:extLst>
          </p:cNvPr>
          <p:cNvCxnSpPr>
            <a:cxnSpLocks/>
            <a:stCxn id="5" idx="3"/>
            <a:endCxn id="21" idx="1"/>
          </p:cNvCxnSpPr>
          <p:nvPr/>
        </p:nvCxnSpPr>
        <p:spPr>
          <a:xfrm flipV="1">
            <a:off x="7363016" y="1123373"/>
            <a:ext cx="318018" cy="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사각형: 둥근 모서리 70">
            <a:extLst>
              <a:ext uri="{FF2B5EF4-FFF2-40B4-BE49-F238E27FC236}">
                <a16:creationId xmlns:a16="http://schemas.microsoft.com/office/drawing/2014/main" id="{5DAC5D39-1BA6-3673-B6FA-03C43443B710}"/>
              </a:ext>
            </a:extLst>
          </p:cNvPr>
          <p:cNvSpPr/>
          <p:nvPr/>
        </p:nvSpPr>
        <p:spPr>
          <a:xfrm>
            <a:off x="1038176" y="1600440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99" name="사각형: 둥근 모서리 12">
            <a:extLst>
              <a:ext uri="{FF2B5EF4-FFF2-40B4-BE49-F238E27FC236}">
                <a16:creationId xmlns:a16="http://schemas.microsoft.com/office/drawing/2014/main" id="{F20B2BEA-547B-C1A9-2F3D-4C400A0380C7}"/>
              </a:ext>
            </a:extLst>
          </p:cNvPr>
          <p:cNvSpPr/>
          <p:nvPr/>
        </p:nvSpPr>
        <p:spPr>
          <a:xfrm>
            <a:off x="1585198" y="19425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00" name="직선 화살표 연결선 96">
            <a:extLst>
              <a:ext uri="{FF2B5EF4-FFF2-40B4-BE49-F238E27FC236}">
                <a16:creationId xmlns:a16="http://schemas.microsoft.com/office/drawing/2014/main" id="{8000D4D8-56F9-7E02-76BC-D8893CCE561A}"/>
              </a:ext>
            </a:extLst>
          </p:cNvPr>
          <p:cNvCxnSpPr>
            <a:cxnSpLocks/>
            <a:stCxn id="99" idx="0"/>
            <a:endCxn id="5" idx="1"/>
          </p:cNvCxnSpPr>
          <p:nvPr/>
        </p:nvCxnSpPr>
        <p:spPr>
          <a:xfrm flipV="1">
            <a:off x="2154917" y="1123374"/>
            <a:ext cx="2417083" cy="8191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59956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34638-8488-546A-188E-0E936E811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A0B285DC-5C0F-1228-3974-A3C201C81F1C}"/>
              </a:ext>
            </a:extLst>
          </p:cNvPr>
          <p:cNvSpPr/>
          <p:nvPr/>
        </p:nvSpPr>
        <p:spPr>
          <a:xfrm>
            <a:off x="323528" y="339502"/>
            <a:ext cx="252028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A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71E46700-61A3-9A06-DD48-C8519B95C450}"/>
              </a:ext>
            </a:extLst>
          </p:cNvPr>
          <p:cNvSpPr/>
          <p:nvPr/>
        </p:nvSpPr>
        <p:spPr>
          <a:xfrm>
            <a:off x="323528" y="2859782"/>
            <a:ext cx="252028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4" name="사각형: 둥근 모서리 70">
            <a:extLst>
              <a:ext uri="{FF2B5EF4-FFF2-40B4-BE49-F238E27FC236}">
                <a16:creationId xmlns:a16="http://schemas.microsoft.com/office/drawing/2014/main" id="{D347B72D-424B-D656-F03B-12F8CEFB7B06}"/>
              </a:ext>
            </a:extLst>
          </p:cNvPr>
          <p:cNvSpPr/>
          <p:nvPr/>
        </p:nvSpPr>
        <p:spPr>
          <a:xfrm>
            <a:off x="3059832" y="339502"/>
            <a:ext cx="5956379" cy="3583350"/>
          </a:xfrm>
          <a:prstGeom prst="roundRect">
            <a:avLst>
              <a:gd name="adj" fmla="val 376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Server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6601BFF8-B317-0F50-4A69-8CAE6E52805F}"/>
              </a:ext>
            </a:extLst>
          </p:cNvPr>
          <p:cNvSpPr/>
          <p:nvPr/>
        </p:nvSpPr>
        <p:spPr>
          <a:xfrm>
            <a:off x="4498257" y="1348310"/>
            <a:ext cx="1139438" cy="1747612"/>
          </a:xfrm>
          <a:prstGeom prst="roundRect">
            <a:avLst>
              <a:gd name="adj" fmla="val 5687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</a:t>
            </a:r>
            <a:br>
              <a:rPr lang="en-US" altLang="ko-KR" sz="900"/>
            </a:b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DC56AB81-5ECB-2F3C-1ECF-291761CFA00A}"/>
              </a:ext>
            </a:extLst>
          </p:cNvPr>
          <p:cNvSpPr/>
          <p:nvPr/>
        </p:nvSpPr>
        <p:spPr>
          <a:xfrm>
            <a:off x="6104513" y="328851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 1 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003DD0F1-966A-DE81-E03C-2ADB6CCE1E01}"/>
              </a:ext>
            </a:extLst>
          </p:cNvPr>
          <p:cNvSpPr/>
          <p:nvPr/>
        </p:nvSpPr>
        <p:spPr>
          <a:xfrm>
            <a:off x="487829" y="86130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A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2AE768FD-0474-8F3A-3351-920A61B02E0E}"/>
              </a:ext>
            </a:extLst>
          </p:cNvPr>
          <p:cNvSpPr/>
          <p:nvPr/>
        </p:nvSpPr>
        <p:spPr>
          <a:xfrm>
            <a:off x="487829" y="330225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0071B6E-0F27-F3AE-1F67-E45E1D4DAF8F}"/>
              </a:ext>
            </a:extLst>
          </p:cNvPr>
          <p:cNvSpPr/>
          <p:nvPr/>
        </p:nvSpPr>
        <p:spPr>
          <a:xfrm>
            <a:off x="487829" y="405644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BA9A84CA-845B-9650-310C-9E89B9D429CD}"/>
              </a:ext>
            </a:extLst>
          </p:cNvPr>
          <p:cNvSpPr/>
          <p:nvPr/>
        </p:nvSpPr>
        <p:spPr>
          <a:xfrm>
            <a:off x="4623723" y="1763413"/>
            <a:ext cx="888506" cy="558212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</a:t>
            </a:r>
          </a:p>
          <a:p>
            <a:pPr algn="ctr"/>
            <a:r>
              <a:rPr lang="en-US" altLang="ko-KR" sz="900" dirty="0"/>
              <a:t>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19" name="사각형: 둥근 모서리 12">
            <a:extLst>
              <a:ext uri="{FF2B5EF4-FFF2-40B4-BE49-F238E27FC236}">
                <a16:creationId xmlns:a16="http://schemas.microsoft.com/office/drawing/2014/main" id="{5D771F42-2094-84DC-3402-F3A631AF988A}"/>
              </a:ext>
            </a:extLst>
          </p:cNvPr>
          <p:cNvSpPr/>
          <p:nvPr/>
        </p:nvSpPr>
        <p:spPr>
          <a:xfrm>
            <a:off x="4623723" y="2434256"/>
            <a:ext cx="888506" cy="558212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373870D4-AB12-A869-8109-070BED89091E}"/>
              </a:ext>
            </a:extLst>
          </p:cNvPr>
          <p:cNvSpPr/>
          <p:nvPr/>
        </p:nvSpPr>
        <p:spPr>
          <a:xfrm>
            <a:off x="4498257" y="328363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D9A587A3-BDEA-52A4-BD4B-43D8D6D5C419}"/>
              </a:ext>
            </a:extLst>
          </p:cNvPr>
          <p:cNvSpPr/>
          <p:nvPr/>
        </p:nvSpPr>
        <p:spPr>
          <a:xfrm>
            <a:off x="6104513" y="1348308"/>
            <a:ext cx="1139438" cy="1747612"/>
          </a:xfrm>
          <a:prstGeom prst="roundRect">
            <a:avLst>
              <a:gd name="adj" fmla="val 5687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 1 </a:t>
            </a:r>
            <a:br>
              <a:rPr lang="en-US" altLang="ko-KR" sz="900"/>
            </a:b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23" name="사각형: 둥근 모서리 12">
            <a:extLst>
              <a:ext uri="{FF2B5EF4-FFF2-40B4-BE49-F238E27FC236}">
                <a16:creationId xmlns:a16="http://schemas.microsoft.com/office/drawing/2014/main" id="{0B4B47C1-B819-C2EC-95D9-12FAF68C5C43}"/>
              </a:ext>
            </a:extLst>
          </p:cNvPr>
          <p:cNvSpPr/>
          <p:nvPr/>
        </p:nvSpPr>
        <p:spPr>
          <a:xfrm>
            <a:off x="6229979" y="1763411"/>
            <a:ext cx="888506" cy="558212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</a:t>
            </a:r>
          </a:p>
          <a:p>
            <a:pPr algn="ctr"/>
            <a:r>
              <a:rPr lang="en-US" altLang="ko-KR" sz="900" dirty="0"/>
              <a:t>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24" name="사각형: 둥근 모서리 12">
            <a:extLst>
              <a:ext uri="{FF2B5EF4-FFF2-40B4-BE49-F238E27FC236}">
                <a16:creationId xmlns:a16="http://schemas.microsoft.com/office/drawing/2014/main" id="{80D9DACB-FF54-0939-C629-E09197B1846C}"/>
              </a:ext>
            </a:extLst>
          </p:cNvPr>
          <p:cNvSpPr/>
          <p:nvPr/>
        </p:nvSpPr>
        <p:spPr>
          <a:xfrm>
            <a:off x="6229979" y="2434254"/>
            <a:ext cx="888506" cy="558212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5" name="사각형: 둥근 모서리 12">
            <a:extLst>
              <a:ext uri="{FF2B5EF4-FFF2-40B4-BE49-F238E27FC236}">
                <a16:creationId xmlns:a16="http://schemas.microsoft.com/office/drawing/2014/main" id="{833251B5-DB46-DDCF-C58D-61A948725578}"/>
              </a:ext>
            </a:extLst>
          </p:cNvPr>
          <p:cNvSpPr/>
          <p:nvPr/>
        </p:nvSpPr>
        <p:spPr>
          <a:xfrm>
            <a:off x="7720067" y="328851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 2 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96CCD040-608A-6240-67F4-7EE1CCBB2B37}"/>
              </a:ext>
            </a:extLst>
          </p:cNvPr>
          <p:cNvSpPr/>
          <p:nvPr/>
        </p:nvSpPr>
        <p:spPr>
          <a:xfrm>
            <a:off x="7720067" y="1348308"/>
            <a:ext cx="1139438" cy="1747612"/>
          </a:xfrm>
          <a:prstGeom prst="roundRect">
            <a:avLst>
              <a:gd name="adj" fmla="val 5687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 2 </a:t>
            </a:r>
            <a:br>
              <a:rPr lang="en-US" altLang="ko-KR" sz="900"/>
            </a:b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863EF30F-93D0-794C-54BF-ACF0D0C15EC8}"/>
              </a:ext>
            </a:extLst>
          </p:cNvPr>
          <p:cNvSpPr/>
          <p:nvPr/>
        </p:nvSpPr>
        <p:spPr>
          <a:xfrm>
            <a:off x="7845533" y="1763411"/>
            <a:ext cx="888506" cy="558212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</a:t>
            </a:r>
          </a:p>
          <a:p>
            <a:pPr algn="ctr"/>
            <a:r>
              <a:rPr lang="en-US" altLang="ko-KR" sz="900" dirty="0"/>
              <a:t>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28" name="사각형: 둥근 모서리 12">
            <a:extLst>
              <a:ext uri="{FF2B5EF4-FFF2-40B4-BE49-F238E27FC236}">
                <a16:creationId xmlns:a16="http://schemas.microsoft.com/office/drawing/2014/main" id="{28E40DEE-863C-EFBC-2EF7-68C520FB49BF}"/>
              </a:ext>
            </a:extLst>
          </p:cNvPr>
          <p:cNvSpPr/>
          <p:nvPr/>
        </p:nvSpPr>
        <p:spPr>
          <a:xfrm>
            <a:off x="7845533" y="2434254"/>
            <a:ext cx="888506" cy="558212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22240A35-18DB-914F-7D1B-8F00FD0D375D}"/>
              </a:ext>
            </a:extLst>
          </p:cNvPr>
          <p:cNvSpPr/>
          <p:nvPr/>
        </p:nvSpPr>
        <p:spPr>
          <a:xfrm>
            <a:off x="3177539" y="861303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</p:txBody>
      </p: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AD8C7582-C781-C714-AE78-47BC2CDC1F33}"/>
              </a:ext>
            </a:extLst>
          </p:cNvPr>
          <p:cNvCxnSpPr>
            <a:cxnSpLocks/>
            <a:stCxn id="29" idx="2"/>
            <a:endCxn id="17" idx="1"/>
          </p:cNvCxnSpPr>
          <p:nvPr/>
        </p:nvCxnSpPr>
        <p:spPr>
          <a:xfrm>
            <a:off x="3747258" y="1312814"/>
            <a:ext cx="876465" cy="72970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795C2CCE-7A66-4FC0-D649-3F834B4CAC43}"/>
              </a:ext>
            </a:extLst>
          </p:cNvPr>
          <p:cNvCxnSpPr>
            <a:cxnSpLocks/>
            <a:stCxn id="29" idx="2"/>
            <a:endCxn id="19" idx="1"/>
          </p:cNvCxnSpPr>
          <p:nvPr/>
        </p:nvCxnSpPr>
        <p:spPr>
          <a:xfrm>
            <a:off x="3747258" y="1312814"/>
            <a:ext cx="876465" cy="14005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96">
            <a:extLst>
              <a:ext uri="{FF2B5EF4-FFF2-40B4-BE49-F238E27FC236}">
                <a16:creationId xmlns:a16="http://schemas.microsoft.com/office/drawing/2014/main" id="{19C3F0F2-278E-E1E5-11D1-30FAEA025F0E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>
            <a:off x="1627267" y="1087059"/>
            <a:ext cx="2870990" cy="113505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96">
            <a:extLst>
              <a:ext uri="{FF2B5EF4-FFF2-40B4-BE49-F238E27FC236}">
                <a16:creationId xmlns:a16="http://schemas.microsoft.com/office/drawing/2014/main" id="{D67571A5-7B04-BD49-325D-C93FD6253651}"/>
              </a:ext>
            </a:extLst>
          </p:cNvPr>
          <p:cNvCxnSpPr>
            <a:cxnSpLocks/>
            <a:stCxn id="5" idx="2"/>
            <a:endCxn id="21" idx="0"/>
          </p:cNvCxnSpPr>
          <p:nvPr/>
        </p:nvCxnSpPr>
        <p:spPr>
          <a:xfrm>
            <a:off x="5067976" y="3095922"/>
            <a:ext cx="0" cy="1877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20053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55603</TotalTime>
  <Words>499</Words>
  <Application>Microsoft Macintosh PowerPoint</Application>
  <PresentationFormat>화면 슬라이드 쇼(16:9)</PresentationFormat>
  <Paragraphs>231</Paragraphs>
  <Slides>7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6003</cp:revision>
  <dcterms:created xsi:type="dcterms:W3CDTF">2006-10-05T04:04:58Z</dcterms:created>
  <dcterms:modified xsi:type="dcterms:W3CDTF">2026-10-04T07:31:36Z</dcterms:modified>
</cp:coreProperties>
</file>
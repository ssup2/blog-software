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437" r:id="rId2"/>
    <p:sldId id="447" r:id="rId3"/>
    <p:sldId id="440" r:id="rId4"/>
    <p:sldId id="446" r:id="rId5"/>
    <p:sldId id="445" r:id="rId6"/>
    <p:sldId id="444" r:id="rId7"/>
    <p:sldId id="443" r:id="rId8"/>
    <p:sldId id="442" r:id="rId9"/>
    <p:sldId id="441" r:id="rId10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57" autoAdjust="0"/>
    <p:restoredTop sz="89760" autoAdjust="0"/>
  </p:normalViewPr>
  <p:slideViewPr>
    <p:cSldViewPr>
      <p:cViewPr>
        <p:scale>
          <a:sx n="200" d="100"/>
          <a:sy n="200" d="100"/>
        </p:scale>
        <p:origin x="840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95575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69E8E-ED06-C666-5B1D-5263E346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B9D7A4-E57A-3083-87F8-D9E24050F2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D3A388-F934-52A9-6A29-B99BF1A01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084B3C-68F2-0848-CB78-E077976C3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21280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47A2E-3E61-C7ED-2435-842AE6B9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FC4DCC-44CF-303C-A7C5-FB27026C5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AB0C47-6740-E3D0-93B5-FBC110BCC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378FC4-7B6B-F65B-7ED2-F854EC433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575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6EA-E860-8A3E-EEC0-77454F5E0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9D875-F6F8-BBBD-97E1-B5DE6CD17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8C42A0-D69E-6D6F-EF29-D0BA9B823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77C4B4-9849-87D1-B5B7-E4C5F86A3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85037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79343-07A3-626C-09B4-A73F8A6D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F5B2D-D1C7-AC57-39EF-46DF31D7E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86AB2D-1F54-8830-148F-F153EC6211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DD7343-A2BD-EBA8-33C9-38A8F3DE12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8919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CEA0A-CA0C-73D7-9B95-6962381AB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0B82A-7671-B861-C3D8-61482F4C7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4BED26-31D5-3711-0CFE-D5A9B870E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0AF79A-1D42-A489-9097-2016D14ED0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9161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65EDA0B5-DD0D-1BC3-2992-A5C66679EC30}"/>
              </a:ext>
            </a:extLst>
          </p:cNvPr>
          <p:cNvSpPr/>
          <p:nvPr/>
        </p:nvSpPr>
        <p:spPr>
          <a:xfrm>
            <a:off x="235987" y="1180559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56CDCE0E-7D3B-D776-B512-34AA2AC58D94}"/>
              </a:ext>
            </a:extLst>
          </p:cNvPr>
          <p:cNvSpPr/>
          <p:nvPr/>
        </p:nvSpPr>
        <p:spPr>
          <a:xfrm>
            <a:off x="235987" y="3173951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D46D13C5-9BAC-BB89-37C0-1F4A3C79C4FC}"/>
              </a:ext>
            </a:extLst>
          </p:cNvPr>
          <p:cNvSpPr/>
          <p:nvPr/>
        </p:nvSpPr>
        <p:spPr>
          <a:xfrm>
            <a:off x="2252212" y="915565"/>
            <a:ext cx="4637503" cy="3875291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82D66710-85A3-CF87-493D-5AA24BA84531}"/>
              </a:ext>
            </a:extLst>
          </p:cNvPr>
          <p:cNvSpPr/>
          <p:nvPr/>
        </p:nvSpPr>
        <p:spPr>
          <a:xfrm>
            <a:off x="2359651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6E8EEC7-28C6-32F4-4CDF-66F94F1C9709}"/>
              </a:ext>
            </a:extLst>
          </p:cNvPr>
          <p:cNvSpPr/>
          <p:nvPr/>
        </p:nvSpPr>
        <p:spPr>
          <a:xfrm>
            <a:off x="783009" y="152138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E828FF01-DDEA-4E68-8370-FF1F27E19E8C}"/>
              </a:ext>
            </a:extLst>
          </p:cNvPr>
          <p:cNvSpPr/>
          <p:nvPr/>
        </p:nvSpPr>
        <p:spPr>
          <a:xfrm>
            <a:off x="783009" y="421960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621DAE49-F2E2-AA4F-7F9D-B4F3CFEC8F0A}"/>
              </a:ext>
            </a:extLst>
          </p:cNvPr>
          <p:cNvSpPr/>
          <p:nvPr/>
        </p:nvSpPr>
        <p:spPr>
          <a:xfrm>
            <a:off x="2469389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5C426528-7E7F-AF40-B09F-DC03107AAE23}"/>
              </a:ext>
            </a:extLst>
          </p:cNvPr>
          <p:cNvSpPr/>
          <p:nvPr/>
        </p:nvSpPr>
        <p:spPr>
          <a:xfrm>
            <a:off x="4227048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DC4C280C-6B79-F1F7-15ED-50513C928F3A}"/>
              </a:ext>
            </a:extLst>
          </p:cNvPr>
          <p:cNvSpPr/>
          <p:nvPr/>
        </p:nvSpPr>
        <p:spPr>
          <a:xfrm>
            <a:off x="5654892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11E05A8C-2F0E-F71F-1F44-36263383F304}"/>
              </a:ext>
            </a:extLst>
          </p:cNvPr>
          <p:cNvCxnSpPr>
            <a:cxnSpLocks/>
            <a:stCxn id="122" idx="1"/>
            <a:endCxn id="17" idx="2"/>
          </p:cNvCxnSpPr>
          <p:nvPr/>
        </p:nvCxnSpPr>
        <p:spPr>
          <a:xfrm flipH="1" flipV="1">
            <a:off x="3134600" y="1789929"/>
            <a:ext cx="2518082" cy="47325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D4917D88-590C-D824-26A5-E985D32A1AEE}"/>
              </a:ext>
            </a:extLst>
          </p:cNvPr>
          <p:cNvCxnSpPr>
            <a:cxnSpLocks/>
            <a:stCxn id="122" idx="1"/>
            <a:endCxn id="19" idx="2"/>
          </p:cNvCxnSpPr>
          <p:nvPr/>
        </p:nvCxnSpPr>
        <p:spPr>
          <a:xfrm flipH="1" flipV="1">
            <a:off x="4779313" y="1789929"/>
            <a:ext cx="873369" cy="47325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78808AA9-A2FE-51F8-7011-E33BB1BAA35F}"/>
              </a:ext>
            </a:extLst>
          </p:cNvPr>
          <p:cNvSpPr/>
          <p:nvPr/>
        </p:nvSpPr>
        <p:spPr>
          <a:xfrm>
            <a:off x="2359651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D1018987-E3F4-0741-B6E3-26D72BA02340}"/>
              </a:ext>
            </a:extLst>
          </p:cNvPr>
          <p:cNvSpPr/>
          <p:nvPr/>
        </p:nvSpPr>
        <p:spPr>
          <a:xfrm>
            <a:off x="2469389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97747399-1A2F-E531-DDCB-301B9A7B5B04}"/>
              </a:ext>
            </a:extLst>
          </p:cNvPr>
          <p:cNvSpPr/>
          <p:nvPr/>
        </p:nvSpPr>
        <p:spPr>
          <a:xfrm>
            <a:off x="4227048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1E9FC243-B99F-FA2C-4475-649C63CA5C62}"/>
              </a:ext>
            </a:extLst>
          </p:cNvPr>
          <p:cNvSpPr/>
          <p:nvPr/>
        </p:nvSpPr>
        <p:spPr>
          <a:xfrm>
            <a:off x="5654892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DA6BBA72-DCF3-EF61-65B2-2F2F53679187}"/>
              </a:ext>
            </a:extLst>
          </p:cNvPr>
          <p:cNvSpPr/>
          <p:nvPr/>
        </p:nvSpPr>
        <p:spPr>
          <a:xfrm>
            <a:off x="783009" y="352215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D14C4EFA-EE95-4D39-5396-CD6BB98E0EFE}"/>
              </a:ext>
            </a:extLst>
          </p:cNvPr>
          <p:cNvSpPr/>
          <p:nvPr/>
        </p:nvSpPr>
        <p:spPr>
          <a:xfrm>
            <a:off x="2356879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D8F7DE66-8BA9-8845-1F20-BD87EE5F0F20}"/>
              </a:ext>
            </a:extLst>
          </p:cNvPr>
          <p:cNvSpPr/>
          <p:nvPr/>
        </p:nvSpPr>
        <p:spPr>
          <a:xfrm>
            <a:off x="2466617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43531DC2-CD1A-F31D-B347-BE83FC61B041}"/>
              </a:ext>
            </a:extLst>
          </p:cNvPr>
          <p:cNvSpPr/>
          <p:nvPr/>
        </p:nvSpPr>
        <p:spPr>
          <a:xfrm>
            <a:off x="4224276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6C7B9173-A89D-C08C-D991-0297A4FEF256}"/>
              </a:ext>
            </a:extLst>
          </p:cNvPr>
          <p:cNvSpPr/>
          <p:nvPr/>
        </p:nvSpPr>
        <p:spPr>
          <a:xfrm>
            <a:off x="5652120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51C48D84-C1B7-EE5D-A801-507C1006A504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1922447" y="1789929"/>
            <a:ext cx="1212153" cy="1957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DBFB304-746D-48FF-52BE-65202C9DD39A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1922447" y="3184829"/>
            <a:ext cx="2856866" cy="5630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047C0B7-0897-C3EF-480C-07CCC67A9843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1922447" y="3747906"/>
            <a:ext cx="2854094" cy="3865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538885BE-B6BA-7559-8F46-4DB7ED5909A8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1922447" y="1564174"/>
            <a:ext cx="546942" cy="2881182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951C7876-C85F-A332-209D-785084C11A0E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5328806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4C82DBCC-F5C1-D78E-407B-85C8449D840E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5331578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EBE4B398-BC14-08C5-1F59-F191B385F63D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1922447" y="1564174"/>
            <a:ext cx="546942" cy="18296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32D3E944-B0B9-1EB8-C40C-914EEC5BEC27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5331578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00560CDF-1B49-A010-9E61-44FE20B6971D}"/>
              </a:ext>
            </a:extLst>
          </p:cNvPr>
          <p:cNvSpPr/>
          <p:nvPr/>
        </p:nvSpPr>
        <p:spPr>
          <a:xfrm>
            <a:off x="235987" y="2177255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0E8E6F72-661E-DA03-AB4E-C1AA91B15764}"/>
              </a:ext>
            </a:extLst>
          </p:cNvPr>
          <p:cNvSpPr/>
          <p:nvPr/>
        </p:nvSpPr>
        <p:spPr>
          <a:xfrm>
            <a:off x="783009" y="251807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9F4F196D-5DC2-433D-8022-DD5A2CEEE453}"/>
              </a:ext>
            </a:extLst>
          </p:cNvPr>
          <p:cNvSpPr/>
          <p:nvPr/>
        </p:nvSpPr>
        <p:spPr>
          <a:xfrm>
            <a:off x="5652682" y="203742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6DCF6355-2581-B5B2-3107-40DEAE989C41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1922447" y="1564174"/>
            <a:ext cx="546942" cy="117966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50B5F23B-71A7-EA09-60E9-1A4BF7A217B9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3799811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3F0D0A95-E8B4-37B3-26D1-0B115B7D41BB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3799811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45D16DEB-BCE9-A2AD-D40E-D536A606473F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3799811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A91FAB81-FC78-D00D-1CA2-447D9F9607F4}"/>
              </a:ext>
            </a:extLst>
          </p:cNvPr>
          <p:cNvCxnSpPr>
            <a:cxnSpLocks/>
          </p:cNvCxnSpPr>
          <p:nvPr/>
        </p:nvCxnSpPr>
        <p:spPr>
          <a:xfrm>
            <a:off x="7138062" y="216078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121D2660-7138-311D-AE9D-C67A1481E089}"/>
              </a:ext>
            </a:extLst>
          </p:cNvPr>
          <p:cNvSpPr txBox="1"/>
          <p:nvPr/>
        </p:nvSpPr>
        <p:spPr>
          <a:xfrm>
            <a:off x="7433805" y="2043733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B6E0803-F121-79F7-77B4-28740CB8FF3D}"/>
              </a:ext>
            </a:extLst>
          </p:cNvPr>
          <p:cNvSpPr txBox="1"/>
          <p:nvPr/>
        </p:nvSpPr>
        <p:spPr>
          <a:xfrm>
            <a:off x="7433057" y="2318834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D04053F6-3309-797F-6D01-53ECB051304F}"/>
              </a:ext>
            </a:extLst>
          </p:cNvPr>
          <p:cNvCxnSpPr>
            <a:cxnSpLocks/>
          </p:cNvCxnSpPr>
          <p:nvPr/>
        </p:nvCxnSpPr>
        <p:spPr>
          <a:xfrm>
            <a:off x="7137314" y="2504923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76D3978E-90CB-FF9F-675F-258289DADB81}"/>
              </a:ext>
            </a:extLst>
          </p:cNvPr>
          <p:cNvSpPr txBox="1"/>
          <p:nvPr/>
        </p:nvSpPr>
        <p:spPr>
          <a:xfrm>
            <a:off x="7433057" y="2688166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4EF1A01C-F81C-F134-985F-6E4DF37DBBE4}"/>
              </a:ext>
            </a:extLst>
          </p:cNvPr>
          <p:cNvCxnSpPr>
            <a:cxnSpLocks/>
          </p:cNvCxnSpPr>
          <p:nvPr/>
        </p:nvCxnSpPr>
        <p:spPr>
          <a:xfrm>
            <a:off x="7137314" y="287425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F909DEE9-E108-0FB0-3881-BBC146BC9264}"/>
              </a:ext>
            </a:extLst>
          </p:cNvPr>
          <p:cNvSpPr/>
          <p:nvPr/>
        </p:nvSpPr>
        <p:spPr>
          <a:xfrm>
            <a:off x="7197596" y="132308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526F21C7-18BC-6323-658A-A6DECB17E90E}"/>
              </a:ext>
            </a:extLst>
          </p:cNvPr>
          <p:cNvSpPr/>
          <p:nvPr/>
        </p:nvSpPr>
        <p:spPr>
          <a:xfrm>
            <a:off x="7100758" y="920400"/>
            <a:ext cx="133793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Controller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60C41D8F-E093-FA55-4E6A-B2893E3C859E}"/>
              </a:ext>
            </a:extLst>
          </p:cNvPr>
          <p:cNvSpPr/>
          <p:nvPr/>
        </p:nvSpPr>
        <p:spPr>
          <a:xfrm>
            <a:off x="5652120" y="34338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965F0931-C2DF-76D3-F5DE-B424AC4D9054}"/>
              </a:ext>
            </a:extLst>
          </p:cNvPr>
          <p:cNvCxnSpPr>
            <a:cxnSpLocks/>
            <a:stCxn id="9" idx="1"/>
            <a:endCxn id="3" idx="3"/>
          </p:cNvCxnSpPr>
          <p:nvPr/>
        </p:nvCxnSpPr>
        <p:spPr>
          <a:xfrm flipH="1">
            <a:off x="2036187" y="3659642"/>
            <a:ext cx="3615933" cy="32276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0630B5A5-5AAF-DD9F-8CE2-2BC59B23CA6B}"/>
              </a:ext>
            </a:extLst>
          </p:cNvPr>
          <p:cNvCxnSpPr>
            <a:cxnSpLocks/>
            <a:stCxn id="9" idx="1"/>
            <a:endCxn id="58" idx="2"/>
          </p:cNvCxnSpPr>
          <p:nvPr/>
        </p:nvCxnSpPr>
        <p:spPr>
          <a:xfrm flipH="1" flipV="1">
            <a:off x="4779313" y="3184829"/>
            <a:ext cx="872807" cy="47481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A068F081-9F96-54C1-4A29-42B48E39BDBD}"/>
              </a:ext>
            </a:extLst>
          </p:cNvPr>
          <p:cNvCxnSpPr>
            <a:cxnSpLocks/>
            <a:stCxn id="9" idx="1"/>
            <a:endCxn id="64" idx="0"/>
          </p:cNvCxnSpPr>
          <p:nvPr/>
        </p:nvCxnSpPr>
        <p:spPr>
          <a:xfrm flipH="1">
            <a:off x="4776541" y="3659642"/>
            <a:ext cx="875579" cy="47481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94D79-42F3-E8BD-1D8F-49C178228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C3C04E03-B5D5-BABF-0C37-5D1F71543D15}"/>
              </a:ext>
            </a:extLst>
          </p:cNvPr>
          <p:cNvSpPr/>
          <p:nvPr/>
        </p:nvSpPr>
        <p:spPr>
          <a:xfrm>
            <a:off x="971599" y="1180559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876966A7-AD2D-98A5-6041-3571BB13282C}"/>
              </a:ext>
            </a:extLst>
          </p:cNvPr>
          <p:cNvSpPr/>
          <p:nvPr/>
        </p:nvSpPr>
        <p:spPr>
          <a:xfrm>
            <a:off x="971599" y="3173951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55A3DFD7-CB31-1CCE-B2E9-4B52EE6BC516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D87E767-1CA8-8218-A2D0-972887BA53D4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331CF7BD-FE4E-8AE3-9D88-C8D623C9E769}"/>
              </a:ext>
            </a:extLst>
          </p:cNvPr>
          <p:cNvSpPr/>
          <p:nvPr/>
        </p:nvSpPr>
        <p:spPr>
          <a:xfrm>
            <a:off x="1518621" y="152138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954C477B-60C6-38EA-1A1B-CB29C19F9F70}"/>
              </a:ext>
            </a:extLst>
          </p:cNvPr>
          <p:cNvSpPr/>
          <p:nvPr/>
        </p:nvSpPr>
        <p:spPr>
          <a:xfrm>
            <a:off x="1518621" y="421960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D9976800-7BF0-4F39-3D0F-2D54AFF9A8E2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670926A3-B13A-B3CA-05B1-987D706514C5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A2E3353E-021A-BAD7-9A4E-F2AC3C31957C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E36B0E00-9FD6-F98F-D29A-F11FD510A7DA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1641941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D82616C-F2AC-8EA9-4243-8FD041F43334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5512153" y="904269"/>
            <a:ext cx="2772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05164898-8F4B-6C5D-56AD-62D4984C8D6E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C5CD8D45-4FE7-858A-7F40-60BDF02F91DE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98948318-2BB0-5826-C67D-30D588EAE234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7F518C8C-C96B-E37C-91F0-3A172BFC165D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E840DDFE-94CD-7CA6-022C-A49D5917CD41}"/>
              </a:ext>
            </a:extLst>
          </p:cNvPr>
          <p:cNvSpPr/>
          <p:nvPr/>
        </p:nvSpPr>
        <p:spPr>
          <a:xfrm>
            <a:off x="1518621" y="352215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BD812359-3ABA-2ABE-7EEF-C392F09E2251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EA7C5059-9308-66EE-5AD0-DD2981540C12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71EA2532-FEBA-78F2-0AB7-13516E3522BD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3CE7BB7C-FFCE-FE42-8839-088530B24FBB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171DC11F-D350-D02D-7EE0-019C844D63D6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957977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18650D90-A11E-892B-5631-E1720012C291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56307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46C43CF7-220F-15AA-08FF-543618E40D49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747906"/>
            <a:ext cx="2854094" cy="386549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E80E0A36-7E80-CBBA-6D06-5A91EEFA6793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881182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B737D1FB-3BF4-5850-FE9C-E9E78BCEE349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15C499C8-E496-2B72-6482-183811BA8AA7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BF4D4D71-B205-064A-8FB5-C4C6AD7B21A5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18296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676F0D0D-3694-1E28-3124-25EC96D1DE95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6C1FA1E0-95DB-0182-7531-5D89E773D3FE}"/>
              </a:ext>
            </a:extLst>
          </p:cNvPr>
          <p:cNvSpPr/>
          <p:nvPr/>
        </p:nvSpPr>
        <p:spPr>
          <a:xfrm>
            <a:off x="971599" y="2177255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9526F2B0-8072-F39E-BC22-0102C45506DF}"/>
              </a:ext>
            </a:extLst>
          </p:cNvPr>
          <p:cNvSpPr/>
          <p:nvPr/>
        </p:nvSpPr>
        <p:spPr>
          <a:xfrm>
            <a:off x="1518621" y="251807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1ADC1D98-34C0-2847-2872-D42ADD503C0F}"/>
              </a:ext>
            </a:extLst>
          </p:cNvPr>
          <p:cNvSpPr/>
          <p:nvPr/>
        </p:nvSpPr>
        <p:spPr>
          <a:xfrm>
            <a:off x="4942434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38C12286-4CFF-91D9-C91E-E0FB3C19E1D6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117966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AD76CA5E-CCE6-7B6C-1F46-C8D5639B30A0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3A8CDCA5-7507-E2A2-F8CC-BED93937AC1B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4322B416-9C24-DBFE-A77D-0B8A78CED9E6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D296070E-7C3A-1FE5-6B0B-1566B0F18AD3}"/>
              </a:ext>
            </a:extLst>
          </p:cNvPr>
          <p:cNvCxnSpPr>
            <a:cxnSpLocks/>
          </p:cNvCxnSpPr>
          <p:nvPr/>
        </p:nvCxnSpPr>
        <p:spPr>
          <a:xfrm>
            <a:off x="994672" y="656760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A7640699-CF9A-AB9C-9C92-280D8A010701}"/>
              </a:ext>
            </a:extLst>
          </p:cNvPr>
          <p:cNvSpPr txBox="1"/>
          <p:nvPr/>
        </p:nvSpPr>
        <p:spPr>
          <a:xfrm>
            <a:off x="1290415" y="462747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B39A48E2-3C1C-4202-616A-5E5A742A7B1E}"/>
              </a:ext>
            </a:extLst>
          </p:cNvPr>
          <p:cNvSpPr txBox="1"/>
          <p:nvPr/>
        </p:nvSpPr>
        <p:spPr>
          <a:xfrm>
            <a:off x="1289667" y="814806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C5F7DBFB-8556-894F-9FDE-05D07B94F03E}"/>
              </a:ext>
            </a:extLst>
          </p:cNvPr>
          <p:cNvCxnSpPr>
            <a:cxnSpLocks/>
          </p:cNvCxnSpPr>
          <p:nvPr/>
        </p:nvCxnSpPr>
        <p:spPr>
          <a:xfrm>
            <a:off x="1993388" y="66228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B3BE3EA0-C5C1-C269-BA06-7264B11180CA}"/>
              </a:ext>
            </a:extLst>
          </p:cNvPr>
          <p:cNvSpPr txBox="1"/>
          <p:nvPr/>
        </p:nvSpPr>
        <p:spPr>
          <a:xfrm>
            <a:off x="2289131" y="468269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589B1F90-1A88-509E-E319-D9FBB0AE03DA}"/>
              </a:ext>
            </a:extLst>
          </p:cNvPr>
          <p:cNvCxnSpPr>
            <a:cxnSpLocks/>
          </p:cNvCxnSpPr>
          <p:nvPr/>
        </p:nvCxnSpPr>
        <p:spPr>
          <a:xfrm>
            <a:off x="993924" y="100089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C81DE8A8-B8A0-3DED-9B23-53BD8D625DDF}"/>
              </a:ext>
            </a:extLst>
          </p:cNvPr>
          <p:cNvSpPr txBox="1"/>
          <p:nvPr/>
        </p:nvSpPr>
        <p:spPr>
          <a:xfrm>
            <a:off x="2292632" y="815618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8FF7C769-4649-F53F-C8C3-7701CE6186E9}"/>
              </a:ext>
            </a:extLst>
          </p:cNvPr>
          <p:cNvCxnSpPr>
            <a:cxnSpLocks/>
          </p:cNvCxnSpPr>
          <p:nvPr/>
        </p:nvCxnSpPr>
        <p:spPr>
          <a:xfrm>
            <a:off x="1996889" y="1001707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AEB9499F-7944-70A8-7123-2082202BB41F}"/>
              </a:ext>
            </a:extLst>
          </p:cNvPr>
          <p:cNvSpPr/>
          <p:nvPr/>
        </p:nvSpPr>
        <p:spPr>
          <a:xfrm>
            <a:off x="3297795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8FB7A4AF-E5CE-F331-5394-820EA6A70C46}"/>
              </a:ext>
            </a:extLst>
          </p:cNvPr>
          <p:cNvCxnSpPr>
            <a:cxnSpLocks/>
            <a:stCxn id="6" idx="3"/>
            <a:endCxn id="56" idx="0"/>
          </p:cNvCxnSpPr>
          <p:nvPr/>
        </p:nvCxnSpPr>
        <p:spPr>
          <a:xfrm>
            <a:off x="4437233" y="678514"/>
            <a:ext cx="199024" cy="1773705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CB4406E9-65D0-81FA-F87B-D4AE9B4C54A4}"/>
              </a:ext>
            </a:extLst>
          </p:cNvPr>
          <p:cNvCxnSpPr>
            <a:cxnSpLocks/>
            <a:stCxn id="6" idx="1"/>
            <a:endCxn id="3" idx="0"/>
          </p:cNvCxnSpPr>
          <p:nvPr/>
        </p:nvCxnSpPr>
        <p:spPr>
          <a:xfrm flipH="1">
            <a:off x="1871699" y="678514"/>
            <a:ext cx="1426096" cy="2495437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75F76F39-D386-ABC3-AEFF-201199BEC0E0}"/>
              </a:ext>
            </a:extLst>
          </p:cNvPr>
          <p:cNvCxnSpPr>
            <a:cxnSpLocks/>
          </p:cNvCxnSpPr>
          <p:nvPr/>
        </p:nvCxnSpPr>
        <p:spPr>
          <a:xfrm>
            <a:off x="994672" y="3311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EEDB517-CF3F-1108-BEE5-63506F13E2DB}"/>
              </a:ext>
            </a:extLst>
          </p:cNvPr>
          <p:cNvSpPr txBox="1"/>
          <p:nvPr/>
        </p:nvSpPr>
        <p:spPr>
          <a:xfrm>
            <a:off x="1290415" y="137115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Grant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A06C340A-B66D-4254-E8B0-2E3D49004E24}"/>
              </a:ext>
            </a:extLst>
          </p:cNvPr>
          <p:cNvCxnSpPr>
            <a:cxnSpLocks/>
            <a:stCxn id="6" idx="3"/>
            <a:endCxn id="62" idx="0"/>
          </p:cNvCxnSpPr>
          <p:nvPr/>
        </p:nvCxnSpPr>
        <p:spPr>
          <a:xfrm>
            <a:off x="4437233" y="678514"/>
            <a:ext cx="196252" cy="3168605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CEDBA0DE-EEDD-D407-C1AC-B335AA0265D8}"/>
              </a:ext>
            </a:extLst>
          </p:cNvPr>
          <p:cNvSpPr/>
          <p:nvPr/>
        </p:nvSpPr>
        <p:spPr>
          <a:xfrm>
            <a:off x="7821712" y="76105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085F5C34-B86D-A780-CCC6-6D4FFC2045D8}"/>
              </a:ext>
            </a:extLst>
          </p:cNvPr>
          <p:cNvSpPr/>
          <p:nvPr/>
        </p:nvSpPr>
        <p:spPr>
          <a:xfrm>
            <a:off x="7724874" y="358378"/>
            <a:ext cx="133793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Controller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71339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1022-6F5C-BB48-44A2-9B6A479A6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1994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06439-ABD8-4A0B-7B97-E4888545B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1E65933F-63C2-6553-8CE8-7CAEAEDBE7BD}"/>
              </a:ext>
            </a:extLst>
          </p:cNvPr>
          <p:cNvSpPr/>
          <p:nvPr/>
        </p:nvSpPr>
        <p:spPr>
          <a:xfrm>
            <a:off x="971599" y="1180559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0B7DF7D0-D4AD-08AC-488A-EAF3C14E1224}"/>
              </a:ext>
            </a:extLst>
          </p:cNvPr>
          <p:cNvSpPr/>
          <p:nvPr/>
        </p:nvSpPr>
        <p:spPr>
          <a:xfrm>
            <a:off x="971599" y="3173951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63CFC739-0DD2-AF85-F9C3-25640F280C95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8CF7CF04-4294-15E7-066F-E74B5E974310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7BD3CAFE-D2A1-80CF-0BDE-ADBC463B92E8}"/>
              </a:ext>
            </a:extLst>
          </p:cNvPr>
          <p:cNvSpPr/>
          <p:nvPr/>
        </p:nvSpPr>
        <p:spPr>
          <a:xfrm>
            <a:off x="1518621" y="152138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29F2F3B9-5475-211B-758B-446DFDD2B5C8}"/>
              </a:ext>
            </a:extLst>
          </p:cNvPr>
          <p:cNvSpPr/>
          <p:nvPr/>
        </p:nvSpPr>
        <p:spPr>
          <a:xfrm>
            <a:off x="1518621" y="421960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7C3F983B-129A-608E-D129-28EF1523BCC3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5E865DBB-1F4A-3575-89BD-9780E3648D73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E85CE645-DEC6-9434-3FFB-3641A9977649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9D9C5447-B78E-74F2-240B-C281C3197519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1641941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4D581308-A4D9-6645-7B24-7D553A994A1B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5512153" y="904269"/>
            <a:ext cx="2772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E0E6970A-D96F-74E8-49BE-9A719E329878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6AFCF108-45A3-ACFA-0DA9-CA4AF5C0AF27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9E72E5BD-1036-D7B7-61D1-E7BFF9F161B2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33E48C8C-F38B-139B-6A29-18AE1EAA45DB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1DA3BADF-FCA6-C5EC-2E64-5D6CBD210C1F}"/>
              </a:ext>
            </a:extLst>
          </p:cNvPr>
          <p:cNvSpPr/>
          <p:nvPr/>
        </p:nvSpPr>
        <p:spPr>
          <a:xfrm>
            <a:off x="1518621" y="352215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6EBE49B4-96DC-B4B1-72A3-7EF9FEEA3513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C4C8D8B9-1CCF-85C1-B2B3-B92A959AE532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E1712FB6-6AEC-5759-61E0-B1A789B78076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0AF98280-7E0D-D037-AAF0-57BFBF9F743B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9ED2704B-9C65-E8AA-53EA-588B79061632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957977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8F692253-767C-FDAD-F8AA-49525C17D77B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56307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2148CD5D-0249-DC24-C709-A6CF8D9295EA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747906"/>
            <a:ext cx="2854094" cy="386549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592D1BB7-F00F-437B-B3A8-2024FDC5D6D2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881182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EB192AFA-30A5-7DEC-BA85-8F66C274997D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FFFCF6F8-0588-C3EB-0FCE-93CB0660BD17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E233B400-02E9-AEE7-033A-619F71625119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18296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51E05FBC-58EA-716E-A3B5-01CB9F3AA017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29C8C9CF-AA48-C579-07B7-A89F4FCE7083}"/>
              </a:ext>
            </a:extLst>
          </p:cNvPr>
          <p:cNvSpPr/>
          <p:nvPr/>
        </p:nvSpPr>
        <p:spPr>
          <a:xfrm>
            <a:off x="971599" y="2177255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9F02B2F9-B976-61BD-A20D-788D0EAEAC66}"/>
              </a:ext>
            </a:extLst>
          </p:cNvPr>
          <p:cNvSpPr/>
          <p:nvPr/>
        </p:nvSpPr>
        <p:spPr>
          <a:xfrm>
            <a:off x="1518621" y="251807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5072D22D-8EA5-0FB0-FD98-7E3421159E92}"/>
              </a:ext>
            </a:extLst>
          </p:cNvPr>
          <p:cNvSpPr/>
          <p:nvPr/>
        </p:nvSpPr>
        <p:spPr>
          <a:xfrm>
            <a:off x="4942434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5530FD57-E695-7C0D-BC68-0C425A696910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117966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02A222BA-F0ED-8A32-BA81-6D93BC0F7659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4C50C3D1-04A2-8C3F-1733-B3B35E6A5AFD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9BCA38B7-315C-EBC1-3690-3D8530CB9536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27C96170-A15C-24BE-3B77-23E0D7D76EBB}"/>
              </a:ext>
            </a:extLst>
          </p:cNvPr>
          <p:cNvCxnSpPr>
            <a:cxnSpLocks/>
          </p:cNvCxnSpPr>
          <p:nvPr/>
        </p:nvCxnSpPr>
        <p:spPr>
          <a:xfrm>
            <a:off x="994672" y="656760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76D98CAC-D411-1040-1008-1ADA8917F22A}"/>
              </a:ext>
            </a:extLst>
          </p:cNvPr>
          <p:cNvSpPr txBox="1"/>
          <p:nvPr/>
        </p:nvSpPr>
        <p:spPr>
          <a:xfrm>
            <a:off x="1290415" y="462747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0765BD0-F700-59E4-158D-E06337E508A8}"/>
              </a:ext>
            </a:extLst>
          </p:cNvPr>
          <p:cNvSpPr txBox="1"/>
          <p:nvPr/>
        </p:nvSpPr>
        <p:spPr>
          <a:xfrm>
            <a:off x="1289667" y="814806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B7F08DF8-E1E3-0F36-7BEE-EA6C4357ED16}"/>
              </a:ext>
            </a:extLst>
          </p:cNvPr>
          <p:cNvCxnSpPr>
            <a:cxnSpLocks/>
          </p:cNvCxnSpPr>
          <p:nvPr/>
        </p:nvCxnSpPr>
        <p:spPr>
          <a:xfrm>
            <a:off x="1993388" y="66228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CAAC7164-7B95-0EF1-A60E-F2F0F2ECE525}"/>
              </a:ext>
            </a:extLst>
          </p:cNvPr>
          <p:cNvSpPr txBox="1"/>
          <p:nvPr/>
        </p:nvSpPr>
        <p:spPr>
          <a:xfrm>
            <a:off x="2289131" y="468269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E0F11B9B-1C30-7340-B275-A73A7B093C72}"/>
              </a:ext>
            </a:extLst>
          </p:cNvPr>
          <p:cNvCxnSpPr>
            <a:cxnSpLocks/>
          </p:cNvCxnSpPr>
          <p:nvPr/>
        </p:nvCxnSpPr>
        <p:spPr>
          <a:xfrm>
            <a:off x="993924" y="100089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449F1D3F-37DD-3D27-3D2D-9DF3C49C34B5}"/>
              </a:ext>
            </a:extLst>
          </p:cNvPr>
          <p:cNvSpPr txBox="1"/>
          <p:nvPr/>
        </p:nvSpPr>
        <p:spPr>
          <a:xfrm>
            <a:off x="2292632" y="815618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181F7112-CCF2-D709-D468-C315085F1866}"/>
              </a:ext>
            </a:extLst>
          </p:cNvPr>
          <p:cNvCxnSpPr>
            <a:cxnSpLocks/>
          </p:cNvCxnSpPr>
          <p:nvPr/>
        </p:nvCxnSpPr>
        <p:spPr>
          <a:xfrm>
            <a:off x="1996889" y="1001707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D83778A5-A920-8B44-24FA-0EB7477FC861}"/>
              </a:ext>
            </a:extLst>
          </p:cNvPr>
          <p:cNvSpPr/>
          <p:nvPr/>
        </p:nvSpPr>
        <p:spPr>
          <a:xfrm>
            <a:off x="3297795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58CC9712-865D-F7CE-52E0-60B96E363E0A}"/>
              </a:ext>
            </a:extLst>
          </p:cNvPr>
          <p:cNvCxnSpPr>
            <a:cxnSpLocks/>
            <a:stCxn id="6" idx="3"/>
            <a:endCxn id="56" idx="0"/>
          </p:cNvCxnSpPr>
          <p:nvPr/>
        </p:nvCxnSpPr>
        <p:spPr>
          <a:xfrm>
            <a:off x="4437233" y="678514"/>
            <a:ext cx="199024" cy="1773705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268B8009-6C18-3BBA-5C4E-64DFEABE6EEA}"/>
              </a:ext>
            </a:extLst>
          </p:cNvPr>
          <p:cNvCxnSpPr>
            <a:cxnSpLocks/>
            <a:stCxn id="6" idx="1"/>
            <a:endCxn id="3" idx="0"/>
          </p:cNvCxnSpPr>
          <p:nvPr/>
        </p:nvCxnSpPr>
        <p:spPr>
          <a:xfrm flipH="1">
            <a:off x="1871699" y="678514"/>
            <a:ext cx="1426096" cy="2495437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53C5396C-1CF4-5501-3F31-9B1274450D69}"/>
              </a:ext>
            </a:extLst>
          </p:cNvPr>
          <p:cNvCxnSpPr>
            <a:cxnSpLocks/>
          </p:cNvCxnSpPr>
          <p:nvPr/>
        </p:nvCxnSpPr>
        <p:spPr>
          <a:xfrm>
            <a:off x="994672" y="3311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47875AA-3CFD-AFEA-3EBD-3F5BF3931BE0}"/>
              </a:ext>
            </a:extLst>
          </p:cNvPr>
          <p:cNvSpPr txBox="1"/>
          <p:nvPr/>
        </p:nvSpPr>
        <p:spPr>
          <a:xfrm>
            <a:off x="1290415" y="137115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Grant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F8F28C88-0D4C-8245-E6DC-127DE9AABEEF}"/>
              </a:ext>
            </a:extLst>
          </p:cNvPr>
          <p:cNvCxnSpPr>
            <a:cxnSpLocks/>
            <a:stCxn id="6" idx="3"/>
            <a:endCxn id="62" idx="0"/>
          </p:cNvCxnSpPr>
          <p:nvPr/>
        </p:nvCxnSpPr>
        <p:spPr>
          <a:xfrm>
            <a:off x="4437233" y="678514"/>
            <a:ext cx="196252" cy="3168605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33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B2319-3F84-DB3E-6EC2-B9EDE684D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32B04CB3-7E0D-35CC-7DF6-DAC29C010C85}"/>
              </a:ext>
            </a:extLst>
          </p:cNvPr>
          <p:cNvSpPr/>
          <p:nvPr/>
        </p:nvSpPr>
        <p:spPr>
          <a:xfrm>
            <a:off x="971599" y="1000714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92C1688A-D9C3-4787-4128-9BA77A173FC7}"/>
              </a:ext>
            </a:extLst>
          </p:cNvPr>
          <p:cNvSpPr/>
          <p:nvPr/>
        </p:nvSpPr>
        <p:spPr>
          <a:xfrm>
            <a:off x="971599" y="2994106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F0D8E9E4-1E7B-2B19-114D-F38540747C48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9389CF02-1BF7-2148-7A52-5F48954C3B3A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473ECB4-207F-0798-6C41-0B2AB0221839}"/>
              </a:ext>
            </a:extLst>
          </p:cNvPr>
          <p:cNvSpPr/>
          <p:nvPr/>
        </p:nvSpPr>
        <p:spPr>
          <a:xfrm>
            <a:off x="1518621" y="134153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AC17A82A-5E1E-FDB8-17B7-68202A3B8FD7}"/>
              </a:ext>
            </a:extLst>
          </p:cNvPr>
          <p:cNvSpPr/>
          <p:nvPr/>
        </p:nvSpPr>
        <p:spPr>
          <a:xfrm>
            <a:off x="1518621" y="4039755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95ED7A9-7E4E-FDEB-1CD9-2782109AC731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B2085A9D-A8F6-D604-9353-CAAA779A4092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35D73758-572D-BB61-BA19-786018C76DF9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C1A3D4FF-50EE-C48E-1243-87AAA1CB8230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1641941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1B53A41D-B077-8370-9879-7B839C377E03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5512153" y="904269"/>
            <a:ext cx="2772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6B790306-8A02-8616-B2F3-116D7F35EE5B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E7A13059-C2F0-1108-BA5A-D3C12518DFB7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3AC02CD4-E027-B5EA-77A5-0B993ED90C43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B3ECB462-DCC2-85D4-32B8-6442BE404D18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5E7AB619-573A-66B7-8F64-0C319A5F09F8}"/>
              </a:ext>
            </a:extLst>
          </p:cNvPr>
          <p:cNvSpPr/>
          <p:nvPr/>
        </p:nvSpPr>
        <p:spPr>
          <a:xfrm>
            <a:off x="1518621" y="334230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0AB5375B-A412-095F-CFCE-E05C9C8717F2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2D5785F9-CF98-3898-FABE-750F5DB628B1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99B9D7DC-B9F4-8633-BFFA-F4DBE7238203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CE01AF45-0126-366C-1A8B-A3541D74DB85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451F49D5-7C54-5FBE-9F92-9D9C673F2730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E6290888-63CF-3DD1-8436-C71204A84D58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38323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E39577F-5949-2512-97E2-D87950A5D957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568061"/>
            <a:ext cx="2854094" cy="56639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A6A03733-B2E4-F46A-CB5D-7ED3078DA83C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70133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7C4111C1-2A42-4F8B-63CE-523119195209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0761A076-F654-3479-6611-C862F1181C8E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E2512FCB-8D2E-69A8-14B8-377187A6C061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311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39AF3F79-092B-EDBE-DC8F-542E829DEC82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F30071A7-DF71-51B4-0739-27D6D3447D7D}"/>
              </a:ext>
            </a:extLst>
          </p:cNvPr>
          <p:cNvSpPr/>
          <p:nvPr/>
        </p:nvSpPr>
        <p:spPr>
          <a:xfrm>
            <a:off x="971599" y="199741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082602F7-84FB-7C91-A3CB-CDAB8133B5B6}"/>
              </a:ext>
            </a:extLst>
          </p:cNvPr>
          <p:cNvSpPr/>
          <p:nvPr/>
        </p:nvSpPr>
        <p:spPr>
          <a:xfrm>
            <a:off x="1518621" y="233823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4893CDF2-B165-6914-6395-27FBE2C1E049}"/>
              </a:ext>
            </a:extLst>
          </p:cNvPr>
          <p:cNvSpPr/>
          <p:nvPr/>
        </p:nvSpPr>
        <p:spPr>
          <a:xfrm>
            <a:off x="4942434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B7FE052-D7E8-B802-6CE4-2B80BE9D0156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9998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6B0FA537-54FD-324E-D6EC-957B5F83FEE5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75BC2CBB-6E81-9CCC-E449-23AADD42E24C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BE05A9A7-E086-AF58-1C2B-7A63BA0099E1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6A85B2C8-928A-1561-0FB9-09FFFE50FCC3}"/>
              </a:ext>
            </a:extLst>
          </p:cNvPr>
          <p:cNvCxnSpPr>
            <a:cxnSpLocks/>
          </p:cNvCxnSpPr>
          <p:nvPr/>
        </p:nvCxnSpPr>
        <p:spPr>
          <a:xfrm>
            <a:off x="994672" y="476915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09E809E7-22F5-6209-BD0B-09380781D267}"/>
              </a:ext>
            </a:extLst>
          </p:cNvPr>
          <p:cNvSpPr txBox="1"/>
          <p:nvPr/>
        </p:nvSpPr>
        <p:spPr>
          <a:xfrm>
            <a:off x="1290415" y="282902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1EF93140-1021-0AC5-F6B5-6766ED9FEF03}"/>
              </a:ext>
            </a:extLst>
          </p:cNvPr>
          <p:cNvSpPr txBox="1"/>
          <p:nvPr/>
        </p:nvSpPr>
        <p:spPr>
          <a:xfrm>
            <a:off x="1289667" y="634961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41D6FC51-BD08-DACE-3D64-118077A3F75C}"/>
              </a:ext>
            </a:extLst>
          </p:cNvPr>
          <p:cNvCxnSpPr>
            <a:cxnSpLocks/>
          </p:cNvCxnSpPr>
          <p:nvPr/>
        </p:nvCxnSpPr>
        <p:spPr>
          <a:xfrm>
            <a:off x="1993388" y="48243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178708D9-C1A6-F304-A205-D40A1D078AE6}"/>
              </a:ext>
            </a:extLst>
          </p:cNvPr>
          <p:cNvSpPr txBox="1"/>
          <p:nvPr/>
        </p:nvSpPr>
        <p:spPr>
          <a:xfrm>
            <a:off x="2289131" y="288424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700E2BA5-A650-1904-D84A-76CB9CC78B6B}"/>
              </a:ext>
            </a:extLst>
          </p:cNvPr>
          <p:cNvCxnSpPr>
            <a:cxnSpLocks/>
          </p:cNvCxnSpPr>
          <p:nvPr/>
        </p:nvCxnSpPr>
        <p:spPr>
          <a:xfrm>
            <a:off x="993924" y="821050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58DC09EA-3734-B487-A34F-585083244229}"/>
              </a:ext>
            </a:extLst>
          </p:cNvPr>
          <p:cNvSpPr txBox="1"/>
          <p:nvPr/>
        </p:nvSpPr>
        <p:spPr>
          <a:xfrm>
            <a:off x="2292632" y="635773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9E000A68-B9E1-AA23-90E0-32DDFB8ADE3D}"/>
              </a:ext>
            </a:extLst>
          </p:cNvPr>
          <p:cNvCxnSpPr>
            <a:cxnSpLocks/>
          </p:cNvCxnSpPr>
          <p:nvPr/>
        </p:nvCxnSpPr>
        <p:spPr>
          <a:xfrm>
            <a:off x="1996889" y="821862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12C546E3-A4B7-0117-863A-9991F8277054}"/>
              </a:ext>
            </a:extLst>
          </p:cNvPr>
          <p:cNvSpPr/>
          <p:nvPr/>
        </p:nvSpPr>
        <p:spPr>
          <a:xfrm>
            <a:off x="3297795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83B052CD-A2A3-EF70-D6DC-FAA269D94646}"/>
              </a:ext>
            </a:extLst>
          </p:cNvPr>
          <p:cNvCxnSpPr>
            <a:cxnSpLocks/>
            <a:stCxn id="6" idx="3"/>
            <a:endCxn id="5" idx="0"/>
          </p:cNvCxnSpPr>
          <p:nvPr/>
        </p:nvCxnSpPr>
        <p:spPr>
          <a:xfrm>
            <a:off x="4437233" y="678514"/>
            <a:ext cx="199024" cy="378805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A267FB-27E0-B85D-D305-C2F55822F50D}"/>
              </a:ext>
            </a:extLst>
          </p:cNvPr>
          <p:cNvCxnSpPr>
            <a:cxnSpLocks/>
            <a:stCxn id="6" idx="1"/>
            <a:endCxn id="3" idx="0"/>
          </p:cNvCxnSpPr>
          <p:nvPr/>
        </p:nvCxnSpPr>
        <p:spPr>
          <a:xfrm flipH="1">
            <a:off x="1871699" y="678514"/>
            <a:ext cx="1426096" cy="231559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2065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339D6-F158-15C7-2034-29A233372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A6E89500-A94D-308A-E36D-7ED17A38AC80}"/>
              </a:ext>
            </a:extLst>
          </p:cNvPr>
          <p:cNvSpPr/>
          <p:nvPr/>
        </p:nvSpPr>
        <p:spPr>
          <a:xfrm>
            <a:off x="971599" y="1000714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06FD0222-6A63-CEA6-3C29-81453AD7E7F3}"/>
              </a:ext>
            </a:extLst>
          </p:cNvPr>
          <p:cNvSpPr/>
          <p:nvPr/>
        </p:nvSpPr>
        <p:spPr>
          <a:xfrm>
            <a:off x="971599" y="2994106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F2CB8FC9-9AD7-066D-28F1-8B0879725361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07869D2E-5B5C-2198-3648-DE4968A10B08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E4BA0B58-B355-4CFA-B21F-3857E25116B4}"/>
              </a:ext>
            </a:extLst>
          </p:cNvPr>
          <p:cNvSpPr/>
          <p:nvPr/>
        </p:nvSpPr>
        <p:spPr>
          <a:xfrm>
            <a:off x="1518621" y="134153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9B6E2ADA-94D8-AD61-7299-D191CFB18901}"/>
              </a:ext>
            </a:extLst>
          </p:cNvPr>
          <p:cNvSpPr/>
          <p:nvPr/>
        </p:nvSpPr>
        <p:spPr>
          <a:xfrm>
            <a:off x="1518621" y="4039755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C0DBB69D-20C3-AB4E-A443-B6D6736D667E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481F8D19-6103-F4ED-1D0B-BA658CF30D0C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E86D213C-2C7F-30E8-DCDA-CC263988231A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571AF5C3-8173-E167-FE0B-89EE3376513C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1454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9108E09-6A8F-D03D-7C36-BDD161BC5206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3871666" y="904269"/>
            <a:ext cx="1643259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7B5DFC63-04BE-2445-906B-9299198530AC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4C5FE407-C624-D969-0371-0F9F458045AC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790E7527-B144-CE6C-59CB-DCE40AE3572E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1F231614-1951-95A8-7DE7-B02645E55B92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83EACC93-24A3-B571-FA40-1396C0896729}"/>
              </a:ext>
            </a:extLst>
          </p:cNvPr>
          <p:cNvSpPr/>
          <p:nvPr/>
        </p:nvSpPr>
        <p:spPr>
          <a:xfrm>
            <a:off x="1518621" y="334230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68E38031-2E82-1939-BF78-00546BEE479B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B0190EE1-58EF-E0CA-03FD-4BB02DC35826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EEF73322-89FC-2618-06A1-F637B6CBC6C7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52D05665-28B0-FC5D-7375-46898A4D5C22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1FCB6ABC-C4CC-E373-9B82-625C9BDB1678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3B1D35D-F5C3-A03D-9129-C970727F64E4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38323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0DB6DEC3-567B-81F8-771D-0A3B7201AF76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568061"/>
            <a:ext cx="2854094" cy="56639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DC209014-A2CA-4159-F546-7C9D653B1229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70133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FEE4C96C-9130-C52E-FF0C-3653B25E1197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3CCF7CC9-96A0-3685-ABA5-8AFD3FAA9418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635252A3-105B-A42D-D962-6C61AF94161C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311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C4EA040D-7EF5-CF49-2DEA-656917A37CBB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81D26DC4-C324-7CED-5659-96CBFDD874DF}"/>
              </a:ext>
            </a:extLst>
          </p:cNvPr>
          <p:cNvSpPr/>
          <p:nvPr/>
        </p:nvSpPr>
        <p:spPr>
          <a:xfrm>
            <a:off x="971599" y="199741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96F3B37-C4C7-EC86-A21C-BBE24B70A20E}"/>
              </a:ext>
            </a:extLst>
          </p:cNvPr>
          <p:cNvSpPr/>
          <p:nvPr/>
        </p:nvSpPr>
        <p:spPr>
          <a:xfrm>
            <a:off x="1518621" y="233823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170EDED4-A80D-1FA4-7A0F-F26E64026BB5}"/>
              </a:ext>
            </a:extLst>
          </p:cNvPr>
          <p:cNvSpPr/>
          <p:nvPr/>
        </p:nvSpPr>
        <p:spPr>
          <a:xfrm>
            <a:off x="3301947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51E5E940-800F-9A5A-B55F-F09A1339764A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9998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6C4BB4DB-C1AB-228B-7983-75C0C3FBE8D7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2A82D63B-5AC2-58A9-133D-44E9C416FD0E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2C86A4AB-B690-C58A-E921-4BBFC6B118D4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0249CEBB-F4A1-721D-0877-E93473958E55}"/>
              </a:ext>
            </a:extLst>
          </p:cNvPr>
          <p:cNvCxnSpPr>
            <a:cxnSpLocks/>
          </p:cNvCxnSpPr>
          <p:nvPr/>
        </p:nvCxnSpPr>
        <p:spPr>
          <a:xfrm>
            <a:off x="994672" y="476915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CB0CF314-DFF5-C3B9-86C6-841FE18A465B}"/>
              </a:ext>
            </a:extLst>
          </p:cNvPr>
          <p:cNvSpPr txBox="1"/>
          <p:nvPr/>
        </p:nvSpPr>
        <p:spPr>
          <a:xfrm>
            <a:off x="1290415" y="282902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3E7B282-3957-1ADC-C63A-92C657074E8F}"/>
              </a:ext>
            </a:extLst>
          </p:cNvPr>
          <p:cNvSpPr txBox="1"/>
          <p:nvPr/>
        </p:nvSpPr>
        <p:spPr>
          <a:xfrm>
            <a:off x="1289667" y="634961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10D2D61D-7ABB-2B05-DD05-5F2C9CE03AF0}"/>
              </a:ext>
            </a:extLst>
          </p:cNvPr>
          <p:cNvCxnSpPr>
            <a:cxnSpLocks/>
          </p:cNvCxnSpPr>
          <p:nvPr/>
        </p:nvCxnSpPr>
        <p:spPr>
          <a:xfrm>
            <a:off x="1993388" y="48243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FB199EDD-7E04-07E8-646F-EED80C937183}"/>
              </a:ext>
            </a:extLst>
          </p:cNvPr>
          <p:cNvSpPr txBox="1"/>
          <p:nvPr/>
        </p:nvSpPr>
        <p:spPr>
          <a:xfrm>
            <a:off x="2289131" y="288424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DABEDF4F-1909-009B-F830-CE5882B16AA6}"/>
              </a:ext>
            </a:extLst>
          </p:cNvPr>
          <p:cNvCxnSpPr>
            <a:cxnSpLocks/>
          </p:cNvCxnSpPr>
          <p:nvPr/>
        </p:nvCxnSpPr>
        <p:spPr>
          <a:xfrm>
            <a:off x="993924" y="821050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4C94C074-31AC-C5C8-FE14-E596742EA35C}"/>
              </a:ext>
            </a:extLst>
          </p:cNvPr>
          <p:cNvSpPr txBox="1"/>
          <p:nvPr/>
        </p:nvSpPr>
        <p:spPr>
          <a:xfrm>
            <a:off x="2292632" y="635773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4831313F-AF64-D729-77A7-08A1F50E28E0}"/>
              </a:ext>
            </a:extLst>
          </p:cNvPr>
          <p:cNvCxnSpPr>
            <a:cxnSpLocks/>
          </p:cNvCxnSpPr>
          <p:nvPr/>
        </p:nvCxnSpPr>
        <p:spPr>
          <a:xfrm>
            <a:off x="1996889" y="821862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8AE1F9BF-5328-33FE-7002-430EAFAA725E}"/>
              </a:ext>
            </a:extLst>
          </p:cNvPr>
          <p:cNvSpPr/>
          <p:nvPr/>
        </p:nvSpPr>
        <p:spPr>
          <a:xfrm>
            <a:off x="4942434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</p:spTree>
    <p:extLst>
      <p:ext uri="{BB962C8B-B14F-4D97-AF65-F5344CB8AC3E}">
        <p14:creationId xmlns:p14="http://schemas.microsoft.com/office/powerpoint/2010/main" val="21330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88A9F-98AC-3C85-6941-865E3D251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9483E504-F26E-2AD4-7564-08C07D885B2A}"/>
              </a:ext>
            </a:extLst>
          </p:cNvPr>
          <p:cNvSpPr/>
          <p:nvPr/>
        </p:nvSpPr>
        <p:spPr>
          <a:xfrm>
            <a:off x="971599" y="1000714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A7FE3898-FA1C-980D-FD90-9BA0D1D36E4A}"/>
              </a:ext>
            </a:extLst>
          </p:cNvPr>
          <p:cNvSpPr/>
          <p:nvPr/>
        </p:nvSpPr>
        <p:spPr>
          <a:xfrm>
            <a:off x="971599" y="2994106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C7238DC4-2FDE-8B91-9AA7-4FD957707962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E8951FE7-6EAF-4A93-6D81-4A2269E354AA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738528AA-4261-1045-B2A9-90FE1C5C9D04}"/>
              </a:ext>
            </a:extLst>
          </p:cNvPr>
          <p:cNvSpPr/>
          <p:nvPr/>
        </p:nvSpPr>
        <p:spPr>
          <a:xfrm>
            <a:off x="1518621" y="134153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CFA4CAE6-067F-5560-AC76-F60354BD9C1B}"/>
              </a:ext>
            </a:extLst>
          </p:cNvPr>
          <p:cNvSpPr/>
          <p:nvPr/>
        </p:nvSpPr>
        <p:spPr>
          <a:xfrm>
            <a:off x="1518621" y="4039755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0DCD150-BF78-15B3-08E6-8088A0B45CA0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20B5ED54-B7FA-D732-BD19-A9480015F606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651520B1-135F-3E04-B7C8-21FBFE9B6CEA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C75F98C6-225A-E730-1D94-6FE1193E8930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763273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39AC78CD-711A-F6EE-3BF0-AA458FBF14EC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4633485" y="904269"/>
            <a:ext cx="881440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C3E5B67B-BBB8-E615-ED78-9A6B457E5A1D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3495DEC7-C6D4-DFEB-120F-6C15EBE40304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92E47C6D-3087-DAED-C433-1D2C8E5FD2D5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4EEC17BE-0D0A-1A71-07EA-C0B6CD071343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D886FD8A-8723-7C90-A761-EC31BCE19389}"/>
              </a:ext>
            </a:extLst>
          </p:cNvPr>
          <p:cNvSpPr/>
          <p:nvPr/>
        </p:nvSpPr>
        <p:spPr>
          <a:xfrm>
            <a:off x="1518621" y="334230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6C60D62C-DADF-C393-F023-11E816F187B2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513321FE-B039-1518-C056-5239AFC3DDD6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9587D5E1-1526-F6E0-1735-E62C13DB0F6B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6B410F47-12F8-28C4-53AB-35E64AE702E6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91160A6C-AF30-D283-83BB-97AD983D0479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E4BB9FD3-229C-8737-55D2-FF6DE00C0965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38323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133F9BF-A301-C969-5913-6985303A7D68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568061"/>
            <a:ext cx="2854094" cy="56639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CA2FA15C-8D02-937A-A4A7-6A46C9F23BF1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70133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ECCF3186-7675-BA58-28F2-3E02F6AC7E34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050EF3CB-747E-44A9-BA5F-63A1F9D96541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9CCEC718-A0F5-AE2E-4331-B2D2A336D7D4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311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0C5C6F66-3A99-79A9-4085-73B0634380A8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B0A3BE14-C78A-B50E-EB0A-B6CA190C292D}"/>
              </a:ext>
            </a:extLst>
          </p:cNvPr>
          <p:cNvSpPr/>
          <p:nvPr/>
        </p:nvSpPr>
        <p:spPr>
          <a:xfrm>
            <a:off x="971599" y="199741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B183F9FC-2E4B-F484-8106-81992FAFF593}"/>
              </a:ext>
            </a:extLst>
          </p:cNvPr>
          <p:cNvSpPr/>
          <p:nvPr/>
        </p:nvSpPr>
        <p:spPr>
          <a:xfrm>
            <a:off x="1518621" y="233823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6A3CB1F8-B368-731E-31B0-6103C39DB7F2}"/>
              </a:ext>
            </a:extLst>
          </p:cNvPr>
          <p:cNvSpPr/>
          <p:nvPr/>
        </p:nvSpPr>
        <p:spPr>
          <a:xfrm>
            <a:off x="4063766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9EFB79B0-4B62-699E-85DB-C98219436804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9998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E740C718-DE92-BED2-FA01-9B8BEC0B92F7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2EB8415D-3B00-9CF8-A356-B6E9159DF1A9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F05EEF92-D324-CDF1-2C27-1FF8F563D1DE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1BF1E73A-9AD2-9E43-CACE-5EABB0A885CD}"/>
              </a:ext>
            </a:extLst>
          </p:cNvPr>
          <p:cNvCxnSpPr>
            <a:cxnSpLocks/>
          </p:cNvCxnSpPr>
          <p:nvPr/>
        </p:nvCxnSpPr>
        <p:spPr>
          <a:xfrm>
            <a:off x="994672" y="476915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6294F60B-F1AE-CF33-C269-BAFD4312C687}"/>
              </a:ext>
            </a:extLst>
          </p:cNvPr>
          <p:cNvSpPr txBox="1"/>
          <p:nvPr/>
        </p:nvSpPr>
        <p:spPr>
          <a:xfrm>
            <a:off x="1290415" y="282902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F718BB6-97C2-BFE0-A4F8-7CEB6713B4BF}"/>
              </a:ext>
            </a:extLst>
          </p:cNvPr>
          <p:cNvSpPr txBox="1"/>
          <p:nvPr/>
        </p:nvSpPr>
        <p:spPr>
          <a:xfrm>
            <a:off x="1289667" y="634961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72A256FD-E857-E21B-C099-E75E36BFBB97}"/>
              </a:ext>
            </a:extLst>
          </p:cNvPr>
          <p:cNvCxnSpPr>
            <a:cxnSpLocks/>
          </p:cNvCxnSpPr>
          <p:nvPr/>
        </p:nvCxnSpPr>
        <p:spPr>
          <a:xfrm>
            <a:off x="1993388" y="48243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68F471A7-DF10-DA85-DCE3-2F9936915703}"/>
              </a:ext>
            </a:extLst>
          </p:cNvPr>
          <p:cNvSpPr txBox="1"/>
          <p:nvPr/>
        </p:nvSpPr>
        <p:spPr>
          <a:xfrm>
            <a:off x="2289131" y="288424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6916C1F4-FFBB-29C8-DB37-AF61F72B9575}"/>
              </a:ext>
            </a:extLst>
          </p:cNvPr>
          <p:cNvCxnSpPr>
            <a:cxnSpLocks/>
          </p:cNvCxnSpPr>
          <p:nvPr/>
        </p:nvCxnSpPr>
        <p:spPr>
          <a:xfrm>
            <a:off x="993924" y="821050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4800D812-F072-802A-4996-1F49BD08739D}"/>
              </a:ext>
            </a:extLst>
          </p:cNvPr>
          <p:cNvSpPr txBox="1"/>
          <p:nvPr/>
        </p:nvSpPr>
        <p:spPr>
          <a:xfrm>
            <a:off x="2292632" y="635773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58F13455-C6C2-7157-68C8-3F3E78B5795D}"/>
              </a:ext>
            </a:extLst>
          </p:cNvPr>
          <p:cNvCxnSpPr>
            <a:cxnSpLocks/>
          </p:cNvCxnSpPr>
          <p:nvPr/>
        </p:nvCxnSpPr>
        <p:spPr>
          <a:xfrm>
            <a:off x="1996889" y="821862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8307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37DD3-F30D-5CB7-19AE-AE9D5B749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C05C905F-C1B8-75B7-44C5-33695497A910}"/>
              </a:ext>
            </a:extLst>
          </p:cNvPr>
          <p:cNvSpPr/>
          <p:nvPr/>
        </p:nvSpPr>
        <p:spPr>
          <a:xfrm>
            <a:off x="1043608" y="555526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0154D8D7-C042-5C34-9744-9CED0A1F8986}"/>
              </a:ext>
            </a:extLst>
          </p:cNvPr>
          <p:cNvSpPr/>
          <p:nvPr/>
        </p:nvSpPr>
        <p:spPr>
          <a:xfrm>
            <a:off x="1043608" y="2641768"/>
            <a:ext cx="1800200" cy="1616906"/>
          </a:xfrm>
          <a:prstGeom prst="roundRect">
            <a:avLst>
              <a:gd name="adj" fmla="val 60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6D6FE1DF-8357-AD56-7E85-1DAF29D7579F}"/>
              </a:ext>
            </a:extLst>
          </p:cNvPr>
          <p:cNvSpPr/>
          <p:nvPr/>
        </p:nvSpPr>
        <p:spPr>
          <a:xfrm>
            <a:off x="3059832" y="339501"/>
            <a:ext cx="5956379" cy="4099017"/>
          </a:xfrm>
          <a:prstGeom prst="roundRect">
            <a:avLst>
              <a:gd name="adj" fmla="val 376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CFD70828-41E8-646F-6B16-8BF1486C1DE3}"/>
              </a:ext>
            </a:extLst>
          </p:cNvPr>
          <p:cNvSpPr/>
          <p:nvPr/>
        </p:nvSpPr>
        <p:spPr>
          <a:xfrm>
            <a:off x="4572000" y="704981"/>
            <a:ext cx="2791016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846DB0F9-6ACE-5FB5-A75C-76F658C87D14}"/>
              </a:ext>
            </a:extLst>
          </p:cNvPr>
          <p:cNvSpPr/>
          <p:nvPr/>
        </p:nvSpPr>
        <p:spPr>
          <a:xfrm>
            <a:off x="1590630" y="89761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96E38EF9-8F4E-61D1-B285-FF5C5016B188}"/>
              </a:ext>
            </a:extLst>
          </p:cNvPr>
          <p:cNvSpPr/>
          <p:nvPr/>
        </p:nvSpPr>
        <p:spPr>
          <a:xfrm>
            <a:off x="1590630" y="36874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180E98FA-757F-AB89-729B-E3D26986300A}"/>
              </a:ext>
            </a:extLst>
          </p:cNvPr>
          <p:cNvSpPr/>
          <p:nvPr/>
        </p:nvSpPr>
        <p:spPr>
          <a:xfrm>
            <a:off x="4681738" y="986080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0C10D8F0-1E83-D700-2117-8CFAFD6B785B}"/>
              </a:ext>
            </a:extLst>
          </p:cNvPr>
          <p:cNvSpPr/>
          <p:nvPr/>
        </p:nvSpPr>
        <p:spPr>
          <a:xfrm>
            <a:off x="6146617" y="992317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67BE77A1-66D6-B28D-7EA0-64B2C98D93D1}"/>
              </a:ext>
            </a:extLst>
          </p:cNvPr>
          <p:cNvSpPr/>
          <p:nvPr/>
        </p:nvSpPr>
        <p:spPr>
          <a:xfrm>
            <a:off x="7681034" y="8976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0C805241-1E55-E67D-D41D-A58C7BA95224}"/>
              </a:ext>
            </a:extLst>
          </p:cNvPr>
          <p:cNvSpPr/>
          <p:nvPr/>
        </p:nvSpPr>
        <p:spPr>
          <a:xfrm>
            <a:off x="3174648" y="159506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B7B73422-4CBC-CFFC-73ED-F409E1B94706}"/>
              </a:ext>
            </a:extLst>
          </p:cNvPr>
          <p:cNvCxnSpPr>
            <a:cxnSpLocks/>
            <a:stCxn id="29" idx="3"/>
            <a:endCxn id="17" idx="2"/>
          </p:cNvCxnSpPr>
          <p:nvPr/>
        </p:nvCxnSpPr>
        <p:spPr>
          <a:xfrm flipV="1">
            <a:off x="4314086" y="1437591"/>
            <a:ext cx="1032863" cy="38323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9230B11E-E79A-FCCE-2DDE-A5409B0EA6B2}"/>
              </a:ext>
            </a:extLst>
          </p:cNvPr>
          <p:cNvCxnSpPr>
            <a:cxnSpLocks/>
            <a:stCxn id="29" idx="3"/>
            <a:endCxn id="19" idx="2"/>
          </p:cNvCxnSpPr>
          <p:nvPr/>
        </p:nvCxnSpPr>
        <p:spPr>
          <a:xfrm flipV="1">
            <a:off x="4314086" y="1437591"/>
            <a:ext cx="2384796" cy="3832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045F9448-794A-B507-238B-9CC5314A2C8A}"/>
              </a:ext>
            </a:extLst>
          </p:cNvPr>
          <p:cNvSpPr/>
          <p:nvPr/>
        </p:nvSpPr>
        <p:spPr>
          <a:xfrm>
            <a:off x="4572000" y="2099881"/>
            <a:ext cx="2791016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D44B173D-8068-6A52-CCA7-6A3B089770FC}"/>
              </a:ext>
            </a:extLst>
          </p:cNvPr>
          <p:cNvSpPr/>
          <p:nvPr/>
        </p:nvSpPr>
        <p:spPr>
          <a:xfrm>
            <a:off x="4681738" y="2380980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3E3D19F7-3158-3653-07A6-9F72668BCE66}"/>
              </a:ext>
            </a:extLst>
          </p:cNvPr>
          <p:cNvSpPr/>
          <p:nvPr/>
        </p:nvSpPr>
        <p:spPr>
          <a:xfrm>
            <a:off x="6146617" y="2387217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53041A19-42EA-B4CD-2411-91E46604144B}"/>
              </a:ext>
            </a:extLst>
          </p:cNvPr>
          <p:cNvSpPr/>
          <p:nvPr/>
        </p:nvSpPr>
        <p:spPr>
          <a:xfrm>
            <a:off x="7681034" y="22925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55B13323-87B9-43A3-D4CB-7DF87A7AD0FB}"/>
              </a:ext>
            </a:extLst>
          </p:cNvPr>
          <p:cNvSpPr/>
          <p:nvPr/>
        </p:nvSpPr>
        <p:spPr>
          <a:xfrm>
            <a:off x="1590630" y="298996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15A90C11-FC9B-2F81-CFCC-10C930618F9A}"/>
              </a:ext>
            </a:extLst>
          </p:cNvPr>
          <p:cNvSpPr/>
          <p:nvPr/>
        </p:nvSpPr>
        <p:spPr>
          <a:xfrm>
            <a:off x="4569228" y="3494781"/>
            <a:ext cx="2791016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AFFBF7EF-7C42-F05A-79D3-3C5FBD50CDD5}"/>
              </a:ext>
            </a:extLst>
          </p:cNvPr>
          <p:cNvSpPr/>
          <p:nvPr/>
        </p:nvSpPr>
        <p:spPr>
          <a:xfrm>
            <a:off x="4678966" y="3775880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0D184A75-9D20-AD66-2F37-FC36E52C6BA6}"/>
              </a:ext>
            </a:extLst>
          </p:cNvPr>
          <p:cNvSpPr/>
          <p:nvPr/>
        </p:nvSpPr>
        <p:spPr>
          <a:xfrm>
            <a:off x="6143845" y="3782117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F80C49BD-C287-5B76-1C53-2FA694762A71}"/>
              </a:ext>
            </a:extLst>
          </p:cNvPr>
          <p:cNvSpPr/>
          <p:nvPr/>
        </p:nvSpPr>
        <p:spPr>
          <a:xfrm>
            <a:off x="7678262" y="36874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05E29A78-499E-5FAE-FEFB-C03E3F88976D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730068" y="1437591"/>
            <a:ext cx="2616881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06A28005-30A4-6FB3-7436-7D4C62D73766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730068" y="2832491"/>
            <a:ext cx="3968814" cy="3832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CE7FB883-3681-102A-141E-DE97A1CD8F64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730068" y="3215723"/>
            <a:ext cx="3966042" cy="56639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C6A811BF-49E5-3CC3-CD22-F7020A27FF6B}"/>
              </a:ext>
            </a:extLst>
          </p:cNvPr>
          <p:cNvCxnSpPr>
            <a:cxnSpLocks/>
            <a:stCxn id="12" idx="3"/>
            <a:endCxn id="56" idx="1"/>
          </p:cNvCxnSpPr>
          <p:nvPr/>
        </p:nvCxnSpPr>
        <p:spPr>
          <a:xfrm flipV="1">
            <a:off x="2730068" y="2518274"/>
            <a:ext cx="1841932" cy="139489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96">
            <a:extLst>
              <a:ext uri="{FF2B5EF4-FFF2-40B4-BE49-F238E27FC236}">
                <a16:creationId xmlns:a16="http://schemas.microsoft.com/office/drawing/2014/main" id="{C2717689-90DE-6378-9D59-3C5D7838C7AC}"/>
              </a:ext>
            </a:extLst>
          </p:cNvPr>
          <p:cNvCxnSpPr>
            <a:cxnSpLocks/>
            <a:stCxn id="12" idx="3"/>
            <a:endCxn id="62" idx="1"/>
          </p:cNvCxnSpPr>
          <p:nvPr/>
        </p:nvCxnSpPr>
        <p:spPr>
          <a:xfrm>
            <a:off x="2730068" y="3913173"/>
            <a:ext cx="1839160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48190A7A-5586-F29F-D0AE-81D697EBECB5}"/>
              </a:ext>
            </a:extLst>
          </p:cNvPr>
          <p:cNvCxnSpPr>
            <a:cxnSpLocks/>
            <a:stCxn id="62" idx="3"/>
            <a:endCxn id="65" idx="1"/>
          </p:cNvCxnSpPr>
          <p:nvPr/>
        </p:nvCxnSpPr>
        <p:spPr>
          <a:xfrm flipV="1">
            <a:off x="7360244" y="3913173"/>
            <a:ext cx="318018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C4706D0E-CC2B-F4E7-6FD8-42AD9D85BBC8}"/>
              </a:ext>
            </a:extLst>
          </p:cNvPr>
          <p:cNvCxnSpPr>
            <a:cxnSpLocks/>
            <a:stCxn id="56" idx="3"/>
            <a:endCxn id="59" idx="1"/>
          </p:cNvCxnSpPr>
          <p:nvPr/>
        </p:nvCxnSpPr>
        <p:spPr>
          <a:xfrm flipV="1">
            <a:off x="7363016" y="2518273"/>
            <a:ext cx="318018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A2941A56-3597-1C8F-B4F9-611962D8ED89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2730068" y="1123372"/>
            <a:ext cx="1841932" cy="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8BE1C2D3-2F73-E677-3B5E-6EBE1C3EAA52}"/>
              </a:ext>
            </a:extLst>
          </p:cNvPr>
          <p:cNvCxnSpPr>
            <a:cxnSpLocks/>
            <a:stCxn id="5" idx="3"/>
            <a:endCxn id="21" idx="1"/>
          </p:cNvCxnSpPr>
          <p:nvPr/>
        </p:nvCxnSpPr>
        <p:spPr>
          <a:xfrm flipV="1">
            <a:off x="7363016" y="1123373"/>
            <a:ext cx="318018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70">
            <a:extLst>
              <a:ext uri="{FF2B5EF4-FFF2-40B4-BE49-F238E27FC236}">
                <a16:creationId xmlns:a16="http://schemas.microsoft.com/office/drawing/2014/main" id="{5DAC5D39-1BA6-3673-B6FA-03C43443B710}"/>
              </a:ext>
            </a:extLst>
          </p:cNvPr>
          <p:cNvSpPr/>
          <p:nvPr/>
        </p:nvSpPr>
        <p:spPr>
          <a:xfrm>
            <a:off x="1038176" y="160044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99" name="사각형: 둥근 모서리 12">
            <a:extLst>
              <a:ext uri="{FF2B5EF4-FFF2-40B4-BE49-F238E27FC236}">
                <a16:creationId xmlns:a16="http://schemas.microsoft.com/office/drawing/2014/main" id="{F20B2BEA-547B-C1A9-2F3D-4C400A0380C7}"/>
              </a:ext>
            </a:extLst>
          </p:cNvPr>
          <p:cNvSpPr/>
          <p:nvPr/>
        </p:nvSpPr>
        <p:spPr>
          <a:xfrm>
            <a:off x="1585198" y="19425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00" name="직선 화살표 연결선 96">
            <a:extLst>
              <a:ext uri="{FF2B5EF4-FFF2-40B4-BE49-F238E27FC236}">
                <a16:creationId xmlns:a16="http://schemas.microsoft.com/office/drawing/2014/main" id="{8000D4D8-56F9-7E02-76BC-D8893CCE561A}"/>
              </a:ext>
            </a:extLst>
          </p:cNvPr>
          <p:cNvCxnSpPr>
            <a:cxnSpLocks/>
            <a:stCxn id="99" idx="0"/>
            <a:endCxn id="5" idx="1"/>
          </p:cNvCxnSpPr>
          <p:nvPr/>
        </p:nvCxnSpPr>
        <p:spPr>
          <a:xfrm flipV="1">
            <a:off x="2154917" y="1123374"/>
            <a:ext cx="2417083" cy="8191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995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34638-8488-546A-188E-0E936E811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A0B285DC-5C0F-1228-3974-A3C201C81F1C}"/>
              </a:ext>
            </a:extLst>
          </p:cNvPr>
          <p:cNvSpPr/>
          <p:nvPr/>
        </p:nvSpPr>
        <p:spPr>
          <a:xfrm>
            <a:off x="323528" y="339502"/>
            <a:ext cx="252028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1E46700-61A3-9A06-DD48-C8519B95C450}"/>
              </a:ext>
            </a:extLst>
          </p:cNvPr>
          <p:cNvSpPr/>
          <p:nvPr/>
        </p:nvSpPr>
        <p:spPr>
          <a:xfrm>
            <a:off x="323528" y="2859782"/>
            <a:ext cx="252028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D347B72D-424B-D656-F03B-12F8CEFB7B06}"/>
              </a:ext>
            </a:extLst>
          </p:cNvPr>
          <p:cNvSpPr/>
          <p:nvPr/>
        </p:nvSpPr>
        <p:spPr>
          <a:xfrm>
            <a:off x="3059832" y="339502"/>
            <a:ext cx="5956379" cy="3583350"/>
          </a:xfrm>
          <a:prstGeom prst="roundRect">
            <a:avLst>
              <a:gd name="adj" fmla="val 376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601BFF8-B317-0F50-4A69-8CAE6E52805F}"/>
              </a:ext>
            </a:extLst>
          </p:cNvPr>
          <p:cNvSpPr/>
          <p:nvPr/>
        </p:nvSpPr>
        <p:spPr>
          <a:xfrm>
            <a:off x="4498257" y="1348310"/>
            <a:ext cx="1139438" cy="1747612"/>
          </a:xfrm>
          <a:prstGeom prst="roundRect">
            <a:avLst>
              <a:gd name="adj" fmla="val 5687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br>
              <a:rPr lang="en-US" altLang="ko-KR" sz="900"/>
            </a:b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DC56AB81-5ECB-2F3C-1ECF-291761CFA00A}"/>
              </a:ext>
            </a:extLst>
          </p:cNvPr>
          <p:cNvSpPr/>
          <p:nvPr/>
        </p:nvSpPr>
        <p:spPr>
          <a:xfrm>
            <a:off x="6104513" y="328851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 1 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003DD0F1-966A-DE81-E03C-2ADB6CCE1E01}"/>
              </a:ext>
            </a:extLst>
          </p:cNvPr>
          <p:cNvSpPr/>
          <p:nvPr/>
        </p:nvSpPr>
        <p:spPr>
          <a:xfrm>
            <a:off x="487829" y="86130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2AE768FD-0474-8F3A-3351-920A61B02E0E}"/>
              </a:ext>
            </a:extLst>
          </p:cNvPr>
          <p:cNvSpPr/>
          <p:nvPr/>
        </p:nvSpPr>
        <p:spPr>
          <a:xfrm>
            <a:off x="487829" y="33022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0071B6E-0F27-F3AE-1F67-E45E1D4DAF8F}"/>
              </a:ext>
            </a:extLst>
          </p:cNvPr>
          <p:cNvSpPr/>
          <p:nvPr/>
        </p:nvSpPr>
        <p:spPr>
          <a:xfrm>
            <a:off x="487829" y="405644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A9A84CA-845B-9650-310C-9E89B9D429CD}"/>
              </a:ext>
            </a:extLst>
          </p:cNvPr>
          <p:cNvSpPr/>
          <p:nvPr/>
        </p:nvSpPr>
        <p:spPr>
          <a:xfrm>
            <a:off x="4623723" y="1763413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</a:t>
            </a:r>
          </a:p>
          <a:p>
            <a:pPr algn="ctr"/>
            <a:r>
              <a:rPr lang="en-US" altLang="ko-KR" sz="900" dirty="0"/>
              <a:t>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5D771F42-2094-84DC-3402-F3A631AF988A}"/>
              </a:ext>
            </a:extLst>
          </p:cNvPr>
          <p:cNvSpPr/>
          <p:nvPr/>
        </p:nvSpPr>
        <p:spPr>
          <a:xfrm>
            <a:off x="4623723" y="2434256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373870D4-AB12-A869-8109-070BED89091E}"/>
              </a:ext>
            </a:extLst>
          </p:cNvPr>
          <p:cNvSpPr/>
          <p:nvPr/>
        </p:nvSpPr>
        <p:spPr>
          <a:xfrm>
            <a:off x="4498257" y="328363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D9A587A3-BDEA-52A4-BD4B-43D8D6D5C419}"/>
              </a:ext>
            </a:extLst>
          </p:cNvPr>
          <p:cNvSpPr/>
          <p:nvPr/>
        </p:nvSpPr>
        <p:spPr>
          <a:xfrm>
            <a:off x="6104513" y="1348308"/>
            <a:ext cx="1139438" cy="1747612"/>
          </a:xfrm>
          <a:prstGeom prst="roundRect">
            <a:avLst>
              <a:gd name="adj" fmla="val 5687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 1 </a:t>
            </a:r>
            <a:br>
              <a:rPr lang="en-US" altLang="ko-KR" sz="900"/>
            </a:b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0B4B47C1-B819-C2EC-95D9-12FAF68C5C43}"/>
              </a:ext>
            </a:extLst>
          </p:cNvPr>
          <p:cNvSpPr/>
          <p:nvPr/>
        </p:nvSpPr>
        <p:spPr>
          <a:xfrm>
            <a:off x="6229979" y="1763411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</a:t>
            </a:r>
          </a:p>
          <a:p>
            <a:pPr algn="ctr"/>
            <a:r>
              <a:rPr lang="en-US" altLang="ko-KR" sz="900" dirty="0"/>
              <a:t>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80D9DACB-FF54-0939-C629-E09197B1846C}"/>
              </a:ext>
            </a:extLst>
          </p:cNvPr>
          <p:cNvSpPr/>
          <p:nvPr/>
        </p:nvSpPr>
        <p:spPr>
          <a:xfrm>
            <a:off x="6229979" y="2434254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833251B5-DB46-DDCF-C58D-61A948725578}"/>
              </a:ext>
            </a:extLst>
          </p:cNvPr>
          <p:cNvSpPr/>
          <p:nvPr/>
        </p:nvSpPr>
        <p:spPr>
          <a:xfrm>
            <a:off x="7720067" y="328851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 2 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96CCD040-608A-6240-67F4-7EE1CCBB2B37}"/>
              </a:ext>
            </a:extLst>
          </p:cNvPr>
          <p:cNvSpPr/>
          <p:nvPr/>
        </p:nvSpPr>
        <p:spPr>
          <a:xfrm>
            <a:off x="7720067" y="1348308"/>
            <a:ext cx="1139438" cy="1747612"/>
          </a:xfrm>
          <a:prstGeom prst="roundRect">
            <a:avLst>
              <a:gd name="adj" fmla="val 5687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 2 </a:t>
            </a:r>
            <a:br>
              <a:rPr lang="en-US" altLang="ko-KR" sz="900"/>
            </a:b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863EF30F-93D0-794C-54BF-ACF0D0C15EC8}"/>
              </a:ext>
            </a:extLst>
          </p:cNvPr>
          <p:cNvSpPr/>
          <p:nvPr/>
        </p:nvSpPr>
        <p:spPr>
          <a:xfrm>
            <a:off x="7845533" y="1763411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</a:t>
            </a:r>
          </a:p>
          <a:p>
            <a:pPr algn="ctr"/>
            <a:r>
              <a:rPr lang="en-US" altLang="ko-KR" sz="900" dirty="0"/>
              <a:t>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28" name="사각형: 둥근 모서리 12">
            <a:extLst>
              <a:ext uri="{FF2B5EF4-FFF2-40B4-BE49-F238E27FC236}">
                <a16:creationId xmlns:a16="http://schemas.microsoft.com/office/drawing/2014/main" id="{28E40DEE-863C-EFBC-2EF7-68C520FB49BF}"/>
              </a:ext>
            </a:extLst>
          </p:cNvPr>
          <p:cNvSpPr/>
          <p:nvPr/>
        </p:nvSpPr>
        <p:spPr>
          <a:xfrm>
            <a:off x="7845533" y="2434254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22240A35-18DB-914F-7D1B-8F00FD0D375D}"/>
              </a:ext>
            </a:extLst>
          </p:cNvPr>
          <p:cNvSpPr/>
          <p:nvPr/>
        </p:nvSpPr>
        <p:spPr>
          <a:xfrm>
            <a:off x="3177539" y="861303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</p:txBody>
      </p: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AD8C7582-C781-C714-AE78-47BC2CDC1F33}"/>
              </a:ext>
            </a:extLst>
          </p:cNvPr>
          <p:cNvCxnSpPr>
            <a:cxnSpLocks/>
            <a:stCxn id="29" idx="2"/>
            <a:endCxn id="17" idx="1"/>
          </p:cNvCxnSpPr>
          <p:nvPr/>
        </p:nvCxnSpPr>
        <p:spPr>
          <a:xfrm>
            <a:off x="3747258" y="1312814"/>
            <a:ext cx="876465" cy="7297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795C2CCE-7A66-4FC0-D649-3F834B4CAC43}"/>
              </a:ext>
            </a:extLst>
          </p:cNvPr>
          <p:cNvCxnSpPr>
            <a:cxnSpLocks/>
            <a:stCxn id="29" idx="2"/>
            <a:endCxn id="19" idx="1"/>
          </p:cNvCxnSpPr>
          <p:nvPr/>
        </p:nvCxnSpPr>
        <p:spPr>
          <a:xfrm>
            <a:off x="3747258" y="1312814"/>
            <a:ext cx="876465" cy="14005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19C3F0F2-278E-E1E5-11D1-30FAEA025F0E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1627267" y="1087059"/>
            <a:ext cx="2870990" cy="1135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96">
            <a:extLst>
              <a:ext uri="{FF2B5EF4-FFF2-40B4-BE49-F238E27FC236}">
                <a16:creationId xmlns:a16="http://schemas.microsoft.com/office/drawing/2014/main" id="{D67571A5-7B04-BD49-325D-C93FD6253651}"/>
              </a:ext>
            </a:extLst>
          </p:cNvPr>
          <p:cNvCxnSpPr>
            <a:cxnSpLocks/>
            <a:stCxn id="5" idx="2"/>
            <a:endCxn id="21" idx="0"/>
          </p:cNvCxnSpPr>
          <p:nvPr/>
        </p:nvCxnSpPr>
        <p:spPr>
          <a:xfrm>
            <a:off x="5067976" y="3095922"/>
            <a:ext cx="0" cy="1877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005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55616</TotalTime>
  <Words>690</Words>
  <Application>Microsoft Macintosh PowerPoint</Application>
  <PresentationFormat>화면 슬라이드 쇼(16:9)</PresentationFormat>
  <Paragraphs>318</Paragraphs>
  <Slides>9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6010</cp:revision>
  <dcterms:created xsi:type="dcterms:W3CDTF">2006-10-05T04:04:58Z</dcterms:created>
  <dcterms:modified xsi:type="dcterms:W3CDTF">2026-10-06T11:52:28Z</dcterms:modified>
</cp:coreProperties>
</file>
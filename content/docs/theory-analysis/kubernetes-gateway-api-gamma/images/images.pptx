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37" r:id="rId2"/>
    <p:sldId id="440" r:id="rId3"/>
    <p:sldId id="442" r:id="rId4"/>
    <p:sldId id="441" r:id="rId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7" autoAdjust="0"/>
    <p:restoredTop sz="89760" autoAdjust="0"/>
  </p:normalViewPr>
  <p:slideViewPr>
    <p:cSldViewPr>
      <p:cViewPr>
        <p:scale>
          <a:sx n="209" d="100"/>
          <a:sy n="209" d="100"/>
        </p:scale>
        <p:origin x="296" y="111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557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2026. 10. 3.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5C0E-43D4-42B8-FA0F-BEC5D18B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65EDA0B5-DD0D-1BC3-2992-A5C66679EC30}"/>
              </a:ext>
            </a:extLst>
          </p:cNvPr>
          <p:cNvSpPr/>
          <p:nvPr/>
        </p:nvSpPr>
        <p:spPr>
          <a:xfrm>
            <a:off x="971599" y="1000714"/>
            <a:ext cx="1800200" cy="892274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Client A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56CDCE0E-7D3B-D776-B512-34AA2AC58D94}"/>
              </a:ext>
            </a:extLst>
          </p:cNvPr>
          <p:cNvSpPr/>
          <p:nvPr/>
        </p:nvSpPr>
        <p:spPr>
          <a:xfrm>
            <a:off x="971599" y="2994106"/>
            <a:ext cx="1800200" cy="1616906"/>
          </a:xfrm>
          <a:prstGeom prst="roundRect">
            <a:avLst>
              <a:gd name="adj" fmla="val 5325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Client C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4" name="사각형: 둥근 모서리 70">
            <a:extLst>
              <a:ext uri="{FF2B5EF4-FFF2-40B4-BE49-F238E27FC236}">
                <a16:creationId xmlns:a16="http://schemas.microsoft.com/office/drawing/2014/main" id="{D46D13C5-9BAC-BB89-37C0-1F4A3C79C4FC}"/>
              </a:ext>
            </a:extLst>
          </p:cNvPr>
          <p:cNvSpPr/>
          <p:nvPr/>
        </p:nvSpPr>
        <p:spPr>
          <a:xfrm>
            <a:off x="2987824" y="352643"/>
            <a:ext cx="4637503" cy="4438214"/>
          </a:xfrm>
          <a:prstGeom prst="roundRect">
            <a:avLst>
              <a:gd name="adj" fmla="val 2531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Server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82D66710-85A3-CF87-493D-5AA24BA84531}"/>
              </a:ext>
            </a:extLst>
          </p:cNvPr>
          <p:cNvSpPr/>
          <p:nvPr/>
        </p:nvSpPr>
        <p:spPr>
          <a:xfrm>
            <a:off x="3095263" y="1057319"/>
            <a:ext cx="3081988" cy="836785"/>
          </a:xfrm>
          <a:prstGeom prst="roundRect">
            <a:avLst>
              <a:gd name="adj" fmla="val 899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</a:t>
            </a: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66E8EEC7-28C6-32F4-4CDF-66F94F1C9709}"/>
              </a:ext>
            </a:extLst>
          </p:cNvPr>
          <p:cNvSpPr/>
          <p:nvPr/>
        </p:nvSpPr>
        <p:spPr>
          <a:xfrm>
            <a:off x="1518621" y="134153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A </a:t>
            </a:r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E828FF01-DDEA-4E68-8370-FF1F27E19E8C}"/>
              </a:ext>
            </a:extLst>
          </p:cNvPr>
          <p:cNvSpPr/>
          <p:nvPr/>
        </p:nvSpPr>
        <p:spPr>
          <a:xfrm>
            <a:off x="1518621" y="4039755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C </a:t>
            </a:r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621DAE49-F2E2-AA4F-7F9D-B4F3CFEC8F0A}"/>
              </a:ext>
            </a:extLst>
          </p:cNvPr>
          <p:cNvSpPr/>
          <p:nvPr/>
        </p:nvSpPr>
        <p:spPr>
          <a:xfrm>
            <a:off x="3205001" y="1338418"/>
            <a:ext cx="1330422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 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5C426528-7E7F-AF40-B09F-DC03107AAE23}"/>
              </a:ext>
            </a:extLst>
          </p:cNvPr>
          <p:cNvSpPr/>
          <p:nvPr/>
        </p:nvSpPr>
        <p:spPr>
          <a:xfrm>
            <a:off x="4962660" y="1344655"/>
            <a:ext cx="1104530" cy="44527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DC4C280C-6B79-F1F7-15ED-50513C928F3A}"/>
              </a:ext>
            </a:extLst>
          </p:cNvPr>
          <p:cNvSpPr/>
          <p:nvPr/>
        </p:nvSpPr>
        <p:spPr>
          <a:xfrm>
            <a:off x="6390504" y="134084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</a:t>
            </a: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46" name="직선 화살표 연결선 96">
            <a:extLst>
              <a:ext uri="{FF2B5EF4-FFF2-40B4-BE49-F238E27FC236}">
                <a16:creationId xmlns:a16="http://schemas.microsoft.com/office/drawing/2014/main" id="{11E05A8C-2F0E-F71F-1F44-36263383F304}"/>
              </a:ext>
            </a:extLst>
          </p:cNvPr>
          <p:cNvCxnSpPr>
            <a:cxnSpLocks/>
            <a:stCxn id="122" idx="2"/>
            <a:endCxn id="17" idx="0"/>
          </p:cNvCxnSpPr>
          <p:nvPr/>
        </p:nvCxnSpPr>
        <p:spPr>
          <a:xfrm flipH="1">
            <a:off x="3870212" y="904269"/>
            <a:ext cx="763273" cy="43414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D4917D88-590C-D824-26A5-E985D32A1AEE}"/>
              </a:ext>
            </a:extLst>
          </p:cNvPr>
          <p:cNvCxnSpPr>
            <a:cxnSpLocks/>
            <a:stCxn id="122" idx="2"/>
            <a:endCxn id="19" idx="0"/>
          </p:cNvCxnSpPr>
          <p:nvPr/>
        </p:nvCxnSpPr>
        <p:spPr>
          <a:xfrm>
            <a:off x="4633485" y="904269"/>
            <a:ext cx="881440" cy="4403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12">
            <a:extLst>
              <a:ext uri="{FF2B5EF4-FFF2-40B4-BE49-F238E27FC236}">
                <a16:creationId xmlns:a16="http://schemas.microsoft.com/office/drawing/2014/main" id="{78808AA9-A2FE-51F8-7011-E33BB1BAA35F}"/>
              </a:ext>
            </a:extLst>
          </p:cNvPr>
          <p:cNvSpPr/>
          <p:nvPr/>
        </p:nvSpPr>
        <p:spPr>
          <a:xfrm>
            <a:off x="3095263" y="2452219"/>
            <a:ext cx="3081988" cy="836785"/>
          </a:xfrm>
          <a:prstGeom prst="roundRect">
            <a:avLst>
              <a:gd name="adj" fmla="val 899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Version 1 </a:t>
            </a: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57" name="사각형: 둥근 모서리 12">
            <a:extLst>
              <a:ext uri="{FF2B5EF4-FFF2-40B4-BE49-F238E27FC236}">
                <a16:creationId xmlns:a16="http://schemas.microsoft.com/office/drawing/2014/main" id="{D1018987-E3F4-0741-B6E3-26D72BA02340}"/>
              </a:ext>
            </a:extLst>
          </p:cNvPr>
          <p:cNvSpPr/>
          <p:nvPr/>
        </p:nvSpPr>
        <p:spPr>
          <a:xfrm>
            <a:off x="3205001" y="2733318"/>
            <a:ext cx="1330422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 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58" name="사각형: 둥근 모서리 12">
            <a:extLst>
              <a:ext uri="{FF2B5EF4-FFF2-40B4-BE49-F238E27FC236}">
                <a16:creationId xmlns:a16="http://schemas.microsoft.com/office/drawing/2014/main" id="{97747399-1A2F-E531-DDCB-301B9A7B5B04}"/>
              </a:ext>
            </a:extLst>
          </p:cNvPr>
          <p:cNvSpPr/>
          <p:nvPr/>
        </p:nvSpPr>
        <p:spPr>
          <a:xfrm>
            <a:off x="4962660" y="2739555"/>
            <a:ext cx="1104530" cy="44527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59" name="사각형: 둥근 모서리 12">
            <a:extLst>
              <a:ext uri="{FF2B5EF4-FFF2-40B4-BE49-F238E27FC236}">
                <a16:creationId xmlns:a16="http://schemas.microsoft.com/office/drawing/2014/main" id="{1E9FC243-B99F-FA2C-4475-649C63CA5C62}"/>
              </a:ext>
            </a:extLst>
          </p:cNvPr>
          <p:cNvSpPr/>
          <p:nvPr/>
        </p:nvSpPr>
        <p:spPr>
          <a:xfrm>
            <a:off x="6390504" y="273643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Version 1 </a:t>
            </a: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61" name="사각형: 둥근 모서리 12">
            <a:extLst>
              <a:ext uri="{FF2B5EF4-FFF2-40B4-BE49-F238E27FC236}">
                <a16:creationId xmlns:a16="http://schemas.microsoft.com/office/drawing/2014/main" id="{DA6BBA72-DCF3-EF61-65B2-2F2F53679187}"/>
              </a:ext>
            </a:extLst>
          </p:cNvPr>
          <p:cNvSpPr/>
          <p:nvPr/>
        </p:nvSpPr>
        <p:spPr>
          <a:xfrm>
            <a:off x="1518621" y="3342305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</a:t>
            </a:r>
          </a:p>
          <a:p>
            <a:pPr algn="ctr"/>
            <a:r>
              <a:rPr lang="en-US" altLang="ko-KR" sz="900" b="1"/>
              <a:t>HTTPRoute</a:t>
            </a:r>
          </a:p>
          <a:p>
            <a:pPr algn="ctr"/>
            <a:r>
              <a:rPr lang="en-US" altLang="ko-KR" sz="900" b="1"/>
              <a:t>(Consumer)</a:t>
            </a:r>
          </a:p>
        </p:txBody>
      </p:sp>
      <p:sp>
        <p:nvSpPr>
          <p:cNvPr id="62" name="사각형: 둥근 모서리 12">
            <a:extLst>
              <a:ext uri="{FF2B5EF4-FFF2-40B4-BE49-F238E27FC236}">
                <a16:creationId xmlns:a16="http://schemas.microsoft.com/office/drawing/2014/main" id="{D14C4EFA-EE95-4D39-5396-CD6BB98E0EFE}"/>
              </a:ext>
            </a:extLst>
          </p:cNvPr>
          <p:cNvSpPr/>
          <p:nvPr/>
        </p:nvSpPr>
        <p:spPr>
          <a:xfrm>
            <a:off x="3092491" y="3847119"/>
            <a:ext cx="3081988" cy="836785"/>
          </a:xfrm>
          <a:prstGeom prst="roundRect">
            <a:avLst>
              <a:gd name="adj" fmla="val 899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Version 2 </a:t>
            </a: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63" name="사각형: 둥근 모서리 12">
            <a:extLst>
              <a:ext uri="{FF2B5EF4-FFF2-40B4-BE49-F238E27FC236}">
                <a16:creationId xmlns:a16="http://schemas.microsoft.com/office/drawing/2014/main" id="{D8F7DE66-8BA9-8845-1F20-BD87EE5F0F20}"/>
              </a:ext>
            </a:extLst>
          </p:cNvPr>
          <p:cNvSpPr/>
          <p:nvPr/>
        </p:nvSpPr>
        <p:spPr>
          <a:xfrm>
            <a:off x="3202229" y="4128218"/>
            <a:ext cx="1330422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 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64" name="사각형: 둥근 모서리 12">
            <a:extLst>
              <a:ext uri="{FF2B5EF4-FFF2-40B4-BE49-F238E27FC236}">
                <a16:creationId xmlns:a16="http://schemas.microsoft.com/office/drawing/2014/main" id="{43531DC2-CD1A-F31D-B347-BE83FC61B041}"/>
              </a:ext>
            </a:extLst>
          </p:cNvPr>
          <p:cNvSpPr/>
          <p:nvPr/>
        </p:nvSpPr>
        <p:spPr>
          <a:xfrm>
            <a:off x="4959888" y="4134455"/>
            <a:ext cx="1104530" cy="44527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65" name="사각형: 둥근 모서리 12">
            <a:extLst>
              <a:ext uri="{FF2B5EF4-FFF2-40B4-BE49-F238E27FC236}">
                <a16:creationId xmlns:a16="http://schemas.microsoft.com/office/drawing/2014/main" id="{6C7B9173-A89D-C08C-D991-0297A4FEF256}"/>
              </a:ext>
            </a:extLst>
          </p:cNvPr>
          <p:cNvSpPr/>
          <p:nvPr/>
        </p:nvSpPr>
        <p:spPr>
          <a:xfrm>
            <a:off x="6387732" y="413133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Version 2 </a:t>
            </a: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70" name="직선 화살표 연결선 96">
            <a:extLst>
              <a:ext uri="{FF2B5EF4-FFF2-40B4-BE49-F238E27FC236}">
                <a16:creationId xmlns:a16="http://schemas.microsoft.com/office/drawing/2014/main" id="{51C48D84-C1B7-EE5D-A801-507C1006A504}"/>
              </a:ext>
            </a:extLst>
          </p:cNvPr>
          <p:cNvCxnSpPr>
            <a:cxnSpLocks/>
            <a:stCxn id="61" idx="3"/>
            <a:endCxn id="17" idx="2"/>
          </p:cNvCxnSpPr>
          <p:nvPr/>
        </p:nvCxnSpPr>
        <p:spPr>
          <a:xfrm flipV="1">
            <a:off x="2658059" y="1789929"/>
            <a:ext cx="1212153" cy="1778132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4DBFB304-746D-48FF-52BE-65202C9DD39A}"/>
              </a:ext>
            </a:extLst>
          </p:cNvPr>
          <p:cNvCxnSpPr>
            <a:cxnSpLocks/>
            <a:stCxn id="61" idx="3"/>
            <a:endCxn id="58" idx="2"/>
          </p:cNvCxnSpPr>
          <p:nvPr/>
        </p:nvCxnSpPr>
        <p:spPr>
          <a:xfrm flipV="1">
            <a:off x="2658059" y="3184829"/>
            <a:ext cx="2856866" cy="383232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F047C0B7-0897-C3EF-480C-07CCC67A9843}"/>
              </a:ext>
            </a:extLst>
          </p:cNvPr>
          <p:cNvCxnSpPr>
            <a:cxnSpLocks/>
            <a:stCxn id="61" idx="3"/>
            <a:endCxn id="64" idx="0"/>
          </p:cNvCxnSpPr>
          <p:nvPr/>
        </p:nvCxnSpPr>
        <p:spPr>
          <a:xfrm>
            <a:off x="2658059" y="3568061"/>
            <a:ext cx="2854094" cy="56639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96">
            <a:extLst>
              <a:ext uri="{FF2B5EF4-FFF2-40B4-BE49-F238E27FC236}">
                <a16:creationId xmlns:a16="http://schemas.microsoft.com/office/drawing/2014/main" id="{538885BE-B6BA-7559-8F46-4DB7ED5909A8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2658059" y="1564174"/>
            <a:ext cx="546942" cy="2701337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96">
            <a:extLst>
              <a:ext uri="{FF2B5EF4-FFF2-40B4-BE49-F238E27FC236}">
                <a16:creationId xmlns:a16="http://schemas.microsoft.com/office/drawing/2014/main" id="{951C7876-C85F-A332-209D-785084C11A0E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6064418" y="4357092"/>
            <a:ext cx="32331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96">
            <a:extLst>
              <a:ext uri="{FF2B5EF4-FFF2-40B4-BE49-F238E27FC236}">
                <a16:creationId xmlns:a16="http://schemas.microsoft.com/office/drawing/2014/main" id="{4C82DBCC-F5C1-D78E-407B-85C8449D840E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6067190" y="2962192"/>
            <a:ext cx="32331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6">
            <a:extLst>
              <a:ext uri="{FF2B5EF4-FFF2-40B4-BE49-F238E27FC236}">
                <a16:creationId xmlns:a16="http://schemas.microsoft.com/office/drawing/2014/main" id="{EBE4B398-BC14-08C5-1F59-F191B385F63D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 flipV="1">
            <a:off x="2658059" y="1564174"/>
            <a:ext cx="546942" cy="311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6">
            <a:extLst>
              <a:ext uri="{FF2B5EF4-FFF2-40B4-BE49-F238E27FC236}">
                <a16:creationId xmlns:a16="http://schemas.microsoft.com/office/drawing/2014/main" id="{32D3E944-B0B9-1EB8-C40C-914EEC5BEC27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6067190" y="1566597"/>
            <a:ext cx="323314" cy="69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70">
            <a:extLst>
              <a:ext uri="{FF2B5EF4-FFF2-40B4-BE49-F238E27FC236}">
                <a16:creationId xmlns:a16="http://schemas.microsoft.com/office/drawing/2014/main" id="{00560CDF-1B49-A010-9E61-44FE20B6971D}"/>
              </a:ext>
            </a:extLst>
          </p:cNvPr>
          <p:cNvSpPr/>
          <p:nvPr/>
        </p:nvSpPr>
        <p:spPr>
          <a:xfrm>
            <a:off x="971599" y="1997410"/>
            <a:ext cx="1800200" cy="892274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Client B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2" name="사각형: 둥근 모서리 12">
            <a:extLst>
              <a:ext uri="{FF2B5EF4-FFF2-40B4-BE49-F238E27FC236}">
                <a16:creationId xmlns:a16="http://schemas.microsoft.com/office/drawing/2014/main" id="{0E8E6F72-661E-DA03-AB4E-C1AA91B15764}"/>
              </a:ext>
            </a:extLst>
          </p:cNvPr>
          <p:cNvSpPr/>
          <p:nvPr/>
        </p:nvSpPr>
        <p:spPr>
          <a:xfrm>
            <a:off x="1518621" y="233823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B </a:t>
            </a:r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22" name="사각형: 둥근 모서리 12">
            <a:extLst>
              <a:ext uri="{FF2B5EF4-FFF2-40B4-BE49-F238E27FC236}">
                <a16:creationId xmlns:a16="http://schemas.microsoft.com/office/drawing/2014/main" id="{9F4F196D-5DC2-433D-8022-DD5A2CEEE453}"/>
              </a:ext>
            </a:extLst>
          </p:cNvPr>
          <p:cNvSpPr/>
          <p:nvPr/>
        </p:nvSpPr>
        <p:spPr>
          <a:xfrm>
            <a:off x="4063766" y="45275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</a:t>
            </a:r>
          </a:p>
          <a:p>
            <a:pPr algn="ctr"/>
            <a:r>
              <a:rPr lang="en-US" altLang="ko-KR" sz="900" b="1"/>
              <a:t>HTTPRoute</a:t>
            </a:r>
          </a:p>
          <a:p>
            <a:pPr algn="ctr"/>
            <a:r>
              <a:rPr lang="en-US" altLang="ko-KR" sz="900" b="1"/>
              <a:t>(Producer)</a:t>
            </a:r>
          </a:p>
        </p:txBody>
      </p:sp>
      <p:cxnSp>
        <p:nvCxnSpPr>
          <p:cNvPr id="125" name="직선 화살표 연결선 96">
            <a:extLst>
              <a:ext uri="{FF2B5EF4-FFF2-40B4-BE49-F238E27FC236}">
                <a16:creationId xmlns:a16="http://schemas.microsoft.com/office/drawing/2014/main" id="{6DCF6355-2581-B5B2-3107-40DEAE989C41}"/>
              </a:ext>
            </a:extLst>
          </p:cNvPr>
          <p:cNvCxnSpPr>
            <a:cxnSpLocks/>
            <a:stCxn id="112" idx="3"/>
            <a:endCxn id="17" idx="1"/>
          </p:cNvCxnSpPr>
          <p:nvPr/>
        </p:nvCxnSpPr>
        <p:spPr>
          <a:xfrm flipV="1">
            <a:off x="2658059" y="1564174"/>
            <a:ext cx="546942" cy="99981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96">
            <a:extLst>
              <a:ext uri="{FF2B5EF4-FFF2-40B4-BE49-F238E27FC236}">
                <a16:creationId xmlns:a16="http://schemas.microsoft.com/office/drawing/2014/main" id="{50B5F23B-71A7-EA09-60E9-1A4BF7A217B9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4535423" y="1564174"/>
            <a:ext cx="427237" cy="311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96">
            <a:extLst>
              <a:ext uri="{FF2B5EF4-FFF2-40B4-BE49-F238E27FC236}">
                <a16:creationId xmlns:a16="http://schemas.microsoft.com/office/drawing/2014/main" id="{3F0D0A95-E8B4-37B3-26D1-0B115B7D41BB}"/>
              </a:ext>
            </a:extLst>
          </p:cNvPr>
          <p:cNvCxnSpPr>
            <a:cxnSpLocks/>
            <a:stCxn id="17" idx="3"/>
            <a:endCxn id="58" idx="1"/>
          </p:cNvCxnSpPr>
          <p:nvPr/>
        </p:nvCxnSpPr>
        <p:spPr>
          <a:xfrm>
            <a:off x="4535423" y="1564174"/>
            <a:ext cx="427237" cy="1398018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96">
            <a:extLst>
              <a:ext uri="{FF2B5EF4-FFF2-40B4-BE49-F238E27FC236}">
                <a16:creationId xmlns:a16="http://schemas.microsoft.com/office/drawing/2014/main" id="{45D16DEB-BCE9-A2AD-D40E-D536A606473F}"/>
              </a:ext>
            </a:extLst>
          </p:cNvPr>
          <p:cNvCxnSpPr>
            <a:cxnSpLocks/>
            <a:stCxn id="17" idx="3"/>
            <a:endCxn id="64" idx="1"/>
          </p:cNvCxnSpPr>
          <p:nvPr/>
        </p:nvCxnSpPr>
        <p:spPr>
          <a:xfrm>
            <a:off x="4535423" y="1564174"/>
            <a:ext cx="424465" cy="2792918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96">
            <a:extLst>
              <a:ext uri="{FF2B5EF4-FFF2-40B4-BE49-F238E27FC236}">
                <a16:creationId xmlns:a16="http://schemas.microsoft.com/office/drawing/2014/main" id="{A91FAB81-FC78-D00D-1CA2-447D9F9607F4}"/>
              </a:ext>
            </a:extLst>
          </p:cNvPr>
          <p:cNvCxnSpPr>
            <a:cxnSpLocks/>
          </p:cNvCxnSpPr>
          <p:nvPr/>
        </p:nvCxnSpPr>
        <p:spPr>
          <a:xfrm>
            <a:off x="994672" y="476915"/>
            <a:ext cx="323569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121D2660-7138-311D-AE9D-C67A1481E089}"/>
              </a:ext>
            </a:extLst>
          </p:cNvPr>
          <p:cNvSpPr txBox="1"/>
          <p:nvPr/>
        </p:nvSpPr>
        <p:spPr>
          <a:xfrm>
            <a:off x="1290415" y="282902"/>
            <a:ext cx="702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Fronted</a:t>
            </a:r>
          </a:p>
          <a:p>
            <a:r>
              <a:rPr lang="en-US" sz="900"/>
              <a:t>Reference</a:t>
            </a:r>
            <a:endParaRPr lang="en-KR" sz="90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B6E0803-F121-79F7-77B4-28740CB8FF3D}"/>
              </a:ext>
            </a:extLst>
          </p:cNvPr>
          <p:cNvSpPr txBox="1"/>
          <p:nvPr/>
        </p:nvSpPr>
        <p:spPr>
          <a:xfrm>
            <a:off x="1289667" y="634961"/>
            <a:ext cx="72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Client A/B</a:t>
            </a:r>
          </a:p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199" name="직선 화살표 연결선 96">
            <a:extLst>
              <a:ext uri="{FF2B5EF4-FFF2-40B4-BE49-F238E27FC236}">
                <a16:creationId xmlns:a16="http://schemas.microsoft.com/office/drawing/2014/main" id="{21434A67-D8D1-4238-F51B-313289C34606}"/>
              </a:ext>
            </a:extLst>
          </p:cNvPr>
          <p:cNvCxnSpPr>
            <a:cxnSpLocks/>
          </p:cNvCxnSpPr>
          <p:nvPr/>
        </p:nvCxnSpPr>
        <p:spPr>
          <a:xfrm>
            <a:off x="1993388" y="482437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86DEBD98-E394-9849-1D0B-E704BCAFE10D}"/>
              </a:ext>
            </a:extLst>
          </p:cNvPr>
          <p:cNvSpPr txBox="1"/>
          <p:nvPr/>
        </p:nvSpPr>
        <p:spPr>
          <a:xfrm>
            <a:off x="2289131" y="288424"/>
            <a:ext cx="702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Backend</a:t>
            </a:r>
          </a:p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1" name="직선 화살표 연결선 96">
            <a:extLst>
              <a:ext uri="{FF2B5EF4-FFF2-40B4-BE49-F238E27FC236}">
                <a16:creationId xmlns:a16="http://schemas.microsoft.com/office/drawing/2014/main" id="{D04053F6-3309-797F-6D01-53ECB051304F}"/>
              </a:ext>
            </a:extLst>
          </p:cNvPr>
          <p:cNvCxnSpPr>
            <a:cxnSpLocks/>
          </p:cNvCxnSpPr>
          <p:nvPr/>
        </p:nvCxnSpPr>
        <p:spPr>
          <a:xfrm>
            <a:off x="993924" y="821050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76D3978E-90CB-FF9F-675F-258289DADB81}"/>
              </a:ext>
            </a:extLst>
          </p:cNvPr>
          <p:cNvSpPr txBox="1"/>
          <p:nvPr/>
        </p:nvSpPr>
        <p:spPr>
          <a:xfrm>
            <a:off x="2292632" y="635773"/>
            <a:ext cx="72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Client C</a:t>
            </a:r>
          </a:p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3" name="직선 화살표 연결선 96">
            <a:extLst>
              <a:ext uri="{FF2B5EF4-FFF2-40B4-BE49-F238E27FC236}">
                <a16:creationId xmlns:a16="http://schemas.microsoft.com/office/drawing/2014/main" id="{4EF1A01C-F81C-F134-985F-6E4DF37DBBE4}"/>
              </a:ext>
            </a:extLst>
          </p:cNvPr>
          <p:cNvCxnSpPr>
            <a:cxnSpLocks/>
          </p:cNvCxnSpPr>
          <p:nvPr/>
        </p:nvCxnSpPr>
        <p:spPr>
          <a:xfrm>
            <a:off x="1996889" y="821862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59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1022-6F5C-BB48-44A2-9B6A479A6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99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37DD3-F30D-5CB7-19AE-AE9D5B74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C05C905F-C1B8-75B7-44C5-33695497A910}"/>
              </a:ext>
            </a:extLst>
          </p:cNvPr>
          <p:cNvSpPr/>
          <p:nvPr/>
        </p:nvSpPr>
        <p:spPr>
          <a:xfrm>
            <a:off x="1043608" y="555526"/>
            <a:ext cx="1800200" cy="892274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Client A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0154D8D7-C042-5C34-9744-9CED0A1F8986}"/>
              </a:ext>
            </a:extLst>
          </p:cNvPr>
          <p:cNvSpPr/>
          <p:nvPr/>
        </p:nvSpPr>
        <p:spPr>
          <a:xfrm>
            <a:off x="1043608" y="2641768"/>
            <a:ext cx="1800200" cy="1616906"/>
          </a:xfrm>
          <a:prstGeom prst="roundRect">
            <a:avLst>
              <a:gd name="adj" fmla="val 60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Client B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4" name="사각형: 둥근 모서리 70">
            <a:extLst>
              <a:ext uri="{FF2B5EF4-FFF2-40B4-BE49-F238E27FC236}">
                <a16:creationId xmlns:a16="http://schemas.microsoft.com/office/drawing/2014/main" id="{6D6FE1DF-8357-AD56-7E85-1DAF29D7579F}"/>
              </a:ext>
            </a:extLst>
          </p:cNvPr>
          <p:cNvSpPr/>
          <p:nvPr/>
        </p:nvSpPr>
        <p:spPr>
          <a:xfrm>
            <a:off x="3059832" y="339501"/>
            <a:ext cx="5956379" cy="4099017"/>
          </a:xfrm>
          <a:prstGeom prst="roundRect">
            <a:avLst>
              <a:gd name="adj" fmla="val 376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Server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CFD70828-41E8-646F-6B16-8BF1486C1DE3}"/>
              </a:ext>
            </a:extLst>
          </p:cNvPr>
          <p:cNvSpPr/>
          <p:nvPr/>
        </p:nvSpPr>
        <p:spPr>
          <a:xfrm>
            <a:off x="4572000" y="704981"/>
            <a:ext cx="2791016" cy="836785"/>
          </a:xfrm>
          <a:prstGeom prst="roundRect">
            <a:avLst>
              <a:gd name="adj" fmla="val 899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</a:t>
            </a: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846DB0F9-6ACE-5FB5-A75C-76F658C87D14}"/>
              </a:ext>
            </a:extLst>
          </p:cNvPr>
          <p:cNvSpPr/>
          <p:nvPr/>
        </p:nvSpPr>
        <p:spPr>
          <a:xfrm>
            <a:off x="1590630" y="89761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A </a:t>
            </a:r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96E38EF9-8F4E-61D1-B285-FF5C5016B188}"/>
              </a:ext>
            </a:extLst>
          </p:cNvPr>
          <p:cNvSpPr/>
          <p:nvPr/>
        </p:nvSpPr>
        <p:spPr>
          <a:xfrm>
            <a:off x="1590630" y="36874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B </a:t>
            </a:r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180E98FA-757F-AB89-729B-E3D26986300A}"/>
              </a:ext>
            </a:extLst>
          </p:cNvPr>
          <p:cNvSpPr/>
          <p:nvPr/>
        </p:nvSpPr>
        <p:spPr>
          <a:xfrm>
            <a:off x="4681738" y="986080"/>
            <a:ext cx="1330422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 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0C10D8F0-1E83-D700-2117-8CFAFD6B785B}"/>
              </a:ext>
            </a:extLst>
          </p:cNvPr>
          <p:cNvSpPr/>
          <p:nvPr/>
        </p:nvSpPr>
        <p:spPr>
          <a:xfrm>
            <a:off x="6146617" y="992317"/>
            <a:ext cx="1104530" cy="44527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67BE77A1-66D6-B28D-7EA0-64B2C98D93D1}"/>
              </a:ext>
            </a:extLst>
          </p:cNvPr>
          <p:cNvSpPr/>
          <p:nvPr/>
        </p:nvSpPr>
        <p:spPr>
          <a:xfrm>
            <a:off x="7681034" y="8976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</a:t>
            </a: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9" name="사각형: 둥근 모서리 12">
            <a:extLst>
              <a:ext uri="{FF2B5EF4-FFF2-40B4-BE49-F238E27FC236}">
                <a16:creationId xmlns:a16="http://schemas.microsoft.com/office/drawing/2014/main" id="{0C805241-1E55-E67D-D41D-A58C7BA95224}"/>
              </a:ext>
            </a:extLst>
          </p:cNvPr>
          <p:cNvSpPr/>
          <p:nvPr/>
        </p:nvSpPr>
        <p:spPr>
          <a:xfrm>
            <a:off x="3174648" y="159506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</a:t>
            </a:r>
          </a:p>
          <a:p>
            <a:pPr algn="ctr"/>
            <a:r>
              <a:rPr lang="en-US" altLang="ko-KR" sz="900" b="1"/>
              <a:t>HTTPRoute</a:t>
            </a:r>
          </a:p>
          <a:p>
            <a:pPr algn="ctr"/>
            <a:r>
              <a:rPr lang="en-US" altLang="ko-KR" sz="900" b="1"/>
              <a:t>(Producer)</a:t>
            </a:r>
          </a:p>
        </p:txBody>
      </p:sp>
      <p:cxnSp>
        <p:nvCxnSpPr>
          <p:cNvPr id="46" name="직선 화살표 연결선 96">
            <a:extLst>
              <a:ext uri="{FF2B5EF4-FFF2-40B4-BE49-F238E27FC236}">
                <a16:creationId xmlns:a16="http://schemas.microsoft.com/office/drawing/2014/main" id="{B7B73422-4CBC-CFFC-73ED-F409E1B94706}"/>
              </a:ext>
            </a:extLst>
          </p:cNvPr>
          <p:cNvCxnSpPr>
            <a:cxnSpLocks/>
            <a:stCxn id="29" idx="3"/>
            <a:endCxn id="17" idx="2"/>
          </p:cNvCxnSpPr>
          <p:nvPr/>
        </p:nvCxnSpPr>
        <p:spPr>
          <a:xfrm flipV="1">
            <a:off x="4314086" y="1437591"/>
            <a:ext cx="1032863" cy="38323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9230B11E-E79A-FCCE-2DDE-A5409B0EA6B2}"/>
              </a:ext>
            </a:extLst>
          </p:cNvPr>
          <p:cNvCxnSpPr>
            <a:cxnSpLocks/>
            <a:stCxn id="29" idx="3"/>
            <a:endCxn id="19" idx="2"/>
          </p:cNvCxnSpPr>
          <p:nvPr/>
        </p:nvCxnSpPr>
        <p:spPr>
          <a:xfrm flipV="1">
            <a:off x="4314086" y="1437591"/>
            <a:ext cx="2384796" cy="3832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12">
            <a:extLst>
              <a:ext uri="{FF2B5EF4-FFF2-40B4-BE49-F238E27FC236}">
                <a16:creationId xmlns:a16="http://schemas.microsoft.com/office/drawing/2014/main" id="{045F9448-794A-B507-238B-9CC5314A2C8A}"/>
              </a:ext>
            </a:extLst>
          </p:cNvPr>
          <p:cNvSpPr/>
          <p:nvPr/>
        </p:nvSpPr>
        <p:spPr>
          <a:xfrm>
            <a:off x="4572000" y="2099881"/>
            <a:ext cx="2791016" cy="836785"/>
          </a:xfrm>
          <a:prstGeom prst="roundRect">
            <a:avLst>
              <a:gd name="adj" fmla="val 899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Version 1 </a:t>
            </a: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57" name="사각형: 둥근 모서리 12">
            <a:extLst>
              <a:ext uri="{FF2B5EF4-FFF2-40B4-BE49-F238E27FC236}">
                <a16:creationId xmlns:a16="http://schemas.microsoft.com/office/drawing/2014/main" id="{D44B173D-8068-6A52-CCA7-6A3B089770FC}"/>
              </a:ext>
            </a:extLst>
          </p:cNvPr>
          <p:cNvSpPr/>
          <p:nvPr/>
        </p:nvSpPr>
        <p:spPr>
          <a:xfrm>
            <a:off x="4681738" y="2380980"/>
            <a:ext cx="1330422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 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58" name="사각형: 둥근 모서리 12">
            <a:extLst>
              <a:ext uri="{FF2B5EF4-FFF2-40B4-BE49-F238E27FC236}">
                <a16:creationId xmlns:a16="http://schemas.microsoft.com/office/drawing/2014/main" id="{3E3D19F7-3158-3653-07A6-9F72668BCE66}"/>
              </a:ext>
            </a:extLst>
          </p:cNvPr>
          <p:cNvSpPr/>
          <p:nvPr/>
        </p:nvSpPr>
        <p:spPr>
          <a:xfrm>
            <a:off x="6146617" y="2387217"/>
            <a:ext cx="1104530" cy="44527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59" name="사각형: 둥근 모서리 12">
            <a:extLst>
              <a:ext uri="{FF2B5EF4-FFF2-40B4-BE49-F238E27FC236}">
                <a16:creationId xmlns:a16="http://schemas.microsoft.com/office/drawing/2014/main" id="{53041A19-42EA-B4CD-2411-91E46604144B}"/>
              </a:ext>
            </a:extLst>
          </p:cNvPr>
          <p:cNvSpPr/>
          <p:nvPr/>
        </p:nvSpPr>
        <p:spPr>
          <a:xfrm>
            <a:off x="7681034" y="22925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Version 1 </a:t>
            </a: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61" name="사각형: 둥근 모서리 12">
            <a:extLst>
              <a:ext uri="{FF2B5EF4-FFF2-40B4-BE49-F238E27FC236}">
                <a16:creationId xmlns:a16="http://schemas.microsoft.com/office/drawing/2014/main" id="{55B13323-87B9-43A3-D4CB-7DF87A7AD0FB}"/>
              </a:ext>
            </a:extLst>
          </p:cNvPr>
          <p:cNvSpPr/>
          <p:nvPr/>
        </p:nvSpPr>
        <p:spPr>
          <a:xfrm>
            <a:off x="1590630" y="298996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</a:t>
            </a:r>
          </a:p>
          <a:p>
            <a:pPr algn="ctr"/>
            <a:r>
              <a:rPr lang="en-US" altLang="ko-KR" sz="900" b="1"/>
              <a:t>HTTPRoute</a:t>
            </a:r>
          </a:p>
          <a:p>
            <a:pPr algn="ctr"/>
            <a:r>
              <a:rPr lang="en-US" altLang="ko-KR" sz="900" b="1"/>
              <a:t>(Consumer)</a:t>
            </a:r>
          </a:p>
        </p:txBody>
      </p:sp>
      <p:sp>
        <p:nvSpPr>
          <p:cNvPr id="62" name="사각형: 둥근 모서리 12">
            <a:extLst>
              <a:ext uri="{FF2B5EF4-FFF2-40B4-BE49-F238E27FC236}">
                <a16:creationId xmlns:a16="http://schemas.microsoft.com/office/drawing/2014/main" id="{15A90C11-FC9B-2F81-CFCC-10C930618F9A}"/>
              </a:ext>
            </a:extLst>
          </p:cNvPr>
          <p:cNvSpPr/>
          <p:nvPr/>
        </p:nvSpPr>
        <p:spPr>
          <a:xfrm>
            <a:off x="4569228" y="3494781"/>
            <a:ext cx="2791016" cy="836785"/>
          </a:xfrm>
          <a:prstGeom prst="roundRect">
            <a:avLst>
              <a:gd name="adj" fmla="val 899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Version 2 </a:t>
            </a: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63" name="사각형: 둥근 모서리 12">
            <a:extLst>
              <a:ext uri="{FF2B5EF4-FFF2-40B4-BE49-F238E27FC236}">
                <a16:creationId xmlns:a16="http://schemas.microsoft.com/office/drawing/2014/main" id="{AFFBF7EF-7C42-F05A-79D3-3C5FBD50CDD5}"/>
              </a:ext>
            </a:extLst>
          </p:cNvPr>
          <p:cNvSpPr/>
          <p:nvPr/>
        </p:nvSpPr>
        <p:spPr>
          <a:xfrm>
            <a:off x="4678966" y="3775880"/>
            <a:ext cx="1330422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 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64" name="사각형: 둥근 모서리 12">
            <a:extLst>
              <a:ext uri="{FF2B5EF4-FFF2-40B4-BE49-F238E27FC236}">
                <a16:creationId xmlns:a16="http://schemas.microsoft.com/office/drawing/2014/main" id="{0D184A75-9D20-AD66-2F37-FC36E52C6BA6}"/>
              </a:ext>
            </a:extLst>
          </p:cNvPr>
          <p:cNvSpPr/>
          <p:nvPr/>
        </p:nvSpPr>
        <p:spPr>
          <a:xfrm>
            <a:off x="6143845" y="3782117"/>
            <a:ext cx="1104530" cy="44527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65" name="사각형: 둥근 모서리 12">
            <a:extLst>
              <a:ext uri="{FF2B5EF4-FFF2-40B4-BE49-F238E27FC236}">
                <a16:creationId xmlns:a16="http://schemas.microsoft.com/office/drawing/2014/main" id="{F80C49BD-C287-5B76-1C53-2FA694762A71}"/>
              </a:ext>
            </a:extLst>
          </p:cNvPr>
          <p:cNvSpPr/>
          <p:nvPr/>
        </p:nvSpPr>
        <p:spPr>
          <a:xfrm>
            <a:off x="7678262" y="36874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Version 2 </a:t>
            </a: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70" name="직선 화살표 연결선 96">
            <a:extLst>
              <a:ext uri="{FF2B5EF4-FFF2-40B4-BE49-F238E27FC236}">
                <a16:creationId xmlns:a16="http://schemas.microsoft.com/office/drawing/2014/main" id="{05E29A78-499E-5FAE-FEFB-C03E3F88976D}"/>
              </a:ext>
            </a:extLst>
          </p:cNvPr>
          <p:cNvCxnSpPr>
            <a:cxnSpLocks/>
            <a:stCxn id="61" idx="3"/>
            <a:endCxn id="17" idx="2"/>
          </p:cNvCxnSpPr>
          <p:nvPr/>
        </p:nvCxnSpPr>
        <p:spPr>
          <a:xfrm flipV="1">
            <a:off x="2730068" y="1437591"/>
            <a:ext cx="2616881" cy="1778132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06A28005-30A4-6FB3-7436-7D4C62D73766}"/>
              </a:ext>
            </a:extLst>
          </p:cNvPr>
          <p:cNvCxnSpPr>
            <a:cxnSpLocks/>
            <a:stCxn id="61" idx="3"/>
            <a:endCxn id="58" idx="2"/>
          </p:cNvCxnSpPr>
          <p:nvPr/>
        </p:nvCxnSpPr>
        <p:spPr>
          <a:xfrm flipV="1">
            <a:off x="2730068" y="2832491"/>
            <a:ext cx="3968814" cy="38323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CE7FB883-3681-102A-141E-DE97A1CD8F64}"/>
              </a:ext>
            </a:extLst>
          </p:cNvPr>
          <p:cNvCxnSpPr>
            <a:cxnSpLocks/>
            <a:stCxn id="61" idx="3"/>
            <a:endCxn id="64" idx="0"/>
          </p:cNvCxnSpPr>
          <p:nvPr/>
        </p:nvCxnSpPr>
        <p:spPr>
          <a:xfrm>
            <a:off x="2730068" y="3215723"/>
            <a:ext cx="3966042" cy="56639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96">
            <a:extLst>
              <a:ext uri="{FF2B5EF4-FFF2-40B4-BE49-F238E27FC236}">
                <a16:creationId xmlns:a16="http://schemas.microsoft.com/office/drawing/2014/main" id="{C6A811BF-49E5-3CC3-CD22-F7020A27FF6B}"/>
              </a:ext>
            </a:extLst>
          </p:cNvPr>
          <p:cNvCxnSpPr>
            <a:cxnSpLocks/>
            <a:stCxn id="12" idx="3"/>
            <a:endCxn id="56" idx="1"/>
          </p:cNvCxnSpPr>
          <p:nvPr/>
        </p:nvCxnSpPr>
        <p:spPr>
          <a:xfrm flipV="1">
            <a:off x="2730068" y="2518274"/>
            <a:ext cx="1841932" cy="139489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96">
            <a:extLst>
              <a:ext uri="{FF2B5EF4-FFF2-40B4-BE49-F238E27FC236}">
                <a16:creationId xmlns:a16="http://schemas.microsoft.com/office/drawing/2014/main" id="{C2717689-90DE-6378-9D59-3C5D7838C7AC}"/>
              </a:ext>
            </a:extLst>
          </p:cNvPr>
          <p:cNvCxnSpPr>
            <a:cxnSpLocks/>
            <a:stCxn id="12" idx="3"/>
            <a:endCxn id="62" idx="1"/>
          </p:cNvCxnSpPr>
          <p:nvPr/>
        </p:nvCxnSpPr>
        <p:spPr>
          <a:xfrm>
            <a:off x="2730068" y="3913173"/>
            <a:ext cx="1839160" cy="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96">
            <a:extLst>
              <a:ext uri="{FF2B5EF4-FFF2-40B4-BE49-F238E27FC236}">
                <a16:creationId xmlns:a16="http://schemas.microsoft.com/office/drawing/2014/main" id="{48190A7A-5586-F29F-D0AE-81D697EBECB5}"/>
              </a:ext>
            </a:extLst>
          </p:cNvPr>
          <p:cNvCxnSpPr>
            <a:cxnSpLocks/>
            <a:stCxn id="62" idx="3"/>
            <a:endCxn id="65" idx="1"/>
          </p:cNvCxnSpPr>
          <p:nvPr/>
        </p:nvCxnSpPr>
        <p:spPr>
          <a:xfrm flipV="1">
            <a:off x="7360244" y="3913173"/>
            <a:ext cx="318018" cy="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96">
            <a:extLst>
              <a:ext uri="{FF2B5EF4-FFF2-40B4-BE49-F238E27FC236}">
                <a16:creationId xmlns:a16="http://schemas.microsoft.com/office/drawing/2014/main" id="{C4706D0E-CC2B-F4E7-6FD8-42AD9D85BBC8}"/>
              </a:ext>
            </a:extLst>
          </p:cNvPr>
          <p:cNvCxnSpPr>
            <a:cxnSpLocks/>
            <a:stCxn id="56" idx="3"/>
            <a:endCxn id="59" idx="1"/>
          </p:cNvCxnSpPr>
          <p:nvPr/>
        </p:nvCxnSpPr>
        <p:spPr>
          <a:xfrm flipV="1">
            <a:off x="7363016" y="2518273"/>
            <a:ext cx="318018" cy="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6">
            <a:extLst>
              <a:ext uri="{FF2B5EF4-FFF2-40B4-BE49-F238E27FC236}">
                <a16:creationId xmlns:a16="http://schemas.microsoft.com/office/drawing/2014/main" id="{A2941A56-3597-1C8F-B4F9-611962D8ED89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2730068" y="1123372"/>
            <a:ext cx="1841932" cy="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6">
            <a:extLst>
              <a:ext uri="{FF2B5EF4-FFF2-40B4-BE49-F238E27FC236}">
                <a16:creationId xmlns:a16="http://schemas.microsoft.com/office/drawing/2014/main" id="{8BE1C2D3-2F73-E677-3B5E-6EBE1C3EAA52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 flipV="1">
            <a:off x="7363016" y="1123373"/>
            <a:ext cx="318018" cy="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70">
            <a:extLst>
              <a:ext uri="{FF2B5EF4-FFF2-40B4-BE49-F238E27FC236}">
                <a16:creationId xmlns:a16="http://schemas.microsoft.com/office/drawing/2014/main" id="{5DAC5D39-1BA6-3673-B6FA-03C43443B710}"/>
              </a:ext>
            </a:extLst>
          </p:cNvPr>
          <p:cNvSpPr/>
          <p:nvPr/>
        </p:nvSpPr>
        <p:spPr>
          <a:xfrm>
            <a:off x="1038176" y="1600440"/>
            <a:ext cx="1800200" cy="892274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Client B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99" name="사각형: 둥근 모서리 12">
            <a:extLst>
              <a:ext uri="{FF2B5EF4-FFF2-40B4-BE49-F238E27FC236}">
                <a16:creationId xmlns:a16="http://schemas.microsoft.com/office/drawing/2014/main" id="{F20B2BEA-547B-C1A9-2F3D-4C400A0380C7}"/>
              </a:ext>
            </a:extLst>
          </p:cNvPr>
          <p:cNvSpPr/>
          <p:nvPr/>
        </p:nvSpPr>
        <p:spPr>
          <a:xfrm>
            <a:off x="1585198" y="19425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B </a:t>
            </a:r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cxnSp>
        <p:nvCxnSpPr>
          <p:cNvPr id="100" name="직선 화살표 연결선 96">
            <a:extLst>
              <a:ext uri="{FF2B5EF4-FFF2-40B4-BE49-F238E27FC236}">
                <a16:creationId xmlns:a16="http://schemas.microsoft.com/office/drawing/2014/main" id="{8000D4D8-56F9-7E02-76BC-D8893CCE561A}"/>
              </a:ext>
            </a:extLst>
          </p:cNvPr>
          <p:cNvCxnSpPr>
            <a:cxnSpLocks/>
            <a:stCxn id="99" idx="0"/>
            <a:endCxn id="5" idx="1"/>
          </p:cNvCxnSpPr>
          <p:nvPr/>
        </p:nvCxnSpPr>
        <p:spPr>
          <a:xfrm flipV="1">
            <a:off x="2154917" y="1123374"/>
            <a:ext cx="2417083" cy="8191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99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4638-8488-546A-188E-0E936E81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A0B285DC-5C0F-1228-3974-A3C201C81F1C}"/>
              </a:ext>
            </a:extLst>
          </p:cNvPr>
          <p:cNvSpPr/>
          <p:nvPr/>
        </p:nvSpPr>
        <p:spPr>
          <a:xfrm>
            <a:off x="323528" y="339502"/>
            <a:ext cx="2520280" cy="1495118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Client A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71E46700-61A3-9A06-DD48-C8519B95C450}"/>
              </a:ext>
            </a:extLst>
          </p:cNvPr>
          <p:cNvSpPr/>
          <p:nvPr/>
        </p:nvSpPr>
        <p:spPr>
          <a:xfrm>
            <a:off x="323528" y="2859782"/>
            <a:ext cx="2520280" cy="1495118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Client B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4" name="사각형: 둥근 모서리 70">
            <a:extLst>
              <a:ext uri="{FF2B5EF4-FFF2-40B4-BE49-F238E27FC236}">
                <a16:creationId xmlns:a16="http://schemas.microsoft.com/office/drawing/2014/main" id="{D347B72D-424B-D656-F03B-12F8CEFB7B06}"/>
              </a:ext>
            </a:extLst>
          </p:cNvPr>
          <p:cNvSpPr/>
          <p:nvPr/>
        </p:nvSpPr>
        <p:spPr>
          <a:xfrm>
            <a:off x="3059832" y="339502"/>
            <a:ext cx="5956379" cy="3583350"/>
          </a:xfrm>
          <a:prstGeom prst="roundRect">
            <a:avLst>
              <a:gd name="adj" fmla="val 376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Server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6601BFF8-B317-0F50-4A69-8CAE6E52805F}"/>
              </a:ext>
            </a:extLst>
          </p:cNvPr>
          <p:cNvSpPr/>
          <p:nvPr/>
        </p:nvSpPr>
        <p:spPr>
          <a:xfrm>
            <a:off x="4498257" y="1348310"/>
            <a:ext cx="1139438" cy="1747612"/>
          </a:xfrm>
          <a:prstGeom prst="roundRect">
            <a:avLst>
              <a:gd name="adj" fmla="val 5687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</a:t>
            </a:r>
            <a:br>
              <a:rPr lang="en-US" altLang="ko-KR" sz="900"/>
            </a:b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DC56AB81-5ECB-2F3C-1ECF-291761CFA00A}"/>
              </a:ext>
            </a:extLst>
          </p:cNvPr>
          <p:cNvSpPr/>
          <p:nvPr/>
        </p:nvSpPr>
        <p:spPr>
          <a:xfrm>
            <a:off x="6104513" y="328851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Ver 1 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003DD0F1-966A-DE81-E03C-2ADB6CCE1E01}"/>
              </a:ext>
            </a:extLst>
          </p:cNvPr>
          <p:cNvSpPr/>
          <p:nvPr/>
        </p:nvSpPr>
        <p:spPr>
          <a:xfrm>
            <a:off x="487829" y="86130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A </a:t>
            </a:r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2AE768FD-0474-8F3A-3351-920A61B02E0E}"/>
              </a:ext>
            </a:extLst>
          </p:cNvPr>
          <p:cNvSpPr/>
          <p:nvPr/>
        </p:nvSpPr>
        <p:spPr>
          <a:xfrm>
            <a:off x="487829" y="330225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B </a:t>
            </a:r>
            <a:r>
              <a:rPr lang="en-US" altLang="ko-KR" sz="900" b="1" dirty="0"/>
              <a:t>Pod</a:t>
            </a:r>
            <a:endParaRPr lang="ko-KR" altLang="en-US" sz="9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0071B6E-0F27-F3AE-1F67-E45E1D4DAF8F}"/>
              </a:ext>
            </a:extLst>
          </p:cNvPr>
          <p:cNvSpPr/>
          <p:nvPr/>
        </p:nvSpPr>
        <p:spPr>
          <a:xfrm>
            <a:off x="487829" y="405644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Client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BA9A84CA-845B-9650-310C-9E89B9D429CD}"/>
              </a:ext>
            </a:extLst>
          </p:cNvPr>
          <p:cNvSpPr/>
          <p:nvPr/>
        </p:nvSpPr>
        <p:spPr>
          <a:xfrm>
            <a:off x="4623723" y="1763413"/>
            <a:ext cx="888506" cy="558212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</a:t>
            </a:r>
          </a:p>
          <a:p>
            <a:pPr algn="ctr"/>
            <a:r>
              <a:rPr lang="en-US" altLang="ko-KR" sz="900" dirty="0"/>
              <a:t>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5D771F42-2094-84DC-3402-F3A631AF988A}"/>
              </a:ext>
            </a:extLst>
          </p:cNvPr>
          <p:cNvSpPr/>
          <p:nvPr/>
        </p:nvSpPr>
        <p:spPr>
          <a:xfrm>
            <a:off x="4623723" y="2434256"/>
            <a:ext cx="888506" cy="558212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373870D4-AB12-A869-8109-070BED89091E}"/>
              </a:ext>
            </a:extLst>
          </p:cNvPr>
          <p:cNvSpPr/>
          <p:nvPr/>
        </p:nvSpPr>
        <p:spPr>
          <a:xfrm>
            <a:off x="4498257" y="328363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</a:t>
            </a: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D9A587A3-BDEA-52A4-BD4B-43D8D6D5C419}"/>
              </a:ext>
            </a:extLst>
          </p:cNvPr>
          <p:cNvSpPr/>
          <p:nvPr/>
        </p:nvSpPr>
        <p:spPr>
          <a:xfrm>
            <a:off x="6104513" y="1348308"/>
            <a:ext cx="1139438" cy="1747612"/>
          </a:xfrm>
          <a:prstGeom prst="roundRect">
            <a:avLst>
              <a:gd name="adj" fmla="val 5687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Ver 1 </a:t>
            </a:r>
            <a:br>
              <a:rPr lang="en-US" altLang="ko-KR" sz="900"/>
            </a:b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23" name="사각형: 둥근 모서리 12">
            <a:extLst>
              <a:ext uri="{FF2B5EF4-FFF2-40B4-BE49-F238E27FC236}">
                <a16:creationId xmlns:a16="http://schemas.microsoft.com/office/drawing/2014/main" id="{0B4B47C1-B819-C2EC-95D9-12FAF68C5C43}"/>
              </a:ext>
            </a:extLst>
          </p:cNvPr>
          <p:cNvSpPr/>
          <p:nvPr/>
        </p:nvSpPr>
        <p:spPr>
          <a:xfrm>
            <a:off x="6229979" y="1763411"/>
            <a:ext cx="888506" cy="558212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</a:t>
            </a:r>
          </a:p>
          <a:p>
            <a:pPr algn="ctr"/>
            <a:r>
              <a:rPr lang="en-US" altLang="ko-KR" sz="900" dirty="0"/>
              <a:t>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24" name="사각형: 둥근 모서리 12">
            <a:extLst>
              <a:ext uri="{FF2B5EF4-FFF2-40B4-BE49-F238E27FC236}">
                <a16:creationId xmlns:a16="http://schemas.microsoft.com/office/drawing/2014/main" id="{80D9DACB-FF54-0939-C629-E09197B1846C}"/>
              </a:ext>
            </a:extLst>
          </p:cNvPr>
          <p:cNvSpPr/>
          <p:nvPr/>
        </p:nvSpPr>
        <p:spPr>
          <a:xfrm>
            <a:off x="6229979" y="2434254"/>
            <a:ext cx="888506" cy="558212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25" name="사각형: 둥근 모서리 12">
            <a:extLst>
              <a:ext uri="{FF2B5EF4-FFF2-40B4-BE49-F238E27FC236}">
                <a16:creationId xmlns:a16="http://schemas.microsoft.com/office/drawing/2014/main" id="{833251B5-DB46-DDCF-C58D-61A948725578}"/>
              </a:ext>
            </a:extLst>
          </p:cNvPr>
          <p:cNvSpPr/>
          <p:nvPr/>
        </p:nvSpPr>
        <p:spPr>
          <a:xfrm>
            <a:off x="7720067" y="328851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 Ver 2 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96CCD040-608A-6240-67F4-7EE1CCBB2B37}"/>
              </a:ext>
            </a:extLst>
          </p:cNvPr>
          <p:cNvSpPr/>
          <p:nvPr/>
        </p:nvSpPr>
        <p:spPr>
          <a:xfrm>
            <a:off x="7720067" y="1348308"/>
            <a:ext cx="1139438" cy="1747612"/>
          </a:xfrm>
          <a:prstGeom prst="roundRect">
            <a:avLst>
              <a:gd name="adj" fmla="val 5687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/>
              <a:t>Server Ver 2 </a:t>
            </a:r>
            <a:br>
              <a:rPr lang="en-US" altLang="ko-KR" sz="900"/>
            </a:br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863EF30F-93D0-794C-54BF-ACF0D0C15EC8}"/>
              </a:ext>
            </a:extLst>
          </p:cNvPr>
          <p:cNvSpPr/>
          <p:nvPr/>
        </p:nvSpPr>
        <p:spPr>
          <a:xfrm>
            <a:off x="7845533" y="1763411"/>
            <a:ext cx="888506" cy="558212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DNS Name,</a:t>
            </a:r>
          </a:p>
          <a:p>
            <a:pPr algn="ctr"/>
            <a:r>
              <a:rPr lang="en-US" altLang="ko-KR" sz="900" dirty="0"/>
              <a:t>ClusterIP</a:t>
            </a:r>
          </a:p>
          <a:p>
            <a:pPr algn="ctr"/>
            <a:r>
              <a:rPr lang="en-US" altLang="ko-KR" sz="900" b="1" dirty="0"/>
              <a:t>Frontend</a:t>
            </a:r>
            <a:endParaRPr lang="ko-KR" altLang="en-US" sz="900" b="1" dirty="0"/>
          </a:p>
        </p:txBody>
      </p:sp>
      <p:sp>
        <p:nvSpPr>
          <p:cNvPr id="28" name="사각형: 둥근 모서리 12">
            <a:extLst>
              <a:ext uri="{FF2B5EF4-FFF2-40B4-BE49-F238E27FC236}">
                <a16:creationId xmlns:a16="http://schemas.microsoft.com/office/drawing/2014/main" id="{28E40DEE-863C-EFBC-2EF7-68C520FB49BF}"/>
              </a:ext>
            </a:extLst>
          </p:cNvPr>
          <p:cNvSpPr/>
          <p:nvPr/>
        </p:nvSpPr>
        <p:spPr>
          <a:xfrm>
            <a:off x="7845533" y="2434254"/>
            <a:ext cx="888506" cy="558212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Endpoint IPs</a:t>
            </a:r>
          </a:p>
          <a:p>
            <a:pPr algn="ctr"/>
            <a:r>
              <a:rPr lang="en-US" altLang="ko-KR" sz="900" b="1" dirty="0"/>
              <a:t>Backend</a:t>
            </a:r>
            <a:endParaRPr lang="ko-KR" altLang="en-US" sz="900" b="1" dirty="0"/>
          </a:p>
        </p:txBody>
      </p:sp>
      <p:sp>
        <p:nvSpPr>
          <p:cNvPr id="29" name="사각형: 둥근 모서리 12">
            <a:extLst>
              <a:ext uri="{FF2B5EF4-FFF2-40B4-BE49-F238E27FC236}">
                <a16:creationId xmlns:a16="http://schemas.microsoft.com/office/drawing/2014/main" id="{22240A35-18DB-914F-7D1B-8F00FD0D375D}"/>
              </a:ext>
            </a:extLst>
          </p:cNvPr>
          <p:cNvSpPr/>
          <p:nvPr/>
        </p:nvSpPr>
        <p:spPr>
          <a:xfrm>
            <a:off x="3177539" y="861303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Server</a:t>
            </a:r>
          </a:p>
          <a:p>
            <a:pPr algn="ctr"/>
            <a:r>
              <a:rPr lang="en-US" altLang="ko-KR" sz="900" b="1"/>
              <a:t>HTTPRoute</a:t>
            </a:r>
          </a:p>
        </p:txBody>
      </p: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AD8C7582-C781-C714-AE78-47BC2CDC1F33}"/>
              </a:ext>
            </a:extLst>
          </p:cNvPr>
          <p:cNvCxnSpPr>
            <a:cxnSpLocks/>
            <a:stCxn id="29" idx="2"/>
            <a:endCxn id="17" idx="1"/>
          </p:cNvCxnSpPr>
          <p:nvPr/>
        </p:nvCxnSpPr>
        <p:spPr>
          <a:xfrm>
            <a:off x="3747258" y="1312814"/>
            <a:ext cx="876465" cy="72970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96">
            <a:extLst>
              <a:ext uri="{FF2B5EF4-FFF2-40B4-BE49-F238E27FC236}">
                <a16:creationId xmlns:a16="http://schemas.microsoft.com/office/drawing/2014/main" id="{795C2CCE-7A66-4FC0-D649-3F834B4CAC43}"/>
              </a:ext>
            </a:extLst>
          </p:cNvPr>
          <p:cNvCxnSpPr>
            <a:cxnSpLocks/>
            <a:stCxn id="29" idx="2"/>
            <a:endCxn id="19" idx="1"/>
          </p:cNvCxnSpPr>
          <p:nvPr/>
        </p:nvCxnSpPr>
        <p:spPr>
          <a:xfrm>
            <a:off x="3747258" y="1312814"/>
            <a:ext cx="876465" cy="14005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96">
            <a:extLst>
              <a:ext uri="{FF2B5EF4-FFF2-40B4-BE49-F238E27FC236}">
                <a16:creationId xmlns:a16="http://schemas.microsoft.com/office/drawing/2014/main" id="{19C3F0F2-278E-E1E5-11D1-30FAEA025F0E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1627267" y="1087059"/>
            <a:ext cx="2870990" cy="113505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96">
            <a:extLst>
              <a:ext uri="{FF2B5EF4-FFF2-40B4-BE49-F238E27FC236}">
                <a16:creationId xmlns:a16="http://schemas.microsoft.com/office/drawing/2014/main" id="{D67571A5-7B04-BD49-325D-C93FD6253651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5067976" y="3095922"/>
            <a:ext cx="0" cy="1877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005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55519</TotalTime>
  <Words>227</Words>
  <Application>Microsoft Macintosh PowerPoint</Application>
  <PresentationFormat>화면 슬라이드 쇼(16:9)</PresentationFormat>
  <Paragraphs>103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5988</cp:revision>
  <dcterms:created xsi:type="dcterms:W3CDTF">2006-10-05T04:04:58Z</dcterms:created>
  <dcterms:modified xsi:type="dcterms:W3CDTF">2026-10-03T13:21:30Z</dcterms:modified>
</cp:coreProperties>
</file>
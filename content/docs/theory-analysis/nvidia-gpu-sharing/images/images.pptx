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25" r:id="rId9"/>
    <p:sldId id="438" r:id="rId10"/>
    <p:sldId id="423" r:id="rId11"/>
    <p:sldId id="433" r:id="rId12"/>
    <p:sldId id="435" r:id="rId13"/>
    <p:sldId id="436" r:id="rId14"/>
    <p:sldId id="437" r:id="rId15"/>
    <p:sldId id="434" r:id="rId16"/>
    <p:sldId id="432" r:id="rId17"/>
    <p:sldId id="431" r:id="rId18"/>
    <p:sldId id="427" r:id="rId19"/>
    <p:sldId id="428" r:id="rId20"/>
    <p:sldId id="421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98" autoAdjust="0"/>
    <p:restoredTop sz="87360" autoAdjust="0"/>
  </p:normalViewPr>
  <p:slideViewPr>
    <p:cSldViewPr>
      <p:cViewPr>
        <p:scale>
          <a:sx n="200" d="100"/>
          <a:sy n="200" d="100"/>
        </p:scale>
        <p:origin x="2256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60D03-FCE7-8CF4-BE99-189F9ECCCCBE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  <a:stCxn id="107" idx="0"/>
            <a:endCxn id="21" idx="2"/>
          </p:cNvCxnSpPr>
          <p:nvPr/>
        </p:nvCxnSpPr>
        <p:spPr>
          <a:xfrm flipH="1" flipV="1">
            <a:off x="4608004" y="918416"/>
            <a:ext cx="544159" cy="2580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  <a:stCxn id="108" idx="0"/>
            <a:endCxn id="35" idx="2"/>
          </p:cNvCxnSpPr>
          <p:nvPr/>
        </p:nvCxnSpPr>
        <p:spPr>
          <a:xfrm flipH="1" flipV="1">
            <a:off x="4608004" y="1897514"/>
            <a:ext cx="544158" cy="21520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  <a:stCxn id="109" idx="0"/>
            <a:endCxn id="39" idx="2"/>
          </p:cNvCxnSpPr>
          <p:nvPr/>
        </p:nvCxnSpPr>
        <p:spPr>
          <a:xfrm flipH="1" flipV="1">
            <a:off x="4608004" y="2874654"/>
            <a:ext cx="544159" cy="17318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948C701-A0EC-9B99-5A1B-8ADEEF452680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C00F247-00ED-0F0D-0107-0D96A7F3B4AA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18A9B12-D0E4-E37F-5769-757BEE06FBAB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DD5B738-7503-46E4-6B34-401589764075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45258</TotalTime>
  <Words>689</Words>
  <Application>Microsoft Macintosh PowerPoint</Application>
  <PresentationFormat>화면 슬라이드 쇼(16:9)</PresentationFormat>
  <Paragraphs>335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5912</cp:revision>
  <dcterms:created xsi:type="dcterms:W3CDTF">2006-10-05T04:04:58Z</dcterms:created>
  <dcterms:modified xsi:type="dcterms:W3CDTF">2026-02-15T17:24:42Z</dcterms:modified>
</cp:coreProperties>
</file>
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422" r:id="rId2"/>
    <p:sldId id="441" r:id="rId3"/>
    <p:sldId id="430" r:id="rId4"/>
    <p:sldId id="440" r:id="rId5"/>
    <p:sldId id="429" r:id="rId6"/>
    <p:sldId id="439" r:id="rId7"/>
    <p:sldId id="424" r:id="rId8"/>
    <p:sldId id="425" r:id="rId9"/>
    <p:sldId id="438" r:id="rId10"/>
    <p:sldId id="423" r:id="rId11"/>
    <p:sldId id="433" r:id="rId12"/>
    <p:sldId id="435" r:id="rId13"/>
    <p:sldId id="436" r:id="rId14"/>
    <p:sldId id="437" r:id="rId15"/>
    <p:sldId id="434" r:id="rId16"/>
    <p:sldId id="432" r:id="rId17"/>
    <p:sldId id="431" r:id="rId18"/>
    <p:sldId id="427" r:id="rId19"/>
    <p:sldId id="428" r:id="rId20"/>
    <p:sldId id="421" r:id="rId21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477" autoAdjust="0"/>
    <p:restoredTop sz="87360" autoAdjust="0"/>
  </p:normalViewPr>
  <p:slideViewPr>
    <p:cSldViewPr>
      <p:cViewPr>
        <p:scale>
          <a:sx n="159" d="100"/>
          <a:sy n="159" d="100"/>
        </p:scale>
        <p:origin x="4104" y="1808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2026. 2. 16.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14734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29317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2026. 2. 16.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2026. 2. 16.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2026. 2. 16.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2026. 2. 16.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B11F11-D42D-3599-4CAA-04CE5FB7F9F6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CUDA Apps</a:t>
            </a:r>
            <a:endParaRPr lang="ko-KR" altLang="en-US" dirty="0"/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0EF48189-BA69-88F7-13F9-6C005C897FAA}"/>
              </a:ext>
            </a:extLst>
          </p:cNvPr>
          <p:cNvSpPr/>
          <p:nvPr/>
        </p:nvSpPr>
        <p:spPr>
          <a:xfrm>
            <a:off x="718555" y="723614"/>
            <a:ext cx="3682752" cy="1848136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B68A536-6E35-8DE7-72C7-976692BCBDF3}"/>
              </a:ext>
            </a:extLst>
          </p:cNvPr>
          <p:cNvGrpSpPr/>
          <p:nvPr/>
        </p:nvGrpSpPr>
        <p:grpSpPr>
          <a:xfrm>
            <a:off x="849362" y="843558"/>
            <a:ext cx="3421137" cy="1437452"/>
            <a:chOff x="574798" y="826096"/>
            <a:chExt cx="3421137" cy="1437452"/>
          </a:xfrm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977CCB32-8A0B-A91F-51E6-385802CBF3B7}"/>
                </a:ext>
              </a:extLst>
            </p:cNvPr>
            <p:cNvSpPr/>
            <p:nvPr/>
          </p:nvSpPr>
          <p:spPr>
            <a:xfrm>
              <a:off x="1150863" y="907411"/>
              <a:ext cx="1656184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09A5D9C6-BBA3-0197-B9D4-FF6B1888BEE0}"/>
                </a:ext>
              </a:extLst>
            </p:cNvPr>
            <p:cNvSpPr/>
            <p:nvPr/>
          </p:nvSpPr>
          <p:spPr>
            <a:xfrm>
              <a:off x="1150863" y="1859789"/>
              <a:ext cx="1653356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71B0296D-CAB7-CD4B-89E5-E14E37D2C4D3}"/>
                </a:ext>
              </a:extLst>
            </p:cNvPr>
            <p:cNvSpPr/>
            <p:nvPr/>
          </p:nvSpPr>
          <p:spPr>
            <a:xfrm>
              <a:off x="3048744" y="907411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E6EE8DC7-838F-6C71-AE3F-D3E5C10D4C52}"/>
                </a:ext>
              </a:extLst>
            </p:cNvPr>
            <p:cNvSpPr/>
            <p:nvPr/>
          </p:nvSpPr>
          <p:spPr>
            <a:xfrm>
              <a:off x="574798" y="826096"/>
              <a:ext cx="3421137" cy="809550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CAEA42A9-C65A-3A16-9366-DB7357065F1C}"/>
                </a:ext>
              </a:extLst>
            </p:cNvPr>
            <p:cNvSpPr/>
            <p:nvPr/>
          </p:nvSpPr>
          <p:spPr>
            <a:xfrm>
              <a:off x="1150863" y="1271528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59852D17-FB7A-4DF2-9B42-EA4136137156}"/>
                </a:ext>
              </a:extLst>
            </p:cNvPr>
            <p:cNvSpPr/>
            <p:nvPr/>
          </p:nvSpPr>
          <p:spPr>
            <a:xfrm>
              <a:off x="574799" y="1744063"/>
              <a:ext cx="3421136" cy="519485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</p:grp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96C6CA93-981E-C9AC-EEED-C94EE324EC7A}"/>
              </a:ext>
            </a:extLst>
          </p:cNvPr>
          <p:cNvSpPr/>
          <p:nvPr/>
        </p:nvSpPr>
        <p:spPr>
          <a:xfrm>
            <a:off x="4716016" y="723614"/>
            <a:ext cx="3682752" cy="1848136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729FE195-C856-F870-A669-31CC8543A8A8}"/>
              </a:ext>
            </a:extLst>
          </p:cNvPr>
          <p:cNvGrpSpPr/>
          <p:nvPr/>
        </p:nvGrpSpPr>
        <p:grpSpPr>
          <a:xfrm>
            <a:off x="4846823" y="843558"/>
            <a:ext cx="3421137" cy="1437452"/>
            <a:chOff x="574798" y="826096"/>
            <a:chExt cx="3421137" cy="1437452"/>
          </a:xfrm>
        </p:grpSpPr>
        <p:sp>
          <p:nvSpPr>
            <p:cNvPr id="31" name="모서리가 둥근 직사각형 30">
              <a:extLst>
                <a:ext uri="{FF2B5EF4-FFF2-40B4-BE49-F238E27FC236}">
                  <a16:creationId xmlns:a16="http://schemas.microsoft.com/office/drawing/2014/main" id="{F86B7F2A-F469-17AA-26A4-03CAC51DAB9A}"/>
                </a:ext>
              </a:extLst>
            </p:cNvPr>
            <p:cNvSpPr/>
            <p:nvPr/>
          </p:nvSpPr>
          <p:spPr>
            <a:xfrm>
              <a:off x="1150863" y="907411"/>
              <a:ext cx="1656184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2" name="모서리가 둥근 직사각형 31">
              <a:extLst>
                <a:ext uri="{FF2B5EF4-FFF2-40B4-BE49-F238E27FC236}">
                  <a16:creationId xmlns:a16="http://schemas.microsoft.com/office/drawing/2014/main" id="{0E2B865B-7194-97D2-BF2B-03E17368D09A}"/>
                </a:ext>
              </a:extLst>
            </p:cNvPr>
            <p:cNvSpPr/>
            <p:nvPr/>
          </p:nvSpPr>
          <p:spPr>
            <a:xfrm>
              <a:off x="1150863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3" name="모서리가 둥근 직사각형 32">
              <a:extLst>
                <a:ext uri="{FF2B5EF4-FFF2-40B4-BE49-F238E27FC236}">
                  <a16:creationId xmlns:a16="http://schemas.microsoft.com/office/drawing/2014/main" id="{252839E0-EB43-506E-2AEF-E011806C74A2}"/>
                </a:ext>
              </a:extLst>
            </p:cNvPr>
            <p:cNvSpPr/>
            <p:nvPr/>
          </p:nvSpPr>
          <p:spPr>
            <a:xfrm>
              <a:off x="3048744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4" name="모서리가 둥근 직사각형 33">
              <a:extLst>
                <a:ext uri="{FF2B5EF4-FFF2-40B4-BE49-F238E27FC236}">
                  <a16:creationId xmlns:a16="http://schemas.microsoft.com/office/drawing/2014/main" id="{E55A9179-C125-F41D-1F59-54348C05BDF5}"/>
                </a:ext>
              </a:extLst>
            </p:cNvPr>
            <p:cNvSpPr/>
            <p:nvPr/>
          </p:nvSpPr>
          <p:spPr>
            <a:xfrm>
              <a:off x="574798" y="826096"/>
              <a:ext cx="3421137" cy="809550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35" name="모서리가 둥근 직사각형 34">
              <a:extLst>
                <a:ext uri="{FF2B5EF4-FFF2-40B4-BE49-F238E27FC236}">
                  <a16:creationId xmlns:a16="http://schemas.microsoft.com/office/drawing/2014/main" id="{011E2EBE-DE1B-7953-637F-D41B473DEF57}"/>
                </a:ext>
              </a:extLst>
            </p:cNvPr>
            <p:cNvSpPr/>
            <p:nvPr/>
          </p:nvSpPr>
          <p:spPr>
            <a:xfrm>
              <a:off x="1150863" y="1271528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6" name="모서리가 둥근 직사각형 35">
              <a:extLst>
                <a:ext uri="{FF2B5EF4-FFF2-40B4-BE49-F238E27FC236}">
                  <a16:creationId xmlns:a16="http://schemas.microsoft.com/office/drawing/2014/main" id="{8B1D1EBC-430A-8FC2-92E1-383DB0C4D598}"/>
                </a:ext>
              </a:extLst>
            </p:cNvPr>
            <p:cNvSpPr/>
            <p:nvPr/>
          </p:nvSpPr>
          <p:spPr>
            <a:xfrm>
              <a:off x="574799" y="1744063"/>
              <a:ext cx="3421136" cy="519485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</p:grp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DDA8E23A-E43C-C6EE-CA88-E1FF9387CADB}"/>
              </a:ext>
            </a:extLst>
          </p:cNvPr>
          <p:cNvSpPr/>
          <p:nvPr/>
        </p:nvSpPr>
        <p:spPr>
          <a:xfrm>
            <a:off x="2730624" y="2859782"/>
            <a:ext cx="3682752" cy="1848136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A7D3C32A-E833-6278-F439-CF0E085495FC}"/>
              </a:ext>
            </a:extLst>
          </p:cNvPr>
          <p:cNvGrpSpPr/>
          <p:nvPr/>
        </p:nvGrpSpPr>
        <p:grpSpPr>
          <a:xfrm>
            <a:off x="2861431" y="2979726"/>
            <a:ext cx="3421137" cy="1437452"/>
            <a:chOff x="574798" y="826096"/>
            <a:chExt cx="3421137" cy="1437452"/>
          </a:xfrm>
        </p:grpSpPr>
        <p:sp>
          <p:nvSpPr>
            <p:cNvPr id="39" name="모서리가 둥근 직사각형 38">
              <a:extLst>
                <a:ext uri="{FF2B5EF4-FFF2-40B4-BE49-F238E27FC236}">
                  <a16:creationId xmlns:a16="http://schemas.microsoft.com/office/drawing/2014/main" id="{F43C4AA4-6D15-2EA8-E9C1-83704684C1BF}"/>
                </a:ext>
              </a:extLst>
            </p:cNvPr>
            <p:cNvSpPr/>
            <p:nvPr/>
          </p:nvSpPr>
          <p:spPr>
            <a:xfrm>
              <a:off x="1150863" y="907411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0" name="모서리가 둥근 직사각형 39">
              <a:extLst>
                <a:ext uri="{FF2B5EF4-FFF2-40B4-BE49-F238E27FC236}">
                  <a16:creationId xmlns:a16="http://schemas.microsoft.com/office/drawing/2014/main" id="{827B156C-C5AB-9897-DD19-AFD79773B979}"/>
                </a:ext>
              </a:extLst>
            </p:cNvPr>
            <p:cNvSpPr/>
            <p:nvPr/>
          </p:nvSpPr>
          <p:spPr>
            <a:xfrm>
              <a:off x="1150863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1" name="모서리가 둥근 직사각형 40">
              <a:extLst>
                <a:ext uri="{FF2B5EF4-FFF2-40B4-BE49-F238E27FC236}">
                  <a16:creationId xmlns:a16="http://schemas.microsoft.com/office/drawing/2014/main" id="{E87A6927-1904-BF2A-101E-AE3EE092C304}"/>
                </a:ext>
              </a:extLst>
            </p:cNvPr>
            <p:cNvSpPr/>
            <p:nvPr/>
          </p:nvSpPr>
          <p:spPr>
            <a:xfrm>
              <a:off x="3048744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2" name="모서리가 둥근 직사각형 41">
              <a:extLst>
                <a:ext uri="{FF2B5EF4-FFF2-40B4-BE49-F238E27FC236}">
                  <a16:creationId xmlns:a16="http://schemas.microsoft.com/office/drawing/2014/main" id="{072C5278-ED88-7951-1F16-D999E88F0ABF}"/>
                </a:ext>
              </a:extLst>
            </p:cNvPr>
            <p:cNvSpPr/>
            <p:nvPr/>
          </p:nvSpPr>
          <p:spPr>
            <a:xfrm>
              <a:off x="574798" y="826096"/>
              <a:ext cx="3421137" cy="809550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43" name="모서리가 둥근 직사각형 42">
              <a:extLst>
                <a:ext uri="{FF2B5EF4-FFF2-40B4-BE49-F238E27FC236}">
                  <a16:creationId xmlns:a16="http://schemas.microsoft.com/office/drawing/2014/main" id="{CA267AFA-8650-8F31-0210-EBF65A43730E}"/>
                </a:ext>
              </a:extLst>
            </p:cNvPr>
            <p:cNvSpPr/>
            <p:nvPr/>
          </p:nvSpPr>
          <p:spPr>
            <a:xfrm>
              <a:off x="1150863" y="1271528"/>
              <a:ext cx="1656184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4" name="모서리가 둥근 직사각형 43">
              <a:extLst>
                <a:ext uri="{FF2B5EF4-FFF2-40B4-BE49-F238E27FC236}">
                  <a16:creationId xmlns:a16="http://schemas.microsoft.com/office/drawing/2014/main" id="{FB9D3E7E-04B3-EC3D-C464-A3A46E10AD16}"/>
                </a:ext>
              </a:extLst>
            </p:cNvPr>
            <p:cNvSpPr/>
            <p:nvPr/>
          </p:nvSpPr>
          <p:spPr>
            <a:xfrm>
              <a:off x="574799" y="1744063"/>
              <a:ext cx="3421136" cy="519485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45" name="모서리가 둥근 직사각형 44">
              <a:extLst>
                <a:ext uri="{FF2B5EF4-FFF2-40B4-BE49-F238E27FC236}">
                  <a16:creationId xmlns:a16="http://schemas.microsoft.com/office/drawing/2014/main" id="{BF79A16B-4DCF-89D2-720F-D6FA4B32AD16}"/>
                </a:ext>
              </a:extLst>
            </p:cNvPr>
            <p:cNvSpPr/>
            <p:nvPr/>
          </p:nvSpPr>
          <p:spPr>
            <a:xfrm>
              <a:off x="3048744" y="907411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4006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9BFAF-AA64-AD21-97FF-38F81D747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F60D03-FCE7-8CF4-BE99-189F9ECCCCBE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9996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43061-535F-D3A6-EE65-B8DB472FE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B745305D-47B0-05D4-CED7-FBDFB961E91E}"/>
              </a:ext>
            </a:extLst>
          </p:cNvPr>
          <p:cNvSpPr/>
          <p:nvPr/>
        </p:nvSpPr>
        <p:spPr>
          <a:xfrm>
            <a:off x="4316405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F0AE2F73-D1EF-654A-4F2D-7818618D9966}"/>
              </a:ext>
            </a:extLst>
          </p:cNvPr>
          <p:cNvSpPr/>
          <p:nvPr/>
        </p:nvSpPr>
        <p:spPr>
          <a:xfrm>
            <a:off x="8254952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45DAFC7F-E7E8-EA2B-ECA5-F5E675A20E87}"/>
              </a:ext>
            </a:extLst>
          </p:cNvPr>
          <p:cNvSpPr/>
          <p:nvPr/>
        </p:nvSpPr>
        <p:spPr>
          <a:xfrm>
            <a:off x="2179109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93EFF14A-F2F8-64A7-B38F-C7AE98A36966}"/>
              </a:ext>
            </a:extLst>
          </p:cNvPr>
          <p:cNvSpPr/>
          <p:nvPr/>
        </p:nvSpPr>
        <p:spPr>
          <a:xfrm>
            <a:off x="7351709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837AE70-1B05-0981-2AED-014737531268}"/>
              </a:ext>
            </a:extLst>
          </p:cNvPr>
          <p:cNvSpPr/>
          <p:nvPr/>
        </p:nvSpPr>
        <p:spPr>
          <a:xfrm>
            <a:off x="44450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6EEA26F9-586E-05CC-86B8-62E7067DE43F}"/>
              </a:ext>
            </a:extLst>
          </p:cNvPr>
          <p:cNvSpPr/>
          <p:nvPr/>
        </p:nvSpPr>
        <p:spPr>
          <a:xfrm>
            <a:off x="6448467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C8A93FB-253F-3F0A-6781-066DAF6A81DE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43D5AECD-A792-94C4-DBE6-E61934266346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8EE8A261-B242-0F86-5601-D30D083989AE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3EB270B7-ED6F-1BF7-F82D-BC4FF44D7789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94DE471C-515E-DE95-B563-A67FFCA6DA33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D2B8B2D2-4E62-A48A-9D77-331CB44D711C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C4ACBFB6-2079-AA71-017F-41B1DE8ED94D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8D5E023C-B442-C410-C97F-F2BE0C1F06BC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D462DD91-B495-595D-E4C6-19B106E33C35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F1452831-D6BB-FF61-5647-C3BF065F2592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7F09DECF-5A67-4CE8-E4B8-93AAD412AC8C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DF582E56-3238-A620-6111-6035FCE6780C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36960F39-0AEB-3D6B-B1E3-90B31562F661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F31E354A-4CC3-4B2F-964B-FEB4C507FE63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94912D51-F529-598B-4855-8A3CFB80FB41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01742F19-1A3B-6402-49F6-BDA490724716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9E412808-14AE-83A6-7478-A85AACCA2E38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2BA30377-9616-52C3-22B9-E841B6976331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3559125-1ADB-E99F-8C8D-BB08AB1E7090}"/>
              </a:ext>
            </a:extLst>
          </p:cNvPr>
          <p:cNvSpPr txBox="1"/>
          <p:nvPr/>
        </p:nvSpPr>
        <p:spPr>
          <a:xfrm>
            <a:off x="1838430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57" name="호 56">
            <a:extLst>
              <a:ext uri="{FF2B5EF4-FFF2-40B4-BE49-F238E27FC236}">
                <a16:creationId xmlns:a16="http://schemas.microsoft.com/office/drawing/2014/main" id="{F6A2C708-138C-60EE-E961-059684FB677F}"/>
              </a:ext>
            </a:extLst>
          </p:cNvPr>
          <p:cNvSpPr/>
          <p:nvPr/>
        </p:nvSpPr>
        <p:spPr>
          <a:xfrm>
            <a:off x="407526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D93E331-2855-379A-F4E6-E4D065FC746F}"/>
              </a:ext>
            </a:extLst>
          </p:cNvPr>
          <p:cNvSpPr txBox="1"/>
          <p:nvPr/>
        </p:nvSpPr>
        <p:spPr>
          <a:xfrm>
            <a:off x="397115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2" name="호 61">
            <a:extLst>
              <a:ext uri="{FF2B5EF4-FFF2-40B4-BE49-F238E27FC236}">
                <a16:creationId xmlns:a16="http://schemas.microsoft.com/office/drawing/2014/main" id="{1D4BC569-22BB-5593-84E2-2B784A081115}"/>
              </a:ext>
            </a:extLst>
          </p:cNvPr>
          <p:cNvSpPr/>
          <p:nvPr/>
        </p:nvSpPr>
        <p:spPr>
          <a:xfrm>
            <a:off x="6212582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024C27C-6CDF-7704-C069-93C323819C1E}"/>
              </a:ext>
            </a:extLst>
          </p:cNvPr>
          <p:cNvSpPr txBox="1"/>
          <p:nvPr/>
        </p:nvSpPr>
        <p:spPr>
          <a:xfrm>
            <a:off x="6108471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4" name="호 63">
            <a:extLst>
              <a:ext uri="{FF2B5EF4-FFF2-40B4-BE49-F238E27FC236}">
                <a16:creationId xmlns:a16="http://schemas.microsoft.com/office/drawing/2014/main" id="{CEEAE0A6-A9B3-FB7A-37E1-2AE51FB0B2C2}"/>
              </a:ext>
            </a:extLst>
          </p:cNvPr>
          <p:cNvSpPr/>
          <p:nvPr/>
        </p:nvSpPr>
        <p:spPr>
          <a:xfrm>
            <a:off x="711582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D27E9D7-DE3C-CBCF-196E-30F2DEE7D1B0}"/>
              </a:ext>
            </a:extLst>
          </p:cNvPr>
          <p:cNvSpPr txBox="1"/>
          <p:nvPr/>
        </p:nvSpPr>
        <p:spPr>
          <a:xfrm>
            <a:off x="701171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6" name="호 65">
            <a:extLst>
              <a:ext uri="{FF2B5EF4-FFF2-40B4-BE49-F238E27FC236}">
                <a16:creationId xmlns:a16="http://schemas.microsoft.com/office/drawing/2014/main" id="{69796E5D-2D9A-E087-19E7-A26A769EC1BF}"/>
              </a:ext>
            </a:extLst>
          </p:cNvPr>
          <p:cNvSpPr/>
          <p:nvPr/>
        </p:nvSpPr>
        <p:spPr>
          <a:xfrm>
            <a:off x="8013773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49BA3A9-66A5-0293-E7DA-697C4A378D1E}"/>
              </a:ext>
            </a:extLst>
          </p:cNvPr>
          <p:cNvSpPr txBox="1"/>
          <p:nvPr/>
        </p:nvSpPr>
        <p:spPr>
          <a:xfrm>
            <a:off x="7909662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767019E3-79DD-80D9-1452-43ADFBD3EF31}"/>
              </a:ext>
            </a:extLst>
          </p:cNvPr>
          <p:cNvSpPr/>
          <p:nvPr/>
        </p:nvSpPr>
        <p:spPr>
          <a:xfrm>
            <a:off x="44449" y="3452529"/>
            <a:ext cx="7257569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14EAC49F-3A09-AADF-E56E-3208D2712CF0}"/>
              </a:ext>
            </a:extLst>
          </p:cNvPr>
          <p:cNvSpPr/>
          <p:nvPr/>
        </p:nvSpPr>
        <p:spPr>
          <a:xfrm>
            <a:off x="44449" y="4003255"/>
            <a:ext cx="8160812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70AC2771-C02C-5D04-F5ED-1DB1B114C8AC}"/>
              </a:ext>
            </a:extLst>
          </p:cNvPr>
          <p:cNvSpPr/>
          <p:nvPr/>
        </p:nvSpPr>
        <p:spPr>
          <a:xfrm>
            <a:off x="44448" y="4560156"/>
            <a:ext cx="9064055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74" name="직선 연결선[R] 73">
            <a:extLst>
              <a:ext uri="{FF2B5EF4-FFF2-40B4-BE49-F238E27FC236}">
                <a16:creationId xmlns:a16="http://schemas.microsoft.com/office/drawing/2014/main" id="{7109EBED-20E6-30AB-BD86-0FF0F127C469}"/>
              </a:ext>
            </a:extLst>
          </p:cNvPr>
          <p:cNvCxnSpPr>
            <a:cxnSpLocks/>
          </p:cNvCxnSpPr>
          <p:nvPr/>
        </p:nvCxnSpPr>
        <p:spPr>
          <a:xfrm>
            <a:off x="-36512" y="3003798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9BDC45AA-828F-3729-21D7-91CB8AB5D909}"/>
              </a:ext>
            </a:extLst>
          </p:cNvPr>
          <p:cNvSpPr txBox="1"/>
          <p:nvPr/>
        </p:nvSpPr>
        <p:spPr>
          <a:xfrm>
            <a:off x="44450" y="3003798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4DABE42-7C45-DCBF-EF4D-CD37D9FE5DCF}"/>
              </a:ext>
            </a:extLst>
          </p:cNvPr>
          <p:cNvSpPr txBox="1"/>
          <p:nvPr/>
        </p:nvSpPr>
        <p:spPr>
          <a:xfrm>
            <a:off x="44450" y="2742188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5EC0521C-EC15-3C41-241C-E1E1789641C7}"/>
              </a:ext>
            </a:extLst>
          </p:cNvPr>
          <p:cNvCxnSpPr>
            <a:cxnSpLocks/>
            <a:stCxn id="68" idx="0"/>
            <a:endCxn id="35" idx="2"/>
          </p:cNvCxnSpPr>
          <p:nvPr/>
        </p:nvCxnSpPr>
        <p:spPr>
          <a:xfrm flipH="1" flipV="1">
            <a:off x="1087570" y="2587563"/>
            <a:ext cx="2585664" cy="8649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A56AAE34-E897-DD8D-E3AF-78BECDC18C8A}"/>
              </a:ext>
            </a:extLst>
          </p:cNvPr>
          <p:cNvCxnSpPr>
            <a:cxnSpLocks/>
            <a:stCxn id="68" idx="0"/>
            <a:endCxn id="42" idx="2"/>
          </p:cNvCxnSpPr>
          <p:nvPr/>
        </p:nvCxnSpPr>
        <p:spPr>
          <a:xfrm flipV="1">
            <a:off x="3673234" y="2587563"/>
            <a:ext cx="3202009" cy="8649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F8CE774A-5690-AE6B-0100-99F53C1653F8}"/>
              </a:ext>
            </a:extLst>
          </p:cNvPr>
          <p:cNvCxnSpPr>
            <a:cxnSpLocks/>
            <a:stCxn id="69" idx="0"/>
            <a:endCxn id="39" idx="2"/>
          </p:cNvCxnSpPr>
          <p:nvPr/>
        </p:nvCxnSpPr>
        <p:spPr>
          <a:xfrm flipH="1" flipV="1">
            <a:off x="3222229" y="2587563"/>
            <a:ext cx="902626" cy="141569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F44D48D2-79C4-97E6-38CC-536474CA51DF}"/>
              </a:ext>
            </a:extLst>
          </p:cNvPr>
          <p:cNvCxnSpPr>
            <a:cxnSpLocks/>
            <a:stCxn id="69" idx="0"/>
            <a:endCxn id="43" idx="2"/>
          </p:cNvCxnSpPr>
          <p:nvPr/>
        </p:nvCxnSpPr>
        <p:spPr>
          <a:xfrm flipV="1">
            <a:off x="4124855" y="2587563"/>
            <a:ext cx="3653630" cy="141569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61C2ADF3-15F1-DFF6-C647-110CE90F358E}"/>
              </a:ext>
            </a:extLst>
          </p:cNvPr>
          <p:cNvCxnSpPr>
            <a:cxnSpLocks/>
            <a:stCxn id="70" idx="0"/>
            <a:endCxn id="44" idx="2"/>
          </p:cNvCxnSpPr>
          <p:nvPr/>
        </p:nvCxnSpPr>
        <p:spPr>
          <a:xfrm flipV="1">
            <a:off x="4576476" y="2587563"/>
            <a:ext cx="4105252" cy="19725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8B26363A-0D1A-AEBF-584B-FBF2013B3883}"/>
              </a:ext>
            </a:extLst>
          </p:cNvPr>
          <p:cNvCxnSpPr>
            <a:cxnSpLocks/>
            <a:stCxn id="70" idx="0"/>
            <a:endCxn id="41" idx="2"/>
          </p:cNvCxnSpPr>
          <p:nvPr/>
        </p:nvCxnSpPr>
        <p:spPr>
          <a:xfrm flipV="1">
            <a:off x="4576476" y="2587563"/>
            <a:ext cx="783049" cy="19725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14262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2758C-637E-D286-C75E-BFD5AACC6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9CEB03-3C52-1D93-D929-0E1C747B3222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36930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788A7-BC62-29A1-C827-D7593CA4C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5A0869-A939-CBAB-5E61-0BDDBEE1F75F}"/>
              </a:ext>
            </a:extLst>
          </p:cNvPr>
          <p:cNvSpPr txBox="1">
            <a:spLocks/>
          </p:cNvSpPr>
          <p:nvPr/>
        </p:nvSpPr>
        <p:spPr>
          <a:xfrm>
            <a:off x="457200" y="-1216369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Before Volta</a:t>
            </a:r>
            <a:endParaRPr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433FDAE4-7262-F130-8C4C-5ED4F54DC0BD}"/>
              </a:ext>
            </a:extLst>
          </p:cNvPr>
          <p:cNvCxnSpPr>
            <a:cxnSpLocks/>
          </p:cNvCxnSpPr>
          <p:nvPr/>
        </p:nvCxnSpPr>
        <p:spPr>
          <a:xfrm>
            <a:off x="-36512" y="3139439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7442912-DFE9-18F8-4CEB-033D8611CF50}"/>
              </a:ext>
            </a:extLst>
          </p:cNvPr>
          <p:cNvSpPr txBox="1"/>
          <p:nvPr/>
        </p:nvSpPr>
        <p:spPr>
          <a:xfrm>
            <a:off x="44450" y="3139439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866030-4231-F276-74A9-D157ABA2F63B}"/>
              </a:ext>
            </a:extLst>
          </p:cNvPr>
          <p:cNvSpPr txBox="1"/>
          <p:nvPr/>
        </p:nvSpPr>
        <p:spPr>
          <a:xfrm>
            <a:off x="44450" y="2877829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2B63C2A4-89B4-D2AA-D679-BB0215EB0762}"/>
              </a:ext>
            </a:extLst>
          </p:cNvPr>
          <p:cNvGrpSpPr/>
          <p:nvPr/>
        </p:nvGrpSpPr>
        <p:grpSpPr>
          <a:xfrm>
            <a:off x="1267834" y="134307"/>
            <a:ext cx="7768662" cy="2671514"/>
            <a:chOff x="1267834" y="134307"/>
            <a:chExt cx="3018743" cy="2671514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51515162-4084-E33C-5F77-6DC6E34B7B01}"/>
                </a:ext>
              </a:extLst>
            </p:cNvPr>
            <p:cNvGrpSpPr/>
            <p:nvPr/>
          </p:nvGrpSpPr>
          <p:grpSpPr>
            <a:xfrm>
              <a:off x="1267834" y="134307"/>
              <a:ext cx="1954202" cy="720080"/>
              <a:chOff x="236727" y="987574"/>
              <a:chExt cx="1957044" cy="720080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7" name="모서리가 둥근 직사각형 6">
                <a:extLst>
                  <a:ext uri="{FF2B5EF4-FFF2-40B4-BE49-F238E27FC236}">
                    <a16:creationId xmlns:a16="http://schemas.microsoft.com/office/drawing/2014/main" id="{7C8F0DC0-6A71-0FED-D55A-8A160A14D809}"/>
                  </a:ext>
                </a:extLst>
              </p:cNvPr>
              <p:cNvSpPr/>
              <p:nvPr/>
            </p:nvSpPr>
            <p:spPr>
              <a:xfrm>
                <a:off x="236727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ABABDF85-D571-83B1-0069-D398A0701CCB}"/>
                  </a:ext>
                </a:extLst>
              </p:cNvPr>
              <p:cNvSpPr/>
              <p:nvPr/>
            </p:nvSpPr>
            <p:spPr>
              <a:xfrm>
                <a:off x="147824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모서리가 둥근 직사각형 8">
                <a:extLst>
                  <a:ext uri="{FF2B5EF4-FFF2-40B4-BE49-F238E27FC236}">
                    <a16:creationId xmlns:a16="http://schemas.microsoft.com/office/drawing/2014/main" id="{927F1868-9D71-E396-1447-B894477129E0}"/>
                  </a:ext>
                </a:extLst>
              </p:cNvPr>
              <p:cNvSpPr/>
              <p:nvPr/>
            </p:nvSpPr>
            <p:spPr>
              <a:xfrm>
                <a:off x="239069" y="1419622"/>
                <a:ext cx="123917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C503EF0E-A5EE-EAB9-0F3C-3FE6DD106618}"/>
                </a:ext>
              </a:extLst>
            </p:cNvPr>
            <p:cNvGrpSpPr/>
            <p:nvPr/>
          </p:nvGrpSpPr>
          <p:grpSpPr>
            <a:xfrm>
              <a:off x="1267834" y="1110024"/>
              <a:ext cx="1954544" cy="720080"/>
              <a:chOff x="2331399" y="987574"/>
              <a:chExt cx="1957387" cy="720080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1" name="모서리가 둥근 직사각형 10">
                <a:extLst>
                  <a:ext uri="{FF2B5EF4-FFF2-40B4-BE49-F238E27FC236}">
                    <a16:creationId xmlns:a16="http://schemas.microsoft.com/office/drawing/2014/main" id="{3CE8A3C0-5F00-8392-83C7-00A1319A5AA1}"/>
                  </a:ext>
                </a:extLst>
              </p:cNvPr>
              <p:cNvSpPr/>
              <p:nvPr/>
            </p:nvSpPr>
            <p:spPr>
              <a:xfrm>
                <a:off x="2331964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EF20CB5C-AC2E-E59F-1FAB-21B729B48EB8}"/>
                  </a:ext>
                </a:extLst>
              </p:cNvPr>
              <p:cNvSpPr/>
              <p:nvPr/>
            </p:nvSpPr>
            <p:spPr>
              <a:xfrm>
                <a:off x="2331399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모서리가 둥근 직사각형 12">
                <a:extLst>
                  <a:ext uri="{FF2B5EF4-FFF2-40B4-BE49-F238E27FC236}">
                    <a16:creationId xmlns:a16="http://schemas.microsoft.com/office/drawing/2014/main" id="{31F4AE13-A35A-7A28-8F68-1D8D417A95F3}"/>
                  </a:ext>
                </a:extLst>
              </p:cNvPr>
              <p:cNvSpPr/>
              <p:nvPr/>
            </p:nvSpPr>
            <p:spPr>
              <a:xfrm>
                <a:off x="3573259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5C710BDB-7439-7F3A-701C-97DA3E4E15BD}"/>
                </a:ext>
              </a:extLst>
            </p:cNvPr>
            <p:cNvGrpSpPr/>
            <p:nvPr/>
          </p:nvGrpSpPr>
          <p:grpSpPr>
            <a:xfrm>
              <a:off x="1270173" y="2085741"/>
              <a:ext cx="1951863" cy="720080"/>
              <a:chOff x="4427984" y="987574"/>
              <a:chExt cx="1954702" cy="720080"/>
            </a:xfrm>
          </p:grpSpPr>
          <p:sp>
            <p:nvSpPr>
              <p:cNvPr id="15" name="모서리가 둥근 직사각형 14">
                <a:extLst>
                  <a:ext uri="{FF2B5EF4-FFF2-40B4-BE49-F238E27FC236}">
                    <a16:creationId xmlns:a16="http://schemas.microsoft.com/office/drawing/2014/main" id="{1BC54DFC-EEC7-BAEA-DACA-238FFEB69DB2}"/>
                  </a:ext>
                </a:extLst>
              </p:cNvPr>
              <p:cNvSpPr/>
              <p:nvPr/>
            </p:nvSpPr>
            <p:spPr>
              <a:xfrm>
                <a:off x="442798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모서리가 둥근 직사각형 15">
                <a:extLst>
                  <a:ext uri="{FF2B5EF4-FFF2-40B4-BE49-F238E27FC236}">
                    <a16:creationId xmlns:a16="http://schemas.microsoft.com/office/drawing/2014/main" id="{ED120A1A-289B-FC79-622B-3957444B4276}"/>
                  </a:ext>
                </a:extLst>
              </p:cNvPr>
              <p:cNvSpPr/>
              <p:nvPr/>
            </p:nvSpPr>
            <p:spPr>
              <a:xfrm>
                <a:off x="5143511" y="987574"/>
                <a:ext cx="1239175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모서리가 둥근 직사각형 16">
                <a:extLst>
                  <a:ext uri="{FF2B5EF4-FFF2-40B4-BE49-F238E27FC236}">
                    <a16:creationId xmlns:a16="http://schemas.microsoft.com/office/drawing/2014/main" id="{C6D39719-8C59-EE42-2F95-AD2797F7A740}"/>
                  </a:ext>
                </a:extLst>
              </p:cNvPr>
              <p:cNvSpPr/>
              <p:nvPr/>
            </p:nvSpPr>
            <p:spPr>
              <a:xfrm>
                <a:off x="4427984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4A5AA9DF-07A7-D742-7F86-72A4D5BE526F}"/>
                </a:ext>
              </a:extLst>
            </p:cNvPr>
            <p:cNvSpPr/>
            <p:nvPr/>
          </p:nvSpPr>
          <p:spPr>
            <a:xfrm>
              <a:off x="3572089" y="134307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4896544E-6397-6EE9-0B70-77723DC49D61}"/>
                </a:ext>
              </a:extLst>
            </p:cNvPr>
            <p:cNvSpPr/>
            <p:nvPr/>
          </p:nvSpPr>
          <p:spPr>
            <a:xfrm>
              <a:off x="3572090" y="1536100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23FCB73E-DFC5-00AA-8283-C00F87BC723D}"/>
                </a:ext>
              </a:extLst>
            </p:cNvPr>
            <p:cNvSpPr/>
            <p:nvPr/>
          </p:nvSpPr>
          <p:spPr>
            <a:xfrm>
              <a:off x="3572089" y="2085741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BB426B05-ABD7-68D9-BDA5-4356C9D62EDA}"/>
                </a:ext>
              </a:extLst>
            </p:cNvPr>
            <p:cNvSpPr/>
            <p:nvPr/>
          </p:nvSpPr>
          <p:spPr>
            <a:xfrm>
              <a:off x="3572089" y="2517789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1A447D0-BC80-05D6-F85B-40EF599F47F9}"/>
              </a:ext>
            </a:extLst>
          </p:cNvPr>
          <p:cNvSpPr/>
          <p:nvPr/>
        </p:nvSpPr>
        <p:spPr>
          <a:xfrm>
            <a:off x="107504" y="69529"/>
            <a:ext cx="8992046" cy="2808300"/>
          </a:xfrm>
          <a:prstGeom prst="roundRect">
            <a:avLst>
              <a:gd name="adj" fmla="val 2943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MPS 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AFFD1294-4A31-3EEF-B65C-BD60F6E4D451}"/>
              </a:ext>
            </a:extLst>
          </p:cNvPr>
          <p:cNvCxnSpPr>
            <a:cxnSpLocks/>
            <a:stCxn id="34" idx="0"/>
            <a:endCxn id="22" idx="2"/>
          </p:cNvCxnSpPr>
          <p:nvPr/>
        </p:nvCxnSpPr>
        <p:spPr>
          <a:xfrm flipV="1">
            <a:off x="4603527" y="2877829"/>
            <a:ext cx="0" cy="5320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2FE6E26F-5BCC-E5E2-4E0E-888031DB40A3}"/>
              </a:ext>
            </a:extLst>
          </p:cNvPr>
          <p:cNvSpPr/>
          <p:nvPr/>
        </p:nvSpPr>
        <p:spPr>
          <a:xfrm>
            <a:off x="107504" y="3409927"/>
            <a:ext cx="8992046" cy="1617050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MPS</a:t>
            </a: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647888EF-17CF-2580-AA87-1EE7E47165C3}"/>
              </a:ext>
            </a:extLst>
          </p:cNvPr>
          <p:cNvSpPr/>
          <p:nvPr/>
        </p:nvSpPr>
        <p:spPr>
          <a:xfrm>
            <a:off x="1267834" y="3498855"/>
            <a:ext cx="7768659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FAD83750-EF7F-9BBA-FCFF-5FEFB14ADA21}"/>
              </a:ext>
            </a:extLst>
          </p:cNvPr>
          <p:cNvSpPr/>
          <p:nvPr/>
        </p:nvSpPr>
        <p:spPr>
          <a:xfrm>
            <a:off x="1267833" y="4049581"/>
            <a:ext cx="7768659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A8C0B63C-6ABF-24CD-A638-A0B0071430B8}"/>
              </a:ext>
            </a:extLst>
          </p:cNvPr>
          <p:cNvSpPr/>
          <p:nvPr/>
        </p:nvSpPr>
        <p:spPr>
          <a:xfrm>
            <a:off x="1267834" y="4606483"/>
            <a:ext cx="7768659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</p:spTree>
    <p:extLst>
      <p:ext uri="{BB962C8B-B14F-4D97-AF65-F5344CB8AC3E}">
        <p14:creationId xmlns:p14="http://schemas.microsoft.com/office/powerpoint/2010/main" val="1121360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58CD4-7A8C-937E-A71C-AA915AF2C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39848D-F552-009A-AA5E-FAF8FBDBD8CD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605260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E1336-B1C6-EBC0-0FD3-07D02704C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7544AC-937F-450F-A441-30B4122266A0}"/>
              </a:ext>
            </a:extLst>
          </p:cNvPr>
          <p:cNvSpPr txBox="1">
            <a:spLocks/>
          </p:cNvSpPr>
          <p:nvPr/>
        </p:nvSpPr>
        <p:spPr>
          <a:xfrm>
            <a:off x="457200" y="-848958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After Volta Architecture</a:t>
            </a:r>
            <a:endParaRPr lang="ko-KR" altLang="en-US" dirty="0"/>
          </a:p>
        </p:txBody>
      </p: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C7607D67-A1E4-27D5-3C13-6FFE1159EED5}"/>
              </a:ext>
            </a:extLst>
          </p:cNvPr>
          <p:cNvGrpSpPr/>
          <p:nvPr/>
        </p:nvGrpSpPr>
        <p:grpSpPr>
          <a:xfrm>
            <a:off x="1267832" y="135990"/>
            <a:ext cx="7768664" cy="2671514"/>
            <a:chOff x="1267832" y="135990"/>
            <a:chExt cx="3018743" cy="2671514"/>
          </a:xfrm>
        </p:grpSpPr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44B51E6C-4CBF-807D-1B31-16DF2ABF8AE6}"/>
                </a:ext>
              </a:extLst>
            </p:cNvPr>
            <p:cNvGrpSpPr/>
            <p:nvPr/>
          </p:nvGrpSpPr>
          <p:grpSpPr>
            <a:xfrm>
              <a:off x="1267832" y="135990"/>
              <a:ext cx="1954202" cy="720080"/>
              <a:chOff x="236727" y="987574"/>
              <a:chExt cx="1957044" cy="720080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6" name="모서리가 둥근 직사각형 5">
                <a:extLst>
                  <a:ext uri="{FF2B5EF4-FFF2-40B4-BE49-F238E27FC236}">
                    <a16:creationId xmlns:a16="http://schemas.microsoft.com/office/drawing/2014/main" id="{F8F47C88-5B33-94B6-D07E-F90A4C209BA2}"/>
                  </a:ext>
                </a:extLst>
              </p:cNvPr>
              <p:cNvSpPr/>
              <p:nvPr/>
            </p:nvSpPr>
            <p:spPr>
              <a:xfrm>
                <a:off x="236727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모서리가 둥근 직사각형 6">
                <a:extLst>
                  <a:ext uri="{FF2B5EF4-FFF2-40B4-BE49-F238E27FC236}">
                    <a16:creationId xmlns:a16="http://schemas.microsoft.com/office/drawing/2014/main" id="{CB9617A9-8514-D757-4FAF-89503CEFD3DD}"/>
                  </a:ext>
                </a:extLst>
              </p:cNvPr>
              <p:cNvSpPr/>
              <p:nvPr/>
            </p:nvSpPr>
            <p:spPr>
              <a:xfrm>
                <a:off x="147824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0C1365C3-2053-3CA3-9D39-90AAA88F8EF2}"/>
                  </a:ext>
                </a:extLst>
              </p:cNvPr>
              <p:cNvSpPr/>
              <p:nvPr/>
            </p:nvSpPr>
            <p:spPr>
              <a:xfrm>
                <a:off x="239069" y="1419622"/>
                <a:ext cx="123917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039F316C-BF31-C59A-AB6D-E4D41569D979}"/>
                </a:ext>
              </a:extLst>
            </p:cNvPr>
            <p:cNvGrpSpPr/>
            <p:nvPr/>
          </p:nvGrpSpPr>
          <p:grpSpPr>
            <a:xfrm>
              <a:off x="1267832" y="1111707"/>
              <a:ext cx="1954544" cy="720080"/>
              <a:chOff x="2331399" y="987574"/>
              <a:chExt cx="1957387" cy="720080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0" name="모서리가 둥근 직사각형 9">
                <a:extLst>
                  <a:ext uri="{FF2B5EF4-FFF2-40B4-BE49-F238E27FC236}">
                    <a16:creationId xmlns:a16="http://schemas.microsoft.com/office/drawing/2014/main" id="{ABE3CDBC-0442-F118-A061-F194A37BA02F}"/>
                  </a:ext>
                </a:extLst>
              </p:cNvPr>
              <p:cNvSpPr/>
              <p:nvPr/>
            </p:nvSpPr>
            <p:spPr>
              <a:xfrm>
                <a:off x="2331964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1" name="모서리가 둥근 직사각형 10">
                <a:extLst>
                  <a:ext uri="{FF2B5EF4-FFF2-40B4-BE49-F238E27FC236}">
                    <a16:creationId xmlns:a16="http://schemas.microsoft.com/office/drawing/2014/main" id="{D5473931-50D5-7BC2-90EA-FEB7795CBCED}"/>
                  </a:ext>
                </a:extLst>
              </p:cNvPr>
              <p:cNvSpPr/>
              <p:nvPr/>
            </p:nvSpPr>
            <p:spPr>
              <a:xfrm>
                <a:off x="2331399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3AC9A941-DD3A-14D5-3824-0B77E4E9DD65}"/>
                  </a:ext>
                </a:extLst>
              </p:cNvPr>
              <p:cNvSpPr/>
              <p:nvPr/>
            </p:nvSpPr>
            <p:spPr>
              <a:xfrm>
                <a:off x="3573259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CFE2E7E8-8EC2-E0C0-BF91-186F17263C8E}"/>
                </a:ext>
              </a:extLst>
            </p:cNvPr>
            <p:cNvGrpSpPr/>
            <p:nvPr/>
          </p:nvGrpSpPr>
          <p:grpSpPr>
            <a:xfrm>
              <a:off x="1270171" y="2087424"/>
              <a:ext cx="1951863" cy="720080"/>
              <a:chOff x="4427984" y="987574"/>
              <a:chExt cx="1954702" cy="720080"/>
            </a:xfrm>
          </p:grpSpPr>
          <p:sp>
            <p:nvSpPr>
              <p:cNvPr id="14" name="모서리가 둥근 직사각형 13">
                <a:extLst>
                  <a:ext uri="{FF2B5EF4-FFF2-40B4-BE49-F238E27FC236}">
                    <a16:creationId xmlns:a16="http://schemas.microsoft.com/office/drawing/2014/main" id="{A7C17722-5B14-C043-2AC4-A852F730E4CE}"/>
                  </a:ext>
                </a:extLst>
              </p:cNvPr>
              <p:cNvSpPr/>
              <p:nvPr/>
            </p:nvSpPr>
            <p:spPr>
              <a:xfrm>
                <a:off x="442798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모서리가 둥근 직사각형 14">
                <a:extLst>
                  <a:ext uri="{FF2B5EF4-FFF2-40B4-BE49-F238E27FC236}">
                    <a16:creationId xmlns:a16="http://schemas.microsoft.com/office/drawing/2014/main" id="{734C40B6-4058-9851-495E-F91F588B5015}"/>
                  </a:ext>
                </a:extLst>
              </p:cNvPr>
              <p:cNvSpPr/>
              <p:nvPr/>
            </p:nvSpPr>
            <p:spPr>
              <a:xfrm>
                <a:off x="5143511" y="987574"/>
                <a:ext cx="1239175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모서리가 둥근 직사각형 15">
                <a:extLst>
                  <a:ext uri="{FF2B5EF4-FFF2-40B4-BE49-F238E27FC236}">
                    <a16:creationId xmlns:a16="http://schemas.microsoft.com/office/drawing/2014/main" id="{6285E215-7442-1B35-307D-23B9A78F87E5}"/>
                  </a:ext>
                </a:extLst>
              </p:cNvPr>
              <p:cNvSpPr/>
              <p:nvPr/>
            </p:nvSpPr>
            <p:spPr>
              <a:xfrm>
                <a:off x="4427984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A319E2AB-C626-7BA7-6C43-755CEE443000}"/>
                </a:ext>
              </a:extLst>
            </p:cNvPr>
            <p:cNvSpPr/>
            <p:nvPr/>
          </p:nvSpPr>
          <p:spPr>
            <a:xfrm>
              <a:off x="3572087" y="135990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0C8407E8-00C3-3E91-AB96-49A17E34A8F0}"/>
                </a:ext>
              </a:extLst>
            </p:cNvPr>
            <p:cNvSpPr/>
            <p:nvPr/>
          </p:nvSpPr>
          <p:spPr>
            <a:xfrm>
              <a:off x="3572088" y="1537783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A3149809-3D87-555E-2238-9726084A9146}"/>
                </a:ext>
              </a:extLst>
            </p:cNvPr>
            <p:cNvSpPr/>
            <p:nvPr/>
          </p:nvSpPr>
          <p:spPr>
            <a:xfrm>
              <a:off x="3572087" y="2087424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4EC0EC82-5480-0224-8241-0CBB31D63CC6}"/>
                </a:ext>
              </a:extLst>
            </p:cNvPr>
            <p:cNvSpPr/>
            <p:nvPr/>
          </p:nvSpPr>
          <p:spPr>
            <a:xfrm>
              <a:off x="3572087" y="2519472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ADCE638D-BE06-4800-6E16-27F618CEF2DB}"/>
              </a:ext>
            </a:extLst>
          </p:cNvPr>
          <p:cNvSpPr/>
          <p:nvPr/>
        </p:nvSpPr>
        <p:spPr>
          <a:xfrm>
            <a:off x="107504" y="61166"/>
            <a:ext cx="9001000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32121DA2-0AD6-8800-0980-141AF890A0FB}"/>
              </a:ext>
            </a:extLst>
          </p:cNvPr>
          <p:cNvSpPr/>
          <p:nvPr/>
        </p:nvSpPr>
        <p:spPr>
          <a:xfrm>
            <a:off x="107504" y="1040264"/>
            <a:ext cx="9001000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8907D762-A8C7-850D-8452-34357FBF1051}"/>
              </a:ext>
            </a:extLst>
          </p:cNvPr>
          <p:cNvSpPr/>
          <p:nvPr/>
        </p:nvSpPr>
        <p:spPr>
          <a:xfrm>
            <a:off x="107504" y="2017404"/>
            <a:ext cx="9001000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</a:p>
        </p:txBody>
      </p:sp>
      <p:cxnSp>
        <p:nvCxnSpPr>
          <p:cNvPr id="84" name="직선 연결선[R] 83">
            <a:extLst>
              <a:ext uri="{FF2B5EF4-FFF2-40B4-BE49-F238E27FC236}">
                <a16:creationId xmlns:a16="http://schemas.microsoft.com/office/drawing/2014/main" id="{999D58D9-62CA-91EB-9726-C0DCD862850C}"/>
              </a:ext>
            </a:extLst>
          </p:cNvPr>
          <p:cNvCxnSpPr>
            <a:cxnSpLocks/>
          </p:cNvCxnSpPr>
          <p:nvPr/>
        </p:nvCxnSpPr>
        <p:spPr>
          <a:xfrm>
            <a:off x="-36512" y="3139439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86C53DE5-6ACA-2A13-C6C7-B85CF8E703DB}"/>
              </a:ext>
            </a:extLst>
          </p:cNvPr>
          <p:cNvSpPr txBox="1"/>
          <p:nvPr/>
        </p:nvSpPr>
        <p:spPr>
          <a:xfrm>
            <a:off x="44450" y="3139439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EFD451F-584B-25B1-C6BC-4E273502AE78}"/>
              </a:ext>
            </a:extLst>
          </p:cNvPr>
          <p:cNvSpPr txBox="1"/>
          <p:nvPr/>
        </p:nvSpPr>
        <p:spPr>
          <a:xfrm>
            <a:off x="44450" y="2877829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2364A5BD-2C01-168F-C377-07E4FD47D628}"/>
              </a:ext>
            </a:extLst>
          </p:cNvPr>
          <p:cNvCxnSpPr>
            <a:cxnSpLocks/>
            <a:stCxn id="107" idx="0"/>
            <a:endCxn id="21" idx="2"/>
          </p:cNvCxnSpPr>
          <p:nvPr/>
        </p:nvCxnSpPr>
        <p:spPr>
          <a:xfrm flipH="1" flipV="1">
            <a:off x="4608004" y="918416"/>
            <a:ext cx="544159" cy="258043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5E367513-D14B-D6A3-75A1-9064CE9542F3}"/>
              </a:ext>
            </a:extLst>
          </p:cNvPr>
          <p:cNvSpPr/>
          <p:nvPr/>
        </p:nvSpPr>
        <p:spPr>
          <a:xfrm>
            <a:off x="1267832" y="3498855"/>
            <a:ext cx="7768662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4A5EE7DE-32E9-AEE5-3055-3289E4728D0B}"/>
              </a:ext>
            </a:extLst>
          </p:cNvPr>
          <p:cNvSpPr/>
          <p:nvPr/>
        </p:nvSpPr>
        <p:spPr>
          <a:xfrm>
            <a:off x="1267831" y="4049581"/>
            <a:ext cx="7768662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1ED5DCB0-44B8-7CA0-D2A6-FAA260036096}"/>
              </a:ext>
            </a:extLst>
          </p:cNvPr>
          <p:cNvSpPr/>
          <p:nvPr/>
        </p:nvSpPr>
        <p:spPr>
          <a:xfrm>
            <a:off x="1267832" y="4606483"/>
            <a:ext cx="7768662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570FA6F9-0570-A52B-9134-0D75A2C2325B}"/>
              </a:ext>
            </a:extLst>
          </p:cNvPr>
          <p:cNvCxnSpPr>
            <a:cxnSpLocks/>
            <a:stCxn id="108" idx="0"/>
            <a:endCxn id="35" idx="2"/>
          </p:cNvCxnSpPr>
          <p:nvPr/>
        </p:nvCxnSpPr>
        <p:spPr>
          <a:xfrm flipH="1" flipV="1">
            <a:off x="4608004" y="1897514"/>
            <a:ext cx="544158" cy="21520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ECB71A27-6F77-4807-F13D-CBA903B7198A}"/>
              </a:ext>
            </a:extLst>
          </p:cNvPr>
          <p:cNvCxnSpPr>
            <a:cxnSpLocks/>
            <a:stCxn id="109" idx="0"/>
            <a:endCxn id="39" idx="2"/>
          </p:cNvCxnSpPr>
          <p:nvPr/>
        </p:nvCxnSpPr>
        <p:spPr>
          <a:xfrm flipH="1" flipV="1">
            <a:off x="4608004" y="2874654"/>
            <a:ext cx="544159" cy="173182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7357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13A18-6A4B-52B1-EB3D-77334CEEB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A9E3B3-BCE7-92A4-590B-197E20B6C024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ED0BC13-5149-D2CF-8968-1080D4886F62}"/>
              </a:ext>
            </a:extLst>
          </p:cNvPr>
          <p:cNvSpPr/>
          <p:nvPr/>
        </p:nvSpPr>
        <p:spPr>
          <a:xfrm>
            <a:off x="1115616" y="713946"/>
            <a:ext cx="7056784" cy="201622"/>
          </a:xfrm>
          <a:prstGeom prst="roundRect">
            <a:avLst>
              <a:gd name="adj" fmla="val 0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A100 40GB MIG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AF55C6C0-7D80-D4BB-4187-334D32741923}"/>
              </a:ext>
            </a:extLst>
          </p:cNvPr>
          <p:cNvSpPr/>
          <p:nvPr/>
        </p:nvSpPr>
        <p:spPr>
          <a:xfrm>
            <a:off x="1115616" y="915568"/>
            <a:ext cx="7056784" cy="201622"/>
          </a:xfrm>
          <a:prstGeom prst="roundRect">
            <a:avLst>
              <a:gd name="adj" fmla="val 0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7G.40GB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94DF604D-2B92-A00F-1336-286CA9D0803E}"/>
              </a:ext>
            </a:extLst>
          </p:cNvPr>
          <p:cNvSpPr/>
          <p:nvPr/>
        </p:nvSpPr>
        <p:spPr>
          <a:xfrm>
            <a:off x="1115616" y="1117191"/>
            <a:ext cx="4032448" cy="201622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4G.20GB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AC11BF3D-653E-DEBA-141A-4CA8CDB87C4D}"/>
              </a:ext>
            </a:extLst>
          </p:cNvPr>
          <p:cNvSpPr/>
          <p:nvPr/>
        </p:nvSpPr>
        <p:spPr>
          <a:xfrm>
            <a:off x="5148064" y="1117191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8853DB4-DC3C-BAE9-302D-5F13063927A3}"/>
              </a:ext>
            </a:extLst>
          </p:cNvPr>
          <p:cNvSpPr/>
          <p:nvPr/>
        </p:nvSpPr>
        <p:spPr>
          <a:xfrm>
            <a:off x="1115616" y="1318813"/>
            <a:ext cx="4032448" cy="201622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4G.20GB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8B4DB70D-A9A8-C633-CBEE-B1CC3E006554}"/>
              </a:ext>
            </a:extLst>
          </p:cNvPr>
          <p:cNvSpPr/>
          <p:nvPr/>
        </p:nvSpPr>
        <p:spPr>
          <a:xfrm>
            <a:off x="7164288" y="1117191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148717F4-0C27-C01C-0D79-64827AB8EE79}"/>
              </a:ext>
            </a:extLst>
          </p:cNvPr>
          <p:cNvSpPr/>
          <p:nvPr/>
        </p:nvSpPr>
        <p:spPr>
          <a:xfrm>
            <a:off x="7164288" y="15204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N/A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07E5EDE-1A4C-8593-C7B3-135AC31BE389}"/>
              </a:ext>
            </a:extLst>
          </p:cNvPr>
          <p:cNvSpPr/>
          <p:nvPr/>
        </p:nvSpPr>
        <p:spPr>
          <a:xfrm>
            <a:off x="5148064" y="131881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E0D12BE-BDDF-50C5-71AB-92426DDA1DBE}"/>
              </a:ext>
            </a:extLst>
          </p:cNvPr>
          <p:cNvSpPr/>
          <p:nvPr/>
        </p:nvSpPr>
        <p:spPr>
          <a:xfrm>
            <a:off x="6156176" y="131881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C45ED93B-2F6A-5F00-3319-E5CF8BDD79CF}"/>
              </a:ext>
            </a:extLst>
          </p:cNvPr>
          <p:cNvSpPr/>
          <p:nvPr/>
        </p:nvSpPr>
        <p:spPr>
          <a:xfrm>
            <a:off x="7164288" y="131881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2FE4AB3A-781C-299F-8E8D-2CE0AFDA6C08}"/>
              </a:ext>
            </a:extLst>
          </p:cNvPr>
          <p:cNvSpPr/>
          <p:nvPr/>
        </p:nvSpPr>
        <p:spPr>
          <a:xfrm>
            <a:off x="7164284" y="17220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N/A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A24DA489-5065-3837-872D-2610EE83BA3F}"/>
              </a:ext>
            </a:extLst>
          </p:cNvPr>
          <p:cNvSpPr/>
          <p:nvPr/>
        </p:nvSpPr>
        <p:spPr>
          <a:xfrm>
            <a:off x="1115616" y="1520436"/>
            <a:ext cx="3024334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71BFFC83-72C5-75C4-7696-B99BCFA54AF7}"/>
              </a:ext>
            </a:extLst>
          </p:cNvPr>
          <p:cNvSpPr/>
          <p:nvPr/>
        </p:nvSpPr>
        <p:spPr>
          <a:xfrm>
            <a:off x="4139952" y="1520436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06FDF679-2D27-C955-8FB7-0C54F9F7F8B6}"/>
              </a:ext>
            </a:extLst>
          </p:cNvPr>
          <p:cNvSpPr/>
          <p:nvPr/>
        </p:nvSpPr>
        <p:spPr>
          <a:xfrm>
            <a:off x="1115616" y="1722058"/>
            <a:ext cx="3024334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A3B2885-6C2A-1773-DB2A-C4BEB848B07F}"/>
              </a:ext>
            </a:extLst>
          </p:cNvPr>
          <p:cNvSpPr/>
          <p:nvPr/>
        </p:nvSpPr>
        <p:spPr>
          <a:xfrm>
            <a:off x="4139950" y="1722058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FAD33AEA-5C5E-AC8B-4307-E8CC9C091B86}"/>
              </a:ext>
            </a:extLst>
          </p:cNvPr>
          <p:cNvSpPr/>
          <p:nvPr/>
        </p:nvSpPr>
        <p:spPr>
          <a:xfrm>
            <a:off x="6156176" y="17220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48F010E7-61EB-5466-EC16-6CA19112F317}"/>
              </a:ext>
            </a:extLst>
          </p:cNvPr>
          <p:cNvSpPr/>
          <p:nvPr/>
        </p:nvSpPr>
        <p:spPr>
          <a:xfrm>
            <a:off x="1115620" y="192368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38D52705-A084-40CD-B4BC-AA598546CAE1}"/>
              </a:ext>
            </a:extLst>
          </p:cNvPr>
          <p:cNvSpPr/>
          <p:nvPr/>
        </p:nvSpPr>
        <p:spPr>
          <a:xfrm>
            <a:off x="3131837" y="192368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5148661C-0CCA-E57C-0E18-EBBC47C05C65}"/>
              </a:ext>
            </a:extLst>
          </p:cNvPr>
          <p:cNvSpPr/>
          <p:nvPr/>
        </p:nvSpPr>
        <p:spPr>
          <a:xfrm>
            <a:off x="5148064" y="1923680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F38F81E-308D-F229-D657-49C1AAB9171A}"/>
              </a:ext>
            </a:extLst>
          </p:cNvPr>
          <p:cNvSpPr/>
          <p:nvPr/>
        </p:nvSpPr>
        <p:spPr>
          <a:xfrm>
            <a:off x="1115620" y="2125303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1B112BD9-9C74-1755-059B-F89CB41A64B6}"/>
              </a:ext>
            </a:extLst>
          </p:cNvPr>
          <p:cNvSpPr/>
          <p:nvPr/>
        </p:nvSpPr>
        <p:spPr>
          <a:xfrm>
            <a:off x="5148064" y="2125303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55E400BB-7EC0-CB47-09C1-375B5AC9D182}"/>
              </a:ext>
            </a:extLst>
          </p:cNvPr>
          <p:cNvSpPr/>
          <p:nvPr/>
        </p:nvSpPr>
        <p:spPr>
          <a:xfrm>
            <a:off x="3131840" y="212530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4D4C059F-FAFF-C8B6-1C9B-AE584E6859EA}"/>
              </a:ext>
            </a:extLst>
          </p:cNvPr>
          <p:cNvSpPr/>
          <p:nvPr/>
        </p:nvSpPr>
        <p:spPr>
          <a:xfrm>
            <a:off x="4139951" y="212530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2668F915-852D-0182-CE56-C0356BCF5E2A}"/>
              </a:ext>
            </a:extLst>
          </p:cNvPr>
          <p:cNvSpPr/>
          <p:nvPr/>
        </p:nvSpPr>
        <p:spPr>
          <a:xfrm>
            <a:off x="3131837" y="2326925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7F2E54C-7F18-DAC5-01EA-B74D7C868747}"/>
              </a:ext>
            </a:extLst>
          </p:cNvPr>
          <p:cNvSpPr/>
          <p:nvPr/>
        </p:nvSpPr>
        <p:spPr>
          <a:xfrm>
            <a:off x="5148064" y="2326925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0DDC92F2-B564-8D42-08E1-4BD82ECCE7DA}"/>
              </a:ext>
            </a:extLst>
          </p:cNvPr>
          <p:cNvSpPr/>
          <p:nvPr/>
        </p:nvSpPr>
        <p:spPr>
          <a:xfrm>
            <a:off x="1115614" y="2326925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D087BA5-FA0E-F4DD-666D-90BF60509BD7}"/>
              </a:ext>
            </a:extLst>
          </p:cNvPr>
          <p:cNvSpPr/>
          <p:nvPr/>
        </p:nvSpPr>
        <p:spPr>
          <a:xfrm>
            <a:off x="2123725" y="2326925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2B9847FF-89AF-0061-5123-AF38803F4EFF}"/>
              </a:ext>
            </a:extLst>
          </p:cNvPr>
          <p:cNvSpPr/>
          <p:nvPr/>
        </p:nvSpPr>
        <p:spPr>
          <a:xfrm>
            <a:off x="1115614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E2D632EF-D65B-F689-32A1-8E36BBD78A86}"/>
              </a:ext>
            </a:extLst>
          </p:cNvPr>
          <p:cNvSpPr/>
          <p:nvPr/>
        </p:nvSpPr>
        <p:spPr>
          <a:xfrm>
            <a:off x="2123725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C628991E-05CF-A384-5939-51E4DD361B0D}"/>
              </a:ext>
            </a:extLst>
          </p:cNvPr>
          <p:cNvSpPr/>
          <p:nvPr/>
        </p:nvSpPr>
        <p:spPr>
          <a:xfrm>
            <a:off x="3131840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7260E602-ED7C-0615-2037-34D2C40BC988}"/>
              </a:ext>
            </a:extLst>
          </p:cNvPr>
          <p:cNvSpPr/>
          <p:nvPr/>
        </p:nvSpPr>
        <p:spPr>
          <a:xfrm>
            <a:off x="4139951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38C69D85-A8B1-0AAE-D243-C8450A831318}"/>
              </a:ext>
            </a:extLst>
          </p:cNvPr>
          <p:cNvSpPr/>
          <p:nvPr/>
        </p:nvSpPr>
        <p:spPr>
          <a:xfrm>
            <a:off x="5148064" y="2528548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E1A9DB9D-3CC8-3AFC-74BD-D1E33267CC86}"/>
              </a:ext>
            </a:extLst>
          </p:cNvPr>
          <p:cNvSpPr/>
          <p:nvPr/>
        </p:nvSpPr>
        <p:spPr>
          <a:xfrm>
            <a:off x="1115620" y="273017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80D7E545-2195-2C31-3321-070D68A23DEA}"/>
              </a:ext>
            </a:extLst>
          </p:cNvPr>
          <p:cNvSpPr/>
          <p:nvPr/>
        </p:nvSpPr>
        <p:spPr>
          <a:xfrm>
            <a:off x="3131837" y="273017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7DC6C963-E34C-F631-1799-82889732DDFB}"/>
              </a:ext>
            </a:extLst>
          </p:cNvPr>
          <p:cNvSpPr/>
          <p:nvPr/>
        </p:nvSpPr>
        <p:spPr>
          <a:xfrm>
            <a:off x="5148968" y="273017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F080B94A-D1BE-B41E-0FDA-EE435ACC23B6}"/>
              </a:ext>
            </a:extLst>
          </p:cNvPr>
          <p:cNvSpPr/>
          <p:nvPr/>
        </p:nvSpPr>
        <p:spPr>
          <a:xfrm>
            <a:off x="7164288" y="273017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70B896EE-A1E8-45A7-A1E3-7FB44692F0F7}"/>
              </a:ext>
            </a:extLst>
          </p:cNvPr>
          <p:cNvSpPr/>
          <p:nvPr/>
        </p:nvSpPr>
        <p:spPr>
          <a:xfrm>
            <a:off x="1115620" y="2931792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5A7D4A2B-B210-8C5C-A7A1-BADDBB16EB28}"/>
              </a:ext>
            </a:extLst>
          </p:cNvPr>
          <p:cNvSpPr/>
          <p:nvPr/>
        </p:nvSpPr>
        <p:spPr>
          <a:xfrm>
            <a:off x="5148968" y="2931792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68826220-195C-88CE-0E95-285DF7AFAC7A}"/>
              </a:ext>
            </a:extLst>
          </p:cNvPr>
          <p:cNvSpPr/>
          <p:nvPr/>
        </p:nvSpPr>
        <p:spPr>
          <a:xfrm>
            <a:off x="7164288" y="293179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983C4CE2-96A3-5B34-5240-CE781947A81E}"/>
              </a:ext>
            </a:extLst>
          </p:cNvPr>
          <p:cNvSpPr/>
          <p:nvPr/>
        </p:nvSpPr>
        <p:spPr>
          <a:xfrm>
            <a:off x="3131840" y="293179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96A24990-97F9-F142-0F61-421ED2742C85}"/>
              </a:ext>
            </a:extLst>
          </p:cNvPr>
          <p:cNvSpPr/>
          <p:nvPr/>
        </p:nvSpPr>
        <p:spPr>
          <a:xfrm>
            <a:off x="4139951" y="293179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8FF747B6-87C0-97C8-F687-7C58F709EEC0}"/>
              </a:ext>
            </a:extLst>
          </p:cNvPr>
          <p:cNvSpPr/>
          <p:nvPr/>
        </p:nvSpPr>
        <p:spPr>
          <a:xfrm>
            <a:off x="3131837" y="3133414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FB72DE84-C3EB-E8AF-2355-C491BD1CEE26}"/>
              </a:ext>
            </a:extLst>
          </p:cNvPr>
          <p:cNvSpPr/>
          <p:nvPr/>
        </p:nvSpPr>
        <p:spPr>
          <a:xfrm>
            <a:off x="5148968" y="3133414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F92FD3CE-8A4C-9076-A10A-0642E225DDD2}"/>
              </a:ext>
            </a:extLst>
          </p:cNvPr>
          <p:cNvSpPr/>
          <p:nvPr/>
        </p:nvSpPr>
        <p:spPr>
          <a:xfrm>
            <a:off x="7164288" y="313341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72678E6F-8B80-B2DF-C259-D0CB61C93917}"/>
              </a:ext>
            </a:extLst>
          </p:cNvPr>
          <p:cNvSpPr/>
          <p:nvPr/>
        </p:nvSpPr>
        <p:spPr>
          <a:xfrm>
            <a:off x="1115614" y="313341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3" name="모서리가 둥근 직사각형 52">
            <a:extLst>
              <a:ext uri="{FF2B5EF4-FFF2-40B4-BE49-F238E27FC236}">
                <a16:creationId xmlns:a16="http://schemas.microsoft.com/office/drawing/2014/main" id="{A2B04BC7-8A76-0FE7-2491-D739D0C97965}"/>
              </a:ext>
            </a:extLst>
          </p:cNvPr>
          <p:cNvSpPr/>
          <p:nvPr/>
        </p:nvSpPr>
        <p:spPr>
          <a:xfrm>
            <a:off x="2123725" y="313341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833E7E70-E55C-04DF-7CC0-D62FD95DBA04}"/>
              </a:ext>
            </a:extLst>
          </p:cNvPr>
          <p:cNvSpPr/>
          <p:nvPr/>
        </p:nvSpPr>
        <p:spPr>
          <a:xfrm>
            <a:off x="1115620" y="3335036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8516F789-E65C-8E4C-106B-BF1E4B5FF645}"/>
              </a:ext>
            </a:extLst>
          </p:cNvPr>
          <p:cNvSpPr/>
          <p:nvPr/>
        </p:nvSpPr>
        <p:spPr>
          <a:xfrm>
            <a:off x="3131840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F3AB38DD-34D8-85AD-DAF6-27C5E80B8CAA}"/>
              </a:ext>
            </a:extLst>
          </p:cNvPr>
          <p:cNvSpPr/>
          <p:nvPr/>
        </p:nvSpPr>
        <p:spPr>
          <a:xfrm>
            <a:off x="4139951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55855FB5-21BA-AD27-E25C-B939BFA214AE}"/>
              </a:ext>
            </a:extLst>
          </p:cNvPr>
          <p:cNvSpPr/>
          <p:nvPr/>
        </p:nvSpPr>
        <p:spPr>
          <a:xfrm>
            <a:off x="5147158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8" name="모서리가 둥근 직사각형 57">
            <a:extLst>
              <a:ext uri="{FF2B5EF4-FFF2-40B4-BE49-F238E27FC236}">
                <a16:creationId xmlns:a16="http://schemas.microsoft.com/office/drawing/2014/main" id="{B9FE666B-CFCF-6AD1-F74E-15A03441227B}"/>
              </a:ext>
            </a:extLst>
          </p:cNvPr>
          <p:cNvSpPr/>
          <p:nvPr/>
        </p:nvSpPr>
        <p:spPr>
          <a:xfrm>
            <a:off x="6155269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5B7A82A4-4BEF-9B73-5B06-5C451480402A}"/>
              </a:ext>
            </a:extLst>
          </p:cNvPr>
          <p:cNvSpPr/>
          <p:nvPr/>
        </p:nvSpPr>
        <p:spPr>
          <a:xfrm>
            <a:off x="7164288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9A2281C3-1CE0-1660-4F02-B52E221C946D}"/>
              </a:ext>
            </a:extLst>
          </p:cNvPr>
          <p:cNvSpPr/>
          <p:nvPr/>
        </p:nvSpPr>
        <p:spPr>
          <a:xfrm>
            <a:off x="3131837" y="3536658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AABCEC97-F89A-AB0B-3AE8-495388C552CB}"/>
              </a:ext>
            </a:extLst>
          </p:cNvPr>
          <p:cNvSpPr/>
          <p:nvPr/>
        </p:nvSpPr>
        <p:spPr>
          <a:xfrm>
            <a:off x="5148968" y="373828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2" name="모서리가 둥근 직사각형 61">
            <a:extLst>
              <a:ext uri="{FF2B5EF4-FFF2-40B4-BE49-F238E27FC236}">
                <a16:creationId xmlns:a16="http://schemas.microsoft.com/office/drawing/2014/main" id="{BDED40DC-0F3A-9635-BE75-7CC3996E6DAA}"/>
              </a:ext>
            </a:extLst>
          </p:cNvPr>
          <p:cNvSpPr/>
          <p:nvPr/>
        </p:nvSpPr>
        <p:spPr>
          <a:xfrm>
            <a:off x="1115614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3" name="모서리가 둥근 직사각형 62">
            <a:extLst>
              <a:ext uri="{FF2B5EF4-FFF2-40B4-BE49-F238E27FC236}">
                <a16:creationId xmlns:a16="http://schemas.microsoft.com/office/drawing/2014/main" id="{BBAAA322-4AB5-5AC2-D2F1-E3763605E035}"/>
              </a:ext>
            </a:extLst>
          </p:cNvPr>
          <p:cNvSpPr/>
          <p:nvPr/>
        </p:nvSpPr>
        <p:spPr>
          <a:xfrm>
            <a:off x="2123725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F2B2C9E2-2896-7898-D296-8F5DFA52C470}"/>
              </a:ext>
            </a:extLst>
          </p:cNvPr>
          <p:cNvSpPr/>
          <p:nvPr/>
        </p:nvSpPr>
        <p:spPr>
          <a:xfrm>
            <a:off x="5147158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5" name="모서리가 둥근 직사각형 64">
            <a:extLst>
              <a:ext uri="{FF2B5EF4-FFF2-40B4-BE49-F238E27FC236}">
                <a16:creationId xmlns:a16="http://schemas.microsoft.com/office/drawing/2014/main" id="{1EA9DD41-8C15-C1AB-EA70-BE9B1CE3DFA1}"/>
              </a:ext>
            </a:extLst>
          </p:cNvPr>
          <p:cNvSpPr/>
          <p:nvPr/>
        </p:nvSpPr>
        <p:spPr>
          <a:xfrm>
            <a:off x="6155269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6" name="모서리가 둥근 직사각형 65">
            <a:extLst>
              <a:ext uri="{FF2B5EF4-FFF2-40B4-BE49-F238E27FC236}">
                <a16:creationId xmlns:a16="http://schemas.microsoft.com/office/drawing/2014/main" id="{BF847ACF-B95E-D200-855D-77B6CC5246FB}"/>
              </a:ext>
            </a:extLst>
          </p:cNvPr>
          <p:cNvSpPr/>
          <p:nvPr/>
        </p:nvSpPr>
        <p:spPr>
          <a:xfrm>
            <a:off x="1115614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BF98A249-887D-F8FC-70FD-BB872697224B}"/>
              </a:ext>
            </a:extLst>
          </p:cNvPr>
          <p:cNvSpPr/>
          <p:nvPr/>
        </p:nvSpPr>
        <p:spPr>
          <a:xfrm>
            <a:off x="2123725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9DD94C49-4209-C2DD-CB4F-F6DE39D4A639}"/>
              </a:ext>
            </a:extLst>
          </p:cNvPr>
          <p:cNvSpPr/>
          <p:nvPr/>
        </p:nvSpPr>
        <p:spPr>
          <a:xfrm>
            <a:off x="3131840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9F82AACB-5CE1-6FEC-328A-40CD58A76C61}"/>
              </a:ext>
            </a:extLst>
          </p:cNvPr>
          <p:cNvSpPr/>
          <p:nvPr/>
        </p:nvSpPr>
        <p:spPr>
          <a:xfrm>
            <a:off x="4139951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F46B6577-0526-219F-954E-3FF5D244C773}"/>
              </a:ext>
            </a:extLst>
          </p:cNvPr>
          <p:cNvSpPr/>
          <p:nvPr/>
        </p:nvSpPr>
        <p:spPr>
          <a:xfrm>
            <a:off x="7164288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C1AB98ED-0CA4-5E24-6931-BCD1BE5FBF86}"/>
              </a:ext>
            </a:extLst>
          </p:cNvPr>
          <p:cNvSpPr/>
          <p:nvPr/>
        </p:nvSpPr>
        <p:spPr>
          <a:xfrm>
            <a:off x="7164288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F727C5E2-2C5F-D323-282F-82B89C07920A}"/>
              </a:ext>
            </a:extLst>
          </p:cNvPr>
          <p:cNvSpPr/>
          <p:nvPr/>
        </p:nvSpPr>
        <p:spPr>
          <a:xfrm>
            <a:off x="6159475" y="3939902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3" name="모서리가 둥근 직사각형 72">
            <a:extLst>
              <a:ext uri="{FF2B5EF4-FFF2-40B4-BE49-F238E27FC236}">
                <a16:creationId xmlns:a16="http://schemas.microsoft.com/office/drawing/2014/main" id="{660E3B85-F708-A308-4032-1A0F7F0E8BF0}"/>
              </a:ext>
            </a:extLst>
          </p:cNvPr>
          <p:cNvSpPr/>
          <p:nvPr/>
        </p:nvSpPr>
        <p:spPr>
          <a:xfrm>
            <a:off x="5147158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4" name="모서리가 둥근 직사각형 73">
            <a:extLst>
              <a:ext uri="{FF2B5EF4-FFF2-40B4-BE49-F238E27FC236}">
                <a16:creationId xmlns:a16="http://schemas.microsoft.com/office/drawing/2014/main" id="{61D39CA4-5809-8619-FE26-0774FD33C167}"/>
              </a:ext>
            </a:extLst>
          </p:cNvPr>
          <p:cNvSpPr/>
          <p:nvPr/>
        </p:nvSpPr>
        <p:spPr>
          <a:xfrm>
            <a:off x="1115614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8E097CE6-AF87-56A9-3FB7-6856461F7E66}"/>
              </a:ext>
            </a:extLst>
          </p:cNvPr>
          <p:cNvSpPr/>
          <p:nvPr/>
        </p:nvSpPr>
        <p:spPr>
          <a:xfrm>
            <a:off x="2123725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6" name="모서리가 둥근 직사각형 75">
            <a:extLst>
              <a:ext uri="{FF2B5EF4-FFF2-40B4-BE49-F238E27FC236}">
                <a16:creationId xmlns:a16="http://schemas.microsoft.com/office/drawing/2014/main" id="{8DB0F560-95EF-F0DE-F695-1715A0ED01CA}"/>
              </a:ext>
            </a:extLst>
          </p:cNvPr>
          <p:cNvSpPr/>
          <p:nvPr/>
        </p:nvSpPr>
        <p:spPr>
          <a:xfrm>
            <a:off x="3131840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88560FE6-7FA8-6171-DF16-2E6F350D8CB7}"/>
              </a:ext>
            </a:extLst>
          </p:cNvPr>
          <p:cNvSpPr/>
          <p:nvPr/>
        </p:nvSpPr>
        <p:spPr>
          <a:xfrm>
            <a:off x="4139951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8" name="모서리가 둥근 직사각형 77">
            <a:extLst>
              <a:ext uri="{FF2B5EF4-FFF2-40B4-BE49-F238E27FC236}">
                <a16:creationId xmlns:a16="http://schemas.microsoft.com/office/drawing/2014/main" id="{B7A57BE5-F203-764B-108A-1CD6FA330712}"/>
              </a:ext>
            </a:extLst>
          </p:cNvPr>
          <p:cNvSpPr/>
          <p:nvPr/>
        </p:nvSpPr>
        <p:spPr>
          <a:xfrm>
            <a:off x="5147158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9" name="모서리가 둥근 직사각형 78">
            <a:extLst>
              <a:ext uri="{FF2B5EF4-FFF2-40B4-BE49-F238E27FC236}">
                <a16:creationId xmlns:a16="http://schemas.microsoft.com/office/drawing/2014/main" id="{DDB6F9E9-FCC4-C6B9-CC34-873C6267079E}"/>
              </a:ext>
            </a:extLst>
          </p:cNvPr>
          <p:cNvSpPr/>
          <p:nvPr/>
        </p:nvSpPr>
        <p:spPr>
          <a:xfrm>
            <a:off x="1115614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A34D4BA8-3C89-28FA-17A5-E66E251CB496}"/>
              </a:ext>
            </a:extLst>
          </p:cNvPr>
          <p:cNvSpPr/>
          <p:nvPr/>
        </p:nvSpPr>
        <p:spPr>
          <a:xfrm>
            <a:off x="2123725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1" name="모서리가 둥근 직사각형 80">
            <a:extLst>
              <a:ext uri="{FF2B5EF4-FFF2-40B4-BE49-F238E27FC236}">
                <a16:creationId xmlns:a16="http://schemas.microsoft.com/office/drawing/2014/main" id="{C1FBECC5-E73E-3C78-105F-E3680FBBA6C6}"/>
              </a:ext>
            </a:extLst>
          </p:cNvPr>
          <p:cNvSpPr/>
          <p:nvPr/>
        </p:nvSpPr>
        <p:spPr>
          <a:xfrm>
            <a:off x="3131840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2" name="모서리가 둥근 직사각형 81">
            <a:extLst>
              <a:ext uri="{FF2B5EF4-FFF2-40B4-BE49-F238E27FC236}">
                <a16:creationId xmlns:a16="http://schemas.microsoft.com/office/drawing/2014/main" id="{DF2409FB-EF02-B1ED-191A-CA7193945BD1}"/>
              </a:ext>
            </a:extLst>
          </p:cNvPr>
          <p:cNvSpPr/>
          <p:nvPr/>
        </p:nvSpPr>
        <p:spPr>
          <a:xfrm>
            <a:off x="4139951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3" name="모서리가 둥근 직사각형 82">
            <a:extLst>
              <a:ext uri="{FF2B5EF4-FFF2-40B4-BE49-F238E27FC236}">
                <a16:creationId xmlns:a16="http://schemas.microsoft.com/office/drawing/2014/main" id="{8B955F7B-E117-CC13-6554-8F69EEC5978B}"/>
              </a:ext>
            </a:extLst>
          </p:cNvPr>
          <p:cNvSpPr/>
          <p:nvPr/>
        </p:nvSpPr>
        <p:spPr>
          <a:xfrm>
            <a:off x="6155269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4" name="모서리가 둥근 직사각형 83">
            <a:extLst>
              <a:ext uri="{FF2B5EF4-FFF2-40B4-BE49-F238E27FC236}">
                <a16:creationId xmlns:a16="http://schemas.microsoft.com/office/drawing/2014/main" id="{9127C7C8-E3C2-9148-5811-C6732E418755}"/>
              </a:ext>
            </a:extLst>
          </p:cNvPr>
          <p:cNvSpPr/>
          <p:nvPr/>
        </p:nvSpPr>
        <p:spPr>
          <a:xfrm>
            <a:off x="7164288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47679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E4D71-EC52-1A3B-D9DA-82EAE23F8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3F8C3-5570-609B-A358-FE2F0AE75C38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687E961D-19CD-9816-AB9F-46AA0E35DB98}"/>
              </a:ext>
            </a:extLst>
          </p:cNvPr>
          <p:cNvCxnSpPr>
            <a:cxnSpLocks/>
          </p:cNvCxnSpPr>
          <p:nvPr/>
        </p:nvCxnSpPr>
        <p:spPr>
          <a:xfrm>
            <a:off x="-36512" y="3139439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88DAA02-8331-141A-8BD2-76453E109CA4}"/>
              </a:ext>
            </a:extLst>
          </p:cNvPr>
          <p:cNvSpPr txBox="1"/>
          <p:nvPr/>
        </p:nvSpPr>
        <p:spPr>
          <a:xfrm>
            <a:off x="44450" y="3139439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BF4369-1751-5A47-C6C3-C9FE2716E78C}"/>
              </a:ext>
            </a:extLst>
          </p:cNvPr>
          <p:cNvSpPr txBox="1"/>
          <p:nvPr/>
        </p:nvSpPr>
        <p:spPr>
          <a:xfrm>
            <a:off x="44450" y="2877829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3D813277-8E7C-5CFC-D995-33F0217EA28F}"/>
              </a:ext>
            </a:extLst>
          </p:cNvPr>
          <p:cNvGrpSpPr/>
          <p:nvPr/>
        </p:nvGrpSpPr>
        <p:grpSpPr>
          <a:xfrm>
            <a:off x="1902419" y="135990"/>
            <a:ext cx="7093149" cy="2671514"/>
            <a:chOff x="1902419" y="135990"/>
            <a:chExt cx="3018743" cy="2671514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19B14AC0-212C-BC3F-4E29-56747DA14B27}"/>
                </a:ext>
              </a:extLst>
            </p:cNvPr>
            <p:cNvGrpSpPr/>
            <p:nvPr/>
          </p:nvGrpSpPr>
          <p:grpSpPr>
            <a:xfrm>
              <a:off x="1902419" y="135990"/>
              <a:ext cx="1954202" cy="720080"/>
              <a:chOff x="236727" y="987574"/>
              <a:chExt cx="1957044" cy="720080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7" name="모서리가 둥근 직사각형 6">
                <a:extLst>
                  <a:ext uri="{FF2B5EF4-FFF2-40B4-BE49-F238E27FC236}">
                    <a16:creationId xmlns:a16="http://schemas.microsoft.com/office/drawing/2014/main" id="{98B5FDCA-1ADF-33F8-7C40-4FDDFB7FC755}"/>
                  </a:ext>
                </a:extLst>
              </p:cNvPr>
              <p:cNvSpPr/>
              <p:nvPr/>
            </p:nvSpPr>
            <p:spPr>
              <a:xfrm>
                <a:off x="236727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E3C85F02-27BC-9F2D-6C83-57301AFB8BF6}"/>
                  </a:ext>
                </a:extLst>
              </p:cNvPr>
              <p:cNvSpPr/>
              <p:nvPr/>
            </p:nvSpPr>
            <p:spPr>
              <a:xfrm>
                <a:off x="147824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모서리가 둥근 직사각형 8">
                <a:extLst>
                  <a:ext uri="{FF2B5EF4-FFF2-40B4-BE49-F238E27FC236}">
                    <a16:creationId xmlns:a16="http://schemas.microsoft.com/office/drawing/2014/main" id="{C509BF38-C702-57DF-9902-C7BCFBAB8451}"/>
                  </a:ext>
                </a:extLst>
              </p:cNvPr>
              <p:cNvSpPr/>
              <p:nvPr/>
            </p:nvSpPr>
            <p:spPr>
              <a:xfrm>
                <a:off x="239069" y="1419622"/>
                <a:ext cx="123917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17624BE9-4116-3CCF-401A-AAA948F9369B}"/>
                </a:ext>
              </a:extLst>
            </p:cNvPr>
            <p:cNvGrpSpPr/>
            <p:nvPr/>
          </p:nvGrpSpPr>
          <p:grpSpPr>
            <a:xfrm>
              <a:off x="1902419" y="1111707"/>
              <a:ext cx="1954544" cy="720080"/>
              <a:chOff x="2331399" y="987574"/>
              <a:chExt cx="1957387" cy="720080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1" name="모서리가 둥근 직사각형 10">
                <a:extLst>
                  <a:ext uri="{FF2B5EF4-FFF2-40B4-BE49-F238E27FC236}">
                    <a16:creationId xmlns:a16="http://schemas.microsoft.com/office/drawing/2014/main" id="{C929D42C-3C4B-39FD-4A16-EE3AA5703D89}"/>
                  </a:ext>
                </a:extLst>
              </p:cNvPr>
              <p:cNvSpPr/>
              <p:nvPr/>
            </p:nvSpPr>
            <p:spPr>
              <a:xfrm>
                <a:off x="2331964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53690901-8B59-69E2-2A8B-177144FF3E8E}"/>
                  </a:ext>
                </a:extLst>
              </p:cNvPr>
              <p:cNvSpPr/>
              <p:nvPr/>
            </p:nvSpPr>
            <p:spPr>
              <a:xfrm>
                <a:off x="2331399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모서리가 둥근 직사각형 12">
                <a:extLst>
                  <a:ext uri="{FF2B5EF4-FFF2-40B4-BE49-F238E27FC236}">
                    <a16:creationId xmlns:a16="http://schemas.microsoft.com/office/drawing/2014/main" id="{5D5A59AF-E2F7-9460-E862-B2434D64EAEF}"/>
                  </a:ext>
                </a:extLst>
              </p:cNvPr>
              <p:cNvSpPr/>
              <p:nvPr/>
            </p:nvSpPr>
            <p:spPr>
              <a:xfrm>
                <a:off x="3573259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F70D95D2-2EBF-04DE-9D13-4EC435BAAE88}"/>
                </a:ext>
              </a:extLst>
            </p:cNvPr>
            <p:cNvGrpSpPr/>
            <p:nvPr/>
          </p:nvGrpSpPr>
          <p:grpSpPr>
            <a:xfrm>
              <a:off x="1904758" y="2087424"/>
              <a:ext cx="1951863" cy="720080"/>
              <a:chOff x="4427984" y="987574"/>
              <a:chExt cx="1954702" cy="720080"/>
            </a:xfrm>
          </p:grpSpPr>
          <p:sp>
            <p:nvSpPr>
              <p:cNvPr id="15" name="모서리가 둥근 직사각형 14">
                <a:extLst>
                  <a:ext uri="{FF2B5EF4-FFF2-40B4-BE49-F238E27FC236}">
                    <a16:creationId xmlns:a16="http://schemas.microsoft.com/office/drawing/2014/main" id="{90316A52-A650-5713-2BE6-5AAB5556D139}"/>
                  </a:ext>
                </a:extLst>
              </p:cNvPr>
              <p:cNvSpPr/>
              <p:nvPr/>
            </p:nvSpPr>
            <p:spPr>
              <a:xfrm>
                <a:off x="442798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모서리가 둥근 직사각형 15">
                <a:extLst>
                  <a:ext uri="{FF2B5EF4-FFF2-40B4-BE49-F238E27FC236}">
                    <a16:creationId xmlns:a16="http://schemas.microsoft.com/office/drawing/2014/main" id="{7A83D0F9-1E0D-AB4E-8DEA-B247EA3B6E6E}"/>
                  </a:ext>
                </a:extLst>
              </p:cNvPr>
              <p:cNvSpPr/>
              <p:nvPr/>
            </p:nvSpPr>
            <p:spPr>
              <a:xfrm>
                <a:off x="5143511" y="987574"/>
                <a:ext cx="1239175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모서리가 둥근 직사각형 16">
                <a:extLst>
                  <a:ext uri="{FF2B5EF4-FFF2-40B4-BE49-F238E27FC236}">
                    <a16:creationId xmlns:a16="http://schemas.microsoft.com/office/drawing/2014/main" id="{2906424B-51EE-D704-84E0-031870A08779}"/>
                  </a:ext>
                </a:extLst>
              </p:cNvPr>
              <p:cNvSpPr/>
              <p:nvPr/>
            </p:nvSpPr>
            <p:spPr>
              <a:xfrm>
                <a:off x="4427984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42FBD494-C761-E15A-0C11-EF79B618B1B8}"/>
                </a:ext>
              </a:extLst>
            </p:cNvPr>
            <p:cNvSpPr/>
            <p:nvPr/>
          </p:nvSpPr>
          <p:spPr>
            <a:xfrm>
              <a:off x="4206674" y="135990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3138EAFD-F223-2176-DE31-29F9124E8EA7}"/>
                </a:ext>
              </a:extLst>
            </p:cNvPr>
            <p:cNvSpPr/>
            <p:nvPr/>
          </p:nvSpPr>
          <p:spPr>
            <a:xfrm>
              <a:off x="4206675" y="1537783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1A8C66B4-C31C-5C75-4801-BB34CCB4F7B1}"/>
                </a:ext>
              </a:extLst>
            </p:cNvPr>
            <p:cNvSpPr/>
            <p:nvPr/>
          </p:nvSpPr>
          <p:spPr>
            <a:xfrm>
              <a:off x="4206674" y="2087424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D12DA835-FCE1-58F1-EC9B-F9F5BDD75F5E}"/>
                </a:ext>
              </a:extLst>
            </p:cNvPr>
            <p:cNvSpPr/>
            <p:nvPr/>
          </p:nvSpPr>
          <p:spPr>
            <a:xfrm>
              <a:off x="4206674" y="2519472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AF292CC8-8FEC-B63D-9460-8D3A09FC06A8}"/>
              </a:ext>
            </a:extLst>
          </p:cNvPr>
          <p:cNvSpPr/>
          <p:nvPr/>
        </p:nvSpPr>
        <p:spPr>
          <a:xfrm>
            <a:off x="742091" y="61166"/>
            <a:ext cx="8313009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4C66B413-B9A5-4E46-90F2-4ABD068C2825}"/>
              </a:ext>
            </a:extLst>
          </p:cNvPr>
          <p:cNvSpPr/>
          <p:nvPr/>
        </p:nvSpPr>
        <p:spPr>
          <a:xfrm>
            <a:off x="742091" y="1040264"/>
            <a:ext cx="8313009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B8ABAB08-9A54-6E1F-7FE0-0A8F101C1872}"/>
              </a:ext>
            </a:extLst>
          </p:cNvPr>
          <p:cNvSpPr/>
          <p:nvPr/>
        </p:nvSpPr>
        <p:spPr>
          <a:xfrm>
            <a:off x="742091" y="2017404"/>
            <a:ext cx="8313009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CF226FE-04BF-AF20-D568-C65C820B2FF2}"/>
              </a:ext>
            </a:extLst>
          </p:cNvPr>
          <p:cNvSpPr/>
          <p:nvPr/>
        </p:nvSpPr>
        <p:spPr>
          <a:xfrm>
            <a:off x="148432" y="25401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A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2645C5C2-6CC0-5B95-F8E4-B02202FFF793}"/>
              </a:ext>
            </a:extLst>
          </p:cNvPr>
          <p:cNvSpPr/>
          <p:nvPr/>
        </p:nvSpPr>
        <p:spPr>
          <a:xfrm>
            <a:off x="148432" y="997745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B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9735CFE9-1FA0-F32F-E39D-F0C334895CBF}"/>
              </a:ext>
            </a:extLst>
          </p:cNvPr>
          <p:cNvSpPr/>
          <p:nvPr/>
        </p:nvSpPr>
        <p:spPr>
          <a:xfrm>
            <a:off x="148432" y="1975803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C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B46C556E-D5ED-80BF-80EF-B6BA176CE6B3}"/>
              </a:ext>
            </a:extLst>
          </p:cNvPr>
          <p:cNvSpPr/>
          <p:nvPr/>
        </p:nvSpPr>
        <p:spPr>
          <a:xfrm>
            <a:off x="1902421" y="3500090"/>
            <a:ext cx="7093145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09FE1614-98D9-7651-75DE-3F79BAA28601}"/>
              </a:ext>
            </a:extLst>
          </p:cNvPr>
          <p:cNvSpPr/>
          <p:nvPr/>
        </p:nvSpPr>
        <p:spPr>
          <a:xfrm>
            <a:off x="1902420" y="4050816"/>
            <a:ext cx="7093145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C74227A9-29D2-8121-8A99-A6DEA6BBFADD}"/>
              </a:ext>
            </a:extLst>
          </p:cNvPr>
          <p:cNvSpPr/>
          <p:nvPr/>
        </p:nvSpPr>
        <p:spPr>
          <a:xfrm>
            <a:off x="1902421" y="4607718"/>
            <a:ext cx="7093145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0DC2136D-9262-3A0A-4138-89956491EDE7}"/>
              </a:ext>
            </a:extLst>
          </p:cNvPr>
          <p:cNvSpPr/>
          <p:nvPr/>
        </p:nvSpPr>
        <p:spPr>
          <a:xfrm>
            <a:off x="148432" y="3420072"/>
            <a:ext cx="8960071" cy="476824"/>
          </a:xfrm>
          <a:prstGeom prst="roundRect">
            <a:avLst>
              <a:gd name="adj" fmla="val 1611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A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94224C6B-75D1-7562-E6D8-90BA1CFC90F9}"/>
              </a:ext>
            </a:extLst>
          </p:cNvPr>
          <p:cNvSpPr/>
          <p:nvPr/>
        </p:nvSpPr>
        <p:spPr>
          <a:xfrm>
            <a:off x="148432" y="3976176"/>
            <a:ext cx="8960071" cy="476824"/>
          </a:xfrm>
          <a:prstGeom prst="roundRect">
            <a:avLst>
              <a:gd name="adj" fmla="val 1611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B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A948C701-A0EC-9B99-5A1B-8ADEEF452680}"/>
              </a:ext>
            </a:extLst>
          </p:cNvPr>
          <p:cNvSpPr/>
          <p:nvPr/>
        </p:nvSpPr>
        <p:spPr>
          <a:xfrm>
            <a:off x="148432" y="4532281"/>
            <a:ext cx="8960071" cy="476824"/>
          </a:xfrm>
          <a:prstGeom prst="roundRect">
            <a:avLst>
              <a:gd name="adj" fmla="val 1611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C</a:t>
            </a:r>
          </a:p>
        </p:txBody>
      </p: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6C00F247-00ED-0F0D-0107-0D96A7F3B4AA}"/>
              </a:ext>
            </a:extLst>
          </p:cNvPr>
          <p:cNvCxnSpPr>
            <a:cxnSpLocks/>
            <a:stCxn id="28" idx="0"/>
            <a:endCxn id="22" idx="2"/>
          </p:cNvCxnSpPr>
          <p:nvPr/>
        </p:nvCxnSpPr>
        <p:spPr>
          <a:xfrm flipH="1" flipV="1">
            <a:off x="4898596" y="918416"/>
            <a:ext cx="550398" cy="258167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F18A9B12-D0E4-E37F-5769-757BEE06FBAB}"/>
              </a:ext>
            </a:extLst>
          </p:cNvPr>
          <p:cNvCxnSpPr>
            <a:cxnSpLocks/>
            <a:stCxn id="29" idx="0"/>
            <a:endCxn id="23" idx="2"/>
          </p:cNvCxnSpPr>
          <p:nvPr/>
        </p:nvCxnSpPr>
        <p:spPr>
          <a:xfrm flipH="1" flipV="1">
            <a:off x="4898596" y="1897514"/>
            <a:ext cx="550397" cy="21533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6DD5B738-7503-46E4-6B34-401589764075}"/>
              </a:ext>
            </a:extLst>
          </p:cNvPr>
          <p:cNvCxnSpPr>
            <a:cxnSpLocks/>
            <a:stCxn id="30" idx="0"/>
            <a:endCxn id="24" idx="2"/>
          </p:cNvCxnSpPr>
          <p:nvPr/>
        </p:nvCxnSpPr>
        <p:spPr>
          <a:xfrm flipH="1" flipV="1">
            <a:off x="4898596" y="2874654"/>
            <a:ext cx="550398" cy="17330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59144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8F814-9774-6A40-E325-80A7DDA64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89025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13F34-4B41-94D1-9835-E45F2A142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BC22E90A-67B0-6CBE-8ADE-3334AD673259}"/>
              </a:ext>
            </a:extLst>
          </p:cNvPr>
          <p:cNvSpPr/>
          <p:nvPr/>
        </p:nvSpPr>
        <p:spPr>
          <a:xfrm>
            <a:off x="2179109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291EA81C-1114-F6BF-99B9-F87F4004723D}"/>
              </a:ext>
            </a:extLst>
          </p:cNvPr>
          <p:cNvSpPr/>
          <p:nvPr/>
        </p:nvSpPr>
        <p:spPr>
          <a:xfrm>
            <a:off x="7351709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D51A131D-D787-64AE-83FD-5D8FF14F37A3}"/>
              </a:ext>
            </a:extLst>
          </p:cNvPr>
          <p:cNvSpPr/>
          <p:nvPr/>
        </p:nvSpPr>
        <p:spPr>
          <a:xfrm>
            <a:off x="44450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82DF740E-FB88-53CE-6C58-B33C230BDEB0}"/>
              </a:ext>
            </a:extLst>
          </p:cNvPr>
          <p:cNvSpPr/>
          <p:nvPr/>
        </p:nvSpPr>
        <p:spPr>
          <a:xfrm>
            <a:off x="6448467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1E5D0B8-7D9E-BAD0-06B4-8F2D52D5C39D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7658D869-35B4-1580-17BE-83EB6ADF06EB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AB985D04-B7A8-E915-5EFA-85F7869EF1B3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E4129BA0-1244-941B-737E-A66058EC06C9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45694269-CBF5-55EC-4737-75E66073E144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769F3257-A8DC-6921-9CF5-8C40220DEB52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B4FF6F05-3F00-1153-B4AB-18ACCD7DD654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109338B7-70FF-803E-523A-908071E60B7E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66CC7EDE-C977-640F-0EB0-C6DBE3AA7709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666F6445-B1CB-8BEC-E360-40709B85FA62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A6537905-A4D7-C88D-DDC1-3786EBFA820E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90CE0E8C-6F06-CCF7-2C96-AAA7FE484E2F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2704EF8C-41F6-AB38-FC5C-AA90F2848943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352BD52A-7C2C-29B6-46FF-6EFF93A16D3F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E6D0DDD0-2F4B-2BCD-EE35-42AF7BBF42C8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7515D9F0-A731-963B-D63A-3094F43D4268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13FF9A82-2F5C-8143-6FC0-F7C56B27AC83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315927D8-8660-9472-8FB7-EF8789146997}"/>
              </a:ext>
            </a:extLst>
          </p:cNvPr>
          <p:cNvSpPr/>
          <p:nvPr/>
        </p:nvSpPr>
        <p:spPr>
          <a:xfrm>
            <a:off x="4316405" y="1347614"/>
            <a:ext cx="2086240" cy="1368152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728ED813-AEDA-957F-20FC-08EB053B601F}"/>
              </a:ext>
            </a:extLst>
          </p:cNvPr>
          <p:cNvSpPr/>
          <p:nvPr/>
        </p:nvSpPr>
        <p:spPr>
          <a:xfrm>
            <a:off x="8254952" y="1347614"/>
            <a:ext cx="853552" cy="1368152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A7008DEF-A976-8B04-009C-DCA06781C7CC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1162720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9E1A7-7103-35A6-7089-1B3142FF0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CEA9A3E0-811C-AD92-A912-AD5C08F59718}"/>
              </a:ext>
            </a:extLst>
          </p:cNvPr>
          <p:cNvSpPr/>
          <p:nvPr/>
        </p:nvSpPr>
        <p:spPr>
          <a:xfrm>
            <a:off x="4316405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412AD5FC-1974-8C82-95DF-3378AEDBA8F3}"/>
              </a:ext>
            </a:extLst>
          </p:cNvPr>
          <p:cNvSpPr/>
          <p:nvPr/>
        </p:nvSpPr>
        <p:spPr>
          <a:xfrm>
            <a:off x="8254952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9A6A6E6E-EAA8-3B26-3C21-60C9410D4ACC}"/>
              </a:ext>
            </a:extLst>
          </p:cNvPr>
          <p:cNvSpPr/>
          <p:nvPr/>
        </p:nvSpPr>
        <p:spPr>
          <a:xfrm>
            <a:off x="2179109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A8F5EDCA-B791-41EC-F76A-B4DD8AEAEB67}"/>
              </a:ext>
            </a:extLst>
          </p:cNvPr>
          <p:cNvSpPr/>
          <p:nvPr/>
        </p:nvSpPr>
        <p:spPr>
          <a:xfrm>
            <a:off x="7351709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B3A3EADB-B682-6955-D056-66CF8F522F9C}"/>
              </a:ext>
            </a:extLst>
          </p:cNvPr>
          <p:cNvSpPr/>
          <p:nvPr/>
        </p:nvSpPr>
        <p:spPr>
          <a:xfrm>
            <a:off x="44450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FACB497E-BC00-AA82-150E-C1D197E71396}"/>
              </a:ext>
            </a:extLst>
          </p:cNvPr>
          <p:cNvSpPr/>
          <p:nvPr/>
        </p:nvSpPr>
        <p:spPr>
          <a:xfrm>
            <a:off x="6448467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4A633FB-7CE8-D8F8-1738-9E7E703C7DF6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0D9B898-7F7E-074D-139F-B22ED31A06BF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DA14687C-1620-1718-1B32-2D91CBB54A80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1883563F-4408-3679-B2EA-28079320A5A8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E151E7C1-24FD-78F3-9A19-117E7E1F5860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0CAF02E0-E957-ACF1-A6A4-82D150F15A2F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964F455E-B89A-7369-83C8-6D3E602105CA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DCDF0796-6560-6EEB-CC02-75BD7C324B49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23049B20-AA84-2A86-5D46-BAE3B3D7DD08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4A61249A-DE91-ED66-99E7-333107C7DE9F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A3C17CEA-1CA5-8361-C7E5-1CE38E883450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FF812574-C036-7C11-104D-235C1D5C6C91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B423A7FC-4BAF-6648-5101-C82D487F0EA5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D6F99DC2-C99A-5954-685C-D73D92259DFA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21A9FA7E-47E3-0EE5-7070-27F0505FA8AA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E66B6355-0233-7735-EE4D-42D5463EFD08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02E19BD6-73F8-6E0F-AAEA-85C61FB5F359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FDB087B9-3B97-42B0-82D4-C1BB3BC55892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25E670A-59EA-E32E-81A7-CE405F5DAAE4}"/>
              </a:ext>
            </a:extLst>
          </p:cNvPr>
          <p:cNvSpPr txBox="1"/>
          <p:nvPr/>
        </p:nvSpPr>
        <p:spPr>
          <a:xfrm>
            <a:off x="1838430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57" name="호 56">
            <a:extLst>
              <a:ext uri="{FF2B5EF4-FFF2-40B4-BE49-F238E27FC236}">
                <a16:creationId xmlns:a16="http://schemas.microsoft.com/office/drawing/2014/main" id="{294069F7-BAF3-998C-F177-67717839FA3B}"/>
              </a:ext>
            </a:extLst>
          </p:cNvPr>
          <p:cNvSpPr/>
          <p:nvPr/>
        </p:nvSpPr>
        <p:spPr>
          <a:xfrm>
            <a:off x="407526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C5F57B5-A628-7A5F-7C27-B0ABE3C41E9A}"/>
              </a:ext>
            </a:extLst>
          </p:cNvPr>
          <p:cNvSpPr txBox="1"/>
          <p:nvPr/>
        </p:nvSpPr>
        <p:spPr>
          <a:xfrm>
            <a:off x="397115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2" name="호 61">
            <a:extLst>
              <a:ext uri="{FF2B5EF4-FFF2-40B4-BE49-F238E27FC236}">
                <a16:creationId xmlns:a16="http://schemas.microsoft.com/office/drawing/2014/main" id="{BD035B34-8CF2-D483-B92F-31E276803765}"/>
              </a:ext>
            </a:extLst>
          </p:cNvPr>
          <p:cNvSpPr/>
          <p:nvPr/>
        </p:nvSpPr>
        <p:spPr>
          <a:xfrm>
            <a:off x="6212582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3398781-C5DF-D076-4728-8F4ACB16FB86}"/>
              </a:ext>
            </a:extLst>
          </p:cNvPr>
          <p:cNvSpPr txBox="1"/>
          <p:nvPr/>
        </p:nvSpPr>
        <p:spPr>
          <a:xfrm>
            <a:off x="6108471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4" name="호 63">
            <a:extLst>
              <a:ext uri="{FF2B5EF4-FFF2-40B4-BE49-F238E27FC236}">
                <a16:creationId xmlns:a16="http://schemas.microsoft.com/office/drawing/2014/main" id="{70A0FA53-C6AA-7394-2F10-2A458F305AE5}"/>
              </a:ext>
            </a:extLst>
          </p:cNvPr>
          <p:cNvSpPr/>
          <p:nvPr/>
        </p:nvSpPr>
        <p:spPr>
          <a:xfrm>
            <a:off x="711582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04FD7E2-E462-7998-A1C1-A776E70CCF4A}"/>
              </a:ext>
            </a:extLst>
          </p:cNvPr>
          <p:cNvSpPr txBox="1"/>
          <p:nvPr/>
        </p:nvSpPr>
        <p:spPr>
          <a:xfrm>
            <a:off x="701171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6" name="호 65">
            <a:extLst>
              <a:ext uri="{FF2B5EF4-FFF2-40B4-BE49-F238E27FC236}">
                <a16:creationId xmlns:a16="http://schemas.microsoft.com/office/drawing/2014/main" id="{932F902C-E986-95CB-72BE-FE6B14BBF05E}"/>
              </a:ext>
            </a:extLst>
          </p:cNvPr>
          <p:cNvSpPr/>
          <p:nvPr/>
        </p:nvSpPr>
        <p:spPr>
          <a:xfrm>
            <a:off x="8013773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3976DEA-52FF-D8BF-DE8A-0F82F7C6D6F9}"/>
              </a:ext>
            </a:extLst>
          </p:cNvPr>
          <p:cNvSpPr txBox="1"/>
          <p:nvPr/>
        </p:nvSpPr>
        <p:spPr>
          <a:xfrm>
            <a:off x="7909662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B32D1702-1336-F5A6-5B88-3B6511483A8F}"/>
              </a:ext>
            </a:extLst>
          </p:cNvPr>
          <p:cNvSpPr/>
          <p:nvPr/>
        </p:nvSpPr>
        <p:spPr>
          <a:xfrm>
            <a:off x="1793384" y="3452529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8502768C-AA00-FC3F-8893-62914D57966F}"/>
              </a:ext>
            </a:extLst>
          </p:cNvPr>
          <p:cNvSpPr/>
          <p:nvPr/>
        </p:nvSpPr>
        <p:spPr>
          <a:xfrm>
            <a:off x="3926107" y="3452529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10193FC6-FCCE-2517-50F0-05F2CC92DF14}"/>
              </a:ext>
            </a:extLst>
          </p:cNvPr>
          <p:cNvSpPr/>
          <p:nvPr/>
        </p:nvSpPr>
        <p:spPr>
          <a:xfrm>
            <a:off x="6063425" y="3452529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74" name="직선 연결선[R] 73">
            <a:extLst>
              <a:ext uri="{FF2B5EF4-FFF2-40B4-BE49-F238E27FC236}">
                <a16:creationId xmlns:a16="http://schemas.microsoft.com/office/drawing/2014/main" id="{CF6FAD58-4BA8-17E5-EDD4-8CD25FDEB808}"/>
              </a:ext>
            </a:extLst>
          </p:cNvPr>
          <p:cNvCxnSpPr>
            <a:cxnSpLocks/>
          </p:cNvCxnSpPr>
          <p:nvPr/>
        </p:nvCxnSpPr>
        <p:spPr>
          <a:xfrm>
            <a:off x="-36512" y="3003798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55579499-A1C9-0478-E403-50C72084C55A}"/>
              </a:ext>
            </a:extLst>
          </p:cNvPr>
          <p:cNvSpPr txBox="1"/>
          <p:nvPr/>
        </p:nvSpPr>
        <p:spPr>
          <a:xfrm>
            <a:off x="44450" y="3003798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D7910F3-45ED-F38B-74F9-F84818F32B59}"/>
              </a:ext>
            </a:extLst>
          </p:cNvPr>
          <p:cNvSpPr txBox="1"/>
          <p:nvPr/>
        </p:nvSpPr>
        <p:spPr>
          <a:xfrm>
            <a:off x="44450" y="2742188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4F949B16-90FE-FAE5-92D1-34A4F8C05D18}"/>
              </a:ext>
            </a:extLst>
          </p:cNvPr>
          <p:cNvCxnSpPr>
            <a:cxnSpLocks/>
            <a:stCxn id="68" idx="0"/>
            <a:endCxn id="35" idx="2"/>
          </p:cNvCxnSpPr>
          <p:nvPr/>
        </p:nvCxnSpPr>
        <p:spPr>
          <a:xfrm flipH="1" flipV="1">
            <a:off x="1087570" y="2587563"/>
            <a:ext cx="1349409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8C1F82B7-508A-4527-DA2E-D189EC3D9F21}"/>
              </a:ext>
            </a:extLst>
          </p:cNvPr>
          <p:cNvCxnSpPr>
            <a:cxnSpLocks/>
            <a:stCxn id="68" idx="0"/>
            <a:endCxn id="42" idx="2"/>
          </p:cNvCxnSpPr>
          <p:nvPr/>
        </p:nvCxnSpPr>
        <p:spPr>
          <a:xfrm flipV="1">
            <a:off x="2436979" y="2587563"/>
            <a:ext cx="4438264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7CC3C210-F524-CEF3-7AAC-5B9A4D04B605}"/>
              </a:ext>
            </a:extLst>
          </p:cNvPr>
          <p:cNvCxnSpPr>
            <a:cxnSpLocks/>
            <a:stCxn id="69" idx="0"/>
            <a:endCxn id="39" idx="2"/>
          </p:cNvCxnSpPr>
          <p:nvPr/>
        </p:nvCxnSpPr>
        <p:spPr>
          <a:xfrm flipH="1" flipV="1">
            <a:off x="3222229" y="2587563"/>
            <a:ext cx="1347473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B92B9977-463F-8061-8B42-2968EF8BEF45}"/>
              </a:ext>
            </a:extLst>
          </p:cNvPr>
          <p:cNvCxnSpPr>
            <a:cxnSpLocks/>
            <a:stCxn id="69" idx="0"/>
            <a:endCxn id="43" idx="2"/>
          </p:cNvCxnSpPr>
          <p:nvPr/>
        </p:nvCxnSpPr>
        <p:spPr>
          <a:xfrm flipV="1">
            <a:off x="4569702" y="2587563"/>
            <a:ext cx="3208783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04189B98-DCB3-FD3D-79D0-068F1988B031}"/>
              </a:ext>
            </a:extLst>
          </p:cNvPr>
          <p:cNvCxnSpPr>
            <a:cxnSpLocks/>
            <a:stCxn id="70" idx="0"/>
            <a:endCxn id="44" idx="2"/>
          </p:cNvCxnSpPr>
          <p:nvPr/>
        </p:nvCxnSpPr>
        <p:spPr>
          <a:xfrm flipV="1">
            <a:off x="6707020" y="2587563"/>
            <a:ext cx="1974708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F2819CB5-D2E4-E86D-94E5-5E85C8AE9CA1}"/>
              </a:ext>
            </a:extLst>
          </p:cNvPr>
          <p:cNvCxnSpPr>
            <a:cxnSpLocks/>
            <a:stCxn id="70" idx="0"/>
            <a:endCxn id="41" idx="2"/>
          </p:cNvCxnSpPr>
          <p:nvPr/>
        </p:nvCxnSpPr>
        <p:spPr>
          <a:xfrm flipH="1" flipV="1">
            <a:off x="5359525" y="2587563"/>
            <a:ext cx="1347495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62488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E0B15-39F7-8A3F-D0AB-AFD6DD89C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08755C-50AD-A830-0BA2-A61798A22B14}"/>
              </a:ext>
            </a:extLst>
          </p:cNvPr>
          <p:cNvSpPr txBox="1">
            <a:spLocks/>
          </p:cNvSpPr>
          <p:nvPr/>
        </p:nvSpPr>
        <p:spPr>
          <a:xfrm>
            <a:off x="457200" y="-373721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Before Volta</a:t>
            </a:r>
            <a:endParaRPr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6B8A9495-6C75-3407-ECA8-F45CECE65A9E}"/>
              </a:ext>
            </a:extLst>
          </p:cNvPr>
          <p:cNvCxnSpPr>
            <a:cxnSpLocks/>
          </p:cNvCxnSpPr>
          <p:nvPr/>
        </p:nvCxnSpPr>
        <p:spPr>
          <a:xfrm>
            <a:off x="-36512" y="3765746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917059A-43B2-B700-6FB8-F6D7FE2D9775}"/>
              </a:ext>
            </a:extLst>
          </p:cNvPr>
          <p:cNvSpPr txBox="1"/>
          <p:nvPr/>
        </p:nvSpPr>
        <p:spPr>
          <a:xfrm>
            <a:off x="44450" y="3765746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A72E27-3E98-2C72-6036-8F935C1606A2}"/>
              </a:ext>
            </a:extLst>
          </p:cNvPr>
          <p:cNvSpPr txBox="1"/>
          <p:nvPr/>
        </p:nvSpPr>
        <p:spPr>
          <a:xfrm>
            <a:off x="44450" y="3504136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6BEBA2E-4593-4357-CDD2-C8615986AD1E}"/>
              </a:ext>
            </a:extLst>
          </p:cNvPr>
          <p:cNvGrpSpPr/>
          <p:nvPr/>
        </p:nvGrpSpPr>
        <p:grpSpPr>
          <a:xfrm>
            <a:off x="2635986" y="760614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7" name="모서리가 둥근 직사각형 6">
              <a:extLst>
                <a:ext uri="{FF2B5EF4-FFF2-40B4-BE49-F238E27FC236}">
                  <a16:creationId xmlns:a16="http://schemas.microsoft.com/office/drawing/2014/main" id="{4F584EC3-82A1-4B0F-93D7-E042B6A67591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8" name="모서리가 둥근 직사각형 7">
              <a:extLst>
                <a:ext uri="{FF2B5EF4-FFF2-40B4-BE49-F238E27FC236}">
                  <a16:creationId xmlns:a16="http://schemas.microsoft.com/office/drawing/2014/main" id="{D23717BC-2636-B30E-0763-3ACA6A3BF0D5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9" name="모서리가 둥근 직사각형 8">
              <a:extLst>
                <a:ext uri="{FF2B5EF4-FFF2-40B4-BE49-F238E27FC236}">
                  <a16:creationId xmlns:a16="http://schemas.microsoft.com/office/drawing/2014/main" id="{BA299110-CB55-E68A-7835-817300B3AACD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4F6FF364-408A-4062-BB1A-7300C0708356}"/>
              </a:ext>
            </a:extLst>
          </p:cNvPr>
          <p:cNvGrpSpPr/>
          <p:nvPr/>
        </p:nvGrpSpPr>
        <p:grpSpPr>
          <a:xfrm>
            <a:off x="2635986" y="1736331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FE6DABAC-4BE7-83FA-4622-930696C40D80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AF8125F2-B7AB-68CD-94DD-1A268F729D17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3" name="모서리가 둥근 직사각형 12">
              <a:extLst>
                <a:ext uri="{FF2B5EF4-FFF2-40B4-BE49-F238E27FC236}">
                  <a16:creationId xmlns:a16="http://schemas.microsoft.com/office/drawing/2014/main" id="{881A3021-F827-F4F1-981C-7ECA19AE1DD3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EEBC925C-8053-17C5-27A4-5A99329F64AD}"/>
              </a:ext>
            </a:extLst>
          </p:cNvPr>
          <p:cNvGrpSpPr/>
          <p:nvPr/>
        </p:nvGrpSpPr>
        <p:grpSpPr>
          <a:xfrm>
            <a:off x="2638325" y="2712048"/>
            <a:ext cx="1951863" cy="720080"/>
            <a:chOff x="4427984" y="987574"/>
            <a:chExt cx="1954702" cy="720080"/>
          </a:xfrm>
        </p:grpSpPr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58828CF0-E9C4-1BD7-AA65-BBB4B787B56A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A84A05E3-94F0-11DC-0895-E5BD16FB7ADA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73DED547-8DF9-80E7-CB8E-EEDB7ECD67F4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1D7AF70E-E99E-5A52-DCD6-4D8C812642E1}"/>
              </a:ext>
            </a:extLst>
          </p:cNvPr>
          <p:cNvSpPr/>
          <p:nvPr/>
        </p:nvSpPr>
        <p:spPr>
          <a:xfrm>
            <a:off x="4940241" y="760614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57948C52-11C3-6E33-4E39-C10EC792AA9E}"/>
              </a:ext>
            </a:extLst>
          </p:cNvPr>
          <p:cNvSpPr/>
          <p:nvPr/>
        </p:nvSpPr>
        <p:spPr>
          <a:xfrm>
            <a:off x="4940242" y="2162407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B0A282A4-D0D2-E8C0-43B4-B415E376E4DF}"/>
              </a:ext>
            </a:extLst>
          </p:cNvPr>
          <p:cNvSpPr/>
          <p:nvPr/>
        </p:nvSpPr>
        <p:spPr>
          <a:xfrm>
            <a:off x="4940241" y="2712048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33DFE81B-7A3D-3248-56D8-A24B841564A3}"/>
              </a:ext>
            </a:extLst>
          </p:cNvPr>
          <p:cNvSpPr/>
          <p:nvPr/>
        </p:nvSpPr>
        <p:spPr>
          <a:xfrm>
            <a:off x="4940241" y="3144096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6FB760B5-428B-62B3-C1B0-5D28CA76E79B}"/>
              </a:ext>
            </a:extLst>
          </p:cNvPr>
          <p:cNvSpPr/>
          <p:nvPr/>
        </p:nvSpPr>
        <p:spPr>
          <a:xfrm>
            <a:off x="2563976" y="695836"/>
            <a:ext cx="3168353" cy="2808300"/>
          </a:xfrm>
          <a:prstGeom prst="roundRect">
            <a:avLst>
              <a:gd name="adj" fmla="val 2943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MPS 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D35DCC22-EB92-534F-DE41-FE784F9BBDB2}"/>
              </a:ext>
            </a:extLst>
          </p:cNvPr>
          <p:cNvCxnSpPr>
            <a:cxnSpLocks/>
            <a:stCxn id="34" idx="0"/>
            <a:endCxn id="22" idx="2"/>
          </p:cNvCxnSpPr>
          <p:nvPr/>
        </p:nvCxnSpPr>
        <p:spPr>
          <a:xfrm flipV="1">
            <a:off x="4145855" y="3504136"/>
            <a:ext cx="2298" cy="5143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A55F010-90D6-61CA-F129-993E8D2D5F53}"/>
              </a:ext>
            </a:extLst>
          </p:cNvPr>
          <p:cNvSpPr/>
          <p:nvPr/>
        </p:nvSpPr>
        <p:spPr>
          <a:xfrm>
            <a:off x="1369537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5103D0E9-558B-6B6B-DD9D-35F32A4DC62A}"/>
              </a:ext>
            </a:extLst>
          </p:cNvPr>
          <p:cNvSpPr/>
          <p:nvPr/>
        </p:nvSpPr>
        <p:spPr>
          <a:xfrm>
            <a:off x="3502260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7B4CF9DA-AB78-B4DC-EBC9-81E4F865F6C5}"/>
              </a:ext>
            </a:extLst>
          </p:cNvPr>
          <p:cNvSpPr/>
          <p:nvPr/>
        </p:nvSpPr>
        <p:spPr>
          <a:xfrm>
            <a:off x="5639578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83AB6B76-0571-89D5-2D96-A0FE833C4D06}"/>
              </a:ext>
            </a:extLst>
          </p:cNvPr>
          <p:cNvSpPr/>
          <p:nvPr/>
        </p:nvSpPr>
        <p:spPr>
          <a:xfrm>
            <a:off x="1202960" y="4018447"/>
            <a:ext cx="5885789" cy="929562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MPS</a:t>
            </a:r>
          </a:p>
        </p:txBody>
      </p:sp>
    </p:spTree>
    <p:extLst>
      <p:ext uri="{BB962C8B-B14F-4D97-AF65-F5344CB8AC3E}">
        <p14:creationId xmlns:p14="http://schemas.microsoft.com/office/powerpoint/2010/main" val="4016125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A1961-99A5-A2F9-8D99-AF12FF9F7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E9009A-72CE-5C59-8639-802384B1D465}"/>
              </a:ext>
            </a:extLst>
          </p:cNvPr>
          <p:cNvSpPr txBox="1">
            <a:spLocks/>
          </p:cNvSpPr>
          <p:nvPr/>
        </p:nvSpPr>
        <p:spPr>
          <a:xfrm>
            <a:off x="457200" y="-397141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After Volta Architecture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DF919C-0F88-C456-070F-37F799ABA919}"/>
              </a:ext>
            </a:extLst>
          </p:cNvPr>
          <p:cNvSpPr txBox="1"/>
          <p:nvPr/>
        </p:nvSpPr>
        <p:spPr>
          <a:xfrm>
            <a:off x="44450" y="3765746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ADE746-3926-7E83-0AD0-02691411CEE2}"/>
              </a:ext>
            </a:extLst>
          </p:cNvPr>
          <p:cNvSpPr txBox="1"/>
          <p:nvPr/>
        </p:nvSpPr>
        <p:spPr>
          <a:xfrm>
            <a:off x="44450" y="3504136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E012DC9B-2FE1-8EDC-34A8-B4C7261BC8EC}"/>
              </a:ext>
            </a:extLst>
          </p:cNvPr>
          <p:cNvGrpSpPr/>
          <p:nvPr/>
        </p:nvGrpSpPr>
        <p:grpSpPr>
          <a:xfrm>
            <a:off x="2169736" y="755426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6" name="모서리가 둥근 직사각형 5">
              <a:extLst>
                <a:ext uri="{FF2B5EF4-FFF2-40B4-BE49-F238E27FC236}">
                  <a16:creationId xmlns:a16="http://schemas.microsoft.com/office/drawing/2014/main" id="{D2F5C866-F428-26EB-070D-978C9632DDCC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7" name="모서리가 둥근 직사각형 6">
              <a:extLst>
                <a:ext uri="{FF2B5EF4-FFF2-40B4-BE49-F238E27FC236}">
                  <a16:creationId xmlns:a16="http://schemas.microsoft.com/office/drawing/2014/main" id="{7B171129-28C4-F9A2-D188-13AFB8E35217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8" name="모서리가 둥근 직사각형 7">
              <a:extLst>
                <a:ext uri="{FF2B5EF4-FFF2-40B4-BE49-F238E27FC236}">
                  <a16:creationId xmlns:a16="http://schemas.microsoft.com/office/drawing/2014/main" id="{22C91B64-27B2-3864-459D-205C4AE09270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02AC8276-E9B2-4711-7D98-539C5426F7DD}"/>
              </a:ext>
            </a:extLst>
          </p:cNvPr>
          <p:cNvGrpSpPr/>
          <p:nvPr/>
        </p:nvGrpSpPr>
        <p:grpSpPr>
          <a:xfrm>
            <a:off x="2169736" y="1731143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06D0A695-A313-C1C9-FCFB-48DBADFC3988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CC1A6873-9CB6-6837-CB12-BE3C9A2101B8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5B088537-2A39-8F0C-516A-F858E24D46A2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EF9B6885-738D-1891-EBCA-54FEC4AD5C37}"/>
              </a:ext>
            </a:extLst>
          </p:cNvPr>
          <p:cNvGrpSpPr/>
          <p:nvPr/>
        </p:nvGrpSpPr>
        <p:grpSpPr>
          <a:xfrm>
            <a:off x="2172075" y="2706860"/>
            <a:ext cx="1951863" cy="720080"/>
            <a:chOff x="4427984" y="987574"/>
            <a:chExt cx="1954702" cy="720080"/>
          </a:xfrm>
        </p:grpSpPr>
        <p:sp>
          <p:nvSpPr>
            <p:cNvPr id="14" name="모서리가 둥근 직사각형 13">
              <a:extLst>
                <a:ext uri="{FF2B5EF4-FFF2-40B4-BE49-F238E27FC236}">
                  <a16:creationId xmlns:a16="http://schemas.microsoft.com/office/drawing/2014/main" id="{9F0BBF4B-DA2A-B227-4200-52F21781FDB0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C246C6A8-5472-A483-C5F4-926ABB7C92E8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2014CFA0-3D49-5A5A-C8A9-ECE6EDE9DA7E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1725D7CE-534D-A771-4694-821A00F63B6F}"/>
              </a:ext>
            </a:extLst>
          </p:cNvPr>
          <p:cNvSpPr/>
          <p:nvPr/>
        </p:nvSpPr>
        <p:spPr>
          <a:xfrm>
            <a:off x="4473991" y="755426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69F677F9-83E0-05DD-CBA5-DAD36E3D7A39}"/>
              </a:ext>
            </a:extLst>
          </p:cNvPr>
          <p:cNvSpPr/>
          <p:nvPr/>
        </p:nvSpPr>
        <p:spPr>
          <a:xfrm>
            <a:off x="4473992" y="2157219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DD131962-923E-A219-66B9-848AF83857A7}"/>
              </a:ext>
            </a:extLst>
          </p:cNvPr>
          <p:cNvSpPr/>
          <p:nvPr/>
        </p:nvSpPr>
        <p:spPr>
          <a:xfrm>
            <a:off x="4473991" y="2706860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A43815F8-8A79-2D06-5203-D48B9D13AE39}"/>
              </a:ext>
            </a:extLst>
          </p:cNvPr>
          <p:cNvSpPr/>
          <p:nvPr/>
        </p:nvSpPr>
        <p:spPr>
          <a:xfrm>
            <a:off x="4473991" y="3138908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E940BA90-6A72-F78C-F78E-71D08BCCFFEB}"/>
              </a:ext>
            </a:extLst>
          </p:cNvPr>
          <p:cNvSpPr/>
          <p:nvPr/>
        </p:nvSpPr>
        <p:spPr>
          <a:xfrm>
            <a:off x="2097726" y="690648"/>
            <a:ext cx="4096256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682B2B9E-A4D5-E582-69A5-7A1251D90A34}"/>
              </a:ext>
            </a:extLst>
          </p:cNvPr>
          <p:cNvCxnSpPr>
            <a:cxnSpLocks/>
            <a:stCxn id="23" idx="0"/>
            <a:endCxn id="21" idx="1"/>
          </p:cNvCxnSpPr>
          <p:nvPr/>
        </p:nvCxnSpPr>
        <p:spPr>
          <a:xfrm flipV="1">
            <a:off x="2013132" y="1119273"/>
            <a:ext cx="84594" cy="304387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9570CE72-8BE6-4D9D-405A-9C73FD5AF559}"/>
              </a:ext>
            </a:extLst>
          </p:cNvPr>
          <p:cNvSpPr/>
          <p:nvPr/>
        </p:nvSpPr>
        <p:spPr>
          <a:xfrm>
            <a:off x="1369537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2AE65BCE-8906-4A38-4F00-BFD2422DB3DA}"/>
              </a:ext>
            </a:extLst>
          </p:cNvPr>
          <p:cNvSpPr/>
          <p:nvPr/>
        </p:nvSpPr>
        <p:spPr>
          <a:xfrm>
            <a:off x="3502260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B3D068BE-230D-5B63-6367-7873EB547570}"/>
              </a:ext>
            </a:extLst>
          </p:cNvPr>
          <p:cNvSpPr/>
          <p:nvPr/>
        </p:nvSpPr>
        <p:spPr>
          <a:xfrm>
            <a:off x="5639578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32" name="직선 연결선[R] 31">
            <a:extLst>
              <a:ext uri="{FF2B5EF4-FFF2-40B4-BE49-F238E27FC236}">
                <a16:creationId xmlns:a16="http://schemas.microsoft.com/office/drawing/2014/main" id="{B64F16C7-0CB0-F732-4056-35C9394A8EFC}"/>
              </a:ext>
            </a:extLst>
          </p:cNvPr>
          <p:cNvCxnSpPr>
            <a:cxnSpLocks/>
          </p:cNvCxnSpPr>
          <p:nvPr/>
        </p:nvCxnSpPr>
        <p:spPr>
          <a:xfrm>
            <a:off x="-36512" y="3765746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5471EB44-28A4-8E7C-97D3-B80FC4F1D95A}"/>
              </a:ext>
            </a:extLst>
          </p:cNvPr>
          <p:cNvSpPr/>
          <p:nvPr/>
        </p:nvSpPr>
        <p:spPr>
          <a:xfrm>
            <a:off x="2097726" y="1669746"/>
            <a:ext cx="4096256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F6FA00E2-A1EC-F15C-234E-D58A88E8C121}"/>
              </a:ext>
            </a:extLst>
          </p:cNvPr>
          <p:cNvSpPr/>
          <p:nvPr/>
        </p:nvSpPr>
        <p:spPr>
          <a:xfrm>
            <a:off x="2097726" y="2646886"/>
            <a:ext cx="4096256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67CE386D-D38D-B509-796A-5A4746EBBBB0}"/>
              </a:ext>
            </a:extLst>
          </p:cNvPr>
          <p:cNvCxnSpPr>
            <a:cxnSpLocks/>
            <a:stCxn id="24" idx="0"/>
            <a:endCxn id="35" idx="2"/>
          </p:cNvCxnSpPr>
          <p:nvPr/>
        </p:nvCxnSpPr>
        <p:spPr>
          <a:xfrm flipH="1" flipV="1">
            <a:off x="4145854" y="2526996"/>
            <a:ext cx="1" cy="1636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87690585-65FB-1A9E-2126-6A48A8C210D4}"/>
              </a:ext>
            </a:extLst>
          </p:cNvPr>
          <p:cNvCxnSpPr>
            <a:cxnSpLocks/>
            <a:stCxn id="25" idx="0"/>
            <a:endCxn id="39" idx="3"/>
          </p:cNvCxnSpPr>
          <p:nvPr/>
        </p:nvCxnSpPr>
        <p:spPr>
          <a:xfrm flipH="1" flipV="1">
            <a:off x="6193982" y="3075511"/>
            <a:ext cx="89191" cy="10876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94157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0848E-F96D-BC16-EF28-73096F7AF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9330EE16-16BE-D545-2AB3-CA9D619D40CE}"/>
              </a:ext>
            </a:extLst>
          </p:cNvPr>
          <p:cNvSpPr/>
          <p:nvPr/>
        </p:nvSpPr>
        <p:spPr>
          <a:xfrm>
            <a:off x="4316405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AD07AC92-16CF-DB97-0410-F2FC4AAED02B}"/>
              </a:ext>
            </a:extLst>
          </p:cNvPr>
          <p:cNvSpPr/>
          <p:nvPr/>
        </p:nvSpPr>
        <p:spPr>
          <a:xfrm>
            <a:off x="8254952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EC29FC7E-BCDD-9727-650E-85A172B2596C}"/>
              </a:ext>
            </a:extLst>
          </p:cNvPr>
          <p:cNvSpPr/>
          <p:nvPr/>
        </p:nvSpPr>
        <p:spPr>
          <a:xfrm>
            <a:off x="2179109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5032589E-EAE2-2AEA-FE79-937DFCC7543C}"/>
              </a:ext>
            </a:extLst>
          </p:cNvPr>
          <p:cNvSpPr/>
          <p:nvPr/>
        </p:nvSpPr>
        <p:spPr>
          <a:xfrm>
            <a:off x="7351709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191CD4CD-7D52-4B18-C00A-8141E353AE69}"/>
              </a:ext>
            </a:extLst>
          </p:cNvPr>
          <p:cNvSpPr/>
          <p:nvPr/>
        </p:nvSpPr>
        <p:spPr>
          <a:xfrm>
            <a:off x="44450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1268D548-E43A-5EBF-D9F9-AAA0D00471DD}"/>
              </a:ext>
            </a:extLst>
          </p:cNvPr>
          <p:cNvSpPr/>
          <p:nvPr/>
        </p:nvSpPr>
        <p:spPr>
          <a:xfrm>
            <a:off x="6448467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3B7BD5E-2E05-0B8A-89C6-DA8CB9CA6E7A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D889DA1B-9A16-6E55-D940-58EBFE1108F1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E1AD53C8-99C3-C716-63EB-53D0D69AAD46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671B18DB-CCAF-D4BE-0DA0-2D1D3B0B386C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219FA6D9-44EC-3BD0-5664-C2E3897805D5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0E373B04-6398-0706-76BE-34762C18B6DE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925D15FD-C599-8705-418A-3DEC28770603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103EA92A-273E-815E-EAEA-265D840381B1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7501255A-DE6D-085D-871D-B7BBD3958376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B3F90CBD-94E7-041A-8AD3-03871B12F278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0268DB27-902F-1191-FC83-08249E55436D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3A330288-75C4-5563-448C-F46386E9B350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3D73B38F-93A3-43E4-7229-94224C90E56E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7FBA6F7F-F554-B88D-DE4F-4359E787B4A4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2D5978F-8F8E-620B-7D61-873947DD2A12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DCC8D1D2-18EA-5835-A119-51C2A85611A4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A3A02BC6-0E1B-2A4A-A6AF-C5A2F7E4578C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BCF17F81-6489-AC73-5079-2D02872773D1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00B628C-5467-3268-13EF-DF89C7C20547}"/>
              </a:ext>
            </a:extLst>
          </p:cNvPr>
          <p:cNvSpPr txBox="1"/>
          <p:nvPr/>
        </p:nvSpPr>
        <p:spPr>
          <a:xfrm>
            <a:off x="1838430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57" name="호 56">
            <a:extLst>
              <a:ext uri="{FF2B5EF4-FFF2-40B4-BE49-F238E27FC236}">
                <a16:creationId xmlns:a16="http://schemas.microsoft.com/office/drawing/2014/main" id="{146CF763-9EEE-56AA-7E57-A3839ED022B6}"/>
              </a:ext>
            </a:extLst>
          </p:cNvPr>
          <p:cNvSpPr/>
          <p:nvPr/>
        </p:nvSpPr>
        <p:spPr>
          <a:xfrm>
            <a:off x="407526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ED7C6E4-8119-5F08-31D0-EB578FAB1512}"/>
              </a:ext>
            </a:extLst>
          </p:cNvPr>
          <p:cNvSpPr txBox="1"/>
          <p:nvPr/>
        </p:nvSpPr>
        <p:spPr>
          <a:xfrm>
            <a:off x="397115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2" name="호 61">
            <a:extLst>
              <a:ext uri="{FF2B5EF4-FFF2-40B4-BE49-F238E27FC236}">
                <a16:creationId xmlns:a16="http://schemas.microsoft.com/office/drawing/2014/main" id="{CB3944D2-C9A0-84A5-1E97-2705E776D338}"/>
              </a:ext>
            </a:extLst>
          </p:cNvPr>
          <p:cNvSpPr/>
          <p:nvPr/>
        </p:nvSpPr>
        <p:spPr>
          <a:xfrm>
            <a:off x="6212582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040236-9C6B-5007-E07A-091CB82950F2}"/>
              </a:ext>
            </a:extLst>
          </p:cNvPr>
          <p:cNvSpPr txBox="1"/>
          <p:nvPr/>
        </p:nvSpPr>
        <p:spPr>
          <a:xfrm>
            <a:off x="6108471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4" name="호 63">
            <a:extLst>
              <a:ext uri="{FF2B5EF4-FFF2-40B4-BE49-F238E27FC236}">
                <a16:creationId xmlns:a16="http://schemas.microsoft.com/office/drawing/2014/main" id="{F68EEE47-019A-7C02-6A0A-7407425A8499}"/>
              </a:ext>
            </a:extLst>
          </p:cNvPr>
          <p:cNvSpPr/>
          <p:nvPr/>
        </p:nvSpPr>
        <p:spPr>
          <a:xfrm>
            <a:off x="711582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1E71C27-325D-133A-21EE-79519B6ECB21}"/>
              </a:ext>
            </a:extLst>
          </p:cNvPr>
          <p:cNvSpPr txBox="1"/>
          <p:nvPr/>
        </p:nvSpPr>
        <p:spPr>
          <a:xfrm>
            <a:off x="701171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6" name="호 65">
            <a:extLst>
              <a:ext uri="{FF2B5EF4-FFF2-40B4-BE49-F238E27FC236}">
                <a16:creationId xmlns:a16="http://schemas.microsoft.com/office/drawing/2014/main" id="{B8E959F0-7D88-E1B8-D97F-2851D00A72D4}"/>
              </a:ext>
            </a:extLst>
          </p:cNvPr>
          <p:cNvSpPr/>
          <p:nvPr/>
        </p:nvSpPr>
        <p:spPr>
          <a:xfrm>
            <a:off x="8013773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8258FF4-289F-C5AF-6DD4-22145EA18087}"/>
              </a:ext>
            </a:extLst>
          </p:cNvPr>
          <p:cNvSpPr txBox="1"/>
          <p:nvPr/>
        </p:nvSpPr>
        <p:spPr>
          <a:xfrm>
            <a:off x="7909662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grpSp>
        <p:nvGrpSpPr>
          <p:cNvPr id="72" name="그룹 71">
            <a:extLst>
              <a:ext uri="{FF2B5EF4-FFF2-40B4-BE49-F238E27FC236}">
                <a16:creationId xmlns:a16="http://schemas.microsoft.com/office/drawing/2014/main" id="{2CB89158-237A-E672-8100-1282C0457391}"/>
              </a:ext>
            </a:extLst>
          </p:cNvPr>
          <p:cNvGrpSpPr/>
          <p:nvPr/>
        </p:nvGrpSpPr>
        <p:grpSpPr>
          <a:xfrm>
            <a:off x="2112287" y="3507854"/>
            <a:ext cx="5557231" cy="703063"/>
            <a:chOff x="1509985" y="3507854"/>
            <a:chExt cx="5557231" cy="703063"/>
          </a:xfrm>
        </p:grpSpPr>
        <p:sp>
          <p:nvSpPr>
            <p:cNvPr id="68" name="모서리가 둥근 직사각형 67">
              <a:extLst>
                <a:ext uri="{FF2B5EF4-FFF2-40B4-BE49-F238E27FC236}">
                  <a16:creationId xmlns:a16="http://schemas.microsoft.com/office/drawing/2014/main" id="{3959FC8E-5D82-68D1-B26C-62F642534A2D}"/>
                </a:ext>
              </a:extLst>
            </p:cNvPr>
            <p:cNvSpPr/>
            <p:nvPr/>
          </p:nvSpPr>
          <p:spPr>
            <a:xfrm>
              <a:off x="1509985" y="3507854"/>
              <a:ext cx="1287190" cy="703063"/>
            </a:xfrm>
            <a:prstGeom prst="roundRect">
              <a:avLst>
                <a:gd name="adj" fmla="val 6199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CUDA App A </a:t>
              </a:r>
            </a:p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Memory</a:t>
              </a:r>
            </a:p>
          </p:txBody>
        </p:sp>
        <p:sp>
          <p:nvSpPr>
            <p:cNvPr id="69" name="모서리가 둥근 직사각형 68">
              <a:extLst>
                <a:ext uri="{FF2B5EF4-FFF2-40B4-BE49-F238E27FC236}">
                  <a16:creationId xmlns:a16="http://schemas.microsoft.com/office/drawing/2014/main" id="{FD753F57-008C-3C02-F41C-E679F10CFB88}"/>
                </a:ext>
              </a:extLst>
            </p:cNvPr>
            <p:cNvSpPr/>
            <p:nvPr/>
          </p:nvSpPr>
          <p:spPr>
            <a:xfrm>
              <a:off x="3642708" y="3507854"/>
              <a:ext cx="1287190" cy="703063"/>
            </a:xfrm>
            <a:prstGeom prst="roundRect">
              <a:avLst>
                <a:gd name="adj" fmla="val 6199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CUDA App B </a:t>
              </a:r>
            </a:p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Memory</a:t>
              </a:r>
            </a:p>
          </p:txBody>
        </p:sp>
        <p:sp>
          <p:nvSpPr>
            <p:cNvPr id="70" name="모서리가 둥근 직사각형 69">
              <a:extLst>
                <a:ext uri="{FF2B5EF4-FFF2-40B4-BE49-F238E27FC236}">
                  <a16:creationId xmlns:a16="http://schemas.microsoft.com/office/drawing/2014/main" id="{BDDF1320-8621-0E52-4C28-C00BC7F10174}"/>
                </a:ext>
              </a:extLst>
            </p:cNvPr>
            <p:cNvSpPr/>
            <p:nvPr/>
          </p:nvSpPr>
          <p:spPr>
            <a:xfrm>
              <a:off x="5780026" y="3507854"/>
              <a:ext cx="1287190" cy="703063"/>
            </a:xfrm>
            <a:prstGeom prst="roundRect">
              <a:avLst>
                <a:gd name="adj" fmla="val 6199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CUDA App C </a:t>
              </a:r>
            </a:p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Memory</a:t>
              </a:r>
            </a:p>
          </p:txBody>
        </p:sp>
      </p:grp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236EC5D0-51A8-D363-F5C6-D60C35B4166C}"/>
              </a:ext>
            </a:extLst>
          </p:cNvPr>
          <p:cNvSpPr/>
          <p:nvPr/>
        </p:nvSpPr>
        <p:spPr>
          <a:xfrm>
            <a:off x="1942541" y="3348025"/>
            <a:ext cx="5892128" cy="1239949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 Memory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52010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EF8AA1-96F7-D30E-D9EF-CF02F9013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532A25-40C6-E8AC-9305-130BB22C6D27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CUDA Apps</a:t>
            </a:r>
            <a:endParaRPr lang="ko-KR" altLang="en-US" dirty="0"/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7798EF6D-9A38-0FBE-518F-492F7F3DB530}"/>
              </a:ext>
            </a:extLst>
          </p:cNvPr>
          <p:cNvSpPr/>
          <p:nvPr/>
        </p:nvSpPr>
        <p:spPr>
          <a:xfrm>
            <a:off x="4857204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F8508226-4F7A-84C4-855F-AF907C9ACC95}"/>
              </a:ext>
            </a:extLst>
          </p:cNvPr>
          <p:cNvSpPr/>
          <p:nvPr/>
        </p:nvSpPr>
        <p:spPr>
          <a:xfrm>
            <a:off x="4857204" y="1185219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26BD3A46-C027-94C1-ACD7-7DBD0D75AB67}"/>
              </a:ext>
            </a:extLst>
          </p:cNvPr>
          <p:cNvSpPr/>
          <p:nvPr/>
        </p:nvSpPr>
        <p:spPr>
          <a:xfrm>
            <a:off x="5721300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E2016637-0B94-30C4-5791-C97F0511FCD6}"/>
              </a:ext>
            </a:extLst>
          </p:cNvPr>
          <p:cNvSpPr/>
          <p:nvPr/>
        </p:nvSpPr>
        <p:spPr>
          <a:xfrm>
            <a:off x="1619672" y="723614"/>
            <a:ext cx="2664296" cy="1073355"/>
          </a:xfrm>
          <a:prstGeom prst="roundRect">
            <a:avLst>
              <a:gd name="adj" fmla="val 711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C5414B98-A8E0-1830-DE93-17C9AD1460DA}"/>
              </a:ext>
            </a:extLst>
          </p:cNvPr>
          <p:cNvSpPr/>
          <p:nvPr/>
        </p:nvSpPr>
        <p:spPr>
          <a:xfrm>
            <a:off x="1691680" y="795623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044EC391-6FB0-1B44-C831-669067235F83}"/>
              </a:ext>
            </a:extLst>
          </p:cNvPr>
          <p:cNvSpPr/>
          <p:nvPr/>
        </p:nvSpPr>
        <p:spPr>
          <a:xfrm>
            <a:off x="1691680" y="1185219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BCDE9D3-F9DA-3707-AAC5-C015976D5ADA}"/>
              </a:ext>
            </a:extLst>
          </p:cNvPr>
          <p:cNvSpPr/>
          <p:nvPr/>
        </p:nvSpPr>
        <p:spPr>
          <a:xfrm>
            <a:off x="3345036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032E55C2-9BD2-C835-2F40-E51F04354F30}"/>
              </a:ext>
            </a:extLst>
          </p:cNvPr>
          <p:cNvSpPr/>
          <p:nvPr/>
        </p:nvSpPr>
        <p:spPr>
          <a:xfrm>
            <a:off x="3275856" y="2146468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7F9F2D61-38A7-C3A1-5D57-7D402BB33F40}"/>
              </a:ext>
            </a:extLst>
          </p:cNvPr>
          <p:cNvSpPr/>
          <p:nvPr/>
        </p:nvSpPr>
        <p:spPr>
          <a:xfrm>
            <a:off x="3275856" y="2536064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FB1246D-1D9D-14CE-88A9-A16CBB274272}"/>
              </a:ext>
            </a:extLst>
          </p:cNvPr>
          <p:cNvSpPr/>
          <p:nvPr/>
        </p:nvSpPr>
        <p:spPr>
          <a:xfrm>
            <a:off x="4139952" y="2146468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3BC8BFB4-2739-9ADC-BFC5-0572810E0EA7}"/>
              </a:ext>
            </a:extLst>
          </p:cNvPr>
          <p:cNvSpPr/>
          <p:nvPr/>
        </p:nvSpPr>
        <p:spPr>
          <a:xfrm>
            <a:off x="4788024" y="723614"/>
            <a:ext cx="2664296" cy="1073355"/>
          </a:xfrm>
          <a:prstGeom prst="roundRect">
            <a:avLst>
              <a:gd name="adj" fmla="val 711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B568FD16-E6A1-9086-349C-085377459398}"/>
              </a:ext>
            </a:extLst>
          </p:cNvPr>
          <p:cNvSpPr/>
          <p:nvPr/>
        </p:nvSpPr>
        <p:spPr>
          <a:xfrm>
            <a:off x="3203848" y="2067694"/>
            <a:ext cx="2664296" cy="1073355"/>
          </a:xfrm>
          <a:prstGeom prst="roundRect">
            <a:avLst>
              <a:gd name="adj" fmla="val 711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58592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945AB-1321-4570-AC2F-34B66BA39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F3A233-F1BD-5411-4824-D8BD71F017B3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CUDA Apps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EC3A312D-7E2F-397F-D45F-D7AF5194EE13}"/>
              </a:ext>
            </a:extLst>
          </p:cNvPr>
          <p:cNvSpPr/>
          <p:nvPr/>
        </p:nvSpPr>
        <p:spPr>
          <a:xfrm>
            <a:off x="4785196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74607617-AEA6-981C-98CA-CC3350BCCA4B}"/>
              </a:ext>
            </a:extLst>
          </p:cNvPr>
          <p:cNvSpPr/>
          <p:nvPr/>
        </p:nvSpPr>
        <p:spPr>
          <a:xfrm>
            <a:off x="4857204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6E0F4A8F-FD6E-0BFB-DB96-DF2A555D6A74}"/>
              </a:ext>
            </a:extLst>
          </p:cNvPr>
          <p:cNvSpPr/>
          <p:nvPr/>
        </p:nvSpPr>
        <p:spPr>
          <a:xfrm>
            <a:off x="5721300" y="795623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314D595A-1B56-D204-A568-F7AB69B64B13}"/>
              </a:ext>
            </a:extLst>
          </p:cNvPr>
          <p:cNvSpPr/>
          <p:nvPr/>
        </p:nvSpPr>
        <p:spPr>
          <a:xfrm>
            <a:off x="7377484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6DDBD436-D5FB-AB41-85D8-02D438236F02}"/>
              </a:ext>
            </a:extLst>
          </p:cNvPr>
          <p:cNvSpPr/>
          <p:nvPr/>
        </p:nvSpPr>
        <p:spPr>
          <a:xfrm>
            <a:off x="827584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0FFA6DC0-4C19-4948-54EA-95FA5A38E114}"/>
              </a:ext>
            </a:extLst>
          </p:cNvPr>
          <p:cNvSpPr/>
          <p:nvPr/>
        </p:nvSpPr>
        <p:spPr>
          <a:xfrm>
            <a:off x="899592" y="795623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6BCFDB43-05B8-6D74-693C-BD77B094416A}"/>
              </a:ext>
            </a:extLst>
          </p:cNvPr>
          <p:cNvSpPr/>
          <p:nvPr/>
        </p:nvSpPr>
        <p:spPr>
          <a:xfrm>
            <a:off x="2555776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836D9686-C411-F480-48D5-A63F9C9201DC}"/>
              </a:ext>
            </a:extLst>
          </p:cNvPr>
          <p:cNvSpPr/>
          <p:nvPr/>
        </p:nvSpPr>
        <p:spPr>
          <a:xfrm>
            <a:off x="3419872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C832824D-593A-7CD7-EBE5-80C7400D23B2}"/>
              </a:ext>
            </a:extLst>
          </p:cNvPr>
          <p:cNvSpPr/>
          <p:nvPr/>
        </p:nvSpPr>
        <p:spPr>
          <a:xfrm>
            <a:off x="2771800" y="1505161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0B7F53A7-A9FE-B139-5605-60025328328F}"/>
              </a:ext>
            </a:extLst>
          </p:cNvPr>
          <p:cNvSpPr/>
          <p:nvPr/>
        </p:nvSpPr>
        <p:spPr>
          <a:xfrm>
            <a:off x="2843808" y="1577169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22DE5B08-0B44-ACB9-A08F-1A081CEDD84A}"/>
              </a:ext>
            </a:extLst>
          </p:cNvPr>
          <p:cNvSpPr/>
          <p:nvPr/>
        </p:nvSpPr>
        <p:spPr>
          <a:xfrm>
            <a:off x="3707904" y="1577169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9425185E-1B85-8608-B50C-229900571A3C}"/>
              </a:ext>
            </a:extLst>
          </p:cNvPr>
          <p:cNvSpPr/>
          <p:nvPr/>
        </p:nvSpPr>
        <p:spPr>
          <a:xfrm>
            <a:off x="4572000" y="1577169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0887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BDA65-9EC1-B7CA-EFEE-724CBE0E5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66E4C7-CAC9-8DBC-7858-75875C9D04A5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AA7660C-C526-AFF8-B3E0-20CCB5227B27}"/>
              </a:ext>
            </a:extLst>
          </p:cNvPr>
          <p:cNvSpPr/>
          <p:nvPr/>
        </p:nvSpPr>
        <p:spPr>
          <a:xfrm>
            <a:off x="827584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D2F04AF0-693A-2FA0-AD35-E792768EA6CE}"/>
              </a:ext>
            </a:extLst>
          </p:cNvPr>
          <p:cNvGrpSpPr/>
          <p:nvPr/>
        </p:nvGrpSpPr>
        <p:grpSpPr>
          <a:xfrm>
            <a:off x="899592" y="795623"/>
            <a:ext cx="3384376" cy="288032"/>
            <a:chOff x="683568" y="1128167"/>
            <a:chExt cx="3384376" cy="288032"/>
          </a:xfrm>
        </p:grpSpPr>
        <p:sp>
          <p:nvSpPr>
            <p:cNvPr id="4" name="모서리가 둥근 직사각형 3">
              <a:extLst>
                <a:ext uri="{FF2B5EF4-FFF2-40B4-BE49-F238E27FC236}">
                  <a16:creationId xmlns:a16="http://schemas.microsoft.com/office/drawing/2014/main" id="{F436FB4D-988D-1D9D-E93A-0514D1487911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5" name="모서리가 둥근 직사각형 4">
              <a:extLst>
                <a:ext uri="{FF2B5EF4-FFF2-40B4-BE49-F238E27FC236}">
                  <a16:creationId xmlns:a16="http://schemas.microsoft.com/office/drawing/2014/main" id="{ED2FB2B6-8909-3280-7349-8DF8C93823C4}"/>
                </a:ext>
              </a:extLst>
            </p:cNvPr>
            <p:cNvSpPr/>
            <p:nvPr/>
          </p:nvSpPr>
          <p:spPr>
            <a:xfrm>
              <a:off x="1547664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6" name="모서리가 둥근 직사각형 5">
              <a:extLst>
                <a:ext uri="{FF2B5EF4-FFF2-40B4-BE49-F238E27FC236}">
                  <a16:creationId xmlns:a16="http://schemas.microsoft.com/office/drawing/2014/main" id="{13FB6B6F-9DB3-72D6-9ED5-CEF2B94603C8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2FF6ABA-4637-B63B-CF88-E65A785C2834}"/>
              </a:ext>
            </a:extLst>
          </p:cNvPr>
          <p:cNvSpPr/>
          <p:nvPr/>
        </p:nvSpPr>
        <p:spPr>
          <a:xfrm>
            <a:off x="4716016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CB24E9C9-CBB9-F6C8-DAE7-AD22426AD277}"/>
              </a:ext>
            </a:extLst>
          </p:cNvPr>
          <p:cNvGrpSpPr/>
          <p:nvPr/>
        </p:nvGrpSpPr>
        <p:grpSpPr>
          <a:xfrm>
            <a:off x="4788024" y="795623"/>
            <a:ext cx="3384376" cy="288032"/>
            <a:chOff x="683568" y="1128167"/>
            <a:chExt cx="3384376" cy="288032"/>
          </a:xfrm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72495349-F96E-2D2E-279A-85B98F26BA13}"/>
                </a:ext>
              </a:extLst>
            </p:cNvPr>
            <p:cNvSpPr/>
            <p:nvPr/>
          </p:nvSpPr>
          <p:spPr>
            <a:xfrm>
              <a:off x="683568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166ADEC3-FFD2-3978-0241-31B54847A404}"/>
                </a:ext>
              </a:extLst>
            </p:cNvPr>
            <p:cNvSpPr/>
            <p:nvPr/>
          </p:nvSpPr>
          <p:spPr>
            <a:xfrm>
              <a:off x="2339752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9FE6D3CE-C472-A778-9315-F771F0A42E26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97E8661-3E67-748E-091D-5D5169F4F294}"/>
              </a:ext>
            </a:extLst>
          </p:cNvPr>
          <p:cNvSpPr/>
          <p:nvPr/>
        </p:nvSpPr>
        <p:spPr>
          <a:xfrm>
            <a:off x="2771800" y="1505161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1BDB5F-355B-C007-6D1C-F26A99D66FB3}"/>
              </a:ext>
            </a:extLst>
          </p:cNvPr>
          <p:cNvGrpSpPr/>
          <p:nvPr/>
        </p:nvGrpSpPr>
        <p:grpSpPr>
          <a:xfrm>
            <a:off x="2843808" y="1577169"/>
            <a:ext cx="3384376" cy="288032"/>
            <a:chOff x="683568" y="1128167"/>
            <a:chExt cx="3384376" cy="288032"/>
          </a:xfrm>
        </p:grpSpPr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2DD5A78D-C288-931E-610C-172A03205CF3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700AD777-20EC-67B6-4E5A-6B31D2BD594F}"/>
                </a:ext>
              </a:extLst>
            </p:cNvPr>
            <p:cNvSpPr/>
            <p:nvPr/>
          </p:nvSpPr>
          <p:spPr>
            <a:xfrm>
              <a:off x="1547664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107A7545-1243-A1B8-9D5E-492D5F777E13}"/>
                </a:ext>
              </a:extLst>
            </p:cNvPr>
            <p:cNvSpPr/>
            <p:nvPr/>
          </p:nvSpPr>
          <p:spPr>
            <a:xfrm>
              <a:off x="2411760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070960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CA2FF-8F0F-427E-757A-ECEFA335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00C1BF-B0D6-8347-80A1-BAD63B07A001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F0A7D793-2B03-923C-17CE-CAFC52237DCD}"/>
              </a:ext>
            </a:extLst>
          </p:cNvPr>
          <p:cNvSpPr/>
          <p:nvPr/>
        </p:nvSpPr>
        <p:spPr>
          <a:xfrm>
            <a:off x="827584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BD658316-59A4-2091-A88D-EFCB16847817}"/>
              </a:ext>
            </a:extLst>
          </p:cNvPr>
          <p:cNvGrpSpPr/>
          <p:nvPr/>
        </p:nvGrpSpPr>
        <p:grpSpPr>
          <a:xfrm>
            <a:off x="899592" y="795623"/>
            <a:ext cx="3384376" cy="288032"/>
            <a:chOff x="683568" y="1128167"/>
            <a:chExt cx="3384376" cy="288032"/>
          </a:xfrm>
        </p:grpSpPr>
        <p:sp>
          <p:nvSpPr>
            <p:cNvPr id="4" name="모서리가 둥근 직사각형 3">
              <a:extLst>
                <a:ext uri="{FF2B5EF4-FFF2-40B4-BE49-F238E27FC236}">
                  <a16:creationId xmlns:a16="http://schemas.microsoft.com/office/drawing/2014/main" id="{FC5AB164-4FBF-C54E-AA05-5205CBF8F39C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5" name="모서리가 둥근 직사각형 4">
              <a:extLst>
                <a:ext uri="{FF2B5EF4-FFF2-40B4-BE49-F238E27FC236}">
                  <a16:creationId xmlns:a16="http://schemas.microsoft.com/office/drawing/2014/main" id="{6BC590C9-7C99-14B1-BE16-A0EE47B72AEC}"/>
                </a:ext>
              </a:extLst>
            </p:cNvPr>
            <p:cNvSpPr/>
            <p:nvPr/>
          </p:nvSpPr>
          <p:spPr>
            <a:xfrm>
              <a:off x="1547664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6" name="모서리가 둥근 직사각형 5">
              <a:extLst>
                <a:ext uri="{FF2B5EF4-FFF2-40B4-BE49-F238E27FC236}">
                  <a16:creationId xmlns:a16="http://schemas.microsoft.com/office/drawing/2014/main" id="{E59BDF5E-4949-7215-0AE4-DCF5F76FCE39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D9585E1B-6CB9-6965-3E8B-D09781D3B2C0}"/>
              </a:ext>
            </a:extLst>
          </p:cNvPr>
          <p:cNvSpPr/>
          <p:nvPr/>
        </p:nvSpPr>
        <p:spPr>
          <a:xfrm>
            <a:off x="4716016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E227CD6-5E18-8012-165F-E6702C340521}"/>
              </a:ext>
            </a:extLst>
          </p:cNvPr>
          <p:cNvGrpSpPr/>
          <p:nvPr/>
        </p:nvGrpSpPr>
        <p:grpSpPr>
          <a:xfrm>
            <a:off x="4788024" y="795623"/>
            <a:ext cx="3384376" cy="288032"/>
            <a:chOff x="683568" y="1128167"/>
            <a:chExt cx="3384376" cy="288032"/>
          </a:xfrm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8DC856FB-0A8E-421E-6BA5-81F4D12FAB73}"/>
                </a:ext>
              </a:extLst>
            </p:cNvPr>
            <p:cNvSpPr/>
            <p:nvPr/>
          </p:nvSpPr>
          <p:spPr>
            <a:xfrm>
              <a:off x="683568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07C107C7-9D7C-E7AE-D1C3-41EE824E3909}"/>
                </a:ext>
              </a:extLst>
            </p:cNvPr>
            <p:cNvSpPr/>
            <p:nvPr/>
          </p:nvSpPr>
          <p:spPr>
            <a:xfrm>
              <a:off x="2339752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A2669627-73D6-B3FF-7FED-B1D6D2FC4F2A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21AF130-6885-216D-0F68-A10AC4328C5F}"/>
              </a:ext>
            </a:extLst>
          </p:cNvPr>
          <p:cNvSpPr/>
          <p:nvPr/>
        </p:nvSpPr>
        <p:spPr>
          <a:xfrm>
            <a:off x="2771800" y="1505161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DA589F1-6CC7-723B-84C1-FBBE65B97DA0}"/>
              </a:ext>
            </a:extLst>
          </p:cNvPr>
          <p:cNvGrpSpPr/>
          <p:nvPr/>
        </p:nvGrpSpPr>
        <p:grpSpPr>
          <a:xfrm>
            <a:off x="2843808" y="1577169"/>
            <a:ext cx="3384376" cy="288032"/>
            <a:chOff x="683568" y="1128167"/>
            <a:chExt cx="3384376" cy="288032"/>
          </a:xfrm>
        </p:grpSpPr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2D01787A-7B22-CFA0-B1D5-E1917CE09C14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2D6B41C6-4940-31FD-CE2A-F9593AF3F2C1}"/>
                </a:ext>
              </a:extLst>
            </p:cNvPr>
            <p:cNvSpPr/>
            <p:nvPr/>
          </p:nvSpPr>
          <p:spPr>
            <a:xfrm>
              <a:off x="1547664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B5E4CD30-AD61-033E-500F-4197B0859121}"/>
                </a:ext>
              </a:extLst>
            </p:cNvPr>
            <p:cNvSpPr/>
            <p:nvPr/>
          </p:nvSpPr>
          <p:spPr>
            <a:xfrm>
              <a:off x="2411760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772219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2546"/>
            <a:ext cx="8229600" cy="857250"/>
          </a:xfrm>
        </p:spPr>
        <p:txBody>
          <a:bodyPr/>
          <a:lstStyle/>
          <a:p>
            <a:r>
              <a:rPr lang="en-US" altLang="ko-KR"/>
              <a:t>Key-value</a:t>
            </a:r>
            <a:endParaRPr lang="ko-KR" alt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0737893A-0903-4CE4-8266-22919264CB85}"/>
              </a:ext>
            </a:extLst>
          </p:cNvPr>
          <p:cNvGrpSpPr/>
          <p:nvPr/>
        </p:nvGrpSpPr>
        <p:grpSpPr>
          <a:xfrm>
            <a:off x="2771800" y="1131590"/>
            <a:ext cx="3528392" cy="1224136"/>
            <a:chOff x="2771800" y="1059582"/>
            <a:chExt cx="3528392" cy="1296144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C40C13BA-C3DE-4929-9CC6-887BC578BA2B}"/>
                </a:ext>
              </a:extLst>
            </p:cNvPr>
            <p:cNvSpPr/>
            <p:nvPr/>
          </p:nvSpPr>
          <p:spPr>
            <a:xfrm>
              <a:off x="2771800" y="1059582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5675355-181B-438F-BFCB-FE3E29EE89D5}"/>
                </a:ext>
              </a:extLst>
            </p:cNvPr>
            <p:cNvSpPr/>
            <p:nvPr/>
          </p:nvSpPr>
          <p:spPr>
            <a:xfrm>
              <a:off x="3851920" y="1059582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49ECC80A-7CDE-497A-A78A-3574E55997F8}"/>
                </a:ext>
              </a:extLst>
            </p:cNvPr>
            <p:cNvSpPr/>
            <p:nvPr/>
          </p:nvSpPr>
          <p:spPr>
            <a:xfrm>
              <a:off x="2771800" y="1491630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E5258C22-3B6E-4C90-81BC-89888EC22F86}"/>
                </a:ext>
              </a:extLst>
            </p:cNvPr>
            <p:cNvSpPr/>
            <p:nvPr/>
          </p:nvSpPr>
          <p:spPr>
            <a:xfrm>
              <a:off x="3851920" y="1491630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65A4C71B-108E-4C37-B6D6-DABD6B171446}"/>
                </a:ext>
              </a:extLst>
            </p:cNvPr>
            <p:cNvSpPr/>
            <p:nvPr/>
          </p:nvSpPr>
          <p:spPr>
            <a:xfrm>
              <a:off x="2771800" y="1923678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51B541F3-102A-4EE7-9259-A1777C25671A}"/>
                </a:ext>
              </a:extLst>
            </p:cNvPr>
            <p:cNvSpPr/>
            <p:nvPr/>
          </p:nvSpPr>
          <p:spPr>
            <a:xfrm>
              <a:off x="3851920" y="1923678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</p:grpSp>
    </p:spTree>
    <p:extLst>
      <p:ext uri="{BB962C8B-B14F-4D97-AF65-F5344CB8AC3E}">
        <p14:creationId xmlns:p14="http://schemas.microsoft.com/office/powerpoint/2010/main" val="6803715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45285</TotalTime>
  <Words>920</Words>
  <Application>Microsoft Macintosh PowerPoint</Application>
  <PresentationFormat>화면 슬라이드 쇼(16:9)</PresentationFormat>
  <Paragraphs>412</Paragraphs>
  <Slides>20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3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Key-value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5931</cp:revision>
  <dcterms:created xsi:type="dcterms:W3CDTF">2006-10-05T04:04:58Z</dcterms:created>
  <dcterms:modified xsi:type="dcterms:W3CDTF">2026-02-16T00:08:53Z</dcterms:modified>
</cp:coreProperties>
</file>
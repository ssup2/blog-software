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25" r:id="rId10"/>
    <p:sldId id="438" r:id="rId11"/>
    <p:sldId id="423" r:id="rId12"/>
    <p:sldId id="445" r:id="rId13"/>
    <p:sldId id="444" r:id="rId14"/>
    <p:sldId id="443" r:id="rId15"/>
    <p:sldId id="446" r:id="rId16"/>
    <p:sldId id="433" r:id="rId17"/>
    <p:sldId id="435" r:id="rId18"/>
    <p:sldId id="436" r:id="rId19"/>
    <p:sldId id="437" r:id="rId20"/>
    <p:sldId id="434" r:id="rId21"/>
    <p:sldId id="432" r:id="rId22"/>
    <p:sldId id="431" r:id="rId23"/>
    <p:sldId id="427" r:id="rId24"/>
    <p:sldId id="428" r:id="rId25"/>
    <p:sldId id="421" r:id="rId2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826" autoAdjust="0"/>
    <p:restoredTop sz="87520" autoAdjust="0"/>
  </p:normalViewPr>
  <p:slideViewPr>
    <p:cSldViewPr>
      <p:cViewPr>
        <p:scale>
          <a:sx n="200" d="100"/>
          <a:sy n="200" d="100"/>
        </p:scale>
        <p:origin x="4080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836094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30171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4034885"/>
            <a:ext cx="173428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4034885"/>
            <a:ext cx="304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4034885"/>
            <a:ext cx="1728191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A239274F-726E-67FA-3018-D7520E15D351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0B427C0-C533-08A9-1B92-E9361638088B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C77DE14-913D-63AC-8AEA-4FBFC782138E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274560" y="4138313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46600B1D-9D26-2A52-39F8-561531B688BD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2585664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3673234" y="2587563"/>
            <a:ext cx="3202009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902626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124855" y="2587563"/>
            <a:ext cx="365363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4576476" y="2587563"/>
            <a:ext cx="410525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V="1">
            <a:off x="4576476" y="2587563"/>
            <a:ext cx="783049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585720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404820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 flipH="1">
            <a:off x="1962219" y="960115"/>
            <a:ext cx="864095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1187624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1962219" y="960115"/>
            <a:ext cx="2592287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870194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525401" y="3342607"/>
            <a:ext cx="4595728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40" idx="2"/>
            <a:endCxn id="46" idx="0"/>
          </p:cNvCxnSpPr>
          <p:nvPr/>
        </p:nvCxnSpPr>
        <p:spPr>
          <a:xfrm flipH="1">
            <a:off x="2823265" y="1791533"/>
            <a:ext cx="867145" cy="155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72C3A6C9-59F5-34F2-BE70-8A4A26727740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82F6156-24EF-49B0-71B2-D09F6B8846FC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49B7494-C038-2154-99A5-CDCE16ADC1D9}"/>
              </a:ext>
            </a:extLst>
          </p:cNvPr>
          <p:cNvSpPr/>
          <p:nvPr/>
        </p:nvSpPr>
        <p:spPr>
          <a:xfrm>
            <a:off x="2915816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C04D446-F2E0-C539-BC70-531BF02680A1}"/>
              </a:ext>
            </a:extLst>
          </p:cNvPr>
          <p:cNvSpPr/>
          <p:nvPr/>
        </p:nvSpPr>
        <p:spPr>
          <a:xfrm>
            <a:off x="3071722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B38A00F-9E7F-2305-F0A3-6194E9348A33}"/>
              </a:ext>
            </a:extLst>
          </p:cNvPr>
          <p:cNvCxnSpPr>
            <a:cxnSpLocks/>
            <a:stCxn id="25" idx="3"/>
            <a:endCxn id="39" idx="1"/>
          </p:cNvCxnSpPr>
          <p:nvPr/>
        </p:nvCxnSpPr>
        <p:spPr>
          <a:xfrm>
            <a:off x="2736813" y="1575509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764086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ECE5C62-CC06-1BAE-FE94-F9D3C29CC25D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1092025" y="1856566"/>
            <a:ext cx="0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3E3D3CA-5A84-350F-E2A8-043AF27B8F0C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 flipH="1">
            <a:off x="2823265" y="1856566"/>
            <a:ext cx="3049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7C393CB-1E38-EAE6-3639-F8C9DC6B537F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4554505" y="1856566"/>
            <a:ext cx="1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V="1">
            <a:off x="1098123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1962219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38" idx="2"/>
          </p:cNvCxnSpPr>
          <p:nvPr/>
        </p:nvCxnSpPr>
        <p:spPr>
          <a:xfrm flipH="1" flipV="1">
            <a:off x="1962219" y="933896"/>
            <a:ext cx="2592288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-53554" y="81674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C7FEEE-B022-171E-0064-86ECBA682E41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1AFDB57E-0B1B-64AF-9B66-973E0ABC7C91}"/>
              </a:ext>
            </a:extLst>
          </p:cNvPr>
          <p:cNvSpPr/>
          <p:nvPr/>
        </p:nvSpPr>
        <p:spPr>
          <a:xfrm>
            <a:off x="230171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774F1BC-38D4-9790-778D-21E8A65B417F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83215D7-A315-961A-3132-11862F763D3F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A44729A-04D1-B017-BC04-71C9B31C05F1}"/>
              </a:ext>
            </a:extLst>
          </p:cNvPr>
          <p:cNvSpPr/>
          <p:nvPr/>
        </p:nvSpPr>
        <p:spPr>
          <a:xfrm>
            <a:off x="473338" y="4267964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934A233-D0C7-6BF4-0C9A-3442BB3AE548}"/>
              </a:ext>
            </a:extLst>
          </p:cNvPr>
          <p:cNvSpPr/>
          <p:nvPr/>
        </p:nvSpPr>
        <p:spPr>
          <a:xfrm>
            <a:off x="1187624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915FD9F-BCD3-98C3-0996-250A940C93DB}"/>
              </a:ext>
            </a:extLst>
          </p:cNvPr>
          <p:cNvSpPr/>
          <p:nvPr/>
        </p:nvSpPr>
        <p:spPr>
          <a:xfrm>
            <a:off x="2915816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2C4FDD5-CA0D-8230-759F-50E90162A265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736813" y="733841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39F7B8-5966-1CEF-F015-B5C16B518D51}"/>
              </a:ext>
            </a:extLst>
          </p:cNvPr>
          <p:cNvSpPr/>
          <p:nvPr/>
        </p:nvSpPr>
        <p:spPr>
          <a:xfrm>
            <a:off x="519830" y="3278705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E9E854E5-1A5E-F761-F99F-EF79A8F0366C}"/>
              </a:ext>
            </a:extLst>
          </p:cNvPr>
          <p:cNvSpPr/>
          <p:nvPr/>
        </p:nvSpPr>
        <p:spPr>
          <a:xfrm>
            <a:off x="2248023" y="3288922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3F10A90B-B65D-F2C9-0E81-067A09813AC8}"/>
              </a:ext>
            </a:extLst>
          </p:cNvPr>
          <p:cNvSpPr/>
          <p:nvPr/>
        </p:nvSpPr>
        <p:spPr>
          <a:xfrm>
            <a:off x="3976548" y="3281610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  <a:stCxn id="107" idx="0"/>
            <a:endCxn id="21" idx="2"/>
          </p:cNvCxnSpPr>
          <p:nvPr/>
        </p:nvCxnSpPr>
        <p:spPr>
          <a:xfrm flipH="1" flipV="1">
            <a:off x="4608004" y="918416"/>
            <a:ext cx="544159" cy="2580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  <a:stCxn id="108" idx="0"/>
            <a:endCxn id="35" idx="2"/>
          </p:cNvCxnSpPr>
          <p:nvPr/>
        </p:nvCxnSpPr>
        <p:spPr>
          <a:xfrm flipH="1" flipV="1">
            <a:off x="4608004" y="1897514"/>
            <a:ext cx="544158" cy="21520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  <a:stCxn id="109" idx="0"/>
            <a:endCxn id="39" idx="2"/>
          </p:cNvCxnSpPr>
          <p:nvPr/>
        </p:nvCxnSpPr>
        <p:spPr>
          <a:xfrm flipH="1" flipV="1">
            <a:off x="4608004" y="2874654"/>
            <a:ext cx="544159" cy="17318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1347614"/>
            <a:ext cx="5005573" cy="3600400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EB18D672-24CD-8763-4D06-B32087D4474B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170964"/>
            <a:ext cx="0" cy="19208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8246A4-DF47-DF1B-25B6-1684D64FEA0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170964"/>
            <a:ext cx="3049" cy="19208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A431BE5-9A97-E9F6-4BCA-AFD050A2D41C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170964"/>
            <a:ext cx="1" cy="19208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70473" y="3091795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301713" y="3091795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32953" y="3091795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53893" y="1539365"/>
            <a:ext cx="1288460" cy="297660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1539365"/>
            <a:ext cx="3016650" cy="2976602"/>
          </a:xfrm>
          <a:prstGeom prst="roundRect">
            <a:avLst>
              <a:gd name="adj" fmla="val 563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70473" y="1711830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052D01-4B83-294F-4C26-5B817BEE39F7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343DE668-DF29-BC5E-71C9-BA3D403A9042}"/>
              </a:ext>
            </a:extLst>
          </p:cNvPr>
          <p:cNvSpPr/>
          <p:nvPr/>
        </p:nvSpPr>
        <p:spPr>
          <a:xfrm>
            <a:off x="2301713" y="1711830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301712" y="3929671"/>
            <a:ext cx="2774345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CF566033-3D08-AC27-3738-6181EB8B0632}"/>
              </a:ext>
            </a:extLst>
          </p:cNvPr>
          <p:cNvSpPr/>
          <p:nvPr/>
        </p:nvSpPr>
        <p:spPr>
          <a:xfrm>
            <a:off x="4023807" y="1711830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948C701-A0EC-9B99-5A1B-8ADEEF452680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6C00F247-00ED-0F0D-0107-0D96A7F3B4AA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18A9B12-D0E4-E37F-5769-757BEE06FBAB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DD5B738-7503-46E4-6B34-401589764075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9B86-8C38-2F01-3321-2203C144D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9DAC6-F8EA-C5CD-283F-91DADD9B3FEB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F4F6E80-D36B-23C6-8FB4-C8840F3F35BF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A0EFC17-B229-60A8-1EC6-910E12CDF515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B73F72FB-2A7F-C73E-4565-80CAA1424A12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6DD2212-49DF-572B-B4B8-5BC78854250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B65E149-6026-A399-8DB2-4F254DC1B944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7F275C-E3A8-DECA-28C9-AF57B4F1E2D3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E55826-68C4-ADB4-034F-E63D16BC709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6914B46-215A-F53B-1969-A7100C36A3B6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809186-1E24-93A0-3403-DE7AB22BA662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C00B3A1-C90E-9A4A-91BC-674B70753FFF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BD3319E-8155-15C5-F2B5-787FD543DD91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ADF1E86-B477-AEC6-9B64-F21F85F31FA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6E0555B-1113-6BD9-B63D-BDCA57DC1344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D26628D-B036-B772-DB4E-78755E0A488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98508B4-F6AB-6836-B343-0D830CCEBB48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515E78-C635-AA88-FFCC-90F4680CAC8A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88B7189-7D55-9D57-BB15-32ECA8B1A7AE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9341BBC-DE9C-5E51-E02C-50B91D9F9F9D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3441453-D014-4299-A7E3-8B01D6C05FEB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5A33A36-552E-DE9E-2705-4B57B71FD980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6908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43753-C2CF-6F96-152B-1FE45DD75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ADF85-D85F-9968-8A15-5118A055522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26F6116-C244-9C40-17BD-C26151D235CC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EF9CE68-8979-3081-106A-EAF3CC4BC554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C4A6BD-B24C-5F8A-19A3-613F2887B15D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BBC488A-3B58-25F2-2871-826AD2360021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FE37FB8-EACE-1767-E361-D6A81A997938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0812706-FAC2-47A5-F37F-2F48E8777C5D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92AC7F8-E12B-4EA6-D339-7519FCAC9700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A228FC4-8918-EC61-13B9-88F45D00EECE}"/>
              </a:ext>
            </a:extLst>
          </p:cNvPr>
          <p:cNvSpPr/>
          <p:nvPr/>
        </p:nvSpPr>
        <p:spPr>
          <a:xfrm>
            <a:off x="585720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33B0B64-3714-0BA0-3632-44AD73BAD667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F462BA6-6EAA-83D8-E2D8-4FEF2FA06AA8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96AAE13-6AE4-9B99-145F-04B2C7ABBF11}"/>
              </a:ext>
            </a:extLst>
          </p:cNvPr>
          <p:cNvSpPr/>
          <p:nvPr/>
        </p:nvSpPr>
        <p:spPr>
          <a:xfrm>
            <a:off x="404820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B3DDC63-7A1A-21CB-EC00-63A9041C71FF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B228705-FC02-29B9-B520-1674284B9CC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1B3CD70-50E7-7CD0-7D7B-6AAE3976C03F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64A4CB2-EDFC-6101-3E9C-6DA6FDF85620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1EB02F9-8179-30E1-62B8-87979CF2F9E2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D2539EF-C9B9-2DA6-8C49-78846DC947F0}"/>
              </a:ext>
            </a:extLst>
          </p:cNvPr>
          <p:cNvSpPr/>
          <p:nvPr/>
        </p:nvSpPr>
        <p:spPr>
          <a:xfrm>
            <a:off x="532993" y="3342607"/>
            <a:ext cx="4580544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1C6A30B-32EB-211E-FB4C-576422E83A24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55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BEAFF61-6C07-28BA-B2D3-E18784BCCF55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5D10438-1EDF-68F9-3FC9-68FA5D406512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77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1C9E-23C1-74E0-479B-7867ABB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D0B5DC-F953-5E0C-C0AB-FBB8F349D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62E8FB0-B3CA-ACC4-49C5-E37D3A8716AE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09BF195-F6BD-6C4A-0D9A-6EF2A539294E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C619727-EDF8-6561-3990-551BE5F0A011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8D37DEF-6B49-B346-7CB1-F2CBFB72722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C0EFF99-5CAE-1318-F942-E6B10F0E02B9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C9D8E60-2185-30C8-1E3A-B4F9F399D160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3A8D3AB1-AE94-35A4-6842-7E47F04048A9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E2F642F-9DC3-F3B6-9737-683165AE7C61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7AEC020-8A5C-D6EE-D9FA-9EDCB805A787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8836B01-BA0A-7BEB-C31D-979E4AB1C044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DE3CD68-A9F6-E66D-6658-15DC8F40D808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A67FFBE-D860-6A80-A0CC-453E018E9F5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B19088D-84A2-049D-2E2F-100606B5AAD2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8A2DE4E-C469-0ACF-ACF7-C04CFE167B10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1E612B4-B206-DFBE-4222-B889DAA6FFE1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9698C2CA-077C-B5E4-4A77-0C8769351A10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97301EF-FD15-1818-E29A-BCE78767B54D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A20CA1-1DBC-3F3A-454E-C77AA709819F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1FEB586-CA6E-9153-97AB-2DE9E386CE01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4269389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0C15-9863-373A-0DF6-46807058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4E244-A32F-AEF6-1463-9D840E860E90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1CE202E-7B4D-7EDF-7778-84136B62C007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06AC76-5F7B-8EC9-F355-5DEA1AAEBD0C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DE2BD0-7068-2772-69D9-38B46CC5DE34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6ED7B8-C12E-7E88-4797-A27481D57AF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1D1BF31-CC40-7727-D219-06A0DD996BA2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2401FBA-EF48-4AD4-10F5-1B9A0FD1439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5C16771-94E0-9326-DA3E-84EF955983F1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C71A2EB-F46A-01DE-05BD-D7A768A339D8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9D4385-3D73-6E6B-BBC5-2FF4C2A4AAC0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9D24397-DD5A-20F3-899C-BABB1E236C42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D681EE1-1B09-E991-CD79-94CD9DF8F297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F85F3CF-9CB1-6564-57FC-C5DA4F66EBB0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1E6DAEA-6A2D-5371-C25D-E519AE07ADB2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AC77301-56E7-BF0E-14B5-C7BA724F4D66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015A1AD-F6D9-F748-BDDC-53E2DF17E185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8CA5FCE-C943-AAA1-1CA8-2E6A5C408A98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E88483-6A2B-D837-1C59-C70CBEE8C737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ED2A591-FC11-7777-79BD-D2C0F56BF17D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C5F55F-66D1-CBDE-5ACE-889C1800E97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6BB3F0F8-FE89-BDA3-75EC-4830B2875A8A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3D6D215-CD27-7008-2F0F-0D53AFA3E3C3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D3707E3-7576-30E3-073E-59F3566B3221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596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45948</TotalTime>
  <Words>1448</Words>
  <Application>Microsoft Macintosh PowerPoint</Application>
  <PresentationFormat>화면 슬라이드 쇼(16:9)</PresentationFormat>
  <Paragraphs>599</Paragraphs>
  <Slides>25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6048</cp:revision>
  <dcterms:created xsi:type="dcterms:W3CDTF">2006-10-05T04:04:58Z</dcterms:created>
  <dcterms:modified xsi:type="dcterms:W3CDTF">2026-02-18T04:57:47Z</dcterms:modified>
</cp:coreProperties>
</file>
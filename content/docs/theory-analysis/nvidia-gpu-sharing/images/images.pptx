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422" r:id="rId2"/>
    <p:sldId id="441" r:id="rId3"/>
    <p:sldId id="430" r:id="rId4"/>
    <p:sldId id="440" r:id="rId5"/>
    <p:sldId id="429" r:id="rId6"/>
    <p:sldId id="439" r:id="rId7"/>
    <p:sldId id="424" r:id="rId8"/>
    <p:sldId id="442" r:id="rId9"/>
    <p:sldId id="425" r:id="rId10"/>
    <p:sldId id="438" r:id="rId11"/>
    <p:sldId id="423" r:id="rId12"/>
    <p:sldId id="433" r:id="rId13"/>
    <p:sldId id="435" r:id="rId14"/>
    <p:sldId id="436" r:id="rId15"/>
    <p:sldId id="437" r:id="rId16"/>
    <p:sldId id="434" r:id="rId17"/>
    <p:sldId id="432" r:id="rId18"/>
    <p:sldId id="431" r:id="rId19"/>
    <p:sldId id="427" r:id="rId20"/>
    <p:sldId id="428" r:id="rId21"/>
    <p:sldId id="421" r:id="rId22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491" autoAdjust="0"/>
    <p:restoredTop sz="87440" autoAdjust="0"/>
  </p:normalViewPr>
  <p:slideViewPr>
    <p:cSldViewPr>
      <p:cViewPr varScale="1">
        <p:scale>
          <a:sx n="260" d="100"/>
          <a:sy n="260" d="100"/>
        </p:scale>
        <p:origin x="1440" y="16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2026. 2. 17.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1473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2026. 2. 17.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2026. 2. 17.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2026. 2. 17.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2026. 2. 17.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11F11-D42D-3599-4CAA-04CE5FB7F9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EF48189-BA69-88F7-13F9-6C005C897FAA}"/>
              </a:ext>
            </a:extLst>
          </p:cNvPr>
          <p:cNvSpPr/>
          <p:nvPr/>
        </p:nvSpPr>
        <p:spPr>
          <a:xfrm>
            <a:off x="718555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68A536-6E35-8DE7-72C7-976692BCBDF3}"/>
              </a:ext>
            </a:extLst>
          </p:cNvPr>
          <p:cNvGrpSpPr/>
          <p:nvPr/>
        </p:nvGrpSpPr>
        <p:grpSpPr>
          <a:xfrm>
            <a:off x="849362" y="843558"/>
            <a:ext cx="3421137" cy="1437452"/>
            <a:chOff x="574798" y="826096"/>
            <a:chExt cx="3421137" cy="143745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977CCB32-8A0B-A91F-51E6-385802CBF3B7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9A5D9C6-BBA3-0197-B9D4-FF6B1888BEE0}"/>
                </a:ext>
              </a:extLst>
            </p:cNvPr>
            <p:cNvSpPr/>
            <p:nvPr/>
          </p:nvSpPr>
          <p:spPr>
            <a:xfrm>
              <a:off x="1150863" y="1859789"/>
              <a:ext cx="165335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71B0296D-CAB7-CD4B-89E5-E14E37D2C4D3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E6EE8DC7-838F-6C71-AE3F-D3E5C10D4C52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CAEA42A9-C65A-3A16-9366-DB7357065F1C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59852D17-FB7A-4DF2-9B42-EA413613715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6C6CA93-981E-C9AC-EEED-C94EE324EC7A}"/>
              </a:ext>
            </a:extLst>
          </p:cNvPr>
          <p:cNvSpPr/>
          <p:nvPr/>
        </p:nvSpPr>
        <p:spPr>
          <a:xfrm>
            <a:off x="4716016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729FE195-C856-F870-A669-31CC8543A8A8}"/>
              </a:ext>
            </a:extLst>
          </p:cNvPr>
          <p:cNvGrpSpPr/>
          <p:nvPr/>
        </p:nvGrpSpPr>
        <p:grpSpPr>
          <a:xfrm>
            <a:off x="4846823" y="843558"/>
            <a:ext cx="3421137" cy="1437452"/>
            <a:chOff x="574798" y="826096"/>
            <a:chExt cx="3421137" cy="1437452"/>
          </a:xfrm>
        </p:grpSpPr>
        <p:sp>
          <p:nvSpPr>
            <p:cNvPr id="31" name="모서리가 둥근 직사각형 30">
              <a:extLst>
                <a:ext uri="{FF2B5EF4-FFF2-40B4-BE49-F238E27FC236}">
                  <a16:creationId xmlns:a16="http://schemas.microsoft.com/office/drawing/2014/main" id="{F86B7F2A-F469-17AA-26A4-03CAC51DAB9A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2" name="모서리가 둥근 직사각형 31">
              <a:extLst>
                <a:ext uri="{FF2B5EF4-FFF2-40B4-BE49-F238E27FC236}">
                  <a16:creationId xmlns:a16="http://schemas.microsoft.com/office/drawing/2014/main" id="{0E2B865B-7194-97D2-BF2B-03E17368D09A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3" name="모서리가 둥근 직사각형 32">
              <a:extLst>
                <a:ext uri="{FF2B5EF4-FFF2-40B4-BE49-F238E27FC236}">
                  <a16:creationId xmlns:a16="http://schemas.microsoft.com/office/drawing/2014/main" id="{252839E0-EB43-506E-2AEF-E011806C74A2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4" name="모서리가 둥근 직사각형 33">
              <a:extLst>
                <a:ext uri="{FF2B5EF4-FFF2-40B4-BE49-F238E27FC236}">
                  <a16:creationId xmlns:a16="http://schemas.microsoft.com/office/drawing/2014/main" id="{E55A9179-C125-F41D-1F59-54348C05BDF5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35" name="모서리가 둥근 직사각형 34">
              <a:extLst>
                <a:ext uri="{FF2B5EF4-FFF2-40B4-BE49-F238E27FC236}">
                  <a16:creationId xmlns:a16="http://schemas.microsoft.com/office/drawing/2014/main" id="{011E2EBE-DE1B-7953-637F-D41B473DEF57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6" name="모서리가 둥근 직사각형 35">
              <a:extLst>
                <a:ext uri="{FF2B5EF4-FFF2-40B4-BE49-F238E27FC236}">
                  <a16:creationId xmlns:a16="http://schemas.microsoft.com/office/drawing/2014/main" id="{8B1D1EBC-430A-8FC2-92E1-383DB0C4D598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DA8E23A-E43C-C6EE-CA88-E1FF9387CADB}"/>
              </a:ext>
            </a:extLst>
          </p:cNvPr>
          <p:cNvSpPr/>
          <p:nvPr/>
        </p:nvSpPr>
        <p:spPr>
          <a:xfrm>
            <a:off x="2730624" y="2859782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7D3C32A-E833-6278-F439-CF0E085495FC}"/>
              </a:ext>
            </a:extLst>
          </p:cNvPr>
          <p:cNvGrpSpPr/>
          <p:nvPr/>
        </p:nvGrpSpPr>
        <p:grpSpPr>
          <a:xfrm>
            <a:off x="2861431" y="2979726"/>
            <a:ext cx="3421137" cy="1437452"/>
            <a:chOff x="574798" y="826096"/>
            <a:chExt cx="3421137" cy="1437452"/>
          </a:xfrm>
        </p:grpSpPr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F43C4AA4-6D15-2EA8-E9C1-83704684C1BF}"/>
                </a:ext>
              </a:extLst>
            </p:cNvPr>
            <p:cNvSpPr/>
            <p:nvPr/>
          </p:nvSpPr>
          <p:spPr>
            <a:xfrm>
              <a:off x="1150863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0" name="모서리가 둥근 직사각형 39">
              <a:extLst>
                <a:ext uri="{FF2B5EF4-FFF2-40B4-BE49-F238E27FC236}">
                  <a16:creationId xmlns:a16="http://schemas.microsoft.com/office/drawing/2014/main" id="{827B156C-C5AB-9897-DD19-AFD79773B979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1" name="모서리가 둥근 직사각형 40">
              <a:extLst>
                <a:ext uri="{FF2B5EF4-FFF2-40B4-BE49-F238E27FC236}">
                  <a16:creationId xmlns:a16="http://schemas.microsoft.com/office/drawing/2014/main" id="{E87A6927-1904-BF2A-101E-AE3EE092C304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2" name="모서리가 둥근 직사각형 41">
              <a:extLst>
                <a:ext uri="{FF2B5EF4-FFF2-40B4-BE49-F238E27FC236}">
                  <a16:creationId xmlns:a16="http://schemas.microsoft.com/office/drawing/2014/main" id="{072C5278-ED88-7951-1F16-D999E88F0ABF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3" name="모서리가 둥근 직사각형 42">
              <a:extLst>
                <a:ext uri="{FF2B5EF4-FFF2-40B4-BE49-F238E27FC236}">
                  <a16:creationId xmlns:a16="http://schemas.microsoft.com/office/drawing/2014/main" id="{CA267AFA-8650-8F31-0210-EBF65A43730E}"/>
                </a:ext>
              </a:extLst>
            </p:cNvPr>
            <p:cNvSpPr/>
            <p:nvPr/>
          </p:nvSpPr>
          <p:spPr>
            <a:xfrm>
              <a:off x="1150863" y="1271528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4" name="모서리가 둥근 직사각형 43">
              <a:extLst>
                <a:ext uri="{FF2B5EF4-FFF2-40B4-BE49-F238E27FC236}">
                  <a16:creationId xmlns:a16="http://schemas.microsoft.com/office/drawing/2014/main" id="{FB9D3E7E-04B3-EC3D-C464-A3A46E10AD1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5" name="모서리가 둥근 직사각형 44">
              <a:extLst>
                <a:ext uri="{FF2B5EF4-FFF2-40B4-BE49-F238E27FC236}">
                  <a16:creationId xmlns:a16="http://schemas.microsoft.com/office/drawing/2014/main" id="{BF79A16B-4DCF-89D2-720F-D6FA4B32AD16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4006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BFAF-AA64-AD21-97FF-38F81D747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5A17275-8C40-0017-61D9-01C97D79D940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D0987C6-996F-42D3-59B0-A51ECCC9922D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377B0EE-5082-1735-10C4-50F355DFD26F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E566554-0381-524E-B78A-502340BF51D7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8C5A14C-8060-B6BB-D865-5DD26A0800F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0697BF3-CA16-4CDB-F4CA-FC7284B8084D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1EC8110-9AE1-5C0C-03AF-1AD069E58A5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5262996-E701-C215-5813-06DACE69E7A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43E0A39-E6C0-EA34-5627-B0972D86622D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80B8D8C-E31F-20CB-49F5-731D069A048A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BFBA934B-CC8F-BCF1-3C65-FCB28E66930C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D9B6B71-D130-6D90-FAF9-76D72B63E51B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35620534-EBF1-C47E-54C7-B0DB80109D29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E13E43F-F364-5336-C00A-CE26F00F3AAE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3884477"/>
            <a:ext cx="173428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8C5E658-D63A-D963-D6BB-943EB1F934D8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3884477"/>
            <a:ext cx="304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29CDC975-C3D5-9C54-E9EF-2B02E85970E7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3884477"/>
            <a:ext cx="1728191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A239274F-726E-67FA-3018-D7520E15D351}"/>
              </a:ext>
            </a:extLst>
          </p:cNvPr>
          <p:cNvCxnSpPr>
            <a:cxnSpLocks/>
            <a:stCxn id="8" idx="2"/>
            <a:endCxn id="15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E0B427C0-C533-08A9-1B92-E9361638088B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C77DE14-913D-63AC-8AEA-4FBFC782138E}"/>
              </a:ext>
            </a:extLst>
          </p:cNvPr>
          <p:cNvCxnSpPr>
            <a:cxnSpLocks/>
            <a:stCxn id="13" idx="2"/>
            <a:endCxn id="19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33D99BE-FD95-5283-BB19-A37A8D663B35}"/>
              </a:ext>
            </a:extLst>
          </p:cNvPr>
          <p:cNvSpPr txBox="1"/>
          <p:nvPr/>
        </p:nvSpPr>
        <p:spPr>
          <a:xfrm>
            <a:off x="274560" y="3929811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179996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43061-535F-D3A6-EE65-B8DB472FE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45305D-47B0-05D4-CED7-FBDFB961E91E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F0AE2F73-D1EF-654A-4F2D-7818618D9966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5DAFC7F-E7E8-EA2B-ECA5-F5E675A20E87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3EFF14A-F2F8-64A7-B38F-C7AE98A36966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837AE70-1B05-0981-2AED-014737531268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EEA26F9-586E-05CC-86B8-62E7067DE43F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C8A93FB-253F-3F0A-6781-066DAF6A81DE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3D5AECD-A792-94C4-DBE6-E61934266346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8EE8A261-B242-0F86-5601-D30D083989AE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EB270B7-ED6F-1BF7-F82D-BC4FF44D778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94DE471C-515E-DE95-B563-A67FFCA6DA33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D2B8B2D2-4E62-A48A-9D77-331CB44D711C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C4ACBFB6-2079-AA71-017F-41B1DE8ED94D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8D5E023C-B442-C410-C97F-F2BE0C1F06BC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D462DD91-B495-595D-E4C6-19B106E33C35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F1452831-D6BB-FF61-5647-C3BF065F259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7F09DECF-5A67-4CE8-E4B8-93AAD412AC8C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DF582E56-3238-A620-6111-6035FCE6780C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6960F39-0AEB-3D6B-B1E3-90B31562F661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31E354A-4CC3-4B2F-964B-FEB4C507FE63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94912D51-F529-598B-4855-8A3CFB80FB41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1742F19-1A3B-6402-49F6-BDA490724716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E412808-14AE-83A6-7478-A85AACCA2E38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2BA30377-9616-52C3-22B9-E841B697633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559125-1ADB-E99F-8C8D-BB08AB1E7090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F6A2C708-138C-60EE-E961-059684FB677F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93E331-2855-379A-F4E6-E4D065FC746F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1D4BC569-22BB-5593-84E2-2B784A08111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24C27C-6CDF-7704-C069-93C323819C1E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CEEAE0A6-A9B3-FB7A-37E1-2AE51FB0B2C2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27E9D7-DE3C-CBCF-196E-30F2DEE7D1B0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69796E5D-2D9A-E087-19E7-A26A769EC1BF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9BA3A9-66A5-0293-E7DA-697C4A378D1E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67019E3-79DD-80D9-1452-43ADFBD3EF31}"/>
              </a:ext>
            </a:extLst>
          </p:cNvPr>
          <p:cNvSpPr/>
          <p:nvPr/>
        </p:nvSpPr>
        <p:spPr>
          <a:xfrm>
            <a:off x="44449" y="3452529"/>
            <a:ext cx="725756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14EAC49F-3A09-AADF-E56E-3208D2712CF0}"/>
              </a:ext>
            </a:extLst>
          </p:cNvPr>
          <p:cNvSpPr/>
          <p:nvPr/>
        </p:nvSpPr>
        <p:spPr>
          <a:xfrm>
            <a:off x="44449" y="4003255"/>
            <a:ext cx="816081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70AC2771-C02C-5D04-F5ED-1DB1B114C8AC}"/>
              </a:ext>
            </a:extLst>
          </p:cNvPr>
          <p:cNvSpPr/>
          <p:nvPr/>
        </p:nvSpPr>
        <p:spPr>
          <a:xfrm>
            <a:off x="44448" y="4560156"/>
            <a:ext cx="906405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7109EBED-20E6-30AB-BD86-0FF0F127C469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BDC45AA-828F-3729-21D7-91CB8AB5D909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DABE42-7C45-DCBF-EF4D-CD37D9FE5DCF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5EC0521C-EC15-3C41-241C-E1E1789641C7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2585664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A56AAE34-E897-DD8D-E3AF-78BECDC18C8A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3673234" y="2587563"/>
            <a:ext cx="3202009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F8CE774A-5690-AE6B-0100-99F53C1653F8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902626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F44D48D2-79C4-97E6-38CC-536474CA51DF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124855" y="2587563"/>
            <a:ext cx="3653630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61C2ADF3-15F1-DFF6-C647-110CE90F358E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4576476" y="2587563"/>
            <a:ext cx="4105252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8B26363A-0D1A-AEBF-584B-FBF2013B3883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V="1">
            <a:off x="4576476" y="2587563"/>
            <a:ext cx="783049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237CC06D-C550-B65E-0543-ED70E5E55DF1}"/>
              </a:ext>
            </a:extLst>
          </p:cNvPr>
          <p:cNvCxnSpPr>
            <a:cxnSpLocks/>
          </p:cNvCxnSpPr>
          <p:nvPr/>
        </p:nvCxnSpPr>
        <p:spPr>
          <a:xfrm>
            <a:off x="8228525" y="3147814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7427F9D-12E3-28F6-145B-1574699B7723}"/>
              </a:ext>
            </a:extLst>
          </p:cNvPr>
          <p:cNvSpPr txBox="1"/>
          <p:nvPr/>
        </p:nvSpPr>
        <p:spPr>
          <a:xfrm>
            <a:off x="7734319" y="3020046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3121426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2758C-637E-D286-C75E-BFD5AACC6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CEB03-3C52-1D93-D929-0E1C747B322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6047F13-1921-A9E2-E679-2E5CD479EFC1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4F0E7A4-2517-5C37-E058-34D52969131B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3D07E9F-4493-FB3F-27E7-74A3988977CA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E0ED7F2-BFC4-DF9D-20E5-C03580B84442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366CF97C-20A2-93D3-7C92-0FCA1CC30EE7}"/>
              </a:ext>
            </a:extLst>
          </p:cNvPr>
          <p:cNvSpPr/>
          <p:nvPr/>
        </p:nvSpPr>
        <p:spPr>
          <a:xfrm>
            <a:off x="323528" y="2139702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933D5CA-5B2D-994D-9593-3EE5356B9013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0B63884-296F-E67C-2C35-8D169EF432DC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5F3AD7B7-28DF-1D27-02C0-E18600412806}"/>
              </a:ext>
            </a:extLst>
          </p:cNvPr>
          <p:cNvSpPr/>
          <p:nvPr/>
        </p:nvSpPr>
        <p:spPr>
          <a:xfrm>
            <a:off x="473338" y="420641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630E33C-5898-534E-3BB6-1F824DDB76E5}"/>
              </a:ext>
            </a:extLst>
          </p:cNvPr>
          <p:cNvSpPr/>
          <p:nvPr/>
        </p:nvSpPr>
        <p:spPr>
          <a:xfrm>
            <a:off x="570473" y="3407752"/>
            <a:ext cx="1043104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B76E2BE-B7FF-281C-5147-435C5334031F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D60AE36-F34A-4417-875D-442D3FFFC5BB}"/>
              </a:ext>
            </a:extLst>
          </p:cNvPr>
          <p:cNvSpPr/>
          <p:nvPr/>
        </p:nvSpPr>
        <p:spPr>
          <a:xfrm>
            <a:off x="2301713" y="3407752"/>
            <a:ext cx="1043104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FC3CA83-9744-F22A-81D0-7854F04B8F91}"/>
              </a:ext>
            </a:extLst>
          </p:cNvPr>
          <p:cNvSpPr/>
          <p:nvPr/>
        </p:nvSpPr>
        <p:spPr>
          <a:xfrm>
            <a:off x="4032953" y="3407752"/>
            <a:ext cx="1043104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9019949-F6C5-4DB8-6194-31715202755D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>
            <a:off x="2826314" y="960115"/>
            <a:ext cx="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A0FDCB7D-6C5D-5438-75F6-BFD53F97121E}"/>
              </a:ext>
            </a:extLst>
          </p:cNvPr>
          <p:cNvSpPr/>
          <p:nvPr/>
        </p:nvSpPr>
        <p:spPr>
          <a:xfrm>
            <a:off x="2051720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0067F51-E3EB-E0CA-99F7-F7D97F19882D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2826315" y="960115"/>
            <a:ext cx="172819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7018B60-9B55-C04C-CB8C-FA139AEB401C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>
            <a:off x="1092025" y="960115"/>
            <a:ext cx="1734290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8C05E9A-97B0-5BDF-AEE6-4589CCFEB5EE}"/>
              </a:ext>
            </a:extLst>
          </p:cNvPr>
          <p:cNvSpPr/>
          <p:nvPr/>
        </p:nvSpPr>
        <p:spPr>
          <a:xfrm>
            <a:off x="2207626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758605E9-12E3-18AA-140D-E0F193D2D15C}"/>
              </a:ext>
            </a:extLst>
          </p:cNvPr>
          <p:cNvSpPr/>
          <p:nvPr/>
        </p:nvSpPr>
        <p:spPr>
          <a:xfrm>
            <a:off x="473337" y="3107199"/>
            <a:ext cx="4699856" cy="931402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5E029DE-8A28-3ADC-F2C0-96EE9ACC7065}"/>
              </a:ext>
            </a:extLst>
          </p:cNvPr>
          <p:cNvCxnSpPr>
            <a:cxnSpLocks/>
            <a:stCxn id="43" idx="2"/>
            <a:endCxn id="46" idx="0"/>
          </p:cNvCxnSpPr>
          <p:nvPr/>
        </p:nvCxnSpPr>
        <p:spPr>
          <a:xfrm flipH="1">
            <a:off x="2823265" y="1791533"/>
            <a:ext cx="3049" cy="13156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93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788A7-BC62-29A1-C827-D7593CA4C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A0869-A939-CBAB-5E61-0BDDBEE1F75F}"/>
              </a:ext>
            </a:extLst>
          </p:cNvPr>
          <p:cNvSpPr txBox="1">
            <a:spLocks/>
          </p:cNvSpPr>
          <p:nvPr/>
        </p:nvSpPr>
        <p:spPr>
          <a:xfrm>
            <a:off x="457200" y="-1216369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433FDAE4-7262-F130-8C4C-5ED4F54DC0BD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7442912-DFE9-18F8-4CEB-033D8611CF50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866030-4231-F276-74A9-D157ABA2F63B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B63C2A4-89B4-D2AA-D679-BB0215EB0762}"/>
              </a:ext>
            </a:extLst>
          </p:cNvPr>
          <p:cNvGrpSpPr/>
          <p:nvPr/>
        </p:nvGrpSpPr>
        <p:grpSpPr>
          <a:xfrm>
            <a:off x="1267834" y="134307"/>
            <a:ext cx="7768662" cy="2671514"/>
            <a:chOff x="1267834" y="134307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1515162-4084-E33C-5F77-6DC6E34B7B01}"/>
                </a:ext>
              </a:extLst>
            </p:cNvPr>
            <p:cNvGrpSpPr/>
            <p:nvPr/>
          </p:nvGrpSpPr>
          <p:grpSpPr>
            <a:xfrm>
              <a:off x="1267834" y="134307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7C8F0DC0-6A71-0FED-D55A-8A160A14D809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ABABDF85-D571-83B1-0069-D398A0701CCB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927F1868-9D71-E396-1447-B894477129E0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503EF0E-A5EE-EAB9-0F3C-3FE6DD106618}"/>
                </a:ext>
              </a:extLst>
            </p:cNvPr>
            <p:cNvGrpSpPr/>
            <p:nvPr/>
          </p:nvGrpSpPr>
          <p:grpSpPr>
            <a:xfrm>
              <a:off x="1267834" y="1110024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3CE8A3C0-5F00-8392-83C7-00A1319A5AA1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EF20CB5C-AC2E-E59F-1FAB-21B729B48EB8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31F4AE13-A35A-7A28-8F68-1D8D417A95F3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C710BDB-7439-7F3A-701C-97DA3E4E15BD}"/>
                </a:ext>
              </a:extLst>
            </p:cNvPr>
            <p:cNvGrpSpPr/>
            <p:nvPr/>
          </p:nvGrpSpPr>
          <p:grpSpPr>
            <a:xfrm>
              <a:off x="1270173" y="2085741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1BC54DFC-EEC7-BAEA-DACA-238FFEB69DB2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ED120A1A-289B-FC79-622B-3957444B4276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C6D39719-8C59-EE42-2F95-AD2797F7A740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A5AA9DF-07A7-D742-7F86-72A4D5BE526F}"/>
                </a:ext>
              </a:extLst>
            </p:cNvPr>
            <p:cNvSpPr/>
            <p:nvPr/>
          </p:nvSpPr>
          <p:spPr>
            <a:xfrm>
              <a:off x="3572089" y="134307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4896544E-6397-6EE9-0B70-77723DC49D61}"/>
                </a:ext>
              </a:extLst>
            </p:cNvPr>
            <p:cNvSpPr/>
            <p:nvPr/>
          </p:nvSpPr>
          <p:spPr>
            <a:xfrm>
              <a:off x="3572090" y="153610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3FCB73E-DFC5-00AA-8283-C00F87BC723D}"/>
                </a:ext>
              </a:extLst>
            </p:cNvPr>
            <p:cNvSpPr/>
            <p:nvPr/>
          </p:nvSpPr>
          <p:spPr>
            <a:xfrm>
              <a:off x="3572089" y="2085741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B426B05-ABD7-68D9-BDA5-4356C9D62EDA}"/>
                </a:ext>
              </a:extLst>
            </p:cNvPr>
            <p:cNvSpPr/>
            <p:nvPr/>
          </p:nvSpPr>
          <p:spPr>
            <a:xfrm>
              <a:off x="3572089" y="2517789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1A447D0-BC80-05D6-F85B-40EF599F47F9}"/>
              </a:ext>
            </a:extLst>
          </p:cNvPr>
          <p:cNvSpPr/>
          <p:nvPr/>
        </p:nvSpPr>
        <p:spPr>
          <a:xfrm>
            <a:off x="107504" y="69529"/>
            <a:ext cx="8992046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FFD1294-4A31-3EEF-B65C-BD60F6E4D451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603527" y="2877829"/>
            <a:ext cx="0" cy="5320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FE6E26F-5BCC-E5E2-4E0E-888031DB40A3}"/>
              </a:ext>
            </a:extLst>
          </p:cNvPr>
          <p:cNvSpPr/>
          <p:nvPr/>
        </p:nvSpPr>
        <p:spPr>
          <a:xfrm>
            <a:off x="107504" y="3409927"/>
            <a:ext cx="8992046" cy="1617050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647888EF-17CF-2580-AA87-1EE7E47165C3}"/>
              </a:ext>
            </a:extLst>
          </p:cNvPr>
          <p:cNvSpPr/>
          <p:nvPr/>
        </p:nvSpPr>
        <p:spPr>
          <a:xfrm>
            <a:off x="1267834" y="3498855"/>
            <a:ext cx="776865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FAD83750-EF7F-9BBA-FCFF-5FEFB14ADA21}"/>
              </a:ext>
            </a:extLst>
          </p:cNvPr>
          <p:cNvSpPr/>
          <p:nvPr/>
        </p:nvSpPr>
        <p:spPr>
          <a:xfrm>
            <a:off x="1267833" y="4049581"/>
            <a:ext cx="7768659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A8C0B63C-6ABF-24CD-A638-A0B0071430B8}"/>
              </a:ext>
            </a:extLst>
          </p:cNvPr>
          <p:cNvSpPr/>
          <p:nvPr/>
        </p:nvSpPr>
        <p:spPr>
          <a:xfrm>
            <a:off x="1267834" y="4606483"/>
            <a:ext cx="7768659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45ACE1B-F43C-5F29-E027-6042694270D4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D3E93-A1DD-16FF-6E36-4A29DDBBA26A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1121360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58CD4-7A8C-937E-A71C-AA915AF2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39848D-F552-009A-AA5E-FAF8FBDBD8CD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EC0DBAE-FD73-D4BC-E5B7-814A94DAF60B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C3A2BA0-8D81-A822-0678-AE5F167D6E8B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69CF672-26B4-BB69-7E3B-0BD7D80D2EE9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E1F5F94-EF85-2AA7-BFCC-ECF0AE2F9DDC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E38A47B-B110-951F-CDCA-99DF750FF557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ADD2A82-FD24-42B8-C8F0-8701D5EFEC88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3EBF4D8-800C-2B0B-4E4F-2C971221E138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F8367F0D-9EFC-494A-B31D-F0AC7699248D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FB23C154-8C3A-3852-D715-35D4AF6CA464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3F5CE0CD-A236-AA04-CEE3-D84A4B1E703D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F83DDBF-30C2-CAC9-E9CA-78B2DAC01C5E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7FD06E8-EB58-46DB-883B-5816EB4C9247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ECE5C62-CC06-1BAE-FE94-F9D3C29CC25D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3E3D3CA-5A84-350F-E2A8-043AF27B8F0C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7C393CB-1E38-EAE6-3639-F8C9DC6B537F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2706FFF-921B-64FB-6429-EBFA7EDB4D3C}"/>
              </a:ext>
            </a:extLst>
          </p:cNvPr>
          <p:cNvSpPr/>
          <p:nvPr/>
        </p:nvSpPr>
        <p:spPr>
          <a:xfrm>
            <a:off x="2051720" y="509066"/>
            <a:ext cx="1549189" cy="424830"/>
          </a:xfrm>
          <a:prstGeom prst="roundRect">
            <a:avLst>
              <a:gd name="adj" fmla="val 1374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673A6DD-8045-BCD4-F287-93F00AFE3B45}"/>
              </a:ext>
            </a:extLst>
          </p:cNvPr>
          <p:cNvCxnSpPr>
            <a:cxnSpLocks/>
            <a:stCxn id="3" idx="0"/>
            <a:endCxn id="22" idx="2"/>
          </p:cNvCxnSpPr>
          <p:nvPr/>
        </p:nvCxnSpPr>
        <p:spPr>
          <a:xfrm flipV="1">
            <a:off x="1098123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5A7E9F9B-1E4B-26FA-EC25-FBC47C912FE7}"/>
              </a:ext>
            </a:extLst>
          </p:cNvPr>
          <p:cNvCxnSpPr>
            <a:cxnSpLocks/>
            <a:stCxn id="5" idx="0"/>
            <a:endCxn id="22" idx="2"/>
          </p:cNvCxnSpPr>
          <p:nvPr/>
        </p:nvCxnSpPr>
        <p:spPr>
          <a:xfrm flipV="1">
            <a:off x="2826315" y="933896"/>
            <a:ext cx="0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A38321C-A52D-BA78-DE73-2DF4C264BA80}"/>
              </a:ext>
            </a:extLst>
          </p:cNvPr>
          <p:cNvCxnSpPr>
            <a:cxnSpLocks/>
            <a:stCxn id="6" idx="0"/>
            <a:endCxn id="22" idx="2"/>
          </p:cNvCxnSpPr>
          <p:nvPr/>
        </p:nvCxnSpPr>
        <p:spPr>
          <a:xfrm flipH="1" flipV="1">
            <a:off x="2826315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3ED8AF1-F1BE-4DAA-E450-0624B83D4CEF}"/>
              </a:ext>
            </a:extLst>
          </p:cNvPr>
          <p:cNvSpPr txBox="1"/>
          <p:nvPr/>
        </p:nvSpPr>
        <p:spPr>
          <a:xfrm>
            <a:off x="604515" y="680865"/>
            <a:ext cx="1631881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Mediate</a:t>
            </a:r>
          </a:p>
          <a:p>
            <a:pPr algn="ctr"/>
            <a:r>
              <a:rPr kumimoji="1" lang="en-US" altLang="ko-KR" sz="1000" b="1" i="1"/>
              <a:t>App Requests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2360526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E1336-B1C6-EBC0-0FD3-07D02704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7544AC-937F-450F-A441-30B4122266A0}"/>
              </a:ext>
            </a:extLst>
          </p:cNvPr>
          <p:cNvSpPr txBox="1">
            <a:spLocks/>
          </p:cNvSpPr>
          <p:nvPr/>
        </p:nvSpPr>
        <p:spPr>
          <a:xfrm>
            <a:off x="457200" y="-848958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7607D67-A1E4-27D5-3C13-6FFE1159EED5}"/>
              </a:ext>
            </a:extLst>
          </p:cNvPr>
          <p:cNvGrpSpPr/>
          <p:nvPr/>
        </p:nvGrpSpPr>
        <p:grpSpPr>
          <a:xfrm>
            <a:off x="1267832" y="135990"/>
            <a:ext cx="7768664" cy="2671514"/>
            <a:chOff x="1267832" y="135990"/>
            <a:chExt cx="3018743" cy="2671514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4B51E6C-4CBF-807D-1B31-16DF2ABF8AE6}"/>
                </a:ext>
              </a:extLst>
            </p:cNvPr>
            <p:cNvGrpSpPr/>
            <p:nvPr/>
          </p:nvGrpSpPr>
          <p:grpSpPr>
            <a:xfrm>
              <a:off x="1267832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6" name="모서리가 둥근 직사각형 5">
                <a:extLst>
                  <a:ext uri="{FF2B5EF4-FFF2-40B4-BE49-F238E27FC236}">
                    <a16:creationId xmlns:a16="http://schemas.microsoft.com/office/drawing/2014/main" id="{F8F47C88-5B33-94B6-D07E-F90A4C209BA2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CB9617A9-8514-D757-4FAF-89503CEFD3DD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0C1365C3-2053-3CA3-9D39-90AAA88F8EF2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39F316C-BF31-C59A-AB6D-E4D41569D979}"/>
                </a:ext>
              </a:extLst>
            </p:cNvPr>
            <p:cNvGrpSpPr/>
            <p:nvPr/>
          </p:nvGrpSpPr>
          <p:grpSpPr>
            <a:xfrm>
              <a:off x="1267832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0" name="모서리가 둥근 직사각형 9">
                <a:extLst>
                  <a:ext uri="{FF2B5EF4-FFF2-40B4-BE49-F238E27FC236}">
                    <a16:creationId xmlns:a16="http://schemas.microsoft.com/office/drawing/2014/main" id="{ABE3CDBC-0442-F118-A061-F194A37BA02F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D5473931-50D5-7BC2-90EA-FEB7795CBCED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3AC9A941-DD3A-14D5-3824-0B77E4E9DD65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CFE2E7E8-8EC2-E0C0-BF91-186F17263C8E}"/>
                </a:ext>
              </a:extLst>
            </p:cNvPr>
            <p:cNvGrpSpPr/>
            <p:nvPr/>
          </p:nvGrpSpPr>
          <p:grpSpPr>
            <a:xfrm>
              <a:off x="1270171" y="2087424"/>
              <a:ext cx="1951863" cy="720080"/>
              <a:chOff x="4427984" y="987574"/>
              <a:chExt cx="1954702" cy="720080"/>
            </a:xfrm>
          </p:grpSpPr>
          <p:sp>
            <p:nvSpPr>
              <p:cNvPr id="14" name="모서리가 둥근 직사각형 13">
                <a:extLst>
                  <a:ext uri="{FF2B5EF4-FFF2-40B4-BE49-F238E27FC236}">
                    <a16:creationId xmlns:a16="http://schemas.microsoft.com/office/drawing/2014/main" id="{A7C17722-5B14-C043-2AC4-A852F730E4CE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734C40B6-4058-9851-495E-F91F588B5015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6285E215-7442-1B35-307D-23B9A78F87E5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A319E2AB-C626-7BA7-6C43-755CEE443000}"/>
                </a:ext>
              </a:extLst>
            </p:cNvPr>
            <p:cNvSpPr/>
            <p:nvPr/>
          </p:nvSpPr>
          <p:spPr>
            <a:xfrm>
              <a:off x="3572087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0C8407E8-00C3-3E91-AB96-49A17E34A8F0}"/>
                </a:ext>
              </a:extLst>
            </p:cNvPr>
            <p:cNvSpPr/>
            <p:nvPr/>
          </p:nvSpPr>
          <p:spPr>
            <a:xfrm>
              <a:off x="3572088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A3149809-3D87-555E-2238-9726084A9146}"/>
                </a:ext>
              </a:extLst>
            </p:cNvPr>
            <p:cNvSpPr/>
            <p:nvPr/>
          </p:nvSpPr>
          <p:spPr>
            <a:xfrm>
              <a:off x="3572087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EC0EC82-5480-0224-8241-0CBB31D63CC6}"/>
                </a:ext>
              </a:extLst>
            </p:cNvPr>
            <p:cNvSpPr/>
            <p:nvPr/>
          </p:nvSpPr>
          <p:spPr>
            <a:xfrm>
              <a:off x="3572087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DCE638D-BE06-4800-6E16-27F618CEF2DB}"/>
              </a:ext>
            </a:extLst>
          </p:cNvPr>
          <p:cNvSpPr/>
          <p:nvPr/>
        </p:nvSpPr>
        <p:spPr>
          <a:xfrm>
            <a:off x="107504" y="61166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121DA2-0AD6-8800-0980-141AF890A0FB}"/>
              </a:ext>
            </a:extLst>
          </p:cNvPr>
          <p:cNvSpPr/>
          <p:nvPr/>
        </p:nvSpPr>
        <p:spPr>
          <a:xfrm>
            <a:off x="107504" y="104026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8907D762-A8C7-850D-8452-34357FBF1051}"/>
              </a:ext>
            </a:extLst>
          </p:cNvPr>
          <p:cNvSpPr/>
          <p:nvPr/>
        </p:nvSpPr>
        <p:spPr>
          <a:xfrm>
            <a:off x="107504" y="201740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84" name="직선 연결선[R] 83">
            <a:extLst>
              <a:ext uri="{FF2B5EF4-FFF2-40B4-BE49-F238E27FC236}">
                <a16:creationId xmlns:a16="http://schemas.microsoft.com/office/drawing/2014/main" id="{999D58D9-62CA-91EB-9726-C0DCD862850C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86C53DE5-6ACA-2A13-C6C7-B85CF8E703DB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FD451F-584B-25B1-C6BC-4E273502AE78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2364A5BD-2C01-168F-C377-07E4FD47D628}"/>
              </a:ext>
            </a:extLst>
          </p:cNvPr>
          <p:cNvCxnSpPr>
            <a:cxnSpLocks/>
            <a:stCxn id="107" idx="0"/>
            <a:endCxn id="21" idx="2"/>
          </p:cNvCxnSpPr>
          <p:nvPr/>
        </p:nvCxnSpPr>
        <p:spPr>
          <a:xfrm flipH="1" flipV="1">
            <a:off x="4608004" y="918416"/>
            <a:ext cx="544159" cy="25804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5E367513-D14B-D6A3-75A1-9064CE9542F3}"/>
              </a:ext>
            </a:extLst>
          </p:cNvPr>
          <p:cNvSpPr/>
          <p:nvPr/>
        </p:nvSpPr>
        <p:spPr>
          <a:xfrm>
            <a:off x="1267832" y="3498855"/>
            <a:ext cx="7768662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4A5EE7DE-32E9-AEE5-3055-3289E4728D0B}"/>
              </a:ext>
            </a:extLst>
          </p:cNvPr>
          <p:cNvSpPr/>
          <p:nvPr/>
        </p:nvSpPr>
        <p:spPr>
          <a:xfrm>
            <a:off x="1267831" y="4049581"/>
            <a:ext cx="776866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1ED5DCB0-44B8-7CA0-D2A6-FAA260036096}"/>
              </a:ext>
            </a:extLst>
          </p:cNvPr>
          <p:cNvSpPr/>
          <p:nvPr/>
        </p:nvSpPr>
        <p:spPr>
          <a:xfrm>
            <a:off x="1267832" y="4606483"/>
            <a:ext cx="7768662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570FA6F9-0570-A52B-9134-0D75A2C2325B}"/>
              </a:ext>
            </a:extLst>
          </p:cNvPr>
          <p:cNvCxnSpPr>
            <a:cxnSpLocks/>
            <a:stCxn id="108" idx="0"/>
            <a:endCxn id="35" idx="2"/>
          </p:cNvCxnSpPr>
          <p:nvPr/>
        </p:nvCxnSpPr>
        <p:spPr>
          <a:xfrm flipH="1" flipV="1">
            <a:off x="4608004" y="1897514"/>
            <a:ext cx="544158" cy="21520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ECB71A27-6F77-4807-F13D-CBA903B7198A}"/>
              </a:ext>
            </a:extLst>
          </p:cNvPr>
          <p:cNvCxnSpPr>
            <a:cxnSpLocks/>
            <a:stCxn id="109" idx="0"/>
            <a:endCxn id="39" idx="2"/>
          </p:cNvCxnSpPr>
          <p:nvPr/>
        </p:nvCxnSpPr>
        <p:spPr>
          <a:xfrm flipH="1" flipV="1">
            <a:off x="4608004" y="2874654"/>
            <a:ext cx="544159" cy="17318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6AB37F25-F3DC-8133-2C06-4FC81EC82911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7775139-BB0C-72F6-8B63-C15A4EA71069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95735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965D-3CBD-1D9B-7500-304055EDD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BAA80-1362-73A3-5F33-56F3CA99084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C0A0DD0-E4FB-473B-6CA1-9E87ED258228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93F66E7-32AB-3A72-8582-63898E225646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17800AE-2F01-34A4-490D-E0655B7D8EF8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0D8CEC9-CE68-83B5-1099-7F28182F2EFC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341C106-796A-B641-8311-8AD43B223757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6F4A65C-9077-81DD-D355-15620DEDBDAA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BD356BC-3FB1-12DB-7135-E97D001BA5CC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EB18D672-24CD-8763-4D06-B32087D4474B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>
            <a:off x="1092025" y="1856566"/>
            <a:ext cx="0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BB8246A4-DF47-DF1B-25B6-1684D64FEA0D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flipH="1">
            <a:off x="2823265" y="1856566"/>
            <a:ext cx="3049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A431BE5-9A97-E9F6-4BCA-AFD050A2D41C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4554505" y="1856566"/>
            <a:ext cx="1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A841004-5AB8-D953-7B89-820193852509}"/>
              </a:ext>
            </a:extLst>
          </p:cNvPr>
          <p:cNvSpPr/>
          <p:nvPr/>
        </p:nvSpPr>
        <p:spPr>
          <a:xfrm>
            <a:off x="570473" y="3199252"/>
            <a:ext cx="1043104" cy="606973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A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D259145B-A056-2246-7799-2CF4970A385D}"/>
              </a:ext>
            </a:extLst>
          </p:cNvPr>
          <p:cNvSpPr/>
          <p:nvPr/>
        </p:nvSpPr>
        <p:spPr>
          <a:xfrm>
            <a:off x="230171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B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C17259B-7040-2248-C7AA-179F8E38A61B}"/>
              </a:ext>
            </a:extLst>
          </p:cNvPr>
          <p:cNvSpPr/>
          <p:nvPr/>
        </p:nvSpPr>
        <p:spPr>
          <a:xfrm>
            <a:off x="403295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C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1F1BA8A4-F5BB-D598-812D-F5B4756652E0}"/>
              </a:ext>
            </a:extLst>
          </p:cNvPr>
          <p:cNvSpPr/>
          <p:nvPr/>
        </p:nvSpPr>
        <p:spPr>
          <a:xfrm>
            <a:off x="453893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76D0CD1-F708-BC4A-6FB1-7C442D1BD5E6}"/>
              </a:ext>
            </a:extLst>
          </p:cNvPr>
          <p:cNvSpPr/>
          <p:nvPr/>
        </p:nvSpPr>
        <p:spPr>
          <a:xfrm>
            <a:off x="217598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1F651B5-A507-09F0-5290-4A9346F90D21}"/>
              </a:ext>
            </a:extLst>
          </p:cNvPr>
          <p:cNvSpPr/>
          <p:nvPr/>
        </p:nvSpPr>
        <p:spPr>
          <a:xfrm>
            <a:off x="390417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692FC2-6E43-589C-EC82-0C13F15BFEAC}"/>
              </a:ext>
            </a:extLst>
          </p:cNvPr>
          <p:cNvSpPr/>
          <p:nvPr/>
        </p:nvSpPr>
        <p:spPr>
          <a:xfrm>
            <a:off x="57047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052D01-4B83-294F-4C26-5B817BEE39F7}"/>
              </a:ext>
            </a:extLst>
          </p:cNvPr>
          <p:cNvSpPr/>
          <p:nvPr/>
        </p:nvSpPr>
        <p:spPr>
          <a:xfrm>
            <a:off x="57047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343DE668-DF29-BC5E-71C9-BA3D403A9042}"/>
              </a:ext>
            </a:extLst>
          </p:cNvPr>
          <p:cNvSpPr/>
          <p:nvPr/>
        </p:nvSpPr>
        <p:spPr>
          <a:xfrm>
            <a:off x="230171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2BCA8EF-7DE9-4AD3-3EFD-55CA75BE0B57}"/>
              </a:ext>
            </a:extLst>
          </p:cNvPr>
          <p:cNvSpPr/>
          <p:nvPr/>
        </p:nvSpPr>
        <p:spPr>
          <a:xfrm>
            <a:off x="230171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CF566033-3D08-AC27-3738-6181EB8B0632}"/>
              </a:ext>
            </a:extLst>
          </p:cNvPr>
          <p:cNvSpPr/>
          <p:nvPr/>
        </p:nvSpPr>
        <p:spPr>
          <a:xfrm>
            <a:off x="4023807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13240D9F-B89E-8662-3D90-C4DB4F2BFFEF}"/>
              </a:ext>
            </a:extLst>
          </p:cNvPr>
          <p:cNvSpPr/>
          <p:nvPr/>
        </p:nvSpPr>
        <p:spPr>
          <a:xfrm>
            <a:off x="4023807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2736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13A18-6A4B-52B1-EB3D-77334CEE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9E3B3-BCE7-92A4-590B-197E20B6C024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ED0BC13-5149-D2CF-8968-1080D4886F62}"/>
              </a:ext>
            </a:extLst>
          </p:cNvPr>
          <p:cNvSpPr/>
          <p:nvPr/>
        </p:nvSpPr>
        <p:spPr>
          <a:xfrm>
            <a:off x="1115616" y="713946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A100 40GB MIG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F55C6C0-7D80-D4BB-4187-334D32741923}"/>
              </a:ext>
            </a:extLst>
          </p:cNvPr>
          <p:cNvSpPr/>
          <p:nvPr/>
        </p:nvSpPr>
        <p:spPr>
          <a:xfrm>
            <a:off x="1115616" y="915568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7G.40GB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4DF604D-2B92-A00F-1336-286CA9D0803E}"/>
              </a:ext>
            </a:extLst>
          </p:cNvPr>
          <p:cNvSpPr/>
          <p:nvPr/>
        </p:nvSpPr>
        <p:spPr>
          <a:xfrm>
            <a:off x="1115616" y="1117191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C11BF3D-653E-DEBA-141A-4CA8CDB87C4D}"/>
              </a:ext>
            </a:extLst>
          </p:cNvPr>
          <p:cNvSpPr/>
          <p:nvPr/>
        </p:nvSpPr>
        <p:spPr>
          <a:xfrm>
            <a:off x="5148064" y="1117191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8853DB4-DC3C-BAE9-302D-5F13063927A3}"/>
              </a:ext>
            </a:extLst>
          </p:cNvPr>
          <p:cNvSpPr/>
          <p:nvPr/>
        </p:nvSpPr>
        <p:spPr>
          <a:xfrm>
            <a:off x="1115616" y="1318813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B4DB70D-A9A8-C633-CBEE-B1CC3E006554}"/>
              </a:ext>
            </a:extLst>
          </p:cNvPr>
          <p:cNvSpPr/>
          <p:nvPr/>
        </p:nvSpPr>
        <p:spPr>
          <a:xfrm>
            <a:off x="7164288" y="1117191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48717F4-0C27-C01C-0D79-64827AB8EE79}"/>
              </a:ext>
            </a:extLst>
          </p:cNvPr>
          <p:cNvSpPr/>
          <p:nvPr/>
        </p:nvSpPr>
        <p:spPr>
          <a:xfrm>
            <a:off x="7164288" y="15204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07E5EDE-1A4C-8593-C7B3-135AC31BE389}"/>
              </a:ext>
            </a:extLst>
          </p:cNvPr>
          <p:cNvSpPr/>
          <p:nvPr/>
        </p:nvSpPr>
        <p:spPr>
          <a:xfrm>
            <a:off x="5148064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E0D12BE-BDDF-50C5-71AB-92426DDA1DBE}"/>
              </a:ext>
            </a:extLst>
          </p:cNvPr>
          <p:cNvSpPr/>
          <p:nvPr/>
        </p:nvSpPr>
        <p:spPr>
          <a:xfrm>
            <a:off x="6156176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5ED93B-2F6A-5F00-3319-E5CF8BDD79CF}"/>
              </a:ext>
            </a:extLst>
          </p:cNvPr>
          <p:cNvSpPr/>
          <p:nvPr/>
        </p:nvSpPr>
        <p:spPr>
          <a:xfrm>
            <a:off x="7164288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FE4AB3A-781C-299F-8E8D-2CE0AFDA6C08}"/>
              </a:ext>
            </a:extLst>
          </p:cNvPr>
          <p:cNvSpPr/>
          <p:nvPr/>
        </p:nvSpPr>
        <p:spPr>
          <a:xfrm>
            <a:off x="7164284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24DA489-5065-3837-872D-2610EE83BA3F}"/>
              </a:ext>
            </a:extLst>
          </p:cNvPr>
          <p:cNvSpPr/>
          <p:nvPr/>
        </p:nvSpPr>
        <p:spPr>
          <a:xfrm>
            <a:off x="1115616" y="1520436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1BFFC83-72C5-75C4-7696-B99BCFA54AF7}"/>
              </a:ext>
            </a:extLst>
          </p:cNvPr>
          <p:cNvSpPr/>
          <p:nvPr/>
        </p:nvSpPr>
        <p:spPr>
          <a:xfrm>
            <a:off x="4139952" y="1520436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6FDF679-2D27-C955-8FB7-0C54F9F7F8B6}"/>
              </a:ext>
            </a:extLst>
          </p:cNvPr>
          <p:cNvSpPr/>
          <p:nvPr/>
        </p:nvSpPr>
        <p:spPr>
          <a:xfrm>
            <a:off x="1115616" y="1722058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A3B2885-6C2A-1773-DB2A-C4BEB848B07F}"/>
              </a:ext>
            </a:extLst>
          </p:cNvPr>
          <p:cNvSpPr/>
          <p:nvPr/>
        </p:nvSpPr>
        <p:spPr>
          <a:xfrm>
            <a:off x="4139950" y="17220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FAD33AEA-5C5E-AC8B-4307-E8CC9C091B86}"/>
              </a:ext>
            </a:extLst>
          </p:cNvPr>
          <p:cNvSpPr/>
          <p:nvPr/>
        </p:nvSpPr>
        <p:spPr>
          <a:xfrm>
            <a:off x="6156176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8F010E7-61EB-5466-EC16-6CA19112F317}"/>
              </a:ext>
            </a:extLst>
          </p:cNvPr>
          <p:cNvSpPr/>
          <p:nvPr/>
        </p:nvSpPr>
        <p:spPr>
          <a:xfrm>
            <a:off x="1115620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8D52705-A084-40CD-B4BC-AA598546CAE1}"/>
              </a:ext>
            </a:extLst>
          </p:cNvPr>
          <p:cNvSpPr/>
          <p:nvPr/>
        </p:nvSpPr>
        <p:spPr>
          <a:xfrm>
            <a:off x="3131837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148661C-0CCA-E57C-0E18-EBBC47C05C65}"/>
              </a:ext>
            </a:extLst>
          </p:cNvPr>
          <p:cNvSpPr/>
          <p:nvPr/>
        </p:nvSpPr>
        <p:spPr>
          <a:xfrm>
            <a:off x="5148064" y="1923680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F38F81E-308D-F229-D657-49C1AAB9171A}"/>
              </a:ext>
            </a:extLst>
          </p:cNvPr>
          <p:cNvSpPr/>
          <p:nvPr/>
        </p:nvSpPr>
        <p:spPr>
          <a:xfrm>
            <a:off x="1115620" y="2125303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B112BD9-9C74-1755-059B-F89CB41A64B6}"/>
              </a:ext>
            </a:extLst>
          </p:cNvPr>
          <p:cNvSpPr/>
          <p:nvPr/>
        </p:nvSpPr>
        <p:spPr>
          <a:xfrm>
            <a:off x="5148064" y="2125303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5E400BB-7EC0-CB47-09C1-375B5AC9D182}"/>
              </a:ext>
            </a:extLst>
          </p:cNvPr>
          <p:cNvSpPr/>
          <p:nvPr/>
        </p:nvSpPr>
        <p:spPr>
          <a:xfrm>
            <a:off x="3131840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D4C059F-FAFF-C8B6-1C9B-AE584E6859EA}"/>
              </a:ext>
            </a:extLst>
          </p:cNvPr>
          <p:cNvSpPr/>
          <p:nvPr/>
        </p:nvSpPr>
        <p:spPr>
          <a:xfrm>
            <a:off x="4139951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2668F915-852D-0182-CE56-C0356BCF5E2A}"/>
              </a:ext>
            </a:extLst>
          </p:cNvPr>
          <p:cNvSpPr/>
          <p:nvPr/>
        </p:nvSpPr>
        <p:spPr>
          <a:xfrm>
            <a:off x="3131837" y="2326925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7F2E54C-7F18-DAC5-01EA-B74D7C868747}"/>
              </a:ext>
            </a:extLst>
          </p:cNvPr>
          <p:cNvSpPr/>
          <p:nvPr/>
        </p:nvSpPr>
        <p:spPr>
          <a:xfrm>
            <a:off x="5148064" y="2326925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DDC92F2-B564-8D42-08E1-4BD82ECCE7DA}"/>
              </a:ext>
            </a:extLst>
          </p:cNvPr>
          <p:cNvSpPr/>
          <p:nvPr/>
        </p:nvSpPr>
        <p:spPr>
          <a:xfrm>
            <a:off x="1115614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D087BA5-FA0E-F4DD-666D-90BF60509BD7}"/>
              </a:ext>
            </a:extLst>
          </p:cNvPr>
          <p:cNvSpPr/>
          <p:nvPr/>
        </p:nvSpPr>
        <p:spPr>
          <a:xfrm>
            <a:off x="2123725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B9847FF-89AF-0061-5123-AF38803F4EFF}"/>
              </a:ext>
            </a:extLst>
          </p:cNvPr>
          <p:cNvSpPr/>
          <p:nvPr/>
        </p:nvSpPr>
        <p:spPr>
          <a:xfrm>
            <a:off x="1115614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E2D632EF-D65B-F689-32A1-8E36BBD78A86}"/>
              </a:ext>
            </a:extLst>
          </p:cNvPr>
          <p:cNvSpPr/>
          <p:nvPr/>
        </p:nvSpPr>
        <p:spPr>
          <a:xfrm>
            <a:off x="2123725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C628991E-05CF-A384-5939-51E4DD361B0D}"/>
              </a:ext>
            </a:extLst>
          </p:cNvPr>
          <p:cNvSpPr/>
          <p:nvPr/>
        </p:nvSpPr>
        <p:spPr>
          <a:xfrm>
            <a:off x="3131840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7260E602-ED7C-0615-2037-34D2C40BC988}"/>
              </a:ext>
            </a:extLst>
          </p:cNvPr>
          <p:cNvSpPr/>
          <p:nvPr/>
        </p:nvSpPr>
        <p:spPr>
          <a:xfrm>
            <a:off x="4139951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38C69D85-A8B1-0AAE-D243-C8450A831318}"/>
              </a:ext>
            </a:extLst>
          </p:cNvPr>
          <p:cNvSpPr/>
          <p:nvPr/>
        </p:nvSpPr>
        <p:spPr>
          <a:xfrm>
            <a:off x="5148064" y="2528548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E1A9DB9D-3CC8-3AFC-74BD-D1E33267CC86}"/>
              </a:ext>
            </a:extLst>
          </p:cNvPr>
          <p:cNvSpPr/>
          <p:nvPr/>
        </p:nvSpPr>
        <p:spPr>
          <a:xfrm>
            <a:off x="1115620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80D7E545-2195-2C31-3321-070D68A23DEA}"/>
              </a:ext>
            </a:extLst>
          </p:cNvPr>
          <p:cNvSpPr/>
          <p:nvPr/>
        </p:nvSpPr>
        <p:spPr>
          <a:xfrm>
            <a:off x="3131837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DC6C963-E34C-F631-1799-82889732DDFB}"/>
              </a:ext>
            </a:extLst>
          </p:cNvPr>
          <p:cNvSpPr/>
          <p:nvPr/>
        </p:nvSpPr>
        <p:spPr>
          <a:xfrm>
            <a:off x="5148968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F080B94A-D1BE-B41E-0FDA-EE435ACC23B6}"/>
              </a:ext>
            </a:extLst>
          </p:cNvPr>
          <p:cNvSpPr/>
          <p:nvPr/>
        </p:nvSpPr>
        <p:spPr>
          <a:xfrm>
            <a:off x="7164288" y="273017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0B896EE-A1E8-45A7-A1E3-7FB44692F0F7}"/>
              </a:ext>
            </a:extLst>
          </p:cNvPr>
          <p:cNvSpPr/>
          <p:nvPr/>
        </p:nvSpPr>
        <p:spPr>
          <a:xfrm>
            <a:off x="1115620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A7D4A2B-B210-8C5C-A7A1-BADDBB16EB28}"/>
              </a:ext>
            </a:extLst>
          </p:cNvPr>
          <p:cNvSpPr/>
          <p:nvPr/>
        </p:nvSpPr>
        <p:spPr>
          <a:xfrm>
            <a:off x="5148968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68826220-195C-88CE-0E95-285DF7AFAC7A}"/>
              </a:ext>
            </a:extLst>
          </p:cNvPr>
          <p:cNvSpPr/>
          <p:nvPr/>
        </p:nvSpPr>
        <p:spPr>
          <a:xfrm>
            <a:off x="7164288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83C4CE2-96A3-5B34-5240-CE781947A81E}"/>
              </a:ext>
            </a:extLst>
          </p:cNvPr>
          <p:cNvSpPr/>
          <p:nvPr/>
        </p:nvSpPr>
        <p:spPr>
          <a:xfrm>
            <a:off x="3131840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96A24990-97F9-F142-0F61-421ED2742C85}"/>
              </a:ext>
            </a:extLst>
          </p:cNvPr>
          <p:cNvSpPr/>
          <p:nvPr/>
        </p:nvSpPr>
        <p:spPr>
          <a:xfrm>
            <a:off x="4139951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8FF747B6-87C0-97C8-F687-7C58F709EEC0}"/>
              </a:ext>
            </a:extLst>
          </p:cNvPr>
          <p:cNvSpPr/>
          <p:nvPr/>
        </p:nvSpPr>
        <p:spPr>
          <a:xfrm>
            <a:off x="3131837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FB72DE84-C3EB-E8AF-2355-C491BD1CEE26}"/>
              </a:ext>
            </a:extLst>
          </p:cNvPr>
          <p:cNvSpPr/>
          <p:nvPr/>
        </p:nvSpPr>
        <p:spPr>
          <a:xfrm>
            <a:off x="5148968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F92FD3CE-8A4C-9076-A10A-0642E225DDD2}"/>
              </a:ext>
            </a:extLst>
          </p:cNvPr>
          <p:cNvSpPr/>
          <p:nvPr/>
        </p:nvSpPr>
        <p:spPr>
          <a:xfrm>
            <a:off x="7164288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2678E6F-8B80-B2DF-C259-D0CB61C93917}"/>
              </a:ext>
            </a:extLst>
          </p:cNvPr>
          <p:cNvSpPr/>
          <p:nvPr/>
        </p:nvSpPr>
        <p:spPr>
          <a:xfrm>
            <a:off x="1115614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A2B04BC7-8A76-0FE7-2491-D739D0C97965}"/>
              </a:ext>
            </a:extLst>
          </p:cNvPr>
          <p:cNvSpPr/>
          <p:nvPr/>
        </p:nvSpPr>
        <p:spPr>
          <a:xfrm>
            <a:off x="2123725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33E7E70-E55C-04DF-7CC0-D62FD95DBA04}"/>
              </a:ext>
            </a:extLst>
          </p:cNvPr>
          <p:cNvSpPr/>
          <p:nvPr/>
        </p:nvSpPr>
        <p:spPr>
          <a:xfrm>
            <a:off x="1115620" y="3335036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8516F789-E65C-8E4C-106B-BF1E4B5FF645}"/>
              </a:ext>
            </a:extLst>
          </p:cNvPr>
          <p:cNvSpPr/>
          <p:nvPr/>
        </p:nvSpPr>
        <p:spPr>
          <a:xfrm>
            <a:off x="3131840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3AB38DD-34D8-85AD-DAF6-27C5E80B8CAA}"/>
              </a:ext>
            </a:extLst>
          </p:cNvPr>
          <p:cNvSpPr/>
          <p:nvPr/>
        </p:nvSpPr>
        <p:spPr>
          <a:xfrm>
            <a:off x="4139951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55855FB5-21BA-AD27-E25C-B939BFA214AE}"/>
              </a:ext>
            </a:extLst>
          </p:cNvPr>
          <p:cNvSpPr/>
          <p:nvPr/>
        </p:nvSpPr>
        <p:spPr>
          <a:xfrm>
            <a:off x="514715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B9FE666B-CFCF-6AD1-F74E-15A03441227B}"/>
              </a:ext>
            </a:extLst>
          </p:cNvPr>
          <p:cNvSpPr/>
          <p:nvPr/>
        </p:nvSpPr>
        <p:spPr>
          <a:xfrm>
            <a:off x="6155269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B7A82A4-4BEF-9B73-5B06-5C451480402A}"/>
              </a:ext>
            </a:extLst>
          </p:cNvPr>
          <p:cNvSpPr/>
          <p:nvPr/>
        </p:nvSpPr>
        <p:spPr>
          <a:xfrm>
            <a:off x="716428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9A2281C3-1CE0-1660-4F02-B52E221C946D}"/>
              </a:ext>
            </a:extLst>
          </p:cNvPr>
          <p:cNvSpPr/>
          <p:nvPr/>
        </p:nvSpPr>
        <p:spPr>
          <a:xfrm>
            <a:off x="3131837" y="35366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ABCEC97-F89A-AB0B-3AE8-495388C552CB}"/>
              </a:ext>
            </a:extLst>
          </p:cNvPr>
          <p:cNvSpPr/>
          <p:nvPr/>
        </p:nvSpPr>
        <p:spPr>
          <a:xfrm>
            <a:off x="5148968" y="37382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BDED40DC-0F3A-9635-BE75-7CC3996E6DAA}"/>
              </a:ext>
            </a:extLst>
          </p:cNvPr>
          <p:cNvSpPr/>
          <p:nvPr/>
        </p:nvSpPr>
        <p:spPr>
          <a:xfrm>
            <a:off x="1115614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3" name="모서리가 둥근 직사각형 62">
            <a:extLst>
              <a:ext uri="{FF2B5EF4-FFF2-40B4-BE49-F238E27FC236}">
                <a16:creationId xmlns:a16="http://schemas.microsoft.com/office/drawing/2014/main" id="{BBAAA322-4AB5-5AC2-D2F1-E3763605E035}"/>
              </a:ext>
            </a:extLst>
          </p:cNvPr>
          <p:cNvSpPr/>
          <p:nvPr/>
        </p:nvSpPr>
        <p:spPr>
          <a:xfrm>
            <a:off x="2123725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F2B2C9E2-2896-7898-D296-8F5DFA52C470}"/>
              </a:ext>
            </a:extLst>
          </p:cNvPr>
          <p:cNvSpPr/>
          <p:nvPr/>
        </p:nvSpPr>
        <p:spPr>
          <a:xfrm>
            <a:off x="514715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1EA9DD41-8C15-C1AB-EA70-BE9B1CE3DFA1}"/>
              </a:ext>
            </a:extLst>
          </p:cNvPr>
          <p:cNvSpPr/>
          <p:nvPr/>
        </p:nvSpPr>
        <p:spPr>
          <a:xfrm>
            <a:off x="6155269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BF847ACF-B95E-D200-855D-77B6CC5246FB}"/>
              </a:ext>
            </a:extLst>
          </p:cNvPr>
          <p:cNvSpPr/>
          <p:nvPr/>
        </p:nvSpPr>
        <p:spPr>
          <a:xfrm>
            <a:off x="1115614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F98A249-887D-F8FC-70FD-BB872697224B}"/>
              </a:ext>
            </a:extLst>
          </p:cNvPr>
          <p:cNvSpPr/>
          <p:nvPr/>
        </p:nvSpPr>
        <p:spPr>
          <a:xfrm>
            <a:off x="2123725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9DD94C49-4209-C2DD-CB4F-F6DE39D4A639}"/>
              </a:ext>
            </a:extLst>
          </p:cNvPr>
          <p:cNvSpPr/>
          <p:nvPr/>
        </p:nvSpPr>
        <p:spPr>
          <a:xfrm>
            <a:off x="3131840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F82AACB-5CE1-6FEC-328A-40CD58A76C61}"/>
              </a:ext>
            </a:extLst>
          </p:cNvPr>
          <p:cNvSpPr/>
          <p:nvPr/>
        </p:nvSpPr>
        <p:spPr>
          <a:xfrm>
            <a:off x="4139951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46B6577-0526-219F-954E-3FF5D244C773}"/>
              </a:ext>
            </a:extLst>
          </p:cNvPr>
          <p:cNvSpPr/>
          <p:nvPr/>
        </p:nvSpPr>
        <p:spPr>
          <a:xfrm>
            <a:off x="716428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1AB98ED-0CA4-5E24-6931-BCD1BE5FBF86}"/>
              </a:ext>
            </a:extLst>
          </p:cNvPr>
          <p:cNvSpPr/>
          <p:nvPr/>
        </p:nvSpPr>
        <p:spPr>
          <a:xfrm>
            <a:off x="7164288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727C5E2-2C5F-D323-282F-82B89C07920A}"/>
              </a:ext>
            </a:extLst>
          </p:cNvPr>
          <p:cNvSpPr/>
          <p:nvPr/>
        </p:nvSpPr>
        <p:spPr>
          <a:xfrm>
            <a:off x="6154364" y="393990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660E3B85-F708-A308-4032-1A0F7F0E8BF0}"/>
              </a:ext>
            </a:extLst>
          </p:cNvPr>
          <p:cNvSpPr/>
          <p:nvPr/>
        </p:nvSpPr>
        <p:spPr>
          <a:xfrm>
            <a:off x="5147158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61D39CA4-5809-8619-FE26-0774FD33C167}"/>
              </a:ext>
            </a:extLst>
          </p:cNvPr>
          <p:cNvSpPr/>
          <p:nvPr/>
        </p:nvSpPr>
        <p:spPr>
          <a:xfrm>
            <a:off x="1115614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8E097CE6-AF87-56A9-3FB7-6856461F7E66}"/>
              </a:ext>
            </a:extLst>
          </p:cNvPr>
          <p:cNvSpPr/>
          <p:nvPr/>
        </p:nvSpPr>
        <p:spPr>
          <a:xfrm>
            <a:off x="2123725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6" name="모서리가 둥근 직사각형 75">
            <a:extLst>
              <a:ext uri="{FF2B5EF4-FFF2-40B4-BE49-F238E27FC236}">
                <a16:creationId xmlns:a16="http://schemas.microsoft.com/office/drawing/2014/main" id="{8DB0F560-95EF-F0DE-F695-1715A0ED01CA}"/>
              </a:ext>
            </a:extLst>
          </p:cNvPr>
          <p:cNvSpPr/>
          <p:nvPr/>
        </p:nvSpPr>
        <p:spPr>
          <a:xfrm>
            <a:off x="3131840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88560FE6-7FA8-6171-DF16-2E6F350D8CB7}"/>
              </a:ext>
            </a:extLst>
          </p:cNvPr>
          <p:cNvSpPr/>
          <p:nvPr/>
        </p:nvSpPr>
        <p:spPr>
          <a:xfrm>
            <a:off x="4139951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8" name="모서리가 둥근 직사각형 77">
            <a:extLst>
              <a:ext uri="{FF2B5EF4-FFF2-40B4-BE49-F238E27FC236}">
                <a16:creationId xmlns:a16="http://schemas.microsoft.com/office/drawing/2014/main" id="{B7A57BE5-F203-764B-108A-1CD6FA330712}"/>
              </a:ext>
            </a:extLst>
          </p:cNvPr>
          <p:cNvSpPr/>
          <p:nvPr/>
        </p:nvSpPr>
        <p:spPr>
          <a:xfrm>
            <a:off x="514715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DDB6F9E9-FCC4-C6B9-CC34-873C6267079E}"/>
              </a:ext>
            </a:extLst>
          </p:cNvPr>
          <p:cNvSpPr/>
          <p:nvPr/>
        </p:nvSpPr>
        <p:spPr>
          <a:xfrm>
            <a:off x="1115614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A34D4BA8-3C89-28FA-17A5-E66E251CB496}"/>
              </a:ext>
            </a:extLst>
          </p:cNvPr>
          <p:cNvSpPr/>
          <p:nvPr/>
        </p:nvSpPr>
        <p:spPr>
          <a:xfrm>
            <a:off x="2123725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1" name="모서리가 둥근 직사각형 80">
            <a:extLst>
              <a:ext uri="{FF2B5EF4-FFF2-40B4-BE49-F238E27FC236}">
                <a16:creationId xmlns:a16="http://schemas.microsoft.com/office/drawing/2014/main" id="{C1FBECC5-E73E-3C78-105F-E3680FBBA6C6}"/>
              </a:ext>
            </a:extLst>
          </p:cNvPr>
          <p:cNvSpPr/>
          <p:nvPr/>
        </p:nvSpPr>
        <p:spPr>
          <a:xfrm>
            <a:off x="3131840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2409FB-EF02-B1ED-191A-CA7193945BD1}"/>
              </a:ext>
            </a:extLst>
          </p:cNvPr>
          <p:cNvSpPr/>
          <p:nvPr/>
        </p:nvSpPr>
        <p:spPr>
          <a:xfrm>
            <a:off x="4139951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8B955F7B-E117-CC13-6554-8F69EEC5978B}"/>
              </a:ext>
            </a:extLst>
          </p:cNvPr>
          <p:cNvSpPr/>
          <p:nvPr/>
        </p:nvSpPr>
        <p:spPr>
          <a:xfrm>
            <a:off x="6155269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9127C7C8-E3C2-9148-5811-C6732E418755}"/>
              </a:ext>
            </a:extLst>
          </p:cNvPr>
          <p:cNvSpPr/>
          <p:nvPr/>
        </p:nvSpPr>
        <p:spPr>
          <a:xfrm>
            <a:off x="716428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767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4D71-EC52-1A3B-D9DA-82EAE23F8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3F8C3-5570-609B-A358-FE2F0AE75C3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87E961D-19CD-9816-AB9F-46AA0E35DB98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88DAA02-8331-141A-8BD2-76453E109CA4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F4369-1751-5A47-C6C3-C9FE2716E78C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D813277-8E7C-5CFC-D995-33F0217EA28F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9B14AC0-212C-BC3F-4E29-56747DA14B27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98B5FDCA-1ADF-33F8-7C40-4FDDFB7FC755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E3C85F02-27BC-9F2D-6C83-57301AFB8BF6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C509BF38-C702-57DF-9902-C7BCFBAB845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7624BE9-4116-3CCF-401A-AAA948F9369B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C929D42C-3C4B-39FD-4A16-EE3AA5703D89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53690901-8B59-69E2-2A8B-177144FF3E8E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5D5A59AF-E2F7-9460-E862-B2434D64EAEF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70D95D2-2EBF-04DE-9D13-4EC435BAAE88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90316A52-A650-5713-2BE6-5AAB5556D139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7A83D0F9-1E0D-AB4E-8DEA-B247EA3B6E6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2906424B-51EE-D704-84E0-031870A08779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2FBD494-C761-E15A-0C11-EF79B618B1B8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138EAFD-F223-2176-DE31-29F9124E8EA7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1A8C66B4-C31C-5C75-4801-BB34CCB4F7B1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D12DA835-FCE1-58F1-EC9B-F9F5BDD75F5E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F292CC8-8FEC-B63D-9460-8D3A09FC06A8}"/>
              </a:ext>
            </a:extLst>
          </p:cNvPr>
          <p:cNvSpPr/>
          <p:nvPr/>
        </p:nvSpPr>
        <p:spPr>
          <a:xfrm>
            <a:off x="742091" y="61166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4C66B413-B9A5-4E46-90F2-4ABD068C2825}"/>
              </a:ext>
            </a:extLst>
          </p:cNvPr>
          <p:cNvSpPr/>
          <p:nvPr/>
        </p:nvSpPr>
        <p:spPr>
          <a:xfrm>
            <a:off x="742091" y="104026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8ABAB08-9A54-6E1F-7FE0-0A8F101C1872}"/>
              </a:ext>
            </a:extLst>
          </p:cNvPr>
          <p:cNvSpPr/>
          <p:nvPr/>
        </p:nvSpPr>
        <p:spPr>
          <a:xfrm>
            <a:off x="742091" y="201740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CF226FE-04BF-AF20-D568-C65C820B2FF2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2645C5C2-6CC0-5B95-F8E4-B02202FFF793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735CFE9-1FA0-F32F-E39D-F0C334895CBF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46C556E-D5ED-80BF-80EF-B6BA176CE6B3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FE1614-98D9-7651-75DE-3F79BAA28601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C74227A9-29D2-8121-8A99-A6DEA6BBFADD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DC2136D-9262-3A0A-4138-89956491EDE7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4224C6B-75D1-7562-E6D8-90BA1CFC90F9}"/>
              </a:ext>
            </a:extLst>
          </p:cNvPr>
          <p:cNvSpPr/>
          <p:nvPr/>
        </p:nvSpPr>
        <p:spPr>
          <a:xfrm>
            <a:off x="148432" y="3976176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948C701-A0EC-9B99-5A1B-8ADEEF452680}"/>
              </a:ext>
            </a:extLst>
          </p:cNvPr>
          <p:cNvSpPr/>
          <p:nvPr/>
        </p:nvSpPr>
        <p:spPr>
          <a:xfrm>
            <a:off x="148432" y="4532281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6C00F247-00ED-0F0D-0107-0D96A7F3B4AA}"/>
              </a:ext>
            </a:extLst>
          </p:cNvPr>
          <p:cNvCxnSpPr>
            <a:cxnSpLocks/>
            <a:stCxn id="28" idx="0"/>
            <a:endCxn id="22" idx="2"/>
          </p:cNvCxnSpPr>
          <p:nvPr/>
        </p:nvCxnSpPr>
        <p:spPr>
          <a:xfrm flipH="1" flipV="1">
            <a:off x="4898596" y="918416"/>
            <a:ext cx="550398" cy="25816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18A9B12-D0E4-E37F-5769-757BEE06FBAB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H="1" flipV="1">
            <a:off x="4898596" y="1897514"/>
            <a:ext cx="550397" cy="21533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6DD5B738-7503-46E4-6B34-401589764075}"/>
              </a:ext>
            </a:extLst>
          </p:cNvPr>
          <p:cNvCxnSpPr>
            <a:cxnSpLocks/>
            <a:stCxn id="30" idx="0"/>
            <a:endCxn id="24" idx="2"/>
          </p:cNvCxnSpPr>
          <p:nvPr/>
        </p:nvCxnSpPr>
        <p:spPr>
          <a:xfrm flipH="1" flipV="1">
            <a:off x="4898596" y="2874654"/>
            <a:ext cx="550398" cy="1733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6264E77-DDF9-44E0-2A4C-0B2AD35C62E7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0936623-3B65-3CCA-DEDF-04230D420BD2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855914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8F814-9774-6A40-E325-80A7DDA64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902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3F34-4B41-94D1-9835-E45F2A142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C22E90A-67B0-6CBE-8ADE-3334AD673259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91EA81C-1114-F6BF-99B9-F87F4004723D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51A131D-D787-64AE-83FD-5D8FF14F37A3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2DF740E-FB88-53CE-6C58-B33C230BDEB0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E5D0B8-7D9E-BAD0-06B4-8F2D52D5C39D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658D869-35B4-1580-17BE-83EB6ADF06EB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AB985D04-B7A8-E915-5EFA-85F7869EF1B3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4129BA0-1244-941B-737E-A66058EC06C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5694269-CBF5-55EC-4737-75E66073E144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769F3257-A8DC-6921-9CF5-8C40220DEB52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4FF6F05-3F00-1153-B4AB-18ACCD7DD654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9338B7-70FF-803E-523A-908071E60B7E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66CC7EDE-C977-640F-0EB0-C6DBE3AA7709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66F6445-B1CB-8BEC-E360-40709B85FA6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6537905-A4D7-C88D-DDC1-3786EBFA820E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90CE0E8C-6F06-CCF7-2C96-AAA7FE484E2F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2704EF8C-41F6-AB38-FC5C-AA90F2848943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352BD52A-7C2C-29B6-46FF-6EFF93A16D3F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6D0DDD0-2F4B-2BCD-EE35-42AF7BBF42C8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515D9F0-A731-963B-D63A-3094F43D426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3FF9A82-2F5C-8143-6FC0-F7C56B27AC83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15927D8-8660-9472-8FB7-EF8789146997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28ED813-AEDA-957F-20FC-08EB053B601F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A7008DEF-A976-8B04-009C-DCA06781C7CC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162720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9E1A7-7103-35A6-7089-1B3142FF0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CEA9A3E0-811C-AD92-A912-AD5C08F59718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412AD5FC-1974-8C82-95DF-3378AEDBA8F3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A6A6E6E-EAA8-3B26-3C21-60C9410D4ACC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8F5EDCA-B791-41EC-F76A-B4DD8AEAEB67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3A3EADB-B682-6955-D056-66CF8F522F9C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FACB497E-BC00-AA82-150E-C1D197E71396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A633FB-7CE8-D8F8-1738-9E7E703C7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0D9B898-7F7E-074D-139F-B22ED31A06BF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A14687C-1620-1718-1B32-2D91CBB54A80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1883563F-4408-3679-B2EA-28079320A5A8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E151E7C1-24FD-78F3-9A19-117E7E1F586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CAF02E0-E957-ACF1-A6A4-82D150F15A2F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64F455E-B89A-7369-83C8-6D3E602105CA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DCDF0796-6560-6EEB-CC02-75BD7C324B49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23049B20-AA84-2A86-5D46-BAE3B3D7DD08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A61249A-DE91-ED66-99E7-333107C7DE9F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3C17CEA-1CA5-8361-C7E5-1CE38E88345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FF812574-C036-7C11-104D-235C1D5C6C91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B423A7FC-4BAF-6648-5101-C82D487F0EA5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6F99DC2-C99A-5954-685C-D73D92259DFA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1A9FA7E-47E3-0EE5-7070-27F0505FA8AA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66B6355-0233-7735-EE4D-42D5463EFD0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2E19BD6-73F8-6E0F-AAEA-85C61FB5F359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FDB087B9-3B97-42B0-82D4-C1BB3BC55892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5E670A-59EA-E32E-81A7-CE405F5DAAE4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294069F7-BAF3-998C-F177-67717839FA3B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5F57B5-A628-7A5F-7C27-B0ABE3C41E9A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BD035B34-8CF2-D483-B92F-31E27680376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398781-C5DF-D076-4728-8F4ACB16FB86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70A0FA53-C6AA-7394-2F10-2A458F305AE5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4FD7E2-E462-7998-A1C1-A776E70CCF4A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932F902C-E986-95CB-72BE-FE6B14BBF05E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976DEA-52FF-D8BF-DE8A-0F82F7C6D6F9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B32D1702-1336-F5A6-5B88-3B6511483A8F}"/>
              </a:ext>
            </a:extLst>
          </p:cNvPr>
          <p:cNvSpPr/>
          <p:nvPr/>
        </p:nvSpPr>
        <p:spPr>
          <a:xfrm>
            <a:off x="1793384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502768C-AA00-FC3F-8893-62914D57966F}"/>
              </a:ext>
            </a:extLst>
          </p:cNvPr>
          <p:cNvSpPr/>
          <p:nvPr/>
        </p:nvSpPr>
        <p:spPr>
          <a:xfrm>
            <a:off x="3926107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10193FC6-FCCE-2517-50F0-05F2CC92DF14}"/>
              </a:ext>
            </a:extLst>
          </p:cNvPr>
          <p:cNvSpPr/>
          <p:nvPr/>
        </p:nvSpPr>
        <p:spPr>
          <a:xfrm>
            <a:off x="6063425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CF6FAD58-4BA8-17E5-EDD4-8CD25FDEB808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579499-A1C9-0478-E403-50C72084C55A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7910F3-45ED-F38B-74F9-F84818F32B59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4F949B16-90FE-FAE5-92D1-34A4F8C05D18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1349409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C1F82B7-508A-4527-DA2E-D189EC3D9F21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2436979" y="2587563"/>
            <a:ext cx="4438264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7CC3C210-F524-CEF3-7AAC-5B9A4D04B605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134747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92B9977-463F-8061-8B42-2968EF8BEF45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569702" y="2587563"/>
            <a:ext cx="320878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04189B98-DCB3-FD3D-79D0-068F1988B031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6707020" y="2587563"/>
            <a:ext cx="1974708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F2819CB5-D2E4-E86D-94E5-5E85C8AE9CA1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H="1" flipV="1">
            <a:off x="5359525" y="2587563"/>
            <a:ext cx="1347495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2488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E0B15-39F7-8A3F-D0AB-AFD6DD89C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08755C-50AD-A830-0BA2-A61798A22B14}"/>
              </a:ext>
            </a:extLst>
          </p:cNvPr>
          <p:cNvSpPr txBox="1">
            <a:spLocks/>
          </p:cNvSpPr>
          <p:nvPr/>
        </p:nvSpPr>
        <p:spPr>
          <a:xfrm>
            <a:off x="457200" y="-37372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B8A9495-6C75-3407-ECA8-F45CECE65A9E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917059A-43B2-B700-6FB8-F6D7FE2D9775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72E27-3E98-2C72-6036-8F935C1606A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6BEBA2E-4593-4357-CDD2-C8615986AD1E}"/>
              </a:ext>
            </a:extLst>
          </p:cNvPr>
          <p:cNvGrpSpPr/>
          <p:nvPr/>
        </p:nvGrpSpPr>
        <p:grpSpPr>
          <a:xfrm>
            <a:off x="2635986" y="760614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4F584EC3-82A1-4B0F-93D7-E042B6A67591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D23717BC-2636-B30E-0763-3ACA6A3BF0D5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9" name="모서리가 둥근 직사각형 8">
              <a:extLst>
                <a:ext uri="{FF2B5EF4-FFF2-40B4-BE49-F238E27FC236}">
                  <a16:creationId xmlns:a16="http://schemas.microsoft.com/office/drawing/2014/main" id="{BA299110-CB55-E68A-7835-817300B3AACD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F6FF364-408A-4062-BB1A-7300C0708356}"/>
              </a:ext>
            </a:extLst>
          </p:cNvPr>
          <p:cNvGrpSpPr/>
          <p:nvPr/>
        </p:nvGrpSpPr>
        <p:grpSpPr>
          <a:xfrm>
            <a:off x="2635986" y="1736331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FE6DABAC-4BE7-83FA-4622-930696C40D80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F8125F2-B7AB-68CD-94DD-1A268F729D17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>
              <a:extLst>
                <a:ext uri="{FF2B5EF4-FFF2-40B4-BE49-F238E27FC236}">
                  <a16:creationId xmlns:a16="http://schemas.microsoft.com/office/drawing/2014/main" id="{881A3021-F827-F4F1-981C-7ECA19AE1DD3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EBC925C-8053-17C5-27A4-5A99329F64AD}"/>
              </a:ext>
            </a:extLst>
          </p:cNvPr>
          <p:cNvGrpSpPr/>
          <p:nvPr/>
        </p:nvGrpSpPr>
        <p:grpSpPr>
          <a:xfrm>
            <a:off x="2638325" y="2712048"/>
            <a:ext cx="1951863" cy="720080"/>
            <a:chOff x="4427984" y="987574"/>
            <a:chExt cx="1954702" cy="720080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58828CF0-E9C4-1BD7-AA65-BBB4B787B56A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A84A05E3-94F0-11DC-0895-E5BD16FB7ADA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73DED547-8DF9-80E7-CB8E-EEDB7ECD67F4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7AF70E-E99E-5A52-DCD6-4D8C812642E1}"/>
              </a:ext>
            </a:extLst>
          </p:cNvPr>
          <p:cNvSpPr/>
          <p:nvPr/>
        </p:nvSpPr>
        <p:spPr>
          <a:xfrm>
            <a:off x="4940241" y="760614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57948C52-11C3-6E33-4E39-C10EC792AA9E}"/>
              </a:ext>
            </a:extLst>
          </p:cNvPr>
          <p:cNvSpPr/>
          <p:nvPr/>
        </p:nvSpPr>
        <p:spPr>
          <a:xfrm>
            <a:off x="4940242" y="2162407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B0A282A4-D0D2-E8C0-43B4-B415E376E4DF}"/>
              </a:ext>
            </a:extLst>
          </p:cNvPr>
          <p:cNvSpPr/>
          <p:nvPr/>
        </p:nvSpPr>
        <p:spPr>
          <a:xfrm>
            <a:off x="4940241" y="271204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3DFE81B-7A3D-3248-56D8-A24B841564A3}"/>
              </a:ext>
            </a:extLst>
          </p:cNvPr>
          <p:cNvSpPr/>
          <p:nvPr/>
        </p:nvSpPr>
        <p:spPr>
          <a:xfrm>
            <a:off x="4940241" y="314409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760B5-428B-62B3-C1B0-5D28CA76E79B}"/>
              </a:ext>
            </a:extLst>
          </p:cNvPr>
          <p:cNvSpPr/>
          <p:nvPr/>
        </p:nvSpPr>
        <p:spPr>
          <a:xfrm>
            <a:off x="2563976" y="695836"/>
            <a:ext cx="3168353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35DCC22-EB92-534F-DE41-FE784F9BBDB2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145855" y="3504136"/>
            <a:ext cx="2298" cy="5143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A55F010-90D6-61CA-F129-993E8D2D5F53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103D0E9-558B-6B6B-DD9D-35F32A4DC62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B4CF9DA-AB78-B4DC-EBC9-81E4F865F6C5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3AB6B76-0571-89D5-2D96-A0FE833C4D06}"/>
              </a:ext>
            </a:extLst>
          </p:cNvPr>
          <p:cNvSpPr/>
          <p:nvPr/>
        </p:nvSpPr>
        <p:spPr>
          <a:xfrm>
            <a:off x="1202960" y="4018447"/>
            <a:ext cx="5885789" cy="92956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</a:t>
            </a:r>
          </a:p>
        </p:txBody>
      </p:sp>
    </p:spTree>
    <p:extLst>
      <p:ext uri="{BB962C8B-B14F-4D97-AF65-F5344CB8AC3E}">
        <p14:creationId xmlns:p14="http://schemas.microsoft.com/office/powerpoint/2010/main" val="40161256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A1961-99A5-A2F9-8D99-AF12FF9F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9009A-72CE-5C59-8639-802384B1D465}"/>
              </a:ext>
            </a:extLst>
          </p:cNvPr>
          <p:cNvSpPr txBox="1">
            <a:spLocks/>
          </p:cNvSpPr>
          <p:nvPr/>
        </p:nvSpPr>
        <p:spPr>
          <a:xfrm>
            <a:off x="457200" y="-39714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DF919C-0F88-C456-070F-37F799ABA919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ADE746-3926-7E83-0AD0-02691411CEE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012DC9B-2FE1-8EDC-34A8-B4C7261BC8EC}"/>
              </a:ext>
            </a:extLst>
          </p:cNvPr>
          <p:cNvGrpSpPr/>
          <p:nvPr/>
        </p:nvGrpSpPr>
        <p:grpSpPr>
          <a:xfrm>
            <a:off x="2169736" y="755426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D2F5C866-F428-26EB-070D-978C9632DDCC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7B171129-28C4-F9A2-D188-13AFB8E35217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22C91B64-27B2-3864-459D-205C4AE0927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02AC8276-E9B2-4711-7D98-539C5426F7DD}"/>
              </a:ext>
            </a:extLst>
          </p:cNvPr>
          <p:cNvGrpSpPr/>
          <p:nvPr/>
        </p:nvGrpSpPr>
        <p:grpSpPr>
          <a:xfrm>
            <a:off x="2169736" y="1731143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06D0A695-A313-C1C9-FCFB-48DBADFC3988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CC1A6873-9CB6-6837-CB12-BE3C9A2101B8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5B088537-2A39-8F0C-516A-F858E24D46A2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F9B6885-738D-1891-EBCA-54FEC4AD5C37}"/>
              </a:ext>
            </a:extLst>
          </p:cNvPr>
          <p:cNvGrpSpPr/>
          <p:nvPr/>
        </p:nvGrpSpPr>
        <p:grpSpPr>
          <a:xfrm>
            <a:off x="2172075" y="2706860"/>
            <a:ext cx="1951863" cy="720080"/>
            <a:chOff x="4427984" y="987574"/>
            <a:chExt cx="1954702" cy="720080"/>
          </a:xfrm>
        </p:grpSpPr>
        <p:sp>
          <p:nvSpPr>
            <p:cNvPr id="14" name="모서리가 둥근 직사각형 13">
              <a:extLst>
                <a:ext uri="{FF2B5EF4-FFF2-40B4-BE49-F238E27FC236}">
                  <a16:creationId xmlns:a16="http://schemas.microsoft.com/office/drawing/2014/main" id="{9F0BBF4B-DA2A-B227-4200-52F21781FDB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C246C6A8-5472-A483-C5F4-926ABB7C92E8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014CFA0-3D49-5A5A-C8A9-ECE6EDE9DA7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1725D7CE-534D-A771-4694-821A00F63B6F}"/>
              </a:ext>
            </a:extLst>
          </p:cNvPr>
          <p:cNvSpPr/>
          <p:nvPr/>
        </p:nvSpPr>
        <p:spPr>
          <a:xfrm>
            <a:off x="4473991" y="75542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9F677F9-83E0-05DD-CBA5-DAD36E3D7A39}"/>
              </a:ext>
            </a:extLst>
          </p:cNvPr>
          <p:cNvSpPr/>
          <p:nvPr/>
        </p:nvSpPr>
        <p:spPr>
          <a:xfrm>
            <a:off x="4473992" y="2157219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D131962-923E-A219-66B9-848AF83857A7}"/>
              </a:ext>
            </a:extLst>
          </p:cNvPr>
          <p:cNvSpPr/>
          <p:nvPr/>
        </p:nvSpPr>
        <p:spPr>
          <a:xfrm>
            <a:off x="4473991" y="270686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43815F8-8A79-2D06-5203-D48B9D13AE39}"/>
              </a:ext>
            </a:extLst>
          </p:cNvPr>
          <p:cNvSpPr/>
          <p:nvPr/>
        </p:nvSpPr>
        <p:spPr>
          <a:xfrm>
            <a:off x="4473991" y="313890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E940BA90-6A72-F78C-F78E-71D08BCCFFEB}"/>
              </a:ext>
            </a:extLst>
          </p:cNvPr>
          <p:cNvSpPr/>
          <p:nvPr/>
        </p:nvSpPr>
        <p:spPr>
          <a:xfrm>
            <a:off x="2097726" y="690648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82B2B9E-A4D5-E582-69A5-7A1251D90A34}"/>
              </a:ext>
            </a:extLst>
          </p:cNvPr>
          <p:cNvCxnSpPr>
            <a:cxnSpLocks/>
            <a:stCxn id="23" idx="0"/>
            <a:endCxn id="21" idx="1"/>
          </p:cNvCxnSpPr>
          <p:nvPr/>
        </p:nvCxnSpPr>
        <p:spPr>
          <a:xfrm flipV="1">
            <a:off x="2013132" y="1119273"/>
            <a:ext cx="84594" cy="30438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570CE72-8BE6-4D9D-405A-9C73FD5AF559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AE65BCE-8906-4A38-4F00-BFD2422DB3D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3D068BE-230D-5B63-6367-7873EB547570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32" name="직선 연결선[R] 31">
            <a:extLst>
              <a:ext uri="{FF2B5EF4-FFF2-40B4-BE49-F238E27FC236}">
                <a16:creationId xmlns:a16="http://schemas.microsoft.com/office/drawing/2014/main" id="{B64F16C7-0CB0-F732-4056-35C9394A8EFC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471EB44-28A4-8E7C-97D3-B80FC4F1D95A}"/>
              </a:ext>
            </a:extLst>
          </p:cNvPr>
          <p:cNvSpPr/>
          <p:nvPr/>
        </p:nvSpPr>
        <p:spPr>
          <a:xfrm>
            <a:off x="2097726" y="166974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F6FA00E2-A1EC-F15C-234E-D58A88E8C121}"/>
              </a:ext>
            </a:extLst>
          </p:cNvPr>
          <p:cNvSpPr/>
          <p:nvPr/>
        </p:nvSpPr>
        <p:spPr>
          <a:xfrm>
            <a:off x="2097726" y="264688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7CE386D-D38D-B509-796A-5A4746EBBBB0}"/>
              </a:ext>
            </a:extLst>
          </p:cNvPr>
          <p:cNvCxnSpPr>
            <a:cxnSpLocks/>
            <a:stCxn id="24" idx="0"/>
            <a:endCxn id="35" idx="2"/>
          </p:cNvCxnSpPr>
          <p:nvPr/>
        </p:nvCxnSpPr>
        <p:spPr>
          <a:xfrm flipH="1" flipV="1">
            <a:off x="4145854" y="2526996"/>
            <a:ext cx="1" cy="1636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7690585-65FB-1A9E-2126-6A48A8C210D4}"/>
              </a:ext>
            </a:extLst>
          </p:cNvPr>
          <p:cNvCxnSpPr>
            <a:cxnSpLocks/>
            <a:stCxn id="25" idx="0"/>
            <a:endCxn id="39" idx="3"/>
          </p:cNvCxnSpPr>
          <p:nvPr/>
        </p:nvCxnSpPr>
        <p:spPr>
          <a:xfrm flipH="1" flipV="1">
            <a:off x="6193982" y="3075511"/>
            <a:ext cx="89191" cy="10876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94157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848E-F96D-BC16-EF28-73096F7A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9330EE16-16BE-D545-2AB3-CA9D619D40CE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D07AC92-16CF-DB97-0410-F2FC4AAED02B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C29FC7E-BCDD-9727-650E-85A172B2596C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032589E-EAE2-2AEA-FE79-937DFCC7543C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91CD4CD-7D52-4B18-C00A-8141E353AE69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268D548-E43A-5EBF-D9F9-AAA0D00471DD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7BD5E-2E05-0B8A-89C6-DA8CB9CA6E7A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D889DA1B-9A16-6E55-D940-58EBFE1108F1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E1AD53C8-99C3-C716-63EB-53D0D69AAD46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671B18DB-CCAF-D4BE-0DA0-2D1D3B0B386C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19FA6D9-44EC-3BD0-5664-C2E3897805D5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E373B04-6398-0706-76BE-34762C18B6DE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25D15FD-C599-8705-418A-3DEC28770603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3EA92A-273E-815E-EAEA-265D840381B1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7501255A-DE6D-085D-871D-B7BBD3958376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3F90CBD-94E7-041A-8AD3-03871B12F278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0268DB27-902F-1191-FC83-08249E55436D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3A330288-75C4-5563-448C-F46386E9B350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D73B38F-93A3-43E4-7229-94224C90E56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FBA6F7F-F554-B88D-DE4F-4359E787B4A4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2D5978F-8F8E-620B-7D61-873947DD2A12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CC8D1D2-18EA-5835-A119-51C2A85611A4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A3A02BC6-0E1B-2A4A-A6AF-C5A2F7E4578C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BCF17F81-6489-AC73-5079-2D02872773D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0B628C-5467-3268-13EF-DF89C7C20547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146CF763-9EEE-56AA-7E57-A3839ED022B6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D7C6E4-8119-5F08-31D0-EB578FAB1512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CB3944D2-C9A0-84A5-1E97-2705E776D338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040236-9C6B-5007-E07A-091CB82950F2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F68EEE47-019A-7C02-6A0A-7407425A8499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E71C27-325D-133A-21EE-79519B6ECB21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B8E959F0-7D88-E1B8-D97F-2851D00A72D4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258FF4-289F-C5AF-6DD4-22145EA18087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2CB89158-237A-E672-8100-1282C0457391}"/>
              </a:ext>
            </a:extLst>
          </p:cNvPr>
          <p:cNvGrpSpPr/>
          <p:nvPr/>
        </p:nvGrpSpPr>
        <p:grpSpPr>
          <a:xfrm>
            <a:off x="2112287" y="3507854"/>
            <a:ext cx="5557231" cy="703063"/>
            <a:chOff x="1509985" y="3507854"/>
            <a:chExt cx="5557231" cy="703063"/>
          </a:xfrm>
        </p:grpSpPr>
        <p:sp>
          <p:nvSpPr>
            <p:cNvPr id="68" name="모서리가 둥근 직사각형 67">
              <a:extLst>
                <a:ext uri="{FF2B5EF4-FFF2-40B4-BE49-F238E27FC236}">
                  <a16:creationId xmlns:a16="http://schemas.microsoft.com/office/drawing/2014/main" id="{3959FC8E-5D82-68D1-B26C-62F642534A2D}"/>
                </a:ext>
              </a:extLst>
            </p:cNvPr>
            <p:cNvSpPr/>
            <p:nvPr/>
          </p:nvSpPr>
          <p:spPr>
            <a:xfrm>
              <a:off x="1509985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A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69" name="모서리가 둥근 직사각형 68">
              <a:extLst>
                <a:ext uri="{FF2B5EF4-FFF2-40B4-BE49-F238E27FC236}">
                  <a16:creationId xmlns:a16="http://schemas.microsoft.com/office/drawing/2014/main" id="{FD753F57-008C-3C02-F41C-E679F10CFB88}"/>
                </a:ext>
              </a:extLst>
            </p:cNvPr>
            <p:cNvSpPr/>
            <p:nvPr/>
          </p:nvSpPr>
          <p:spPr>
            <a:xfrm>
              <a:off x="3642708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B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70" name="모서리가 둥근 직사각형 69">
              <a:extLst>
                <a:ext uri="{FF2B5EF4-FFF2-40B4-BE49-F238E27FC236}">
                  <a16:creationId xmlns:a16="http://schemas.microsoft.com/office/drawing/2014/main" id="{BDDF1320-8621-0E52-4C28-C00BC7F10174}"/>
                </a:ext>
              </a:extLst>
            </p:cNvPr>
            <p:cNvSpPr/>
            <p:nvPr/>
          </p:nvSpPr>
          <p:spPr>
            <a:xfrm>
              <a:off x="5780026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C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</p:grp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36EC5D0-51A8-D363-F5C6-D60C35B4166C}"/>
              </a:ext>
            </a:extLst>
          </p:cNvPr>
          <p:cNvSpPr/>
          <p:nvPr/>
        </p:nvSpPr>
        <p:spPr>
          <a:xfrm>
            <a:off x="1942541" y="3348025"/>
            <a:ext cx="5892128" cy="1239949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Memory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52010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F8AA1-96F7-D30E-D9EF-CF02F901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32A25-40C6-E8AC-9305-130BB22C6D27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798EF6D-9A38-0FBE-518F-492F7F3DB530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8508226-4F7A-84C4-855F-AF907C9ACC95}"/>
              </a:ext>
            </a:extLst>
          </p:cNvPr>
          <p:cNvSpPr/>
          <p:nvPr/>
        </p:nvSpPr>
        <p:spPr>
          <a:xfrm>
            <a:off x="4857204" y="118521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6BD3A46-C027-94C1-ACD7-7DBD0D75AB67}"/>
              </a:ext>
            </a:extLst>
          </p:cNvPr>
          <p:cNvSpPr/>
          <p:nvPr/>
        </p:nvSpPr>
        <p:spPr>
          <a:xfrm>
            <a:off x="5721300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2016637-0B94-30C4-5791-C97F0511FCD6}"/>
              </a:ext>
            </a:extLst>
          </p:cNvPr>
          <p:cNvSpPr/>
          <p:nvPr/>
        </p:nvSpPr>
        <p:spPr>
          <a:xfrm>
            <a:off x="1619672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C5414B98-A8E0-1830-DE93-17C9AD1460DA}"/>
              </a:ext>
            </a:extLst>
          </p:cNvPr>
          <p:cNvSpPr/>
          <p:nvPr/>
        </p:nvSpPr>
        <p:spPr>
          <a:xfrm>
            <a:off x="169168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044EC391-6FB0-1B44-C831-669067235F83}"/>
              </a:ext>
            </a:extLst>
          </p:cNvPr>
          <p:cNvSpPr/>
          <p:nvPr/>
        </p:nvSpPr>
        <p:spPr>
          <a:xfrm>
            <a:off x="1691680" y="118521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CDE9D3-F9DA-3707-AAC5-C015976D5ADA}"/>
              </a:ext>
            </a:extLst>
          </p:cNvPr>
          <p:cNvSpPr/>
          <p:nvPr/>
        </p:nvSpPr>
        <p:spPr>
          <a:xfrm>
            <a:off x="334503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32E55C2-9BD2-C835-2F40-E51F04354F30}"/>
              </a:ext>
            </a:extLst>
          </p:cNvPr>
          <p:cNvSpPr/>
          <p:nvPr/>
        </p:nvSpPr>
        <p:spPr>
          <a:xfrm>
            <a:off x="3275856" y="2146468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7F9F2D61-38A7-C3A1-5D57-7D402BB33F40}"/>
              </a:ext>
            </a:extLst>
          </p:cNvPr>
          <p:cNvSpPr/>
          <p:nvPr/>
        </p:nvSpPr>
        <p:spPr>
          <a:xfrm>
            <a:off x="3275856" y="2536064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FB1246D-1D9D-14CE-88A9-A16CBB274272}"/>
              </a:ext>
            </a:extLst>
          </p:cNvPr>
          <p:cNvSpPr/>
          <p:nvPr/>
        </p:nvSpPr>
        <p:spPr>
          <a:xfrm>
            <a:off x="4139952" y="2146468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BC8BFB4-2739-9ADC-BFC5-0572810E0EA7}"/>
              </a:ext>
            </a:extLst>
          </p:cNvPr>
          <p:cNvSpPr/>
          <p:nvPr/>
        </p:nvSpPr>
        <p:spPr>
          <a:xfrm>
            <a:off x="4788024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68FD16-E6A1-9086-349C-085377459398}"/>
              </a:ext>
            </a:extLst>
          </p:cNvPr>
          <p:cNvSpPr/>
          <p:nvPr/>
        </p:nvSpPr>
        <p:spPr>
          <a:xfrm>
            <a:off x="3203848" y="206769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58592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945AB-1321-4570-AC2F-34B66BA3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F3A233-F1BD-5411-4824-D8BD71F017B3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C3A312D-7E2F-397F-D45F-D7AF5194EE13}"/>
              </a:ext>
            </a:extLst>
          </p:cNvPr>
          <p:cNvSpPr/>
          <p:nvPr/>
        </p:nvSpPr>
        <p:spPr>
          <a:xfrm>
            <a:off x="478519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4607617-AEA6-981C-98CA-CC3350BCCA4B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E0F4A8F-FD6E-0BFB-DB96-DF2A555D6A74}"/>
              </a:ext>
            </a:extLst>
          </p:cNvPr>
          <p:cNvSpPr/>
          <p:nvPr/>
        </p:nvSpPr>
        <p:spPr>
          <a:xfrm>
            <a:off x="572130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14D595A-1B56-D204-A568-F7AB69B64B13}"/>
              </a:ext>
            </a:extLst>
          </p:cNvPr>
          <p:cNvSpPr/>
          <p:nvPr/>
        </p:nvSpPr>
        <p:spPr>
          <a:xfrm>
            <a:off x="737748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DDBD436-D5FB-AB41-85D8-02D438236F02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FFA6DC0-4C19-4948-54EA-95FA5A38E114}"/>
              </a:ext>
            </a:extLst>
          </p:cNvPr>
          <p:cNvSpPr/>
          <p:nvPr/>
        </p:nvSpPr>
        <p:spPr>
          <a:xfrm>
            <a:off x="899592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BCFDB43-05B8-6D74-693C-BD77B094416A}"/>
              </a:ext>
            </a:extLst>
          </p:cNvPr>
          <p:cNvSpPr/>
          <p:nvPr/>
        </p:nvSpPr>
        <p:spPr>
          <a:xfrm>
            <a:off x="255577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836D9686-C411-F480-48D5-A63F9C9201DC}"/>
              </a:ext>
            </a:extLst>
          </p:cNvPr>
          <p:cNvSpPr/>
          <p:nvPr/>
        </p:nvSpPr>
        <p:spPr>
          <a:xfrm>
            <a:off x="3419872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832824D-593A-7CD7-EBE5-80C7400D23B2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B7F53A7-A9FE-B139-5605-60025328328F}"/>
              </a:ext>
            </a:extLst>
          </p:cNvPr>
          <p:cNvSpPr/>
          <p:nvPr/>
        </p:nvSpPr>
        <p:spPr>
          <a:xfrm>
            <a:off x="2843808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2DE5B08-0B44-ACB9-A08F-1A081CEDD84A}"/>
              </a:ext>
            </a:extLst>
          </p:cNvPr>
          <p:cNvSpPr/>
          <p:nvPr/>
        </p:nvSpPr>
        <p:spPr>
          <a:xfrm>
            <a:off x="3707904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425185E-1B85-8608-B50C-229900571A3C}"/>
              </a:ext>
            </a:extLst>
          </p:cNvPr>
          <p:cNvSpPr/>
          <p:nvPr/>
        </p:nvSpPr>
        <p:spPr>
          <a:xfrm>
            <a:off x="4572000" y="157716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887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BDA65-9EC1-B7CA-EFEE-724CBE0E5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6E4C7-CAC9-8DBC-7858-75875C9D04A5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A7660C-C526-AFF8-B3E0-20CCB5227B27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2F04AF0-693A-2FA0-AD35-E792768EA6CE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436FB4D-988D-1D9D-E93A-0514D1487911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ED2FB2B6-8909-3280-7349-8DF8C93823C4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13FB6B6F-9DB3-72D6-9ED5-CEF2B94603C8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FF6ABA-4637-B63B-CF88-E65A785C2834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B24E9C9-CBB9-F6C8-DAE7-AD22426AD277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72495349-F96E-2D2E-279A-85B98F26BA1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166ADEC3-FFD2-3978-0241-31B54847A404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9FE6D3CE-C472-A778-9315-F771F0A42E26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97E8661-3E67-748E-091D-5D5169F4F294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1BDB5F-355B-C007-6D1C-F26A99D66FB3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D5A78D-C288-931E-610C-172A03205CF3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700AD777-20EC-67B6-4E5A-6B31D2BD594F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107A7545-1243-A1B8-9D5E-492D5F777E13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7096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A2FF-8F0F-427E-757A-ECEFA335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0C1BF-B0D6-8347-80A1-BAD63B07A001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0A7D793-2B03-923C-17CE-CAFC52237DCD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D658316-59A4-2091-A88D-EFCB16847817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C5AB164-4FBF-C54E-AA05-5205CBF8F39C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6BC590C9-7C99-14B1-BE16-A0EE47B72AEC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E59BDF5E-4949-7215-0AE4-DCF5F76FCE39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9585E1B-6CB9-6965-3E8B-D09781D3B2C0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E227CD6-5E18-8012-165F-E6702C340521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8DC856FB-0A8E-421E-6BA5-81F4D12FAB7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7C107C7-9D7C-E7AE-D1C3-41EE824E3909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2669627-73D6-B3FF-7FED-B1D6D2FC4F2A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21AF130-6885-216D-0F68-A10AC4328C5F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DA589F1-6CC7-723B-84C1-FBBE65B97DA0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01787A-7B22-CFA0-B1D5-E1917CE09C14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D6B41C6-4940-31FD-CE2A-F9593AF3F2C1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B5E4CD30-AD61-033E-500F-4197B0859121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72219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45791</TotalTime>
  <Words>1179</Words>
  <Application>Microsoft Macintosh PowerPoint</Application>
  <PresentationFormat>화면 슬라이드 쇼(16:9)</PresentationFormat>
  <Paragraphs>505</Paragraphs>
  <Slides>21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6013</cp:revision>
  <dcterms:created xsi:type="dcterms:W3CDTF">2006-10-05T04:04:58Z</dcterms:created>
  <dcterms:modified xsi:type="dcterms:W3CDTF">2026-02-17T17:34:23Z</dcterms:modified>
</cp:coreProperties>
</file>
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38" r:id="rId10"/>
    <p:sldId id="425" r:id="rId11"/>
    <p:sldId id="448" r:id="rId12"/>
    <p:sldId id="423" r:id="rId13"/>
    <p:sldId id="445" r:id="rId14"/>
    <p:sldId id="444" r:id="rId15"/>
    <p:sldId id="443" r:id="rId16"/>
    <p:sldId id="446" r:id="rId17"/>
    <p:sldId id="447" r:id="rId18"/>
    <p:sldId id="433" r:id="rId19"/>
    <p:sldId id="435" r:id="rId20"/>
    <p:sldId id="436" r:id="rId21"/>
    <p:sldId id="437" r:id="rId22"/>
    <p:sldId id="434" r:id="rId23"/>
    <p:sldId id="432" r:id="rId24"/>
    <p:sldId id="431" r:id="rId25"/>
    <p:sldId id="427" r:id="rId26"/>
    <p:sldId id="428" r:id="rId27"/>
    <p:sldId id="421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5" autoAdjust="0"/>
    <p:restoredTop sz="87520" autoAdjust="0"/>
  </p:normalViewPr>
  <p:slideViewPr>
    <p:cSldViewPr>
      <p:cViewPr>
        <p:scale>
          <a:sx n="202" d="100"/>
          <a:sy n="202" d="100"/>
        </p:scale>
        <p:origin x="560" y="11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18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flipH="1">
            <a:off x="2823265" y="1936935"/>
            <a:ext cx="3050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4138313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18C1A6C-1516-055D-7615-7E9CA3C70864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098123" y="1936935"/>
            <a:ext cx="189730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3CB23AC-68AF-7A72-AC16-9E8F1DBDF734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826315" y="1936935"/>
            <a:ext cx="205993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6041788-AD3B-214C-AA66-E5BB894CC32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4554507" y="1936935"/>
            <a:ext cx="207747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 flipH="1">
            <a:off x="1962219" y="960115"/>
            <a:ext cx="864095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1962219" y="960115"/>
            <a:ext cx="2592287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870194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90410" y="1935549"/>
            <a:ext cx="1" cy="14164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2C1C5F-1308-A441-51C2-E2728C352C9B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3690411" y="1935549"/>
            <a:ext cx="197554" cy="30394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 flipH="1">
            <a:off x="2823680" y="1856566"/>
            <a:ext cx="2634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1674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DD7C2F6-FEEB-86C8-1373-750AA67D744B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1098123" y="1936935"/>
            <a:ext cx="197102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7EB9AA1A-BC9C-A406-E74A-0782E6408F2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826315" y="1936935"/>
            <a:ext cx="207399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C4313A6-6E7D-586D-B14F-8744A637E4B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554507" y="1936935"/>
            <a:ext cx="200762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</p:cNvCxnSpPr>
          <p:nvPr/>
        </p:nvCxnSpPr>
        <p:spPr>
          <a:xfrm>
            <a:off x="1449489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</p:cNvCxnSpPr>
          <p:nvPr/>
        </p:nvCxnSpPr>
        <p:spPr>
          <a:xfrm>
            <a:off x="3183778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</p:cNvCxnSpPr>
          <p:nvPr/>
        </p:nvCxnSpPr>
        <p:spPr>
          <a:xfrm>
            <a:off x="4911970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65513" y="2963887"/>
            <a:ext cx="105302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29675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2799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17783"/>
            <a:ext cx="3016650" cy="299446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242047" y="3820154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656932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291A795-E417-7D64-FEF1-A186F325EA55}"/>
              </a:ext>
            </a:extLst>
          </p:cNvPr>
          <p:cNvSpPr/>
          <p:nvPr/>
        </p:nvSpPr>
        <p:spPr>
          <a:xfrm>
            <a:off x="2390436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A4BFF14-06CD-615E-C80F-1BBED1C47553}"/>
              </a:ext>
            </a:extLst>
          </p:cNvPr>
          <p:cNvSpPr/>
          <p:nvPr/>
        </p:nvSpPr>
        <p:spPr>
          <a:xfrm>
            <a:off x="4126684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9EEE970-EC99-F940-2BEE-535877905EAD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1728085" y="3115015"/>
            <a:ext cx="447902" cy="755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3CDA39-7E56-3D10-2F42-742B54C12A29}"/>
              </a:ext>
            </a:extLst>
          </p:cNvPr>
          <p:cNvSpPr/>
          <p:nvPr/>
        </p:nvSpPr>
        <p:spPr>
          <a:xfrm>
            <a:off x="1565671" y="3060008"/>
            <a:ext cx="772729" cy="346620"/>
          </a:xfrm>
          <a:prstGeom prst="roundRect">
            <a:avLst>
              <a:gd name="adj" fmla="val 13713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8B2844B2-99ED-66EC-FA75-C27571CF9C30}"/>
              </a:ext>
            </a:extLst>
          </p:cNvPr>
          <p:cNvCxnSpPr>
            <a:cxnSpLocks/>
          </p:cNvCxnSpPr>
          <p:nvPr/>
        </p:nvCxnSpPr>
        <p:spPr>
          <a:xfrm flipH="1">
            <a:off x="3031987" y="1251333"/>
            <a:ext cx="1517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6DECA7A-B1EB-56ED-34F9-F187786EF63F}"/>
              </a:ext>
            </a:extLst>
          </p:cNvPr>
          <p:cNvCxnSpPr>
            <a:cxnSpLocks/>
          </p:cNvCxnSpPr>
          <p:nvPr/>
        </p:nvCxnSpPr>
        <p:spPr>
          <a:xfrm flipH="1">
            <a:off x="1293498" y="1251333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C7D7B39F-B3AA-085C-EE72-F2BB79B90E8F}"/>
              </a:ext>
            </a:extLst>
          </p:cNvPr>
          <p:cNvCxnSpPr>
            <a:cxnSpLocks/>
          </p:cNvCxnSpPr>
          <p:nvPr/>
        </p:nvCxnSpPr>
        <p:spPr>
          <a:xfrm flipH="1">
            <a:off x="4755856" y="1251333"/>
            <a:ext cx="156114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881539" y="61166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881539" y="104026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881539" y="201740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  <a:p>
            <a:endParaRPr kumimoji="1" lang="en-US" altLang="ko-KR" sz="1000" b="1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1031334"/>
          </a:xfrm>
          <a:prstGeom prst="roundRect">
            <a:avLst>
              <a:gd name="adj" fmla="val 872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416AB18-47E9-F608-D0C7-51086F8940FA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B70A5E4-9C77-12A3-CA81-2131C44FBB4C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2C8678-8043-57A9-898E-61860AFFBADF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21E7-76E1-51A4-2828-DA4AE49D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34C468-9CC9-7E4C-4E0E-B509277513DC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03A6CED-E779-F651-AB3F-B6B082CF6978}"/>
              </a:ext>
            </a:extLst>
          </p:cNvPr>
          <p:cNvSpPr/>
          <p:nvPr/>
        </p:nvSpPr>
        <p:spPr>
          <a:xfrm>
            <a:off x="3166007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70ABE15-D4C8-A089-1AE9-901D368A420D}"/>
              </a:ext>
            </a:extLst>
          </p:cNvPr>
          <p:cNvSpPr/>
          <p:nvPr/>
        </p:nvSpPr>
        <p:spPr>
          <a:xfrm>
            <a:off x="331581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3115529-6032-AA56-226C-32DB777A82F4}"/>
              </a:ext>
            </a:extLst>
          </p:cNvPr>
          <p:cNvSpPr/>
          <p:nvPr/>
        </p:nvSpPr>
        <p:spPr>
          <a:xfrm>
            <a:off x="4932040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AE4D009-98DC-9C93-09A0-2EC56DA7830A}"/>
              </a:ext>
            </a:extLst>
          </p:cNvPr>
          <p:cNvSpPr/>
          <p:nvPr/>
        </p:nvSpPr>
        <p:spPr>
          <a:xfrm>
            <a:off x="6660232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D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010CE01-2EA1-C611-9088-DE3830B8D0D2}"/>
              </a:ext>
            </a:extLst>
          </p:cNvPr>
          <p:cNvSpPr/>
          <p:nvPr/>
        </p:nvSpPr>
        <p:spPr>
          <a:xfrm>
            <a:off x="1437816" y="1566288"/>
            <a:ext cx="6771606" cy="3096146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7CB02CA-EB56-3716-2737-A10640475F92}"/>
              </a:ext>
            </a:extLst>
          </p:cNvPr>
          <p:cNvSpPr/>
          <p:nvPr/>
        </p:nvSpPr>
        <p:spPr>
          <a:xfrm>
            <a:off x="508794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A453728-6281-5C5A-F192-126AB316C83C}"/>
              </a:ext>
            </a:extLst>
          </p:cNvPr>
          <p:cNvSpPr/>
          <p:nvPr/>
        </p:nvSpPr>
        <p:spPr>
          <a:xfrm>
            <a:off x="6816138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D3A2183-D4EA-1170-C324-09B0777FA33F}"/>
              </a:ext>
            </a:extLst>
          </p:cNvPr>
          <p:cNvCxnSpPr>
            <a:cxnSpLocks/>
          </p:cNvCxnSpPr>
          <p:nvPr/>
        </p:nvCxnSpPr>
        <p:spPr>
          <a:xfrm>
            <a:off x="429196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E8AD19A-044E-8CEA-9D2C-6C9A4E273501}"/>
              </a:ext>
            </a:extLst>
          </p:cNvPr>
          <p:cNvCxnSpPr>
            <a:cxnSpLocks/>
          </p:cNvCxnSpPr>
          <p:nvPr/>
        </p:nvCxnSpPr>
        <p:spPr>
          <a:xfrm>
            <a:off x="606409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44F9A92E-72FA-C6CC-9637-2CFC13F41671}"/>
              </a:ext>
            </a:extLst>
          </p:cNvPr>
          <p:cNvCxnSpPr>
            <a:cxnSpLocks/>
          </p:cNvCxnSpPr>
          <p:nvPr/>
        </p:nvCxnSpPr>
        <p:spPr>
          <a:xfrm>
            <a:off x="7792290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71B89DB-2886-450C-94E6-18B51ECB8016}"/>
              </a:ext>
            </a:extLst>
          </p:cNvPr>
          <p:cNvSpPr/>
          <p:nvPr/>
        </p:nvSpPr>
        <p:spPr>
          <a:xfrm>
            <a:off x="517707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DF1E6312-7C85-7F41-3175-B947D5C52F13}"/>
              </a:ext>
            </a:extLst>
          </p:cNvPr>
          <p:cNvSpPr/>
          <p:nvPr/>
        </p:nvSpPr>
        <p:spPr>
          <a:xfrm>
            <a:off x="690831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057A6876-6EBF-A01B-DA04-483EE8DD415B}"/>
              </a:ext>
            </a:extLst>
          </p:cNvPr>
          <p:cNvSpPr/>
          <p:nvPr/>
        </p:nvSpPr>
        <p:spPr>
          <a:xfrm>
            <a:off x="5056307" y="1725074"/>
            <a:ext cx="3016650" cy="2794754"/>
          </a:xfrm>
          <a:prstGeom prst="roundRect">
            <a:avLst>
              <a:gd name="adj" fmla="val 408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BE2D6D6B-8086-77A2-A645-BA83E5BE7E29}"/>
              </a:ext>
            </a:extLst>
          </p:cNvPr>
          <p:cNvSpPr/>
          <p:nvPr/>
        </p:nvSpPr>
        <p:spPr>
          <a:xfrm>
            <a:off x="5122367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84D6177-74C7-65DF-ACB4-7DD30E03EEB8}"/>
              </a:ext>
            </a:extLst>
          </p:cNvPr>
          <p:cNvSpPr/>
          <p:nvPr/>
        </p:nvSpPr>
        <p:spPr>
          <a:xfrm>
            <a:off x="5123152" y="1781912"/>
            <a:ext cx="2897111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D12F94F6-7FDF-AF31-19FC-25AB97E44D5A}"/>
              </a:ext>
            </a:extLst>
          </p:cNvPr>
          <p:cNvSpPr/>
          <p:nvPr/>
        </p:nvSpPr>
        <p:spPr>
          <a:xfrm>
            <a:off x="5177073" y="2208756"/>
            <a:ext cx="2784264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180FF56-B1B4-3EB5-80AC-7ACCC06DC6CE}"/>
              </a:ext>
            </a:extLst>
          </p:cNvPr>
          <p:cNvSpPr/>
          <p:nvPr/>
        </p:nvSpPr>
        <p:spPr>
          <a:xfrm>
            <a:off x="5122367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14BD47C-26AB-F3D5-1D6C-C8AE9C6EC95C}"/>
              </a:ext>
            </a:extLst>
          </p:cNvPr>
          <p:cNvCxnSpPr>
            <a:cxnSpLocks/>
            <a:stCxn id="68" idx="3"/>
            <a:endCxn id="50" idx="1"/>
          </p:cNvCxnSpPr>
          <p:nvPr/>
        </p:nvCxnSpPr>
        <p:spPr>
          <a:xfrm>
            <a:off x="4595539" y="3122451"/>
            <a:ext cx="460768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5D871488-D4E3-B849-0472-D13B7010F877}"/>
              </a:ext>
            </a:extLst>
          </p:cNvPr>
          <p:cNvSpPr/>
          <p:nvPr/>
        </p:nvSpPr>
        <p:spPr>
          <a:xfrm>
            <a:off x="4445991" y="3071178"/>
            <a:ext cx="772729" cy="346620"/>
          </a:xfrm>
          <a:prstGeom prst="roundRect">
            <a:avLst>
              <a:gd name="adj" fmla="val 13713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11333AA9-326B-8700-A392-E2D035090364}"/>
              </a:ext>
            </a:extLst>
          </p:cNvPr>
          <p:cNvCxnSpPr>
            <a:cxnSpLocks/>
          </p:cNvCxnSpPr>
          <p:nvPr/>
        </p:nvCxnSpPr>
        <p:spPr>
          <a:xfrm flipH="1">
            <a:off x="5912307" y="1358624"/>
            <a:ext cx="1517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A64144E-6945-1BA5-BCAD-E228879698EA}"/>
              </a:ext>
            </a:extLst>
          </p:cNvPr>
          <p:cNvCxnSpPr>
            <a:cxnSpLocks/>
          </p:cNvCxnSpPr>
          <p:nvPr/>
        </p:nvCxnSpPr>
        <p:spPr>
          <a:xfrm flipH="1">
            <a:off x="4135977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8700B62-A717-0951-11BA-3507F1CC84B6}"/>
              </a:ext>
            </a:extLst>
          </p:cNvPr>
          <p:cNvCxnSpPr>
            <a:cxnSpLocks/>
          </p:cNvCxnSpPr>
          <p:nvPr/>
        </p:nvCxnSpPr>
        <p:spPr>
          <a:xfrm flipH="1">
            <a:off x="7636176" y="1358624"/>
            <a:ext cx="156114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1F40784-7004-AD40-6B3C-6EA54E8A3C90}"/>
              </a:ext>
            </a:extLst>
          </p:cNvPr>
          <p:cNvSpPr/>
          <p:nvPr/>
        </p:nvSpPr>
        <p:spPr>
          <a:xfrm>
            <a:off x="169965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7CA00A7A-E279-79C8-7B3A-FD3EF12F883F}"/>
              </a:ext>
            </a:extLst>
          </p:cNvPr>
          <p:cNvSpPr/>
          <p:nvPr/>
        </p:nvSpPr>
        <p:spPr>
          <a:xfrm>
            <a:off x="343089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FB25D80-D2C6-A780-371A-6F2B2F0D8088}"/>
              </a:ext>
            </a:extLst>
          </p:cNvPr>
          <p:cNvSpPr/>
          <p:nvPr/>
        </p:nvSpPr>
        <p:spPr>
          <a:xfrm>
            <a:off x="1578889" y="1725074"/>
            <a:ext cx="3016650" cy="2794754"/>
          </a:xfrm>
          <a:prstGeom prst="roundRect">
            <a:avLst>
              <a:gd name="adj" fmla="val 387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62D55779-73C1-286B-6EEF-A1BA5A197FD5}"/>
              </a:ext>
            </a:extLst>
          </p:cNvPr>
          <p:cNvSpPr/>
          <p:nvPr/>
        </p:nvSpPr>
        <p:spPr>
          <a:xfrm>
            <a:off x="1644949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343B04DD-27EB-C374-33C8-C2CD7D6305E9}"/>
              </a:ext>
            </a:extLst>
          </p:cNvPr>
          <p:cNvSpPr/>
          <p:nvPr/>
        </p:nvSpPr>
        <p:spPr>
          <a:xfrm>
            <a:off x="1645735" y="1781912"/>
            <a:ext cx="2897112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AEEC7FCB-5C01-82B6-D35E-134C48E54DC4}"/>
              </a:ext>
            </a:extLst>
          </p:cNvPr>
          <p:cNvSpPr/>
          <p:nvPr/>
        </p:nvSpPr>
        <p:spPr>
          <a:xfrm>
            <a:off x="1699655" y="2208756"/>
            <a:ext cx="2784264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9CF521E6-BBD6-9987-22C6-7213C6DA960D}"/>
              </a:ext>
            </a:extLst>
          </p:cNvPr>
          <p:cNvSpPr/>
          <p:nvPr/>
        </p:nvSpPr>
        <p:spPr>
          <a:xfrm>
            <a:off x="1644949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1F5E3C31-D4A7-1A61-CCAA-646C469D5D33}"/>
              </a:ext>
            </a:extLst>
          </p:cNvPr>
          <p:cNvSpPr/>
          <p:nvPr/>
        </p:nvSpPr>
        <p:spPr>
          <a:xfrm>
            <a:off x="1437815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226F0AE7-0111-34DF-F724-4CFB32DE2AB8}"/>
              </a:ext>
            </a:extLst>
          </p:cNvPr>
          <p:cNvSpPr/>
          <p:nvPr/>
        </p:nvSpPr>
        <p:spPr>
          <a:xfrm>
            <a:off x="1587624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2894CAA-3354-8C48-B212-2B29B6D4E3AB}"/>
              </a:ext>
            </a:extLst>
          </p:cNvPr>
          <p:cNvCxnSpPr>
            <a:cxnSpLocks/>
          </p:cNvCxnSpPr>
          <p:nvPr/>
        </p:nvCxnSpPr>
        <p:spPr>
          <a:xfrm>
            <a:off x="2563776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E225BA85-D514-A16D-755D-EF15864D4F32}"/>
              </a:ext>
            </a:extLst>
          </p:cNvPr>
          <p:cNvCxnSpPr>
            <a:cxnSpLocks/>
          </p:cNvCxnSpPr>
          <p:nvPr/>
        </p:nvCxnSpPr>
        <p:spPr>
          <a:xfrm flipH="1">
            <a:off x="2407785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60E4BE2-BF3F-B4CB-EBF6-2613B32E1168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>
            <a:off x="2226167" y="3678151"/>
            <a:ext cx="867731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D99BD9A-0890-57D5-5392-124E99777284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 flipH="1">
            <a:off x="3093898" y="3678151"/>
            <a:ext cx="863509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52DA03F-E122-4BDD-BC22-C14D283E1C28}"/>
              </a:ext>
            </a:extLst>
          </p:cNvPr>
          <p:cNvSpPr txBox="1"/>
          <p:nvPr/>
        </p:nvSpPr>
        <p:spPr>
          <a:xfrm>
            <a:off x="1273761" y="3717665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562B1A6-9AD3-4760-F87B-D26282DA636A}"/>
              </a:ext>
            </a:extLst>
          </p:cNvPr>
          <p:cNvSpPr/>
          <p:nvPr/>
        </p:nvSpPr>
        <p:spPr>
          <a:xfrm>
            <a:off x="4932040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91" name="모서리가 둥근 직사각형 90">
            <a:extLst>
              <a:ext uri="{FF2B5EF4-FFF2-40B4-BE49-F238E27FC236}">
                <a16:creationId xmlns:a16="http://schemas.microsoft.com/office/drawing/2014/main" id="{67CC41C7-ADF6-BBE9-BA27-539374E7AC4F}"/>
              </a:ext>
            </a:extLst>
          </p:cNvPr>
          <p:cNvSpPr/>
          <p:nvPr/>
        </p:nvSpPr>
        <p:spPr>
          <a:xfrm>
            <a:off x="6660232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02E0A82-14ED-F2A8-1517-317CF78D8B04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6481229" y="281012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A0CDC736-8B00-5BC4-AB52-CE3C49E186C2}"/>
              </a:ext>
            </a:extLst>
          </p:cNvPr>
          <p:cNvCxnSpPr>
            <a:cxnSpLocks/>
            <a:stCxn id="37" idx="0"/>
            <a:endCxn id="90" idx="2"/>
          </p:cNvCxnSpPr>
          <p:nvPr/>
        </p:nvCxnSpPr>
        <p:spPr>
          <a:xfrm flipV="1">
            <a:off x="5706635" y="481067"/>
            <a:ext cx="0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562044A-2C44-3AD5-C046-186417DCD503}"/>
              </a:ext>
            </a:extLst>
          </p:cNvPr>
          <p:cNvCxnSpPr>
            <a:cxnSpLocks/>
            <a:stCxn id="39" idx="0"/>
            <a:endCxn id="90" idx="2"/>
          </p:cNvCxnSpPr>
          <p:nvPr/>
        </p:nvCxnSpPr>
        <p:spPr>
          <a:xfrm flipH="1" flipV="1">
            <a:off x="5706635" y="481067"/>
            <a:ext cx="1728192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28A6B6E4-0FD6-B646-7FE7-A31FB514C73E}"/>
              </a:ext>
            </a:extLst>
          </p:cNvPr>
          <p:cNvSpPr/>
          <p:nvPr/>
        </p:nvSpPr>
        <p:spPr>
          <a:xfrm>
            <a:off x="5145147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9A9FF124-C2F7-7FF0-CB56-D130375ED07C}"/>
              </a:ext>
            </a:extLst>
          </p:cNvPr>
          <p:cNvSpPr/>
          <p:nvPr/>
        </p:nvSpPr>
        <p:spPr>
          <a:xfrm>
            <a:off x="687542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F4D989E7-30AB-D806-1BC8-19EE7FBBCF17}"/>
              </a:ext>
            </a:extLst>
          </p:cNvPr>
          <p:cNvCxnSpPr>
            <a:cxnSpLocks/>
          </p:cNvCxnSpPr>
          <p:nvPr/>
        </p:nvCxnSpPr>
        <p:spPr>
          <a:xfrm flipV="1">
            <a:off x="4823619" y="80957"/>
            <a:ext cx="0" cy="5011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A5A14-6AAB-6ED5-7975-B2C175A480E1}"/>
              </a:ext>
            </a:extLst>
          </p:cNvPr>
          <p:cNvSpPr txBox="1"/>
          <p:nvPr/>
        </p:nvSpPr>
        <p:spPr>
          <a:xfrm>
            <a:off x="2191861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Time-slicing on MIG</a:t>
            </a:r>
            <a:endParaRPr kumimoji="1" lang="ko-KR" altLang="en-US" sz="1100" b="1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A99A843-087F-E378-A649-F2AC957A5C33}"/>
              </a:ext>
            </a:extLst>
          </p:cNvPr>
          <p:cNvSpPr txBox="1"/>
          <p:nvPr/>
        </p:nvSpPr>
        <p:spPr>
          <a:xfrm>
            <a:off x="5662596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MPS on MIG</a:t>
            </a:r>
            <a:endParaRPr kumimoji="1" lang="ko-KR" altLang="en-US" sz="1100" b="1"/>
          </a:p>
        </p:txBody>
      </p:sp>
    </p:spTree>
    <p:extLst>
      <p:ext uri="{BB962C8B-B14F-4D97-AF65-F5344CB8AC3E}">
        <p14:creationId xmlns:p14="http://schemas.microsoft.com/office/powerpoint/2010/main" val="45907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906CD-E138-F5EC-95F3-A0B8BF0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FB4EF-7547-0D22-3F73-90425E9CC3CA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2D5DC92C-D45F-769A-4638-742EA3B58F0A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F6298A9-2267-D0A7-FD62-A11B820843A5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8D958-B530-D82D-7699-EF2DECF30CF4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6046714-DFA9-1624-C836-2EAB4BED9833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4AB90E0-43A0-1360-B713-94F5505BB18B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89963D76-A4EE-4DA3-059B-C7B1EE3EE5A7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D8D999DB-7FAE-0925-80F5-D4F8C1DC26B4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AD12A29A-F88A-1A60-1527-4162E74E2A1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33FCFC6-9418-45CC-AB9D-0F15D71C64EF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97128B41-ABA1-B980-7A6D-D28126A34F45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92734DA5-8508-6C35-6CB9-F3D301DF4E09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6184F15A-99E3-B042-7D2C-24FCE69FEC9A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CC395CF-713D-DA78-7709-00B131D2A58B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5882A09C-07B1-F5BB-B064-E71C17CD5E46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5E929230-AB47-EB31-189D-88D06FD22C5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5FC7089E-82B9-F082-143A-833EFA92696F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D2ABF89-9AE6-0FBF-DDF7-C6DDD5549DFC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75EA316-9E67-6B52-5530-BAEFC20415DD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A4FDC6AC-EB0A-282C-3382-96F6398CAD96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4C84D921-CD65-C645-1949-96ACDE708B86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40CE223-D559-6AC4-2257-0960FD53A902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D9FB8EF-54AC-D364-CE3F-D362BCDF7D0F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3B1AC9-2275-3F0D-A735-E8AB1B835820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4922162-40A8-D571-CCF6-E4AF8B8A3D2A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8E9D81B-0DA8-A88E-DAC9-9AA4F945B747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ABA628-5512-EF29-8257-61E6F5AEBB1B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AF77B8-1570-C3BC-5E75-0A279A51B7FB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B9D0897-AF5A-9CB3-901D-C20BE4740FB0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1CE423D-0B4B-75D9-F379-9EC4C2DAF22C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7334AD-223D-19D6-EF99-EB1BE4653C7B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2BFE3AF-7340-2C54-CCA4-214503CF30DC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A3449D2-A111-EDA9-CC20-87F8ADACDF8A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D0EB08E-1842-17B9-37EC-62D1B02B5561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08A3BD7-1BC8-D028-CC58-30FCAF5F62C0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84759F9-272C-BF36-F42B-75F44B50DF9E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4CBE0B-F9DB-1732-B5AE-08A576D5B846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715EA1-8483-7459-4940-381FAAA8CF0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963183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46085</TotalTime>
  <Words>1636</Words>
  <Application>Microsoft Macintosh PowerPoint</Application>
  <PresentationFormat>화면 슬라이드 쇼(16:9)</PresentationFormat>
  <Paragraphs>682</Paragraphs>
  <Slides>27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6115</cp:revision>
  <dcterms:created xsi:type="dcterms:W3CDTF">2006-10-05T04:04:58Z</dcterms:created>
  <dcterms:modified xsi:type="dcterms:W3CDTF">2026-02-18T11:32:13Z</dcterms:modified>
</cp:coreProperties>
</file>
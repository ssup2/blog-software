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25" r:id="rId10"/>
    <p:sldId id="438" r:id="rId11"/>
    <p:sldId id="423" r:id="rId12"/>
    <p:sldId id="433" r:id="rId13"/>
    <p:sldId id="435" r:id="rId14"/>
    <p:sldId id="436" r:id="rId15"/>
    <p:sldId id="437" r:id="rId16"/>
    <p:sldId id="434" r:id="rId17"/>
    <p:sldId id="432" r:id="rId18"/>
    <p:sldId id="431" r:id="rId19"/>
    <p:sldId id="427" r:id="rId20"/>
    <p:sldId id="428" r:id="rId21"/>
    <p:sldId id="421" r:id="rId2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79" autoAdjust="0"/>
    <p:restoredTop sz="87360" autoAdjust="0"/>
  </p:normalViewPr>
  <p:slideViewPr>
    <p:cSldViewPr>
      <p:cViewPr>
        <p:scale>
          <a:sx n="200" d="100"/>
          <a:sy n="200" d="100"/>
        </p:scale>
        <p:origin x="3088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F3AD7B7-28DF-1D27-02C0-E18600412806}"/>
              </a:ext>
            </a:extLst>
          </p:cNvPr>
          <p:cNvSpPr/>
          <p:nvPr/>
        </p:nvSpPr>
        <p:spPr>
          <a:xfrm>
            <a:off x="473338" y="420641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570473" y="3407752"/>
            <a:ext cx="1043104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01713" y="3407752"/>
            <a:ext cx="1043104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4032953" y="3407752"/>
            <a:ext cx="1043104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8C05E9A-97B0-5BDF-AEE6-4589CCFEB5EE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473337" y="3107199"/>
            <a:ext cx="4699856" cy="931402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3156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8367F0D-9EFC-494A-B31D-F0AC7699248D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B23C154-8C3A-3852-D715-35D4AF6CA464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F83DDBF-30C2-CAC9-E9CA-78B2DAC01C5E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FD06E8-EB58-46DB-883B-5816EB4C9247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2706FFF-921B-64FB-6429-EBFA7EDB4D3C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  <a:stCxn id="107" idx="0"/>
            <a:endCxn id="21" idx="2"/>
          </p:cNvCxnSpPr>
          <p:nvPr/>
        </p:nvCxnSpPr>
        <p:spPr>
          <a:xfrm flipH="1" flipV="1">
            <a:off x="4608004" y="918416"/>
            <a:ext cx="544159" cy="2580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  <a:stCxn id="108" idx="0"/>
            <a:endCxn id="35" idx="2"/>
          </p:cNvCxnSpPr>
          <p:nvPr/>
        </p:nvCxnSpPr>
        <p:spPr>
          <a:xfrm flipH="1" flipV="1">
            <a:off x="4608004" y="1897514"/>
            <a:ext cx="544158" cy="21520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  <a:stCxn id="109" idx="0"/>
            <a:endCxn id="39" idx="2"/>
          </p:cNvCxnSpPr>
          <p:nvPr/>
        </p:nvCxnSpPr>
        <p:spPr>
          <a:xfrm flipH="1" flipV="1">
            <a:off x="4608004" y="2874654"/>
            <a:ext cx="544159" cy="17318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1F651B5-A507-09F0-5290-4A9346F90D21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052D01-4B83-294F-4C26-5B817BEE39F7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43DE668-DF29-BC5E-71C9-BA3D403A904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CF566033-3D08-AC27-3738-6181EB8B0632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3240D9F-B89E-8662-3D90-C4DB4F2BFFEF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45474</TotalTime>
  <Words>1179</Words>
  <Application>Microsoft Macintosh PowerPoint</Application>
  <PresentationFormat>화면 슬라이드 쇼(16:9)</PresentationFormat>
  <Paragraphs>505</Paragraphs>
  <Slides>21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6013</cp:revision>
  <dcterms:created xsi:type="dcterms:W3CDTF">2006-10-05T04:04:58Z</dcterms:created>
  <dcterms:modified xsi:type="dcterms:W3CDTF">2026-02-16T16:51:23Z</dcterms:modified>
</cp:coreProperties>
</file>
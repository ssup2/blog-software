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22" r:id="rId2"/>
    <p:sldId id="430" r:id="rId3"/>
    <p:sldId id="435" r:id="rId4"/>
    <p:sldId id="434" r:id="rId5"/>
    <p:sldId id="427" r:id="rId6"/>
    <p:sldId id="432" r:id="rId7"/>
    <p:sldId id="433" r:id="rId8"/>
    <p:sldId id="423" r:id="rId9"/>
    <p:sldId id="428" r:id="rId10"/>
    <p:sldId id="431" r:id="rId11"/>
    <p:sldId id="429" r:id="rId12"/>
    <p:sldId id="426" r:id="rId13"/>
    <p:sldId id="424" r:id="rId14"/>
    <p:sldId id="425" r:id="rId1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04" autoAdjust="0"/>
    <p:restoredTop sz="88880" autoAdjust="0"/>
  </p:normalViewPr>
  <p:slideViewPr>
    <p:cSldViewPr>
      <p:cViewPr>
        <p:scale>
          <a:sx n="192" d="100"/>
          <a:sy n="192" d="100"/>
        </p:scale>
        <p:origin x="1680" y="13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F8A9377-3602-A456-4F52-BF1938178B0A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5EB07871-56F5-ABBA-EEAF-7FC1DE6EE1F4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56E4B13-C5A6-3DBE-4A97-56365919908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B1583C1F-B602-2445-7A1F-A4102976F9CE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261263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15527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155274"/>
            <a:ext cx="973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68076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55779" y="3155274"/>
            <a:ext cx="97646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68080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341945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280A68-C97E-AFEC-0613-B9A984FD226F}"/>
              </a:ext>
            </a:extLst>
          </p:cNvPr>
          <p:cNvSpPr txBox="1"/>
          <p:nvPr/>
        </p:nvSpPr>
        <p:spPr>
          <a:xfrm>
            <a:off x="4219444" y="2448852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08886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155274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3 : 2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261263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261263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261263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261263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261263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261263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261263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155274"/>
            <a:ext cx="3103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77C194C4-3745-0773-99EA-E6FC91E57CDD}"/>
              </a:ext>
            </a:extLst>
          </p:cNvPr>
          <p:cNvSpPr/>
          <p:nvPr/>
        </p:nvSpPr>
        <p:spPr>
          <a:xfrm rot="10568283">
            <a:off x="2901250" y="2341945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135EC3-DBC7-C746-17B9-396C922D9F0A}"/>
              </a:ext>
            </a:extLst>
          </p:cNvPr>
          <p:cNvSpPr txBox="1"/>
          <p:nvPr/>
        </p:nvSpPr>
        <p:spPr>
          <a:xfrm>
            <a:off x="4219444" y="2448852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261263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155274"/>
            <a:ext cx="964554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155274"/>
            <a:ext cx="1938514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261263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261263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155274"/>
            <a:ext cx="972356" cy="12263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155274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38158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155274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51836</TotalTime>
  <Words>1224</Words>
  <Application>Microsoft Macintosh PowerPoint</Application>
  <PresentationFormat>화면 슬라이드 쇼(16:9)</PresentationFormat>
  <Paragraphs>822</Paragraphs>
  <Slides>14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5935</cp:revision>
  <dcterms:created xsi:type="dcterms:W3CDTF">2006-10-05T04:04:58Z</dcterms:created>
  <dcterms:modified xsi:type="dcterms:W3CDTF">2026-02-02T16:13:46Z</dcterms:modified>
</cp:coreProperties>
</file>
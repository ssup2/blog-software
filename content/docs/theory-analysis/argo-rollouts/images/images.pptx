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48" r:id="rId13"/>
    <p:sldId id="447" r:id="rId14"/>
    <p:sldId id="446" r:id="rId15"/>
    <p:sldId id="445" r:id="rId16"/>
    <p:sldId id="439" r:id="rId17"/>
    <p:sldId id="441" r:id="rId18"/>
    <p:sldId id="438" r:id="rId19"/>
    <p:sldId id="432" r:id="rId20"/>
    <p:sldId id="433" r:id="rId21"/>
    <p:sldId id="423" r:id="rId22"/>
    <p:sldId id="428" r:id="rId23"/>
    <p:sldId id="431" r:id="rId24"/>
    <p:sldId id="429" r:id="rId25"/>
    <p:sldId id="426" r:id="rId26"/>
    <p:sldId id="424" r:id="rId27"/>
    <p:sldId id="425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79" autoAdjust="0"/>
    <p:restoredTop sz="88880" autoAdjust="0"/>
  </p:normalViewPr>
  <p:slideViewPr>
    <p:cSldViewPr>
      <p:cViewPr>
        <p:scale>
          <a:sx n="200" d="100"/>
          <a:sy n="200" d="100"/>
        </p:scale>
        <p:origin x="156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459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5C2A-67FA-4876-2606-D7A08868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CC24F-E47D-690F-AFDE-00850F643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96E51A-3DD4-EAA3-2308-B7A80E13C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1750AE-34CE-58DE-C2E9-D0D29390D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86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D7F-3258-1D26-4E28-F9276D7D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44FAB8-D939-0C2F-0EC8-48472EAF6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FBD597-089F-63C0-7A2A-61744D559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90F40-DD7B-79C0-E4B6-ABD3383B0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04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164561B2-D510-5A79-DF73-0BFB9FA1F45D}"/>
              </a:ext>
            </a:extLst>
          </p:cNvPr>
          <p:cNvSpPr/>
          <p:nvPr/>
        </p:nvSpPr>
        <p:spPr>
          <a:xfrm>
            <a:off x="7469009" y="324046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Analysis Targets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240752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0959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21920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173680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0692" y="800965"/>
            <a:ext cx="703935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034814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173680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739778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2845771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813200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795082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034814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283718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(kubectl argo rollouts CLI)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805670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-113816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9009" y="1393755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12571" y="173878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12571" y="233205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967442"/>
            <a:ext cx="458140" cy="4462652"/>
          </a:xfrm>
          <a:prstGeom prst="bentConnector3">
            <a:avLst>
              <a:gd name="adj1" fmla="val 4838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9337" y="285578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9337" y="2953389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9337" y="305513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261296" y="148854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912240"/>
            <a:ext cx="453098" cy="4357289"/>
          </a:xfrm>
          <a:prstGeom prst="bentConnector3">
            <a:avLst>
              <a:gd name="adj1" fmla="val 7185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962886"/>
            <a:ext cx="1245315" cy="5250797"/>
          </a:xfrm>
          <a:prstGeom prst="bentConnector3">
            <a:avLst>
              <a:gd name="adj1" fmla="val 2620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-45305"/>
            <a:ext cx="1245315" cy="3415636"/>
          </a:xfrm>
          <a:prstGeom prst="bentConnector3">
            <a:avLst>
              <a:gd name="adj1" fmla="val 2622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556727" y="14892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676286" y="1194733"/>
            <a:ext cx="448686" cy="138932"/>
          </a:xfrm>
          <a:prstGeom prst="bentConnector3">
            <a:avLst>
              <a:gd name="adj1" fmla="val 7264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323638" y="686312"/>
            <a:ext cx="449412" cy="1156499"/>
          </a:xfrm>
          <a:prstGeom prst="bentConnector3">
            <a:avLst>
              <a:gd name="adj1" fmla="val 7260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32082" y="20542"/>
            <a:ext cx="458140" cy="248668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47942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736890" y="2050513"/>
            <a:ext cx="327478" cy="138932"/>
          </a:xfrm>
          <a:prstGeom prst="bentConnector3">
            <a:avLst>
              <a:gd name="adj1" fmla="val 48061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81876" y="-629664"/>
            <a:ext cx="458140" cy="3787096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47531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176652" y="1906909"/>
            <a:ext cx="326751" cy="426865"/>
          </a:xfrm>
          <a:prstGeom prst="bentConnector3">
            <a:avLst>
              <a:gd name="adj1" fmla="val 34453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42155" y="2283717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41C87DB-9CDD-34B7-558E-9F8633271260}"/>
              </a:ext>
            </a:extLst>
          </p:cNvPr>
          <p:cNvSpPr/>
          <p:nvPr/>
        </p:nvSpPr>
        <p:spPr>
          <a:xfrm>
            <a:off x="7612571" y="358549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Prometheus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AF3049F-8AAB-877E-B100-DE0AAFFFDCED}"/>
              </a:ext>
            </a:extLst>
          </p:cNvPr>
          <p:cNvSpPr/>
          <p:nvPr/>
        </p:nvSpPr>
        <p:spPr>
          <a:xfrm>
            <a:off x="7612571" y="417876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DataDog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0E3DAE-B88B-D209-BEEA-9B57CE861B9C}"/>
              </a:ext>
            </a:extLst>
          </p:cNvPr>
          <p:cNvSpPr/>
          <p:nvPr/>
        </p:nvSpPr>
        <p:spPr>
          <a:xfrm>
            <a:off x="8159337" y="470249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8820A63-710C-47BF-DE51-355524EF7499}"/>
              </a:ext>
            </a:extLst>
          </p:cNvPr>
          <p:cNvSpPr/>
          <p:nvPr/>
        </p:nvSpPr>
        <p:spPr>
          <a:xfrm>
            <a:off x="8159337" y="480009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46B038-DD1A-D191-0686-D0E980DF545E}"/>
              </a:ext>
            </a:extLst>
          </p:cNvPr>
          <p:cNvSpPr/>
          <p:nvPr/>
        </p:nvSpPr>
        <p:spPr>
          <a:xfrm>
            <a:off x="8159337" y="490184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cxnSp>
        <p:nvCxnSpPr>
          <p:cNvPr id="16" name="꺾인 연결선[E] 15">
            <a:extLst>
              <a:ext uri="{FF2B5EF4-FFF2-40B4-BE49-F238E27FC236}">
                <a16:creationId xmlns:a16="http://schemas.microsoft.com/office/drawing/2014/main" id="{A9F54191-0AA3-CA21-02B2-67C42D612E12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>
            <a:off x="6913331" y="800965"/>
            <a:ext cx="555678" cy="3329461"/>
          </a:xfrm>
          <a:prstGeom prst="bentConnector3">
            <a:avLst>
              <a:gd name="adj1" fmla="val 6257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F7AEAF86-1B29-8D72-20B7-75426642EF99}"/>
              </a:ext>
            </a:extLst>
          </p:cNvPr>
          <p:cNvCxnSpPr>
            <a:cxnSpLocks/>
            <a:stCxn id="273" idx="2"/>
            <a:endCxn id="281" idx="0"/>
          </p:cNvCxnSpPr>
          <p:nvPr/>
        </p:nvCxnSpPr>
        <p:spPr>
          <a:xfrm>
            <a:off x="8182436" y="1034814"/>
            <a:ext cx="1" cy="358941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직선 화살표 연결선 505">
            <a:extLst>
              <a:ext uri="{FF2B5EF4-FFF2-40B4-BE49-F238E27FC236}">
                <a16:creationId xmlns:a16="http://schemas.microsoft.com/office/drawing/2014/main" id="{789AA077-A7F5-6F9F-4BAF-D79EFDC16BE1}"/>
              </a:ext>
            </a:extLst>
          </p:cNvPr>
          <p:cNvCxnSpPr>
            <a:cxnSpLocks/>
          </p:cNvCxnSpPr>
          <p:nvPr/>
        </p:nvCxnSpPr>
        <p:spPr>
          <a:xfrm>
            <a:off x="2859683" y="1039856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  <a:endParaRPr lang="en-US" altLang="ko-KR" sz="800" b="1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A2AA1CC3-3374-31AA-CEA1-6017ABE3B518}"/>
              </a:ext>
            </a:extLst>
          </p:cNvPr>
          <p:cNvSpPr/>
          <p:nvPr/>
        </p:nvSpPr>
        <p:spPr>
          <a:xfrm>
            <a:off x="6272372" y="352259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A224358-1BD2-DA5F-7C79-B4FA2C815336}"/>
              </a:ext>
            </a:extLst>
          </p:cNvPr>
          <p:cNvSpPr/>
          <p:nvPr/>
        </p:nvSpPr>
        <p:spPr>
          <a:xfrm>
            <a:off x="6271589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A3D9A01-0C9B-0F5A-F8E4-3C22C7A97E74}"/>
              </a:ext>
            </a:extLst>
          </p:cNvPr>
          <p:cNvSpPr/>
          <p:nvPr/>
        </p:nvSpPr>
        <p:spPr>
          <a:xfrm>
            <a:off x="7241625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255841-B56A-BCD7-7E84-3A5D5E80D83D}"/>
              </a:ext>
            </a:extLst>
          </p:cNvPr>
          <p:cNvCxnSpPr>
            <a:cxnSpLocks/>
            <a:stCxn id="40" idx="2"/>
            <a:endCxn id="60" idx="0"/>
          </p:cNvCxnSpPr>
          <p:nvPr/>
        </p:nvCxnSpPr>
        <p:spPr>
          <a:xfrm>
            <a:off x="6659292" y="321601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E84DB1A-D17C-38D4-C1ED-1700CDF43ACB}"/>
              </a:ext>
            </a:extLst>
          </p:cNvPr>
          <p:cNvCxnSpPr>
            <a:cxnSpLocks/>
            <a:stCxn id="41" idx="2"/>
            <a:endCxn id="60" idx="0"/>
          </p:cNvCxnSpPr>
          <p:nvPr/>
        </p:nvCxnSpPr>
        <p:spPr>
          <a:xfrm flipH="1">
            <a:off x="7624625" y="321601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9BDE8CF-3DBD-2BC2-89AC-FA97F285EF46}"/>
              </a:ext>
            </a:extLst>
          </p:cNvPr>
          <p:cNvSpPr/>
          <p:nvPr/>
        </p:nvSpPr>
        <p:spPr>
          <a:xfrm>
            <a:off x="8210878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29B1591B-1A3B-0B40-AEC5-E98FCB1510FE}"/>
              </a:ext>
            </a:extLst>
          </p:cNvPr>
          <p:cNvSpPr/>
          <p:nvPr/>
        </p:nvSpPr>
        <p:spPr>
          <a:xfrm>
            <a:off x="7236926" y="352259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973B0699-A831-A4A2-4E7F-37B4786957A7}"/>
              </a:ext>
            </a:extLst>
          </p:cNvPr>
          <p:cNvCxnSpPr>
            <a:cxnSpLocks/>
            <a:stCxn id="59" idx="0"/>
            <a:endCxn id="40" idx="0"/>
          </p:cNvCxnSpPr>
          <p:nvPr/>
        </p:nvCxnSpPr>
        <p:spPr>
          <a:xfrm rot="16200000" flipV="1">
            <a:off x="7628937" y="175585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C68B4CC-A048-285A-5C84-410FAB9CC262}"/>
              </a:ext>
            </a:extLst>
          </p:cNvPr>
          <p:cNvSpPr/>
          <p:nvPr/>
        </p:nvSpPr>
        <p:spPr>
          <a:xfrm>
            <a:off x="6271589" y="444232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E25031DD-3F6F-C095-5CD6-5A7053BC86C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659292" y="413575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56E12CF0-5896-6A1D-A178-F951C91279C0}"/>
              </a:ext>
            </a:extLst>
          </p:cNvPr>
          <p:cNvSpPr/>
          <p:nvPr/>
        </p:nvSpPr>
        <p:spPr>
          <a:xfrm>
            <a:off x="7236918" y="444232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6071E136-3F7E-33E4-6EC6-8B35B0241B98}"/>
              </a:ext>
            </a:extLst>
          </p:cNvPr>
          <p:cNvCxnSpPr>
            <a:cxnSpLocks/>
            <a:stCxn id="66" idx="0"/>
            <a:endCxn id="60" idx="2"/>
          </p:cNvCxnSpPr>
          <p:nvPr/>
        </p:nvCxnSpPr>
        <p:spPr>
          <a:xfrm flipV="1">
            <a:off x="7624621" y="413575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오른쪽 화살표[R] 69">
            <a:extLst>
              <a:ext uri="{FF2B5EF4-FFF2-40B4-BE49-F238E27FC236}">
                <a16:creationId xmlns:a16="http://schemas.microsoft.com/office/drawing/2014/main" id="{4769ECB0-AE31-C17A-1395-4E0A08FFC4B6}"/>
              </a:ext>
            </a:extLst>
          </p:cNvPr>
          <p:cNvSpPr/>
          <p:nvPr/>
        </p:nvSpPr>
        <p:spPr>
          <a:xfrm>
            <a:off x="588607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D0BD66-192D-A110-687D-D19FC151E917}"/>
              </a:ext>
            </a:extLst>
          </p:cNvPr>
          <p:cNvSpPr txBox="1"/>
          <p:nvPr/>
        </p:nvSpPr>
        <p:spPr>
          <a:xfrm>
            <a:off x="568693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7987D33-445F-917F-C711-6C8DE01916B0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5D8AADB-5F9C-DD81-9DC6-1755ECDD39E7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[E] 80">
            <a:extLst>
              <a:ext uri="{FF2B5EF4-FFF2-40B4-BE49-F238E27FC236}">
                <a16:creationId xmlns:a16="http://schemas.microsoft.com/office/drawing/2014/main" id="{F1F6AF82-9ECC-AA87-27DC-CF18E2480DE1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  <a:endParaRPr lang="en-US" altLang="ko-KR" sz="800" b="1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F72FDB0-B669-3AB2-BF81-48689A96150C}"/>
              </a:ext>
            </a:extLst>
          </p:cNvPr>
          <p:cNvSpPr/>
          <p:nvPr/>
        </p:nvSpPr>
        <p:spPr>
          <a:xfrm>
            <a:off x="6272373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861CB7E-F543-270F-D6A3-775EF38C81F8}"/>
              </a:ext>
            </a:extLst>
          </p:cNvPr>
          <p:cNvSpPr/>
          <p:nvPr/>
        </p:nvSpPr>
        <p:spPr>
          <a:xfrm>
            <a:off x="6271589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796B0D1-A2C7-30E0-BDCE-E2F00137349D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139605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F8ED464-9332-5613-CE3A-5CAB87D064B2}"/>
              </a:ext>
            </a:extLst>
          </p:cNvPr>
          <p:cNvSpPr/>
          <p:nvPr/>
        </p:nvSpPr>
        <p:spPr>
          <a:xfrm>
            <a:off x="821087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B596A2C-FB00-5081-3393-42FE162E97B3}"/>
              </a:ext>
            </a:extLst>
          </p:cNvPr>
          <p:cNvSpPr/>
          <p:nvPr/>
        </p:nvSpPr>
        <p:spPr>
          <a:xfrm>
            <a:off x="7236927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FEFA53-2F0B-79A2-8114-98CEDAA83C33}"/>
              </a:ext>
            </a:extLst>
          </p:cNvPr>
          <p:cNvSpPr/>
          <p:nvPr/>
        </p:nvSpPr>
        <p:spPr>
          <a:xfrm>
            <a:off x="6271590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54A9B9D-69F2-094A-F549-DE55DB1B6BF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659293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2EEDB06-ABE3-197D-4297-8D408552CB24}"/>
              </a:ext>
            </a:extLst>
          </p:cNvPr>
          <p:cNvSpPr/>
          <p:nvPr/>
        </p:nvSpPr>
        <p:spPr>
          <a:xfrm>
            <a:off x="723691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A56D833-783B-8383-C991-18AE5637FF0A}"/>
              </a:ext>
            </a:extLst>
          </p:cNvPr>
          <p:cNvCxnSpPr>
            <a:cxnSpLocks/>
            <a:stCxn id="22" idx="0"/>
            <a:endCxn id="18" idx="2"/>
          </p:cNvCxnSpPr>
          <p:nvPr/>
        </p:nvCxnSpPr>
        <p:spPr>
          <a:xfrm flipV="1">
            <a:off x="7624622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0472157-77FC-7C59-A277-175DC39E2CBB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3593731" y="3205679"/>
            <a:ext cx="4795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오른쪽 화살표[R] 33">
            <a:extLst>
              <a:ext uri="{FF2B5EF4-FFF2-40B4-BE49-F238E27FC236}">
                <a16:creationId xmlns:a16="http://schemas.microsoft.com/office/drawing/2014/main" id="{12BB01E2-20E4-3C4B-D39F-491AE55A1622}"/>
              </a:ext>
            </a:extLst>
          </p:cNvPr>
          <p:cNvSpPr/>
          <p:nvPr/>
        </p:nvSpPr>
        <p:spPr>
          <a:xfrm>
            <a:off x="588607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3680-EADF-90B0-42C4-3CC530BE1DD2}"/>
              </a:ext>
            </a:extLst>
          </p:cNvPr>
          <p:cNvSpPr txBox="1"/>
          <p:nvPr/>
        </p:nvSpPr>
        <p:spPr>
          <a:xfrm>
            <a:off x="568693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cxnSp>
        <p:nvCxnSpPr>
          <p:cNvPr id="41" name="꺾인 연결선[E] 40">
            <a:extLst>
              <a:ext uri="{FF2B5EF4-FFF2-40B4-BE49-F238E27FC236}">
                <a16:creationId xmlns:a16="http://schemas.microsoft.com/office/drawing/2014/main" id="{4E1AEA32-AC72-8BB8-4B65-406C8199F0DE}"/>
              </a:ext>
            </a:extLst>
          </p:cNvPr>
          <p:cNvCxnSpPr>
            <a:cxnSpLocks/>
            <a:stCxn id="14" idx="0"/>
            <a:endCxn id="8" idx="0"/>
          </p:cNvCxnSpPr>
          <p:nvPr/>
        </p:nvCxnSpPr>
        <p:spPr>
          <a:xfrm rot="16200000" flipV="1">
            <a:off x="7869094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B77A5-DD74-9A90-4E41-56EACB6B2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000D0A-6533-7C78-A7D8-6DA03971C5B3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943C6FA-8272-DDE3-4BDB-FDA59723041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06A6F6A-B72D-EBD7-BC21-2B2F23316972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A3D20C-02B7-CCFF-8DCD-0E0967A20FF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3F3ED74-F45C-64FB-BADF-D4336E0A094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1010A4E-CE2B-9B7F-8268-8F765C9FDBF3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BAECF24-F2A3-1C9C-2D35-920302ED2E74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E4074-01AE-0DCB-3298-A4DB03BFB01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C7394D9-DDC5-F344-81F1-D5213744753D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226CAA0-885E-A5E6-97FF-0E191826F320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6C98BC3-5A1D-08C3-0E2D-71B882157F5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89DF4DA-B5E1-9A6B-AB9D-B547ED28D137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E8A1C2C-78B8-10EE-2FEB-B2E882474D11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3A2A91B3-FD3C-0A9B-9765-A6E76561E499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68E7D8A-9A41-08A9-C921-E34A6943DF2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30B1125A-F7AA-5398-FBFA-5F5E0DBF6479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6CDE17A-EAB4-15A0-426F-D74ADAA4C5A6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EF7CB-C7E7-9319-2882-58605E3560F7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1596609-2B72-7A41-86E0-C0844ACD896C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3908FEA-6043-84EF-093A-DD041A084E8F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4C0945F-D410-77D9-C2DB-4A3463A64F16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A7CD3E0-9F39-70BD-64D0-62680D8796FA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BCE923A-A111-5999-C467-2715D4E090DF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DEE2A931-D1F2-DB32-9E03-2ABE5075249D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E2C6E36-A111-B047-43ED-1A0219DA9BAB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C5C253D8-5B1D-5B11-9CF5-01898FCE0949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3CC7A290-5AB9-15D2-E36E-73153BD6F376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B52626C-9B2A-91E0-1C1A-52FFD54DBE4F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21C31775-DF79-C281-88C6-A29CC37B8314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CF0FB431-0193-89FD-E218-1127038027F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D2E336B8-102B-20B0-4C75-34F1F0FAFDC2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B76578-1ABF-9D5A-5BD2-2BF87FAE159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FD990BD4-31E3-30CD-3DE5-CDF6022910F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95FC195-18B3-E5A3-B520-4403C151C6F4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7403707-30C3-E66E-4726-C28633459E30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AC4F3C8E-0162-2BC1-A394-FC7749A40F86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D85E564-99BB-AE75-851C-ACA1A04F7128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019C9F6C-CC30-4123-1DF2-8A4259D80AC4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1906B6FA-197F-7C89-4CB4-5E223FB5C7B0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694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A761-481D-A775-E966-6F29235E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B5827420-6EC5-E3A9-2B0D-76C5B78D4E2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621A0507-677E-A9BD-76DD-00F01818269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1789425-36BB-290E-1875-E0BAA272250C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2EA46BD-767D-AF21-DFCC-0B6FEBC38771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1BFBE2A-AFBE-7CCF-C47A-3C1E36857000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8FF33B7-C5DE-2F02-5E52-AFAFCE855BE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C4CE9A5-1229-AC28-B327-BB3F73791EC0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731DD22-B117-6180-D62D-304EDC77A3E9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1AC7BB5-51F2-7624-4EF4-C4A761D31285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D113A44-1376-D8B1-F0CA-4F01D6EDDA7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1F58D4F-EA5B-2E19-3CA7-52CD518909C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50293B7-ACFA-AD40-C01C-7C082B341058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2C35E60-9500-23BC-713D-7599B8202635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CF2897E-EA2E-EF03-C9ED-5628BF6698C3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DC3EC29-B992-D2D4-FB69-D22921582470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DCBB3-8AD8-A441-B26D-8BA62475CE6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6C4C41E-FD4D-EEDD-5EB4-03D5B3C1BFE9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323E4B39-FC1E-C676-A90D-DEE6CD7A631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031D9490-EE27-D9D8-A029-1BDC4A27511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348EA283-6B3B-6060-4B78-674E0C6D13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C8891F6-50F5-C111-5E9E-F76F07226F4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736569-1EF0-EC91-B5E7-4BD90DF3ED07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23EEF8-EAB8-85D2-F125-12055423AADC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25359E8-9343-19D5-47C1-2D971764B102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23077AB-B2A7-E6D5-C5B2-A708FB417BE3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EDAC64-B4BD-C13C-735F-7DCFF7EA93D2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1A1590B-8F1D-2040-1BBD-CD9F55B2D3A0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B657C7D-A924-6378-1023-39107815C377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C3E33AB-4172-B638-45F1-454A575E2904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FA8B3F-338E-06BD-4DEA-9AF37AA3075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972851B5-3BEF-DCA7-E0EC-18B7037CF08E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6946B94-3A9D-BD43-B7C3-9B5289BD0C1E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C8E02016-E325-3943-2F70-02DCAB1829E8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88C89F92-CF4D-6A43-FB09-8F8C7B72AB1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B0E77E9-7603-720E-D021-C32930A6FF9E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6AD2618-BA3C-9BAD-28B3-EF5A32885E92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4146740-B6AF-9BC5-E99A-4ED8897F3B8C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FBA61EFD-62A8-0719-7E34-6256CDF3DCA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D9C747BC-922B-DE00-5117-DCE754BE9FF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B25648F-A811-7D27-A787-0932528CEE96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FF1FD25A-4317-209F-80FE-353F62B3D29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C6A901D-37E0-021C-8EA2-D6F994F77AF7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F90FEF4-923A-F2B9-F16B-C5A256A6E4A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06867FFE-9FE4-347F-F1DE-158217C4D90A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B97DD0A-E448-1053-3351-EEA3A7030C91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FEC504-C276-3844-078B-373DD8D55067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7E3F98A-B03F-6501-C57F-0383F5B22656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182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27F10-65C7-3B01-9B31-C052D027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4DCA603-54BA-C744-0472-426DBA500AB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664D8EE-EA47-C8F2-8766-CEE40897401B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43F033-71D6-2068-1500-2895963A0FF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CD070C2-CA06-CDCC-69CB-C5953F2320B2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3FBC901-E60E-0EE8-A648-04060F7CA738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50D0377-4E9D-9157-63D3-D04DACD0C21F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E7F1C88-3280-B490-DC4B-CACC13793BD1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F8AD0E2-0C0C-976E-A1C5-380CB360920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DDD04B-7F2B-F940-CE12-AC58C43A55D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7717E64-AD03-739F-FECF-5850CEDC3A7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24C5A37-F224-0D39-EF64-514BE84AF76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C5003A7-0E41-8D15-0BAC-509AD0CCAC9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93F0B0D-8D04-9DD9-C6FB-5DFA07C1A52B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3E59599-0103-8F59-994A-1CE24D02048E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F1AC2B8-16E6-E731-2CE3-1B8DBFE94FC9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088C40A-68A4-53C2-6686-50F744FDF84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AD3317C-6669-827D-4DFD-263E403F11A5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C4E3886-2930-18E0-F344-A855FF0841C3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E9902EC-C406-E5D4-F064-E2789DD2573E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F502E13-C647-FC21-8284-1AFDA1DEDC99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F6AF41F-3AAE-E8E3-4220-553E5996A6DC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1AA9CE-39B9-C969-F4EB-B12F6B5774B4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28B70935-B7BF-F07F-0F64-F944C44491A6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C46418C-2704-55DD-BC8F-217A19F624A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B702FF5D-F54A-A182-9A00-5FA19987CA6A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D4F08DE-3B97-02D1-6FCC-87436555F66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8910A4F-1976-7E31-D6B8-022A053BB5C4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72C14CE-053C-89C1-059D-96E37B15C351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A8581E5-31ED-9B13-2FE0-E981ACE3EC77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E1AEE3A-0C92-771A-DE82-0F28AC7B0164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7760516-4F60-1992-2A36-2BE89A97C5B8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9678CAF-273B-D857-DDEB-1741FFCF0D3A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02320C52-967D-46BA-FE34-728F0178F281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F757E42B-4CAB-A990-12AB-DBA2191F1671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0097B039-21DE-E937-257D-F500E19ECFEA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6354EF86-9123-8524-9B9F-C9CD43CF775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28553EE-B040-392D-2845-D980AA410044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6612E28-3861-7388-919A-0B5E322D743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2F132FD-029A-DFE0-3153-EB735A2EF9A4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65424170-4DF4-3673-BEBB-0E3E27DD640D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45AB8CEA-17F7-0C6F-5CA1-2CE9F9DB564E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00750F0-6DFC-B4FC-B67D-D4F9E93E77AB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7C68448-F3F9-246D-DEF7-68F182C6B508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0C12FD-119A-3BDD-1E58-75999FDD8A6C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11047E7-5836-77BB-E463-15896AA6422B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8ECAF745-4306-A9D9-9FF4-1F2A079A09A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827A262-0E08-01C0-CD8F-3502A0956D5E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32C21190-3E5B-ED20-9D8F-FC571F5B1BB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BE009C2A-652E-B9B7-7E1D-B22AF620619D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C5823AB-ADF6-CF97-2EA4-B8976E8F5B2F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F9F45F23-4F14-9C69-954A-4A77F7FE9FCF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730D427-D093-6BAC-2E37-2B93F28F926E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DEFB67DE-EE29-912E-1ACC-B6E6E6886538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E8610655-28BB-6FDE-2C0F-0A54C7F12EB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447C758-16B1-2AD6-5E1F-7D99863CF998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11FF0824-C8A5-352C-BD12-3A9080B94EBB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75A8E14-E944-08E4-D342-624E35428F2C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601CC561-9BA6-2B74-DF3A-5255548D1FE1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67B20C5E-257B-DF7A-7BC2-3276B1BE71E3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3798883E-8811-53A9-D85C-9885E84A58B9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DC72BDFA-2B7D-DD13-BB86-9B833B1519A7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0644F79-8A72-DB5A-B805-824490CDB1EA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D4D473D-70A0-8EAD-738F-365A1DE748BE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7C4026A-3FF6-A800-2169-5DCD0EEBA4D0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D90BC26-98DE-037C-171B-979DA3773467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406C1B76-BF11-9075-A5E6-50E5D0CF3922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A0B35F95-437E-0466-DD66-8989E4688032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AADFD100-1B24-9A87-8E29-8E24433CED50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192314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E60D-C3D0-C94A-BCA6-126DB3B0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AD95350-7CB4-DC46-3B84-BE9E766C57F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5EFE20-3183-A671-F4FD-53A989631B32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21C561-1A41-6EA2-DF74-ECFA0E1D02E7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3311CAF-959D-7F69-F8A4-868A54BC91C7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70538B0-D90B-4082-57ED-403456CC7AE9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E7A7734-FA5A-ED3C-A85D-2CF286BB7EEA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17074D4-E691-08C6-00A5-450348D9D99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6D84B26-D212-83F6-FC56-82EDDE7ADB3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14CB7E9-1A0C-C56F-4B85-87D97625A5F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DE1D747-9997-03C5-13BB-F1381F8BD80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849EAEC-3989-54BB-13AB-DF048AB5B19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7FD66D0-34AE-C60A-981F-FD2FE378F4D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30F4B03-7CE8-3006-A109-D5832FB6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6191F8F-E644-C8F1-3A8C-9176CB4D662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BF6FD11-5927-8DBD-110C-1D01DE04B158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8A61E5DE-B814-4462-F4E1-C9CFE44A9BF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8442A35-8B09-2D60-400A-BA290D8D71E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A02E268-A9DE-EFAB-8F6A-49AEE700AA76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7DC7D19-0AD6-C812-A622-286628FC0AE6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9B7F53F-DC41-21E0-58FF-41C184C3CAC2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DFD4B74B-9C1A-9468-7482-74C6707E213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49BE3F1B-C037-77DB-B1CA-6E794A21AF8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712824F-F738-0553-B79A-EB50E97F760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19FF9D2-0855-F024-A243-7D4A62D78AD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021925D-F058-4A91-308E-9A2F687A0B62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F11526F8-424E-CAA6-1BE2-91F63AFA5CE3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F771590-A048-CE75-4E75-A60B9A51ECA9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E87D07EE-B50D-95D6-E225-676410264579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DBD09D6-3953-D34D-B66D-9D97901A4F54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50603A2-908A-ECD7-3984-45D07C4D4A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055CAA3-F35A-5D42-73B2-36E39E1354F5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274F449D-9A0E-FC76-949D-2C18CDA5537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9E350AFD-BEE3-EB91-5DF9-14767C8BACF9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1ED3644-E48A-3339-8B91-2E91318F8280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C4EC158C-8009-A591-3103-93CD26A6AF65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7532847B-033C-D919-6A54-F76079E0C5DD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8719AF4-10A3-F0C3-F9E6-D51E5D07CDC1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4C362800-EBFA-AC11-C520-5F169E970C57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D92EBB5E-06EF-3898-A8EE-3C57DC721563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8CD66E90-54DA-ED07-5F37-872CCDE60AE3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89B8AC6E-E91B-2406-F8D5-B6209703DEE1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0B20149-7B9F-D7A4-BA07-5A8271D35917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529B7F-A7A9-9711-9EA2-FC64EC3BAB24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985C4070-97E7-6CDD-B0B8-87A2DD7B10F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6F139BE8-8487-4CC6-AFE6-6CD2BC49F6C0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E8301B02-68C8-E685-948F-2314290FD5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9F524235-F54C-0929-9A36-B3AB3CEB2A6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A806711-87B7-B732-0EC8-722221CCD1CC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C84C4051-275A-E397-AFB4-E959B3236F1C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EA9079C4-90AF-F8B3-CF20-1F6F61104B3D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C653D751-5909-EE99-EAEE-4668C8F185CB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45CBC190-B014-F341-389E-E8EE704CCDD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4D73C5B-AD42-6379-5EC7-E80B47CE9B32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3C248808-DC20-2F4C-455E-8930D086B88C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50A55AA-5BFE-56D3-8AED-0ED35930D37D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31CD0529-AFB3-A650-D01E-8BA75AF4974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E48E11B0-31A4-CBF3-F901-973073FEBA0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7D332CD2-AEF8-2290-B8DC-3C30AF1C3A73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8C43B1EF-D60D-E4E8-0E01-8E7A70BC7C2F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71D5290-BCAB-5A62-EC90-1C02BF0DF5D3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4FC3659-D762-A2E0-9C13-3071A7E7A08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83F2A034-B542-A7F1-D98C-61D4281DA052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91C2B19C-183A-B38F-2214-EB9C5C56018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B41F0AC8-1408-4334-1A32-90D31045EFA1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73F9B0B-7CD6-1321-8BCE-E48D5FF20D7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1D61E26C-ADFE-4E74-4013-5B330D1801C3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69DB0CD2-C571-E9AD-9604-E121978A8FD9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8CBF717B-C179-5301-83A4-FEF622366603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252273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56189</TotalTime>
  <Words>2704</Words>
  <Application>Microsoft Macintosh PowerPoint</Application>
  <PresentationFormat>화면 슬라이드 쇼(16:9)</PresentationFormat>
  <Paragraphs>1745</Paragraphs>
  <Slides>27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6152</cp:revision>
  <dcterms:created xsi:type="dcterms:W3CDTF">2006-10-05T04:04:58Z</dcterms:created>
  <dcterms:modified xsi:type="dcterms:W3CDTF">2026-02-08T01:27:52Z</dcterms:modified>
</cp:coreProperties>
</file>
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6" r:id="rId13"/>
    <p:sldId id="445" r:id="rId14"/>
    <p:sldId id="439" r:id="rId15"/>
    <p:sldId id="441" r:id="rId16"/>
    <p:sldId id="438" r:id="rId17"/>
    <p:sldId id="432" r:id="rId18"/>
    <p:sldId id="433" r:id="rId19"/>
    <p:sldId id="423" r:id="rId20"/>
    <p:sldId id="428" r:id="rId21"/>
    <p:sldId id="431" r:id="rId22"/>
    <p:sldId id="429" r:id="rId23"/>
    <p:sldId id="426" r:id="rId24"/>
    <p:sldId id="424" r:id="rId25"/>
    <p:sldId id="425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459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B6AED-F783-EB57-8330-A6FE8791B29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9AA3CE81-BDC4-1A03-5D73-FA97D6D72B7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54033B-255D-A708-CDB5-05AEB6E21D1D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84DEDE6-79D6-1298-27F6-B0C2D05C929F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5463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88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82564" y="1175681"/>
            <a:ext cx="4757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7405" y="-39683"/>
            <a:ext cx="12700" cy="144968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7295F7-56DE-E2CB-6241-B75E6E345759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5DD03FE-0D0C-1F2D-20F8-92C96FB16C04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56174</TotalTime>
  <Words>2409</Words>
  <Application>Microsoft Macintosh PowerPoint</Application>
  <PresentationFormat>화면 슬라이드 쇼(16:9)</PresentationFormat>
  <Paragraphs>1558</Paragraphs>
  <Slides>25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6127</cp:revision>
  <dcterms:created xsi:type="dcterms:W3CDTF">2006-10-05T04:04:58Z</dcterms:created>
  <dcterms:modified xsi:type="dcterms:W3CDTF">2026-02-07T14:33:35Z</dcterms:modified>
</cp:coreProperties>
</file>
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42" r:id="rId9"/>
    <p:sldId id="443" r:id="rId10"/>
    <p:sldId id="444" r:id="rId11"/>
    <p:sldId id="427" r:id="rId12"/>
    <p:sldId id="446" r:id="rId13"/>
    <p:sldId id="445" r:id="rId14"/>
    <p:sldId id="439" r:id="rId15"/>
    <p:sldId id="441" r:id="rId16"/>
    <p:sldId id="438" r:id="rId17"/>
    <p:sldId id="432" r:id="rId18"/>
    <p:sldId id="433" r:id="rId19"/>
    <p:sldId id="423" r:id="rId20"/>
    <p:sldId id="428" r:id="rId21"/>
    <p:sldId id="431" r:id="rId22"/>
    <p:sldId id="429" r:id="rId23"/>
    <p:sldId id="426" r:id="rId24"/>
    <p:sldId id="424" r:id="rId25"/>
    <p:sldId id="425" r:id="rId2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79" autoAdjust="0"/>
    <p:restoredTop sz="88880" autoAdjust="0"/>
  </p:normalViewPr>
  <p:slideViewPr>
    <p:cSldViewPr>
      <p:cViewPr>
        <p:scale>
          <a:sx n="200" d="100"/>
          <a:sy n="200" d="100"/>
        </p:scale>
        <p:origin x="1560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459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320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5C2A-67FA-4876-2606-D7A08868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CC24F-E47D-690F-AFDE-00850F643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96E51A-3DD4-EAA3-2308-B7A80E13C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1750AE-34CE-58DE-C2E9-D0D29390D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386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62D7F-3258-1D26-4E28-F9276D7D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44FAB8-D939-0C2F-0EC8-48472EAF6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FBD597-089F-63C0-7A2A-61744D559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B90F40-DD7B-79C0-E4B6-ABD3383B0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04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164561B2-D510-5A79-DF73-0BFB9FA1F45D}"/>
              </a:ext>
            </a:extLst>
          </p:cNvPr>
          <p:cNvSpPr/>
          <p:nvPr/>
        </p:nvSpPr>
        <p:spPr>
          <a:xfrm>
            <a:off x="7469009" y="324046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Analysis Targets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240752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0959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26315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262593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22202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262875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21920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173680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0692" y="800965"/>
            <a:ext cx="703935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034814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173680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739778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2845771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813200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795082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034814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283718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(kubectl argo rollouts CLI)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805670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-113816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9009" y="1393755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12571" y="173878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12571" y="233205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967442"/>
            <a:ext cx="458140" cy="4462652"/>
          </a:xfrm>
          <a:prstGeom prst="bentConnector3">
            <a:avLst>
              <a:gd name="adj1" fmla="val 4838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9337" y="285578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9337" y="2953389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9337" y="305513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261296" y="148854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912240"/>
            <a:ext cx="453098" cy="4357289"/>
          </a:xfrm>
          <a:prstGeom prst="bentConnector3">
            <a:avLst>
              <a:gd name="adj1" fmla="val 7185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962886"/>
            <a:ext cx="1245315" cy="5250797"/>
          </a:xfrm>
          <a:prstGeom prst="bentConnector3">
            <a:avLst>
              <a:gd name="adj1" fmla="val 2620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-45305"/>
            <a:ext cx="1245315" cy="3415636"/>
          </a:xfrm>
          <a:prstGeom prst="bentConnector3">
            <a:avLst>
              <a:gd name="adj1" fmla="val 2622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556727" y="14892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676286" y="1194733"/>
            <a:ext cx="448686" cy="138932"/>
          </a:xfrm>
          <a:prstGeom prst="bentConnector3">
            <a:avLst>
              <a:gd name="adj1" fmla="val 7264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323638" y="686312"/>
            <a:ext cx="449412" cy="1156499"/>
          </a:xfrm>
          <a:prstGeom prst="bentConnector3">
            <a:avLst>
              <a:gd name="adj1" fmla="val 7260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32082" y="20542"/>
            <a:ext cx="458140" cy="248668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47942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736890" y="2050513"/>
            <a:ext cx="327478" cy="138932"/>
          </a:xfrm>
          <a:prstGeom prst="bentConnector3">
            <a:avLst>
              <a:gd name="adj1" fmla="val 48061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81876" y="-629664"/>
            <a:ext cx="458140" cy="3787096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47531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97CBC6EB-1390-408C-DB56-F2691A3FBC44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176652" y="1906909"/>
            <a:ext cx="326751" cy="426865"/>
          </a:xfrm>
          <a:prstGeom prst="bentConnector3">
            <a:avLst>
              <a:gd name="adj1" fmla="val 34453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369B07FA-293F-D390-EB30-D66284E3F266}"/>
              </a:ext>
            </a:extLst>
          </p:cNvPr>
          <p:cNvSpPr/>
          <p:nvPr/>
        </p:nvSpPr>
        <p:spPr>
          <a:xfrm>
            <a:off x="1742155" y="2283717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41C87DB-9CDD-34B7-558E-9F8633271260}"/>
              </a:ext>
            </a:extLst>
          </p:cNvPr>
          <p:cNvSpPr/>
          <p:nvPr/>
        </p:nvSpPr>
        <p:spPr>
          <a:xfrm>
            <a:off x="7612571" y="358549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Prometheus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AF3049F-8AAB-877E-B100-DE0AAFFFDCED}"/>
              </a:ext>
            </a:extLst>
          </p:cNvPr>
          <p:cNvSpPr/>
          <p:nvPr/>
        </p:nvSpPr>
        <p:spPr>
          <a:xfrm>
            <a:off x="7612571" y="417876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DataDog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70E3DAE-B88B-D209-BEEA-9B57CE861B9C}"/>
              </a:ext>
            </a:extLst>
          </p:cNvPr>
          <p:cNvSpPr/>
          <p:nvPr/>
        </p:nvSpPr>
        <p:spPr>
          <a:xfrm>
            <a:off x="8159337" y="470249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8820A63-710C-47BF-DE51-355524EF7499}"/>
              </a:ext>
            </a:extLst>
          </p:cNvPr>
          <p:cNvSpPr/>
          <p:nvPr/>
        </p:nvSpPr>
        <p:spPr>
          <a:xfrm>
            <a:off x="8159337" y="480009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D46B038-DD1A-D191-0686-D0E980DF545E}"/>
              </a:ext>
            </a:extLst>
          </p:cNvPr>
          <p:cNvSpPr/>
          <p:nvPr/>
        </p:nvSpPr>
        <p:spPr>
          <a:xfrm>
            <a:off x="8159337" y="490184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cxnSp>
        <p:nvCxnSpPr>
          <p:cNvPr id="16" name="꺾인 연결선[E] 15">
            <a:extLst>
              <a:ext uri="{FF2B5EF4-FFF2-40B4-BE49-F238E27FC236}">
                <a16:creationId xmlns:a16="http://schemas.microsoft.com/office/drawing/2014/main" id="{A9F54191-0AA3-CA21-02B2-67C42D612E12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>
            <a:off x="6913331" y="800965"/>
            <a:ext cx="555678" cy="3329461"/>
          </a:xfrm>
          <a:prstGeom prst="bentConnector3">
            <a:avLst>
              <a:gd name="adj1" fmla="val 6257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F7AEAF86-1B29-8D72-20B7-75426642EF99}"/>
              </a:ext>
            </a:extLst>
          </p:cNvPr>
          <p:cNvCxnSpPr>
            <a:cxnSpLocks/>
            <a:stCxn id="273" idx="2"/>
            <a:endCxn id="281" idx="0"/>
          </p:cNvCxnSpPr>
          <p:nvPr/>
        </p:nvCxnSpPr>
        <p:spPr>
          <a:xfrm>
            <a:off x="8182436" y="1034814"/>
            <a:ext cx="1" cy="358941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직선 화살표 연결선 505">
            <a:extLst>
              <a:ext uri="{FF2B5EF4-FFF2-40B4-BE49-F238E27FC236}">
                <a16:creationId xmlns:a16="http://schemas.microsoft.com/office/drawing/2014/main" id="{789AA077-A7F5-6F9F-4BAF-D79EFDC16BE1}"/>
              </a:ext>
            </a:extLst>
          </p:cNvPr>
          <p:cNvCxnSpPr>
            <a:cxnSpLocks/>
          </p:cNvCxnSpPr>
          <p:nvPr/>
        </p:nvCxnSpPr>
        <p:spPr>
          <a:xfrm>
            <a:off x="2859683" y="1039856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B6AED-F783-EB57-8330-A6FE8791B29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9AA3CE81-BDC4-1A03-5D73-FA97D6D72B7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54033B-255D-A708-CDB5-05AEB6E21D1D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84DEDE6-79D6-1298-27F6-B0C2D05C929F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954340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924376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2313622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340559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CCDC696-6C67-822A-0A03-22154C978576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D68AE18C-FDBA-05D3-44C4-E2C8CA135B23}"/>
              </a:ext>
            </a:extLst>
          </p:cNvPr>
          <p:cNvSpPr/>
          <p:nvPr/>
        </p:nvSpPr>
        <p:spPr>
          <a:xfrm>
            <a:off x="15243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92EE0D4-11BC-D018-3E3C-3D706AE10AB8}"/>
              </a:ext>
            </a:extLst>
          </p:cNvPr>
          <p:cNvSpPr/>
          <p:nvPr/>
        </p:nvSpPr>
        <p:spPr>
          <a:xfrm>
            <a:off x="2489624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455B8AA-9948-D124-63AD-FA0A65174A3C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>
            <a:off x="1912003" y="3209835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4E94908-08C4-1D8B-E230-43340ECFC47A}"/>
              </a:ext>
            </a:extLst>
          </p:cNvPr>
          <p:cNvCxnSpPr>
            <a:cxnSpLocks/>
            <a:stCxn id="85" idx="2"/>
            <a:endCxn id="139" idx="0"/>
          </p:cNvCxnSpPr>
          <p:nvPr/>
        </p:nvCxnSpPr>
        <p:spPr>
          <a:xfrm flipH="1">
            <a:off x="2877323" y="3209835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47AAEF81-DDE7-29A4-BA4D-B6FFFDC502B7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4F35CB54-6C97-4CAB-2A32-973BAB040B6E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4330622" y="300693"/>
            <a:ext cx="12700" cy="48372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250694E6-D668-7041-DB2F-EFE13B664EED}"/>
              </a:ext>
            </a:extLst>
          </p:cNvPr>
          <p:cNvSpPr/>
          <p:nvPr/>
        </p:nvSpPr>
        <p:spPr>
          <a:xfrm>
            <a:off x="4428771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A1AF746-86B9-72C0-A369-EC7894FA317F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52B4253D-8554-7D22-FE81-BD4B7D1D35C4}"/>
              </a:ext>
            </a:extLst>
          </p:cNvPr>
          <p:cNvSpPr/>
          <p:nvPr/>
        </p:nvSpPr>
        <p:spPr>
          <a:xfrm>
            <a:off x="53941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04673E64-66BF-A6A5-E78B-BC7E515AAF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24DA404-875B-4F3C-DDA6-D70F99D676A0}"/>
              </a:ext>
            </a:extLst>
          </p:cNvPr>
          <p:cNvCxnSpPr>
            <a:cxnSpLocks/>
            <a:stCxn id="92" idx="2"/>
            <a:endCxn id="93" idx="0"/>
          </p:cNvCxnSpPr>
          <p:nvPr/>
        </p:nvCxnSpPr>
        <p:spPr>
          <a:xfrm>
            <a:off x="4816474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87C706F-DE7B-5A49-5A2F-C742195ECCC8}"/>
              </a:ext>
            </a:extLst>
          </p:cNvPr>
          <p:cNvCxnSpPr>
            <a:cxnSpLocks/>
            <a:stCxn id="94" idx="2"/>
            <a:endCxn id="95" idx="0"/>
          </p:cNvCxnSpPr>
          <p:nvPr/>
        </p:nvCxnSpPr>
        <p:spPr>
          <a:xfrm>
            <a:off x="5781803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[E] 97">
            <a:extLst>
              <a:ext uri="{FF2B5EF4-FFF2-40B4-BE49-F238E27FC236}">
                <a16:creationId xmlns:a16="http://schemas.microsoft.com/office/drawing/2014/main" id="{5ED19D85-1AF9-5767-85B8-1F0E0735B6A0}"/>
              </a:ext>
            </a:extLst>
          </p:cNvPr>
          <p:cNvCxnSpPr>
            <a:cxnSpLocks/>
            <a:stCxn id="89" idx="0"/>
            <a:endCxn id="85" idx="0"/>
          </p:cNvCxnSpPr>
          <p:nvPr/>
        </p:nvCxnSpPr>
        <p:spPr>
          <a:xfrm rot="16200000" flipV="1">
            <a:off x="4813284" y="783355"/>
            <a:ext cx="12700" cy="387191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2CF3309-64A8-8AF8-590D-ECDD9E968DA6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3B88E1FB-A29E-2869-8D0D-7D40AC91FD59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A959412-05AE-7C8B-5783-CB3A8C615B11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F01C95E-D835-320E-D53E-2F0796F5567D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E9690BB-4809-040A-E132-28FC1E8258A0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F4E8B9DD-3498-ACB2-668D-221FE79CA521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B09D935F-6B7C-83D4-F89E-0438361A2C75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560BD751-299F-A6BE-7317-90CB340ECA67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8D3BD148-2700-BCC9-9DDF-C76A3A47584A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99FC904-9521-BA61-5805-15697F7BB16D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010DAED-B503-C661-DCB7-75116E49C8B1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B130043-D799-C44A-5430-CF26115F471D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2C8ED81A-9FC6-F154-AA22-B028815D5CDA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CC8D-DA53-8D73-5201-1A01E63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E49466FB-69F0-A783-60E0-5AE1B71264EA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B3829AF-2B23-D3A3-5A25-F54469803694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7FD51BF-FC8C-57D6-1560-4C55CF977D80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E296C15-DB86-378A-FDAC-27317F0961D0}"/>
              </a:ext>
            </a:extLst>
          </p:cNvPr>
          <p:cNvSpPr/>
          <p:nvPr/>
        </p:nvSpPr>
        <p:spPr>
          <a:xfrm>
            <a:off x="114600" y="685158"/>
            <a:ext cx="173926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C7F3D47-3513-758E-61F2-AF7FAAB1939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808838-50E3-F4E2-FE7E-B52A4247CB4E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663CE05-E197-1636-6CCC-6F85785F8CDD}"/>
              </a:ext>
            </a:extLst>
          </p:cNvPr>
          <p:cNvSpPr/>
          <p:nvPr/>
        </p:nvSpPr>
        <p:spPr>
          <a:xfrm>
            <a:off x="3205248" y="685158"/>
            <a:ext cx="1740731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1EBB5A5-F3DC-231D-9FC2-36C0E29E2C01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188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C3C8F0E-3723-18EB-1176-D78B2AA00632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5614" y="1175681"/>
            <a:ext cx="48267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525729-C853-7986-CF91-5B65D1558B65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26C21AF-D86C-43D8-A0CA-55BC3DFB216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74AD506-A68F-321F-51BC-B5806F368F09}"/>
              </a:ext>
            </a:extLst>
          </p:cNvPr>
          <p:cNvSpPr/>
          <p:nvPr/>
        </p:nvSpPr>
        <p:spPr>
          <a:xfrm>
            <a:off x="3205249" y="2715155"/>
            <a:ext cx="1740730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E5CA39C-BB4A-E682-E044-868E1F4C077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5614" y="3205679"/>
            <a:ext cx="4826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3CBAE4A-2E63-65F2-985A-F6CF418466BE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32B670A-7360-9EFA-949D-473DEFA228C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DA9B718-D45B-0D24-C331-CA10CD2918F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C93F6-9E98-FDF8-BF60-FC222D7D677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9628F-74A8-3100-0F41-7068E51245B3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2723E95-C0F2-E4B3-8716-2FC7E8B1C4E8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99C0D0D-8FD1-89FA-729A-F0AFCD38078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0D91DE8-89A2-FBC8-D949-FE0001BD30D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6219EEF-1B72-8157-77DE-B335E3E002A2}"/>
              </a:ext>
            </a:extLst>
          </p:cNvPr>
          <p:cNvSpPr/>
          <p:nvPr/>
        </p:nvSpPr>
        <p:spPr>
          <a:xfrm>
            <a:off x="113121" y="2715156"/>
            <a:ext cx="173595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8FFA778-87FF-AFB3-7AC0-CF8BC405F73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7949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71263AE-A0B8-72B9-C00B-79A1D2C2EB22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D32BFED6-7AC4-3D6A-D593-385D83DE880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E23C3322-8476-462A-D97A-3ADE6D2ACFD5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C41A715-21D3-E502-30CD-797A2DBFEC5C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3930" y="-43158"/>
            <a:ext cx="12700" cy="14566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4AF28D4-A192-DB83-D816-C53DFD81E7D9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D55BBF54-F918-5103-D984-2A2BA2458CE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EB32162-1501-E40E-25EC-51376D01FBB5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0608" y="1985647"/>
            <a:ext cx="12700" cy="145901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3DBAFDFD-E3CC-EC31-4506-D470D70EB24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641D4159-049E-838D-5B3F-35D79C5C01C7}"/>
              </a:ext>
            </a:extLst>
          </p:cNvPr>
          <p:cNvCxnSpPr>
            <a:cxnSpLocks/>
            <a:stCxn id="33" idx="2"/>
            <a:endCxn id="77" idx="0"/>
          </p:cNvCxnSpPr>
          <p:nvPr/>
        </p:nvCxnSpPr>
        <p:spPr>
          <a:xfrm>
            <a:off x="981099" y="3205679"/>
            <a:ext cx="48506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9845C92-C734-0997-5B26-EF7A1058025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888242-A786-522F-39BE-0A50653264FE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3928" y="1986841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7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2468-4017-E321-8561-1FD803F3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4703CB4-2936-8FAC-7F8A-DA8BF757D1E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993237E1-6CE0-E536-327B-9BE221031F29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653E64C-0FC8-0A99-B913-005A8B87F36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0275AD1-592A-C131-8A11-D7EED318030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DB348CD-30A5-ACD8-1C35-F7BAD69886A4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F40DF4-946C-9A49-BE60-3DB58FF7C689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50438C9-312C-E562-CF12-A125FC3E27E6}"/>
              </a:ext>
            </a:extLst>
          </p:cNvPr>
          <p:cNvSpPr/>
          <p:nvPr/>
        </p:nvSpPr>
        <p:spPr>
          <a:xfrm>
            <a:off x="3205249" y="685158"/>
            <a:ext cx="1730654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5B8211A-1883-DFCA-A55A-95FAC9145F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76845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1C2E703-8F36-B721-45CB-843E54144F3C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0576" y="1175681"/>
            <a:ext cx="48770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9BFE0C4-05CE-DD90-D06D-CE1C92D5C46C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3E147C2-77E7-6EDA-5E7D-CF1C92B94D9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6BB4215-5133-C842-D6A1-16171591DA48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C7F8823-B8E1-9829-DB96-76BCB915E1C7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8385AD1-ADFA-1FB5-C513-2701991D40D4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7E2F2CEF-631F-661D-EE55-363819445E3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A44251E0-8327-A57A-A964-F475670370DF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5A06-2596-8721-2B6F-318F994E503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AD03E-0DC0-FFE4-88A7-50AA094018F3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FAC9EC8-C365-68F9-145D-B35175363170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B44328D-429D-403A-A268-899F2778CC83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48FE22E-BD99-B8AD-38E3-7ADFFA0FA45F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C8DC1DB-9130-E9D1-69CB-51A1939D0CB6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F7282898-49CF-9A10-2F3F-B5F954367938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5518040-413A-5F7B-5CFA-11A59DFC7931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8A4B79F-6D32-71CF-1E20-1531C55EA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4679AA7-1FF8-6F1F-3696-DFF16C972E8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F9682DA-0242-550E-7F42-68C7A70EAFF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1411" y="-45677"/>
            <a:ext cx="12700" cy="146166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8696D1E-49A8-10A3-FF7C-86EEE901526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C8A62A97-1CB5-CC6B-92C1-9B55CF4AEF6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0325831B-CC35-588F-9E82-0E0528C263F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CA89D62-C00D-464E-472B-C766A914D54F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40983E2-62C6-6F82-D17E-9589E5221B37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F1B4965-246B-6EBE-BBDB-483B2472029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682616C-03FD-8DB1-D727-A950973CBDC3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33CE314-B569-7AE7-9E79-DC71538D078B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541D6498-D9CC-6605-839C-B313274BB003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94898C-75AD-D5BC-CA43-30E2B6751993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7295F7-56DE-E2CB-6241-B75E6E345759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55DD03FE-0D0C-1F2D-20F8-92C96FB16C04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9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6D4B-97D2-A41A-363A-C8FBDE3D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B05BAF0-A19E-1D0F-B681-746E47E10394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0958D13B-AF1D-8161-8D13-5921B0BCC37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0C1DB7-9651-C86F-96E1-B06B90C5BC65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9BB2AF4-5856-207D-1C3A-3C25FED3B746}"/>
              </a:ext>
            </a:extLst>
          </p:cNvPr>
          <p:cNvSpPr/>
          <p:nvPr/>
        </p:nvSpPr>
        <p:spPr>
          <a:xfrm>
            <a:off x="954339" y="685158"/>
            <a:ext cx="174544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5D2178C-D68F-BE2B-025A-4AAA43529B38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48650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A553DD0-1022-D7F6-E72C-58BC208F7A58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131D60C-1DFE-6015-B7D0-60F077014018}"/>
              </a:ext>
            </a:extLst>
          </p:cNvPr>
          <p:cNvSpPr/>
          <p:nvPr/>
        </p:nvSpPr>
        <p:spPr>
          <a:xfrm>
            <a:off x="4039341" y="685158"/>
            <a:ext cx="366449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27CFA62-F160-E980-4640-053F8EBAED47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4427824" y="1175681"/>
            <a:ext cx="144376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91EC8F29-1491-4DD2-87A4-DD77EF1DE663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A6E46-5B62-61A4-FB7B-77767FD5FE04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356257A-7113-E65C-FB90-54AFDA140F7E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27474BD-F6E1-A215-564C-9A424A6CA78A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B432698-C4C8-349A-844F-35175F12B1B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2556131" y="-43912"/>
            <a:ext cx="12700" cy="145814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7E3415B3-B4E7-FF6C-DCB0-C6FE944797C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7080643" y="-523897"/>
            <a:ext cx="12700" cy="241811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C4E852E-D739-DDA5-7B19-131C3AD209D2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FC3369B-DA76-78BC-EF08-97F8FA8799D7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CFDAB9F-0660-FC5A-2F39-9053A177F7D5}"/>
              </a:ext>
            </a:extLst>
          </p:cNvPr>
          <p:cNvCxnSpPr>
            <a:cxnSpLocks/>
            <a:stCxn id="13" idx="2"/>
            <a:endCxn id="23" idx="0"/>
          </p:cNvCxnSpPr>
          <p:nvPr/>
        </p:nvCxnSpPr>
        <p:spPr>
          <a:xfrm>
            <a:off x="5871588" y="1175681"/>
            <a:ext cx="48534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499EDB2-8DC3-E5C3-FFF7-8FFC25D5824D}"/>
              </a:ext>
            </a:extLst>
          </p:cNvPr>
          <p:cNvCxnSpPr>
            <a:cxnSpLocks/>
            <a:stCxn id="13" idx="2"/>
            <a:endCxn id="29" idx="0"/>
          </p:cNvCxnSpPr>
          <p:nvPr/>
        </p:nvCxnSpPr>
        <p:spPr>
          <a:xfrm>
            <a:off x="5871588" y="1175681"/>
            <a:ext cx="145067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104C728A-1379-B8CD-BF49-3087D233030C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DA30CCB-9D18-13B9-396A-F7132E69DCF7}"/>
              </a:ext>
            </a:extLst>
          </p:cNvPr>
          <p:cNvSpPr/>
          <p:nvPr/>
        </p:nvSpPr>
        <p:spPr>
          <a:xfrm>
            <a:off x="1524300" y="2719312"/>
            <a:ext cx="464250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EB10544-8EDF-3333-E09A-E4B42CF37480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 flipH="1">
            <a:off x="1912782" y="3209835"/>
            <a:ext cx="193277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BA5864-F696-54D6-DDDF-11E637A45C37}"/>
              </a:ext>
            </a:extLst>
          </p:cNvPr>
          <p:cNvCxnSpPr>
            <a:cxnSpLocks/>
            <a:stCxn id="84" idx="2"/>
            <a:endCxn id="139" idx="0"/>
          </p:cNvCxnSpPr>
          <p:nvPr/>
        </p:nvCxnSpPr>
        <p:spPr>
          <a:xfrm flipH="1">
            <a:off x="2877323" y="3209835"/>
            <a:ext cx="96823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7672BE31-F7C0-1200-B3B5-E7772E38D3C6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6CE50416-4DD4-0A58-EC46-D40B7447A323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5297397" y="1267469"/>
            <a:ext cx="12700" cy="290368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C7F37C19-BA55-066C-0D3E-059CCA4A9822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78A131BB-91DE-B2AC-4077-AFA6F07E33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AC5F166-D307-C2DF-2403-368B0B145E98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87B491F8-5F04-1CA2-55E3-D5E3164AB2BE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422E3393-89B7-DCF2-967F-7C395F5391CC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355EC9E-F6AB-D36A-A616-D4CA7CA345C4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3C2B8C0-4634-EF9C-1202-C09A76521F32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33710013-235D-8DE8-2AAE-831385A0C62E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37A26063-ACFD-F46A-ED2A-5475238B3620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81BA861-45AC-BA01-BD66-1D7471D9D39D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D1BEE6D-DBF5-D3CA-303E-83F10E8EF438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20BE85C-D4AD-8C32-9418-B3BA3658F5F7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151A226-1C5F-C90A-9BA8-531CE06B8DA0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66ADF827-A336-CA6F-F0E0-B801D82D4AD2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AC7F4302-D214-EB73-2B4B-C82A74D75C53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632691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27F10-65C7-3B01-9B31-C052D0273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4DCA603-54BA-C744-0472-426DBA500AB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664D8EE-EA47-C8F2-8766-CEE40897401B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43F033-71D6-2068-1500-2895963A0FF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CD070C2-CA06-CDCC-69CB-C5953F2320B2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3FBC901-E60E-0EE8-A648-04060F7CA738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50D0377-4E9D-9157-63D3-D04DACD0C21F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E7F1C88-3280-B490-DC4B-CACC13793BD1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F8AD0E2-0C0C-976E-A1C5-380CB360920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DDD04B-7F2B-F940-CE12-AC58C43A55D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7717E64-AD03-739F-FECF-5850CEDC3A7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24C5A37-F224-0D39-EF64-514BE84AF76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C5003A7-0E41-8D15-0BAC-509AD0CCAC9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93F0B0D-8D04-9DD9-C6FB-5DFA07C1A52B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3E59599-0103-8F59-994A-1CE24D02048E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F1AC2B8-16E6-E731-2CE3-1B8DBFE94FC9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088C40A-68A4-53C2-6686-50F744FDF84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AD3317C-6669-827D-4DFD-263E403F11A5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C4E3886-2930-18E0-F344-A855FF0841C3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BE9902EC-C406-E5D4-F064-E2789DD2573E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F502E13-C647-FC21-8284-1AFDA1DEDC99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F6AF41F-3AAE-E8E3-4220-553E5996A6DC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1AA9CE-39B9-C969-F4EB-B12F6B5774B4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28B70935-B7BF-F07F-0F64-F944C44491A6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C46418C-2704-55DD-BC8F-217A19F624A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B702FF5D-F54A-A182-9A00-5FA19987CA6A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D4F08DE-3B97-02D1-6FCC-87436555F66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8910A4F-1976-7E31-D6B8-022A053BB5C4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72C14CE-053C-89C1-059D-96E37B15C351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A8581E5-31ED-9B13-2FE0-E981ACE3EC77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E1AEE3A-0C92-771A-DE82-0F28AC7B0164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7760516-4F60-1992-2A36-2BE89A97C5B8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9678CAF-273B-D857-DDEB-1741FFCF0D3A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02320C52-967D-46BA-FE34-728F0178F281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F757E42B-4CAB-A990-12AB-DBA2191F1671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0097B039-21DE-E937-257D-F500E19ECFEA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6354EF86-9123-8524-9B9F-C9CD43CF775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28553EE-B040-392D-2845-D980AA410044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6612E28-3861-7388-919A-0B5E322D743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2F132FD-029A-DFE0-3153-EB735A2EF9A4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65424170-4DF4-3673-BEBB-0E3E27DD640D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45AB8CEA-17F7-0C6F-5CA1-2CE9F9DB564E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00750F0-6DFC-B4FC-B67D-D4F9E93E77AB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7C68448-F3F9-246D-DEF7-68F182C6B508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0C12FD-119A-3BDD-1E58-75999FDD8A6C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11047E7-5836-77BB-E463-15896AA6422B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8ECAF745-4306-A9D9-9FF4-1F2A079A09A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827A262-0E08-01C0-CD8F-3502A0956D5E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32C21190-3E5B-ED20-9D8F-FC571F5B1BB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BE009C2A-652E-B9B7-7E1D-B22AF620619D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C5823AB-ADF6-CF97-2EA4-B8976E8F5B2F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F9F45F23-4F14-9C69-954A-4A77F7FE9FCF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730D427-D093-6BAC-2E37-2B93F28F926E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DEFB67DE-EE29-912E-1ACC-B6E6E6886538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E8610655-28BB-6FDE-2C0F-0A54C7F12EB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447C758-16B1-2AD6-5E1F-7D99863CF998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11FF0824-C8A5-352C-BD12-3A9080B94EBB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75A8E14-E944-08E4-D342-624E35428F2C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601CC561-9BA6-2B74-DF3A-5255548D1FE1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67B20C5E-257B-DF7A-7BC2-3276B1BE71E3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3798883E-8811-53A9-D85C-9885E84A58B9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DC72BDFA-2B7D-DD13-BB86-9B833B1519A7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0644F79-8A72-DB5A-B805-824490CDB1EA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D4D473D-70A0-8EAD-738F-365A1DE748BE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7C4026A-3FF6-A800-2169-5DCD0EEBA4D0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D90BC26-98DE-037C-171B-979DA3773467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406C1B76-BF11-9075-A5E6-50E5D0CF3922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A0B35F95-437E-0466-DD66-8989E4688032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AADFD100-1B24-9A87-8E29-8E24433CED50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192314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8E60D-C3D0-C94A-BCA6-126DB3B0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AD95350-7CB4-DC46-3B84-BE9E766C57F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65EFE20-3183-A671-F4FD-53A989631B32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21C561-1A41-6EA2-DF74-ECFA0E1D02E7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3311CAF-959D-7F69-F8A4-868A54BC91C7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70538B0-D90B-4082-57ED-403456CC7AE9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6E7A7734-FA5A-ED3C-A85D-2CF286BB7EEA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17074D4-E691-08C6-00A5-450348D9D99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6D84B26-D212-83F6-FC56-82EDDE7ADB3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14CB7E9-1A0C-C56F-4B85-87D97625A5F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DE1D747-9997-03C5-13BB-F1381F8BD80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849EAEC-3989-54BB-13AB-DF048AB5B19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7FD66D0-34AE-C60A-981F-FD2FE378F4D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30F4B03-7CE8-3006-A109-D5832FB6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6191F8F-E644-C8F1-3A8C-9176CB4D662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BF6FD11-5927-8DBD-110C-1D01DE04B158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8A61E5DE-B814-4462-F4E1-C9CFE44A9BF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8442A35-8B09-2D60-400A-BA290D8D71E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0A02E268-A9DE-EFAB-8F6A-49AEE700AA76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7DC7D19-0AD6-C812-A622-286628FC0AE6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9B7F53F-DC41-21E0-58FF-41C184C3CAC2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DFD4B74B-9C1A-9468-7482-74C6707E213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49BE3F1B-C037-77DB-B1CA-6E794A21AF8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712824F-F738-0553-B79A-EB50E97F760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19FF9D2-0855-F024-A243-7D4A62D78AD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021925D-F058-4A91-308E-9A2F687A0B62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F11526F8-424E-CAA6-1BE2-91F63AFA5CE3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F771590-A048-CE75-4E75-A60B9A51ECA9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E87D07EE-B50D-95D6-E225-676410264579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DBD09D6-3953-D34D-B66D-9D97901A4F54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50603A2-908A-ECD7-3984-45D07C4D4ABA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055CAA3-F35A-5D42-73B2-36E39E1354F5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274F449D-9A0E-FC76-949D-2C18CDA5537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9E350AFD-BEE3-EB91-5DF9-14767C8BACF9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1ED3644-E48A-3339-8B91-2E91318F8280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C4EC158C-8009-A591-3103-93CD26A6AF65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7532847B-033C-D919-6A54-F76079E0C5DD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8719AF4-10A3-F0C3-F9E6-D51E5D07CDC1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4C362800-EBFA-AC11-C520-5F169E970C57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D92EBB5E-06EF-3898-A8EE-3C57DC721563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8CD66E90-54DA-ED07-5F37-872CCDE60AE3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89B8AC6E-E91B-2406-F8D5-B6209703DEE1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0B20149-7B9F-D7A4-BA07-5A8271D35917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529B7F-A7A9-9711-9EA2-FC64EC3BAB24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985C4070-97E7-6CDD-B0B8-87A2DD7B10F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6F139BE8-8487-4CC6-AFE6-6CD2BC49F6C0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E8301B02-68C8-E685-948F-2314290FD5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9F524235-F54C-0929-9A36-B3AB3CEB2A6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A806711-87B7-B732-0EC8-722221CCD1CC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C84C4051-275A-E397-AFB4-E959B3236F1C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EA9079C4-90AF-F8B3-CF20-1F6F61104B3D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C653D751-5909-EE99-EAEE-4668C8F185CB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45CBC190-B014-F341-389E-E8EE704CCDD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4D73C5B-AD42-6379-5EC7-E80B47CE9B32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3C248808-DC20-2F4C-455E-8930D086B88C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50A55AA-5BFE-56D3-8AED-0ED35930D37D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31CD0529-AFB3-A650-D01E-8BA75AF4974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E48E11B0-31A4-CBF3-F901-973073FEBA0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7D332CD2-AEF8-2290-B8DC-3C30AF1C3A73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8C43B1EF-D60D-E4E8-0E01-8E7A70BC7C2F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71D5290-BCAB-5A62-EC90-1C02BF0DF5D3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4FC3659-D762-A2E0-9C13-3071A7E7A08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83F2A034-B542-A7F1-D98C-61D4281DA052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91C2B19C-183A-B38F-2214-EB9C5C56018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B41F0AC8-1408-4334-1A32-90D31045EFA1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73F9B0B-7CD6-1321-8BCE-E48D5FF20D7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1D61E26C-ADFE-4E74-4013-5B330D1801C3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69DB0CD2-C571-E9AD-9604-E121978A8FD9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8CBF717B-C179-5301-83A4-FEF622366603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2522738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56177</TotalTime>
  <Words>2409</Words>
  <Application>Microsoft Macintosh PowerPoint</Application>
  <PresentationFormat>화면 슬라이드 쇼(16:9)</PresentationFormat>
  <Paragraphs>1558</Paragraphs>
  <Slides>25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6132</cp:revision>
  <dcterms:created xsi:type="dcterms:W3CDTF">2006-10-05T04:04:58Z</dcterms:created>
  <dcterms:modified xsi:type="dcterms:W3CDTF">2026-02-07T16:41:12Z</dcterms:modified>
</cp:coreProperties>
</file>
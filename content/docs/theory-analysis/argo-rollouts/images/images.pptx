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422" r:id="rId2"/>
    <p:sldId id="423" r:id="rId3"/>
    <p:sldId id="424" r:id="rId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95" autoAdjust="0"/>
    <p:restoredTop sz="88880" autoAdjust="0"/>
  </p:normalViewPr>
  <p:slideViewPr>
    <p:cSldViewPr>
      <p:cViewPr>
        <p:scale>
          <a:sx n="209" d="100"/>
          <a:sy n="209" d="100"/>
        </p:scale>
        <p:origin x="1200" y="106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F8A9377-3602-A456-4F52-BF1938178B0A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5EB07871-56F5-ABBA-EEAF-7FC1DE6EE1F4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56E4B13-C5A6-3DBE-4A97-56365919908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B1583C1F-B602-2445-7A1F-A4102976F9CE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50345</TotalTime>
  <Words>116</Words>
  <Application>Microsoft Macintosh PowerPoint</Application>
  <PresentationFormat>화면 슬라이드 쇼(16:9)</PresentationFormat>
  <Paragraphs>80</Paragraphs>
  <Slides>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5819</cp:revision>
  <dcterms:created xsi:type="dcterms:W3CDTF">2006-10-05T04:04:58Z</dcterms:created>
  <dcterms:modified xsi:type="dcterms:W3CDTF">2026-02-01T15:22:35Z</dcterms:modified>
</cp:coreProperties>
</file>
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39" r:id="rId13"/>
    <p:sldId id="441" r:id="rId14"/>
    <p:sldId id="438" r:id="rId15"/>
    <p:sldId id="432" r:id="rId16"/>
    <p:sldId id="433" r:id="rId17"/>
    <p:sldId id="423" r:id="rId18"/>
    <p:sldId id="428" r:id="rId19"/>
    <p:sldId id="431" r:id="rId20"/>
    <p:sldId id="429" r:id="rId21"/>
    <p:sldId id="426" r:id="rId22"/>
    <p:sldId id="424" r:id="rId23"/>
    <p:sldId id="425" r:id="rId2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95" autoAdjust="0"/>
    <p:restoredTop sz="88880" autoAdjust="0"/>
  </p:normalViewPr>
  <p:slideViewPr>
    <p:cSldViewPr>
      <p:cViewPr>
        <p:scale>
          <a:sx n="205" d="100"/>
          <a:sy n="205" d="100"/>
        </p:scale>
        <p:origin x="1320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2026. 1. 28.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F8A9377-3602-A456-4F52-BF1938178B0A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5EB07871-56F5-ABBA-EEAF-7FC1DE6EE1F4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56E4B13-C5A6-3DBE-4A97-56365919908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B1583C1F-B602-2445-7A1F-A4102976F9CE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B6AED-F783-EB57-8330-A6FE8791B29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9AA3CE81-BDC4-1A03-5D73-FA97D6D72B7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54033B-255D-A708-CDB5-05AEB6E21D1D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84DEDE6-79D6-1298-27F6-B0C2D05C929F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5463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88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82564" y="1175681"/>
            <a:ext cx="4757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7405" y="-39683"/>
            <a:ext cx="12700" cy="144968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47295F7-56DE-E2CB-6241-B75E6E345759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55DD03FE-0D0C-1F2D-20F8-92C96FB16C04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56131</TotalTime>
  <Words>2292</Words>
  <Application>Microsoft Macintosh PowerPoint</Application>
  <PresentationFormat>화면 슬라이드 쇼(16:9)</PresentationFormat>
  <Paragraphs>1474</Paragraphs>
  <Slides>23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6111</cp:revision>
  <dcterms:created xsi:type="dcterms:W3CDTF">2006-10-05T04:04:58Z</dcterms:created>
  <dcterms:modified xsi:type="dcterms:W3CDTF">2026-02-05T15:49:07Z</dcterms:modified>
</cp:coreProperties>
</file>
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422" r:id="rId2"/>
    <p:sldId id="423" r:id="rId3"/>
    <p:sldId id="417" r:id="rId4"/>
    <p:sldId id="418" r:id="rId5"/>
    <p:sldId id="419" r:id="rId6"/>
    <p:sldId id="420" r:id="rId7"/>
    <p:sldId id="421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79" autoAdjust="0"/>
    <p:restoredTop sz="88880" autoAdjust="0"/>
  </p:normalViewPr>
  <p:slideViewPr>
    <p:cSldViewPr>
      <p:cViewPr>
        <p:scale>
          <a:sx n="166" d="100"/>
          <a:sy n="166" d="100"/>
        </p:scale>
        <p:origin x="1384" y="176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9532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041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999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690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95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1915108" y="220800"/>
            <a:ext cx="5313784" cy="987127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Argo Rollout </a:t>
            </a:r>
            <a:r>
              <a:rPr lang="en-US" altLang="ko-KR" sz="1000" b="1" dirty="0"/>
              <a:t>Controller</a:t>
            </a:r>
            <a:endParaRPr lang="ko-KR" altLang="en-US" sz="1000" b="1" dirty="0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5E3A077-F0C0-C686-C4C2-D92BD5B4C32E}"/>
              </a:ext>
            </a:extLst>
          </p:cNvPr>
          <p:cNvSpPr/>
          <p:nvPr/>
        </p:nvSpPr>
        <p:spPr>
          <a:xfrm>
            <a:off x="4695299" y="6899655"/>
            <a:ext cx="1224136" cy="360040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ReplicaSet</a:t>
            </a:r>
            <a:endParaRPr lang="ko-KR" altLang="en-US" sz="1000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F8A9377-3602-A456-4F52-BF1938178B0A}"/>
              </a:ext>
            </a:extLst>
          </p:cNvPr>
          <p:cNvSpPr/>
          <p:nvPr/>
        </p:nvSpPr>
        <p:spPr>
          <a:xfrm>
            <a:off x="7452329" y="2896140"/>
            <a:ext cx="1080120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Prometheus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2699802" y="696939"/>
            <a:ext cx="1080120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Rollout</a:t>
            </a:r>
          </a:p>
          <a:p>
            <a:pPr algn="ctr"/>
            <a:r>
              <a:rPr lang="en-US" altLang="ko-KR" sz="1000" dirty="0"/>
              <a:t>Controller</a:t>
            </a:r>
            <a:endParaRPr lang="ko-KR" altLang="en-US" sz="10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3884226" y="690575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Analysis</a:t>
            </a:r>
          </a:p>
          <a:p>
            <a:pPr algn="ctr"/>
            <a:r>
              <a:rPr lang="en-US" altLang="ko-KR" sz="1000" dirty="0"/>
              <a:t>Controller</a:t>
            </a:r>
            <a:endParaRPr lang="ko-KR" altLang="en-US" sz="10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244026" y="696596"/>
            <a:ext cx="1080120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Experiment</a:t>
            </a:r>
          </a:p>
          <a:p>
            <a:pPr algn="ctr"/>
            <a:r>
              <a:rPr lang="en-US" altLang="ko-KR" sz="1000" dirty="0"/>
              <a:t>Controller</a:t>
            </a:r>
            <a:endParaRPr lang="ko-KR" altLang="en-US" sz="10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716724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 dirty="0"/>
              <a:t>Analysis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46486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891579" y="26315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ReplicaSet</a:t>
            </a:r>
          </a:p>
          <a:p>
            <a:pPr algn="ctr"/>
            <a:r>
              <a:rPr lang="en-US" altLang="ko-KR" sz="10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5860285" y="1611371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Analysis</a:t>
            </a:r>
          </a:p>
          <a:p>
            <a:pPr algn="ctr"/>
            <a:r>
              <a:rPr lang="en-US" altLang="ko-KR" sz="1000" b="1" dirty="0"/>
              <a:t>Template</a:t>
            </a:r>
          </a:p>
          <a:p>
            <a:pPr algn="ctr"/>
            <a:r>
              <a:rPr lang="en-US" altLang="ko-KR" sz="1000" b="1" dirty="0"/>
              <a:t>Object</a:t>
            </a:r>
            <a:endParaRPr lang="ko-KR" altLang="en-US" sz="10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860285" y="262593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890047" y="1611371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Rollout</a:t>
            </a:r>
          </a:p>
          <a:p>
            <a:pPr algn="ctr"/>
            <a:r>
              <a:rPr lang="en-US" altLang="ko-KR" sz="10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890047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ReplicaSet</a:t>
            </a:r>
          </a:p>
          <a:p>
            <a:pPr algn="ctr"/>
            <a:r>
              <a:rPr lang="en-US" altLang="ko-KR" sz="10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33430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AF40478-79A0-394F-E329-D0B973FD6733}"/>
              </a:ext>
            </a:extLst>
          </p:cNvPr>
          <p:cNvCxnSpPr>
            <a:cxnSpLocks/>
            <a:stCxn id="28" idx="2"/>
            <a:endCxn id="33" idx="0"/>
          </p:cNvCxnSpPr>
          <p:nvPr/>
        </p:nvCxnSpPr>
        <p:spPr>
          <a:xfrm>
            <a:off x="4459914" y="2079069"/>
            <a:ext cx="0" cy="2046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33430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33430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5B9C9E6-250B-8A50-B07F-236B603683EC}"/>
              </a:ext>
            </a:extLst>
          </p:cNvPr>
          <p:cNvCxnSpPr>
            <a:cxnSpLocks/>
            <a:stCxn id="20" idx="2"/>
            <a:endCxn id="57" idx="0"/>
          </p:cNvCxnSpPr>
          <p:nvPr/>
        </p:nvCxnSpPr>
        <p:spPr>
          <a:xfrm>
            <a:off x="6430152" y="2079069"/>
            <a:ext cx="0" cy="2046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860285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403668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403668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403668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1527E2C-049C-425F-A124-218C9E3D2F87}"/>
              </a:ext>
            </a:extLst>
          </p:cNvPr>
          <p:cNvCxnSpPr>
            <a:cxnSpLocks/>
            <a:stCxn id="28" idx="3"/>
            <a:endCxn id="20" idx="1"/>
          </p:cNvCxnSpPr>
          <p:nvPr/>
        </p:nvCxnSpPr>
        <p:spPr>
          <a:xfrm>
            <a:off x="5029780" y="1845220"/>
            <a:ext cx="830505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07514" y="2283718"/>
            <a:ext cx="1426855" cy="2339082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51075" y="322202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Istio</a:t>
            </a:r>
          </a:p>
          <a:p>
            <a:pPr algn="ctr"/>
            <a:r>
              <a:rPr lang="en-US" altLang="ko-KR" sz="1000"/>
              <a:t>VirtualService</a:t>
            </a:r>
          </a:p>
          <a:p>
            <a:pPr algn="ctr"/>
            <a:r>
              <a:rPr lang="en-US" altLang="ko-KR" sz="1000"/>
              <a:t>DestinationRule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51075" y="262875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Kubernetes</a:t>
            </a:r>
          </a:p>
          <a:p>
            <a:pPr algn="ctr"/>
            <a:r>
              <a:rPr lang="en-US" altLang="ko-KR" sz="1000"/>
              <a:t>Services</a:t>
            </a: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88B47288-5CF8-2E82-0225-B559AF4FAC0A}"/>
              </a:ext>
            </a:extLst>
          </p:cNvPr>
          <p:cNvSpPr/>
          <p:nvPr/>
        </p:nvSpPr>
        <p:spPr>
          <a:xfrm>
            <a:off x="2051075" y="381529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Ingress Nginx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01310" y="4338435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01310" y="4436036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01310" y="453777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B5B240EE-2957-728E-0407-8E45FB28CBB4}"/>
              </a:ext>
            </a:extLst>
          </p:cNvPr>
          <p:cNvCxnSpPr>
            <a:cxnSpLocks/>
            <a:stCxn id="69" idx="3"/>
            <a:endCxn id="18" idx="1"/>
          </p:cNvCxnSpPr>
          <p:nvPr/>
        </p:nvCxnSpPr>
        <p:spPr>
          <a:xfrm flipV="1">
            <a:off x="3334369" y="2865417"/>
            <a:ext cx="557210" cy="58784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80DB6FAA-BB8F-8C8B-847E-E5E9DA130221}"/>
              </a:ext>
            </a:extLst>
          </p:cNvPr>
          <p:cNvCxnSpPr>
            <a:cxnSpLocks/>
            <a:stCxn id="69" idx="3"/>
            <a:endCxn id="31" idx="1"/>
          </p:cNvCxnSpPr>
          <p:nvPr/>
        </p:nvCxnSpPr>
        <p:spPr>
          <a:xfrm flipV="1">
            <a:off x="3334369" y="3453053"/>
            <a:ext cx="555678" cy="20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65855C7F-A3D0-B3B9-A470-900993490F66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7000018" y="2859783"/>
            <a:ext cx="452311" cy="27020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7B89F9A-A0CF-9A9F-DAD2-C904FF048392}"/>
              </a:ext>
            </a:extLst>
          </p:cNvPr>
          <p:cNvCxnSpPr>
            <a:cxnSpLocks/>
            <a:stCxn id="61" idx="3"/>
            <a:endCxn id="23" idx="1"/>
          </p:cNvCxnSpPr>
          <p:nvPr/>
        </p:nvCxnSpPr>
        <p:spPr>
          <a:xfrm flipV="1">
            <a:off x="7000018" y="3129989"/>
            <a:ext cx="452311" cy="32306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30895" y="3219204"/>
            <a:ext cx="1080120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>
            <a:off x="1511015" y="3453053"/>
            <a:ext cx="396499" cy="20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5EB07871-56F5-ABBA-EEAF-7FC1DE6EE1F4}"/>
              </a:ext>
            </a:extLst>
          </p:cNvPr>
          <p:cNvCxnSpPr>
            <a:cxnSpLocks/>
            <a:stCxn id="28" idx="1"/>
            <a:endCxn id="69" idx="0"/>
          </p:cNvCxnSpPr>
          <p:nvPr/>
        </p:nvCxnSpPr>
        <p:spPr>
          <a:xfrm flipH="1">
            <a:off x="2620942" y="1845220"/>
            <a:ext cx="1269105" cy="43849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AMQP</a:t>
            </a:r>
            <a:endParaRPr lang="ko-KR" altLang="en-US" dirty="0"/>
          </a:p>
        </p:txBody>
      </p:sp>
      <p:sp>
        <p:nvSpPr>
          <p:cNvPr id="4" name="모서리가 둥근 직사각형 3"/>
          <p:cNvSpPr/>
          <p:nvPr/>
        </p:nvSpPr>
        <p:spPr>
          <a:xfrm>
            <a:off x="107504" y="1923678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Producer</a:t>
            </a:r>
            <a:endParaRPr lang="ko-KR" altLang="en-US" sz="1600" dirty="0"/>
          </a:p>
        </p:txBody>
      </p:sp>
      <p:sp>
        <p:nvSpPr>
          <p:cNvPr id="8" name="모서리가 둥근 직사각형 7"/>
          <p:cNvSpPr/>
          <p:nvPr/>
        </p:nvSpPr>
        <p:spPr>
          <a:xfrm>
            <a:off x="2519423" y="1779662"/>
            <a:ext cx="3924786" cy="2160240"/>
          </a:xfrm>
          <a:prstGeom prst="roundRect">
            <a:avLst>
              <a:gd name="adj" fmla="val 708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b="1" dirty="0"/>
              <a:t>Broker</a:t>
            </a:r>
            <a:endParaRPr lang="ko-KR" altLang="en-US" b="1" dirty="0"/>
          </a:p>
        </p:txBody>
      </p:sp>
      <p:sp>
        <p:nvSpPr>
          <p:cNvPr id="10" name="모서리가 둥근 직사각형 9"/>
          <p:cNvSpPr/>
          <p:nvPr/>
        </p:nvSpPr>
        <p:spPr>
          <a:xfrm>
            <a:off x="7008113" y="2917305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Consumer</a:t>
            </a:r>
            <a:endParaRPr lang="ko-KR" altLang="en-US" sz="1600" dirty="0"/>
          </a:p>
        </p:txBody>
      </p:sp>
      <p:sp>
        <p:nvSpPr>
          <p:cNvPr id="11" name="모서리가 둥근 직사각형 10"/>
          <p:cNvSpPr/>
          <p:nvPr/>
        </p:nvSpPr>
        <p:spPr>
          <a:xfrm>
            <a:off x="2699792" y="1923678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Exchange</a:t>
            </a:r>
            <a:endParaRPr lang="ko-KR" altLang="en-US" sz="1600" dirty="0"/>
          </a:p>
        </p:txBody>
      </p:sp>
      <p:sp>
        <p:nvSpPr>
          <p:cNvPr id="12" name="모서리가 둥근 직사각형 11"/>
          <p:cNvSpPr/>
          <p:nvPr/>
        </p:nvSpPr>
        <p:spPr>
          <a:xfrm>
            <a:off x="3059832" y="2645945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Exchange</a:t>
            </a:r>
            <a:endParaRPr lang="ko-KR" altLang="en-US" sz="1600" dirty="0"/>
          </a:p>
        </p:txBody>
      </p:sp>
      <p:sp>
        <p:nvSpPr>
          <p:cNvPr id="13" name="모서리가 둥근 직사각형 12"/>
          <p:cNvSpPr/>
          <p:nvPr/>
        </p:nvSpPr>
        <p:spPr>
          <a:xfrm>
            <a:off x="7008113" y="1558461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Consumer</a:t>
            </a:r>
            <a:endParaRPr lang="ko-KR" altLang="en-US" dirty="0"/>
          </a:p>
        </p:txBody>
      </p:sp>
      <p:sp>
        <p:nvSpPr>
          <p:cNvPr id="14" name="모서리가 둥근 직사각형 13"/>
          <p:cNvSpPr/>
          <p:nvPr/>
        </p:nvSpPr>
        <p:spPr>
          <a:xfrm>
            <a:off x="4945388" y="3290333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Queue</a:t>
            </a:r>
            <a:endParaRPr lang="ko-KR" altLang="en-US" sz="1600" dirty="0"/>
          </a:p>
        </p:txBody>
      </p:sp>
      <p:sp>
        <p:nvSpPr>
          <p:cNvPr id="15" name="모서리가 둥근 직사각형 14"/>
          <p:cNvSpPr/>
          <p:nvPr/>
        </p:nvSpPr>
        <p:spPr>
          <a:xfrm>
            <a:off x="4945388" y="1923678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Queue</a:t>
            </a:r>
            <a:endParaRPr lang="ko-KR" altLang="en-US" sz="1600" dirty="0"/>
          </a:p>
        </p:txBody>
      </p:sp>
      <p:cxnSp>
        <p:nvCxnSpPr>
          <p:cNvPr id="16" name="직선 화살표 연결선 15"/>
          <p:cNvCxnSpPr>
            <a:stCxn id="4" idx="3"/>
            <a:endCxn id="11" idx="1"/>
          </p:cNvCxnSpPr>
          <p:nvPr/>
        </p:nvCxnSpPr>
        <p:spPr>
          <a:xfrm>
            <a:off x="1403648" y="2175706"/>
            <a:ext cx="1296144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>
            <a:stCxn id="12" idx="3"/>
            <a:endCxn id="14" idx="1"/>
          </p:cNvCxnSpPr>
          <p:nvPr/>
        </p:nvCxnSpPr>
        <p:spPr>
          <a:xfrm>
            <a:off x="4355976" y="2897973"/>
            <a:ext cx="589412" cy="64438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>
            <a:endCxn id="12" idx="0"/>
          </p:cNvCxnSpPr>
          <p:nvPr/>
        </p:nvCxnSpPr>
        <p:spPr>
          <a:xfrm>
            <a:off x="3347864" y="2427734"/>
            <a:ext cx="360040" cy="21821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/>
          <p:cNvCxnSpPr>
            <a:stCxn id="11" idx="3"/>
            <a:endCxn id="15" idx="1"/>
          </p:cNvCxnSpPr>
          <p:nvPr/>
        </p:nvCxnSpPr>
        <p:spPr>
          <a:xfrm>
            <a:off x="3995936" y="2175706"/>
            <a:ext cx="949452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/>
          <p:cNvCxnSpPr>
            <a:stCxn id="15" idx="3"/>
            <a:endCxn id="13" idx="1"/>
          </p:cNvCxnSpPr>
          <p:nvPr/>
        </p:nvCxnSpPr>
        <p:spPr>
          <a:xfrm flipV="1">
            <a:off x="6241532" y="1810489"/>
            <a:ext cx="766581" cy="36521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모서리가 둥근 직사각형 35"/>
          <p:cNvSpPr/>
          <p:nvPr/>
        </p:nvSpPr>
        <p:spPr>
          <a:xfrm>
            <a:off x="4945388" y="2607754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Queue</a:t>
            </a:r>
            <a:endParaRPr lang="ko-KR" altLang="en-US" sz="1600" dirty="0"/>
          </a:p>
        </p:txBody>
      </p:sp>
      <p:cxnSp>
        <p:nvCxnSpPr>
          <p:cNvPr id="39" name="직선 화살표 연결선 38"/>
          <p:cNvCxnSpPr>
            <a:stCxn id="12" idx="3"/>
            <a:endCxn id="36" idx="1"/>
          </p:cNvCxnSpPr>
          <p:nvPr/>
        </p:nvCxnSpPr>
        <p:spPr>
          <a:xfrm flipV="1">
            <a:off x="4355976" y="2859782"/>
            <a:ext cx="589412" cy="3819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모서리가 둥근 직사각형 41"/>
          <p:cNvSpPr/>
          <p:nvPr/>
        </p:nvSpPr>
        <p:spPr>
          <a:xfrm>
            <a:off x="7008113" y="3599884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Consumer</a:t>
            </a:r>
            <a:endParaRPr lang="ko-KR" altLang="en-US" sz="1600" dirty="0"/>
          </a:p>
        </p:txBody>
      </p:sp>
      <p:cxnSp>
        <p:nvCxnSpPr>
          <p:cNvPr id="47" name="직선 화살표 연결선 46"/>
          <p:cNvCxnSpPr>
            <a:stCxn id="36" idx="3"/>
            <a:endCxn id="10" idx="1"/>
          </p:cNvCxnSpPr>
          <p:nvPr/>
        </p:nvCxnSpPr>
        <p:spPr>
          <a:xfrm>
            <a:off x="6241532" y="2859782"/>
            <a:ext cx="766581" cy="30955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화살표 연결선 49"/>
          <p:cNvCxnSpPr>
            <a:stCxn id="14" idx="3"/>
            <a:endCxn id="42" idx="1"/>
          </p:cNvCxnSpPr>
          <p:nvPr/>
        </p:nvCxnSpPr>
        <p:spPr>
          <a:xfrm>
            <a:off x="6241532" y="3542361"/>
            <a:ext cx="766581" cy="30955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모서리가 둥근 직사각형 29"/>
          <p:cNvSpPr/>
          <p:nvPr/>
        </p:nvSpPr>
        <p:spPr>
          <a:xfrm>
            <a:off x="7008113" y="2233229"/>
            <a:ext cx="1296144" cy="5040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Consumer</a:t>
            </a:r>
            <a:endParaRPr lang="ko-KR" altLang="en-US" sz="1600" dirty="0"/>
          </a:p>
        </p:txBody>
      </p:sp>
      <p:cxnSp>
        <p:nvCxnSpPr>
          <p:cNvPr id="35" name="직선 화살표 연결선 34"/>
          <p:cNvCxnSpPr>
            <a:stCxn id="15" idx="3"/>
            <a:endCxn id="30" idx="1"/>
          </p:cNvCxnSpPr>
          <p:nvPr/>
        </p:nvCxnSpPr>
        <p:spPr>
          <a:xfrm>
            <a:off x="6241532" y="2175706"/>
            <a:ext cx="766581" cy="30955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F946FD0-FE99-4B84-AAA1-58B7FE9E2CA4}"/>
              </a:ext>
            </a:extLst>
          </p:cNvPr>
          <p:cNvSpPr txBox="1"/>
          <p:nvPr/>
        </p:nvSpPr>
        <p:spPr>
          <a:xfrm>
            <a:off x="1331640" y="1654448"/>
            <a:ext cx="1290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/>
              <a:t>Routing Key</a:t>
            </a:r>
            <a:r>
              <a:rPr lang="ko-KR" altLang="en-US" sz="1400" b="1"/>
              <a:t> </a:t>
            </a:r>
            <a:endParaRPr lang="en-US" altLang="ko-KR" sz="1400" b="1"/>
          </a:p>
          <a:p>
            <a:pPr algn="ctr"/>
            <a:r>
              <a:rPr lang="en-US" altLang="ko-KR" sz="1400" b="1"/>
              <a:t>+ Message</a:t>
            </a:r>
            <a:endParaRPr lang="ko-KR" altLang="en-US" sz="1400" b="1"/>
          </a:p>
        </p:txBody>
      </p:sp>
    </p:spTree>
    <p:extLst>
      <p:ext uri="{BB962C8B-B14F-4D97-AF65-F5344CB8AC3E}">
        <p14:creationId xmlns:p14="http://schemas.microsoft.com/office/powerpoint/2010/main" val="2699234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/>
              <a:t>AMQP Direct Exchange</a:t>
            </a:r>
            <a:endParaRPr lang="ko-KR" altLang="en-US" dirty="0"/>
          </a:p>
        </p:txBody>
      </p:sp>
      <p:sp>
        <p:nvSpPr>
          <p:cNvPr id="11" name="모서리가 둥근 직사각형 10"/>
          <p:cNvSpPr/>
          <p:nvPr/>
        </p:nvSpPr>
        <p:spPr>
          <a:xfrm>
            <a:off x="1835696" y="2392599"/>
            <a:ext cx="1584176" cy="63771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Exchange A</a:t>
            </a:r>
          </a:p>
          <a:p>
            <a:pPr algn="ctr"/>
            <a:r>
              <a:rPr lang="en-US" altLang="ko-KR" sz="1400"/>
              <a:t>Direct Type</a:t>
            </a:r>
            <a:endParaRPr lang="ko-KR" altLang="en-US" sz="1400" dirty="0"/>
          </a:p>
        </p:txBody>
      </p:sp>
      <p:sp>
        <p:nvSpPr>
          <p:cNvPr id="14" name="모서리가 둥근 직사각형 13"/>
          <p:cNvSpPr/>
          <p:nvPr/>
        </p:nvSpPr>
        <p:spPr>
          <a:xfrm>
            <a:off x="5004048" y="3475339"/>
            <a:ext cx="198304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Exchange B</a:t>
            </a:r>
          </a:p>
          <a:p>
            <a:pPr algn="ctr"/>
            <a:r>
              <a:rPr lang="en-US" altLang="ko-KR" sz="1400"/>
              <a:t>Binding Key </a:t>
            </a:r>
          </a:p>
          <a:p>
            <a:pPr algn="ctr"/>
            <a:r>
              <a:rPr lang="en-US" altLang="ko-KR" sz="1400"/>
              <a:t>- ssup2.main</a:t>
            </a:r>
          </a:p>
          <a:p>
            <a:pPr algn="ctr"/>
            <a:r>
              <a:rPr lang="en-US" altLang="ko-KR" sz="1400"/>
              <a:t>- ssup2.category</a:t>
            </a:r>
          </a:p>
        </p:txBody>
      </p:sp>
      <p:sp>
        <p:nvSpPr>
          <p:cNvPr id="15" name="모서리가 둥근 직사각형 14"/>
          <p:cNvSpPr/>
          <p:nvPr/>
        </p:nvSpPr>
        <p:spPr>
          <a:xfrm>
            <a:off x="5004048" y="879501"/>
            <a:ext cx="198304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Queue A</a:t>
            </a:r>
          </a:p>
          <a:p>
            <a:pPr algn="ctr"/>
            <a:r>
              <a:rPr lang="en-US" altLang="ko-KR" sz="1400"/>
              <a:t>Binding Key </a:t>
            </a:r>
          </a:p>
          <a:p>
            <a:pPr algn="ctr"/>
            <a:r>
              <a:rPr lang="en-US" altLang="ko-KR" sz="1400"/>
              <a:t>- ssup2.home</a:t>
            </a:r>
          </a:p>
        </p:txBody>
      </p:sp>
      <p:cxnSp>
        <p:nvCxnSpPr>
          <p:cNvPr id="21" name="직선 화살표 연결선 20"/>
          <p:cNvCxnSpPr>
            <a:cxnSpLocks/>
            <a:stCxn id="11" idx="3"/>
            <a:endCxn id="14" idx="1"/>
          </p:cNvCxnSpPr>
          <p:nvPr/>
        </p:nvCxnSpPr>
        <p:spPr>
          <a:xfrm>
            <a:off x="3419872" y="2711454"/>
            <a:ext cx="1584176" cy="12731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/>
          <p:cNvCxnSpPr>
            <a:cxnSpLocks/>
            <a:stCxn id="11" idx="3"/>
            <a:endCxn id="15" idx="1"/>
          </p:cNvCxnSpPr>
          <p:nvPr/>
        </p:nvCxnSpPr>
        <p:spPr>
          <a:xfrm flipV="1">
            <a:off x="3419872" y="1388765"/>
            <a:ext cx="1584176" cy="132268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모서리가 둥근 직사각형 35"/>
          <p:cNvSpPr/>
          <p:nvPr/>
        </p:nvSpPr>
        <p:spPr>
          <a:xfrm>
            <a:off x="5004048" y="2202190"/>
            <a:ext cx="198304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Queue B</a:t>
            </a:r>
          </a:p>
          <a:p>
            <a:pPr algn="ctr"/>
            <a:r>
              <a:rPr lang="en-US" altLang="ko-KR" sz="1400"/>
              <a:t>Binding Key </a:t>
            </a:r>
          </a:p>
          <a:p>
            <a:pPr algn="ctr"/>
            <a:r>
              <a:rPr lang="en-US" altLang="ko-KR" sz="1400"/>
              <a:t>- ssup2.main</a:t>
            </a:r>
            <a:endParaRPr lang="ko-KR" altLang="en-US" sz="1400" dirty="0"/>
          </a:p>
        </p:txBody>
      </p:sp>
      <p:cxnSp>
        <p:nvCxnSpPr>
          <p:cNvPr id="39" name="직선 화살표 연결선 38"/>
          <p:cNvCxnSpPr>
            <a:cxnSpLocks/>
            <a:stCxn id="11" idx="3"/>
            <a:endCxn id="36" idx="1"/>
          </p:cNvCxnSpPr>
          <p:nvPr/>
        </p:nvCxnSpPr>
        <p:spPr>
          <a:xfrm>
            <a:off x="3419872" y="2711454"/>
            <a:ext cx="1584176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3A5144F-1AFF-45EB-A16D-1E16C45EEC20}"/>
              </a:ext>
            </a:extLst>
          </p:cNvPr>
          <p:cNvSpPr txBox="1"/>
          <p:nvPr/>
        </p:nvSpPr>
        <p:spPr>
          <a:xfrm>
            <a:off x="3347864" y="2202559"/>
            <a:ext cx="2088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Routing Key</a:t>
            </a:r>
          </a:p>
          <a:p>
            <a:pPr algn="ctr"/>
            <a:r>
              <a:rPr lang="en-US" altLang="ko-KR" sz="1400"/>
              <a:t> - ssup2.main</a:t>
            </a:r>
            <a:endParaRPr lang="ko-KR" altLang="en-US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9361916-2D04-437B-BA89-1B097E752142}"/>
              </a:ext>
            </a:extLst>
          </p:cNvPr>
          <p:cNvSpPr txBox="1"/>
          <p:nvPr/>
        </p:nvSpPr>
        <p:spPr>
          <a:xfrm>
            <a:off x="2555776" y="3435846"/>
            <a:ext cx="26115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Routing Key </a:t>
            </a:r>
          </a:p>
          <a:p>
            <a:pPr algn="ctr"/>
            <a:r>
              <a:rPr lang="en-US" altLang="ko-KR" sz="1400"/>
              <a:t>- ssup2.main</a:t>
            </a:r>
          </a:p>
          <a:p>
            <a:pPr algn="ctr"/>
            <a:r>
              <a:rPr lang="en-US" altLang="ko-KR" sz="1400"/>
              <a:t>- ssup2.category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9E9466-942F-45D5-9CE9-1BC6C7A3489F}"/>
              </a:ext>
            </a:extLst>
          </p:cNvPr>
          <p:cNvSpPr txBox="1"/>
          <p:nvPr/>
        </p:nvSpPr>
        <p:spPr>
          <a:xfrm>
            <a:off x="2915816" y="1347614"/>
            <a:ext cx="1983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Routing Key </a:t>
            </a:r>
          </a:p>
          <a:p>
            <a:pPr algn="ctr"/>
            <a:r>
              <a:rPr lang="en-US" altLang="ko-KR" sz="1400"/>
              <a:t>- ssup2.home</a:t>
            </a:r>
          </a:p>
        </p:txBody>
      </p:sp>
    </p:spTree>
    <p:extLst>
      <p:ext uri="{BB962C8B-B14F-4D97-AF65-F5344CB8AC3E}">
        <p14:creationId xmlns:p14="http://schemas.microsoft.com/office/powerpoint/2010/main" val="2698707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/>
              <a:t>AMQP Fanout Exchange</a:t>
            </a:r>
            <a:endParaRPr lang="ko-KR" altLang="en-US" dirty="0"/>
          </a:p>
        </p:txBody>
      </p:sp>
      <p:sp>
        <p:nvSpPr>
          <p:cNvPr id="11" name="모서리가 둥근 직사각형 10"/>
          <p:cNvSpPr/>
          <p:nvPr/>
        </p:nvSpPr>
        <p:spPr>
          <a:xfrm>
            <a:off x="1835696" y="2392599"/>
            <a:ext cx="1584176" cy="63771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Exchange A</a:t>
            </a:r>
          </a:p>
          <a:p>
            <a:pPr algn="ctr"/>
            <a:r>
              <a:rPr lang="en-US" altLang="ko-KR" sz="1400"/>
              <a:t>Fanout Type</a:t>
            </a:r>
            <a:endParaRPr lang="ko-KR" altLang="en-US" sz="1400" dirty="0"/>
          </a:p>
        </p:txBody>
      </p:sp>
      <p:sp>
        <p:nvSpPr>
          <p:cNvPr id="14" name="모서리가 둥근 직사각형 13"/>
          <p:cNvSpPr/>
          <p:nvPr/>
        </p:nvSpPr>
        <p:spPr>
          <a:xfrm>
            <a:off x="5004048" y="3475339"/>
            <a:ext cx="198304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Exchange B</a:t>
            </a:r>
          </a:p>
        </p:txBody>
      </p:sp>
      <p:sp>
        <p:nvSpPr>
          <p:cNvPr id="15" name="모서리가 둥근 직사각형 14"/>
          <p:cNvSpPr/>
          <p:nvPr/>
        </p:nvSpPr>
        <p:spPr>
          <a:xfrm>
            <a:off x="5004048" y="879501"/>
            <a:ext cx="198304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Queue A</a:t>
            </a:r>
          </a:p>
        </p:txBody>
      </p:sp>
      <p:cxnSp>
        <p:nvCxnSpPr>
          <p:cNvPr id="21" name="직선 화살표 연결선 20"/>
          <p:cNvCxnSpPr>
            <a:cxnSpLocks/>
            <a:stCxn id="11" idx="3"/>
            <a:endCxn id="14" idx="1"/>
          </p:cNvCxnSpPr>
          <p:nvPr/>
        </p:nvCxnSpPr>
        <p:spPr>
          <a:xfrm>
            <a:off x="3419872" y="2711454"/>
            <a:ext cx="1584176" cy="12731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/>
          <p:cNvCxnSpPr>
            <a:cxnSpLocks/>
            <a:stCxn id="11" idx="3"/>
            <a:endCxn id="15" idx="1"/>
          </p:cNvCxnSpPr>
          <p:nvPr/>
        </p:nvCxnSpPr>
        <p:spPr>
          <a:xfrm flipV="1">
            <a:off x="3419872" y="1388765"/>
            <a:ext cx="1584176" cy="132268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모서리가 둥근 직사각형 35"/>
          <p:cNvSpPr/>
          <p:nvPr/>
        </p:nvSpPr>
        <p:spPr>
          <a:xfrm>
            <a:off x="5004048" y="2202190"/>
            <a:ext cx="198304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Queue B</a:t>
            </a:r>
          </a:p>
        </p:txBody>
      </p:sp>
      <p:cxnSp>
        <p:nvCxnSpPr>
          <p:cNvPr id="39" name="직선 화살표 연결선 38"/>
          <p:cNvCxnSpPr>
            <a:cxnSpLocks/>
            <a:stCxn id="11" idx="3"/>
            <a:endCxn id="36" idx="1"/>
          </p:cNvCxnSpPr>
          <p:nvPr/>
        </p:nvCxnSpPr>
        <p:spPr>
          <a:xfrm>
            <a:off x="3419872" y="2711454"/>
            <a:ext cx="1584176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3A5144F-1AFF-45EB-A16D-1E16C45EEC20}"/>
              </a:ext>
            </a:extLst>
          </p:cNvPr>
          <p:cNvSpPr txBox="1"/>
          <p:nvPr/>
        </p:nvSpPr>
        <p:spPr>
          <a:xfrm>
            <a:off x="3347864" y="2407989"/>
            <a:ext cx="20882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All Messages</a:t>
            </a:r>
            <a:endParaRPr lang="ko-KR" altLang="en-US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9361916-2D04-437B-BA89-1B097E752142}"/>
              </a:ext>
            </a:extLst>
          </p:cNvPr>
          <p:cNvSpPr txBox="1"/>
          <p:nvPr/>
        </p:nvSpPr>
        <p:spPr>
          <a:xfrm>
            <a:off x="2555776" y="3435846"/>
            <a:ext cx="261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All Messages</a:t>
            </a:r>
            <a:endParaRPr lang="ko-KR" altLang="en-US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9E9466-942F-45D5-9CE9-1BC6C7A3489F}"/>
              </a:ext>
            </a:extLst>
          </p:cNvPr>
          <p:cNvSpPr txBox="1"/>
          <p:nvPr/>
        </p:nvSpPr>
        <p:spPr>
          <a:xfrm>
            <a:off x="2915816" y="1543893"/>
            <a:ext cx="19830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All Messages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68205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/>
              <a:t>AMQP Topic Exchange</a:t>
            </a:r>
            <a:endParaRPr lang="ko-KR" altLang="en-US" dirty="0"/>
          </a:p>
        </p:txBody>
      </p:sp>
      <p:sp>
        <p:nvSpPr>
          <p:cNvPr id="11" name="모서리가 둥근 직사각형 10"/>
          <p:cNvSpPr/>
          <p:nvPr/>
        </p:nvSpPr>
        <p:spPr>
          <a:xfrm>
            <a:off x="1835696" y="2392599"/>
            <a:ext cx="1584176" cy="63771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Exchange A</a:t>
            </a:r>
          </a:p>
          <a:p>
            <a:pPr algn="ctr"/>
            <a:r>
              <a:rPr lang="en-US" altLang="ko-KR" sz="1400"/>
              <a:t>Topic Type</a:t>
            </a:r>
            <a:endParaRPr lang="ko-KR" altLang="en-US" sz="1400" dirty="0"/>
          </a:p>
        </p:txBody>
      </p:sp>
      <p:sp>
        <p:nvSpPr>
          <p:cNvPr id="14" name="모서리가 둥근 직사각형 13"/>
          <p:cNvSpPr/>
          <p:nvPr/>
        </p:nvSpPr>
        <p:spPr>
          <a:xfrm>
            <a:off x="5004048" y="3475339"/>
            <a:ext cx="198304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Exchange B</a:t>
            </a:r>
          </a:p>
          <a:p>
            <a:pPr algn="ctr"/>
            <a:r>
              <a:rPr lang="en-US" altLang="ko-KR" sz="1400"/>
              <a:t>Binding Key </a:t>
            </a:r>
          </a:p>
          <a:p>
            <a:pPr algn="ctr"/>
            <a:r>
              <a:rPr lang="en-US" altLang="ko-KR" sz="1400"/>
              <a:t>- ssup2.m#</a:t>
            </a:r>
          </a:p>
          <a:p>
            <a:pPr algn="ctr"/>
            <a:r>
              <a:rPr lang="en-US" altLang="ko-KR" sz="1400"/>
              <a:t>- ssup2.categor*</a:t>
            </a:r>
          </a:p>
        </p:txBody>
      </p:sp>
      <p:sp>
        <p:nvSpPr>
          <p:cNvPr id="15" name="모서리가 둥근 직사각형 14"/>
          <p:cNvSpPr/>
          <p:nvPr/>
        </p:nvSpPr>
        <p:spPr>
          <a:xfrm>
            <a:off x="5004048" y="879501"/>
            <a:ext cx="198304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Queue A</a:t>
            </a:r>
          </a:p>
          <a:p>
            <a:pPr algn="ctr"/>
            <a:r>
              <a:rPr lang="en-US" altLang="ko-KR" sz="1400"/>
              <a:t>Binding Key </a:t>
            </a:r>
          </a:p>
          <a:p>
            <a:pPr algn="ctr"/>
            <a:r>
              <a:rPr lang="en-US" altLang="ko-KR" sz="1400"/>
              <a:t>- ssup2.h#</a:t>
            </a:r>
          </a:p>
        </p:txBody>
      </p:sp>
      <p:cxnSp>
        <p:nvCxnSpPr>
          <p:cNvPr id="21" name="직선 화살표 연결선 20"/>
          <p:cNvCxnSpPr>
            <a:cxnSpLocks/>
            <a:stCxn id="11" idx="3"/>
            <a:endCxn id="14" idx="1"/>
          </p:cNvCxnSpPr>
          <p:nvPr/>
        </p:nvCxnSpPr>
        <p:spPr>
          <a:xfrm>
            <a:off x="3419872" y="2711454"/>
            <a:ext cx="1584176" cy="12731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/>
          <p:cNvCxnSpPr>
            <a:cxnSpLocks/>
            <a:stCxn id="11" idx="3"/>
            <a:endCxn id="15" idx="1"/>
          </p:cNvCxnSpPr>
          <p:nvPr/>
        </p:nvCxnSpPr>
        <p:spPr>
          <a:xfrm flipV="1">
            <a:off x="3419872" y="1388765"/>
            <a:ext cx="1584176" cy="132268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모서리가 둥근 직사각형 35"/>
          <p:cNvSpPr/>
          <p:nvPr/>
        </p:nvSpPr>
        <p:spPr>
          <a:xfrm>
            <a:off x="5004048" y="2202190"/>
            <a:ext cx="198304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Queue B</a:t>
            </a:r>
          </a:p>
          <a:p>
            <a:pPr algn="ctr"/>
            <a:r>
              <a:rPr lang="en-US" altLang="ko-KR" sz="1400"/>
              <a:t>Binding Key </a:t>
            </a:r>
          </a:p>
          <a:p>
            <a:pPr algn="ctr"/>
            <a:r>
              <a:rPr lang="en-US" altLang="ko-KR" sz="1400"/>
              <a:t>- ssup2.mai*</a:t>
            </a:r>
            <a:endParaRPr lang="ko-KR" altLang="en-US" sz="1400" dirty="0"/>
          </a:p>
        </p:txBody>
      </p:sp>
      <p:cxnSp>
        <p:nvCxnSpPr>
          <p:cNvPr id="39" name="직선 화살표 연결선 38"/>
          <p:cNvCxnSpPr>
            <a:cxnSpLocks/>
            <a:stCxn id="11" idx="3"/>
            <a:endCxn id="36" idx="1"/>
          </p:cNvCxnSpPr>
          <p:nvPr/>
        </p:nvCxnSpPr>
        <p:spPr>
          <a:xfrm>
            <a:off x="3419872" y="2711454"/>
            <a:ext cx="1584176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3A5144F-1AFF-45EB-A16D-1E16C45EEC20}"/>
              </a:ext>
            </a:extLst>
          </p:cNvPr>
          <p:cNvSpPr txBox="1"/>
          <p:nvPr/>
        </p:nvSpPr>
        <p:spPr>
          <a:xfrm>
            <a:off x="3347864" y="2202559"/>
            <a:ext cx="2088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Routing Key</a:t>
            </a:r>
          </a:p>
          <a:p>
            <a:pPr algn="ctr"/>
            <a:r>
              <a:rPr lang="en-US" altLang="ko-KR" sz="1400"/>
              <a:t> - ssup2.main</a:t>
            </a:r>
            <a:endParaRPr lang="ko-KR" altLang="en-US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9361916-2D04-437B-BA89-1B097E752142}"/>
              </a:ext>
            </a:extLst>
          </p:cNvPr>
          <p:cNvSpPr txBox="1"/>
          <p:nvPr/>
        </p:nvSpPr>
        <p:spPr>
          <a:xfrm>
            <a:off x="2555776" y="3435846"/>
            <a:ext cx="26115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Routing Key </a:t>
            </a:r>
          </a:p>
          <a:p>
            <a:pPr algn="ctr"/>
            <a:r>
              <a:rPr lang="en-US" altLang="ko-KR" sz="1400"/>
              <a:t>- ssup2.main</a:t>
            </a:r>
          </a:p>
          <a:p>
            <a:pPr algn="ctr"/>
            <a:r>
              <a:rPr lang="en-US" altLang="ko-KR" sz="1400"/>
              <a:t>- ssup2.category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9E9466-942F-45D5-9CE9-1BC6C7A3489F}"/>
              </a:ext>
            </a:extLst>
          </p:cNvPr>
          <p:cNvSpPr txBox="1"/>
          <p:nvPr/>
        </p:nvSpPr>
        <p:spPr>
          <a:xfrm>
            <a:off x="2915816" y="1347614"/>
            <a:ext cx="1983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Routing Key </a:t>
            </a:r>
          </a:p>
          <a:p>
            <a:pPr algn="ctr"/>
            <a:r>
              <a:rPr lang="en-US" altLang="ko-KR" sz="1400"/>
              <a:t>- ssup2.home</a:t>
            </a:r>
          </a:p>
        </p:txBody>
      </p:sp>
    </p:spTree>
    <p:extLst>
      <p:ext uri="{BB962C8B-B14F-4D97-AF65-F5344CB8AC3E}">
        <p14:creationId xmlns:p14="http://schemas.microsoft.com/office/powerpoint/2010/main" val="100076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/>
              <a:t>AMQP Headers Exchange</a:t>
            </a:r>
            <a:endParaRPr lang="ko-KR" altLang="en-US" dirty="0"/>
          </a:p>
        </p:txBody>
      </p:sp>
      <p:sp>
        <p:nvSpPr>
          <p:cNvPr id="11" name="모서리가 둥근 직사각형 10"/>
          <p:cNvSpPr/>
          <p:nvPr/>
        </p:nvSpPr>
        <p:spPr>
          <a:xfrm>
            <a:off x="1835696" y="2392599"/>
            <a:ext cx="1584176" cy="63771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Exchange A</a:t>
            </a:r>
          </a:p>
          <a:p>
            <a:pPr algn="ctr"/>
            <a:r>
              <a:rPr lang="en-US" altLang="ko-KR" sz="1400"/>
              <a:t>Headers Type</a:t>
            </a:r>
            <a:endParaRPr lang="ko-KR" altLang="en-US" sz="1400" dirty="0"/>
          </a:p>
        </p:txBody>
      </p:sp>
      <p:sp>
        <p:nvSpPr>
          <p:cNvPr id="14" name="모서리가 둥근 직사각형 13"/>
          <p:cNvSpPr/>
          <p:nvPr/>
        </p:nvSpPr>
        <p:spPr>
          <a:xfrm>
            <a:off x="5004048" y="3475339"/>
            <a:ext cx="266429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Exchange B</a:t>
            </a:r>
          </a:p>
          <a:p>
            <a:pPr algn="ctr"/>
            <a:r>
              <a:rPr lang="en-US" altLang="ko-KR" sz="1400"/>
              <a:t>Binding Header </a:t>
            </a:r>
          </a:p>
          <a:p>
            <a:pPr algn="ctr"/>
            <a:r>
              <a:rPr lang="en-US" altLang="ko-KR" sz="1400"/>
              <a:t>- x-match:any / key4:value4</a:t>
            </a:r>
          </a:p>
          <a:p>
            <a:pPr algn="ctr"/>
            <a:r>
              <a:rPr lang="en-US" altLang="ko-KR" sz="1400"/>
              <a:t>- x-match:all / key5:value5</a:t>
            </a:r>
          </a:p>
        </p:txBody>
      </p:sp>
      <p:sp>
        <p:nvSpPr>
          <p:cNvPr id="15" name="모서리가 둥근 직사각형 14"/>
          <p:cNvSpPr/>
          <p:nvPr/>
        </p:nvSpPr>
        <p:spPr>
          <a:xfrm>
            <a:off x="5004048" y="879501"/>
            <a:ext cx="266429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Queue A</a:t>
            </a:r>
          </a:p>
          <a:p>
            <a:pPr algn="ctr"/>
            <a:r>
              <a:rPr lang="en-US" altLang="ko-KR" sz="1400"/>
              <a:t>Binding Header </a:t>
            </a:r>
          </a:p>
          <a:p>
            <a:pPr algn="ctr"/>
            <a:r>
              <a:rPr lang="en-US" altLang="ko-KR" sz="1400"/>
              <a:t>- x-match:all / key1:value1 / key2:value2</a:t>
            </a:r>
          </a:p>
        </p:txBody>
      </p:sp>
      <p:cxnSp>
        <p:nvCxnSpPr>
          <p:cNvPr id="21" name="직선 화살표 연결선 20"/>
          <p:cNvCxnSpPr>
            <a:cxnSpLocks/>
            <a:stCxn id="11" idx="3"/>
            <a:endCxn id="14" idx="1"/>
          </p:cNvCxnSpPr>
          <p:nvPr/>
        </p:nvCxnSpPr>
        <p:spPr>
          <a:xfrm>
            <a:off x="3419872" y="2711454"/>
            <a:ext cx="1584176" cy="12731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/>
          <p:cNvCxnSpPr>
            <a:cxnSpLocks/>
            <a:stCxn id="11" idx="3"/>
            <a:endCxn id="15" idx="1"/>
          </p:cNvCxnSpPr>
          <p:nvPr/>
        </p:nvCxnSpPr>
        <p:spPr>
          <a:xfrm flipV="1">
            <a:off x="3419872" y="1388765"/>
            <a:ext cx="1584176" cy="132268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모서리가 둥근 직사각형 35"/>
          <p:cNvSpPr/>
          <p:nvPr/>
        </p:nvSpPr>
        <p:spPr>
          <a:xfrm>
            <a:off x="5004048" y="2202190"/>
            <a:ext cx="2664296" cy="10185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/>
              <a:t>Queue B</a:t>
            </a:r>
          </a:p>
          <a:p>
            <a:pPr algn="ctr"/>
            <a:r>
              <a:rPr lang="en-US" altLang="ko-KR" sz="1400"/>
              <a:t>Binding Header </a:t>
            </a:r>
            <a:endParaRPr lang="en-US" altLang="ko-KR" sz="1400" b="1"/>
          </a:p>
          <a:p>
            <a:pPr algn="ctr"/>
            <a:r>
              <a:rPr lang="en-US" altLang="ko-KR" sz="1400"/>
              <a:t>- x-match:any / key2:value2 / key3:value3</a:t>
            </a:r>
          </a:p>
        </p:txBody>
      </p:sp>
      <p:cxnSp>
        <p:nvCxnSpPr>
          <p:cNvPr id="39" name="직선 화살표 연결선 38"/>
          <p:cNvCxnSpPr>
            <a:cxnSpLocks/>
            <a:stCxn id="11" idx="3"/>
            <a:endCxn id="36" idx="1"/>
          </p:cNvCxnSpPr>
          <p:nvPr/>
        </p:nvCxnSpPr>
        <p:spPr>
          <a:xfrm>
            <a:off x="3419872" y="2711454"/>
            <a:ext cx="1584176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9361916-2D04-437B-BA89-1B097E752142}"/>
              </a:ext>
            </a:extLst>
          </p:cNvPr>
          <p:cNvSpPr txBox="1"/>
          <p:nvPr/>
        </p:nvSpPr>
        <p:spPr>
          <a:xfrm>
            <a:off x="2483768" y="3435846"/>
            <a:ext cx="26115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Routing Header</a:t>
            </a:r>
          </a:p>
          <a:p>
            <a:pPr algn="ctr"/>
            <a:r>
              <a:rPr lang="en-US" altLang="ko-KR" sz="1400"/>
              <a:t>- key4:value4</a:t>
            </a:r>
          </a:p>
          <a:p>
            <a:pPr algn="ctr"/>
            <a:r>
              <a:rPr lang="en-US" altLang="ko-KR" sz="1400"/>
              <a:t>- key5:value5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9E9466-942F-45D5-9CE9-1BC6C7A3489F}"/>
              </a:ext>
            </a:extLst>
          </p:cNvPr>
          <p:cNvSpPr txBox="1"/>
          <p:nvPr/>
        </p:nvSpPr>
        <p:spPr>
          <a:xfrm>
            <a:off x="2843808" y="1275606"/>
            <a:ext cx="19830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Routing Header</a:t>
            </a:r>
          </a:p>
          <a:p>
            <a:pPr algn="ctr"/>
            <a:r>
              <a:rPr lang="en-US" altLang="ko-KR" sz="1400"/>
              <a:t>- key1:value1 / key2:value2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8D3F62F-20BD-4EF0-885F-6A15E30E867E}"/>
              </a:ext>
            </a:extLst>
          </p:cNvPr>
          <p:cNvSpPr txBox="1"/>
          <p:nvPr/>
        </p:nvSpPr>
        <p:spPr>
          <a:xfrm>
            <a:off x="3275856" y="2232675"/>
            <a:ext cx="19830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Routing Header</a:t>
            </a:r>
          </a:p>
          <a:p>
            <a:pPr algn="ctr"/>
            <a:r>
              <a:rPr lang="en-US" altLang="ko-KR" sz="1400"/>
              <a:t>- key1:value1 / key2:value2</a:t>
            </a:r>
          </a:p>
        </p:txBody>
      </p:sp>
    </p:spTree>
    <p:extLst>
      <p:ext uri="{BB962C8B-B14F-4D97-AF65-F5344CB8AC3E}">
        <p14:creationId xmlns:p14="http://schemas.microsoft.com/office/powerpoint/2010/main" val="1181773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44731</TotalTime>
  <Words>319</Words>
  <Application>Microsoft Macintosh PowerPoint</Application>
  <PresentationFormat>화면 슬라이드 쇼(16:9)</PresentationFormat>
  <Paragraphs>125</Paragraphs>
  <Slides>7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AMQP</vt:lpstr>
      <vt:lpstr>AMQP Direct Exchange</vt:lpstr>
      <vt:lpstr>AMQP Fanout Exchange</vt:lpstr>
      <vt:lpstr>AMQP Topic Exchange</vt:lpstr>
      <vt:lpstr>AMQP Headers Exchange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5755</cp:revision>
  <dcterms:created xsi:type="dcterms:W3CDTF">2006-10-05T04:04:58Z</dcterms:created>
  <dcterms:modified xsi:type="dcterms:W3CDTF">2026-01-28T17:48:36Z</dcterms:modified>
</cp:coreProperties>
</file>
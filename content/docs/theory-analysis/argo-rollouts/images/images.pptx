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422" r:id="rId2"/>
    <p:sldId id="430" r:id="rId3"/>
    <p:sldId id="432" r:id="rId4"/>
    <p:sldId id="434" r:id="rId5"/>
    <p:sldId id="427" r:id="rId6"/>
    <p:sldId id="433" r:id="rId7"/>
    <p:sldId id="423" r:id="rId8"/>
    <p:sldId id="428" r:id="rId9"/>
    <p:sldId id="431" r:id="rId10"/>
    <p:sldId id="429" r:id="rId11"/>
    <p:sldId id="426" r:id="rId12"/>
    <p:sldId id="424" r:id="rId13"/>
    <p:sldId id="425" r:id="rId14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04" autoAdjust="0"/>
    <p:restoredTop sz="88880" autoAdjust="0"/>
  </p:normalViewPr>
  <p:slideViewPr>
    <p:cSldViewPr>
      <p:cViewPr>
        <p:scale>
          <a:sx n="169" d="100"/>
          <a:sy n="169" d="100"/>
        </p:scale>
        <p:origin x="2360" y="172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17FE8-753B-7D52-FE9B-99CDA6FC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8C4510-46E2-C882-55C0-EA8AB7D1F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342387-E2B8-8905-9A8F-10D0FEF49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F8EBBA-EC59-E443-B111-F8674133B3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4927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724D6-EEEF-9ABA-F6A2-77F8E7153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4C94AE-41A9-C04C-21CE-C40F8E761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1161E3-1649-7B29-DD4B-2FC1C3B88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76CA50-1538-0B7E-B42F-D583B2BE84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062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9892-39E1-4C15-E3E1-E9A01C2EC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650D19-D810-44DC-C25B-D27C1182C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1EB99E-8A93-FF62-C653-7A55B3FA2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B33C79-E2D5-4C9C-6E35-6C3F0B084B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6207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3AD2C-D79C-331E-DC27-983DCA4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94677B-C305-77A9-4C67-42803A223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F877AB-5554-F31B-09C3-B4A9E905C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C1D3C8-5F86-E820-7AAA-5170498888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161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2168-DDFF-ACA3-5620-C60E47E39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644E60B-B658-187D-C350-AD811C1AE4F8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2F8A9377-3602-A456-4F52-BF1938178B0A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3E4ACE6-0741-B646-9F4F-0C763B44C55F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Rollouts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4F256076-5840-F6AA-219A-9E05E41A352B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7163407-7DB7-FB50-771F-1772E64165BC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7488D09A-F04E-4B58-5A2F-8162B16AB849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F8A0554C-971E-4FA5-D6BF-C50BE3A17FD8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84E8C7C-C56E-A0D1-5FEF-47E311B6C37D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F4699FC0-4670-DB1E-C918-533FBEE0F3E7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5F87D2A-0057-B780-60F0-5FEA5658DCC9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D4EDBBA-E25B-C0BB-EFDF-85E33E5A4AE4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E95F04B-5627-1300-A8F4-25B927511C03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CD50E901-1479-1BDF-2D74-3E9904EE828A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313DA0F-83F5-5DC5-322F-0B72A57A26C8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5ACA7BF-6C68-044F-0FB0-6482CA280F73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13A00F33-01CE-6FB6-7920-D8555A7E6661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B1012F6-741A-EF14-FC3A-A81A5B9C0A03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99AB08C3-1412-84C0-6041-F3817E479C69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E7D8933B-E712-D347-7CF6-1F8657F4B412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A5517C1-FCDC-AB02-3E29-B6B18856BC2D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4663801B-41AB-C6B7-5BB3-E3DA69AD8D57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D0CA29F-9FE1-C47E-7B72-B96C04771AF8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871D3B9D-9BAC-45B7-C3F6-EC7DAE138705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3793845-B41D-78F9-E165-C6D9FC67A62C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EFEDD03-82B9-7079-93F2-66FAB5710188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07D839B-0E90-CBF6-4C1E-3FEA683A516F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0A122F52-7CC3-EB4B-0195-CF1F3C180CDA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5EB07871-56F5-ABBA-EEAF-7FC1DE6EE1F4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6F19AA2-37C5-AFC5-092C-C159873BCD7F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B7BF6D0-9B50-C201-72F4-942DB9FDDF40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2DD216-C001-CA68-A634-081E7C7D6E96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1A18118B-1279-F65C-A74A-A78E498A9EC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A3D41D0E-DD2B-7ACB-F06F-DD6B666C038D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776BF57E-DB37-6F5B-EB0B-1261B0491EEA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135AA6-458E-B542-6A01-B76682F97AAD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AFDC5BD4-A1D3-5B3A-70C2-10F9F4544271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9F756680-FD86-0AE3-AD8E-06D684FC0E4F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2997F2EC-6529-A001-5D63-788550853661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135DFB1A-FF7C-1C6C-5B10-303EE297D968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E56E4B13-C5A6-3DBE-4A97-56365919908F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F3D1F65-EF42-E96F-EDAA-0EDC5D41145A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Notifications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963C06A-E3E5-0CF4-A8D6-FE09B8278BB8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E7454D3B-E05E-260C-3A8B-6E78D5F73E42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3AEA9A2-68BB-E83D-0730-C967B026E1E8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B1583C1F-B602-2445-7A1F-A4102976F9CE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A96AD404-253C-F4D3-9DFD-8F9962F5380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8AA78C4A-998E-7D94-4BD0-A72B1B6515E2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56ABA2F3-262F-3E21-0F19-AE204BDB3B6B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Experiments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E443DD95-DBF4-1FAF-4910-5837F44EB505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C61EAB73-F867-FE95-4E80-F4572369BBBA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253DF1A1-3F75-D97C-A99B-CC8FBA1668E0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D18BC1F-A1E1-999A-C3F2-59B43D282602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72C86897-D04A-1ABB-EE48-0A6B4B79C46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A999657E-BE5B-5E24-4A04-7B197E08223E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2A35EE-8184-2DB5-15C9-645FAE7AF98A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65FA3FE6-1A7A-0863-2025-CD734B51AE02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07B30FAE-1C5B-3BD1-D380-9E1AD7136547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33F47843-0A05-AA5B-8F38-0B27DC301E49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A9C56AE2-5E6B-B5D4-8899-1529D9124641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B4472C1B-67A4-5897-6B2E-90D938DCA21E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C619A486-C47F-6643-45D2-54A1287EEE54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BE0DE0A6-C0CA-23A3-BC9E-BFFA80FA98BC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618B872A-D955-A003-7DB0-FBB2B7049118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5895718C-6CAF-92E0-2FE5-6F875E0705DF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208930C8-BA07-AEDF-5D60-36FA4D78671B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5A0D61B8-F3DE-D985-95BA-4C28F112AB77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1586297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DA5AA-2E2B-27FF-5574-49E16FED1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9A0853F2-EE99-C759-6376-435AA1B94082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F5B11400-9ACF-843E-8089-99F0BEA2094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40505E0-BF50-B0C4-4D4D-7B98ABE19CD2}"/>
              </a:ext>
            </a:extLst>
          </p:cNvPr>
          <p:cNvSpPr/>
          <p:nvPr/>
        </p:nvSpPr>
        <p:spPr>
          <a:xfrm>
            <a:off x="156937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30C885A-244A-0373-0DE7-895D42929701}"/>
              </a:ext>
            </a:extLst>
          </p:cNvPr>
          <p:cNvSpPr/>
          <p:nvPr/>
        </p:nvSpPr>
        <p:spPr>
          <a:xfrm>
            <a:off x="1083965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CD9394D-CE2F-41BD-F88A-CA67862B9838}"/>
              </a:ext>
            </a:extLst>
          </p:cNvPr>
          <p:cNvSpPr/>
          <p:nvPr/>
        </p:nvSpPr>
        <p:spPr>
          <a:xfrm>
            <a:off x="205400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A13D9A7-C259-A7C5-AA64-536A6D3466B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1471668" y="1261263"/>
            <a:ext cx="48540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EBD27BD-7CF0-6E1B-9B83-EF8C3CF561D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957075" y="1261263"/>
            <a:ext cx="48462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280B185-7AB3-F867-AE82-1F0C506467B8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DAA27BA-060B-90AF-0882-23BCAF7D1A51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0EB6F055-9D50-A6B6-1702-6792B3E6697E}"/>
              </a:ext>
            </a:extLst>
          </p:cNvPr>
          <p:cNvSpPr/>
          <p:nvPr/>
        </p:nvSpPr>
        <p:spPr>
          <a:xfrm>
            <a:off x="4173103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FFD18FC-7813-03FD-1D4F-0289CEB0CE6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5466160-6651-2C97-A44B-2056044A07A3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60806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D09E592-8A69-D185-50A5-90D271700442}"/>
              </a:ext>
            </a:extLst>
          </p:cNvPr>
          <p:cNvSpPr/>
          <p:nvPr/>
        </p:nvSpPr>
        <p:spPr>
          <a:xfrm>
            <a:off x="4173107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E031597-EC36-6314-F750-1B6E8D7A9607}"/>
              </a:ext>
            </a:extLst>
          </p:cNvPr>
          <p:cNvSpPr/>
          <p:nvPr/>
        </p:nvSpPr>
        <p:spPr>
          <a:xfrm>
            <a:off x="11548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2D0C027D-EB6E-F8AC-FBF6-EDFA1CE7DAF1}"/>
              </a:ext>
            </a:extLst>
          </p:cNvPr>
          <p:cNvSpPr/>
          <p:nvPr/>
        </p:nvSpPr>
        <p:spPr>
          <a:xfrm>
            <a:off x="11470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485BF1D9-1081-BABA-E7D2-50DCDEE8DA88}"/>
              </a:ext>
            </a:extLst>
          </p:cNvPr>
          <p:cNvSpPr/>
          <p:nvPr/>
        </p:nvSpPr>
        <p:spPr>
          <a:xfrm>
            <a:off x="1084740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5A5B9D80-9DD4-DAE4-24A8-BA84F0AB8489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02407" y="315527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61FBE6F-EEF1-0B55-FF53-3A9F6C07677A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72443" y="3155273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CE979506-8B18-B7D3-0D51-D2C30ABBD0CA}"/>
              </a:ext>
            </a:extLst>
          </p:cNvPr>
          <p:cNvSpPr/>
          <p:nvPr/>
        </p:nvSpPr>
        <p:spPr>
          <a:xfrm>
            <a:off x="108474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89F4F4D6-64D8-E011-8081-65181DCF38BB}"/>
              </a:ext>
            </a:extLst>
          </p:cNvPr>
          <p:cNvSpPr/>
          <p:nvPr/>
        </p:nvSpPr>
        <p:spPr>
          <a:xfrm>
            <a:off x="2054001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D8E1720-1840-EA0C-0CFB-1A44F226D22E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A82B9EE-B99F-88CC-98F3-93D63A9F4E54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2A492C-9243-A02E-E60F-F6EEA847EDFD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BBFFE49-E23B-B88E-76A7-40551DF32B30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F3DC4A8-3614-6FBC-2EC6-70A677C7D04D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BCB1AD60-176C-B5F9-84F4-291A582AFBBB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C9A7FC6-5861-F207-42F7-4AA14678CE3F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845FA5B-B7F7-168C-7527-CE0ADC041F21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C051E06-0DFE-70F5-5F41-86A902C2BBE8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118499D-D67F-809A-2ECF-0D2C9A87BEBE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9DA8B55-56DF-339F-ECC5-4A3B45220A05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18F06B-0743-8583-0BE2-7DB9ED4401E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B4B07-8C92-F836-BBF9-0B8EFB0969BA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20" name="오른쪽 화살표[R] 19">
            <a:extLst>
              <a:ext uri="{FF2B5EF4-FFF2-40B4-BE49-F238E27FC236}">
                <a16:creationId xmlns:a16="http://schemas.microsoft.com/office/drawing/2014/main" id="{E19CBE7B-B5C5-5A55-998B-6FC9C4B9BCA0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2531960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603A-0040-B9D9-0C70-24CFCD58A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21AE32E-2BAB-F233-5B63-85F2CDE5BE6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25F15537-A9E8-AD36-5390-39159359A20A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85DC70E-1494-5CE1-BDA9-E6FD1BC72AB3}"/>
              </a:ext>
            </a:extLst>
          </p:cNvPr>
          <p:cNvSpPr/>
          <p:nvPr/>
        </p:nvSpPr>
        <p:spPr>
          <a:xfrm>
            <a:off x="1084645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37345D-A893-245C-F85C-D240456B2CC4}"/>
              </a:ext>
            </a:extLst>
          </p:cNvPr>
          <p:cNvSpPr/>
          <p:nvPr/>
        </p:nvSpPr>
        <p:spPr>
          <a:xfrm>
            <a:off x="11460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4D53E64-AB11-9BF5-9820-3D46FEE6F4C1}"/>
              </a:ext>
            </a:extLst>
          </p:cNvPr>
          <p:cNvSpPr/>
          <p:nvPr/>
        </p:nvSpPr>
        <p:spPr>
          <a:xfrm>
            <a:off x="1084637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3510DA0-AC2F-CF0D-C236-86AABF495B80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02304" y="1261263"/>
            <a:ext cx="97004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33AF371B-6DC9-2C75-096A-1407D06D5D2D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>
            <a:off x="1472340" y="126126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A55E2E3-DBFA-A001-3A41-D046ACFA1647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E3D8400-677B-F13C-8E88-A70CB330F01C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3243B768-E60D-8860-4C0D-ED7429014D9C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B5246C0-29CE-F8C1-4E43-E8F386806A6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AD838F2-2D2E-B77C-C116-E1CA00EF900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F942818-BAF5-F72C-73CD-FF296D58CB52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5AC3A925-09AB-A4D9-E392-CE409A1B4A44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5A1B75B9-E14D-DFB3-688A-0321C3FF77B1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910F651-1FAD-A5E6-B9F8-7DD4F3E04334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5D1D08-C62A-BE97-AEE3-77EA9531BD5C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915B460-A70D-8BF3-F728-7EA0E67E1B43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22704208-0217-B7CA-04C9-982BED1F5819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  <a:br>
              <a:rPr lang="en-US" altLang="ko-KR" sz="800"/>
            </a:br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69C09F6-6208-484D-7D57-5ABB25DACA53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  <a:br>
              <a:rPr lang="en-US" altLang="ko-KR" sz="800"/>
            </a:br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C1723656-A7BF-6E72-B5BD-1032B2014A23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EF4EFBB8-4D7E-5818-1992-C881646E4449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49AF982C-C7DF-9011-DF48-4729D35B6555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8C01C152-77C5-9AFF-5886-069701508B5C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07D1113-46E4-0170-A185-928030B890EA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61BCF1-22A9-5435-EB95-D15A4636666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ED8CF8-B26E-312A-D478-78A733F9B643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E333EAC-5F63-E791-43F3-B35BBDB03259}"/>
              </a:ext>
            </a:extLst>
          </p:cNvPr>
          <p:cNvSpPr/>
          <p:nvPr/>
        </p:nvSpPr>
        <p:spPr>
          <a:xfrm>
            <a:off x="205775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F7E91BD-90D1-C083-AFF3-EC6FFB3F92D9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1472344" y="1261263"/>
            <a:ext cx="97311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BD7FF-A4AC-5FA1-1E50-2511566950F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DC2AFE4-3511-937E-BF4C-468A9B756231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03B3790-4875-B300-8A92-4323DB9AC05F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455FBD4-DF0B-5F89-0317-1D1DA7083FBE}"/>
              </a:ext>
            </a:extLst>
          </p:cNvPr>
          <p:cNvSpPr/>
          <p:nvPr/>
        </p:nvSpPr>
        <p:spPr>
          <a:xfrm>
            <a:off x="1139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9D9F3ED1-8864-3D2A-09B5-F6CA9F5885D6}"/>
              </a:ext>
            </a:extLst>
          </p:cNvPr>
          <p:cNvSpPr/>
          <p:nvPr/>
        </p:nvSpPr>
        <p:spPr>
          <a:xfrm>
            <a:off x="113121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505C522-239C-9C46-0BA0-75C3DEC77852}"/>
              </a:ext>
            </a:extLst>
          </p:cNvPr>
          <p:cNvSpPr/>
          <p:nvPr/>
        </p:nvSpPr>
        <p:spPr>
          <a:xfrm>
            <a:off x="107845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A332419-3976-BEA8-90AA-581FF699C89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1552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CDBAF9EF-0D2D-3A12-4FDC-CA8F361E38F2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6157" y="3155274"/>
            <a:ext cx="97654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BED1C98C-E549-20E8-08ED-9BCD5E06B5E6}"/>
              </a:ext>
            </a:extLst>
          </p:cNvPr>
          <p:cNvSpPr/>
          <p:nvPr/>
        </p:nvSpPr>
        <p:spPr>
          <a:xfrm>
            <a:off x="1078458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BA6CAB0-5C12-DC25-1BD6-2BE7FF799A57}"/>
              </a:ext>
            </a:extLst>
          </p:cNvPr>
          <p:cNvSpPr/>
          <p:nvPr/>
        </p:nvSpPr>
        <p:spPr>
          <a:xfrm>
            <a:off x="205241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B8E2EFF-2313-6D65-416D-8B13B0D7177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155274"/>
            <a:ext cx="258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E1D6FD4-5096-4242-2E1F-9A8234FF0788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1552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3224145-A879-32A7-D9FE-C6783AB5FAFC}"/>
              </a:ext>
            </a:extLst>
          </p:cNvPr>
          <p:cNvSpPr/>
          <p:nvPr/>
        </p:nvSpPr>
        <p:spPr>
          <a:xfrm>
            <a:off x="20550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C5211FD-3A71-3EC1-00BA-95125113B6A4}"/>
              </a:ext>
            </a:extLst>
          </p:cNvPr>
          <p:cNvSpPr/>
          <p:nvPr/>
        </p:nvSpPr>
        <p:spPr>
          <a:xfrm>
            <a:off x="5144538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E276BC05-0643-ECE0-8617-C660AA6B0406}"/>
              </a:ext>
            </a:extLst>
          </p:cNvPr>
          <p:cNvCxnSpPr>
            <a:cxnSpLocks/>
            <a:stCxn id="69" idx="2"/>
            <a:endCxn id="60" idx="0"/>
          </p:cNvCxnSpPr>
          <p:nvPr/>
        </p:nvCxnSpPr>
        <p:spPr>
          <a:xfrm>
            <a:off x="5532241" y="3155274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84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442FE-49BD-582A-0C5E-E322E8B04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BE9E898-5DBA-22FA-30E0-B237F41E787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82BAAB0-B222-6F13-3531-5883B81521BF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36D8011-0F36-ADBB-16F0-2222FB611B66}"/>
              </a:ext>
            </a:extLst>
          </p:cNvPr>
          <p:cNvSpPr/>
          <p:nvPr/>
        </p:nvSpPr>
        <p:spPr>
          <a:xfrm>
            <a:off x="113121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04634A8-80D8-1513-C173-397258954BE7}"/>
              </a:ext>
            </a:extLst>
          </p:cNvPr>
          <p:cNvSpPr/>
          <p:nvPr/>
        </p:nvSpPr>
        <p:spPr>
          <a:xfrm>
            <a:off x="11460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C1A773E-6456-6F81-2D60-C18A255E6F70}"/>
              </a:ext>
            </a:extLst>
          </p:cNvPr>
          <p:cNvSpPr/>
          <p:nvPr/>
        </p:nvSpPr>
        <p:spPr>
          <a:xfrm>
            <a:off x="1084637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5F0112F-5C7E-91FD-FBAF-A40BDDA8706A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261263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9E11120F-4937-24F4-EF76-7C88C291AA5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261263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CFB2AFB-D9CB-80F9-EC7B-C08275319E9B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B68C5DE-8837-E74D-396B-586C24A81663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723B847-8CC6-6ED7-14AB-F592B7B88A91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69AEEC0-88EB-8B88-B7A0-6F7A74B5FC7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5C6A252-0F15-7F4E-3A28-6EA2C7E155F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187FAB16-1DED-A37C-B2E4-B24C5E6C2061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EA6B307-B581-F941-7651-3EB9F8B9BAD6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65B4080-ECC7-B7D5-E5BF-21E4C8EC9A7E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4C97D6C-E1A4-EA84-A995-6DA814A8BDB9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EB892FA-AFF9-CE35-FDBF-EFA8FE9AB585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>
            <a:off x="3592952" y="31552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0761DF6-0194-B2A1-83C5-546C07B4B6F8}"/>
              </a:ext>
            </a:extLst>
          </p:cNvPr>
          <p:cNvCxnSpPr>
            <a:cxnSpLocks/>
            <a:stCxn id="56" idx="2"/>
            <a:endCxn id="71" idx="0"/>
          </p:cNvCxnSpPr>
          <p:nvPr/>
        </p:nvCxnSpPr>
        <p:spPr>
          <a:xfrm flipH="1">
            <a:off x="4559885" y="3155274"/>
            <a:ext cx="3103" cy="122630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E4BEA0C1-D302-E54F-62DA-C0BB85C147BD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D28851C4-E037-3BCB-CD26-7436C47BFDF3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77C194C4-3745-0773-99EA-E6FC91E57CDD}"/>
              </a:ext>
            </a:extLst>
          </p:cNvPr>
          <p:cNvSpPr/>
          <p:nvPr/>
        </p:nvSpPr>
        <p:spPr>
          <a:xfrm rot="10568283">
            <a:off x="2901250" y="2341945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8D9557C-00FE-9817-E616-487C00E1F97B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4A552A-920B-FFD3-7D20-CDA095F16AD1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135EC3-DBC7-C746-17B9-396C922D9F0A}"/>
              </a:ext>
            </a:extLst>
          </p:cNvPr>
          <p:cNvSpPr txBox="1"/>
          <p:nvPr/>
        </p:nvSpPr>
        <p:spPr>
          <a:xfrm>
            <a:off x="4219444" y="2448852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6BAF32-0F97-67EE-727C-84F2D39D066E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E5EB2CD-6EBF-6D65-04D1-F6A198A396AE}"/>
              </a:ext>
            </a:extLst>
          </p:cNvPr>
          <p:cNvSpPr/>
          <p:nvPr/>
        </p:nvSpPr>
        <p:spPr>
          <a:xfrm>
            <a:off x="205775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25DC225-F1FD-270E-DBCA-A7A6E11E3608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0" y="1261263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E9B68E-2954-C7D9-6144-DC2C4FC5829C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EAD7D4-18F7-E820-5AC0-C36A204FD45A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AE31278-F2D9-D33B-CE68-DA40B699481A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CD324CB-D3C6-DF60-1CCC-524FD8994693}"/>
              </a:ext>
            </a:extLst>
          </p:cNvPr>
          <p:cNvSpPr/>
          <p:nvPr/>
        </p:nvSpPr>
        <p:spPr>
          <a:xfrm>
            <a:off x="1139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09913E1-31A9-BB35-F93D-5B0ABD89A3D7}"/>
              </a:ext>
            </a:extLst>
          </p:cNvPr>
          <p:cNvSpPr/>
          <p:nvPr/>
        </p:nvSpPr>
        <p:spPr>
          <a:xfrm>
            <a:off x="113121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D7511CE3-6557-4DF6-D080-FD1BCBCF147F}"/>
              </a:ext>
            </a:extLst>
          </p:cNvPr>
          <p:cNvSpPr/>
          <p:nvPr/>
        </p:nvSpPr>
        <p:spPr>
          <a:xfrm>
            <a:off x="107845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D9760F7-E778-528A-A8FA-A754AB2471FB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1552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508A4571-8A02-C919-644A-BDCCC58E4274}"/>
              </a:ext>
            </a:extLst>
          </p:cNvPr>
          <p:cNvCxnSpPr>
            <a:cxnSpLocks/>
            <a:stCxn id="34" idx="2"/>
            <a:endCxn id="46" idx="0"/>
          </p:cNvCxnSpPr>
          <p:nvPr/>
        </p:nvCxnSpPr>
        <p:spPr>
          <a:xfrm flipH="1">
            <a:off x="501603" y="3155274"/>
            <a:ext cx="964554" cy="122630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A26922E8-18F1-48ED-3372-CFAA79911F54}"/>
              </a:ext>
            </a:extLst>
          </p:cNvPr>
          <p:cNvSpPr/>
          <p:nvPr/>
        </p:nvSpPr>
        <p:spPr>
          <a:xfrm>
            <a:off x="205241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89C5824A-3A5C-99E2-C967-EAF3BC935BCD}"/>
              </a:ext>
            </a:extLst>
          </p:cNvPr>
          <p:cNvCxnSpPr>
            <a:cxnSpLocks/>
            <a:stCxn id="39" idx="2"/>
            <a:endCxn id="46" idx="0"/>
          </p:cNvCxnSpPr>
          <p:nvPr/>
        </p:nvCxnSpPr>
        <p:spPr>
          <a:xfrm flipH="1">
            <a:off x="501603" y="3155274"/>
            <a:ext cx="1938514" cy="122630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2CDDD907-91DE-848B-8166-BF22A3DA1CF5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1552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3E31323C-0E5A-7D28-4D00-D4F616C4F48F}"/>
              </a:ext>
            </a:extLst>
          </p:cNvPr>
          <p:cNvSpPr/>
          <p:nvPr/>
        </p:nvSpPr>
        <p:spPr>
          <a:xfrm>
            <a:off x="20550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494AA2B-4069-A5CE-3C2C-626CB6A72DE3}"/>
              </a:ext>
            </a:extLst>
          </p:cNvPr>
          <p:cNvSpPr/>
          <p:nvPr/>
        </p:nvSpPr>
        <p:spPr>
          <a:xfrm>
            <a:off x="5144538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D424FBB-CE58-E397-C236-0D3BC59A1458}"/>
              </a:ext>
            </a:extLst>
          </p:cNvPr>
          <p:cNvSpPr/>
          <p:nvPr/>
        </p:nvSpPr>
        <p:spPr>
          <a:xfrm>
            <a:off x="62697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155E79A-9EA3-B32B-F71C-254E705E5C9F}"/>
              </a:ext>
            </a:extLst>
          </p:cNvPr>
          <p:cNvSpPr/>
          <p:nvPr/>
        </p:nvSpPr>
        <p:spPr>
          <a:xfrm>
            <a:off x="6269003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38E7A0A-896D-4D64-0716-396599D6BBCF}"/>
              </a:ext>
            </a:extLst>
          </p:cNvPr>
          <p:cNvSpPr/>
          <p:nvPr/>
        </p:nvSpPr>
        <p:spPr>
          <a:xfrm>
            <a:off x="7234336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C2AC68D-769C-0938-3ED2-A0E74C9FBF5A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506B110-CC04-1A1E-F4CF-D9E876674470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261263"/>
            <a:ext cx="97654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77D367B-23BA-4520-13D0-6C38906C0551}"/>
              </a:ext>
            </a:extLst>
          </p:cNvPr>
          <p:cNvSpPr/>
          <p:nvPr/>
        </p:nvSpPr>
        <p:spPr>
          <a:xfrm>
            <a:off x="7234340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0D21332C-9F8A-FB3E-4300-6F975EDDE199}"/>
              </a:ext>
            </a:extLst>
          </p:cNvPr>
          <p:cNvSpPr/>
          <p:nvPr/>
        </p:nvSpPr>
        <p:spPr>
          <a:xfrm>
            <a:off x="8208296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9AA76B8-3830-3F50-0651-0DE3845C32CB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261263"/>
            <a:ext cx="258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0FF6E08-2421-CF5B-7D70-455A845AD7E9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791CA618-27D1-6328-548A-245503C090E7}"/>
              </a:ext>
            </a:extLst>
          </p:cNvPr>
          <p:cNvSpPr/>
          <p:nvPr/>
        </p:nvSpPr>
        <p:spPr>
          <a:xfrm>
            <a:off x="82108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4996FFF9-7B3B-C3D9-6C9B-D5B8E2624EEB}"/>
              </a:ext>
            </a:extLst>
          </p:cNvPr>
          <p:cNvSpPr/>
          <p:nvPr/>
        </p:nvSpPr>
        <p:spPr>
          <a:xfrm>
            <a:off x="5898365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7E74B12-B593-0930-5425-AF0739729ED7}"/>
              </a:ext>
            </a:extLst>
          </p:cNvPr>
          <p:cNvSpPr txBox="1"/>
          <p:nvPr/>
        </p:nvSpPr>
        <p:spPr>
          <a:xfrm>
            <a:off x="5752698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C6D6AE7E-752F-5D06-3E0E-C5FD386ABE9D}"/>
              </a:ext>
            </a:extLst>
          </p:cNvPr>
          <p:cNvSpPr/>
          <p:nvPr/>
        </p:nvSpPr>
        <p:spPr>
          <a:xfrm>
            <a:off x="113904" y="438158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34038610-2762-0A52-80C2-6FF6C6A9B541}"/>
              </a:ext>
            </a:extLst>
          </p:cNvPr>
          <p:cNvSpPr/>
          <p:nvPr/>
        </p:nvSpPr>
        <p:spPr>
          <a:xfrm>
            <a:off x="3206540" y="438158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BDBE992E-0503-186D-0C81-F74A36D0B75F}"/>
              </a:ext>
            </a:extLst>
          </p:cNvPr>
          <p:cNvSpPr/>
          <p:nvPr/>
        </p:nvSpPr>
        <p:spPr>
          <a:xfrm>
            <a:off x="4172186" y="438158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C3A88D1E-7515-A0BC-EA9E-A9E5E856D716}"/>
              </a:ext>
            </a:extLst>
          </p:cNvPr>
          <p:cNvCxnSpPr>
            <a:cxnSpLocks/>
            <a:stCxn id="69" idx="2"/>
            <a:endCxn id="71" idx="0"/>
          </p:cNvCxnSpPr>
          <p:nvPr/>
        </p:nvCxnSpPr>
        <p:spPr>
          <a:xfrm flipH="1">
            <a:off x="4559885" y="3155274"/>
            <a:ext cx="972356" cy="122630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B90F5F8-F6A5-48E7-6FA9-D120B4E26888}"/>
              </a:ext>
            </a:extLst>
          </p:cNvPr>
          <p:cNvCxnSpPr>
            <a:cxnSpLocks/>
            <a:stCxn id="69" idx="2"/>
            <a:endCxn id="54" idx="0"/>
          </p:cNvCxnSpPr>
          <p:nvPr/>
        </p:nvCxnSpPr>
        <p:spPr>
          <a:xfrm flipH="1">
            <a:off x="3593731" y="3155274"/>
            <a:ext cx="19385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410AC50-D09C-4353-2F28-9B0B3CF9E428}"/>
              </a:ext>
            </a:extLst>
          </p:cNvPr>
          <p:cNvSpPr/>
          <p:nvPr/>
        </p:nvSpPr>
        <p:spPr>
          <a:xfrm>
            <a:off x="626978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91721CA-330B-67E1-84C2-5BD3515B0D96}"/>
              </a:ext>
            </a:extLst>
          </p:cNvPr>
          <p:cNvSpPr/>
          <p:nvPr/>
        </p:nvSpPr>
        <p:spPr>
          <a:xfrm>
            <a:off x="6269003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92B2D0E1-4B5C-95B0-1E8F-497302F05800}"/>
              </a:ext>
            </a:extLst>
          </p:cNvPr>
          <p:cNvSpPr/>
          <p:nvPr/>
        </p:nvSpPr>
        <p:spPr>
          <a:xfrm>
            <a:off x="723903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BFE98D8B-17EF-B3DF-724E-E943518B3BBA}"/>
              </a:ext>
            </a:extLst>
          </p:cNvPr>
          <p:cNvCxnSpPr>
            <a:cxnSpLocks/>
            <a:stCxn id="88" idx="2"/>
            <a:endCxn id="87" idx="0"/>
          </p:cNvCxnSpPr>
          <p:nvPr/>
        </p:nvCxnSpPr>
        <p:spPr>
          <a:xfrm>
            <a:off x="6656706" y="31552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9D03E13-3881-2945-87D3-F367E7974C1C}"/>
              </a:ext>
            </a:extLst>
          </p:cNvPr>
          <p:cNvCxnSpPr>
            <a:cxnSpLocks/>
            <a:stCxn id="89" idx="2"/>
            <a:endCxn id="87" idx="0"/>
          </p:cNvCxnSpPr>
          <p:nvPr/>
        </p:nvCxnSpPr>
        <p:spPr>
          <a:xfrm flipH="1">
            <a:off x="6657485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F2B37202-69FB-86E5-C964-F3E0053B5CBB}"/>
              </a:ext>
            </a:extLst>
          </p:cNvPr>
          <p:cNvSpPr/>
          <p:nvPr/>
        </p:nvSpPr>
        <p:spPr>
          <a:xfrm>
            <a:off x="8208292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221ACD00-0441-86ED-9E1C-3189095CB4BB}"/>
              </a:ext>
            </a:extLst>
          </p:cNvPr>
          <p:cNvSpPr/>
          <p:nvPr/>
        </p:nvSpPr>
        <p:spPr>
          <a:xfrm>
            <a:off x="6270294" y="438158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94" name="모서리가 둥근 직사각형 93">
            <a:extLst>
              <a:ext uri="{FF2B5EF4-FFF2-40B4-BE49-F238E27FC236}">
                <a16:creationId xmlns:a16="http://schemas.microsoft.com/office/drawing/2014/main" id="{4207DBF7-ADB6-86D0-C4EF-3FFEF7312579}"/>
              </a:ext>
            </a:extLst>
          </p:cNvPr>
          <p:cNvSpPr/>
          <p:nvPr/>
        </p:nvSpPr>
        <p:spPr>
          <a:xfrm>
            <a:off x="7235940" y="438158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AB4EEC8-0E15-19AC-B6C0-7B12AFB45320}"/>
              </a:ext>
            </a:extLst>
          </p:cNvPr>
          <p:cNvCxnSpPr>
            <a:cxnSpLocks/>
            <a:stCxn id="92" idx="2"/>
            <a:endCxn id="87" idx="0"/>
          </p:cNvCxnSpPr>
          <p:nvPr/>
        </p:nvCxnSpPr>
        <p:spPr>
          <a:xfrm flipH="1">
            <a:off x="6657485" y="3155274"/>
            <a:ext cx="19385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794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7B05F-417C-21BD-5987-5FD5F0183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44142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86570-A207-9732-310B-B6686C059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671B6A2-05A3-C0BA-A479-22183F10469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C670BDBF-4B3D-7288-4548-EC37DFED4EE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47CD3B7-7008-732D-D27E-81E90CA0A15B}"/>
              </a:ext>
            </a:extLst>
          </p:cNvPr>
          <p:cNvSpPr/>
          <p:nvPr/>
        </p:nvSpPr>
        <p:spPr>
          <a:xfrm>
            <a:off x="107257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10DC85D-8C97-EE86-0396-F2FD3ABCF7DB}"/>
              </a:ext>
            </a:extLst>
          </p:cNvPr>
          <p:cNvSpPr/>
          <p:nvPr/>
        </p:nvSpPr>
        <p:spPr>
          <a:xfrm>
            <a:off x="10253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B261E4F-4BB1-542B-FBF9-9B06B5DE0DE1}"/>
              </a:ext>
            </a:extLst>
          </p:cNvPr>
          <p:cNvSpPr/>
          <p:nvPr/>
        </p:nvSpPr>
        <p:spPr>
          <a:xfrm>
            <a:off x="107256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D8291DE-CA26-5917-28B6-96D09B2BD81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90235" y="1261263"/>
            <a:ext cx="97004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B8778CD-377E-0700-B8BD-BD3195C63952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>
            <a:off x="1460271" y="126126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8B28BF0-CEC2-EA51-131A-E929ADCB03FB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2863E5E-73D7-D0AE-A988-3350167333E7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2F6536D-9E83-4509-73AE-69B85D03BAFE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FBBDE5A-081E-EBBD-C011-DFA18F53AB25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F80469B-7A52-B8A7-C5DC-7740D5A9F94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ABD8282-CCA9-04CE-31C2-6297B2BF6DCF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3EFB5F46-C0A8-2925-C9E3-3AC23D733BC3}"/>
              </a:ext>
            </a:extLst>
          </p:cNvPr>
          <p:cNvSpPr/>
          <p:nvPr/>
        </p:nvSpPr>
        <p:spPr>
          <a:xfrm>
            <a:off x="108286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337A7AC3-E7E1-FA8E-FCA1-ED1B2BFB0695}"/>
              </a:ext>
            </a:extLst>
          </p:cNvPr>
          <p:cNvSpPr/>
          <p:nvPr/>
        </p:nvSpPr>
        <p:spPr>
          <a:xfrm>
            <a:off x="107504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057AA06B-B516-9F89-9973-158B9B8F82F9}"/>
              </a:ext>
            </a:extLst>
          </p:cNvPr>
          <p:cNvSpPr/>
          <p:nvPr/>
        </p:nvSpPr>
        <p:spPr>
          <a:xfrm>
            <a:off x="1077540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236D1E39-73C3-2211-EEDE-E7AD563EEBA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495207" y="3164997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777E98C1-3292-9515-5E21-D21ED6CD35E5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5243" y="3164997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34C1BA0B-2F19-26D4-A4EA-E4E88797FDBC}"/>
              </a:ext>
            </a:extLst>
          </p:cNvPr>
          <p:cNvSpPr/>
          <p:nvPr/>
        </p:nvSpPr>
        <p:spPr>
          <a:xfrm>
            <a:off x="1077544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23B08267-E25C-FE88-E293-157F0AAD9326}"/>
              </a:ext>
            </a:extLst>
          </p:cNvPr>
          <p:cNvSpPr/>
          <p:nvPr/>
        </p:nvSpPr>
        <p:spPr>
          <a:xfrm>
            <a:off x="2046801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1AA077F-FEE3-DAAE-3921-065541860A4A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E13E310-26EE-C2B1-C4C1-02AD8CF5165D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14EEC6A3-4511-4AA4-8CC8-792A2AD5508E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2B932B1-08C6-4D04-6F27-F1B9ABFCC561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40DB188-74B1-4EAE-EFCE-AD28CB4BB44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4EECC4AA-E687-8FAF-89CD-9C7F3CC1CE6C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F70BC830-DA92-A50B-34B5-8CF6ADC61972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6B857E4D-8271-EA95-6564-C99875AAD389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2EC7F9-80B7-FE84-E43F-E24E01DAEB90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6C910340-5849-FBF9-3907-89C8F5A7D36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F9075567-B0A2-1DDF-A65D-0E03B498FBF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F605F5-C867-260A-CFCC-79C8E19EFA7E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513464-E543-DF46-0212-3420AA723B6F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3858D6-265C-2B9C-F9F6-8EB37CADC95E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4D28F5A-5CBB-4019-A778-13FCB673EB22}"/>
              </a:ext>
            </a:extLst>
          </p:cNvPr>
          <p:cNvSpPr/>
          <p:nvPr/>
        </p:nvSpPr>
        <p:spPr>
          <a:xfrm>
            <a:off x="2045690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48C35C0-2000-DB02-DC88-1B63B77DDEC2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1460275" y="1261263"/>
            <a:ext cx="97311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6B23B83-B26C-B37A-EC18-5E75FB61025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04F5E3-26DA-3F6B-5A40-556C5ADD0FA0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70892E7-7352-2F01-3367-3688765923D0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BC5F04DA-EB99-06B2-65E1-BBDF5692C276}"/>
              </a:ext>
            </a:extLst>
          </p:cNvPr>
          <p:cNvSpPr/>
          <p:nvPr/>
        </p:nvSpPr>
        <p:spPr>
          <a:xfrm>
            <a:off x="6252321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EBFF1D03-D75B-D5FF-C6B7-1212E12FBBD9}"/>
              </a:ext>
            </a:extLst>
          </p:cNvPr>
          <p:cNvSpPr/>
          <p:nvPr/>
        </p:nvSpPr>
        <p:spPr>
          <a:xfrm>
            <a:off x="625153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C7A375B-56F1-12E3-ACB3-53D8731769C3}"/>
              </a:ext>
            </a:extLst>
          </p:cNvPr>
          <p:cNvSpPr/>
          <p:nvPr/>
        </p:nvSpPr>
        <p:spPr>
          <a:xfrm>
            <a:off x="721687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70EA0BF-8839-46AA-EE1A-7C30E4FA8592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6639241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1AFB459-1C8B-B9D9-017E-C3AADA34A769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7604574" y="1261263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CF79719C-BE96-28F5-C370-FC6023420AE8}"/>
              </a:ext>
            </a:extLst>
          </p:cNvPr>
          <p:cNvSpPr/>
          <p:nvPr/>
        </p:nvSpPr>
        <p:spPr>
          <a:xfrm>
            <a:off x="7216875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A6B1D85-312A-23AA-46CE-1BDC55CD943C}"/>
              </a:ext>
            </a:extLst>
          </p:cNvPr>
          <p:cNvSpPr/>
          <p:nvPr/>
        </p:nvSpPr>
        <p:spPr>
          <a:xfrm>
            <a:off x="819083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6110D320-9384-030D-6C71-77DCF0E68DE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 flipH="1">
            <a:off x="8574606" y="1261263"/>
            <a:ext cx="392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2E4CC1B-7425-188E-1817-0441A8D79F4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6640020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C70CCDF5-A4EE-E233-2D9C-231FD7CF62F7}"/>
              </a:ext>
            </a:extLst>
          </p:cNvPr>
          <p:cNvSpPr/>
          <p:nvPr/>
        </p:nvSpPr>
        <p:spPr>
          <a:xfrm>
            <a:off x="8186907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</p:spTree>
    <p:extLst>
      <p:ext uri="{BB962C8B-B14F-4D97-AF65-F5344CB8AC3E}">
        <p14:creationId xmlns:p14="http://schemas.microsoft.com/office/powerpoint/2010/main" val="1130150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6136FFB-D266-46C8-98BA-51E473D42978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C1F642A-9E47-04F0-461D-3D4DB9E3C946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711D0D5-3D61-1819-0DEB-8977728C5B46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29E433B-0ACB-E7B8-25C0-B8D00DF0E27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96483D7-E1DD-BA6C-B567-490E594B6981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384CDA9-6774-BBD8-37A7-6DE2D98527A4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4CDE9AD-5D29-C370-1D23-1882CCEAC752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ED1E9AB-44FF-D10E-C985-E1F22005BA9B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EC4F5AB-1A7F-0650-2642-20E4297877CD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7D8A38D-BEF1-342A-CE22-C2818CFE8E70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FA89D0C-6D63-3DB9-914C-AFA60D1790CC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CBEDC6-EF49-1348-99E9-165A3AB94D04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8923D0B-0C65-4C49-7FB2-EFAACC181A3F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1B3C452-57F2-225F-F976-ABF68E542C61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81066C9E-FA39-6A61-CFAD-595D0FCD15B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956D4F9-2B0F-4AB6-0CE1-A5069046C1D8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78FE918-8C7D-BF1B-85FE-F954D3DA265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4DCE95A-1EA6-A983-4F02-83EAA85C0A19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633108A-CE70-CD9E-4745-98BBADE94597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D1BEE45-43A9-ED75-4B6A-6141834EAE34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03D60788-8343-C3FA-EC7C-1BE9740EC19B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E836A23A-F796-D392-A0B6-137C559B2FD2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3B5FAA6-3CE6-6DA1-9D34-3A98158EAF02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6DC7DBD-8A4A-50AF-7560-370585ED35F6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AC56C19-1C44-34D7-4B52-865107D7AE97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954BF21-7895-8133-07F0-19C2DEACAF90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BA17CF20-3B95-5FFA-8299-B597BDE0E44E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D185C6F7-7685-2BBD-E645-7BC05E8B4861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2B3AE80-85F7-1CED-75B0-BED3BA43E1C8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0BE2009-091C-4C84-FB63-E80AF9BCEB10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54546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92CCC-6B7F-2C47-03A1-D3EADCA5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B65D937-77D0-168B-F662-35158C60CECE}"/>
              </a:ext>
            </a:extLst>
          </p:cNvPr>
          <p:cNvSpPr/>
          <p:nvPr/>
        </p:nvSpPr>
        <p:spPr>
          <a:xfrm>
            <a:off x="577590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C25EB5E1-5FA1-8382-6EF4-E6D765876007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DC8FE58E-14BB-3846-7EF3-1ACA3AB927C5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69889D3-8EAE-C207-0B2D-1F627943AB1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195932B-6495-817B-FB4A-8937254152E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A0ACBAA-98D1-2253-1884-B2B08F5E649B}"/>
              </a:ext>
            </a:extLst>
          </p:cNvPr>
          <p:cNvSpPr/>
          <p:nvPr/>
        </p:nvSpPr>
        <p:spPr>
          <a:xfrm>
            <a:off x="2877654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94E24E2-27A1-BD73-40C5-EDF4A97E50AC}"/>
              </a:ext>
            </a:extLst>
          </p:cNvPr>
          <p:cNvSpPr/>
          <p:nvPr/>
        </p:nvSpPr>
        <p:spPr>
          <a:xfrm>
            <a:off x="2444738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EAF8339-FF7B-C905-87DA-E0773C332E5D}"/>
              </a:ext>
            </a:extLst>
          </p:cNvPr>
          <p:cNvSpPr/>
          <p:nvPr/>
        </p:nvSpPr>
        <p:spPr>
          <a:xfrm>
            <a:off x="3525726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9F7CE21-233C-5FF4-16ED-11B32C10AC2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876786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812626D-2A56-3CA8-92BC-95C049093DB7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3417714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[R] 17">
            <a:extLst>
              <a:ext uri="{FF2B5EF4-FFF2-40B4-BE49-F238E27FC236}">
                <a16:creationId xmlns:a16="http://schemas.microsoft.com/office/drawing/2014/main" id="{6B123C9E-E3EE-2129-4DB8-B076E7D912E6}"/>
              </a:ext>
            </a:extLst>
          </p:cNvPr>
          <p:cNvCxnSpPr>
            <a:cxnSpLocks/>
          </p:cNvCxnSpPr>
          <p:nvPr/>
        </p:nvCxnSpPr>
        <p:spPr>
          <a:xfrm>
            <a:off x="0" y="2571750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[R] 19">
            <a:extLst>
              <a:ext uri="{FF2B5EF4-FFF2-40B4-BE49-F238E27FC236}">
                <a16:creationId xmlns:a16="http://schemas.microsoft.com/office/drawing/2014/main" id="{697C3214-268C-B9B9-1D12-C171A3A74CA0}"/>
              </a:ext>
            </a:extLst>
          </p:cNvPr>
          <p:cNvCxnSpPr>
            <a:cxnSpLocks/>
          </p:cNvCxnSpPr>
          <p:nvPr/>
        </p:nvCxnSpPr>
        <p:spPr>
          <a:xfrm>
            <a:off x="456780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F81691AB-2E80-8211-039D-A138A2F87FA7}"/>
              </a:ext>
            </a:extLst>
          </p:cNvPr>
          <p:cNvCxnSpPr>
            <a:cxnSpLocks/>
          </p:cNvCxnSpPr>
          <p:nvPr/>
        </p:nvCxnSpPr>
        <p:spPr>
          <a:xfrm>
            <a:off x="226774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[R] 26">
            <a:extLst>
              <a:ext uri="{FF2B5EF4-FFF2-40B4-BE49-F238E27FC236}">
                <a16:creationId xmlns:a16="http://schemas.microsoft.com/office/drawing/2014/main" id="{7AF90E3B-D1DE-D314-15A8-D02049C224CC}"/>
              </a:ext>
            </a:extLst>
          </p:cNvPr>
          <p:cNvCxnSpPr>
            <a:cxnSpLocks/>
          </p:cNvCxnSpPr>
          <p:nvPr/>
        </p:nvCxnSpPr>
        <p:spPr>
          <a:xfrm>
            <a:off x="694826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183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EB467-38FE-3E68-B7C6-43B4152A4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518B3A6-5805-A3BF-C3DA-D42097CF1C71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5889E7F-D027-8880-4392-5C439CB0D7FD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F99E09A-4B00-C4EE-39BC-E313DF217CD1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F1E863D-4A52-4A11-74B8-4E4D5AF7050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2DE95A33-38E2-1F44-7AAE-B52BB3552B3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7A26EB5-0D54-A3DD-0930-3AFD4B22EA4E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8CF6451-9B5D-8591-06EB-8A4108D5677C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9C68E1D-A445-181C-2902-D2B5CD74D7AA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6DA3968-0024-9BC2-0EC2-48FD849E942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4627E0B-2558-1A87-E8C7-BC73D4B4E02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68A67306-C97A-56FD-2CEF-DFCE5430DE9B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EA8A3F4-C0DB-7CA3-CACF-3FAD83410557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12B1BB8-0AE8-EC69-41A1-218688B9E88D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E18A5E9-31F5-D60F-8267-892C7EC0AA0F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719C222-1A63-3508-AE09-54F3B077970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F2D42BA8-D767-1004-DD63-991A73A055FE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06942F4-DFF6-3FA3-6BA2-0A8A51DD364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E078C68C-FCA2-4595-0A1E-118F8F3D30B5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4878547-70A3-1A98-3F08-BB41F053D2DE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D73153C9-9035-D104-CFF0-1C1F1AD59926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562A8B2-C490-59AA-9B60-7E36BAE473B2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73FEE2F-E374-7764-1B96-5229246E9239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5B3F2AA-50F9-1C17-3619-58D86F264C00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C395CAE4-F9CF-2DF6-CF8F-0C26E93C368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2ACB3D3-A966-904C-E298-42987C2A13D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0DB0F177-594B-C784-D4F4-A935FC33126F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51958AC4-EE29-176C-D899-90AC5B52A653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D8AFBB-C5A3-FB11-62B3-255E887DB3AE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961E8289-9364-699F-A9ED-771D0D1480CB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E4D7A4D-C231-9492-1DAE-7A91A08556DE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225055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CB94A-AD88-9C1B-F6D5-BC138FC24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4C304F70-ADB8-F18C-90D9-18EECE8B1EDB}"/>
              </a:ext>
            </a:extLst>
          </p:cNvPr>
          <p:cNvSpPr/>
          <p:nvPr/>
        </p:nvSpPr>
        <p:spPr>
          <a:xfrm>
            <a:off x="68560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768FC35-51C2-1DAA-276B-2E20A2ADC9B5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E401191-ABC9-CAD1-D408-6AC2A163D36B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E7E22257-F95F-A571-48E0-8E038BE22EB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0EDE9DAB-295D-DDF1-7E3A-7DD84FF92E58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68A45F3-AFFE-52DF-518C-C28E867F04D3}"/>
              </a:ext>
            </a:extLst>
          </p:cNvPr>
          <p:cNvSpPr/>
          <p:nvPr/>
        </p:nvSpPr>
        <p:spPr>
          <a:xfrm>
            <a:off x="2590619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40376F1-87F5-FF2C-B87A-34B86E48E701}"/>
              </a:ext>
            </a:extLst>
          </p:cNvPr>
          <p:cNvSpPr/>
          <p:nvPr/>
        </p:nvSpPr>
        <p:spPr>
          <a:xfrm>
            <a:off x="258974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FF2D4C5-A3B6-0BC2-AE50-8B00968266CC}"/>
              </a:ext>
            </a:extLst>
          </p:cNvPr>
          <p:cNvSpPr/>
          <p:nvPr/>
        </p:nvSpPr>
        <p:spPr>
          <a:xfrm>
            <a:off x="370383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4837DE-CCD6-9347-E1E1-F3EC0851FBBE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021795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5D6922F-1716-16D4-883A-B211F11F7E38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135885" y="1131590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75CECB1B-6528-8BAC-D241-3BE4FF81DC8A}"/>
              </a:ext>
            </a:extLst>
          </p:cNvPr>
          <p:cNvCxnSpPr>
            <a:cxnSpLocks/>
          </p:cNvCxnSpPr>
          <p:nvPr/>
        </p:nvCxnSpPr>
        <p:spPr>
          <a:xfrm>
            <a:off x="233975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2FAB73-DAE3-34E9-78CD-CEC551788676}"/>
              </a:ext>
            </a:extLst>
          </p:cNvPr>
          <p:cNvSpPr/>
          <p:nvPr/>
        </p:nvSpPr>
        <p:spPr>
          <a:xfrm>
            <a:off x="3703841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3A730CE-5C2D-F9C0-C9C3-2D0173085CE1}"/>
              </a:ext>
            </a:extLst>
          </p:cNvPr>
          <p:cNvSpPr/>
          <p:nvPr/>
        </p:nvSpPr>
        <p:spPr>
          <a:xfrm>
            <a:off x="506954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D15F8DE-496F-8A46-3A1A-D3637406081E}"/>
              </a:ext>
            </a:extLst>
          </p:cNvPr>
          <p:cNvSpPr/>
          <p:nvPr/>
        </p:nvSpPr>
        <p:spPr>
          <a:xfrm>
            <a:off x="5068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905D0492-BEC3-6EE0-1441-A727E02B9308}"/>
              </a:ext>
            </a:extLst>
          </p:cNvPr>
          <p:cNvSpPr/>
          <p:nvPr/>
        </p:nvSpPr>
        <p:spPr>
          <a:xfrm>
            <a:off x="6149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8D8C938B-C284-FDC7-DB2C-FC4948F0EEF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500722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92DA8CF5-9BC4-5CAB-A3DF-0EC9970A95ED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6581710" y="113159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8227FF1B-B553-AC6B-9100-C3A5A089E340}"/>
              </a:ext>
            </a:extLst>
          </p:cNvPr>
          <p:cNvSpPr/>
          <p:nvPr/>
        </p:nvSpPr>
        <p:spPr>
          <a:xfrm>
            <a:off x="614966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53D7B786-A778-0D07-D511-196A0017D1AF}"/>
              </a:ext>
            </a:extLst>
          </p:cNvPr>
          <p:cNvCxnSpPr>
            <a:cxnSpLocks/>
          </p:cNvCxnSpPr>
          <p:nvPr/>
        </p:nvCxnSpPr>
        <p:spPr>
          <a:xfrm>
            <a:off x="481431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98B5E78B-445E-966D-AF62-69C7E060DD94}"/>
              </a:ext>
            </a:extLst>
          </p:cNvPr>
          <p:cNvSpPr/>
          <p:nvPr/>
        </p:nvSpPr>
        <p:spPr>
          <a:xfrm>
            <a:off x="722978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18C7CE1-3B2E-1DF9-0AD4-5A2286EE4B91}"/>
              </a:ext>
            </a:extLst>
          </p:cNvPr>
          <p:cNvSpPr/>
          <p:nvPr/>
        </p:nvSpPr>
        <p:spPr>
          <a:xfrm>
            <a:off x="506954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39F865C-62E0-2A4E-327D-9CEF513D15B2}"/>
              </a:ext>
            </a:extLst>
          </p:cNvPr>
          <p:cNvSpPr/>
          <p:nvPr/>
        </p:nvSpPr>
        <p:spPr>
          <a:xfrm>
            <a:off x="5068674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486CF40-6446-AB20-22F8-640E70B1AAF3}"/>
              </a:ext>
            </a:extLst>
          </p:cNvPr>
          <p:cNvSpPr/>
          <p:nvPr/>
        </p:nvSpPr>
        <p:spPr>
          <a:xfrm>
            <a:off x="6149662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7A3F04-85D0-B3F1-852A-051E8650FCD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166125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F4209A5E-AFBD-BFF4-202B-9205DE4F3A44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166125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DAA9B9D-39FE-2F18-DE9D-3D2CCD1AED57}"/>
              </a:ext>
            </a:extLst>
          </p:cNvPr>
          <p:cNvSpPr/>
          <p:nvPr/>
        </p:nvSpPr>
        <p:spPr>
          <a:xfrm>
            <a:off x="614966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6FBD64B7-62B3-2D30-BC38-48AB34B909FD}"/>
              </a:ext>
            </a:extLst>
          </p:cNvPr>
          <p:cNvSpPr/>
          <p:nvPr/>
        </p:nvSpPr>
        <p:spPr>
          <a:xfrm>
            <a:off x="722978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</p:spTree>
    <p:extLst>
      <p:ext uri="{BB962C8B-B14F-4D97-AF65-F5344CB8AC3E}">
        <p14:creationId xmlns:p14="http://schemas.microsoft.com/office/powerpoint/2010/main" val="25270843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6963-47E5-3C92-1D9E-3599D1F5B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6557368-7BA8-E087-1C3C-D8489EB1625A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4C9DB0E-15D9-840F-5E80-B73DFFFD0FB3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7A6EC88-B771-726D-B6A6-B03253B11EB4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Rollouts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52449D24-9334-89D8-9154-EA0A9929AAF4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27B7B14F-55FE-397A-0FE9-D794F719AE0B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BE83EB7-56C8-9885-9096-014CD7A14D9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590512A-D2B8-57B2-EB01-BE46C3D2792D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BF0167A-5752-69B5-226F-863237EC5D7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606F8069-4372-AC9D-1C95-3A290283669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8989AEC6-CFDE-3021-0B38-EC779BA54A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FAF52A2-3FCD-99C9-86A5-6844EE9C921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4025D697-15D0-6C4F-C5E0-DBA166499591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6759CF2B-52CE-A60C-1FB6-D2D5EE738CFD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9F9C1C70-73C8-922A-EFEC-23642B6B0950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B483A7D-F9D2-7EF6-BE8D-D4B7860DEE6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097BE44C-5215-9662-A051-250AE26078FD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A3967E1-6284-E1C4-C89D-24A36102DC67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1951CC1D-0931-17D4-1F65-3697CF87691E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0142AD4F-8AE1-9012-81A0-10E67B61ABBF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A8B8C81-35D5-B068-744D-CBD5E7AC12B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02BEA0C2-CD1E-0DAB-4B23-E8719E34449F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C22A2AB-4C0B-264D-9914-D0C2B1EE81B6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1E26D0E2-F6FB-C0C3-3F07-E7A74080EA10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B55128C3-D4E1-C32C-B4FB-399F008FB4A1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373E675D-9882-081F-C4FB-DFE530C7575F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BD74A1D4-7BCD-1F44-34ED-13D1B7047165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89C299C8-1431-B28C-CCB0-295D3221C5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5CCAF5B-8241-D259-AD54-514FEEFB3980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265B86A-C9D8-D691-3F75-1BAE8866AB35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169CEDE-69FB-736E-AA75-E95B636962F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A2D73CE-D11F-0FEF-4291-451F595DB0AD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B87D0286-D051-EC7F-F900-9C965A30D21F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4C026A28-FD27-AD69-E2D4-83D80DB0FEA0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3E5B5AF3-58E5-1381-D9A6-9DFEED7127D5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2EE196-71B3-67FA-A361-A897B1CCBB34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19DDE6A2-3175-1B79-11B3-43C2BAB3A367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2565289C-C6A1-ADA2-0BC0-A566B50AA55A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94702CA-4551-04EA-D7CE-D0F5B872F6B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4E1AC43-B91E-59BE-29FB-CC315269E787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52400608-BE34-579E-7307-FB3AAED7F72F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3042CE0-98D5-6DE8-A3C6-ABF49D242548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Notifications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538ADF5-F039-C2F3-5AA9-8D6129C47C44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FBA67B3E-317B-1A0D-6194-E1AF4BB01919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371CEE5A-1D81-D215-FCE6-60109F1C2523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71B490E2-92F4-D1FF-39AF-C7C409B751F1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471A9592-DC6B-EB14-CDCB-88AC1E089D93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6D1BF1E0-942A-CA1D-F4FF-28016C36388B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C666F3F-BDD7-B52D-B200-3D9C3ABB54B1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Experiments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FDD3EA-2067-7217-FC46-481FB4D62685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128D650-300C-8DD1-8B06-DCA0ED61BAE1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A62173F0-7FA1-87A1-FD3B-3B36AE14B0C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C0EEF06D-687D-D4DF-C17A-001550C10B61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1BB7277B-7222-0CB9-EFF0-6B552E45D42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67DB9088-DE70-1012-B388-C645DFEFCB82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A73AE1-91F7-CC92-EFA1-45BE131FFFB5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E526707-5D13-51E6-C6C1-EE5C4BA9EF58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528CDF31-43F3-50A2-5331-4587BA2F81D0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24545021-3A60-532D-7AD8-A3E6A4E59B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A31A86F-3338-B133-023E-22E0546F30BE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A0E2F5FE-20FF-9B67-7BB9-566C04B2C55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F1B32145-4EA1-C7F6-C1BD-6C28C85E5C82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AB45033E-117C-3AAD-0AD6-DACA1BFF6F33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AB3D11F-DB37-2732-E3DA-180AFC51B8C4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014EB7CB-68BE-215A-28CE-B8917C8C66E3}"/>
              </a:ext>
            </a:extLst>
          </p:cNvPr>
          <p:cNvCxnSpPr>
            <a:cxnSpLocks/>
          </p:cNvCxnSpPr>
          <p:nvPr/>
        </p:nvCxnSpPr>
        <p:spPr>
          <a:xfrm>
            <a:off x="197452" y="605960"/>
            <a:ext cx="405552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2" name="TextBox 401">
            <a:extLst>
              <a:ext uri="{FF2B5EF4-FFF2-40B4-BE49-F238E27FC236}">
                <a16:creationId xmlns:a16="http://schemas.microsoft.com/office/drawing/2014/main" id="{3637A49F-A391-6FE1-3B08-9CFCB880A3FB}"/>
              </a:ext>
            </a:extLst>
          </p:cNvPr>
          <p:cNvSpPr txBox="1"/>
          <p:nvPr/>
        </p:nvSpPr>
        <p:spPr>
          <a:xfrm>
            <a:off x="636311" y="42129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Rollouts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27D7174E-29E5-7E0E-C203-4AFF94AF5F06}"/>
              </a:ext>
            </a:extLst>
          </p:cNvPr>
          <p:cNvSpPr txBox="1"/>
          <p:nvPr/>
        </p:nvSpPr>
        <p:spPr>
          <a:xfrm>
            <a:off x="1835702" y="426075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Analysis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2" name="직선 화살표 연결선 421">
            <a:extLst>
              <a:ext uri="{FF2B5EF4-FFF2-40B4-BE49-F238E27FC236}">
                <a16:creationId xmlns:a16="http://schemas.microsoft.com/office/drawing/2014/main" id="{A790DE46-5839-5B89-9C98-29E51E78A8D8}"/>
              </a:ext>
            </a:extLst>
          </p:cNvPr>
          <p:cNvCxnSpPr>
            <a:cxnSpLocks/>
          </p:cNvCxnSpPr>
          <p:nvPr/>
        </p:nvCxnSpPr>
        <p:spPr>
          <a:xfrm>
            <a:off x="1371360" y="614363"/>
            <a:ext cx="405552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TextBox 422">
            <a:extLst>
              <a:ext uri="{FF2B5EF4-FFF2-40B4-BE49-F238E27FC236}">
                <a16:creationId xmlns:a16="http://schemas.microsoft.com/office/drawing/2014/main" id="{B9209482-5FC9-9912-2196-2A418BFF492F}"/>
              </a:ext>
            </a:extLst>
          </p:cNvPr>
          <p:cNvSpPr txBox="1"/>
          <p:nvPr/>
        </p:nvSpPr>
        <p:spPr>
          <a:xfrm>
            <a:off x="3043810" y="426075"/>
            <a:ext cx="817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Experiments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4" name="직선 화살표 연결선 423">
            <a:extLst>
              <a:ext uri="{FF2B5EF4-FFF2-40B4-BE49-F238E27FC236}">
                <a16:creationId xmlns:a16="http://schemas.microsoft.com/office/drawing/2014/main" id="{7FD42F59-CD5A-5646-C56F-0620D63FA12F}"/>
              </a:ext>
            </a:extLst>
          </p:cNvPr>
          <p:cNvCxnSpPr>
            <a:cxnSpLocks/>
          </p:cNvCxnSpPr>
          <p:nvPr/>
        </p:nvCxnSpPr>
        <p:spPr>
          <a:xfrm>
            <a:off x="2636375" y="614363"/>
            <a:ext cx="405552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TextBox 424">
            <a:extLst>
              <a:ext uri="{FF2B5EF4-FFF2-40B4-BE49-F238E27FC236}">
                <a16:creationId xmlns:a16="http://schemas.microsoft.com/office/drawing/2014/main" id="{3CC62E77-8CE7-8AE8-6195-3F3CD91CDCAB}"/>
              </a:ext>
            </a:extLst>
          </p:cNvPr>
          <p:cNvSpPr txBox="1"/>
          <p:nvPr/>
        </p:nvSpPr>
        <p:spPr>
          <a:xfrm>
            <a:off x="4366251" y="426075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Notifications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6" name="직선 화살표 연결선 425">
            <a:extLst>
              <a:ext uri="{FF2B5EF4-FFF2-40B4-BE49-F238E27FC236}">
                <a16:creationId xmlns:a16="http://schemas.microsoft.com/office/drawing/2014/main" id="{D987635F-B491-5FA7-5AFD-E496DB3CBB68}"/>
              </a:ext>
            </a:extLst>
          </p:cNvPr>
          <p:cNvCxnSpPr>
            <a:cxnSpLocks/>
          </p:cNvCxnSpPr>
          <p:nvPr/>
        </p:nvCxnSpPr>
        <p:spPr>
          <a:xfrm>
            <a:off x="3972441" y="614363"/>
            <a:ext cx="405552" cy="0"/>
          </a:xfrm>
          <a:prstGeom prst="straightConnector1">
            <a:avLst/>
          </a:prstGeom>
          <a:ln w="12700">
            <a:solidFill>
              <a:schemeClr val="accent4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8" name="TextBox 427">
            <a:extLst>
              <a:ext uri="{FF2B5EF4-FFF2-40B4-BE49-F238E27FC236}">
                <a16:creationId xmlns:a16="http://schemas.microsoft.com/office/drawing/2014/main" id="{55563F2A-2A5D-1FDA-51E3-7EB3FC0CE274}"/>
              </a:ext>
            </a:extLst>
          </p:cNvPr>
          <p:cNvSpPr txBox="1"/>
          <p:nvPr/>
        </p:nvSpPr>
        <p:spPr>
          <a:xfrm>
            <a:off x="5730513" y="494293"/>
            <a:ext cx="4187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User</a:t>
            </a:r>
            <a:endParaRPr kumimoji="1" lang="ko-KR" altLang="en-US" sz="900"/>
          </a:p>
        </p:txBody>
      </p:sp>
      <p:cxnSp>
        <p:nvCxnSpPr>
          <p:cNvPr id="429" name="직선 화살표 연결선 428">
            <a:extLst>
              <a:ext uri="{FF2B5EF4-FFF2-40B4-BE49-F238E27FC236}">
                <a16:creationId xmlns:a16="http://schemas.microsoft.com/office/drawing/2014/main" id="{6EAF9821-1E19-331B-EC8A-6C5957C5ABCA}"/>
              </a:ext>
            </a:extLst>
          </p:cNvPr>
          <p:cNvCxnSpPr>
            <a:cxnSpLocks/>
          </p:cNvCxnSpPr>
          <p:nvPr/>
        </p:nvCxnSpPr>
        <p:spPr>
          <a:xfrm>
            <a:off x="5322133" y="614363"/>
            <a:ext cx="405552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0" name="TextBox 429">
            <a:extLst>
              <a:ext uri="{FF2B5EF4-FFF2-40B4-BE49-F238E27FC236}">
                <a16:creationId xmlns:a16="http://schemas.microsoft.com/office/drawing/2014/main" id="{55CA6B8D-973E-4A2E-208B-F3B3B2F52099}"/>
              </a:ext>
            </a:extLst>
          </p:cNvPr>
          <p:cNvSpPr txBox="1"/>
          <p:nvPr/>
        </p:nvSpPr>
        <p:spPr>
          <a:xfrm>
            <a:off x="6637542" y="494293"/>
            <a:ext cx="4860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Client</a:t>
            </a:r>
            <a:endParaRPr kumimoji="1" lang="ko-KR" altLang="en-US" sz="900"/>
          </a:p>
        </p:txBody>
      </p:sp>
      <p:cxnSp>
        <p:nvCxnSpPr>
          <p:cNvPr id="431" name="직선 화살표 연결선 430">
            <a:extLst>
              <a:ext uri="{FF2B5EF4-FFF2-40B4-BE49-F238E27FC236}">
                <a16:creationId xmlns:a16="http://schemas.microsoft.com/office/drawing/2014/main" id="{88553C07-6DE6-6BE7-8320-2538C962F484}"/>
              </a:ext>
            </a:extLst>
          </p:cNvPr>
          <p:cNvCxnSpPr>
            <a:cxnSpLocks/>
          </p:cNvCxnSpPr>
          <p:nvPr/>
        </p:nvCxnSpPr>
        <p:spPr>
          <a:xfrm>
            <a:off x="6262825" y="614363"/>
            <a:ext cx="405552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818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241EB-B325-AF31-33CE-022508F6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3F5CE88-D2A7-F9D6-2495-335EDEC7F9D5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FC99357-7FE5-63AA-ACA1-E649CA484429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7831A6F3-1F51-1EFB-7699-1E089A0DE452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45A81B8-1A2E-C8B0-2DDF-579C13445C39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DC26A8B5-B2F1-2344-4E1A-A913C4C99C7C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AEB5F101-6F87-C231-47C4-0E1EF9A3261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DD866B3-5C60-940C-6EF3-C13F8398FF9F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C217EC4-846B-C03F-506F-B0381DCD3D2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45A19A6-B11D-7332-9FDB-C4E4E6C42C4A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C4AB0B1-496F-EE91-BD5E-E47541AEF6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D1D35B3-B6D2-F0A5-E0D7-AEF659D6CB4E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2FB4FCE-C562-3D69-BA1B-A1E5024A9A2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4BD2512-A8B5-C4FB-1E3D-084F8C32C542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CEE2B609-EE13-0694-CAA9-D6800754FF8F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70AFF56-3E8D-4156-B038-A0E98C4CD91B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2680110B-35E7-2694-4260-7A7F1870FE87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8596DE7-94F2-6989-9EA6-BDE525416CE6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2CEFF003-E47A-3B72-07DA-47E99E735300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6ED9150-CED2-C4D7-EA01-587E6E7C8BE8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C48CC71-AC90-3E96-A18A-9BD784213BC1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5F5531D-A7E4-B0F5-248F-725AB9B62CE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3EED813A-F92A-ACE3-EED1-240232513023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91445D3F-C3EB-7337-EAAB-971299805183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E5B4EE97-1DE4-C2FF-703E-B369CA512A8E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6C4E4C0E-A8ED-41DD-17FF-66D64D3F58EC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C5C73557-EE9A-F266-FB7C-392025CF7EE9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18BDC8E3-0B4B-D456-0FC8-076A1E66EFFE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7763EC69-B91B-47AB-84CC-9AE2B7AC768F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C76A23CD-F4BB-943F-A384-19414F8F527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B26C3E6-D6BF-3555-DE4E-38AF2AEC5821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26CD8818-4C71-C82C-6F74-10B9E5682F7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0FBF144D-E3BE-164B-D5AF-AAAA05609D26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F93399AD-5B8B-BD9B-8EB7-55947747ACBE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6D45E366-74A4-56F1-3F9D-560B6C1AABD7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BEC622B7-8BE2-0DE5-66E2-FEF4FFB7F1A9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0339CF6-9526-A9CA-8795-28A80906CFA9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50DF4BC8-B15B-FA9C-CA8B-B31A3ED07425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EC4EFD35-F84F-F0DA-05B0-2AA78FBEC37A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02B6CF8D-6951-0A1D-2F98-3702B70F6B16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A9869AD9-750E-A5AB-20A6-9E81B745125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E63E84FC-EAAA-CA35-2C94-2D2E7DA68F82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531FCF01-CB7C-6636-2117-9FD81DE0FABA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07255C85-25F8-641D-3D88-BC685CB8940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FC1D06BA-A8D0-ED54-FDD3-D294A55F4A58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34621FCD-C0EC-27E4-C60A-4E40AD9C764A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24F0CCE5-DC50-24E4-F79B-E0E0180D097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57E52B84-D329-DFBE-B911-E7FD0F3F048D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F2EE5ECC-6445-E4FB-F94B-B2E3630F7353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A6485804-B1AB-5D79-05EB-955DD466EF40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0AB4F7EC-EA3D-BEE3-A63F-56CF7B6BB087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BDC6E18B-E8AD-DF8C-28F5-800F94234DF7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CA71AA8-C277-BDF0-D52C-7E503FC5331B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6C0FB736-D4AF-07E4-BEB0-A40253AD562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9C147D1E-6F05-886C-BF63-76FC2504CA50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D63E85BD-C372-2DE8-13A4-931141A9A3EE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D7B5EDF2-8286-DA91-A921-5BDACDC87D2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9E297C66-E6A1-6F39-B213-A3E6862BF259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85CDAC28-727B-6114-66F7-0CCDDAEBE45F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E3AAEEF6-64BA-D6D2-87AF-FC440D5A9E41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8D690F09-84C6-AEB8-EC0F-4E9F962BC4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8636B173-DBDF-D136-A53D-597D68FAFB9A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15191E0D-E5D3-3B7A-A101-C1690D32F0F9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14CDFD5-1287-1DE2-8EC0-A0A6BE1715AF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6592182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42923-8405-7408-D1E9-93A5E944D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D70957D-9274-2F72-45FF-8D46FCA370C0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9146DDA-9A7A-AB2B-370B-F7A76C5EFC5F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158EF73-FE32-B516-6F4D-1707CECF74E0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3D3C2480-D4CC-88A9-1C5F-BA8D72E78181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61805AB-4F23-6A1A-7891-6F6B35790261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77853DB-0E37-9A69-9A17-BACD80951AD8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C5E0D38-DCBA-A8DF-7D81-DD351F53CC8E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300ED292-2057-9668-EF1D-A81739F763F0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7C4CBAF-D020-9209-091C-35FF5BD1BCD4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792E627-F375-148F-F9FE-42876157826F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B726D46-D0AB-8593-E790-31D56EFC2B4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33E1D26-C983-A3F0-F64E-76789E4CD6DD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B296F85-7037-A29B-C27C-E5EE2747F2E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EC2B914-CC6B-3ED5-F199-515CF65129CB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124B8A3A-8D24-57F7-3F9F-B736223153EE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E4D09A7B-FE73-A699-2397-E25B4CC84052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CA4342E-D334-13C0-807E-139FA96ED33D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BA28E38A-5520-3317-A93C-68472D494644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1CA16978-BBE4-0910-A8DD-7E169121DD2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80DFB23-88AE-0346-4E48-F561D574B31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B0B08CD-BDAF-BA28-96E4-58ED40DA7455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CBC42500-D0A8-8E8D-A0AE-7BEA62471879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EFBCE3E1-BCC9-032E-E795-525A94C534BE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03CF4DCB-FE62-6BB8-41E3-1331A96A1BF3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A18327E6-2722-5FF2-D50B-E981B22DECCE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821FFDF2-672B-1183-188C-44BDD26232A8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121C0CD-7B72-BDEE-C6D0-EFEB2B2F380F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418E52F-D78D-3B89-BD39-4AB0290EEE96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AD1C2D58-2DEC-4A83-0A6A-C41A3FEFB8B2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EBF5D35F-A1E4-F53B-DC4D-F791E2E8CC8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B77E26-3747-D548-35B5-876D9D42D2E7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E260DF36-112E-0487-BB57-097E50A849E1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BC3381FE-B22E-8F23-6232-3731FF7A11BD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C538AF9A-1C07-A680-B6BC-C840B8BE9E8D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239482FF-9AD6-2475-65CE-C8865150AF9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5A420446-74F6-D1C4-FF73-9C4D1B33BECE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3B734DE0-A142-627E-A6F9-62A8319E218C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0406D0DB-0EF1-7E22-3032-16AC50B45BD6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AF60849-4CAB-C8D6-3BBB-E2DB8B5E976D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E78FAEEC-CD84-D8C0-D31A-8BE044DAFB9C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67440966-33EF-F036-431B-6B0DE36B3D3C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68208470-8297-C241-98A3-C949DB8903CF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11006BC-C6DC-94BA-AD20-0F3AD5EB3DDD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6594225E-072F-3C56-8F9E-1CD2FC27BF7A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4B63D568-8A5C-9A54-4041-05B87FC16602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3A2C4115-0A50-0FEB-2829-3E5F772A49A2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FD8A1B94-0D95-3894-8029-2F48A13CE387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56A1548-3081-AB66-6D84-229F205CC38B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248196C2-F84D-1376-61C9-38E2BDC04E41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42A89103-B251-68D1-D916-1CED5B53D2CA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EBAD660A-C318-9D5B-317E-DFD17C978D72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3260E714-22D9-A1EA-23A5-5E3DA964259F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3CFDEDD8-04FF-FE24-E717-DDEA40493F30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565DBD4F-5FF0-2C6E-D09C-CB0AB9B4114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3802E0ED-CD0F-4B9C-8612-A791BA2FADA0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7509A0A3-A8D1-20D6-CD16-EDD9BC53C0A6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6CB80A49-5CF0-AB58-4170-A4F4AF65941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E377C0CF-FA68-9528-86AA-98A8DFBFC9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B339D945-5736-9877-CAFA-79C1010E64E8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22BF4C33-94BE-471D-3A3F-F4F31F49D4C2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E68A29CA-9361-E6FE-90B1-0BEEDA6067D9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DC07E6C2-94C5-F1E5-C38E-24288B6211A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242EAB43-2877-7636-943D-E3358C3E7A50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5069873E-DF74-7875-29A6-1A6144A561D6}"/>
              </a:ext>
            </a:extLst>
          </p:cNvPr>
          <p:cNvCxnSpPr>
            <a:cxnSpLocks/>
          </p:cNvCxnSpPr>
          <p:nvPr/>
        </p:nvCxnSpPr>
        <p:spPr>
          <a:xfrm>
            <a:off x="400228" y="627534"/>
            <a:ext cx="569866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8554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51808</TotalTime>
  <Words>1040</Words>
  <Application>Microsoft Macintosh PowerPoint</Application>
  <PresentationFormat>화면 슬라이드 쇼(16:9)</PresentationFormat>
  <Paragraphs>722</Paragraphs>
  <Slides>13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5900</cp:revision>
  <dcterms:created xsi:type="dcterms:W3CDTF">2006-10-05T04:04:58Z</dcterms:created>
  <dcterms:modified xsi:type="dcterms:W3CDTF">2026-02-02T15:45:39Z</dcterms:modified>
</cp:coreProperties>
</file>
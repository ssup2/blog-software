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22" r:id="rId2"/>
    <p:sldId id="430" r:id="rId3"/>
    <p:sldId id="435" r:id="rId4"/>
    <p:sldId id="434" r:id="rId5"/>
    <p:sldId id="436" r:id="rId6"/>
    <p:sldId id="437" r:id="rId7"/>
    <p:sldId id="440" r:id="rId8"/>
    <p:sldId id="427" r:id="rId9"/>
    <p:sldId id="439" r:id="rId10"/>
    <p:sldId id="441" r:id="rId11"/>
    <p:sldId id="438" r:id="rId12"/>
    <p:sldId id="432" r:id="rId13"/>
    <p:sldId id="433" r:id="rId14"/>
    <p:sldId id="423" r:id="rId15"/>
    <p:sldId id="428" r:id="rId16"/>
    <p:sldId id="431" r:id="rId17"/>
    <p:sldId id="429" r:id="rId18"/>
    <p:sldId id="426" r:id="rId19"/>
    <p:sldId id="424" r:id="rId20"/>
    <p:sldId id="425" r:id="rId2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95" autoAdjust="0"/>
    <p:restoredTop sz="88880" autoAdjust="0"/>
  </p:normalViewPr>
  <p:slideViewPr>
    <p:cSldViewPr>
      <p:cViewPr>
        <p:scale>
          <a:sx n="205" d="100"/>
          <a:sy n="205" d="100"/>
        </p:scale>
        <p:origin x="1320" y="1136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7FE8-753B-7D52-FE9B-99CDA6FC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C4510-46E2-C882-55C0-EA8AB7D1F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342387-E2B8-8905-9A8F-10D0FEF49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8EBBA-EC59-E443-B111-F8674133B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927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0AB3-4C92-9C97-7414-326C8AAC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DBA9F-C922-41EE-F156-E9A201818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A4CB3F-2FD3-24BC-A924-9C59561A7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BABE62-9851-BA2B-C6E2-9388B042BC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825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24D6-EEEF-9ABA-F6A2-77F8E715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4C94AE-41A9-C04C-21CE-C40F8E761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1161E3-1649-7B29-DD4B-2FC1C3B88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76CA50-1538-0B7E-B42F-D583B2BE8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2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9892-39E1-4C15-E3E1-E9A01C2E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650D19-D810-44DC-C25B-D27C1182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1EB99E-8A93-FF62-C653-7A55B3FA2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3C79-E2D5-4C9C-6E35-6C3F0B084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62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3AD2C-D79C-331E-DC27-983DCA44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94677B-C305-77A9-4C67-42803A223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F877AB-5554-F31B-09C3-B4A9E905C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1D3C8-5F86-E820-7AAA-517049888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161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2168-DDFF-ACA3-5620-C60E47E3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644E60B-B658-187D-C350-AD811C1AE4F8}"/>
              </a:ext>
            </a:extLst>
          </p:cNvPr>
          <p:cNvSpPr/>
          <p:nvPr/>
        </p:nvSpPr>
        <p:spPr>
          <a:xfrm>
            <a:off x="264038" y="843558"/>
            <a:ext cx="8628442" cy="929136"/>
          </a:xfrm>
          <a:prstGeom prst="roundRect">
            <a:avLst>
              <a:gd name="adj" fmla="val 789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/>
              <a:t>Argo Rollouts </a:t>
            </a:r>
            <a:r>
              <a:rPr lang="en-US" altLang="ko-KR" sz="900" b="1" dirty="0"/>
              <a:t>Controller</a:t>
            </a:r>
            <a:endParaRPr lang="ko-KR" altLang="en-US" sz="900" b="1" dirty="0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F8A9377-3602-A456-4F52-BF1938178B0A}"/>
              </a:ext>
            </a:extLst>
          </p:cNvPr>
          <p:cNvSpPr/>
          <p:nvPr/>
        </p:nvSpPr>
        <p:spPr>
          <a:xfrm>
            <a:off x="7609187" y="209576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Prometheus</a:t>
            </a:r>
          </a:p>
          <a:p>
            <a:pPr algn="ctr"/>
            <a:r>
              <a:rPr lang="en-US" altLang="ko-KR" sz="900" dirty="0"/>
              <a:t>Server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3E4ACE6-0741-B646-9F4F-0C763B44C55F}"/>
              </a:ext>
            </a:extLst>
          </p:cNvPr>
          <p:cNvSpPr/>
          <p:nvPr/>
        </p:nvSpPr>
        <p:spPr>
          <a:xfrm>
            <a:off x="3934627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C00000"/>
                </a:solidFill>
              </a:rPr>
              <a:t>Rollout</a:t>
            </a:r>
          </a:p>
          <a:p>
            <a:pPr algn="ctr"/>
            <a:r>
              <a:rPr lang="en-US" altLang="ko-KR" sz="900" dirty="0">
                <a:solidFill>
                  <a:srgbClr val="C00000"/>
                </a:solidFill>
              </a:rPr>
              <a:t>Controller</a:t>
            </a:r>
            <a:endParaRPr lang="ko-KR" altLang="en-US" sz="900" dirty="0">
              <a:solidFill>
                <a:srgbClr val="C00000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F256076-5840-F6AA-219A-9E05E41A352B}"/>
              </a:ext>
            </a:extLst>
          </p:cNvPr>
          <p:cNvSpPr/>
          <p:nvPr/>
        </p:nvSpPr>
        <p:spPr>
          <a:xfrm>
            <a:off x="2095657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TrafficRouting</a:t>
            </a:r>
            <a:br>
              <a:rPr lang="en-US" altLang="ko-KR" sz="900" dirty="0"/>
            </a:br>
            <a:r>
              <a:rPr lang="en-US" altLang="ko-KR" sz="900" dirty="0"/>
              <a:t>Reconciler</a:t>
            </a:r>
            <a:endParaRPr lang="ko-KR" altLang="en-US" sz="900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7163407-7DB7-FB50-771F-1772E64165BC}"/>
              </a:ext>
            </a:extLst>
          </p:cNvPr>
          <p:cNvSpPr/>
          <p:nvPr/>
        </p:nvSpPr>
        <p:spPr>
          <a:xfrm>
            <a:off x="5773598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3"/>
                </a:solidFill>
              </a:rPr>
              <a:t>Analysis</a:t>
            </a:r>
          </a:p>
          <a:p>
            <a:pPr algn="ctr"/>
            <a:r>
              <a:rPr lang="en-US" altLang="ko-KR" sz="900" dirty="0">
                <a:solidFill>
                  <a:schemeClr val="accent3"/>
                </a:solidFill>
              </a:rPr>
              <a:t>Controller</a:t>
            </a:r>
            <a:endParaRPr lang="ko-KR" altLang="en-US" sz="900" dirty="0">
              <a:solidFill>
                <a:schemeClr val="accent3"/>
              </a:solidFill>
            </a:endParaRP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7488D09A-F04E-4B58-5A2F-8162B16AB849}"/>
              </a:ext>
            </a:extLst>
          </p:cNvPr>
          <p:cNvSpPr/>
          <p:nvPr/>
        </p:nvSpPr>
        <p:spPr>
          <a:xfrm>
            <a:off x="5630042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AnalysisRun Objects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F8A0554C-971E-4FA5-D6BF-C50BE3A17FD8}"/>
              </a:ext>
            </a:extLst>
          </p:cNvPr>
          <p:cNvSpPr/>
          <p:nvPr/>
        </p:nvSpPr>
        <p:spPr>
          <a:xfrm>
            <a:off x="3791068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ReplicaSet Objects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84E8C7C-C56E-A0D1-5FEF-47E311B6C37D}"/>
              </a:ext>
            </a:extLst>
          </p:cNvPr>
          <p:cNvSpPr/>
          <p:nvPr/>
        </p:nvSpPr>
        <p:spPr>
          <a:xfrm>
            <a:off x="3936161" y="32343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Revision:5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4699FC0-4670-DB1E-C918-533FBEE0F3E7}"/>
              </a:ext>
            </a:extLst>
          </p:cNvPr>
          <p:cNvSpPr/>
          <p:nvPr/>
        </p:nvSpPr>
        <p:spPr>
          <a:xfrm>
            <a:off x="4872230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Analysis</a:t>
            </a:r>
          </a:p>
          <a:p>
            <a:pPr algn="ctr"/>
            <a:r>
              <a:rPr lang="en-US" altLang="ko-KR" sz="900" b="1" dirty="0"/>
              <a:t>Template</a:t>
            </a:r>
          </a:p>
          <a:p>
            <a:pPr algn="ctr"/>
            <a:r>
              <a:rPr lang="en-US" altLang="ko-KR" sz="900" b="1" dirty="0"/>
              <a:t>Object</a:t>
            </a:r>
            <a:endParaRPr lang="ko-KR" altLang="en-US" sz="900" b="1" dirty="0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A5F87D2A-0057-B780-60F0-5FEA5658DCC9}"/>
              </a:ext>
            </a:extLst>
          </p:cNvPr>
          <p:cNvSpPr/>
          <p:nvPr/>
        </p:nvSpPr>
        <p:spPr>
          <a:xfrm>
            <a:off x="5773603" y="322874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5D4EDBBA-E25B-C0BB-EFDF-85E33E5A4AE4}"/>
              </a:ext>
            </a:extLst>
          </p:cNvPr>
          <p:cNvSpPr/>
          <p:nvPr/>
        </p:nvSpPr>
        <p:spPr>
          <a:xfrm>
            <a:off x="3033258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Rollout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E95F04B-5627-1300-A8F4-25B927511C03}"/>
              </a:ext>
            </a:extLst>
          </p:cNvPr>
          <p:cNvSpPr/>
          <p:nvPr/>
        </p:nvSpPr>
        <p:spPr>
          <a:xfrm>
            <a:off x="3934629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Revision:6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D50E901-1479-1BDF-2D74-3E9904EE828A}"/>
              </a:ext>
            </a:extLst>
          </p:cNvPr>
          <p:cNvSpPr/>
          <p:nvPr/>
        </p:nvSpPr>
        <p:spPr>
          <a:xfrm>
            <a:off x="447801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313DA0F-83F5-5DC5-322F-0B72A57A26C8}"/>
              </a:ext>
            </a:extLst>
          </p:cNvPr>
          <p:cNvSpPr/>
          <p:nvPr/>
        </p:nvSpPr>
        <p:spPr>
          <a:xfrm>
            <a:off x="447801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5ACA7BF-6C68-044F-0FB0-6482CA280F73}"/>
              </a:ext>
            </a:extLst>
          </p:cNvPr>
          <p:cNvSpPr/>
          <p:nvPr/>
        </p:nvSpPr>
        <p:spPr>
          <a:xfrm>
            <a:off x="447801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13A00F33-01CE-6FB6-7920-D8555A7E6661}"/>
              </a:ext>
            </a:extLst>
          </p:cNvPr>
          <p:cNvSpPr/>
          <p:nvPr/>
        </p:nvSpPr>
        <p:spPr>
          <a:xfrm>
            <a:off x="5773603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B1012F6-741A-EF14-FC3A-A81A5B9C0A03}"/>
              </a:ext>
            </a:extLst>
          </p:cNvPr>
          <p:cNvSpPr/>
          <p:nvPr/>
        </p:nvSpPr>
        <p:spPr>
          <a:xfrm>
            <a:off x="6316986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99AB08C3-1412-84C0-6041-F3817E479C69}"/>
              </a:ext>
            </a:extLst>
          </p:cNvPr>
          <p:cNvSpPr/>
          <p:nvPr/>
        </p:nvSpPr>
        <p:spPr>
          <a:xfrm>
            <a:off x="6316986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E7D8933B-E712-D347-7CF6-1F8657F4B412}"/>
              </a:ext>
            </a:extLst>
          </p:cNvPr>
          <p:cNvSpPr/>
          <p:nvPr/>
        </p:nvSpPr>
        <p:spPr>
          <a:xfrm>
            <a:off x="6316986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9A5517C1-FCDC-AB02-3E29-B6B18856BC2D}"/>
              </a:ext>
            </a:extLst>
          </p:cNvPr>
          <p:cNvSpPr/>
          <p:nvPr/>
        </p:nvSpPr>
        <p:spPr>
          <a:xfrm>
            <a:off x="1952096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TrafficRouting</a:t>
            </a: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4663801B-41AB-C6B7-5BB3-E3DA69AD8D57}"/>
              </a:ext>
            </a:extLst>
          </p:cNvPr>
          <p:cNvSpPr/>
          <p:nvPr/>
        </p:nvSpPr>
        <p:spPr>
          <a:xfrm>
            <a:off x="2095657" y="382482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 Nginx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0D0CA29F-9FE1-C47E-7B72-B96C04771AF8}"/>
              </a:ext>
            </a:extLst>
          </p:cNvPr>
          <p:cNvSpPr/>
          <p:nvPr/>
        </p:nvSpPr>
        <p:spPr>
          <a:xfrm>
            <a:off x="2095657" y="323155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VirtualService</a:t>
            </a:r>
          </a:p>
          <a:p>
            <a:pPr algn="ctr"/>
            <a:r>
              <a:rPr lang="en-US" altLang="ko-KR" sz="900"/>
              <a:t>DestinationRule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871D3B9D-9BAC-45B7-C3F6-EC7DAE138705}"/>
              </a:ext>
            </a:extLst>
          </p:cNvPr>
          <p:cNvSpPr/>
          <p:nvPr/>
        </p:nvSpPr>
        <p:spPr>
          <a:xfrm>
            <a:off x="264589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3793845-B41D-78F9-E165-C6D9FC67A62C}"/>
              </a:ext>
            </a:extLst>
          </p:cNvPr>
          <p:cNvSpPr/>
          <p:nvPr/>
        </p:nvSpPr>
        <p:spPr>
          <a:xfrm>
            <a:off x="264589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DEFEDD03-82B9-7079-93F2-66FAB5710188}"/>
              </a:ext>
            </a:extLst>
          </p:cNvPr>
          <p:cNvSpPr/>
          <p:nvPr/>
        </p:nvSpPr>
        <p:spPr>
          <a:xfrm>
            <a:off x="264589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E07D839B-0E90-CBF6-4C1E-3FEA683A516F}"/>
              </a:ext>
            </a:extLst>
          </p:cNvPr>
          <p:cNvSpPr/>
          <p:nvPr/>
        </p:nvSpPr>
        <p:spPr>
          <a:xfrm>
            <a:off x="400228" y="382201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2"/>
                </a:solidFill>
              </a:rPr>
              <a:t>Client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A122F52-7CC3-EB4B-0195-CF1F3C180CDA}"/>
              </a:ext>
            </a:extLst>
          </p:cNvPr>
          <p:cNvCxnSpPr>
            <a:cxnSpLocks/>
            <a:stCxn id="69" idx="3"/>
            <a:endCxn id="33" idx="1"/>
          </p:cNvCxnSpPr>
          <p:nvPr/>
        </p:nvCxnSpPr>
        <p:spPr>
          <a:xfrm>
            <a:off x="3378951" y="3776486"/>
            <a:ext cx="412117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EB07871-56F5-ABBA-EEAF-7FC1DE6EE1F4}"/>
              </a:ext>
            </a:extLst>
          </p:cNvPr>
          <p:cNvCxnSpPr>
            <a:cxnSpLocks/>
            <a:stCxn id="25" idx="2"/>
            <a:endCxn id="69" idx="0"/>
          </p:cNvCxnSpPr>
          <p:nvPr/>
        </p:nvCxnSpPr>
        <p:spPr>
          <a:xfrm>
            <a:off x="2665524" y="1642662"/>
            <a:ext cx="0" cy="124386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06F19AA2-37C5-AFC5-092C-C159873BCD7F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3235390" y="1403771"/>
            <a:ext cx="699237" cy="504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0B7BF6D0-9B50-C201-72F4-942DB9FDDF40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>
            <a:off x="4504494" y="1637620"/>
            <a:ext cx="2" cy="124890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[E] 136">
            <a:extLst>
              <a:ext uri="{FF2B5EF4-FFF2-40B4-BE49-F238E27FC236}">
                <a16:creationId xmlns:a16="http://schemas.microsoft.com/office/drawing/2014/main" id="{4D2DD216-C001-CA68-A634-081E7C7D6E96}"/>
              </a:ext>
            </a:extLst>
          </p:cNvPr>
          <p:cNvCxnSpPr>
            <a:cxnSpLocks/>
            <a:stCxn id="95" idx="3"/>
            <a:endCxn id="69" idx="1"/>
          </p:cNvCxnSpPr>
          <p:nvPr/>
        </p:nvCxnSpPr>
        <p:spPr>
          <a:xfrm flipV="1">
            <a:off x="1539961" y="3776486"/>
            <a:ext cx="412135" cy="279373"/>
          </a:xfrm>
          <a:prstGeom prst="bentConnector3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[E] 139">
            <a:extLst>
              <a:ext uri="{FF2B5EF4-FFF2-40B4-BE49-F238E27FC236}">
                <a16:creationId xmlns:a16="http://schemas.microsoft.com/office/drawing/2014/main" id="{1A18118B-1279-F65C-A74A-A78E498A9EC0}"/>
              </a:ext>
            </a:extLst>
          </p:cNvPr>
          <p:cNvCxnSpPr>
            <a:cxnSpLocks/>
            <a:stCxn id="24" idx="2"/>
            <a:endCxn id="57" idx="0"/>
          </p:cNvCxnSpPr>
          <p:nvPr/>
        </p:nvCxnSpPr>
        <p:spPr>
          <a:xfrm rot="16200000" flipH="1">
            <a:off x="4799530" y="1342584"/>
            <a:ext cx="1248904" cy="1838976"/>
          </a:xfrm>
          <a:prstGeom prst="bentConnector3">
            <a:avLst>
              <a:gd name="adj1" fmla="val 22509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>
            <a:extLst>
              <a:ext uri="{FF2B5EF4-FFF2-40B4-BE49-F238E27FC236}">
                <a16:creationId xmlns:a16="http://schemas.microsoft.com/office/drawing/2014/main" id="{A3D41D0E-DD2B-7ACB-F06F-DD6B666C038D}"/>
              </a:ext>
            </a:extLst>
          </p:cNvPr>
          <p:cNvSpPr/>
          <p:nvPr/>
        </p:nvSpPr>
        <p:spPr>
          <a:xfrm>
            <a:off x="5630040" y="3448577"/>
            <a:ext cx="675934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dirty="0"/>
          </a:p>
        </p:txBody>
      </p:sp>
      <p:cxnSp>
        <p:nvCxnSpPr>
          <p:cNvPr id="190" name="꺾인 연결선[E] 189">
            <a:extLst>
              <a:ext uri="{FF2B5EF4-FFF2-40B4-BE49-F238E27FC236}">
                <a16:creationId xmlns:a16="http://schemas.microsoft.com/office/drawing/2014/main" id="{776BF57E-DB37-6F5B-EB0B-1261B0491EEA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 rot="5400000">
            <a:off x="3824740" y="1416006"/>
            <a:ext cx="458140" cy="901369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꺾인 연결선[E] 212">
            <a:extLst>
              <a:ext uri="{FF2B5EF4-FFF2-40B4-BE49-F238E27FC236}">
                <a16:creationId xmlns:a16="http://schemas.microsoft.com/office/drawing/2014/main" id="{D6135AA6-458E-B542-6A01-B76682F97AAD}"/>
              </a:ext>
            </a:extLst>
          </p:cNvPr>
          <p:cNvCxnSpPr>
            <a:cxnSpLocks/>
            <a:stCxn id="24" idx="2"/>
            <a:endCxn id="20" idx="0"/>
          </p:cNvCxnSpPr>
          <p:nvPr/>
        </p:nvCxnSpPr>
        <p:spPr>
          <a:xfrm rot="16200000" flipH="1">
            <a:off x="4744225" y="1397888"/>
            <a:ext cx="458140" cy="937603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AFDC5BD4-A1D3-5B3A-70C2-10F9F4544271}"/>
              </a:ext>
            </a:extLst>
          </p:cNvPr>
          <p:cNvCxnSpPr>
            <a:cxnSpLocks/>
          </p:cNvCxnSpPr>
          <p:nvPr/>
        </p:nvCxnSpPr>
        <p:spPr>
          <a:xfrm>
            <a:off x="6465420" y="1637620"/>
            <a:ext cx="5" cy="12489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9F756680-FD86-0AE3-AD8E-06D684FC0E4F}"/>
              </a:ext>
            </a:extLst>
          </p:cNvPr>
          <p:cNvSpPr/>
          <p:nvPr/>
        </p:nvSpPr>
        <p:spPr>
          <a:xfrm>
            <a:off x="400228" y="2886524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6"/>
                </a:solidFill>
              </a:rPr>
              <a:t>User</a:t>
            </a:r>
          </a:p>
        </p:txBody>
      </p:sp>
      <p:cxnSp>
        <p:nvCxnSpPr>
          <p:cNvPr id="234" name="꺾인 연결선[E] 233">
            <a:extLst>
              <a:ext uri="{FF2B5EF4-FFF2-40B4-BE49-F238E27FC236}">
                <a16:creationId xmlns:a16="http://schemas.microsoft.com/office/drawing/2014/main" id="{2997F2EC-6529-A001-5D63-788550853661}"/>
              </a:ext>
            </a:extLst>
          </p:cNvPr>
          <p:cNvCxnSpPr>
            <a:cxnSpLocks/>
            <a:stCxn id="232" idx="0"/>
            <a:endCxn id="28" idx="2"/>
          </p:cNvCxnSpPr>
          <p:nvPr/>
        </p:nvCxnSpPr>
        <p:spPr>
          <a:xfrm rot="5400000" flipH="1" flipV="1">
            <a:off x="2125077" y="1408476"/>
            <a:ext cx="323066" cy="263303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[E] 236">
            <a:extLst>
              <a:ext uri="{FF2B5EF4-FFF2-40B4-BE49-F238E27FC236}">
                <a16:creationId xmlns:a16="http://schemas.microsoft.com/office/drawing/2014/main" id="{135DFB1A-FF7C-1C6C-5B10-303EE297D968}"/>
              </a:ext>
            </a:extLst>
          </p:cNvPr>
          <p:cNvCxnSpPr>
            <a:cxnSpLocks/>
            <a:stCxn id="232" idx="0"/>
            <a:endCxn id="20" idx="2"/>
          </p:cNvCxnSpPr>
          <p:nvPr/>
        </p:nvCxnSpPr>
        <p:spPr>
          <a:xfrm rot="5400000" flipH="1" flipV="1">
            <a:off x="3044563" y="488990"/>
            <a:ext cx="323066" cy="447200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[E] 243">
            <a:extLst>
              <a:ext uri="{FF2B5EF4-FFF2-40B4-BE49-F238E27FC236}">
                <a16:creationId xmlns:a16="http://schemas.microsoft.com/office/drawing/2014/main" id="{E56E4B13-C5A6-3DBE-4A97-56365919908F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>
            <a:off x="6913331" y="1403771"/>
            <a:ext cx="695856" cy="9258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모서리가 둥근 직사각형 272">
            <a:extLst>
              <a:ext uri="{FF2B5EF4-FFF2-40B4-BE49-F238E27FC236}">
                <a16:creationId xmlns:a16="http://schemas.microsoft.com/office/drawing/2014/main" id="{BF3D1F65-EF42-E96F-EDAA-0EDC5D41145A}"/>
              </a:ext>
            </a:extLst>
          </p:cNvPr>
          <p:cNvSpPr/>
          <p:nvPr/>
        </p:nvSpPr>
        <p:spPr>
          <a:xfrm>
            <a:off x="7612569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4"/>
                </a:solidFill>
              </a:rPr>
              <a:t>Notification</a:t>
            </a:r>
          </a:p>
          <a:p>
            <a:pPr algn="ctr"/>
            <a:r>
              <a:rPr lang="en-US" altLang="ko-KR" sz="900" dirty="0">
                <a:solidFill>
                  <a:schemeClr val="accent4"/>
                </a:solidFill>
              </a:rPr>
              <a:t>Controller</a:t>
            </a:r>
            <a:endParaRPr lang="ko-KR" altLang="en-US" sz="900" dirty="0">
              <a:solidFill>
                <a:schemeClr val="accent4"/>
              </a:solidFill>
            </a:endParaRPr>
          </a:p>
        </p:txBody>
      </p: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9963C06A-E3E5-0CF4-A8D6-FE09B8278BB8}"/>
              </a:ext>
            </a:extLst>
          </p:cNvPr>
          <p:cNvSpPr/>
          <p:nvPr/>
        </p:nvSpPr>
        <p:spPr>
          <a:xfrm>
            <a:off x="7465625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Notification Services</a:t>
            </a:r>
          </a:p>
        </p:txBody>
      </p: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E7454D3B-E05E-260C-3A8B-6E78D5F73E42}"/>
              </a:ext>
            </a:extLst>
          </p:cNvPr>
          <p:cNvSpPr/>
          <p:nvPr/>
        </p:nvSpPr>
        <p:spPr>
          <a:xfrm>
            <a:off x="7609187" y="323155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Slack</a:t>
            </a:r>
          </a:p>
        </p:txBody>
      </p:sp>
      <p:sp>
        <p:nvSpPr>
          <p:cNvPr id="283" name="모서리가 둥근 직사각형 282">
            <a:extLst>
              <a:ext uri="{FF2B5EF4-FFF2-40B4-BE49-F238E27FC236}">
                <a16:creationId xmlns:a16="http://schemas.microsoft.com/office/drawing/2014/main" id="{D3AEA9A2-68BB-E83D-0730-C967B026E1E8}"/>
              </a:ext>
            </a:extLst>
          </p:cNvPr>
          <p:cNvSpPr/>
          <p:nvPr/>
        </p:nvSpPr>
        <p:spPr>
          <a:xfrm>
            <a:off x="7609187" y="382482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E-mail</a:t>
            </a:r>
          </a:p>
        </p:txBody>
      </p:sp>
      <p:cxnSp>
        <p:nvCxnSpPr>
          <p:cNvPr id="285" name="꺾인 연결선[E] 284">
            <a:extLst>
              <a:ext uri="{FF2B5EF4-FFF2-40B4-BE49-F238E27FC236}">
                <a16:creationId xmlns:a16="http://schemas.microsoft.com/office/drawing/2014/main" id="{B1583C1F-B602-2445-7A1F-A4102976F9CE}"/>
              </a:ext>
            </a:extLst>
          </p:cNvPr>
          <p:cNvCxnSpPr>
            <a:cxnSpLocks/>
            <a:stCxn id="273" idx="2"/>
            <a:endCxn id="281" idx="3"/>
          </p:cNvCxnSpPr>
          <p:nvPr/>
        </p:nvCxnSpPr>
        <p:spPr>
          <a:xfrm rot="16200000" flipH="1">
            <a:off x="7468025" y="2352031"/>
            <a:ext cx="2138866" cy="710044"/>
          </a:xfrm>
          <a:prstGeom prst="bentConnector4">
            <a:avLst>
              <a:gd name="adj1" fmla="val 16118"/>
              <a:gd name="adj2" fmla="val 117974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꺾인 연결선[E] 288">
            <a:extLst>
              <a:ext uri="{FF2B5EF4-FFF2-40B4-BE49-F238E27FC236}">
                <a16:creationId xmlns:a16="http://schemas.microsoft.com/office/drawing/2014/main" id="{A96AD404-253C-F4D3-9DFD-8F9962F53808}"/>
              </a:ext>
            </a:extLst>
          </p:cNvPr>
          <p:cNvCxnSpPr>
            <a:cxnSpLocks/>
            <a:stCxn id="273" idx="2"/>
            <a:endCxn id="301" idx="0"/>
          </p:cNvCxnSpPr>
          <p:nvPr/>
        </p:nvCxnSpPr>
        <p:spPr>
          <a:xfrm rot="5400000">
            <a:off x="5722040" y="-364636"/>
            <a:ext cx="458140" cy="4462652"/>
          </a:xfrm>
          <a:prstGeom prst="bentConnector3">
            <a:avLst>
              <a:gd name="adj1" fmla="val 74719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8AA78C4A-998E-7D94-4BD0-A72B1B6515E2}"/>
              </a:ext>
            </a:extLst>
          </p:cNvPr>
          <p:cNvSpPr/>
          <p:nvPr/>
        </p:nvSpPr>
        <p:spPr>
          <a:xfrm>
            <a:off x="31499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56ABA2F3-262F-3E21-0F19-AE204BDB3B6B}"/>
              </a:ext>
            </a:extLst>
          </p:cNvPr>
          <p:cNvSpPr/>
          <p:nvPr/>
        </p:nvSpPr>
        <p:spPr>
          <a:xfrm>
            <a:off x="400228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</a:rPr>
              <a:t>Experiment Controller</a:t>
            </a:r>
            <a:endParaRPr lang="ko-KR" altLang="en-US" sz="900" dirty="0">
              <a:solidFill>
                <a:schemeClr val="accent5"/>
              </a:solidFill>
            </a:endParaRPr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E443DD95-DBF4-1FAF-4910-5837F44EB505}"/>
              </a:ext>
            </a:extLst>
          </p:cNvPr>
          <p:cNvSpPr/>
          <p:nvPr/>
        </p:nvSpPr>
        <p:spPr>
          <a:xfrm>
            <a:off x="8155953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C61EAB73-F867-FE95-4E80-F4572369BBBA}"/>
              </a:ext>
            </a:extLst>
          </p:cNvPr>
          <p:cNvSpPr/>
          <p:nvPr/>
        </p:nvSpPr>
        <p:spPr>
          <a:xfrm>
            <a:off x="8155953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253DF1A1-3F75-D97C-A99B-CC8FBA1668E0}"/>
              </a:ext>
            </a:extLst>
          </p:cNvPr>
          <p:cNvSpPr/>
          <p:nvPr/>
        </p:nvSpPr>
        <p:spPr>
          <a:xfrm>
            <a:off x="8155953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6" name="모서리가 둥근 직사각형 315">
            <a:extLst>
              <a:ext uri="{FF2B5EF4-FFF2-40B4-BE49-F238E27FC236}">
                <a16:creationId xmlns:a16="http://schemas.microsoft.com/office/drawing/2014/main" id="{5D18BC1F-A1E1-999A-C3F2-59B43D282602}"/>
              </a:ext>
            </a:extLst>
          </p:cNvPr>
          <p:cNvSpPr/>
          <p:nvPr/>
        </p:nvSpPr>
        <p:spPr>
          <a:xfrm>
            <a:off x="64609" y="2091348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Experiment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cxnSp>
        <p:nvCxnSpPr>
          <p:cNvPr id="320" name="꺾인 연결선[E] 319">
            <a:extLst>
              <a:ext uri="{FF2B5EF4-FFF2-40B4-BE49-F238E27FC236}">
                <a16:creationId xmlns:a16="http://schemas.microsoft.com/office/drawing/2014/main" id="{72C86897-D04A-1ABB-EE48-0A6B4B79C463}"/>
              </a:ext>
            </a:extLst>
          </p:cNvPr>
          <p:cNvCxnSpPr>
            <a:cxnSpLocks/>
            <a:stCxn id="307" idx="2"/>
            <a:endCxn id="324" idx="0"/>
          </p:cNvCxnSpPr>
          <p:nvPr/>
        </p:nvCxnSpPr>
        <p:spPr>
          <a:xfrm rot="16200000" flipH="1">
            <a:off x="2922190" y="-309434"/>
            <a:ext cx="453098" cy="4357289"/>
          </a:xfrm>
          <a:prstGeom prst="bentConnector3">
            <a:avLst>
              <a:gd name="adj1" fmla="val 48031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모서리가 둥근 직사각형 323">
            <a:extLst>
              <a:ext uri="{FF2B5EF4-FFF2-40B4-BE49-F238E27FC236}">
                <a16:creationId xmlns:a16="http://schemas.microsoft.com/office/drawing/2014/main" id="{A999657E-BE5B-5E24-4A04-7B197E08223E}"/>
              </a:ext>
            </a:extLst>
          </p:cNvPr>
          <p:cNvSpPr/>
          <p:nvPr/>
        </p:nvSpPr>
        <p:spPr>
          <a:xfrm>
            <a:off x="47575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BC2A35EE-8184-2DB5-15C9-645FAE7AF98A}"/>
              </a:ext>
            </a:extLst>
          </p:cNvPr>
          <p:cNvCxnSpPr>
            <a:cxnSpLocks/>
            <a:stCxn id="307" idx="2"/>
            <a:endCxn id="339" idx="0"/>
          </p:cNvCxnSpPr>
          <p:nvPr/>
        </p:nvCxnSpPr>
        <p:spPr>
          <a:xfrm rot="16200000" flipH="1">
            <a:off x="2972836" y="-360080"/>
            <a:ext cx="1245315" cy="5250797"/>
          </a:xfrm>
          <a:prstGeom prst="bentConnector3">
            <a:avLst>
              <a:gd name="adj1" fmla="val 17532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모서리가 둥근 직사각형 338">
            <a:extLst>
              <a:ext uri="{FF2B5EF4-FFF2-40B4-BE49-F238E27FC236}">
                <a16:creationId xmlns:a16="http://schemas.microsoft.com/office/drawing/2014/main" id="{65FA3FE6-1A7A-0863-2025-CD734B51AE02}"/>
              </a:ext>
            </a:extLst>
          </p:cNvPr>
          <p:cNvSpPr/>
          <p:nvPr/>
        </p:nvSpPr>
        <p:spPr>
          <a:xfrm>
            <a:off x="5651025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48" name="모서리가 둥근 직사각형 347">
            <a:extLst>
              <a:ext uri="{FF2B5EF4-FFF2-40B4-BE49-F238E27FC236}">
                <a16:creationId xmlns:a16="http://schemas.microsoft.com/office/drawing/2014/main" id="{07B30FAE-1C5B-3BD1-D380-9E1AD7136547}"/>
              </a:ext>
            </a:extLst>
          </p:cNvPr>
          <p:cNvSpPr/>
          <p:nvPr/>
        </p:nvSpPr>
        <p:spPr>
          <a:xfrm>
            <a:off x="3815864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49" name="꺾인 연결선[E] 348">
            <a:extLst>
              <a:ext uri="{FF2B5EF4-FFF2-40B4-BE49-F238E27FC236}">
                <a16:creationId xmlns:a16="http://schemas.microsoft.com/office/drawing/2014/main" id="{33F47843-0A05-AA5B-8F38-0B27DC301E49}"/>
              </a:ext>
            </a:extLst>
          </p:cNvPr>
          <p:cNvCxnSpPr>
            <a:cxnSpLocks/>
            <a:stCxn id="307" idx="2"/>
            <a:endCxn id="348" idx="0"/>
          </p:cNvCxnSpPr>
          <p:nvPr/>
        </p:nvCxnSpPr>
        <p:spPr>
          <a:xfrm rot="16200000" flipH="1">
            <a:off x="2055256" y="557501"/>
            <a:ext cx="1245315" cy="3415636"/>
          </a:xfrm>
          <a:prstGeom prst="bentConnector3">
            <a:avLst>
              <a:gd name="adj1" fmla="val 17557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모서리가 둥근 직사각형 374">
            <a:extLst>
              <a:ext uri="{FF2B5EF4-FFF2-40B4-BE49-F238E27FC236}">
                <a16:creationId xmlns:a16="http://schemas.microsoft.com/office/drawing/2014/main" id="{A9C56AE2-5E6B-B5D4-8899-1529D9124641}"/>
              </a:ext>
            </a:extLst>
          </p:cNvPr>
          <p:cNvSpPr/>
          <p:nvPr/>
        </p:nvSpPr>
        <p:spPr>
          <a:xfrm>
            <a:off x="1360040" y="20920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Kubernetes</a:t>
            </a:r>
          </a:p>
          <a:p>
            <a:pPr algn="ctr"/>
            <a:r>
              <a:rPr lang="en-US" altLang="ko-KR" sz="900"/>
              <a:t>Services Object</a:t>
            </a:r>
          </a:p>
        </p:txBody>
      </p:sp>
      <p:cxnSp>
        <p:nvCxnSpPr>
          <p:cNvPr id="377" name="꺾인 연결선[E] 376">
            <a:extLst>
              <a:ext uri="{FF2B5EF4-FFF2-40B4-BE49-F238E27FC236}">
                <a16:creationId xmlns:a16="http://schemas.microsoft.com/office/drawing/2014/main" id="{B4472C1B-67A4-5897-6B2E-90D938DCA21E}"/>
              </a:ext>
            </a:extLst>
          </p:cNvPr>
          <p:cNvCxnSpPr>
            <a:cxnSpLocks/>
            <a:stCxn id="307" idx="2"/>
            <a:endCxn id="316" idx="0"/>
          </p:cNvCxnSpPr>
          <p:nvPr/>
        </p:nvCxnSpPr>
        <p:spPr>
          <a:xfrm rot="5400000">
            <a:off x="577943" y="1699196"/>
            <a:ext cx="448686" cy="335619"/>
          </a:xfrm>
          <a:prstGeom prst="bentConnector3">
            <a:avLst>
              <a:gd name="adj1" fmla="val 48357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꺾인 연결선[E] 381">
            <a:extLst>
              <a:ext uri="{FF2B5EF4-FFF2-40B4-BE49-F238E27FC236}">
                <a16:creationId xmlns:a16="http://schemas.microsoft.com/office/drawing/2014/main" id="{C619A486-C47F-6643-45D2-54A1287EEE54}"/>
              </a:ext>
            </a:extLst>
          </p:cNvPr>
          <p:cNvCxnSpPr>
            <a:cxnSpLocks/>
            <a:stCxn id="307" idx="2"/>
            <a:endCxn id="375" idx="0"/>
          </p:cNvCxnSpPr>
          <p:nvPr/>
        </p:nvCxnSpPr>
        <p:spPr>
          <a:xfrm rot="16200000" flipH="1">
            <a:off x="1225295" y="1387462"/>
            <a:ext cx="449412" cy="959812"/>
          </a:xfrm>
          <a:prstGeom prst="bentConnector3">
            <a:avLst>
              <a:gd name="adj1" fmla="val 48075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꺾인 연결선[E] 385">
            <a:extLst>
              <a:ext uri="{FF2B5EF4-FFF2-40B4-BE49-F238E27FC236}">
                <a16:creationId xmlns:a16="http://schemas.microsoft.com/office/drawing/2014/main" id="{BE0DE0A6-C0CA-23A3-BC9E-BFFA80FA98BC}"/>
              </a:ext>
            </a:extLst>
          </p:cNvPr>
          <p:cNvCxnSpPr>
            <a:cxnSpLocks/>
            <a:stCxn id="24" idx="2"/>
            <a:endCxn id="391" idx="0"/>
          </p:cNvCxnSpPr>
          <p:nvPr/>
        </p:nvCxnSpPr>
        <p:spPr>
          <a:xfrm rot="5400000">
            <a:off x="3048164" y="639430"/>
            <a:ext cx="458140" cy="2454520"/>
          </a:xfrm>
          <a:prstGeom prst="bentConnector3">
            <a:avLst>
              <a:gd name="adj1" fmla="val 61297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모서리가 둥근 직사각형 390">
            <a:extLst>
              <a:ext uri="{FF2B5EF4-FFF2-40B4-BE49-F238E27FC236}">
                <a16:creationId xmlns:a16="http://schemas.microsoft.com/office/drawing/2014/main" id="{618B872A-D955-A003-7DB0-FBB2B7049118}"/>
              </a:ext>
            </a:extLst>
          </p:cNvPr>
          <p:cNvSpPr/>
          <p:nvPr/>
        </p:nvSpPr>
        <p:spPr>
          <a:xfrm>
            <a:off x="148010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441" name="꺾인 연결선[E] 440">
            <a:extLst>
              <a:ext uri="{FF2B5EF4-FFF2-40B4-BE49-F238E27FC236}">
                <a16:creationId xmlns:a16="http://schemas.microsoft.com/office/drawing/2014/main" id="{5895718C-6CAF-92E0-2FE5-6F875E0705DF}"/>
              </a:ext>
            </a:extLst>
          </p:cNvPr>
          <p:cNvCxnSpPr>
            <a:cxnSpLocks/>
            <a:stCxn id="232" idx="0"/>
            <a:endCxn id="316" idx="2"/>
          </p:cNvCxnSpPr>
          <p:nvPr/>
        </p:nvCxnSpPr>
        <p:spPr>
          <a:xfrm rot="16200000" flipV="1">
            <a:off x="638547" y="2554975"/>
            <a:ext cx="327478" cy="335619"/>
          </a:xfrm>
          <a:prstGeom prst="bentConnector3">
            <a:avLst>
              <a:gd name="adj1" fmla="val 48395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꺾인 연결선[E] 444">
            <a:extLst>
              <a:ext uri="{FF2B5EF4-FFF2-40B4-BE49-F238E27FC236}">
                <a16:creationId xmlns:a16="http://schemas.microsoft.com/office/drawing/2014/main" id="{208930C8-BA07-AEDF-5D60-36FA4D78671B}"/>
              </a:ext>
            </a:extLst>
          </p:cNvPr>
          <p:cNvCxnSpPr>
            <a:cxnSpLocks/>
            <a:stCxn id="24" idx="2"/>
            <a:endCxn id="450" idx="0"/>
          </p:cNvCxnSpPr>
          <p:nvPr/>
        </p:nvCxnSpPr>
        <p:spPr>
          <a:xfrm rot="5400000">
            <a:off x="2397772" y="-10962"/>
            <a:ext cx="458140" cy="3755305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모서리가 둥근 직사각형 449">
            <a:extLst>
              <a:ext uri="{FF2B5EF4-FFF2-40B4-BE49-F238E27FC236}">
                <a16:creationId xmlns:a16="http://schemas.microsoft.com/office/drawing/2014/main" id="{5A0D61B8-F3DE-D985-95BA-4C28F112AB77}"/>
              </a:ext>
            </a:extLst>
          </p:cNvPr>
          <p:cNvSpPr/>
          <p:nvPr/>
        </p:nvSpPr>
        <p:spPr>
          <a:xfrm>
            <a:off x="179322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</p:spTree>
    <p:extLst>
      <p:ext uri="{BB962C8B-B14F-4D97-AF65-F5344CB8AC3E}">
        <p14:creationId xmlns:p14="http://schemas.microsoft.com/office/powerpoint/2010/main" val="158629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A5AA-2E2B-27FF-5574-49E16FED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9A0853F2-EE99-C759-6376-435AA1B94082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F5B11400-9ACF-843E-8089-99F0BEA2094C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540505E0-BF50-B0C4-4D4D-7B98ABE19CD2}"/>
              </a:ext>
            </a:extLst>
          </p:cNvPr>
          <p:cNvSpPr/>
          <p:nvPr/>
        </p:nvSpPr>
        <p:spPr>
          <a:xfrm>
            <a:off x="1083965" y="147350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B30C885A-244A-0373-0DE7-895D42929701}"/>
              </a:ext>
            </a:extLst>
          </p:cNvPr>
          <p:cNvSpPr/>
          <p:nvPr/>
        </p:nvSpPr>
        <p:spPr>
          <a:xfrm>
            <a:off x="1083965" y="67640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Active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CD9394D-CE2F-41BD-F88A-CA67862B9838}"/>
              </a:ext>
            </a:extLst>
          </p:cNvPr>
          <p:cNvSpPr/>
          <p:nvPr/>
        </p:nvSpPr>
        <p:spPr>
          <a:xfrm>
            <a:off x="2062538" y="67640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Preview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A13D9A7-C259-A7C5-AA64-536A6D3466B7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1471664" y="1166929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EBD27BD-7CF0-6E1B-9B83-EF8C3CF561D4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1471664" y="1166929"/>
            <a:ext cx="97857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280B185-7AB3-F867-AE82-1F0C506467B8}"/>
              </a:ext>
            </a:extLst>
          </p:cNvPr>
          <p:cNvSpPr/>
          <p:nvPr/>
        </p:nvSpPr>
        <p:spPr>
          <a:xfrm>
            <a:off x="3206032" y="147350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DAA27BA-060B-90AF-0882-23BCAF7D1A51}"/>
              </a:ext>
            </a:extLst>
          </p:cNvPr>
          <p:cNvSpPr/>
          <p:nvPr/>
        </p:nvSpPr>
        <p:spPr>
          <a:xfrm>
            <a:off x="3205249" y="67640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Active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0EB6F055-9D50-A6B6-1702-6792B3E6697E}"/>
              </a:ext>
            </a:extLst>
          </p:cNvPr>
          <p:cNvSpPr/>
          <p:nvPr/>
        </p:nvSpPr>
        <p:spPr>
          <a:xfrm>
            <a:off x="4168076" y="67640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Preview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FFD18FC-7813-03FD-1D4F-0289CEB0CE60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16692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5466160-6651-2C97-A44B-2056044A07A3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5779" y="1166929"/>
            <a:ext cx="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5D09E592-8A69-D185-50A5-90D271700442}"/>
              </a:ext>
            </a:extLst>
          </p:cNvPr>
          <p:cNvSpPr/>
          <p:nvPr/>
        </p:nvSpPr>
        <p:spPr>
          <a:xfrm>
            <a:off x="4168080" y="147350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AE031597-EC36-6314-F750-1B6E8D7A9607}"/>
              </a:ext>
            </a:extLst>
          </p:cNvPr>
          <p:cNvSpPr/>
          <p:nvPr/>
        </p:nvSpPr>
        <p:spPr>
          <a:xfrm>
            <a:off x="115486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2D0C027D-EB6E-F8AC-FBF6-EDFA1CE7DAF1}"/>
              </a:ext>
            </a:extLst>
          </p:cNvPr>
          <p:cNvSpPr/>
          <p:nvPr/>
        </p:nvSpPr>
        <p:spPr>
          <a:xfrm>
            <a:off x="114704" y="271302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Active</a:t>
            </a: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485BF1D9-1081-BABA-E7D2-50DCDEE8DA88}"/>
              </a:ext>
            </a:extLst>
          </p:cNvPr>
          <p:cNvSpPr/>
          <p:nvPr/>
        </p:nvSpPr>
        <p:spPr>
          <a:xfrm>
            <a:off x="1080957" y="271302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Preview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A5B9D80-9DD4-DAE4-24A8-BA84F0AB8489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>
            <a:off x="502407" y="3203548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61FBE6F-EEF1-0B55-FF53-3A9F6C07677A}"/>
              </a:ext>
            </a:extLst>
          </p:cNvPr>
          <p:cNvCxnSpPr>
            <a:cxnSpLocks/>
            <a:stCxn id="45" idx="2"/>
            <a:endCxn id="52" idx="0"/>
          </p:cNvCxnSpPr>
          <p:nvPr/>
        </p:nvCxnSpPr>
        <p:spPr>
          <a:xfrm>
            <a:off x="1468660" y="3203549"/>
            <a:ext cx="97304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CE979506-8B18-B7D3-0D51-D2C30ABBD0CA}"/>
              </a:ext>
            </a:extLst>
          </p:cNvPr>
          <p:cNvSpPr/>
          <p:nvPr/>
        </p:nvSpPr>
        <p:spPr>
          <a:xfrm>
            <a:off x="1082056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89F4F4D6-64D8-E011-8081-65181DCF38BB}"/>
              </a:ext>
            </a:extLst>
          </p:cNvPr>
          <p:cNvSpPr/>
          <p:nvPr/>
        </p:nvSpPr>
        <p:spPr>
          <a:xfrm>
            <a:off x="2054001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BD8E1720-1840-EA0C-0CFB-1A44F226D22E}"/>
              </a:ext>
            </a:extLst>
          </p:cNvPr>
          <p:cNvSpPr/>
          <p:nvPr/>
        </p:nvSpPr>
        <p:spPr>
          <a:xfrm>
            <a:off x="3206032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7A82B9EE-B99F-88CC-98F3-93D63A9F4E54}"/>
              </a:ext>
            </a:extLst>
          </p:cNvPr>
          <p:cNvSpPr/>
          <p:nvPr/>
        </p:nvSpPr>
        <p:spPr>
          <a:xfrm>
            <a:off x="3205249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Active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902A492C-9243-A02E-E60F-F6EEA847EDFD}"/>
              </a:ext>
            </a:extLst>
          </p:cNvPr>
          <p:cNvSpPr/>
          <p:nvPr/>
        </p:nvSpPr>
        <p:spPr>
          <a:xfrm>
            <a:off x="4174510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Preview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BBFFE49-E23B-B88E-76A7-40551DF32B30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3592952" y="3203549"/>
            <a:ext cx="1939293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F3DC4A8-3614-6FBC-2EC6-70A677C7D04D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4562213" y="3203549"/>
            <a:ext cx="970032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BCB1AD60-176C-B5F9-84F4-291A582AFBBB}"/>
              </a:ext>
            </a:extLst>
          </p:cNvPr>
          <p:cNvSpPr/>
          <p:nvPr/>
        </p:nvSpPr>
        <p:spPr>
          <a:xfrm>
            <a:off x="4174514" y="3510127"/>
            <a:ext cx="775398" cy="61315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EC9A7FC6-5861-F207-42F7-4AA14678CE3F}"/>
              </a:ext>
            </a:extLst>
          </p:cNvPr>
          <p:cNvSpPr/>
          <p:nvPr/>
        </p:nvSpPr>
        <p:spPr>
          <a:xfrm>
            <a:off x="5144546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B845FA5B-B7F7-168C-7527-CE0ADC041F21}"/>
              </a:ext>
            </a:extLst>
          </p:cNvPr>
          <p:cNvSpPr/>
          <p:nvPr/>
        </p:nvSpPr>
        <p:spPr>
          <a:xfrm>
            <a:off x="2819739" y="1229619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AC051E06-0DFE-70F5-5F41-86A902C2BBE8}"/>
              </a:ext>
            </a:extLst>
          </p:cNvPr>
          <p:cNvSpPr/>
          <p:nvPr/>
        </p:nvSpPr>
        <p:spPr>
          <a:xfrm>
            <a:off x="2819739" y="327596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0118499D-D67F-809A-2ECF-0D2C9A87BEBE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DA8B55-56DF-339F-ECC5-4A3B45220A05}"/>
              </a:ext>
            </a:extLst>
          </p:cNvPr>
          <p:cNvSpPr txBox="1"/>
          <p:nvPr/>
        </p:nvSpPr>
        <p:spPr>
          <a:xfrm>
            <a:off x="2680627" y="1419392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18F06B-0743-8583-0BE2-7DB9ED4401E6}"/>
              </a:ext>
            </a:extLst>
          </p:cNvPr>
          <p:cNvSpPr txBox="1"/>
          <p:nvPr/>
        </p:nvSpPr>
        <p:spPr>
          <a:xfrm>
            <a:off x="2680627" y="2566540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8B4B07-8C92-F836-BBF9-0B8EFB0969BA}"/>
              </a:ext>
            </a:extLst>
          </p:cNvPr>
          <p:cNvSpPr txBox="1"/>
          <p:nvPr/>
        </p:nvSpPr>
        <p:spPr>
          <a:xfrm>
            <a:off x="2682185" y="3457161"/>
            <a:ext cx="6599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Promote</a:t>
            </a:r>
          </a:p>
        </p:txBody>
      </p:sp>
      <p:sp>
        <p:nvSpPr>
          <p:cNvPr id="20" name="오른쪽 화살표[R] 19">
            <a:extLst>
              <a:ext uri="{FF2B5EF4-FFF2-40B4-BE49-F238E27FC236}">
                <a16:creationId xmlns:a16="http://schemas.microsoft.com/office/drawing/2014/main" id="{E19CBE7B-B5C5-5A55-998B-6FC9C4B9BCA0}"/>
              </a:ext>
            </a:extLst>
          </p:cNvPr>
          <p:cNvSpPr/>
          <p:nvPr/>
        </p:nvSpPr>
        <p:spPr>
          <a:xfrm rot="8100000">
            <a:off x="2819426" y="2337135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2531960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B0A8A-1ED9-9976-FCB8-8381AC5F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02E20C7D-664B-2E96-ACDB-88A69854619F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A8D68BD2-5EF0-7454-E683-ED853DBA1BD8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FF5279C-BD35-254F-3F98-96880B4DC13E}"/>
              </a:ext>
            </a:extLst>
          </p:cNvPr>
          <p:cNvSpPr/>
          <p:nvPr/>
        </p:nvSpPr>
        <p:spPr>
          <a:xfrm>
            <a:off x="3206032" y="147734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1266B29-0AFE-7FB3-049C-1F1B94B8FC46}"/>
              </a:ext>
            </a:extLst>
          </p:cNvPr>
          <p:cNvSpPr/>
          <p:nvPr/>
        </p:nvSpPr>
        <p:spPr>
          <a:xfrm>
            <a:off x="3205249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3CD9979-DA46-7584-B044-62831B779180}"/>
              </a:ext>
            </a:extLst>
          </p:cNvPr>
          <p:cNvSpPr/>
          <p:nvPr/>
        </p:nvSpPr>
        <p:spPr>
          <a:xfrm>
            <a:off x="4170582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37C9EF5-B53A-DC7D-EE23-0491839DAC69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170768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D4E2105-B3E9-6759-CFD9-95398281ABC1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170768"/>
            <a:ext cx="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28375729-FD12-669B-F9C1-8A7554BD271A}"/>
              </a:ext>
            </a:extLst>
          </p:cNvPr>
          <p:cNvSpPr/>
          <p:nvPr/>
        </p:nvSpPr>
        <p:spPr>
          <a:xfrm>
            <a:off x="4170586" y="147734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1E031A8C-E606-DBFE-E8B9-232094FD7487}"/>
              </a:ext>
            </a:extLst>
          </p:cNvPr>
          <p:cNvSpPr/>
          <p:nvPr/>
        </p:nvSpPr>
        <p:spPr>
          <a:xfrm>
            <a:off x="3206032" y="351031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7E86AE42-965C-1233-A01A-49DE05F10C6A}"/>
              </a:ext>
            </a:extLst>
          </p:cNvPr>
          <p:cNvSpPr/>
          <p:nvPr/>
        </p:nvSpPr>
        <p:spPr>
          <a:xfrm>
            <a:off x="3205249" y="2713209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0D2F66C8-F730-80FF-76B1-5BAD5CBED15E}"/>
              </a:ext>
            </a:extLst>
          </p:cNvPr>
          <p:cNvSpPr/>
          <p:nvPr/>
        </p:nvSpPr>
        <p:spPr>
          <a:xfrm>
            <a:off x="4175285" y="2713209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078C618-199D-23BA-98FF-2232A92717B9}"/>
              </a:ext>
            </a:extLst>
          </p:cNvPr>
          <p:cNvCxnSpPr>
            <a:cxnSpLocks/>
            <a:stCxn id="55" idx="2"/>
            <a:endCxn id="53" idx="0"/>
          </p:cNvCxnSpPr>
          <p:nvPr/>
        </p:nvCxnSpPr>
        <p:spPr>
          <a:xfrm>
            <a:off x="3592952" y="3203733"/>
            <a:ext cx="1939293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BC60839-CAD3-295A-811D-D44B77457803}"/>
              </a:ext>
            </a:extLst>
          </p:cNvPr>
          <p:cNvCxnSpPr>
            <a:cxnSpLocks/>
            <a:stCxn id="56" idx="2"/>
            <a:endCxn id="53" idx="0"/>
          </p:cNvCxnSpPr>
          <p:nvPr/>
        </p:nvCxnSpPr>
        <p:spPr>
          <a:xfrm>
            <a:off x="4562988" y="3203733"/>
            <a:ext cx="96925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262E7A14-BFF2-33EB-7B44-DF178869EFA9}"/>
              </a:ext>
            </a:extLst>
          </p:cNvPr>
          <p:cNvSpPr/>
          <p:nvPr/>
        </p:nvSpPr>
        <p:spPr>
          <a:xfrm>
            <a:off x="2819739" y="1233458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460A29A8-035B-46C8-44C3-D3852BE3539C}"/>
              </a:ext>
            </a:extLst>
          </p:cNvPr>
          <p:cNvSpPr/>
          <p:nvPr/>
        </p:nvSpPr>
        <p:spPr>
          <a:xfrm>
            <a:off x="2819739" y="3276148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6" name="오른쪽 화살표[R] 65">
            <a:extLst>
              <a:ext uri="{FF2B5EF4-FFF2-40B4-BE49-F238E27FC236}">
                <a16:creationId xmlns:a16="http://schemas.microsoft.com/office/drawing/2014/main" id="{DFAFDCDE-12DF-5B84-D412-84BA64F5BEFD}"/>
              </a:ext>
            </a:extLst>
          </p:cNvPr>
          <p:cNvSpPr/>
          <p:nvPr/>
        </p:nvSpPr>
        <p:spPr>
          <a:xfrm rot="10568283">
            <a:off x="2901250" y="2229717"/>
            <a:ext cx="3314069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4BD848A1-4233-5214-3132-9BB95719F4A4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BFAA6D-75C8-C57A-C1F5-53BECC437576}"/>
              </a:ext>
            </a:extLst>
          </p:cNvPr>
          <p:cNvSpPr txBox="1"/>
          <p:nvPr/>
        </p:nvSpPr>
        <p:spPr>
          <a:xfrm>
            <a:off x="2680627" y="1423231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EB8371-45D3-9EEE-A099-C2D56644B556}"/>
              </a:ext>
            </a:extLst>
          </p:cNvPr>
          <p:cNvSpPr txBox="1"/>
          <p:nvPr/>
        </p:nvSpPr>
        <p:spPr>
          <a:xfrm>
            <a:off x="2682185" y="3457345"/>
            <a:ext cx="659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After</a:t>
            </a:r>
          </a:p>
          <a:p>
            <a:pPr algn="ctr"/>
            <a:r>
              <a:rPr kumimoji="1" lang="en-US" altLang="ko-KR" sz="800" i="1"/>
              <a:t>30s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1665B06-9003-C769-3CD5-19BF5B2465CB}"/>
              </a:ext>
            </a:extLst>
          </p:cNvPr>
          <p:cNvSpPr/>
          <p:nvPr/>
        </p:nvSpPr>
        <p:spPr>
          <a:xfrm>
            <a:off x="5144542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4 : 1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3E73D13-E781-E712-697B-2DBA250DA645}"/>
              </a:ext>
            </a:extLst>
          </p:cNvPr>
          <p:cNvCxnSpPr>
            <a:cxnSpLocks/>
            <a:stCxn id="24" idx="2"/>
            <a:endCxn id="37" idx="0"/>
          </p:cNvCxnSpPr>
          <p:nvPr/>
        </p:nvCxnSpPr>
        <p:spPr>
          <a:xfrm flipH="1">
            <a:off x="4558285" y="1170768"/>
            <a:ext cx="97396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213D147-4C18-F439-30B8-C485C1A1C96B}"/>
              </a:ext>
            </a:extLst>
          </p:cNvPr>
          <p:cNvCxnSpPr>
            <a:cxnSpLocks/>
            <a:stCxn id="24" idx="2"/>
            <a:endCxn id="12" idx="0"/>
          </p:cNvCxnSpPr>
          <p:nvPr/>
        </p:nvCxnSpPr>
        <p:spPr>
          <a:xfrm flipH="1">
            <a:off x="3593731" y="1170768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37D310E6-DA7C-7E5E-FC3C-DCC5E8D2D893}"/>
              </a:ext>
            </a:extLst>
          </p:cNvPr>
          <p:cNvSpPr/>
          <p:nvPr/>
        </p:nvSpPr>
        <p:spPr>
          <a:xfrm>
            <a:off x="113904" y="351031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3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8A462245-8C80-8388-2B20-0A0B467CBE80}"/>
              </a:ext>
            </a:extLst>
          </p:cNvPr>
          <p:cNvSpPr/>
          <p:nvPr/>
        </p:nvSpPr>
        <p:spPr>
          <a:xfrm>
            <a:off x="113121" y="271321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E6F23714-DE78-B329-869D-8854FBF8E6C2}"/>
              </a:ext>
            </a:extLst>
          </p:cNvPr>
          <p:cNvSpPr/>
          <p:nvPr/>
        </p:nvSpPr>
        <p:spPr>
          <a:xfrm>
            <a:off x="1080064" y="271321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CE3D8AF-75FE-7FDE-B7A4-28E0EDF950A3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500824" y="3203733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8CD53D5-C893-1767-DF6F-92958CD512FA}"/>
              </a:ext>
            </a:extLst>
          </p:cNvPr>
          <p:cNvCxnSpPr>
            <a:cxnSpLocks/>
            <a:stCxn id="34" idx="2"/>
            <a:endCxn id="51" idx="0"/>
          </p:cNvCxnSpPr>
          <p:nvPr/>
        </p:nvCxnSpPr>
        <p:spPr>
          <a:xfrm>
            <a:off x="1467767" y="3203733"/>
            <a:ext cx="975621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1B49D548-2887-69DA-537D-58E10EA51731}"/>
              </a:ext>
            </a:extLst>
          </p:cNvPr>
          <p:cNvSpPr/>
          <p:nvPr/>
        </p:nvSpPr>
        <p:spPr>
          <a:xfrm>
            <a:off x="2052414" y="271321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3 : 2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D567A6-5879-2962-9D5A-B4A606E0E1CC}"/>
              </a:ext>
            </a:extLst>
          </p:cNvPr>
          <p:cNvCxnSpPr>
            <a:cxnSpLocks/>
            <a:stCxn id="39" idx="2"/>
            <a:endCxn id="51" idx="0"/>
          </p:cNvCxnSpPr>
          <p:nvPr/>
        </p:nvCxnSpPr>
        <p:spPr>
          <a:xfrm>
            <a:off x="2440117" y="3203733"/>
            <a:ext cx="3271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8A7D919-9CFB-E218-3125-24BFBBC6E4BF}"/>
              </a:ext>
            </a:extLst>
          </p:cNvPr>
          <p:cNvCxnSpPr>
            <a:cxnSpLocks/>
            <a:stCxn id="39" idx="2"/>
            <a:endCxn id="32" idx="0"/>
          </p:cNvCxnSpPr>
          <p:nvPr/>
        </p:nvCxnSpPr>
        <p:spPr>
          <a:xfrm flipH="1">
            <a:off x="501603" y="3203733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6132CAD9-B6A6-02D7-B2BA-48C37816C86C}"/>
              </a:ext>
            </a:extLst>
          </p:cNvPr>
          <p:cNvSpPr/>
          <p:nvPr/>
        </p:nvSpPr>
        <p:spPr>
          <a:xfrm>
            <a:off x="2055689" y="351031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2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BEB3F6C7-6F37-77F0-023F-DFA79E0F3273}"/>
              </a:ext>
            </a:extLst>
          </p:cNvPr>
          <p:cNvSpPr/>
          <p:nvPr/>
        </p:nvSpPr>
        <p:spPr>
          <a:xfrm>
            <a:off x="5144538" y="2713209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148AD58-0C8C-E052-C334-1378E39B80A2}"/>
              </a:ext>
            </a:extLst>
          </p:cNvPr>
          <p:cNvSpPr/>
          <p:nvPr/>
        </p:nvSpPr>
        <p:spPr>
          <a:xfrm>
            <a:off x="6269786" y="147734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93B6E0D-5182-4C1C-91A3-22AF264561EA}"/>
              </a:ext>
            </a:extLst>
          </p:cNvPr>
          <p:cNvSpPr/>
          <p:nvPr/>
        </p:nvSpPr>
        <p:spPr>
          <a:xfrm>
            <a:off x="6269003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EBA8E71-0C9A-A89C-B6CC-2D685B40DC24}"/>
              </a:ext>
            </a:extLst>
          </p:cNvPr>
          <p:cNvSpPr/>
          <p:nvPr/>
        </p:nvSpPr>
        <p:spPr>
          <a:xfrm>
            <a:off x="7234336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6C04D9F-8C62-A642-1EEA-185D9D63E391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6656706" y="1170768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9F56F14-F7A6-6729-C9C0-024B1E6CAB8D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>
            <a:off x="7622039" y="1170768"/>
            <a:ext cx="976546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567C33D-07BE-F9F9-153B-9B20D504EA8B}"/>
              </a:ext>
            </a:extLst>
          </p:cNvPr>
          <p:cNvSpPr/>
          <p:nvPr/>
        </p:nvSpPr>
        <p:spPr>
          <a:xfrm>
            <a:off x="7234340" y="147734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1CA3CB13-2641-AC01-85CD-76C52348D1C8}"/>
              </a:ext>
            </a:extLst>
          </p:cNvPr>
          <p:cNvSpPr/>
          <p:nvPr/>
        </p:nvSpPr>
        <p:spPr>
          <a:xfrm>
            <a:off x="8208296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AA4B8B-50E9-F55D-0410-006EF7C37B47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>
            <a:off x="8595999" y="1170768"/>
            <a:ext cx="2586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7154DEA-0C61-F950-E25B-75DB26ECE830}"/>
              </a:ext>
            </a:extLst>
          </p:cNvPr>
          <p:cNvCxnSpPr>
            <a:cxnSpLocks/>
            <a:stCxn id="27" idx="2"/>
            <a:endCxn id="6" idx="0"/>
          </p:cNvCxnSpPr>
          <p:nvPr/>
        </p:nvCxnSpPr>
        <p:spPr>
          <a:xfrm flipH="1">
            <a:off x="6657485" y="1170768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F9E22980-7CFB-2573-B277-31F5ECEA77F8}"/>
              </a:ext>
            </a:extLst>
          </p:cNvPr>
          <p:cNvSpPr/>
          <p:nvPr/>
        </p:nvSpPr>
        <p:spPr>
          <a:xfrm>
            <a:off x="8210886" y="147734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42" name="오른쪽 화살표[R] 41">
            <a:extLst>
              <a:ext uri="{FF2B5EF4-FFF2-40B4-BE49-F238E27FC236}">
                <a16:creationId xmlns:a16="http://schemas.microsoft.com/office/drawing/2014/main" id="{7398E3D2-95E4-4051-0C11-DB2C05662247}"/>
              </a:ext>
            </a:extLst>
          </p:cNvPr>
          <p:cNvSpPr/>
          <p:nvPr/>
        </p:nvSpPr>
        <p:spPr>
          <a:xfrm>
            <a:off x="5898365" y="1233458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FD24B9-D47A-7B5F-9E5C-7EA4A7A4EA40}"/>
              </a:ext>
            </a:extLst>
          </p:cNvPr>
          <p:cNvSpPr txBox="1"/>
          <p:nvPr/>
        </p:nvSpPr>
        <p:spPr>
          <a:xfrm>
            <a:off x="5752698" y="1423231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F7A25E1-89E4-FC7F-C6EF-9D519DEC78B2}"/>
              </a:ext>
            </a:extLst>
          </p:cNvPr>
          <p:cNvCxnSpPr>
            <a:cxnSpLocks/>
            <a:stCxn id="69" idx="2"/>
            <a:endCxn id="53" idx="0"/>
          </p:cNvCxnSpPr>
          <p:nvPr/>
        </p:nvCxnSpPr>
        <p:spPr>
          <a:xfrm>
            <a:off x="5532241" y="3203733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D7BC98AC-83C3-281F-C31B-20AFE5FDE24F}"/>
              </a:ext>
            </a:extLst>
          </p:cNvPr>
          <p:cNvSpPr/>
          <p:nvPr/>
        </p:nvSpPr>
        <p:spPr>
          <a:xfrm>
            <a:off x="5144546" y="351031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5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C3FCF5D4-033D-4158-9796-3ABC08F935AB}"/>
              </a:ext>
            </a:extLst>
          </p:cNvPr>
          <p:cNvSpPr/>
          <p:nvPr/>
        </p:nvSpPr>
        <p:spPr>
          <a:xfrm>
            <a:off x="4176068" y="351031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102" name="모서리가 둥근 직사각형 101">
            <a:extLst>
              <a:ext uri="{FF2B5EF4-FFF2-40B4-BE49-F238E27FC236}">
                <a16:creationId xmlns:a16="http://schemas.microsoft.com/office/drawing/2014/main" id="{40BD3E90-C318-D273-C544-465F17B2150B}"/>
              </a:ext>
            </a:extLst>
          </p:cNvPr>
          <p:cNvSpPr/>
          <p:nvPr/>
        </p:nvSpPr>
        <p:spPr>
          <a:xfrm>
            <a:off x="113121" y="147734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03" name="모서리가 둥근 직사각형 102">
            <a:extLst>
              <a:ext uri="{FF2B5EF4-FFF2-40B4-BE49-F238E27FC236}">
                <a16:creationId xmlns:a16="http://schemas.microsoft.com/office/drawing/2014/main" id="{7A46BD79-FC94-C72F-97B3-987C0EBD8417}"/>
              </a:ext>
            </a:extLst>
          </p:cNvPr>
          <p:cNvSpPr/>
          <p:nvPr/>
        </p:nvSpPr>
        <p:spPr>
          <a:xfrm>
            <a:off x="114601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04" name="모서리가 둥근 직사각형 103">
            <a:extLst>
              <a:ext uri="{FF2B5EF4-FFF2-40B4-BE49-F238E27FC236}">
                <a16:creationId xmlns:a16="http://schemas.microsoft.com/office/drawing/2014/main" id="{C18AAE14-5DB5-6DDC-DA0D-707CB7688D65}"/>
              </a:ext>
            </a:extLst>
          </p:cNvPr>
          <p:cNvSpPr/>
          <p:nvPr/>
        </p:nvSpPr>
        <p:spPr>
          <a:xfrm>
            <a:off x="1084637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E7834110-26D7-8AB4-6D1D-623439741C19}"/>
              </a:ext>
            </a:extLst>
          </p:cNvPr>
          <p:cNvCxnSpPr>
            <a:cxnSpLocks/>
            <a:stCxn id="103" idx="2"/>
            <a:endCxn id="102" idx="0"/>
          </p:cNvCxnSpPr>
          <p:nvPr/>
        </p:nvCxnSpPr>
        <p:spPr>
          <a:xfrm flipH="1">
            <a:off x="500820" y="1170768"/>
            <a:ext cx="148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1EB296D1-1D10-69B2-5B9C-5FBBE91DFCF6}"/>
              </a:ext>
            </a:extLst>
          </p:cNvPr>
          <p:cNvCxnSpPr>
            <a:cxnSpLocks/>
            <a:stCxn id="104" idx="2"/>
            <a:endCxn id="102" idx="0"/>
          </p:cNvCxnSpPr>
          <p:nvPr/>
        </p:nvCxnSpPr>
        <p:spPr>
          <a:xfrm flipH="1">
            <a:off x="500820" y="1170768"/>
            <a:ext cx="97152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모서리가 둥근 직사각형 106">
            <a:extLst>
              <a:ext uri="{FF2B5EF4-FFF2-40B4-BE49-F238E27FC236}">
                <a16:creationId xmlns:a16="http://schemas.microsoft.com/office/drawing/2014/main" id="{A91787B1-6BB9-7879-F2DD-A4183F5E66E3}"/>
              </a:ext>
            </a:extLst>
          </p:cNvPr>
          <p:cNvSpPr/>
          <p:nvPr/>
        </p:nvSpPr>
        <p:spPr>
          <a:xfrm>
            <a:off x="2057759" y="68024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F94D9E9D-23A3-1607-F9F2-140522B87B39}"/>
              </a:ext>
            </a:extLst>
          </p:cNvPr>
          <p:cNvCxnSpPr>
            <a:cxnSpLocks/>
            <a:stCxn id="107" idx="2"/>
            <a:endCxn id="102" idx="0"/>
          </p:cNvCxnSpPr>
          <p:nvPr/>
        </p:nvCxnSpPr>
        <p:spPr>
          <a:xfrm flipH="1">
            <a:off x="500820" y="1170768"/>
            <a:ext cx="1944642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11">
            <a:extLst>
              <a:ext uri="{FF2B5EF4-FFF2-40B4-BE49-F238E27FC236}">
                <a16:creationId xmlns:a16="http://schemas.microsoft.com/office/drawing/2014/main" id="{9448085E-4523-6CB5-C595-17D7EFD11D8E}"/>
              </a:ext>
            </a:extLst>
          </p:cNvPr>
          <p:cNvSpPr/>
          <p:nvPr/>
        </p:nvSpPr>
        <p:spPr>
          <a:xfrm>
            <a:off x="1082056" y="351031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881FFB-DFE3-F9A9-7ECB-B003E187C2E5}"/>
              </a:ext>
            </a:extLst>
          </p:cNvPr>
          <p:cNvSpPr txBox="1"/>
          <p:nvPr/>
        </p:nvSpPr>
        <p:spPr>
          <a:xfrm>
            <a:off x="4219444" y="2084110"/>
            <a:ext cx="6631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Promote</a:t>
            </a:r>
            <a:endParaRPr kumimoji="1" lang="ko-KR" altLang="en-US" sz="800" i="1"/>
          </a:p>
        </p:txBody>
      </p:sp>
    </p:spTree>
    <p:extLst>
      <p:ext uri="{BB962C8B-B14F-4D97-AF65-F5344CB8AC3E}">
        <p14:creationId xmlns:p14="http://schemas.microsoft.com/office/powerpoint/2010/main" val="11999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42FE-49BD-582A-0C5E-E322E8B0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3BE9E898-5DBA-22FA-30E0-B237F41E7878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182BAAB0-B222-6F13-3531-5883B81521BF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36D8011-0F36-ADBB-16F0-2222FB611B66}"/>
              </a:ext>
            </a:extLst>
          </p:cNvPr>
          <p:cNvSpPr/>
          <p:nvPr/>
        </p:nvSpPr>
        <p:spPr>
          <a:xfrm>
            <a:off x="113121" y="14695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04634A8-80D8-1513-C173-397258954BE7}"/>
              </a:ext>
            </a:extLst>
          </p:cNvPr>
          <p:cNvSpPr/>
          <p:nvPr/>
        </p:nvSpPr>
        <p:spPr>
          <a:xfrm>
            <a:off x="114601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C1A773E-6456-6F81-2D60-C18A255E6F70}"/>
              </a:ext>
            </a:extLst>
          </p:cNvPr>
          <p:cNvSpPr/>
          <p:nvPr/>
        </p:nvSpPr>
        <p:spPr>
          <a:xfrm>
            <a:off x="1084637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5F0112F-5C7E-91FD-FBAF-A40BDDA8706A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00820" y="1162974"/>
            <a:ext cx="148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E11120F-4937-24F4-EF76-7C88C291AA54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500820" y="1162974"/>
            <a:ext cx="97152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CFB2AFB-D9CB-80F9-EC7B-C08275319E9B}"/>
              </a:ext>
            </a:extLst>
          </p:cNvPr>
          <p:cNvSpPr/>
          <p:nvPr/>
        </p:nvSpPr>
        <p:spPr>
          <a:xfrm>
            <a:off x="3206032" y="14695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B68C5DE-8837-E74D-396B-586C24A81663}"/>
              </a:ext>
            </a:extLst>
          </p:cNvPr>
          <p:cNvSpPr/>
          <p:nvPr/>
        </p:nvSpPr>
        <p:spPr>
          <a:xfrm>
            <a:off x="3205249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723B847-8CC6-6ED7-14AB-F592B7B88A91}"/>
              </a:ext>
            </a:extLst>
          </p:cNvPr>
          <p:cNvSpPr/>
          <p:nvPr/>
        </p:nvSpPr>
        <p:spPr>
          <a:xfrm>
            <a:off x="4170582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69AEEC0-88EB-8B88-B7A0-6F7A74B5FC72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162974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5C6A252-0F15-7F4E-3A28-6EA2C7E155FB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162974"/>
            <a:ext cx="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187FAB16-1DED-A37C-B2E4-B24C5E6C2061}"/>
              </a:ext>
            </a:extLst>
          </p:cNvPr>
          <p:cNvSpPr/>
          <p:nvPr/>
        </p:nvSpPr>
        <p:spPr>
          <a:xfrm>
            <a:off x="4170586" y="14695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BEA6B307-B581-F941-7651-3EB9F8B9BAD6}"/>
              </a:ext>
            </a:extLst>
          </p:cNvPr>
          <p:cNvSpPr/>
          <p:nvPr/>
        </p:nvSpPr>
        <p:spPr>
          <a:xfrm>
            <a:off x="3206032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365B4080-ECC7-B7D5-E5BF-21E4C8EC9A7E}"/>
              </a:ext>
            </a:extLst>
          </p:cNvPr>
          <p:cNvSpPr/>
          <p:nvPr/>
        </p:nvSpPr>
        <p:spPr>
          <a:xfrm>
            <a:off x="3205249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F4C97D6C-E1A4-EA84-A995-6DA814A8BDB9}"/>
              </a:ext>
            </a:extLst>
          </p:cNvPr>
          <p:cNvSpPr/>
          <p:nvPr/>
        </p:nvSpPr>
        <p:spPr>
          <a:xfrm>
            <a:off x="4175285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EB892FA-AFF9-CE35-FDBF-EFA8FE9AB585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>
            <a:off x="3592952" y="320354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0761DF6-0194-B2A1-83C5-546C07B4B6F8}"/>
              </a:ext>
            </a:extLst>
          </p:cNvPr>
          <p:cNvCxnSpPr>
            <a:cxnSpLocks/>
            <a:stCxn id="56" idx="2"/>
            <a:endCxn id="71" idx="0"/>
          </p:cNvCxnSpPr>
          <p:nvPr/>
        </p:nvCxnSpPr>
        <p:spPr>
          <a:xfrm flipH="1">
            <a:off x="4559885" y="3203549"/>
            <a:ext cx="3103" cy="122630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E4BEA0C1-D302-E54F-62DA-C0BB85C147BD}"/>
              </a:ext>
            </a:extLst>
          </p:cNvPr>
          <p:cNvSpPr/>
          <p:nvPr/>
        </p:nvSpPr>
        <p:spPr>
          <a:xfrm>
            <a:off x="2819739" y="122566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D28851C4-E037-3BCB-CD26-7436C47BFDF3}"/>
              </a:ext>
            </a:extLst>
          </p:cNvPr>
          <p:cNvSpPr/>
          <p:nvPr/>
        </p:nvSpPr>
        <p:spPr>
          <a:xfrm>
            <a:off x="2819739" y="327596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08D9557C-00FE-9817-E616-487C00E1F97B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4A552A-920B-FFD3-7D20-CDA095F16AD1}"/>
              </a:ext>
            </a:extLst>
          </p:cNvPr>
          <p:cNvSpPr txBox="1"/>
          <p:nvPr/>
        </p:nvSpPr>
        <p:spPr>
          <a:xfrm>
            <a:off x="2680627" y="1415437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6BAF32-0F97-67EE-727C-84F2D39D066E}"/>
              </a:ext>
            </a:extLst>
          </p:cNvPr>
          <p:cNvSpPr txBox="1"/>
          <p:nvPr/>
        </p:nvSpPr>
        <p:spPr>
          <a:xfrm>
            <a:off x="2682185" y="3457161"/>
            <a:ext cx="6599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Undo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E5EB2CD-6EBF-6D65-04D1-F6A198A396AE}"/>
              </a:ext>
            </a:extLst>
          </p:cNvPr>
          <p:cNvSpPr/>
          <p:nvPr/>
        </p:nvSpPr>
        <p:spPr>
          <a:xfrm>
            <a:off x="2057759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25DC225-F1FD-270E-DBCA-A7A6E11E3608}"/>
              </a:ext>
            </a:extLst>
          </p:cNvPr>
          <p:cNvCxnSpPr>
            <a:cxnSpLocks/>
            <a:stCxn id="17" idx="2"/>
            <a:endCxn id="2" idx="0"/>
          </p:cNvCxnSpPr>
          <p:nvPr/>
        </p:nvCxnSpPr>
        <p:spPr>
          <a:xfrm flipH="1">
            <a:off x="500820" y="1162974"/>
            <a:ext cx="1944642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AE9B68E-2954-C7D9-6144-DC2C4FC5829C}"/>
              </a:ext>
            </a:extLst>
          </p:cNvPr>
          <p:cNvSpPr/>
          <p:nvPr/>
        </p:nvSpPr>
        <p:spPr>
          <a:xfrm>
            <a:off x="5144542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4 : 1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6EAD7D4-18F7-E820-5AC0-C36A204FD45A}"/>
              </a:ext>
            </a:extLst>
          </p:cNvPr>
          <p:cNvCxnSpPr>
            <a:cxnSpLocks/>
            <a:stCxn id="24" idx="2"/>
            <a:endCxn id="37" idx="0"/>
          </p:cNvCxnSpPr>
          <p:nvPr/>
        </p:nvCxnSpPr>
        <p:spPr>
          <a:xfrm flipH="1">
            <a:off x="4558285" y="1162974"/>
            <a:ext cx="97396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AE31278-F2D9-D33B-CE68-DA40B699481A}"/>
              </a:ext>
            </a:extLst>
          </p:cNvPr>
          <p:cNvCxnSpPr>
            <a:cxnSpLocks/>
            <a:stCxn id="24" idx="2"/>
            <a:endCxn id="12" idx="0"/>
          </p:cNvCxnSpPr>
          <p:nvPr/>
        </p:nvCxnSpPr>
        <p:spPr>
          <a:xfrm flipH="1">
            <a:off x="3593731" y="1162974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5CD324CB-D3C6-DF60-1CCC-524FD8994693}"/>
              </a:ext>
            </a:extLst>
          </p:cNvPr>
          <p:cNvSpPr/>
          <p:nvPr/>
        </p:nvSpPr>
        <p:spPr>
          <a:xfrm>
            <a:off x="113904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609913E1-31A9-BB35-F93D-5B0ABD89A3D7}"/>
              </a:ext>
            </a:extLst>
          </p:cNvPr>
          <p:cNvSpPr/>
          <p:nvPr/>
        </p:nvSpPr>
        <p:spPr>
          <a:xfrm>
            <a:off x="113121" y="271302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7511CE3-6557-4DF6-D080-FD1BCBCF147F}"/>
              </a:ext>
            </a:extLst>
          </p:cNvPr>
          <p:cNvSpPr/>
          <p:nvPr/>
        </p:nvSpPr>
        <p:spPr>
          <a:xfrm>
            <a:off x="1078454" y="271302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D9760F7-E778-528A-A8FA-A754AB2471FB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500824" y="320354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08A4571-8A02-C919-644A-BDCCC58E4274}"/>
              </a:ext>
            </a:extLst>
          </p:cNvPr>
          <p:cNvCxnSpPr>
            <a:cxnSpLocks/>
            <a:stCxn id="34" idx="2"/>
            <a:endCxn id="46" idx="0"/>
          </p:cNvCxnSpPr>
          <p:nvPr/>
        </p:nvCxnSpPr>
        <p:spPr>
          <a:xfrm flipH="1">
            <a:off x="501603" y="3203549"/>
            <a:ext cx="964554" cy="122630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A26922E8-18F1-48ED-3372-CFAA79911F54}"/>
              </a:ext>
            </a:extLst>
          </p:cNvPr>
          <p:cNvSpPr/>
          <p:nvPr/>
        </p:nvSpPr>
        <p:spPr>
          <a:xfrm>
            <a:off x="2052414" y="271302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9C5824A-3A5C-99E2-C967-EAF3BC935BCD}"/>
              </a:ext>
            </a:extLst>
          </p:cNvPr>
          <p:cNvCxnSpPr>
            <a:cxnSpLocks/>
            <a:stCxn id="39" idx="2"/>
            <a:endCxn id="46" idx="0"/>
          </p:cNvCxnSpPr>
          <p:nvPr/>
        </p:nvCxnSpPr>
        <p:spPr>
          <a:xfrm flipH="1">
            <a:off x="501603" y="3203549"/>
            <a:ext cx="1938514" cy="122630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CDDD907-91DE-848B-8166-BF22A3DA1CF5}"/>
              </a:ext>
            </a:extLst>
          </p:cNvPr>
          <p:cNvCxnSpPr>
            <a:cxnSpLocks/>
            <a:stCxn id="39" idx="2"/>
            <a:endCxn id="32" idx="0"/>
          </p:cNvCxnSpPr>
          <p:nvPr/>
        </p:nvCxnSpPr>
        <p:spPr>
          <a:xfrm flipH="1">
            <a:off x="501603" y="3203549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3E31323C-0E5A-7D28-4D00-D4F616C4F48F}"/>
              </a:ext>
            </a:extLst>
          </p:cNvPr>
          <p:cNvSpPr/>
          <p:nvPr/>
        </p:nvSpPr>
        <p:spPr>
          <a:xfrm>
            <a:off x="2055004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F494AA2B-4069-A5CE-3C2C-626CB6A72DE3}"/>
              </a:ext>
            </a:extLst>
          </p:cNvPr>
          <p:cNvSpPr/>
          <p:nvPr/>
        </p:nvSpPr>
        <p:spPr>
          <a:xfrm>
            <a:off x="5144538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D424FBB-CE58-E397-C236-0D3BC59A1458}"/>
              </a:ext>
            </a:extLst>
          </p:cNvPr>
          <p:cNvSpPr/>
          <p:nvPr/>
        </p:nvSpPr>
        <p:spPr>
          <a:xfrm>
            <a:off x="6269786" y="14695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155E79A-9EA3-B32B-F71C-254E705E5C9F}"/>
              </a:ext>
            </a:extLst>
          </p:cNvPr>
          <p:cNvSpPr/>
          <p:nvPr/>
        </p:nvSpPr>
        <p:spPr>
          <a:xfrm>
            <a:off x="6269003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38E7A0A-896D-4D64-0716-396599D6BBCF}"/>
              </a:ext>
            </a:extLst>
          </p:cNvPr>
          <p:cNvSpPr/>
          <p:nvPr/>
        </p:nvSpPr>
        <p:spPr>
          <a:xfrm>
            <a:off x="7234336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C2AC68D-769C-0938-3ED2-A0E74C9FBF5A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6656706" y="1162974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506B110-CC04-1A1E-F4CF-D9E876674470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>
            <a:off x="7622039" y="1162974"/>
            <a:ext cx="976546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77D367B-23BA-4520-13D0-6C38906C0551}"/>
              </a:ext>
            </a:extLst>
          </p:cNvPr>
          <p:cNvSpPr/>
          <p:nvPr/>
        </p:nvSpPr>
        <p:spPr>
          <a:xfrm>
            <a:off x="7234340" y="14695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0D21332C-9F8A-FB3E-4300-6F975EDDE199}"/>
              </a:ext>
            </a:extLst>
          </p:cNvPr>
          <p:cNvSpPr/>
          <p:nvPr/>
        </p:nvSpPr>
        <p:spPr>
          <a:xfrm>
            <a:off x="8208296" y="6724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9AA76B8-3830-3F50-0651-0DE3845C32CB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>
            <a:off x="8595999" y="1162974"/>
            <a:ext cx="2586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0FF6E08-2421-CF5B-7D70-455A845AD7E9}"/>
              </a:ext>
            </a:extLst>
          </p:cNvPr>
          <p:cNvCxnSpPr>
            <a:cxnSpLocks/>
            <a:stCxn id="27" idx="2"/>
            <a:endCxn id="6" idx="0"/>
          </p:cNvCxnSpPr>
          <p:nvPr/>
        </p:nvCxnSpPr>
        <p:spPr>
          <a:xfrm flipH="1">
            <a:off x="6657485" y="1162974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791CA618-27D1-6328-548A-245503C090E7}"/>
              </a:ext>
            </a:extLst>
          </p:cNvPr>
          <p:cNvSpPr/>
          <p:nvPr/>
        </p:nvSpPr>
        <p:spPr>
          <a:xfrm>
            <a:off x="8210886" y="14695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42" name="오른쪽 화살표[R] 41">
            <a:extLst>
              <a:ext uri="{FF2B5EF4-FFF2-40B4-BE49-F238E27FC236}">
                <a16:creationId xmlns:a16="http://schemas.microsoft.com/office/drawing/2014/main" id="{4996FFF9-7B3B-C3D9-6C9B-D5B8E2624EEB}"/>
              </a:ext>
            </a:extLst>
          </p:cNvPr>
          <p:cNvSpPr/>
          <p:nvPr/>
        </p:nvSpPr>
        <p:spPr>
          <a:xfrm>
            <a:off x="5898365" y="122566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E74B12-B593-0930-5425-AF0739729ED7}"/>
              </a:ext>
            </a:extLst>
          </p:cNvPr>
          <p:cNvSpPr txBox="1"/>
          <p:nvPr/>
        </p:nvSpPr>
        <p:spPr>
          <a:xfrm>
            <a:off x="5752698" y="1415437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C6D6AE7E-752F-5D06-3E0E-C5FD386ABE9D}"/>
              </a:ext>
            </a:extLst>
          </p:cNvPr>
          <p:cNvSpPr/>
          <p:nvPr/>
        </p:nvSpPr>
        <p:spPr>
          <a:xfrm>
            <a:off x="113904" y="4429857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4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34038610-2762-0A52-80C2-6FF6C6A9B541}"/>
              </a:ext>
            </a:extLst>
          </p:cNvPr>
          <p:cNvSpPr/>
          <p:nvPr/>
        </p:nvSpPr>
        <p:spPr>
          <a:xfrm>
            <a:off x="3206540" y="4429857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4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BDBE992E-0503-186D-0C81-F74A36D0B75F}"/>
              </a:ext>
            </a:extLst>
          </p:cNvPr>
          <p:cNvSpPr/>
          <p:nvPr/>
        </p:nvSpPr>
        <p:spPr>
          <a:xfrm>
            <a:off x="4172186" y="4429857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5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C3A88D1E-7515-A0BC-EA9E-A9E5E856D716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 flipH="1">
            <a:off x="4559885" y="3203549"/>
            <a:ext cx="972356" cy="122630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B90F5F8-F6A5-48E7-6FA9-D120B4E26888}"/>
              </a:ext>
            </a:extLst>
          </p:cNvPr>
          <p:cNvCxnSpPr>
            <a:cxnSpLocks/>
            <a:stCxn id="69" idx="2"/>
            <a:endCxn id="54" idx="0"/>
          </p:cNvCxnSpPr>
          <p:nvPr/>
        </p:nvCxnSpPr>
        <p:spPr>
          <a:xfrm flipH="1">
            <a:off x="3593731" y="3203549"/>
            <a:ext cx="193851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2410AC50-D09C-4353-2F28-9B0B3CF9E428}"/>
              </a:ext>
            </a:extLst>
          </p:cNvPr>
          <p:cNvSpPr/>
          <p:nvPr/>
        </p:nvSpPr>
        <p:spPr>
          <a:xfrm>
            <a:off x="6269786" y="351012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F91721CA-330B-67E1-84C2-5BD3515B0D96}"/>
              </a:ext>
            </a:extLst>
          </p:cNvPr>
          <p:cNvSpPr/>
          <p:nvPr/>
        </p:nvSpPr>
        <p:spPr>
          <a:xfrm>
            <a:off x="6269003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92B2D0E1-4B5C-95B0-1E8F-497302F05800}"/>
              </a:ext>
            </a:extLst>
          </p:cNvPr>
          <p:cNvSpPr/>
          <p:nvPr/>
        </p:nvSpPr>
        <p:spPr>
          <a:xfrm>
            <a:off x="7239039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BFE98D8B-17EF-B3DF-724E-E943518B3BBA}"/>
              </a:ext>
            </a:extLst>
          </p:cNvPr>
          <p:cNvCxnSpPr>
            <a:cxnSpLocks/>
            <a:stCxn id="88" idx="2"/>
            <a:endCxn id="87" idx="0"/>
          </p:cNvCxnSpPr>
          <p:nvPr/>
        </p:nvCxnSpPr>
        <p:spPr>
          <a:xfrm>
            <a:off x="6656706" y="320354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9D03E13-3881-2945-87D3-F367E7974C1C}"/>
              </a:ext>
            </a:extLst>
          </p:cNvPr>
          <p:cNvCxnSpPr>
            <a:cxnSpLocks/>
            <a:stCxn id="89" idx="2"/>
            <a:endCxn id="87" idx="0"/>
          </p:cNvCxnSpPr>
          <p:nvPr/>
        </p:nvCxnSpPr>
        <p:spPr>
          <a:xfrm flipH="1">
            <a:off x="6657485" y="3203549"/>
            <a:ext cx="96925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F2B37202-69FB-86E5-C964-F3E0053B5CBB}"/>
              </a:ext>
            </a:extLst>
          </p:cNvPr>
          <p:cNvSpPr/>
          <p:nvPr/>
        </p:nvSpPr>
        <p:spPr>
          <a:xfrm>
            <a:off x="8208292" y="271302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221ACD00-0441-86ED-9E1C-3189095CB4BB}"/>
              </a:ext>
            </a:extLst>
          </p:cNvPr>
          <p:cNvSpPr/>
          <p:nvPr/>
        </p:nvSpPr>
        <p:spPr>
          <a:xfrm>
            <a:off x="6270294" y="4429857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4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4207DBF7-ADB6-86D0-C4EF-3FFEF7312579}"/>
              </a:ext>
            </a:extLst>
          </p:cNvPr>
          <p:cNvSpPr/>
          <p:nvPr/>
        </p:nvSpPr>
        <p:spPr>
          <a:xfrm>
            <a:off x="7235940" y="4429857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5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FAB4EEC8-0E15-19AC-B6C0-7B12AFB45320}"/>
              </a:ext>
            </a:extLst>
          </p:cNvPr>
          <p:cNvCxnSpPr>
            <a:cxnSpLocks/>
            <a:stCxn id="92" idx="2"/>
            <a:endCxn id="87" idx="0"/>
          </p:cNvCxnSpPr>
          <p:nvPr/>
        </p:nvCxnSpPr>
        <p:spPr>
          <a:xfrm flipH="1">
            <a:off x="6657485" y="3203549"/>
            <a:ext cx="193851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오른쪽 화살표[R] 101">
            <a:extLst>
              <a:ext uri="{FF2B5EF4-FFF2-40B4-BE49-F238E27FC236}">
                <a16:creationId xmlns:a16="http://schemas.microsoft.com/office/drawing/2014/main" id="{47B0F166-B891-5860-BA66-F582DEB71C63}"/>
              </a:ext>
            </a:extLst>
          </p:cNvPr>
          <p:cNvSpPr/>
          <p:nvPr/>
        </p:nvSpPr>
        <p:spPr>
          <a:xfrm rot="10568283">
            <a:off x="2901250" y="2229717"/>
            <a:ext cx="3314069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B6B0244-2C0A-E38F-15ED-CB69944A144B}"/>
              </a:ext>
            </a:extLst>
          </p:cNvPr>
          <p:cNvSpPr txBox="1"/>
          <p:nvPr/>
        </p:nvSpPr>
        <p:spPr>
          <a:xfrm>
            <a:off x="4219444" y="2084110"/>
            <a:ext cx="6631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Undo</a:t>
            </a:r>
            <a:endParaRPr kumimoji="1" lang="ko-KR" altLang="en-US" sz="800" i="1"/>
          </a:p>
        </p:txBody>
      </p:sp>
      <p:sp>
        <p:nvSpPr>
          <p:cNvPr id="106" name="오른쪽 화살표[R] 105">
            <a:extLst>
              <a:ext uri="{FF2B5EF4-FFF2-40B4-BE49-F238E27FC236}">
                <a16:creationId xmlns:a16="http://schemas.microsoft.com/office/drawing/2014/main" id="{0BFB1497-B5AB-CA61-6895-699EF9263D32}"/>
              </a:ext>
            </a:extLst>
          </p:cNvPr>
          <p:cNvSpPr/>
          <p:nvPr/>
        </p:nvSpPr>
        <p:spPr>
          <a:xfrm>
            <a:off x="5898365" y="327596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7FC30A4-63D1-2313-C4A8-72944D8BA364}"/>
              </a:ext>
            </a:extLst>
          </p:cNvPr>
          <p:cNvSpPr txBox="1"/>
          <p:nvPr/>
        </p:nvSpPr>
        <p:spPr>
          <a:xfrm>
            <a:off x="5752698" y="3465737"/>
            <a:ext cx="6631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Abort</a:t>
            </a:r>
            <a:endParaRPr kumimoji="1" lang="ko-KR" altLang="en-US" sz="800" i="1"/>
          </a:p>
        </p:txBody>
      </p:sp>
    </p:spTree>
    <p:extLst>
      <p:ext uri="{BB962C8B-B14F-4D97-AF65-F5344CB8AC3E}">
        <p14:creationId xmlns:p14="http://schemas.microsoft.com/office/powerpoint/2010/main" val="33979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6FF0-04F9-E850-E277-7E6D1FF6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DBA744CB-EC47-C300-B3BB-C37F31A7A334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E9C8D4DA-C269-0A0C-AEEC-57501B6BB23D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B11ACF0-EA01-9CD2-194F-2BB41A67D01A}"/>
              </a:ext>
            </a:extLst>
          </p:cNvPr>
          <p:cNvSpPr/>
          <p:nvPr/>
        </p:nvSpPr>
        <p:spPr>
          <a:xfrm>
            <a:off x="113121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F3436BE-3DF6-A9AB-E7CF-6A5C3BF502DA}"/>
              </a:ext>
            </a:extLst>
          </p:cNvPr>
          <p:cNvSpPr/>
          <p:nvPr/>
        </p:nvSpPr>
        <p:spPr>
          <a:xfrm>
            <a:off x="114601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16135B6B-7273-8913-7886-FA0BF27B9B15}"/>
              </a:ext>
            </a:extLst>
          </p:cNvPr>
          <p:cNvSpPr/>
          <p:nvPr/>
        </p:nvSpPr>
        <p:spPr>
          <a:xfrm>
            <a:off x="1084637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8BEAC82-DE75-521E-43B7-546619702512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00820" y="1175681"/>
            <a:ext cx="148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B8AA0EA-E3AC-E2BE-9A81-829F34B3DC26}"/>
              </a:ext>
            </a:extLst>
          </p:cNvPr>
          <p:cNvSpPr/>
          <p:nvPr/>
        </p:nvSpPr>
        <p:spPr>
          <a:xfrm>
            <a:off x="3206032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F495EDC-6557-88A6-FAC6-D14BDA898E84}"/>
              </a:ext>
            </a:extLst>
          </p:cNvPr>
          <p:cNvSpPr/>
          <p:nvPr/>
        </p:nvSpPr>
        <p:spPr>
          <a:xfrm>
            <a:off x="320524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DF40D1F-5B62-4F31-F4FF-D086FDDB82A2}"/>
              </a:ext>
            </a:extLst>
          </p:cNvPr>
          <p:cNvSpPr/>
          <p:nvPr/>
        </p:nvSpPr>
        <p:spPr>
          <a:xfrm>
            <a:off x="417058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CAC0404-6DA5-0379-0620-BB47768F6700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175681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F7586FA-810B-9792-E93C-E090937F9CB2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175681"/>
            <a:ext cx="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0AB0F020-D541-833A-1949-3EBC4BBBA499}"/>
              </a:ext>
            </a:extLst>
          </p:cNvPr>
          <p:cNvSpPr/>
          <p:nvPr/>
        </p:nvSpPr>
        <p:spPr>
          <a:xfrm>
            <a:off x="4170586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767194D9-C8D2-C379-4C76-AE42472629EA}"/>
              </a:ext>
            </a:extLst>
          </p:cNvPr>
          <p:cNvSpPr/>
          <p:nvPr/>
        </p:nvSpPr>
        <p:spPr>
          <a:xfrm>
            <a:off x="320603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300833D9-CE3D-C59F-241D-60BBDBE01A47}"/>
              </a:ext>
            </a:extLst>
          </p:cNvPr>
          <p:cNvSpPr/>
          <p:nvPr/>
        </p:nvSpPr>
        <p:spPr>
          <a:xfrm>
            <a:off x="3205249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512AE878-54BB-3CC8-7510-F5D27EF681F1}"/>
              </a:ext>
            </a:extLst>
          </p:cNvPr>
          <p:cNvSpPr/>
          <p:nvPr/>
        </p:nvSpPr>
        <p:spPr>
          <a:xfrm>
            <a:off x="4175285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4F43F69-9D35-F65E-FB06-F057E41DD1AC}"/>
              </a:ext>
            </a:extLst>
          </p:cNvPr>
          <p:cNvCxnSpPr>
            <a:cxnSpLocks/>
            <a:stCxn id="55" idx="2"/>
            <a:endCxn id="86" idx="0"/>
          </p:cNvCxnSpPr>
          <p:nvPr/>
        </p:nvCxnSpPr>
        <p:spPr>
          <a:xfrm>
            <a:off x="3592952" y="3205679"/>
            <a:ext cx="965333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7F1F9FB-6951-2655-AF3C-10D0991E496F}"/>
              </a:ext>
            </a:extLst>
          </p:cNvPr>
          <p:cNvCxnSpPr>
            <a:cxnSpLocks/>
            <a:stCxn id="56" idx="2"/>
            <a:endCxn id="86" idx="0"/>
          </p:cNvCxnSpPr>
          <p:nvPr/>
        </p:nvCxnSpPr>
        <p:spPr>
          <a:xfrm flipH="1">
            <a:off x="4558285" y="3205679"/>
            <a:ext cx="470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BE4F721A-21D7-CBFB-43F0-EA4EAA826A81}"/>
              </a:ext>
            </a:extLst>
          </p:cNvPr>
          <p:cNvSpPr/>
          <p:nvPr/>
        </p:nvSpPr>
        <p:spPr>
          <a:xfrm>
            <a:off x="2819739" y="1238371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2E7DBD1D-63F8-BA3B-83E6-37C158978A34}"/>
              </a:ext>
            </a:extLst>
          </p:cNvPr>
          <p:cNvSpPr/>
          <p:nvPr/>
        </p:nvSpPr>
        <p:spPr>
          <a:xfrm>
            <a:off x="2819739" y="327809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00BDC784-1C82-363B-6F30-2EC109CD2190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0952FD-488E-621F-622D-B0B2EB1FB6D8}"/>
              </a:ext>
            </a:extLst>
          </p:cNvPr>
          <p:cNvSpPr txBox="1"/>
          <p:nvPr/>
        </p:nvSpPr>
        <p:spPr>
          <a:xfrm>
            <a:off x="2680627" y="1428144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AD05E9-F328-4117-25B3-4084F70B0A5F}"/>
              </a:ext>
            </a:extLst>
          </p:cNvPr>
          <p:cNvSpPr txBox="1"/>
          <p:nvPr/>
        </p:nvSpPr>
        <p:spPr>
          <a:xfrm>
            <a:off x="2682185" y="3459291"/>
            <a:ext cx="6599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Undo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E67ACA5-2EC6-01EC-F567-013DED52EFB1}"/>
              </a:ext>
            </a:extLst>
          </p:cNvPr>
          <p:cNvSpPr/>
          <p:nvPr/>
        </p:nvSpPr>
        <p:spPr>
          <a:xfrm>
            <a:off x="205775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8B12ACF3-1E26-BA4B-C9DA-4A1576EE306A}"/>
              </a:ext>
            </a:extLst>
          </p:cNvPr>
          <p:cNvSpPr/>
          <p:nvPr/>
        </p:nvSpPr>
        <p:spPr>
          <a:xfrm>
            <a:off x="514454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4 : 1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4F7505C5-D4A7-5048-D4D5-CE3A74183212}"/>
              </a:ext>
            </a:extLst>
          </p:cNvPr>
          <p:cNvSpPr/>
          <p:nvPr/>
        </p:nvSpPr>
        <p:spPr>
          <a:xfrm>
            <a:off x="113904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C692B7AC-5F7C-1A56-B9A2-3596A0E2BB9D}"/>
              </a:ext>
            </a:extLst>
          </p:cNvPr>
          <p:cNvSpPr/>
          <p:nvPr/>
        </p:nvSpPr>
        <p:spPr>
          <a:xfrm>
            <a:off x="113121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97918403-E745-4BA0-1A33-A210EEA7602C}"/>
              </a:ext>
            </a:extLst>
          </p:cNvPr>
          <p:cNvSpPr/>
          <p:nvPr/>
        </p:nvSpPr>
        <p:spPr>
          <a:xfrm>
            <a:off x="107845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6114189-945C-2CBF-98D2-F18F75A65DD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500824" y="320567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5B189219-9EC2-ACDD-3BF6-67E8EAC9D819}"/>
              </a:ext>
            </a:extLst>
          </p:cNvPr>
          <p:cNvSpPr/>
          <p:nvPr/>
        </p:nvSpPr>
        <p:spPr>
          <a:xfrm>
            <a:off x="205241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3 : 2</a:t>
            </a: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B43FA3A5-1066-6B3A-0837-76C03FE0AAB2}"/>
              </a:ext>
            </a:extLst>
          </p:cNvPr>
          <p:cNvSpPr/>
          <p:nvPr/>
        </p:nvSpPr>
        <p:spPr>
          <a:xfrm>
            <a:off x="5144538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2BC6C889-0D51-B068-7952-B79864659337}"/>
              </a:ext>
            </a:extLst>
          </p:cNvPr>
          <p:cNvCxnSpPr>
            <a:stCxn id="17" idx="0"/>
            <a:endCxn id="3" idx="0"/>
          </p:cNvCxnSpPr>
          <p:nvPr/>
        </p:nvCxnSpPr>
        <p:spPr>
          <a:xfrm rot="16200000" flipV="1">
            <a:off x="1473883" y="-286421"/>
            <a:ext cx="12700" cy="194315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[E] 44">
            <a:extLst>
              <a:ext uri="{FF2B5EF4-FFF2-40B4-BE49-F238E27FC236}">
                <a16:creationId xmlns:a16="http://schemas.microsoft.com/office/drawing/2014/main" id="{FB6720B9-204E-A016-999B-33334EE2EED1}"/>
              </a:ext>
            </a:extLst>
          </p:cNvPr>
          <p:cNvCxnSpPr>
            <a:cxnSpLocks/>
            <a:stCxn id="24" idx="0"/>
            <a:endCxn id="13" idx="0"/>
          </p:cNvCxnSpPr>
          <p:nvPr/>
        </p:nvCxnSpPr>
        <p:spPr>
          <a:xfrm rot="16200000" flipV="1">
            <a:off x="4562599" y="-28448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FCC6743F-31D3-2DC4-0EA5-A726E95BC173}"/>
              </a:ext>
            </a:extLst>
          </p:cNvPr>
          <p:cNvCxnSpPr>
            <a:cxnSpLocks/>
            <a:stCxn id="24" idx="0"/>
            <a:endCxn id="14" idx="0"/>
          </p:cNvCxnSpPr>
          <p:nvPr/>
        </p:nvCxnSpPr>
        <p:spPr>
          <a:xfrm rot="16200000" flipV="1">
            <a:off x="5045265" y="198178"/>
            <a:ext cx="12700" cy="973960"/>
          </a:xfrm>
          <a:prstGeom prst="bentConnector3">
            <a:avLst>
              <a:gd name="adj1" fmla="val 180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3AF0616-0DD7-8A1F-349E-F6F9BA7C4A10}"/>
              </a:ext>
            </a:extLst>
          </p:cNvPr>
          <p:cNvSpPr txBox="1"/>
          <p:nvPr/>
        </p:nvSpPr>
        <p:spPr>
          <a:xfrm>
            <a:off x="2680627" y="2566540"/>
            <a:ext cx="6631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Promote</a:t>
            </a:r>
            <a:endParaRPr kumimoji="1" lang="ko-KR" altLang="en-US" sz="800" i="1"/>
          </a:p>
        </p:txBody>
      </p:sp>
      <p:sp>
        <p:nvSpPr>
          <p:cNvPr id="60" name="오른쪽 화살표[R] 59">
            <a:extLst>
              <a:ext uri="{FF2B5EF4-FFF2-40B4-BE49-F238E27FC236}">
                <a16:creationId xmlns:a16="http://schemas.microsoft.com/office/drawing/2014/main" id="{2AFA1E44-D4A4-D3A1-3A9E-5721987B6978}"/>
              </a:ext>
            </a:extLst>
          </p:cNvPr>
          <p:cNvSpPr/>
          <p:nvPr/>
        </p:nvSpPr>
        <p:spPr>
          <a:xfrm rot="8100000">
            <a:off x="2819426" y="2337135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5886A449-21D5-B6D2-F72E-AE083E06E584}"/>
              </a:ext>
            </a:extLst>
          </p:cNvPr>
          <p:cNvCxnSpPr>
            <a:cxnSpLocks/>
            <a:stCxn id="39" idx="0"/>
            <a:endCxn id="33" idx="0"/>
          </p:cNvCxnSpPr>
          <p:nvPr/>
        </p:nvCxnSpPr>
        <p:spPr>
          <a:xfrm rot="16200000" flipV="1">
            <a:off x="1470471" y="174550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43DD56CC-1A4E-4BEF-325D-7F78FD3AEEED}"/>
              </a:ext>
            </a:extLst>
          </p:cNvPr>
          <p:cNvSpPr/>
          <p:nvPr/>
        </p:nvSpPr>
        <p:spPr>
          <a:xfrm>
            <a:off x="107846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2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78" name="꺾인 연결선[E] 77">
            <a:extLst>
              <a:ext uri="{FF2B5EF4-FFF2-40B4-BE49-F238E27FC236}">
                <a16:creationId xmlns:a16="http://schemas.microsoft.com/office/drawing/2014/main" id="{8FF75475-F7E9-1EEB-F88F-C4D21249BEA9}"/>
              </a:ext>
            </a:extLst>
          </p:cNvPr>
          <p:cNvCxnSpPr>
            <a:cxnSpLocks/>
            <a:stCxn id="39" idx="0"/>
            <a:endCxn id="34" idx="0"/>
          </p:cNvCxnSpPr>
          <p:nvPr/>
        </p:nvCxnSpPr>
        <p:spPr>
          <a:xfrm rot="16200000" flipV="1">
            <a:off x="1953137" y="2228176"/>
            <a:ext cx="12700" cy="97396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CB71F0F-7DAE-97CC-CC39-39B19164C648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1466157" y="3205679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A489E566-9110-E975-D941-03A1F0041320}"/>
              </a:ext>
            </a:extLst>
          </p:cNvPr>
          <p:cNvSpPr/>
          <p:nvPr/>
        </p:nvSpPr>
        <p:spPr>
          <a:xfrm>
            <a:off x="4170586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5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CA0F92C0-3E02-29C4-5EB6-6E329C614766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500820" y="1175681"/>
            <a:ext cx="97152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865D1890-2D43-62E6-D0BA-1E7EAFF61EF3}"/>
              </a:ext>
            </a:extLst>
          </p:cNvPr>
          <p:cNvCxnSpPr>
            <a:cxnSpLocks/>
            <a:stCxn id="69" idx="0"/>
            <a:endCxn id="56" idx="0"/>
          </p:cNvCxnSpPr>
          <p:nvPr/>
        </p:nvCxnSpPr>
        <p:spPr>
          <a:xfrm rot="16200000" flipV="1">
            <a:off x="5047615" y="2230528"/>
            <a:ext cx="12700" cy="96925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56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3AF3-8B5A-744D-B8BC-A237D79A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09399B9A-C8D7-57AA-A166-9D009571CF60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8F347531-E9E9-15E1-FE73-C020CDEC728C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5B8C16C9-BAC1-63BA-59CC-5A733A2875FD}"/>
              </a:ext>
            </a:extLst>
          </p:cNvPr>
          <p:cNvSpPr/>
          <p:nvPr/>
        </p:nvSpPr>
        <p:spPr>
          <a:xfrm>
            <a:off x="113121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DCED51D-612E-0111-4205-0C3BBCF9CDEE}"/>
              </a:ext>
            </a:extLst>
          </p:cNvPr>
          <p:cNvSpPr/>
          <p:nvPr/>
        </p:nvSpPr>
        <p:spPr>
          <a:xfrm>
            <a:off x="114601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077FBD3-F014-7F77-8DE5-305113B800DC}"/>
              </a:ext>
            </a:extLst>
          </p:cNvPr>
          <p:cNvSpPr/>
          <p:nvPr/>
        </p:nvSpPr>
        <p:spPr>
          <a:xfrm>
            <a:off x="1084637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E01C92A-5C56-7275-2CCE-3183F7AA7877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00820" y="1175681"/>
            <a:ext cx="148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098333C-B9EA-4B5B-54E8-4766F21D2D6C}"/>
              </a:ext>
            </a:extLst>
          </p:cNvPr>
          <p:cNvSpPr/>
          <p:nvPr/>
        </p:nvSpPr>
        <p:spPr>
          <a:xfrm>
            <a:off x="3206032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5733C53-6624-82B4-5EBA-ADDBE42E233B}"/>
              </a:ext>
            </a:extLst>
          </p:cNvPr>
          <p:cNvSpPr/>
          <p:nvPr/>
        </p:nvSpPr>
        <p:spPr>
          <a:xfrm>
            <a:off x="320524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7FD53D5-255C-700A-0830-74D2E08C086C}"/>
              </a:ext>
            </a:extLst>
          </p:cNvPr>
          <p:cNvSpPr/>
          <p:nvPr/>
        </p:nvSpPr>
        <p:spPr>
          <a:xfrm>
            <a:off x="417058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342F161-F124-72FA-EB60-7756A82A7C7A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175681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03E4ABD-71D7-74F0-43EA-B2C798D7D48A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175681"/>
            <a:ext cx="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5E04585F-3E97-D6A5-6340-B28C6C2C08E6}"/>
              </a:ext>
            </a:extLst>
          </p:cNvPr>
          <p:cNvSpPr/>
          <p:nvPr/>
        </p:nvSpPr>
        <p:spPr>
          <a:xfrm>
            <a:off x="4170586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2EC23A2-CAA6-9E25-09D4-9556CA56D641}"/>
              </a:ext>
            </a:extLst>
          </p:cNvPr>
          <p:cNvSpPr/>
          <p:nvPr/>
        </p:nvSpPr>
        <p:spPr>
          <a:xfrm>
            <a:off x="320603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BEB03C8E-175D-EB2A-BE71-C4349A3BB84F}"/>
              </a:ext>
            </a:extLst>
          </p:cNvPr>
          <p:cNvSpPr/>
          <p:nvPr/>
        </p:nvSpPr>
        <p:spPr>
          <a:xfrm>
            <a:off x="3205249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90DABE72-E8E3-5C8C-DB5C-7E3386A1AC9A}"/>
              </a:ext>
            </a:extLst>
          </p:cNvPr>
          <p:cNvSpPr/>
          <p:nvPr/>
        </p:nvSpPr>
        <p:spPr>
          <a:xfrm>
            <a:off x="4175285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D9B6AED-F783-EB57-8330-A6FE8791B29C}"/>
              </a:ext>
            </a:extLst>
          </p:cNvPr>
          <p:cNvCxnSpPr>
            <a:cxnSpLocks/>
            <a:stCxn id="55" idx="2"/>
            <a:endCxn id="86" idx="0"/>
          </p:cNvCxnSpPr>
          <p:nvPr/>
        </p:nvCxnSpPr>
        <p:spPr>
          <a:xfrm>
            <a:off x="3592952" y="3205679"/>
            <a:ext cx="965333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883B0F3-CBA6-0BDB-CF7A-BD3D5BA26E94}"/>
              </a:ext>
            </a:extLst>
          </p:cNvPr>
          <p:cNvCxnSpPr>
            <a:cxnSpLocks/>
            <a:stCxn id="56" idx="2"/>
            <a:endCxn id="86" idx="0"/>
          </p:cNvCxnSpPr>
          <p:nvPr/>
        </p:nvCxnSpPr>
        <p:spPr>
          <a:xfrm flipH="1">
            <a:off x="4558285" y="3205679"/>
            <a:ext cx="470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A6CD6D92-A110-8456-25DB-BDCD61FD7BA1}"/>
              </a:ext>
            </a:extLst>
          </p:cNvPr>
          <p:cNvSpPr/>
          <p:nvPr/>
        </p:nvSpPr>
        <p:spPr>
          <a:xfrm>
            <a:off x="2819739" y="1238371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A39A2093-866E-7F3B-CCAC-CE7FA7F8F923}"/>
              </a:ext>
            </a:extLst>
          </p:cNvPr>
          <p:cNvSpPr/>
          <p:nvPr/>
        </p:nvSpPr>
        <p:spPr>
          <a:xfrm>
            <a:off x="2819739" y="327809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75934B20-95F4-FA28-C692-51970E94A514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D1187E5-612B-1EBA-A05F-DF6AF25EC6EE}"/>
              </a:ext>
            </a:extLst>
          </p:cNvPr>
          <p:cNvSpPr txBox="1"/>
          <p:nvPr/>
        </p:nvSpPr>
        <p:spPr>
          <a:xfrm>
            <a:off x="2680627" y="1428144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678361-A0E7-B1AA-7CA1-7101830945E4}"/>
              </a:ext>
            </a:extLst>
          </p:cNvPr>
          <p:cNvSpPr txBox="1"/>
          <p:nvPr/>
        </p:nvSpPr>
        <p:spPr>
          <a:xfrm>
            <a:off x="2620594" y="3459291"/>
            <a:ext cx="783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Retry &amp;</a:t>
            </a:r>
          </a:p>
          <a:p>
            <a:pPr algn="ctr"/>
            <a:r>
              <a:rPr kumimoji="1" lang="en-US" altLang="ko-KR" sz="800" i="1"/>
              <a:t>Successful</a:t>
            </a:r>
          </a:p>
          <a:p>
            <a:pPr algn="ctr"/>
            <a:r>
              <a:rPr kumimoji="1" lang="en-US" altLang="ko-KR" sz="800" i="1"/>
              <a:t>Promotion</a:t>
            </a:r>
            <a:endParaRPr kumimoji="1" lang="ko-KR" altLang="en-US" sz="800" i="1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444C17EB-1CE5-016B-9D21-36861AD2BA2E}"/>
              </a:ext>
            </a:extLst>
          </p:cNvPr>
          <p:cNvSpPr/>
          <p:nvPr/>
        </p:nvSpPr>
        <p:spPr>
          <a:xfrm>
            <a:off x="205775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88309405-76AA-9736-AA13-5125DF90316A}"/>
              </a:ext>
            </a:extLst>
          </p:cNvPr>
          <p:cNvSpPr/>
          <p:nvPr/>
        </p:nvSpPr>
        <p:spPr>
          <a:xfrm>
            <a:off x="514454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4 : 1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F2CF97BF-71B3-061E-6C24-85707EA6232D}"/>
              </a:ext>
            </a:extLst>
          </p:cNvPr>
          <p:cNvSpPr/>
          <p:nvPr/>
        </p:nvSpPr>
        <p:spPr>
          <a:xfrm>
            <a:off x="113904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A2730B76-0C73-0926-191E-0F08A06CC343}"/>
              </a:ext>
            </a:extLst>
          </p:cNvPr>
          <p:cNvSpPr/>
          <p:nvPr/>
        </p:nvSpPr>
        <p:spPr>
          <a:xfrm>
            <a:off x="113121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05076906-2DE6-030B-FE2C-6C237EDC9824}"/>
              </a:ext>
            </a:extLst>
          </p:cNvPr>
          <p:cNvSpPr/>
          <p:nvPr/>
        </p:nvSpPr>
        <p:spPr>
          <a:xfrm>
            <a:off x="107845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93C0B8F-05CA-3998-7333-9C359D98D6DD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500824" y="320567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36B3F1F1-4D95-8AF4-EED6-0218E92E3CCB}"/>
              </a:ext>
            </a:extLst>
          </p:cNvPr>
          <p:cNvSpPr/>
          <p:nvPr/>
        </p:nvSpPr>
        <p:spPr>
          <a:xfrm>
            <a:off x="205241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7D9EC545-1B61-D5BE-A22F-B07B5C360505}"/>
              </a:ext>
            </a:extLst>
          </p:cNvPr>
          <p:cNvSpPr/>
          <p:nvPr/>
        </p:nvSpPr>
        <p:spPr>
          <a:xfrm>
            <a:off x="5144538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3D6AAA11-CACB-3810-3243-B243352333E8}"/>
              </a:ext>
            </a:extLst>
          </p:cNvPr>
          <p:cNvCxnSpPr>
            <a:stCxn id="17" idx="0"/>
            <a:endCxn id="3" idx="0"/>
          </p:cNvCxnSpPr>
          <p:nvPr/>
        </p:nvCxnSpPr>
        <p:spPr>
          <a:xfrm rot="16200000" flipV="1">
            <a:off x="1473883" y="-286421"/>
            <a:ext cx="12700" cy="194315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[E] 44">
            <a:extLst>
              <a:ext uri="{FF2B5EF4-FFF2-40B4-BE49-F238E27FC236}">
                <a16:creationId xmlns:a16="http://schemas.microsoft.com/office/drawing/2014/main" id="{ED7A7E96-4F4E-B999-E442-DAC800EDC844}"/>
              </a:ext>
            </a:extLst>
          </p:cNvPr>
          <p:cNvCxnSpPr>
            <a:cxnSpLocks/>
            <a:stCxn id="24" idx="0"/>
            <a:endCxn id="13" idx="0"/>
          </p:cNvCxnSpPr>
          <p:nvPr/>
        </p:nvCxnSpPr>
        <p:spPr>
          <a:xfrm rot="16200000" flipV="1">
            <a:off x="4562599" y="-28448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6996A6AE-7A57-C7C9-117B-76B3A6B5AD9D}"/>
              </a:ext>
            </a:extLst>
          </p:cNvPr>
          <p:cNvCxnSpPr>
            <a:cxnSpLocks/>
            <a:stCxn id="24" idx="0"/>
            <a:endCxn id="14" idx="0"/>
          </p:cNvCxnSpPr>
          <p:nvPr/>
        </p:nvCxnSpPr>
        <p:spPr>
          <a:xfrm rot="16200000" flipV="1">
            <a:off x="5045265" y="198178"/>
            <a:ext cx="12700" cy="97396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354C26D2-2BAE-4488-8588-B9BFE65CFEA2}"/>
              </a:ext>
            </a:extLst>
          </p:cNvPr>
          <p:cNvCxnSpPr>
            <a:cxnSpLocks/>
            <a:stCxn id="39" idx="0"/>
            <a:endCxn id="33" idx="0"/>
          </p:cNvCxnSpPr>
          <p:nvPr/>
        </p:nvCxnSpPr>
        <p:spPr>
          <a:xfrm rot="16200000" flipV="1">
            <a:off x="1470471" y="174550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6967FCA0-2099-5C16-A634-9F97D72EEB21}"/>
              </a:ext>
            </a:extLst>
          </p:cNvPr>
          <p:cNvSpPr/>
          <p:nvPr/>
        </p:nvSpPr>
        <p:spPr>
          <a:xfrm>
            <a:off x="107846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FD7DCFC-782D-DD01-F409-8F8636DF803F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1466157" y="3205679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835EACBD-4713-26EC-9FA4-275FE66F5E82}"/>
              </a:ext>
            </a:extLst>
          </p:cNvPr>
          <p:cNvSpPr/>
          <p:nvPr/>
        </p:nvSpPr>
        <p:spPr>
          <a:xfrm>
            <a:off x="4170586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5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ACADA223-0138-219F-CE88-64C88C0E3EEF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500820" y="1175681"/>
            <a:ext cx="97152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9AA3CE81-BDC4-1A03-5D73-FA97D6D72B76}"/>
              </a:ext>
            </a:extLst>
          </p:cNvPr>
          <p:cNvCxnSpPr>
            <a:cxnSpLocks/>
            <a:stCxn id="69" idx="0"/>
            <a:endCxn id="55" idx="0"/>
          </p:cNvCxnSpPr>
          <p:nvPr/>
        </p:nvCxnSpPr>
        <p:spPr>
          <a:xfrm rot="16200000" flipV="1">
            <a:off x="4562597" y="1745510"/>
            <a:ext cx="12700" cy="1939289"/>
          </a:xfrm>
          <a:prstGeom prst="bentConnector3">
            <a:avLst>
              <a:gd name="adj1" fmla="val 180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958F8B2-FDE0-C91D-2354-2022D54F8A94}"/>
              </a:ext>
            </a:extLst>
          </p:cNvPr>
          <p:cNvSpPr txBox="1"/>
          <p:nvPr/>
        </p:nvSpPr>
        <p:spPr>
          <a:xfrm>
            <a:off x="2620594" y="2566540"/>
            <a:ext cx="783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Failed</a:t>
            </a:r>
          </a:p>
          <a:p>
            <a:pPr algn="ctr"/>
            <a:r>
              <a:rPr kumimoji="1" lang="en-US" altLang="ko-KR" sz="800" i="1"/>
              <a:t>Promotion</a:t>
            </a:r>
            <a:endParaRPr kumimoji="1" lang="ko-KR" altLang="en-US" sz="800" i="1"/>
          </a:p>
        </p:txBody>
      </p:sp>
      <p:sp>
        <p:nvSpPr>
          <p:cNvPr id="38" name="오른쪽 화살표[R] 37">
            <a:extLst>
              <a:ext uri="{FF2B5EF4-FFF2-40B4-BE49-F238E27FC236}">
                <a16:creationId xmlns:a16="http://schemas.microsoft.com/office/drawing/2014/main" id="{4426C07A-E101-0B29-2922-94D0D1DEA416}"/>
              </a:ext>
            </a:extLst>
          </p:cNvPr>
          <p:cNvSpPr/>
          <p:nvPr/>
        </p:nvSpPr>
        <p:spPr>
          <a:xfrm rot="8100000">
            <a:off x="2819426" y="2337135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B4B44394-2552-099A-CD7F-2D13A31B6A8C}"/>
              </a:ext>
            </a:extLst>
          </p:cNvPr>
          <p:cNvSpPr/>
          <p:nvPr/>
        </p:nvSpPr>
        <p:spPr>
          <a:xfrm>
            <a:off x="113121" y="4431988"/>
            <a:ext cx="775406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Run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Failed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5C7AFF9-10A1-BA53-BF92-7288249A7792}"/>
              </a:ext>
            </a:extLst>
          </p:cNvPr>
          <p:cNvCxnSpPr>
            <a:cxnSpLocks/>
            <a:stCxn id="42" idx="0"/>
            <a:endCxn id="77" idx="2"/>
          </p:cNvCxnSpPr>
          <p:nvPr/>
        </p:nvCxnSpPr>
        <p:spPr>
          <a:xfrm flipV="1">
            <a:off x="500824" y="4125410"/>
            <a:ext cx="965337" cy="3065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78FE6A1-CB6F-F7E0-8DAB-FE446EFE2A2B}"/>
              </a:ext>
            </a:extLst>
          </p:cNvPr>
          <p:cNvSpPr/>
          <p:nvPr/>
        </p:nvSpPr>
        <p:spPr>
          <a:xfrm>
            <a:off x="3205249" y="4431988"/>
            <a:ext cx="775406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Analysis</a:t>
            </a:r>
          </a:p>
          <a:p>
            <a:pPr algn="ctr"/>
            <a:r>
              <a:rPr lang="en-US" altLang="ko-KR" sz="800" b="1"/>
              <a:t>Run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Failed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DCEB185-EF71-3D0D-769B-56B0FB553514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3592952" y="4125410"/>
            <a:ext cx="965337" cy="30657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6454033B-255D-A708-CDB5-05AEB6E21D1D}"/>
              </a:ext>
            </a:extLst>
          </p:cNvPr>
          <p:cNvSpPr/>
          <p:nvPr/>
        </p:nvSpPr>
        <p:spPr>
          <a:xfrm>
            <a:off x="4170578" y="4431988"/>
            <a:ext cx="775406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Run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Successful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84DEDE6-79D6-1298-27F6-B0C2D05C929F}"/>
              </a:ext>
            </a:extLst>
          </p:cNvPr>
          <p:cNvCxnSpPr>
            <a:cxnSpLocks/>
            <a:stCxn id="52" idx="0"/>
            <a:endCxn id="86" idx="2"/>
          </p:cNvCxnSpPr>
          <p:nvPr/>
        </p:nvCxnSpPr>
        <p:spPr>
          <a:xfrm flipV="1">
            <a:off x="4558281" y="4125410"/>
            <a:ext cx="4" cy="3065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06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3312-206E-16C4-C0C8-F43D8DE9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2D2E7520-5053-4623-39E6-E0D798F9E7B8}"/>
              </a:ext>
            </a:extLst>
          </p:cNvPr>
          <p:cNvCxnSpPr>
            <a:cxnSpLocks/>
          </p:cNvCxnSpPr>
          <p:nvPr/>
        </p:nvCxnSpPr>
        <p:spPr>
          <a:xfrm>
            <a:off x="3851920" y="92546"/>
            <a:ext cx="0" cy="23351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A788E67B-7D9E-E888-A4B6-3B2790F29663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94B2445-0D6E-9A0F-E753-FB122FA24B89}"/>
              </a:ext>
            </a:extLst>
          </p:cNvPr>
          <p:cNvSpPr/>
          <p:nvPr/>
        </p:nvSpPr>
        <p:spPr>
          <a:xfrm>
            <a:off x="952860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BC235380-B8DD-62C0-8856-C844909EC25D}"/>
              </a:ext>
            </a:extLst>
          </p:cNvPr>
          <p:cNvSpPr/>
          <p:nvPr/>
        </p:nvSpPr>
        <p:spPr>
          <a:xfrm>
            <a:off x="954340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C56BFD7-88B4-7A86-33FC-D0D757527154}"/>
              </a:ext>
            </a:extLst>
          </p:cNvPr>
          <p:cNvSpPr/>
          <p:nvPr/>
        </p:nvSpPr>
        <p:spPr>
          <a:xfrm>
            <a:off x="1924376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13024CD-D8CC-D6F6-3CEC-8F12BCF9F2F1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1340559" y="1175681"/>
            <a:ext cx="148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B0543C7-22CE-A56F-2554-3D4C3ED3FB5C}"/>
              </a:ext>
            </a:extLst>
          </p:cNvPr>
          <p:cNvSpPr/>
          <p:nvPr/>
        </p:nvSpPr>
        <p:spPr>
          <a:xfrm>
            <a:off x="4040125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E5195F5-DBC5-CD86-E850-6795BC2B5050}"/>
              </a:ext>
            </a:extLst>
          </p:cNvPr>
          <p:cNvSpPr/>
          <p:nvPr/>
        </p:nvSpPr>
        <p:spPr>
          <a:xfrm>
            <a:off x="403934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C39D0FA-4624-D65B-5A37-5ACF82F7FEBA}"/>
              </a:ext>
            </a:extLst>
          </p:cNvPr>
          <p:cNvSpPr/>
          <p:nvPr/>
        </p:nvSpPr>
        <p:spPr>
          <a:xfrm>
            <a:off x="5004675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0839F01-2C52-C071-A6BE-C257C8598C3C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4427045" y="1175681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3F4C94E-6DDC-42BC-8E89-94191BC9D5A4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 flipH="1">
            <a:off x="4427824" y="1175681"/>
            <a:ext cx="96455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5D0B39D2-22A8-2996-281F-B01E22FECDA0}"/>
              </a:ext>
            </a:extLst>
          </p:cNvPr>
          <p:cNvSpPr/>
          <p:nvPr/>
        </p:nvSpPr>
        <p:spPr>
          <a:xfrm>
            <a:off x="3653832" y="1238371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DBF927-BC27-92D0-9A48-604CA0A087FD}"/>
              </a:ext>
            </a:extLst>
          </p:cNvPr>
          <p:cNvSpPr txBox="1"/>
          <p:nvPr/>
        </p:nvSpPr>
        <p:spPr>
          <a:xfrm>
            <a:off x="3465004" y="1428144"/>
            <a:ext cx="762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 &amp; </a:t>
            </a:r>
          </a:p>
          <a:p>
            <a:pPr algn="ctr"/>
            <a:r>
              <a:rPr kumimoji="1" lang="en-US" altLang="ko-KR" sz="800" i="1"/>
              <a:t>Failed</a:t>
            </a:r>
          </a:p>
          <a:p>
            <a:pPr algn="ctr"/>
            <a:r>
              <a:rPr kumimoji="1" lang="en-US" altLang="ko-KR" sz="800" i="1"/>
              <a:t>Experiment</a:t>
            </a:r>
            <a:endParaRPr kumimoji="1" lang="ko-KR" altLang="en-US" sz="800" i="1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57933DF-D3D8-2BBD-8D5D-4C0F3E2051C9}"/>
              </a:ext>
            </a:extLst>
          </p:cNvPr>
          <p:cNvSpPr/>
          <p:nvPr/>
        </p:nvSpPr>
        <p:spPr>
          <a:xfrm>
            <a:off x="2897498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FFE570E0-56D5-0A26-70A0-C9516875F09C}"/>
              </a:ext>
            </a:extLst>
          </p:cNvPr>
          <p:cNvSpPr/>
          <p:nvPr/>
        </p:nvSpPr>
        <p:spPr>
          <a:xfrm>
            <a:off x="7901995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3 : 1 : 1</a:t>
            </a:r>
          </a:p>
        </p:txBody>
      </p: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BA254445-287B-22C2-1A58-B23FBD01A6A3}"/>
              </a:ext>
            </a:extLst>
          </p:cNvPr>
          <p:cNvCxnSpPr>
            <a:stCxn id="17" idx="0"/>
            <a:endCxn id="3" idx="0"/>
          </p:cNvCxnSpPr>
          <p:nvPr/>
        </p:nvCxnSpPr>
        <p:spPr>
          <a:xfrm rot="16200000" flipV="1">
            <a:off x="2313622" y="-286421"/>
            <a:ext cx="12700" cy="194315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[E] 44">
            <a:extLst>
              <a:ext uri="{FF2B5EF4-FFF2-40B4-BE49-F238E27FC236}">
                <a16:creationId xmlns:a16="http://schemas.microsoft.com/office/drawing/2014/main" id="{BDC6FE46-211B-05AC-023C-BCBDA8B583ED}"/>
              </a:ext>
            </a:extLst>
          </p:cNvPr>
          <p:cNvCxnSpPr>
            <a:cxnSpLocks/>
            <a:stCxn id="24" idx="0"/>
            <a:endCxn id="13" idx="0"/>
          </p:cNvCxnSpPr>
          <p:nvPr/>
        </p:nvCxnSpPr>
        <p:spPr>
          <a:xfrm rot="16200000" flipV="1">
            <a:off x="6358372" y="-1246169"/>
            <a:ext cx="12700" cy="386265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6DD7AD3F-4035-81B9-0E34-90249691962F}"/>
              </a:ext>
            </a:extLst>
          </p:cNvPr>
          <p:cNvCxnSpPr>
            <a:cxnSpLocks/>
            <a:stCxn id="24" idx="0"/>
            <a:endCxn id="22" idx="0"/>
          </p:cNvCxnSpPr>
          <p:nvPr/>
        </p:nvCxnSpPr>
        <p:spPr>
          <a:xfrm rot="16200000" flipV="1">
            <a:off x="7323315" y="-281225"/>
            <a:ext cx="12700" cy="1932766"/>
          </a:xfrm>
          <a:prstGeom prst="bentConnector3">
            <a:avLst>
              <a:gd name="adj1" fmla="val 180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C556C645-485D-1AD5-6825-D9C845061495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1340559" y="1175681"/>
            <a:ext cx="97152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E87AD711-63D5-9A4A-3506-5C8FC5BB2AA4}"/>
              </a:ext>
            </a:extLst>
          </p:cNvPr>
          <p:cNvSpPr/>
          <p:nvPr/>
        </p:nvSpPr>
        <p:spPr>
          <a:xfrm>
            <a:off x="596922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Service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ExperimentStable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80D6953B-8EE9-1ECB-70E2-B1523C3382EF}"/>
              </a:ext>
            </a:extLst>
          </p:cNvPr>
          <p:cNvSpPr/>
          <p:nvPr/>
        </p:nvSpPr>
        <p:spPr>
          <a:xfrm>
            <a:off x="5969233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Revision : 2 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9277AA7C-857E-4A84-957A-DEC3A98445E1}"/>
              </a:ext>
            </a:extLst>
          </p:cNvPr>
          <p:cNvSpPr/>
          <p:nvPr/>
        </p:nvSpPr>
        <p:spPr>
          <a:xfrm>
            <a:off x="6934558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Service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ExperimentCanary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3D645EED-39A0-4816-A11D-66758C8FE4FC}"/>
              </a:ext>
            </a:extLst>
          </p:cNvPr>
          <p:cNvSpPr/>
          <p:nvPr/>
        </p:nvSpPr>
        <p:spPr>
          <a:xfrm>
            <a:off x="6934562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Ex Canary</a:t>
            </a: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1B5C704-1227-F588-1F08-62732F4D200E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6356932" y="1175681"/>
            <a:ext cx="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64DB761-61C7-5D6B-FEDF-5081251D763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7322261" y="1175681"/>
            <a:ext cx="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[E] 62">
            <a:extLst>
              <a:ext uri="{FF2B5EF4-FFF2-40B4-BE49-F238E27FC236}">
                <a16:creationId xmlns:a16="http://schemas.microsoft.com/office/drawing/2014/main" id="{2EC2987C-C6BB-AA8A-59AB-B3754C7E167A}"/>
              </a:ext>
            </a:extLst>
          </p:cNvPr>
          <p:cNvCxnSpPr>
            <a:cxnSpLocks/>
            <a:stCxn id="24" idx="0"/>
            <a:endCxn id="28" idx="0"/>
          </p:cNvCxnSpPr>
          <p:nvPr/>
        </p:nvCxnSpPr>
        <p:spPr>
          <a:xfrm rot="16200000" flipV="1">
            <a:off x="7805980" y="201439"/>
            <a:ext cx="12700" cy="967437"/>
          </a:xfrm>
          <a:prstGeom prst="bentConnector3">
            <a:avLst>
              <a:gd name="adj1" fmla="val 180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7CCDC696-6C67-822A-0A03-22154C978576}"/>
              </a:ext>
            </a:extLst>
          </p:cNvPr>
          <p:cNvSpPr/>
          <p:nvPr/>
        </p:nvSpPr>
        <p:spPr>
          <a:xfrm>
            <a:off x="1525083" y="3516412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D68AE18C-FDBA-05D3-44C4-E2C8CA135B23}"/>
              </a:ext>
            </a:extLst>
          </p:cNvPr>
          <p:cNvSpPr/>
          <p:nvPr/>
        </p:nvSpPr>
        <p:spPr>
          <a:xfrm>
            <a:off x="1524300" y="2719312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892EE0D4-11BC-D018-3E3C-3D706AE10AB8}"/>
              </a:ext>
            </a:extLst>
          </p:cNvPr>
          <p:cNvSpPr/>
          <p:nvPr/>
        </p:nvSpPr>
        <p:spPr>
          <a:xfrm>
            <a:off x="2489624" y="2719312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1455B8AA-9948-D124-63AD-FA0A65174A3C}"/>
              </a:ext>
            </a:extLst>
          </p:cNvPr>
          <p:cNvCxnSpPr>
            <a:cxnSpLocks/>
            <a:stCxn id="84" idx="2"/>
            <a:endCxn id="83" idx="0"/>
          </p:cNvCxnSpPr>
          <p:nvPr/>
        </p:nvCxnSpPr>
        <p:spPr>
          <a:xfrm>
            <a:off x="1912003" y="3209835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4E94908-08C4-1D8B-E230-43340ECFC47A}"/>
              </a:ext>
            </a:extLst>
          </p:cNvPr>
          <p:cNvCxnSpPr>
            <a:cxnSpLocks/>
            <a:stCxn id="85" idx="2"/>
            <a:endCxn id="139" idx="0"/>
          </p:cNvCxnSpPr>
          <p:nvPr/>
        </p:nvCxnSpPr>
        <p:spPr>
          <a:xfrm flipH="1">
            <a:off x="2877323" y="3209835"/>
            <a:ext cx="4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47AAEF81-DDE7-29A4-BA4D-B6FFFDC502B7}"/>
              </a:ext>
            </a:extLst>
          </p:cNvPr>
          <p:cNvSpPr/>
          <p:nvPr/>
        </p:nvSpPr>
        <p:spPr>
          <a:xfrm>
            <a:off x="6361537" y="2719312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4 : 1</a:t>
            </a:r>
          </a:p>
        </p:txBody>
      </p:sp>
      <p:cxnSp>
        <p:nvCxnSpPr>
          <p:cNvPr id="90" name="꺾인 연결선[E] 89">
            <a:extLst>
              <a:ext uri="{FF2B5EF4-FFF2-40B4-BE49-F238E27FC236}">
                <a16:creationId xmlns:a16="http://schemas.microsoft.com/office/drawing/2014/main" id="{4F35CB54-6C97-4CAB-2A32-973BAB040B6E}"/>
              </a:ext>
            </a:extLst>
          </p:cNvPr>
          <p:cNvCxnSpPr>
            <a:cxnSpLocks/>
            <a:stCxn id="89" idx="0"/>
            <a:endCxn id="84" idx="0"/>
          </p:cNvCxnSpPr>
          <p:nvPr/>
        </p:nvCxnSpPr>
        <p:spPr>
          <a:xfrm rot="16200000" flipV="1">
            <a:off x="4330622" y="300693"/>
            <a:ext cx="12700" cy="483723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250694E6-D668-7041-DB2F-EFE13B664EED}"/>
              </a:ext>
            </a:extLst>
          </p:cNvPr>
          <p:cNvSpPr/>
          <p:nvPr/>
        </p:nvSpPr>
        <p:spPr>
          <a:xfrm>
            <a:off x="4428771" y="2719312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ExperimentStable</a:t>
            </a: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2A1AF746-86B9-72C0-A369-EC7894FA317F}"/>
              </a:ext>
            </a:extLst>
          </p:cNvPr>
          <p:cNvSpPr/>
          <p:nvPr/>
        </p:nvSpPr>
        <p:spPr>
          <a:xfrm>
            <a:off x="4428775" y="3516412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Revision : 2 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52B4253D-8554-7D22-FE81-BD4B7D1D35C4}"/>
              </a:ext>
            </a:extLst>
          </p:cNvPr>
          <p:cNvSpPr/>
          <p:nvPr/>
        </p:nvSpPr>
        <p:spPr>
          <a:xfrm>
            <a:off x="5394100" y="2719312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ExperimentCanary</a:t>
            </a: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04673E64-66BF-A6A5-E78B-BC7E515AAFA7}"/>
              </a:ext>
            </a:extLst>
          </p:cNvPr>
          <p:cNvSpPr/>
          <p:nvPr/>
        </p:nvSpPr>
        <p:spPr>
          <a:xfrm>
            <a:off x="5394104" y="3516412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Ex Canary</a:t>
            </a: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</a:t>
            </a:r>
            <a:r>
              <a:rPr lang="en-US" altLang="ko-KR" sz="800" b="1">
                <a:solidFill>
                  <a:srgbClr val="C00000"/>
                </a:solidFill>
              </a:rPr>
              <a:t>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B24DA404-875B-4F3C-DDA6-D70F99D676A0}"/>
              </a:ext>
            </a:extLst>
          </p:cNvPr>
          <p:cNvCxnSpPr>
            <a:cxnSpLocks/>
            <a:stCxn id="92" idx="2"/>
            <a:endCxn id="93" idx="0"/>
          </p:cNvCxnSpPr>
          <p:nvPr/>
        </p:nvCxnSpPr>
        <p:spPr>
          <a:xfrm>
            <a:off x="4816474" y="3209835"/>
            <a:ext cx="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987C706F-DE7B-5A49-5A2F-C742195ECCC8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5781803" y="3209835"/>
            <a:ext cx="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[E] 97">
            <a:extLst>
              <a:ext uri="{FF2B5EF4-FFF2-40B4-BE49-F238E27FC236}">
                <a16:creationId xmlns:a16="http://schemas.microsoft.com/office/drawing/2014/main" id="{5ED19D85-1AF9-5767-85B8-1F0E0735B6A0}"/>
              </a:ext>
            </a:extLst>
          </p:cNvPr>
          <p:cNvCxnSpPr>
            <a:cxnSpLocks/>
            <a:stCxn id="89" idx="0"/>
            <a:endCxn id="85" idx="0"/>
          </p:cNvCxnSpPr>
          <p:nvPr/>
        </p:nvCxnSpPr>
        <p:spPr>
          <a:xfrm rot="16200000" flipV="1">
            <a:off x="4813284" y="783355"/>
            <a:ext cx="12700" cy="387191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62CF3309-64A8-8AF8-590D-ECDD9E968DA6}"/>
              </a:ext>
            </a:extLst>
          </p:cNvPr>
          <p:cNvSpPr/>
          <p:nvPr/>
        </p:nvSpPr>
        <p:spPr>
          <a:xfrm>
            <a:off x="5003727" y="1483944"/>
            <a:ext cx="775406" cy="61146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Run</a:t>
            </a:r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Failed</a:t>
            </a:r>
          </a:p>
        </p:txBody>
      </p:sp>
      <p:sp>
        <p:nvSpPr>
          <p:cNvPr id="102" name="모서리가 둥근 직사각형 101">
            <a:extLst>
              <a:ext uri="{FF2B5EF4-FFF2-40B4-BE49-F238E27FC236}">
                <a16:creationId xmlns:a16="http://schemas.microsoft.com/office/drawing/2014/main" id="{3B88E1FB-A29E-2869-8D0D-7D40AC91FD59}"/>
              </a:ext>
            </a:extLst>
          </p:cNvPr>
          <p:cNvSpPr/>
          <p:nvPr/>
        </p:nvSpPr>
        <p:spPr>
          <a:xfrm>
            <a:off x="7898341" y="1482258"/>
            <a:ext cx="775406" cy="61146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Run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Failed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5A959412-05AE-7C8B-5783-CB3A8C615B11}"/>
              </a:ext>
            </a:extLst>
          </p:cNvPr>
          <p:cNvCxnSpPr>
            <a:cxnSpLocks/>
            <a:stCxn id="101" idx="3"/>
            <a:endCxn id="23" idx="1"/>
          </p:cNvCxnSpPr>
          <p:nvPr/>
        </p:nvCxnSpPr>
        <p:spPr>
          <a:xfrm flipV="1">
            <a:off x="5779133" y="1788835"/>
            <a:ext cx="190100" cy="84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F01C95E-D835-320E-D53E-2F0796F5567D}"/>
              </a:ext>
            </a:extLst>
          </p:cNvPr>
          <p:cNvCxnSpPr>
            <a:cxnSpLocks/>
            <a:stCxn id="102" idx="1"/>
            <a:endCxn id="29" idx="3"/>
          </p:cNvCxnSpPr>
          <p:nvPr/>
        </p:nvCxnSpPr>
        <p:spPr>
          <a:xfrm flipH="1">
            <a:off x="7709960" y="1787991"/>
            <a:ext cx="188381" cy="84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11">
            <a:extLst>
              <a:ext uri="{FF2B5EF4-FFF2-40B4-BE49-F238E27FC236}">
                <a16:creationId xmlns:a16="http://schemas.microsoft.com/office/drawing/2014/main" id="{7E9690BB-4809-040A-E132-28FC1E8258A0}"/>
              </a:ext>
            </a:extLst>
          </p:cNvPr>
          <p:cNvSpPr/>
          <p:nvPr/>
        </p:nvSpPr>
        <p:spPr>
          <a:xfrm>
            <a:off x="3463447" y="3518101"/>
            <a:ext cx="775406" cy="61146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Run</a:t>
            </a:r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Failed</a:t>
            </a:r>
          </a:p>
        </p:txBody>
      </p:sp>
      <p:sp>
        <p:nvSpPr>
          <p:cNvPr id="113" name="모서리가 둥근 직사각형 112">
            <a:extLst>
              <a:ext uri="{FF2B5EF4-FFF2-40B4-BE49-F238E27FC236}">
                <a16:creationId xmlns:a16="http://schemas.microsoft.com/office/drawing/2014/main" id="{F4E8B9DD-3498-ACB2-668D-221FE79CA521}"/>
              </a:ext>
            </a:extLst>
          </p:cNvPr>
          <p:cNvSpPr/>
          <p:nvPr/>
        </p:nvSpPr>
        <p:spPr>
          <a:xfrm>
            <a:off x="6363282" y="3518101"/>
            <a:ext cx="775406" cy="61146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Run</a:t>
            </a:r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Failed</a:t>
            </a:r>
          </a:p>
        </p:txBody>
      </p:sp>
      <p:sp>
        <p:nvSpPr>
          <p:cNvPr id="114" name="모서리가 둥근 직사각형 113">
            <a:extLst>
              <a:ext uri="{FF2B5EF4-FFF2-40B4-BE49-F238E27FC236}">
                <a16:creationId xmlns:a16="http://schemas.microsoft.com/office/drawing/2014/main" id="{B09D935F-6B7C-83D4-F89E-0438361A2C75}"/>
              </a:ext>
            </a:extLst>
          </p:cNvPr>
          <p:cNvSpPr/>
          <p:nvPr/>
        </p:nvSpPr>
        <p:spPr>
          <a:xfrm>
            <a:off x="4427045" y="4436143"/>
            <a:ext cx="775406" cy="61146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Run</a:t>
            </a:r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Successful</a:t>
            </a: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560BD751-299F-A6BE-7317-90CB340ECA67}"/>
              </a:ext>
            </a:extLst>
          </p:cNvPr>
          <p:cNvSpPr/>
          <p:nvPr/>
        </p:nvSpPr>
        <p:spPr>
          <a:xfrm>
            <a:off x="5391430" y="4436143"/>
            <a:ext cx="775406" cy="61146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Analysis</a:t>
            </a:r>
          </a:p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Run</a:t>
            </a:r>
          </a:p>
          <a:p>
            <a:pPr algn="ctr"/>
            <a:r>
              <a:rPr lang="en-US" altLang="ko-KR" sz="800"/>
              <a:t>Ex Stable</a:t>
            </a:r>
          </a:p>
          <a:p>
            <a:pPr algn="ctr"/>
            <a:r>
              <a:rPr lang="en-US" altLang="ko-KR" sz="800"/>
              <a:t>Successful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8D3BD148-2700-BCC9-9DDF-C76A3A47584A}"/>
              </a:ext>
            </a:extLst>
          </p:cNvPr>
          <p:cNvCxnSpPr>
            <a:cxnSpLocks/>
            <a:stCxn id="112" idx="3"/>
            <a:endCxn id="93" idx="1"/>
          </p:cNvCxnSpPr>
          <p:nvPr/>
        </p:nvCxnSpPr>
        <p:spPr>
          <a:xfrm flipV="1">
            <a:off x="4238853" y="3822989"/>
            <a:ext cx="189922" cy="84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799FC904-9521-BA61-5805-15697F7BB16D}"/>
              </a:ext>
            </a:extLst>
          </p:cNvPr>
          <p:cNvCxnSpPr>
            <a:cxnSpLocks/>
            <a:stCxn id="113" idx="1"/>
            <a:endCxn id="95" idx="3"/>
          </p:cNvCxnSpPr>
          <p:nvPr/>
        </p:nvCxnSpPr>
        <p:spPr>
          <a:xfrm flipH="1" flipV="1">
            <a:off x="6169502" y="3822989"/>
            <a:ext cx="193780" cy="84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2010DAED-B503-C661-DCB7-75116E49C8B1}"/>
              </a:ext>
            </a:extLst>
          </p:cNvPr>
          <p:cNvCxnSpPr>
            <a:cxnSpLocks/>
            <a:stCxn id="115" idx="0"/>
            <a:endCxn id="95" idx="2"/>
          </p:cNvCxnSpPr>
          <p:nvPr/>
        </p:nvCxnSpPr>
        <p:spPr>
          <a:xfrm flipV="1">
            <a:off x="5779133" y="4129566"/>
            <a:ext cx="2670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AB130043-D799-C44A-5430-CF26115F471D}"/>
              </a:ext>
            </a:extLst>
          </p:cNvPr>
          <p:cNvCxnSpPr>
            <a:cxnSpLocks/>
            <a:stCxn id="114" idx="0"/>
            <a:endCxn id="93" idx="2"/>
          </p:cNvCxnSpPr>
          <p:nvPr/>
        </p:nvCxnSpPr>
        <p:spPr>
          <a:xfrm flipV="1">
            <a:off x="4814748" y="4129566"/>
            <a:ext cx="1726" cy="306577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모서리가 둥근 직사각형 138">
            <a:extLst>
              <a:ext uri="{FF2B5EF4-FFF2-40B4-BE49-F238E27FC236}">
                <a16:creationId xmlns:a16="http://schemas.microsoft.com/office/drawing/2014/main" id="{2C8ED81A-9FC6-F154-AA22-B028815D5CDA}"/>
              </a:ext>
            </a:extLst>
          </p:cNvPr>
          <p:cNvSpPr/>
          <p:nvPr/>
        </p:nvSpPr>
        <p:spPr>
          <a:xfrm>
            <a:off x="2489624" y="3516412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rgbClr val="C00000"/>
                </a:solidFill>
              </a:rPr>
              <a:t>ReplicaSet</a:t>
            </a:r>
            <a:endParaRPr lang="en-US" altLang="ko-KR" sz="800">
              <a:solidFill>
                <a:srgbClr val="C00000"/>
              </a:solidFill>
            </a:endParaRPr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</p:spTree>
    <p:extLst>
      <p:ext uri="{BB962C8B-B14F-4D97-AF65-F5344CB8AC3E}">
        <p14:creationId xmlns:p14="http://schemas.microsoft.com/office/powerpoint/2010/main" val="358735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B05F-417C-21BD-5987-5FD5F018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41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FF54C-F842-A949-2F59-70386269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F2BB36B-0DF7-0E44-BF47-BA8024C432BD}"/>
              </a:ext>
            </a:extLst>
          </p:cNvPr>
          <p:cNvSpPr/>
          <p:nvPr/>
        </p:nvSpPr>
        <p:spPr>
          <a:xfrm>
            <a:off x="264038" y="843558"/>
            <a:ext cx="8628442" cy="929136"/>
          </a:xfrm>
          <a:prstGeom prst="roundRect">
            <a:avLst>
              <a:gd name="adj" fmla="val 789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/>
              <a:t>Argo Rollouts </a:t>
            </a:r>
            <a:r>
              <a:rPr lang="en-US" altLang="ko-KR" sz="900" b="1" dirty="0"/>
              <a:t>Controller</a:t>
            </a:r>
            <a:endParaRPr lang="ko-KR" altLang="en-US" sz="900" b="1" dirty="0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CD75727-31B3-8EB0-E6C1-FCA5D46170BE}"/>
              </a:ext>
            </a:extLst>
          </p:cNvPr>
          <p:cNvSpPr/>
          <p:nvPr/>
        </p:nvSpPr>
        <p:spPr>
          <a:xfrm>
            <a:off x="7609187" y="209576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Prometheus</a:t>
            </a:r>
          </a:p>
          <a:p>
            <a:pPr algn="ctr"/>
            <a:r>
              <a:rPr lang="en-US" altLang="ko-KR" sz="900" dirty="0"/>
              <a:t>Server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DC10878-7DAF-D993-5305-AF6B19BC0D2E}"/>
              </a:ext>
            </a:extLst>
          </p:cNvPr>
          <p:cNvSpPr/>
          <p:nvPr/>
        </p:nvSpPr>
        <p:spPr>
          <a:xfrm>
            <a:off x="3934627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C00000"/>
                </a:solidFill>
              </a:rPr>
              <a:t>Rollout</a:t>
            </a:r>
          </a:p>
          <a:p>
            <a:pPr algn="ctr"/>
            <a:r>
              <a:rPr lang="en-US" altLang="ko-KR" sz="900" dirty="0">
                <a:solidFill>
                  <a:srgbClr val="C00000"/>
                </a:solidFill>
              </a:rPr>
              <a:t>Controller</a:t>
            </a:r>
            <a:endParaRPr lang="ko-KR" altLang="en-US" sz="900" dirty="0">
              <a:solidFill>
                <a:srgbClr val="C00000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D2A90E0-1A13-42FD-4B26-EA51A9BEB8EB}"/>
              </a:ext>
            </a:extLst>
          </p:cNvPr>
          <p:cNvSpPr/>
          <p:nvPr/>
        </p:nvSpPr>
        <p:spPr>
          <a:xfrm>
            <a:off x="2095657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TrafficRouting</a:t>
            </a:r>
            <a:br>
              <a:rPr lang="en-US" altLang="ko-KR" sz="900" dirty="0"/>
            </a:br>
            <a:r>
              <a:rPr lang="en-US" altLang="ko-KR" sz="900" dirty="0"/>
              <a:t>Reconciler</a:t>
            </a:r>
            <a:endParaRPr lang="ko-KR" altLang="en-US" sz="900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2181CCC-798B-DDEC-0DB3-123B257F9F67}"/>
              </a:ext>
            </a:extLst>
          </p:cNvPr>
          <p:cNvSpPr/>
          <p:nvPr/>
        </p:nvSpPr>
        <p:spPr>
          <a:xfrm>
            <a:off x="5773598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3"/>
                </a:solidFill>
              </a:rPr>
              <a:t>Analysis</a:t>
            </a:r>
          </a:p>
          <a:p>
            <a:pPr algn="ctr"/>
            <a:r>
              <a:rPr lang="en-US" altLang="ko-KR" sz="900" dirty="0">
                <a:solidFill>
                  <a:schemeClr val="accent3"/>
                </a:solidFill>
              </a:rPr>
              <a:t>Controller</a:t>
            </a:r>
            <a:endParaRPr lang="ko-KR" altLang="en-US" sz="900" dirty="0">
              <a:solidFill>
                <a:schemeClr val="accent3"/>
              </a:solidFill>
            </a:endParaRP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3DD86933-87DA-422A-EED1-CE78E2B7E490}"/>
              </a:ext>
            </a:extLst>
          </p:cNvPr>
          <p:cNvSpPr/>
          <p:nvPr/>
        </p:nvSpPr>
        <p:spPr>
          <a:xfrm>
            <a:off x="5630042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AnalysisRun Objects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8662F026-52AD-747C-82C9-54323A684CBC}"/>
              </a:ext>
            </a:extLst>
          </p:cNvPr>
          <p:cNvSpPr/>
          <p:nvPr/>
        </p:nvSpPr>
        <p:spPr>
          <a:xfrm>
            <a:off x="3791068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ReplicaSet Objects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D0978B0-1D26-A1C5-8AE5-1CC222C52EDF}"/>
              </a:ext>
            </a:extLst>
          </p:cNvPr>
          <p:cNvSpPr/>
          <p:nvPr/>
        </p:nvSpPr>
        <p:spPr>
          <a:xfrm>
            <a:off x="3936161" y="32343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Revision:5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5B88299-DCE3-228A-5D7B-17943CB4A8CE}"/>
              </a:ext>
            </a:extLst>
          </p:cNvPr>
          <p:cNvSpPr/>
          <p:nvPr/>
        </p:nvSpPr>
        <p:spPr>
          <a:xfrm>
            <a:off x="4872230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Analysis</a:t>
            </a:r>
          </a:p>
          <a:p>
            <a:pPr algn="ctr"/>
            <a:r>
              <a:rPr lang="en-US" altLang="ko-KR" sz="900" b="1" dirty="0"/>
              <a:t>Template</a:t>
            </a:r>
          </a:p>
          <a:p>
            <a:pPr algn="ctr"/>
            <a:r>
              <a:rPr lang="en-US" altLang="ko-KR" sz="900" b="1" dirty="0"/>
              <a:t>Object</a:t>
            </a:r>
            <a:endParaRPr lang="ko-KR" altLang="en-US" sz="900" b="1" dirty="0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3CC75EDA-EAAB-D782-A946-34F31EC821E6}"/>
              </a:ext>
            </a:extLst>
          </p:cNvPr>
          <p:cNvSpPr/>
          <p:nvPr/>
        </p:nvSpPr>
        <p:spPr>
          <a:xfrm>
            <a:off x="5773603" y="322874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05084E07-158D-CF46-F3B1-15F4C0D411AC}"/>
              </a:ext>
            </a:extLst>
          </p:cNvPr>
          <p:cNvSpPr/>
          <p:nvPr/>
        </p:nvSpPr>
        <p:spPr>
          <a:xfrm>
            <a:off x="3033258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Rollout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8C6D00EA-A41E-C05D-2C72-D022498F1BCF}"/>
              </a:ext>
            </a:extLst>
          </p:cNvPr>
          <p:cNvSpPr/>
          <p:nvPr/>
        </p:nvSpPr>
        <p:spPr>
          <a:xfrm>
            <a:off x="3934629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Revision:6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CABE37A-FFE6-D707-472B-56B24B8E4FB9}"/>
              </a:ext>
            </a:extLst>
          </p:cNvPr>
          <p:cNvSpPr/>
          <p:nvPr/>
        </p:nvSpPr>
        <p:spPr>
          <a:xfrm>
            <a:off x="447801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69821CD-349B-36BD-903C-6DFE2A522C79}"/>
              </a:ext>
            </a:extLst>
          </p:cNvPr>
          <p:cNvSpPr/>
          <p:nvPr/>
        </p:nvSpPr>
        <p:spPr>
          <a:xfrm>
            <a:off x="447801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E4619932-2A98-AA3D-3BCE-9627E3421687}"/>
              </a:ext>
            </a:extLst>
          </p:cNvPr>
          <p:cNvSpPr/>
          <p:nvPr/>
        </p:nvSpPr>
        <p:spPr>
          <a:xfrm>
            <a:off x="447801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ADC76632-9585-D63E-1789-D7BC1ADD33D4}"/>
              </a:ext>
            </a:extLst>
          </p:cNvPr>
          <p:cNvSpPr/>
          <p:nvPr/>
        </p:nvSpPr>
        <p:spPr>
          <a:xfrm>
            <a:off x="5773603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66F62130-508F-CBDF-9B56-34D7498D3FE1}"/>
              </a:ext>
            </a:extLst>
          </p:cNvPr>
          <p:cNvSpPr/>
          <p:nvPr/>
        </p:nvSpPr>
        <p:spPr>
          <a:xfrm>
            <a:off x="6316986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8659029-C02B-878E-5E8E-BEC6FDE1887A}"/>
              </a:ext>
            </a:extLst>
          </p:cNvPr>
          <p:cNvSpPr/>
          <p:nvPr/>
        </p:nvSpPr>
        <p:spPr>
          <a:xfrm>
            <a:off x="6316986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4BFD5C93-FAE4-2703-18E0-E150A690F51D}"/>
              </a:ext>
            </a:extLst>
          </p:cNvPr>
          <p:cNvSpPr/>
          <p:nvPr/>
        </p:nvSpPr>
        <p:spPr>
          <a:xfrm>
            <a:off x="6316986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26D3858C-F33A-F74A-5282-CAB51BC94DD8}"/>
              </a:ext>
            </a:extLst>
          </p:cNvPr>
          <p:cNvSpPr/>
          <p:nvPr/>
        </p:nvSpPr>
        <p:spPr>
          <a:xfrm>
            <a:off x="1952096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TrafficRouting</a:t>
            </a: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F92039E0-5961-1C02-A22C-ED43AB91A2BD}"/>
              </a:ext>
            </a:extLst>
          </p:cNvPr>
          <p:cNvSpPr/>
          <p:nvPr/>
        </p:nvSpPr>
        <p:spPr>
          <a:xfrm>
            <a:off x="2095657" y="382482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 Nginx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73B96ABD-7162-EC2D-C603-19F0578E4FBC}"/>
              </a:ext>
            </a:extLst>
          </p:cNvPr>
          <p:cNvSpPr/>
          <p:nvPr/>
        </p:nvSpPr>
        <p:spPr>
          <a:xfrm>
            <a:off x="2095657" y="323155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VirtualService</a:t>
            </a:r>
          </a:p>
          <a:p>
            <a:pPr algn="ctr"/>
            <a:r>
              <a:rPr lang="en-US" altLang="ko-KR" sz="900"/>
              <a:t>DestinationRule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FEBBB9C-2459-B605-2FF5-8839BDB9BF49}"/>
              </a:ext>
            </a:extLst>
          </p:cNvPr>
          <p:cNvSpPr/>
          <p:nvPr/>
        </p:nvSpPr>
        <p:spPr>
          <a:xfrm>
            <a:off x="264589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3D6F8B5-5661-84BE-CB09-8FF44A064817}"/>
              </a:ext>
            </a:extLst>
          </p:cNvPr>
          <p:cNvSpPr/>
          <p:nvPr/>
        </p:nvSpPr>
        <p:spPr>
          <a:xfrm>
            <a:off x="264589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DC3127AC-1C11-D5B5-0222-789D9B579121}"/>
              </a:ext>
            </a:extLst>
          </p:cNvPr>
          <p:cNvSpPr/>
          <p:nvPr/>
        </p:nvSpPr>
        <p:spPr>
          <a:xfrm>
            <a:off x="264589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DBE58A6D-030B-4489-A040-85BD557B0F9C}"/>
              </a:ext>
            </a:extLst>
          </p:cNvPr>
          <p:cNvSpPr/>
          <p:nvPr/>
        </p:nvSpPr>
        <p:spPr>
          <a:xfrm>
            <a:off x="400228" y="382201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2"/>
                </a:solidFill>
              </a:rPr>
              <a:t>Client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C1136E8-9E37-B172-028E-2511A33D7462}"/>
              </a:ext>
            </a:extLst>
          </p:cNvPr>
          <p:cNvCxnSpPr>
            <a:cxnSpLocks/>
            <a:stCxn id="69" idx="3"/>
            <a:endCxn id="33" idx="1"/>
          </p:cNvCxnSpPr>
          <p:nvPr/>
        </p:nvCxnSpPr>
        <p:spPr>
          <a:xfrm>
            <a:off x="3378951" y="3776486"/>
            <a:ext cx="412117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9A27CC4-7FE1-EC35-9761-53DC98F7B07E}"/>
              </a:ext>
            </a:extLst>
          </p:cNvPr>
          <p:cNvCxnSpPr>
            <a:cxnSpLocks/>
            <a:stCxn id="25" idx="2"/>
            <a:endCxn id="69" idx="0"/>
          </p:cNvCxnSpPr>
          <p:nvPr/>
        </p:nvCxnSpPr>
        <p:spPr>
          <a:xfrm>
            <a:off x="2665524" y="1642662"/>
            <a:ext cx="0" cy="124386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00A7EE69-E843-BFEB-6CCC-EBFEDAAB75A8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3235390" y="1403771"/>
            <a:ext cx="699237" cy="504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5BF761B-2C61-7716-8933-6B78280B1DDF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>
            <a:off x="4504494" y="1637620"/>
            <a:ext cx="2" cy="124890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[E] 136">
            <a:extLst>
              <a:ext uri="{FF2B5EF4-FFF2-40B4-BE49-F238E27FC236}">
                <a16:creationId xmlns:a16="http://schemas.microsoft.com/office/drawing/2014/main" id="{4D3ABED9-EA02-81A5-F002-2DDCCF2C44BA}"/>
              </a:ext>
            </a:extLst>
          </p:cNvPr>
          <p:cNvCxnSpPr>
            <a:cxnSpLocks/>
            <a:stCxn id="95" idx="3"/>
            <a:endCxn id="69" idx="1"/>
          </p:cNvCxnSpPr>
          <p:nvPr/>
        </p:nvCxnSpPr>
        <p:spPr>
          <a:xfrm flipV="1">
            <a:off x="1539961" y="3776486"/>
            <a:ext cx="412135" cy="279373"/>
          </a:xfrm>
          <a:prstGeom prst="bentConnector3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[E] 139">
            <a:extLst>
              <a:ext uri="{FF2B5EF4-FFF2-40B4-BE49-F238E27FC236}">
                <a16:creationId xmlns:a16="http://schemas.microsoft.com/office/drawing/2014/main" id="{373DB225-73C1-AB64-0767-3311E732EBD0}"/>
              </a:ext>
            </a:extLst>
          </p:cNvPr>
          <p:cNvCxnSpPr>
            <a:cxnSpLocks/>
            <a:stCxn id="24" idx="2"/>
            <a:endCxn id="57" idx="0"/>
          </p:cNvCxnSpPr>
          <p:nvPr/>
        </p:nvCxnSpPr>
        <p:spPr>
          <a:xfrm rot="16200000" flipH="1">
            <a:off x="4799530" y="1342584"/>
            <a:ext cx="1248904" cy="1838976"/>
          </a:xfrm>
          <a:prstGeom prst="bentConnector3">
            <a:avLst>
              <a:gd name="adj1" fmla="val 22509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>
            <a:extLst>
              <a:ext uri="{FF2B5EF4-FFF2-40B4-BE49-F238E27FC236}">
                <a16:creationId xmlns:a16="http://schemas.microsoft.com/office/drawing/2014/main" id="{2381FBEA-DB0C-87DD-7A71-6F3118D4646F}"/>
              </a:ext>
            </a:extLst>
          </p:cNvPr>
          <p:cNvSpPr/>
          <p:nvPr/>
        </p:nvSpPr>
        <p:spPr>
          <a:xfrm>
            <a:off x="5630040" y="3448577"/>
            <a:ext cx="675934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dirty="0"/>
          </a:p>
        </p:txBody>
      </p:sp>
      <p:cxnSp>
        <p:nvCxnSpPr>
          <p:cNvPr id="190" name="꺾인 연결선[E] 189">
            <a:extLst>
              <a:ext uri="{FF2B5EF4-FFF2-40B4-BE49-F238E27FC236}">
                <a16:creationId xmlns:a16="http://schemas.microsoft.com/office/drawing/2014/main" id="{8E2B973D-F1B4-6DD3-BE69-FD6857B09B1F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 rot="5400000">
            <a:off x="3824740" y="1416006"/>
            <a:ext cx="458140" cy="901369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꺾인 연결선[E] 212">
            <a:extLst>
              <a:ext uri="{FF2B5EF4-FFF2-40B4-BE49-F238E27FC236}">
                <a16:creationId xmlns:a16="http://schemas.microsoft.com/office/drawing/2014/main" id="{370A9EAD-5174-3457-8633-4BF8A4C60326}"/>
              </a:ext>
            </a:extLst>
          </p:cNvPr>
          <p:cNvCxnSpPr>
            <a:cxnSpLocks/>
            <a:stCxn id="24" idx="2"/>
            <a:endCxn id="20" idx="0"/>
          </p:cNvCxnSpPr>
          <p:nvPr/>
        </p:nvCxnSpPr>
        <p:spPr>
          <a:xfrm rot="16200000" flipH="1">
            <a:off x="4744225" y="1397888"/>
            <a:ext cx="458140" cy="937603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C330A3D8-200B-1A3C-E38E-FAC041ED34B4}"/>
              </a:ext>
            </a:extLst>
          </p:cNvPr>
          <p:cNvCxnSpPr>
            <a:cxnSpLocks/>
          </p:cNvCxnSpPr>
          <p:nvPr/>
        </p:nvCxnSpPr>
        <p:spPr>
          <a:xfrm>
            <a:off x="6465420" y="1637620"/>
            <a:ext cx="5" cy="12489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6D70EA51-CBAC-EC51-F252-3C6275EC87F3}"/>
              </a:ext>
            </a:extLst>
          </p:cNvPr>
          <p:cNvSpPr/>
          <p:nvPr/>
        </p:nvSpPr>
        <p:spPr>
          <a:xfrm>
            <a:off x="400228" y="2886524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6"/>
                </a:solidFill>
              </a:rPr>
              <a:t>User</a:t>
            </a:r>
          </a:p>
        </p:txBody>
      </p:sp>
      <p:cxnSp>
        <p:nvCxnSpPr>
          <p:cNvPr id="234" name="꺾인 연결선[E] 233">
            <a:extLst>
              <a:ext uri="{FF2B5EF4-FFF2-40B4-BE49-F238E27FC236}">
                <a16:creationId xmlns:a16="http://schemas.microsoft.com/office/drawing/2014/main" id="{308563BF-6D99-9F30-1039-0774C1C97274}"/>
              </a:ext>
            </a:extLst>
          </p:cNvPr>
          <p:cNvCxnSpPr>
            <a:cxnSpLocks/>
            <a:stCxn id="232" idx="0"/>
            <a:endCxn id="28" idx="2"/>
          </p:cNvCxnSpPr>
          <p:nvPr/>
        </p:nvCxnSpPr>
        <p:spPr>
          <a:xfrm rot="5400000" flipH="1" flipV="1">
            <a:off x="2125077" y="1408476"/>
            <a:ext cx="323066" cy="263303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[E] 236">
            <a:extLst>
              <a:ext uri="{FF2B5EF4-FFF2-40B4-BE49-F238E27FC236}">
                <a16:creationId xmlns:a16="http://schemas.microsoft.com/office/drawing/2014/main" id="{B1C73628-97C8-656A-D729-D37234FC8D39}"/>
              </a:ext>
            </a:extLst>
          </p:cNvPr>
          <p:cNvCxnSpPr>
            <a:cxnSpLocks/>
            <a:stCxn id="232" idx="0"/>
            <a:endCxn id="20" idx="2"/>
          </p:cNvCxnSpPr>
          <p:nvPr/>
        </p:nvCxnSpPr>
        <p:spPr>
          <a:xfrm rot="5400000" flipH="1" flipV="1">
            <a:off x="3044563" y="488990"/>
            <a:ext cx="323066" cy="447200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[E] 243">
            <a:extLst>
              <a:ext uri="{FF2B5EF4-FFF2-40B4-BE49-F238E27FC236}">
                <a16:creationId xmlns:a16="http://schemas.microsoft.com/office/drawing/2014/main" id="{035DEB0A-5F9F-6D6B-B44F-E28BF4065B96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>
            <a:off x="6913331" y="1403771"/>
            <a:ext cx="695856" cy="9258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모서리가 둥근 직사각형 272">
            <a:extLst>
              <a:ext uri="{FF2B5EF4-FFF2-40B4-BE49-F238E27FC236}">
                <a16:creationId xmlns:a16="http://schemas.microsoft.com/office/drawing/2014/main" id="{5C243CF5-4074-D09C-FA7D-8F28BC50D043}"/>
              </a:ext>
            </a:extLst>
          </p:cNvPr>
          <p:cNvSpPr/>
          <p:nvPr/>
        </p:nvSpPr>
        <p:spPr>
          <a:xfrm>
            <a:off x="7612569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4"/>
                </a:solidFill>
              </a:rPr>
              <a:t>Notification</a:t>
            </a:r>
          </a:p>
          <a:p>
            <a:pPr algn="ctr"/>
            <a:r>
              <a:rPr lang="en-US" altLang="ko-KR" sz="900" dirty="0">
                <a:solidFill>
                  <a:schemeClr val="accent4"/>
                </a:solidFill>
              </a:rPr>
              <a:t>Controller</a:t>
            </a:r>
            <a:endParaRPr lang="ko-KR" altLang="en-US" sz="900" dirty="0">
              <a:solidFill>
                <a:schemeClr val="accent4"/>
              </a:solidFill>
            </a:endParaRPr>
          </a:p>
        </p:txBody>
      </p: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CA7AF0F7-55F8-49ED-EC7C-C7A5E775C6F5}"/>
              </a:ext>
            </a:extLst>
          </p:cNvPr>
          <p:cNvSpPr/>
          <p:nvPr/>
        </p:nvSpPr>
        <p:spPr>
          <a:xfrm>
            <a:off x="7465625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dirty="0"/>
              <a:t>Notification Services</a:t>
            </a:r>
          </a:p>
        </p:txBody>
      </p: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608E0A34-4B9B-A7BD-2469-F941789F6656}"/>
              </a:ext>
            </a:extLst>
          </p:cNvPr>
          <p:cNvSpPr/>
          <p:nvPr/>
        </p:nvSpPr>
        <p:spPr>
          <a:xfrm>
            <a:off x="7609187" y="323155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Slack</a:t>
            </a:r>
          </a:p>
        </p:txBody>
      </p:sp>
      <p:sp>
        <p:nvSpPr>
          <p:cNvPr id="283" name="모서리가 둥근 직사각형 282">
            <a:extLst>
              <a:ext uri="{FF2B5EF4-FFF2-40B4-BE49-F238E27FC236}">
                <a16:creationId xmlns:a16="http://schemas.microsoft.com/office/drawing/2014/main" id="{DFB5CD5D-7ED2-8ACA-2CBA-CD08B22B01EB}"/>
              </a:ext>
            </a:extLst>
          </p:cNvPr>
          <p:cNvSpPr/>
          <p:nvPr/>
        </p:nvSpPr>
        <p:spPr>
          <a:xfrm>
            <a:off x="7609187" y="382482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E-mail</a:t>
            </a:r>
          </a:p>
        </p:txBody>
      </p:sp>
      <p:cxnSp>
        <p:nvCxnSpPr>
          <p:cNvPr id="285" name="꺾인 연결선[E] 284">
            <a:extLst>
              <a:ext uri="{FF2B5EF4-FFF2-40B4-BE49-F238E27FC236}">
                <a16:creationId xmlns:a16="http://schemas.microsoft.com/office/drawing/2014/main" id="{A2DCE0F3-A07B-0E8A-CA8B-10ADCD5513AD}"/>
              </a:ext>
            </a:extLst>
          </p:cNvPr>
          <p:cNvCxnSpPr>
            <a:cxnSpLocks/>
            <a:stCxn id="273" idx="2"/>
            <a:endCxn id="281" idx="3"/>
          </p:cNvCxnSpPr>
          <p:nvPr/>
        </p:nvCxnSpPr>
        <p:spPr>
          <a:xfrm rot="16200000" flipH="1">
            <a:off x="7468025" y="2352031"/>
            <a:ext cx="2138866" cy="710044"/>
          </a:xfrm>
          <a:prstGeom prst="bentConnector4">
            <a:avLst>
              <a:gd name="adj1" fmla="val 16118"/>
              <a:gd name="adj2" fmla="val 117974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꺾인 연결선[E] 288">
            <a:extLst>
              <a:ext uri="{FF2B5EF4-FFF2-40B4-BE49-F238E27FC236}">
                <a16:creationId xmlns:a16="http://schemas.microsoft.com/office/drawing/2014/main" id="{F42E2586-D335-C9A6-CB7B-8E43EEF432F5}"/>
              </a:ext>
            </a:extLst>
          </p:cNvPr>
          <p:cNvCxnSpPr>
            <a:cxnSpLocks/>
            <a:stCxn id="273" idx="2"/>
            <a:endCxn id="301" idx="0"/>
          </p:cNvCxnSpPr>
          <p:nvPr/>
        </p:nvCxnSpPr>
        <p:spPr>
          <a:xfrm rot="5400000">
            <a:off x="5722040" y="-364636"/>
            <a:ext cx="458140" cy="4462652"/>
          </a:xfrm>
          <a:prstGeom prst="bentConnector3">
            <a:avLst>
              <a:gd name="adj1" fmla="val 74719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AF2DCCB4-0BED-F4A9-01C8-162046D505C6}"/>
              </a:ext>
            </a:extLst>
          </p:cNvPr>
          <p:cNvSpPr/>
          <p:nvPr/>
        </p:nvSpPr>
        <p:spPr>
          <a:xfrm>
            <a:off x="31499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D867E33D-5B68-A32D-5E1D-38554D3EE10F}"/>
              </a:ext>
            </a:extLst>
          </p:cNvPr>
          <p:cNvSpPr/>
          <p:nvPr/>
        </p:nvSpPr>
        <p:spPr>
          <a:xfrm>
            <a:off x="400228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</a:rPr>
              <a:t>Experiment Controller</a:t>
            </a:r>
            <a:endParaRPr lang="ko-KR" altLang="en-US" sz="900" dirty="0">
              <a:solidFill>
                <a:schemeClr val="accent5"/>
              </a:solidFill>
            </a:endParaRPr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516D2ABE-4A37-99B4-3884-E724E196C5D9}"/>
              </a:ext>
            </a:extLst>
          </p:cNvPr>
          <p:cNvSpPr/>
          <p:nvPr/>
        </p:nvSpPr>
        <p:spPr>
          <a:xfrm>
            <a:off x="8155953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A565C29F-FA29-DD26-60BF-17C078D5E945}"/>
              </a:ext>
            </a:extLst>
          </p:cNvPr>
          <p:cNvSpPr/>
          <p:nvPr/>
        </p:nvSpPr>
        <p:spPr>
          <a:xfrm>
            <a:off x="8155953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14D4BE7A-023D-5659-4CE7-42C287DC1659}"/>
              </a:ext>
            </a:extLst>
          </p:cNvPr>
          <p:cNvSpPr/>
          <p:nvPr/>
        </p:nvSpPr>
        <p:spPr>
          <a:xfrm>
            <a:off x="8155953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6" name="모서리가 둥근 직사각형 315">
            <a:extLst>
              <a:ext uri="{FF2B5EF4-FFF2-40B4-BE49-F238E27FC236}">
                <a16:creationId xmlns:a16="http://schemas.microsoft.com/office/drawing/2014/main" id="{892BF77A-6EC5-9632-ABFC-0D90BC4E74AA}"/>
              </a:ext>
            </a:extLst>
          </p:cNvPr>
          <p:cNvSpPr/>
          <p:nvPr/>
        </p:nvSpPr>
        <p:spPr>
          <a:xfrm>
            <a:off x="64609" y="2091348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Experiment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cxnSp>
        <p:nvCxnSpPr>
          <p:cNvPr id="320" name="꺾인 연결선[E] 319">
            <a:extLst>
              <a:ext uri="{FF2B5EF4-FFF2-40B4-BE49-F238E27FC236}">
                <a16:creationId xmlns:a16="http://schemas.microsoft.com/office/drawing/2014/main" id="{971B64D4-4CFF-2263-4E4C-B1EBBC8DB83D}"/>
              </a:ext>
            </a:extLst>
          </p:cNvPr>
          <p:cNvCxnSpPr>
            <a:cxnSpLocks/>
            <a:stCxn id="307" idx="2"/>
            <a:endCxn id="324" idx="0"/>
          </p:cNvCxnSpPr>
          <p:nvPr/>
        </p:nvCxnSpPr>
        <p:spPr>
          <a:xfrm rot="16200000" flipH="1">
            <a:off x="2922190" y="-309434"/>
            <a:ext cx="453098" cy="4357289"/>
          </a:xfrm>
          <a:prstGeom prst="bentConnector3">
            <a:avLst>
              <a:gd name="adj1" fmla="val 48031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모서리가 둥근 직사각형 323">
            <a:extLst>
              <a:ext uri="{FF2B5EF4-FFF2-40B4-BE49-F238E27FC236}">
                <a16:creationId xmlns:a16="http://schemas.microsoft.com/office/drawing/2014/main" id="{424708AE-08F8-C3D8-378A-F0C0C8B45BC9}"/>
              </a:ext>
            </a:extLst>
          </p:cNvPr>
          <p:cNvSpPr/>
          <p:nvPr/>
        </p:nvSpPr>
        <p:spPr>
          <a:xfrm>
            <a:off x="47575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7644B9C7-A26D-2D68-E563-7ADE8758D696}"/>
              </a:ext>
            </a:extLst>
          </p:cNvPr>
          <p:cNvCxnSpPr>
            <a:cxnSpLocks/>
            <a:stCxn id="307" idx="2"/>
            <a:endCxn id="339" idx="0"/>
          </p:cNvCxnSpPr>
          <p:nvPr/>
        </p:nvCxnSpPr>
        <p:spPr>
          <a:xfrm rot="16200000" flipH="1">
            <a:off x="2972836" y="-360080"/>
            <a:ext cx="1245315" cy="5250797"/>
          </a:xfrm>
          <a:prstGeom prst="bentConnector3">
            <a:avLst>
              <a:gd name="adj1" fmla="val 17532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모서리가 둥근 직사각형 338">
            <a:extLst>
              <a:ext uri="{FF2B5EF4-FFF2-40B4-BE49-F238E27FC236}">
                <a16:creationId xmlns:a16="http://schemas.microsoft.com/office/drawing/2014/main" id="{B38E770C-5F6F-D336-01CC-A720E1CF248D}"/>
              </a:ext>
            </a:extLst>
          </p:cNvPr>
          <p:cNvSpPr/>
          <p:nvPr/>
        </p:nvSpPr>
        <p:spPr>
          <a:xfrm>
            <a:off x="5651025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48" name="모서리가 둥근 직사각형 347">
            <a:extLst>
              <a:ext uri="{FF2B5EF4-FFF2-40B4-BE49-F238E27FC236}">
                <a16:creationId xmlns:a16="http://schemas.microsoft.com/office/drawing/2014/main" id="{F8883A01-73CD-14A0-1003-2DAAC7919D8F}"/>
              </a:ext>
            </a:extLst>
          </p:cNvPr>
          <p:cNvSpPr/>
          <p:nvPr/>
        </p:nvSpPr>
        <p:spPr>
          <a:xfrm>
            <a:off x="3815864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49" name="꺾인 연결선[E] 348">
            <a:extLst>
              <a:ext uri="{FF2B5EF4-FFF2-40B4-BE49-F238E27FC236}">
                <a16:creationId xmlns:a16="http://schemas.microsoft.com/office/drawing/2014/main" id="{9BDC8FBA-8264-A43C-F0E2-3D6579BA1E80}"/>
              </a:ext>
            </a:extLst>
          </p:cNvPr>
          <p:cNvCxnSpPr>
            <a:cxnSpLocks/>
            <a:stCxn id="307" idx="2"/>
            <a:endCxn id="348" idx="0"/>
          </p:cNvCxnSpPr>
          <p:nvPr/>
        </p:nvCxnSpPr>
        <p:spPr>
          <a:xfrm rot="16200000" flipH="1">
            <a:off x="2055256" y="557501"/>
            <a:ext cx="1245315" cy="3415636"/>
          </a:xfrm>
          <a:prstGeom prst="bentConnector3">
            <a:avLst>
              <a:gd name="adj1" fmla="val 17557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모서리가 둥근 직사각형 374">
            <a:extLst>
              <a:ext uri="{FF2B5EF4-FFF2-40B4-BE49-F238E27FC236}">
                <a16:creationId xmlns:a16="http://schemas.microsoft.com/office/drawing/2014/main" id="{554CE692-A836-C082-EEE5-3FC4B667F815}"/>
              </a:ext>
            </a:extLst>
          </p:cNvPr>
          <p:cNvSpPr/>
          <p:nvPr/>
        </p:nvSpPr>
        <p:spPr>
          <a:xfrm>
            <a:off x="1360040" y="20920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Kubernetes</a:t>
            </a:r>
          </a:p>
          <a:p>
            <a:pPr algn="ctr"/>
            <a:r>
              <a:rPr lang="en-US" altLang="ko-KR" sz="900"/>
              <a:t>Services Object</a:t>
            </a:r>
          </a:p>
        </p:txBody>
      </p:sp>
      <p:cxnSp>
        <p:nvCxnSpPr>
          <p:cNvPr id="377" name="꺾인 연결선[E] 376">
            <a:extLst>
              <a:ext uri="{FF2B5EF4-FFF2-40B4-BE49-F238E27FC236}">
                <a16:creationId xmlns:a16="http://schemas.microsoft.com/office/drawing/2014/main" id="{0E5D3DD3-DAE4-4388-C331-25079759C82C}"/>
              </a:ext>
            </a:extLst>
          </p:cNvPr>
          <p:cNvCxnSpPr>
            <a:cxnSpLocks/>
            <a:stCxn id="307" idx="2"/>
            <a:endCxn id="316" idx="0"/>
          </p:cNvCxnSpPr>
          <p:nvPr/>
        </p:nvCxnSpPr>
        <p:spPr>
          <a:xfrm rot="5400000">
            <a:off x="577943" y="1699196"/>
            <a:ext cx="448686" cy="335619"/>
          </a:xfrm>
          <a:prstGeom prst="bentConnector3">
            <a:avLst>
              <a:gd name="adj1" fmla="val 48357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꺾인 연결선[E] 381">
            <a:extLst>
              <a:ext uri="{FF2B5EF4-FFF2-40B4-BE49-F238E27FC236}">
                <a16:creationId xmlns:a16="http://schemas.microsoft.com/office/drawing/2014/main" id="{7E8CBB41-32F1-6D53-D22F-CC07BB62025E}"/>
              </a:ext>
            </a:extLst>
          </p:cNvPr>
          <p:cNvCxnSpPr>
            <a:cxnSpLocks/>
            <a:stCxn id="307" idx="2"/>
            <a:endCxn id="375" idx="0"/>
          </p:cNvCxnSpPr>
          <p:nvPr/>
        </p:nvCxnSpPr>
        <p:spPr>
          <a:xfrm rot="16200000" flipH="1">
            <a:off x="1225295" y="1387462"/>
            <a:ext cx="449412" cy="959812"/>
          </a:xfrm>
          <a:prstGeom prst="bentConnector3">
            <a:avLst>
              <a:gd name="adj1" fmla="val 48075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꺾인 연결선[E] 385">
            <a:extLst>
              <a:ext uri="{FF2B5EF4-FFF2-40B4-BE49-F238E27FC236}">
                <a16:creationId xmlns:a16="http://schemas.microsoft.com/office/drawing/2014/main" id="{E58DBE98-DA92-26E4-D64C-4EAB1884DB46}"/>
              </a:ext>
            </a:extLst>
          </p:cNvPr>
          <p:cNvCxnSpPr>
            <a:cxnSpLocks/>
            <a:stCxn id="24" idx="2"/>
            <a:endCxn id="391" idx="0"/>
          </p:cNvCxnSpPr>
          <p:nvPr/>
        </p:nvCxnSpPr>
        <p:spPr>
          <a:xfrm rot="5400000">
            <a:off x="3048164" y="639430"/>
            <a:ext cx="458140" cy="2454520"/>
          </a:xfrm>
          <a:prstGeom prst="bentConnector3">
            <a:avLst>
              <a:gd name="adj1" fmla="val 61297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모서리가 둥근 직사각형 390">
            <a:extLst>
              <a:ext uri="{FF2B5EF4-FFF2-40B4-BE49-F238E27FC236}">
                <a16:creationId xmlns:a16="http://schemas.microsoft.com/office/drawing/2014/main" id="{0A32BB89-5476-7946-D562-9FE11CA66199}"/>
              </a:ext>
            </a:extLst>
          </p:cNvPr>
          <p:cNvSpPr/>
          <p:nvPr/>
        </p:nvSpPr>
        <p:spPr>
          <a:xfrm>
            <a:off x="148010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441" name="꺾인 연결선[E] 440">
            <a:extLst>
              <a:ext uri="{FF2B5EF4-FFF2-40B4-BE49-F238E27FC236}">
                <a16:creationId xmlns:a16="http://schemas.microsoft.com/office/drawing/2014/main" id="{381B232D-4156-6203-05F0-9C4293208B79}"/>
              </a:ext>
            </a:extLst>
          </p:cNvPr>
          <p:cNvCxnSpPr>
            <a:cxnSpLocks/>
            <a:stCxn id="232" idx="0"/>
            <a:endCxn id="316" idx="2"/>
          </p:cNvCxnSpPr>
          <p:nvPr/>
        </p:nvCxnSpPr>
        <p:spPr>
          <a:xfrm rot="16200000" flipV="1">
            <a:off x="638547" y="2554975"/>
            <a:ext cx="327478" cy="335619"/>
          </a:xfrm>
          <a:prstGeom prst="bentConnector3">
            <a:avLst>
              <a:gd name="adj1" fmla="val 48395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꺾인 연결선[E] 444">
            <a:extLst>
              <a:ext uri="{FF2B5EF4-FFF2-40B4-BE49-F238E27FC236}">
                <a16:creationId xmlns:a16="http://schemas.microsoft.com/office/drawing/2014/main" id="{A73B451B-60CB-18B4-619A-B17ACF7479ED}"/>
              </a:ext>
            </a:extLst>
          </p:cNvPr>
          <p:cNvCxnSpPr>
            <a:cxnSpLocks/>
            <a:stCxn id="24" idx="2"/>
            <a:endCxn id="450" idx="0"/>
          </p:cNvCxnSpPr>
          <p:nvPr/>
        </p:nvCxnSpPr>
        <p:spPr>
          <a:xfrm rot="5400000">
            <a:off x="2397772" y="-10962"/>
            <a:ext cx="458140" cy="3755305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모서리가 둥근 직사각형 449">
            <a:extLst>
              <a:ext uri="{FF2B5EF4-FFF2-40B4-BE49-F238E27FC236}">
                <a16:creationId xmlns:a16="http://schemas.microsoft.com/office/drawing/2014/main" id="{E0B5C992-7DC8-1393-FAA4-3DD9CA3B592D}"/>
              </a:ext>
            </a:extLst>
          </p:cNvPr>
          <p:cNvSpPr/>
          <p:nvPr/>
        </p:nvSpPr>
        <p:spPr>
          <a:xfrm>
            <a:off x="179322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</p:spTree>
    <p:extLst>
      <p:ext uri="{BB962C8B-B14F-4D97-AF65-F5344CB8AC3E}">
        <p14:creationId xmlns:p14="http://schemas.microsoft.com/office/powerpoint/2010/main" val="299507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C6151-A59F-7689-92B2-26E86C95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AB34B639-6AE6-38B1-0460-91682B7EEC9D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43281A53-72CA-BA54-BE68-EB65E4C159B3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FEBBF465-9F44-81B9-B0E0-49BF9791A681}"/>
              </a:ext>
            </a:extLst>
          </p:cNvPr>
          <p:cNvSpPr/>
          <p:nvPr/>
        </p:nvSpPr>
        <p:spPr>
          <a:xfrm>
            <a:off x="113121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BE152DA-11DF-D90C-66B4-A7544202DC4A}"/>
              </a:ext>
            </a:extLst>
          </p:cNvPr>
          <p:cNvSpPr/>
          <p:nvPr/>
        </p:nvSpPr>
        <p:spPr>
          <a:xfrm>
            <a:off x="114601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0F74A16-9CC8-C02A-9DCE-D3253B0710AA}"/>
              </a:ext>
            </a:extLst>
          </p:cNvPr>
          <p:cNvSpPr/>
          <p:nvPr/>
        </p:nvSpPr>
        <p:spPr>
          <a:xfrm>
            <a:off x="1084637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2D127F2-D9D5-EAB4-1E77-DA2A0AB1C3DB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00820" y="1175681"/>
            <a:ext cx="148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0E53A3C-CC5F-44E8-3B96-5B6E5D547EE7}"/>
              </a:ext>
            </a:extLst>
          </p:cNvPr>
          <p:cNvSpPr/>
          <p:nvPr/>
        </p:nvSpPr>
        <p:spPr>
          <a:xfrm>
            <a:off x="3206032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93BE433-C41A-AFE5-1CAB-8F2A51CA4474}"/>
              </a:ext>
            </a:extLst>
          </p:cNvPr>
          <p:cNvSpPr/>
          <p:nvPr/>
        </p:nvSpPr>
        <p:spPr>
          <a:xfrm>
            <a:off x="320524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C44BFA86-DAFD-C475-C769-712F34D4AF4C}"/>
              </a:ext>
            </a:extLst>
          </p:cNvPr>
          <p:cNvSpPr/>
          <p:nvPr/>
        </p:nvSpPr>
        <p:spPr>
          <a:xfrm>
            <a:off x="417058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6EFCBAB-82A2-AA55-9ECD-16138C42679C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175681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854152A-F955-2569-2D9C-992E62D3F374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175681"/>
            <a:ext cx="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AE49BA57-8A6C-1D07-C41F-B2A2A3815283}"/>
              </a:ext>
            </a:extLst>
          </p:cNvPr>
          <p:cNvSpPr/>
          <p:nvPr/>
        </p:nvSpPr>
        <p:spPr>
          <a:xfrm>
            <a:off x="4170586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C35E2063-BDF1-F573-75E9-C1CBA5C71638}"/>
              </a:ext>
            </a:extLst>
          </p:cNvPr>
          <p:cNvSpPr/>
          <p:nvPr/>
        </p:nvSpPr>
        <p:spPr>
          <a:xfrm>
            <a:off x="320603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42F9E452-6DBF-8AC1-51E7-37F73DC5752A}"/>
              </a:ext>
            </a:extLst>
          </p:cNvPr>
          <p:cNvSpPr/>
          <p:nvPr/>
        </p:nvSpPr>
        <p:spPr>
          <a:xfrm>
            <a:off x="3205249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F7598787-26BD-AD28-A024-E96BAC80FC31}"/>
              </a:ext>
            </a:extLst>
          </p:cNvPr>
          <p:cNvSpPr/>
          <p:nvPr/>
        </p:nvSpPr>
        <p:spPr>
          <a:xfrm>
            <a:off x="4175285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B33EFBE-871B-7591-DEF2-EA3870B4BF86}"/>
              </a:ext>
            </a:extLst>
          </p:cNvPr>
          <p:cNvCxnSpPr>
            <a:cxnSpLocks/>
            <a:stCxn id="55" idx="2"/>
            <a:endCxn id="86" idx="0"/>
          </p:cNvCxnSpPr>
          <p:nvPr/>
        </p:nvCxnSpPr>
        <p:spPr>
          <a:xfrm>
            <a:off x="3592952" y="3205679"/>
            <a:ext cx="96533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24864F8-8DB4-D5AC-A2B4-5FA9D72A0C96}"/>
              </a:ext>
            </a:extLst>
          </p:cNvPr>
          <p:cNvCxnSpPr>
            <a:cxnSpLocks/>
            <a:stCxn id="56" idx="2"/>
            <a:endCxn id="86" idx="0"/>
          </p:cNvCxnSpPr>
          <p:nvPr/>
        </p:nvCxnSpPr>
        <p:spPr>
          <a:xfrm flipH="1">
            <a:off x="4558285" y="3205679"/>
            <a:ext cx="470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25CB734D-0E12-8E9F-CC7A-1526900C8AAC}"/>
              </a:ext>
            </a:extLst>
          </p:cNvPr>
          <p:cNvSpPr/>
          <p:nvPr/>
        </p:nvSpPr>
        <p:spPr>
          <a:xfrm>
            <a:off x="2819739" y="1238371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F1B3AA4A-9A75-20F1-E441-D3DAE18F5F91}"/>
              </a:ext>
            </a:extLst>
          </p:cNvPr>
          <p:cNvSpPr/>
          <p:nvPr/>
        </p:nvSpPr>
        <p:spPr>
          <a:xfrm>
            <a:off x="2819739" y="327809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91C3418D-2BEA-5AA1-3F17-F338705548B3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907817-DB0B-83C6-3CE0-FAEBC2D98FBF}"/>
              </a:ext>
            </a:extLst>
          </p:cNvPr>
          <p:cNvSpPr txBox="1"/>
          <p:nvPr/>
        </p:nvSpPr>
        <p:spPr>
          <a:xfrm>
            <a:off x="2680627" y="1428144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E08B15-8EB4-40E2-367F-3CE2767888D8}"/>
              </a:ext>
            </a:extLst>
          </p:cNvPr>
          <p:cNvSpPr txBox="1"/>
          <p:nvPr/>
        </p:nvSpPr>
        <p:spPr>
          <a:xfrm>
            <a:off x="2620594" y="3459291"/>
            <a:ext cx="783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Successful</a:t>
            </a:r>
          </a:p>
          <a:p>
            <a:pPr algn="ctr"/>
            <a:r>
              <a:rPr kumimoji="1" lang="en-US" altLang="ko-KR" sz="800" i="1"/>
              <a:t>Promotion</a:t>
            </a:r>
            <a:endParaRPr kumimoji="1" lang="ko-KR" altLang="en-US" sz="800" i="1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F3EFB2D-467B-513A-1432-CC42CD5663F7}"/>
              </a:ext>
            </a:extLst>
          </p:cNvPr>
          <p:cNvSpPr/>
          <p:nvPr/>
        </p:nvSpPr>
        <p:spPr>
          <a:xfrm>
            <a:off x="205775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E64AF8A-E97C-BD36-483D-7F5720A1C01E}"/>
              </a:ext>
            </a:extLst>
          </p:cNvPr>
          <p:cNvSpPr/>
          <p:nvPr/>
        </p:nvSpPr>
        <p:spPr>
          <a:xfrm>
            <a:off x="514454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CAD7036A-36D4-7161-68CE-064C90EEBD91}"/>
              </a:ext>
            </a:extLst>
          </p:cNvPr>
          <p:cNvSpPr/>
          <p:nvPr/>
        </p:nvSpPr>
        <p:spPr>
          <a:xfrm>
            <a:off x="113904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5A9C1FCE-ABBE-519E-E638-A5A88E6FDE0F}"/>
              </a:ext>
            </a:extLst>
          </p:cNvPr>
          <p:cNvSpPr/>
          <p:nvPr/>
        </p:nvSpPr>
        <p:spPr>
          <a:xfrm>
            <a:off x="113121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9D6F9DFE-96ED-040D-668E-278AA8FACC1E}"/>
              </a:ext>
            </a:extLst>
          </p:cNvPr>
          <p:cNvSpPr/>
          <p:nvPr/>
        </p:nvSpPr>
        <p:spPr>
          <a:xfrm>
            <a:off x="107845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8812E34-62D3-9F45-E63D-2005C12F55DE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500824" y="320567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560BFABF-14CB-C507-7ED8-BA38050E0F3B}"/>
              </a:ext>
            </a:extLst>
          </p:cNvPr>
          <p:cNvSpPr/>
          <p:nvPr/>
        </p:nvSpPr>
        <p:spPr>
          <a:xfrm>
            <a:off x="205241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8D7198DB-118C-4E3C-477C-236907AA1BF7}"/>
              </a:ext>
            </a:extLst>
          </p:cNvPr>
          <p:cNvSpPr/>
          <p:nvPr/>
        </p:nvSpPr>
        <p:spPr>
          <a:xfrm>
            <a:off x="5144538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7254EB04-C107-8A27-F6D0-938303074FC2}"/>
              </a:ext>
            </a:extLst>
          </p:cNvPr>
          <p:cNvCxnSpPr>
            <a:stCxn id="17" idx="0"/>
            <a:endCxn id="3" idx="0"/>
          </p:cNvCxnSpPr>
          <p:nvPr/>
        </p:nvCxnSpPr>
        <p:spPr>
          <a:xfrm rot="16200000" flipV="1">
            <a:off x="1473883" y="-286421"/>
            <a:ext cx="12700" cy="194315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[E] 44">
            <a:extLst>
              <a:ext uri="{FF2B5EF4-FFF2-40B4-BE49-F238E27FC236}">
                <a16:creationId xmlns:a16="http://schemas.microsoft.com/office/drawing/2014/main" id="{532A3CC8-2AC2-982E-1DAA-D60D621607B1}"/>
              </a:ext>
            </a:extLst>
          </p:cNvPr>
          <p:cNvCxnSpPr>
            <a:cxnSpLocks/>
            <a:stCxn id="24" idx="0"/>
            <a:endCxn id="13" idx="0"/>
          </p:cNvCxnSpPr>
          <p:nvPr/>
        </p:nvCxnSpPr>
        <p:spPr>
          <a:xfrm rot="16200000" flipV="1">
            <a:off x="4562599" y="-28448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7161ACCF-E029-C1BE-4F5C-A2B0509E9F26}"/>
              </a:ext>
            </a:extLst>
          </p:cNvPr>
          <p:cNvCxnSpPr>
            <a:cxnSpLocks/>
            <a:stCxn id="24" idx="0"/>
            <a:endCxn id="14" idx="0"/>
          </p:cNvCxnSpPr>
          <p:nvPr/>
        </p:nvCxnSpPr>
        <p:spPr>
          <a:xfrm rot="16200000" flipV="1">
            <a:off x="5045265" y="198178"/>
            <a:ext cx="12700" cy="97396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9405C068-B99D-FF3E-0FCC-2BD9092A9368}"/>
              </a:ext>
            </a:extLst>
          </p:cNvPr>
          <p:cNvCxnSpPr>
            <a:cxnSpLocks/>
            <a:stCxn id="39" idx="0"/>
            <a:endCxn id="33" idx="0"/>
          </p:cNvCxnSpPr>
          <p:nvPr/>
        </p:nvCxnSpPr>
        <p:spPr>
          <a:xfrm rot="16200000" flipV="1">
            <a:off x="1470471" y="174550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6AFF1E17-E2A9-642E-1F6A-B5BE8B9E52EA}"/>
              </a:ext>
            </a:extLst>
          </p:cNvPr>
          <p:cNvSpPr/>
          <p:nvPr/>
        </p:nvSpPr>
        <p:spPr>
          <a:xfrm>
            <a:off x="107846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8E66674C-5BD6-7FB7-EACF-DF0438640CD8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1466157" y="3205679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786825A8-DCAD-315D-7093-1B0905103E3E}"/>
              </a:ext>
            </a:extLst>
          </p:cNvPr>
          <p:cNvSpPr/>
          <p:nvPr/>
        </p:nvSpPr>
        <p:spPr>
          <a:xfrm>
            <a:off x="4170586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9F25EC3-3B35-1CE5-FDC0-A3644090ADBE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500820" y="1175681"/>
            <a:ext cx="97152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6537A2A3-897B-4279-506B-965A5088033B}"/>
              </a:ext>
            </a:extLst>
          </p:cNvPr>
          <p:cNvCxnSpPr>
            <a:cxnSpLocks/>
            <a:stCxn id="69" idx="0"/>
            <a:endCxn id="56" idx="0"/>
          </p:cNvCxnSpPr>
          <p:nvPr/>
        </p:nvCxnSpPr>
        <p:spPr>
          <a:xfrm rot="16200000" flipV="1">
            <a:off x="5047615" y="2230528"/>
            <a:ext cx="12700" cy="96925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BC92329-DE21-C167-A0EE-5B5D70929343}"/>
              </a:ext>
            </a:extLst>
          </p:cNvPr>
          <p:cNvSpPr txBox="1"/>
          <p:nvPr/>
        </p:nvSpPr>
        <p:spPr>
          <a:xfrm>
            <a:off x="2620594" y="2566540"/>
            <a:ext cx="783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Failed</a:t>
            </a:r>
          </a:p>
          <a:p>
            <a:pPr algn="ctr"/>
            <a:r>
              <a:rPr kumimoji="1" lang="en-US" altLang="ko-KR" sz="800" i="1"/>
              <a:t>Promotion</a:t>
            </a:r>
            <a:endParaRPr kumimoji="1" lang="ko-KR" altLang="en-US" sz="800" i="1"/>
          </a:p>
        </p:txBody>
      </p:sp>
      <p:sp>
        <p:nvSpPr>
          <p:cNvPr id="38" name="오른쪽 화살표[R] 37">
            <a:extLst>
              <a:ext uri="{FF2B5EF4-FFF2-40B4-BE49-F238E27FC236}">
                <a16:creationId xmlns:a16="http://schemas.microsoft.com/office/drawing/2014/main" id="{C7F10D7C-4C3A-8439-C24C-892FF1E2D7C2}"/>
              </a:ext>
            </a:extLst>
          </p:cNvPr>
          <p:cNvSpPr/>
          <p:nvPr/>
        </p:nvSpPr>
        <p:spPr>
          <a:xfrm rot="8100000">
            <a:off x="2819426" y="2337135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BA0D1C4-9989-FCAC-F81F-8273943F19DA}"/>
              </a:ext>
            </a:extLst>
          </p:cNvPr>
          <p:cNvSpPr/>
          <p:nvPr/>
        </p:nvSpPr>
        <p:spPr>
          <a:xfrm>
            <a:off x="113121" y="4431987"/>
            <a:ext cx="775406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Analysis</a:t>
            </a:r>
          </a:p>
          <a:p>
            <a:pPr algn="ctr"/>
            <a:r>
              <a:rPr lang="en-US" altLang="ko-KR" sz="800" b="1"/>
              <a:t>Run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Failed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8922899-02D8-0CCD-5060-E146EB077D07}"/>
              </a:ext>
            </a:extLst>
          </p:cNvPr>
          <p:cNvCxnSpPr>
            <a:cxnSpLocks/>
            <a:stCxn id="42" idx="0"/>
            <a:endCxn id="77" idx="2"/>
          </p:cNvCxnSpPr>
          <p:nvPr/>
        </p:nvCxnSpPr>
        <p:spPr>
          <a:xfrm flipV="1">
            <a:off x="500824" y="4125410"/>
            <a:ext cx="96533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19F9F60B-F41D-322F-A5FB-78B488B18289}"/>
              </a:ext>
            </a:extLst>
          </p:cNvPr>
          <p:cNvSpPr/>
          <p:nvPr/>
        </p:nvSpPr>
        <p:spPr>
          <a:xfrm>
            <a:off x="3205249" y="4431987"/>
            <a:ext cx="775406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Analysis</a:t>
            </a:r>
          </a:p>
          <a:p>
            <a:pPr algn="ctr"/>
            <a:r>
              <a:rPr lang="en-US" altLang="ko-KR" sz="800" b="1"/>
              <a:t>Run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Failed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03FC6AC-C035-9C33-E1DA-FE34016AFE00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3592952" y="4125410"/>
            <a:ext cx="96533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1F4CB510-1C98-10BB-6D4F-6C030156ECD6}"/>
              </a:ext>
            </a:extLst>
          </p:cNvPr>
          <p:cNvSpPr/>
          <p:nvPr/>
        </p:nvSpPr>
        <p:spPr>
          <a:xfrm>
            <a:off x="4170578" y="4431987"/>
            <a:ext cx="775406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Analysis</a:t>
            </a:r>
          </a:p>
          <a:p>
            <a:pPr algn="ctr"/>
            <a:r>
              <a:rPr lang="en-US" altLang="ko-KR" sz="800" b="1"/>
              <a:t>Run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Successful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63E1D152-0470-E513-EEDA-947D9847F355}"/>
              </a:ext>
            </a:extLst>
          </p:cNvPr>
          <p:cNvCxnSpPr>
            <a:cxnSpLocks/>
            <a:stCxn id="52" idx="0"/>
            <a:endCxn id="86" idx="2"/>
          </p:cNvCxnSpPr>
          <p:nvPr/>
        </p:nvCxnSpPr>
        <p:spPr>
          <a:xfrm flipV="1">
            <a:off x="4558281" y="4125410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4739978-F34B-4BA5-AF71-ED3CB2712D64}"/>
              </a:ext>
            </a:extLst>
          </p:cNvPr>
          <p:cNvSpPr/>
          <p:nvPr/>
        </p:nvSpPr>
        <p:spPr>
          <a:xfrm>
            <a:off x="5144542" y="14822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Experiment</a:t>
            </a:r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117496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05EEE-3276-E46D-4283-33BBFB9C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1C5A0ED2-C401-7302-97B2-FAFE7692BA05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8854568C-1696-0341-E7A5-B3D811466225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038F235-A43A-A9E3-C9A7-A91BAD9C1E04}"/>
              </a:ext>
            </a:extLst>
          </p:cNvPr>
          <p:cNvSpPr/>
          <p:nvPr/>
        </p:nvSpPr>
        <p:spPr>
          <a:xfrm>
            <a:off x="113121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9D2A8B8-1858-2C12-2E13-51221E698A7B}"/>
              </a:ext>
            </a:extLst>
          </p:cNvPr>
          <p:cNvSpPr/>
          <p:nvPr/>
        </p:nvSpPr>
        <p:spPr>
          <a:xfrm>
            <a:off x="114601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685E9FD-47A7-9502-92F3-A0AE4233B696}"/>
              </a:ext>
            </a:extLst>
          </p:cNvPr>
          <p:cNvSpPr/>
          <p:nvPr/>
        </p:nvSpPr>
        <p:spPr>
          <a:xfrm>
            <a:off x="1084637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BBF9FB3-D459-CC3F-DB06-5AB961E0B9BE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00820" y="1175681"/>
            <a:ext cx="148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41F22F7-B870-6423-DD33-03CE4A10EF47}"/>
              </a:ext>
            </a:extLst>
          </p:cNvPr>
          <p:cNvSpPr/>
          <p:nvPr/>
        </p:nvSpPr>
        <p:spPr>
          <a:xfrm>
            <a:off x="3206032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3CE754D-1374-3C13-C08B-7D0BDE183AC3}"/>
              </a:ext>
            </a:extLst>
          </p:cNvPr>
          <p:cNvSpPr/>
          <p:nvPr/>
        </p:nvSpPr>
        <p:spPr>
          <a:xfrm>
            <a:off x="320524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E1990B2-CA41-1849-D454-E100D0EBE098}"/>
              </a:ext>
            </a:extLst>
          </p:cNvPr>
          <p:cNvSpPr/>
          <p:nvPr/>
        </p:nvSpPr>
        <p:spPr>
          <a:xfrm>
            <a:off x="417058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E162018-33C1-C908-DA32-365702BB16B2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175681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F89671B-7BF9-36FE-2939-04CC131F3167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175681"/>
            <a:ext cx="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5E993F49-AC29-3F90-A3BE-6A1F3A4CEA91}"/>
              </a:ext>
            </a:extLst>
          </p:cNvPr>
          <p:cNvSpPr/>
          <p:nvPr/>
        </p:nvSpPr>
        <p:spPr>
          <a:xfrm>
            <a:off x="4170586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CD46692F-A50D-F424-EDCB-4860616F2FB8}"/>
              </a:ext>
            </a:extLst>
          </p:cNvPr>
          <p:cNvSpPr/>
          <p:nvPr/>
        </p:nvSpPr>
        <p:spPr>
          <a:xfrm>
            <a:off x="320603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6F32DBF7-26C0-CF77-A284-D3CE6F21E530}"/>
              </a:ext>
            </a:extLst>
          </p:cNvPr>
          <p:cNvSpPr/>
          <p:nvPr/>
        </p:nvSpPr>
        <p:spPr>
          <a:xfrm>
            <a:off x="3205249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E94D545E-25A6-3341-699C-8CB7C0401B8A}"/>
              </a:ext>
            </a:extLst>
          </p:cNvPr>
          <p:cNvSpPr/>
          <p:nvPr/>
        </p:nvSpPr>
        <p:spPr>
          <a:xfrm>
            <a:off x="4175285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015CF9E-5C7D-E40E-61E5-C0C22DD3CCD9}"/>
              </a:ext>
            </a:extLst>
          </p:cNvPr>
          <p:cNvCxnSpPr>
            <a:cxnSpLocks/>
            <a:stCxn id="55" idx="2"/>
            <a:endCxn id="86" idx="0"/>
          </p:cNvCxnSpPr>
          <p:nvPr/>
        </p:nvCxnSpPr>
        <p:spPr>
          <a:xfrm>
            <a:off x="3592952" y="3205679"/>
            <a:ext cx="96533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8639794-A4DD-1184-D1C2-CC8E1BB5CE6C}"/>
              </a:ext>
            </a:extLst>
          </p:cNvPr>
          <p:cNvCxnSpPr>
            <a:cxnSpLocks/>
            <a:stCxn id="56" idx="2"/>
            <a:endCxn id="86" idx="0"/>
          </p:cNvCxnSpPr>
          <p:nvPr/>
        </p:nvCxnSpPr>
        <p:spPr>
          <a:xfrm flipH="1">
            <a:off x="4558285" y="3205679"/>
            <a:ext cx="470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B09FD200-4B25-0DAD-DCAB-D59234E347A6}"/>
              </a:ext>
            </a:extLst>
          </p:cNvPr>
          <p:cNvSpPr/>
          <p:nvPr/>
        </p:nvSpPr>
        <p:spPr>
          <a:xfrm>
            <a:off x="2819739" y="1238371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BE1C9B60-B1E5-5047-2306-9DE312D8D1B0}"/>
              </a:ext>
            </a:extLst>
          </p:cNvPr>
          <p:cNvSpPr/>
          <p:nvPr/>
        </p:nvSpPr>
        <p:spPr>
          <a:xfrm>
            <a:off x="2819739" y="3278094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06FABD48-7FD3-63F6-0EB1-70888B380351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24E0D26-D680-0D76-4300-31EEABFD7BDE}"/>
              </a:ext>
            </a:extLst>
          </p:cNvPr>
          <p:cNvSpPr txBox="1"/>
          <p:nvPr/>
        </p:nvSpPr>
        <p:spPr>
          <a:xfrm>
            <a:off x="2680627" y="1428144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EAD4D-7779-5E02-DDF2-1B5346CCC3CB}"/>
              </a:ext>
            </a:extLst>
          </p:cNvPr>
          <p:cNvSpPr txBox="1"/>
          <p:nvPr/>
        </p:nvSpPr>
        <p:spPr>
          <a:xfrm>
            <a:off x="2620594" y="3459291"/>
            <a:ext cx="783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Successful</a:t>
            </a:r>
          </a:p>
          <a:p>
            <a:pPr algn="ctr"/>
            <a:r>
              <a:rPr kumimoji="1" lang="en-US" altLang="ko-KR" sz="800" i="1"/>
              <a:t>Promotion</a:t>
            </a:r>
            <a:endParaRPr kumimoji="1" lang="ko-KR" altLang="en-US" sz="800" i="1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C77FF95-ED09-46A7-64AB-F5713E11F709}"/>
              </a:ext>
            </a:extLst>
          </p:cNvPr>
          <p:cNvSpPr/>
          <p:nvPr/>
        </p:nvSpPr>
        <p:spPr>
          <a:xfrm>
            <a:off x="2057759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8356BCC-82D5-95F2-8F0F-9A2DCD610E47}"/>
              </a:ext>
            </a:extLst>
          </p:cNvPr>
          <p:cNvSpPr/>
          <p:nvPr/>
        </p:nvSpPr>
        <p:spPr>
          <a:xfrm>
            <a:off x="5144542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816743A2-01EA-4000-152E-B4D97238730A}"/>
              </a:ext>
            </a:extLst>
          </p:cNvPr>
          <p:cNvSpPr/>
          <p:nvPr/>
        </p:nvSpPr>
        <p:spPr>
          <a:xfrm>
            <a:off x="113904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09726F2C-4BC4-5852-4F62-E4F7DCE7C9F6}"/>
              </a:ext>
            </a:extLst>
          </p:cNvPr>
          <p:cNvSpPr/>
          <p:nvPr/>
        </p:nvSpPr>
        <p:spPr>
          <a:xfrm>
            <a:off x="113121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6D2D34C0-085F-3A9B-46BE-1CC2197F043B}"/>
              </a:ext>
            </a:extLst>
          </p:cNvPr>
          <p:cNvSpPr/>
          <p:nvPr/>
        </p:nvSpPr>
        <p:spPr>
          <a:xfrm>
            <a:off x="107845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B0B6248-BBA7-8104-D8DA-3C214088807A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500824" y="3205679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E0698BA8-21BA-59EF-6852-06C38C5A90DF}"/>
              </a:ext>
            </a:extLst>
          </p:cNvPr>
          <p:cNvSpPr/>
          <p:nvPr/>
        </p:nvSpPr>
        <p:spPr>
          <a:xfrm>
            <a:off x="2052414" y="2715156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27D1554F-8DB4-F62D-2970-2C87799FD52F}"/>
              </a:ext>
            </a:extLst>
          </p:cNvPr>
          <p:cNvSpPr/>
          <p:nvPr/>
        </p:nvSpPr>
        <p:spPr>
          <a:xfrm>
            <a:off x="5144538" y="2715155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8B3D61AC-01BF-F7DA-8AB2-637758055AEC}"/>
              </a:ext>
            </a:extLst>
          </p:cNvPr>
          <p:cNvCxnSpPr>
            <a:stCxn id="17" idx="0"/>
            <a:endCxn id="3" idx="0"/>
          </p:cNvCxnSpPr>
          <p:nvPr/>
        </p:nvCxnSpPr>
        <p:spPr>
          <a:xfrm rot="16200000" flipV="1">
            <a:off x="1473883" y="-286421"/>
            <a:ext cx="12700" cy="194315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[E] 44">
            <a:extLst>
              <a:ext uri="{FF2B5EF4-FFF2-40B4-BE49-F238E27FC236}">
                <a16:creationId xmlns:a16="http://schemas.microsoft.com/office/drawing/2014/main" id="{D9C53C1B-7A6C-3470-DE48-B82730A2E574}"/>
              </a:ext>
            </a:extLst>
          </p:cNvPr>
          <p:cNvCxnSpPr>
            <a:cxnSpLocks/>
            <a:stCxn id="24" idx="0"/>
            <a:endCxn id="13" idx="0"/>
          </p:cNvCxnSpPr>
          <p:nvPr/>
        </p:nvCxnSpPr>
        <p:spPr>
          <a:xfrm rot="16200000" flipV="1">
            <a:off x="4562599" y="-28448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FF4957E3-A492-57E4-C2AF-B1DE140BE3F4}"/>
              </a:ext>
            </a:extLst>
          </p:cNvPr>
          <p:cNvCxnSpPr>
            <a:cxnSpLocks/>
            <a:stCxn id="24" idx="0"/>
            <a:endCxn id="14" idx="0"/>
          </p:cNvCxnSpPr>
          <p:nvPr/>
        </p:nvCxnSpPr>
        <p:spPr>
          <a:xfrm rot="16200000" flipV="1">
            <a:off x="5045265" y="198178"/>
            <a:ext cx="12700" cy="97396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[E] 73">
            <a:extLst>
              <a:ext uri="{FF2B5EF4-FFF2-40B4-BE49-F238E27FC236}">
                <a16:creationId xmlns:a16="http://schemas.microsoft.com/office/drawing/2014/main" id="{2F4267A3-4CD0-A505-D276-FF5419C1F896}"/>
              </a:ext>
            </a:extLst>
          </p:cNvPr>
          <p:cNvCxnSpPr>
            <a:cxnSpLocks/>
            <a:stCxn id="39" idx="0"/>
            <a:endCxn id="33" idx="0"/>
          </p:cNvCxnSpPr>
          <p:nvPr/>
        </p:nvCxnSpPr>
        <p:spPr>
          <a:xfrm rot="16200000" flipV="1">
            <a:off x="1470471" y="174550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BEB67482-8CD3-5D18-B80D-146681A6035F}"/>
              </a:ext>
            </a:extLst>
          </p:cNvPr>
          <p:cNvSpPr/>
          <p:nvPr/>
        </p:nvSpPr>
        <p:spPr>
          <a:xfrm>
            <a:off x="1078462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B4247D7-C460-CF9F-3B8E-86A718DA0B20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1466157" y="3205679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76505C12-7F2E-6D36-996D-955EC77DCDA2}"/>
              </a:ext>
            </a:extLst>
          </p:cNvPr>
          <p:cNvSpPr/>
          <p:nvPr/>
        </p:nvSpPr>
        <p:spPr>
          <a:xfrm>
            <a:off x="4170586" y="3512256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A59EF431-6BAC-C002-F863-9981F22391D6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500820" y="1175681"/>
            <a:ext cx="97152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C91CBF7E-57C8-E5AC-FC02-C55BB681C702}"/>
              </a:ext>
            </a:extLst>
          </p:cNvPr>
          <p:cNvCxnSpPr>
            <a:cxnSpLocks/>
            <a:stCxn id="69" idx="0"/>
            <a:endCxn id="56" idx="0"/>
          </p:cNvCxnSpPr>
          <p:nvPr/>
        </p:nvCxnSpPr>
        <p:spPr>
          <a:xfrm rot="16200000" flipV="1">
            <a:off x="5047615" y="2230528"/>
            <a:ext cx="12700" cy="96925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A660FFF-1784-6C28-1228-7DEDBA8C5671}"/>
              </a:ext>
            </a:extLst>
          </p:cNvPr>
          <p:cNvSpPr/>
          <p:nvPr/>
        </p:nvSpPr>
        <p:spPr>
          <a:xfrm>
            <a:off x="6265518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BDD8840-9647-6A27-D816-1ED7F1A22075}"/>
              </a:ext>
            </a:extLst>
          </p:cNvPr>
          <p:cNvSpPr/>
          <p:nvPr/>
        </p:nvSpPr>
        <p:spPr>
          <a:xfrm>
            <a:off x="6264735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BF4F05D-9561-4B7B-F709-5E221C52999F}"/>
              </a:ext>
            </a:extLst>
          </p:cNvPr>
          <p:cNvSpPr/>
          <p:nvPr/>
        </p:nvSpPr>
        <p:spPr>
          <a:xfrm>
            <a:off x="7230068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1D03DD5-25B0-1A77-52A4-C3A3EF259218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6652438" y="1175681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0B84EA81-98C5-3332-4A9E-5CC244E69A60}"/>
              </a:ext>
            </a:extLst>
          </p:cNvPr>
          <p:cNvSpPr/>
          <p:nvPr/>
        </p:nvSpPr>
        <p:spPr>
          <a:xfrm>
            <a:off x="8204028" y="685158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Virtual</a:t>
            </a:r>
          </a:p>
          <a:p>
            <a:pPr algn="ctr"/>
            <a:r>
              <a:rPr lang="en-US" altLang="ko-KR" sz="800" b="1"/>
              <a:t>Service</a:t>
            </a:r>
            <a:endParaRPr lang="en-US" altLang="ko-KR" sz="800"/>
          </a:p>
        </p:txBody>
      </p:sp>
      <p:cxnSp>
        <p:nvCxnSpPr>
          <p:cNvPr id="21" name="꺾인 연결선[E] 20">
            <a:extLst>
              <a:ext uri="{FF2B5EF4-FFF2-40B4-BE49-F238E27FC236}">
                <a16:creationId xmlns:a16="http://schemas.microsoft.com/office/drawing/2014/main" id="{764112A2-6989-B742-2D57-490897B61FC6}"/>
              </a:ext>
            </a:extLst>
          </p:cNvPr>
          <p:cNvCxnSpPr>
            <a:cxnSpLocks/>
            <a:stCxn id="20" idx="0"/>
            <a:endCxn id="8" idx="0"/>
          </p:cNvCxnSpPr>
          <p:nvPr/>
        </p:nvCxnSpPr>
        <p:spPr>
          <a:xfrm rot="16200000" flipV="1">
            <a:off x="7622085" y="-284489"/>
            <a:ext cx="12700" cy="193929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7A10A711-3558-F88E-E993-8B222DB70625}"/>
              </a:ext>
            </a:extLst>
          </p:cNvPr>
          <p:cNvSpPr/>
          <p:nvPr/>
        </p:nvSpPr>
        <p:spPr>
          <a:xfrm>
            <a:off x="7230076" y="1482258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600083A-C4AD-3800-7017-609094FF1968}"/>
              </a:ext>
            </a:extLst>
          </p:cNvPr>
          <p:cNvCxnSpPr>
            <a:cxnSpLocks/>
            <a:stCxn id="9" idx="2"/>
            <a:endCxn id="22" idx="0"/>
          </p:cNvCxnSpPr>
          <p:nvPr/>
        </p:nvCxnSpPr>
        <p:spPr>
          <a:xfrm>
            <a:off x="7617771" y="1175681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641B67AA-3C88-C1BB-2FB6-1EA6BC8C831A}"/>
              </a:ext>
            </a:extLst>
          </p:cNvPr>
          <p:cNvSpPr/>
          <p:nvPr/>
        </p:nvSpPr>
        <p:spPr>
          <a:xfrm>
            <a:off x="5898365" y="1233458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8AD212-6662-E282-5127-4A58A1C25B3B}"/>
              </a:ext>
            </a:extLst>
          </p:cNvPr>
          <p:cNvSpPr txBox="1"/>
          <p:nvPr/>
        </p:nvSpPr>
        <p:spPr>
          <a:xfrm>
            <a:off x="5706005" y="1423231"/>
            <a:ext cx="756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Failed</a:t>
            </a:r>
          </a:p>
          <a:p>
            <a:pPr algn="ctr"/>
            <a:r>
              <a:rPr kumimoji="1" lang="en-US" altLang="ko-KR" sz="800" i="1"/>
              <a:t>Promotion</a:t>
            </a:r>
            <a:endParaRPr kumimoji="1" lang="ko-KR" altLang="en-US" sz="800" i="1"/>
          </a:p>
        </p:txBody>
      </p:sp>
      <p:sp>
        <p:nvSpPr>
          <p:cNvPr id="30" name="오른쪽 화살표[R] 29">
            <a:extLst>
              <a:ext uri="{FF2B5EF4-FFF2-40B4-BE49-F238E27FC236}">
                <a16:creationId xmlns:a16="http://schemas.microsoft.com/office/drawing/2014/main" id="{57878BA8-E4AC-ABDF-0186-D6234A6BC4C9}"/>
              </a:ext>
            </a:extLst>
          </p:cNvPr>
          <p:cNvSpPr/>
          <p:nvPr/>
        </p:nvSpPr>
        <p:spPr>
          <a:xfrm rot="10568283">
            <a:off x="2901250" y="2229717"/>
            <a:ext cx="3314069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56168F-31FE-25D5-1DE3-3633C3871699}"/>
              </a:ext>
            </a:extLst>
          </p:cNvPr>
          <p:cNvSpPr txBox="1"/>
          <p:nvPr/>
        </p:nvSpPr>
        <p:spPr>
          <a:xfrm>
            <a:off x="4219444" y="2084110"/>
            <a:ext cx="6631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Promote</a:t>
            </a:r>
            <a:endParaRPr kumimoji="1" lang="ko-KR" altLang="en-US" sz="800" i="1"/>
          </a:p>
        </p:txBody>
      </p:sp>
    </p:spTree>
    <p:extLst>
      <p:ext uri="{BB962C8B-B14F-4D97-AF65-F5344CB8AC3E}">
        <p14:creationId xmlns:p14="http://schemas.microsoft.com/office/powerpoint/2010/main" val="310993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5603A-0040-B9D9-0C70-24CFCD58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221AE32E-2BAB-F233-5B63-85F2CDE5BE68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25F15537-A9E8-AD36-5390-39159359A20A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85DC70E-1494-5CE1-BDA9-E6FD1BC72AB3}"/>
              </a:ext>
            </a:extLst>
          </p:cNvPr>
          <p:cNvSpPr/>
          <p:nvPr/>
        </p:nvSpPr>
        <p:spPr>
          <a:xfrm>
            <a:off x="113129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A37345D-A893-245C-F85C-D240456B2CC4}"/>
              </a:ext>
            </a:extLst>
          </p:cNvPr>
          <p:cNvSpPr/>
          <p:nvPr/>
        </p:nvSpPr>
        <p:spPr>
          <a:xfrm>
            <a:off x="114601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4D53E64-AB11-9BF5-9820-3D46FEE6F4C1}"/>
              </a:ext>
            </a:extLst>
          </p:cNvPr>
          <p:cNvSpPr/>
          <p:nvPr/>
        </p:nvSpPr>
        <p:spPr>
          <a:xfrm>
            <a:off x="1084637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3510DA0-AC2F-CF0D-C236-86AABF495B80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00828" y="1261263"/>
            <a:ext cx="1476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3AF371B-6DC9-2C75-096A-1407D06D5D2D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500828" y="1261263"/>
            <a:ext cx="971512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A55E2E3-DBFA-A001-3A41-D046ACFA1647}"/>
              </a:ext>
            </a:extLst>
          </p:cNvPr>
          <p:cNvSpPr/>
          <p:nvPr/>
        </p:nvSpPr>
        <p:spPr>
          <a:xfrm>
            <a:off x="3206032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E3D8400-677B-F13C-8E88-A70CB330F01C}"/>
              </a:ext>
            </a:extLst>
          </p:cNvPr>
          <p:cNvSpPr/>
          <p:nvPr/>
        </p:nvSpPr>
        <p:spPr>
          <a:xfrm>
            <a:off x="3205249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243B768-E60D-8860-4C0D-ED7429014D9C}"/>
              </a:ext>
            </a:extLst>
          </p:cNvPr>
          <p:cNvSpPr/>
          <p:nvPr/>
        </p:nvSpPr>
        <p:spPr>
          <a:xfrm>
            <a:off x="4170582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B5246C0-29CE-F8C1-4E43-E8F386806A68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261263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AD838F2-2D2E-B77C-C116-E1CA00EF900B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261263"/>
            <a:ext cx="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F942818-BAF5-F72C-73CD-FF296D58CB52}"/>
              </a:ext>
            </a:extLst>
          </p:cNvPr>
          <p:cNvSpPr/>
          <p:nvPr/>
        </p:nvSpPr>
        <p:spPr>
          <a:xfrm>
            <a:off x="4170586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AC3A925-09AB-A4D9-E392-CE409A1B4A44}"/>
              </a:ext>
            </a:extLst>
          </p:cNvPr>
          <p:cNvSpPr/>
          <p:nvPr/>
        </p:nvSpPr>
        <p:spPr>
          <a:xfrm>
            <a:off x="3206032" y="34618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5A1B75B9-E14D-DFB3-688A-0321C3FF77B1}"/>
              </a:ext>
            </a:extLst>
          </p:cNvPr>
          <p:cNvSpPr/>
          <p:nvPr/>
        </p:nvSpPr>
        <p:spPr>
          <a:xfrm>
            <a:off x="3205249" y="2664750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9910F651-1FAD-A5E6-B9F8-7DD4F3E04334}"/>
              </a:ext>
            </a:extLst>
          </p:cNvPr>
          <p:cNvSpPr/>
          <p:nvPr/>
        </p:nvSpPr>
        <p:spPr>
          <a:xfrm>
            <a:off x="4175285" y="2664750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05D1D08-C62A-BE97-AEE3-77EA9531BD5C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3592952" y="3155274"/>
            <a:ext cx="193929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915B460-A70D-8BF3-F728-7EA0E67E1B43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4562988" y="3155274"/>
            <a:ext cx="96925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22704208-0217-B7CA-04C9-982BED1F5819}"/>
              </a:ext>
            </a:extLst>
          </p:cNvPr>
          <p:cNvSpPr/>
          <p:nvPr/>
        </p:nvSpPr>
        <p:spPr>
          <a:xfrm>
            <a:off x="4175289" y="3461852"/>
            <a:ext cx="775398" cy="61315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  <a:br>
              <a:rPr lang="en-US" altLang="ko-KR" sz="800"/>
            </a:br>
            <a:r>
              <a:rPr lang="en-US" altLang="ko-KR" sz="800"/>
              <a:t>Image : 2.0</a:t>
            </a: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E69C09F6-6208-484D-7D57-5ABB25DACA53}"/>
              </a:ext>
            </a:extLst>
          </p:cNvPr>
          <p:cNvSpPr/>
          <p:nvPr/>
        </p:nvSpPr>
        <p:spPr>
          <a:xfrm>
            <a:off x="5144546" y="34618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5</a:t>
            </a:r>
            <a:br>
              <a:rPr lang="en-US" altLang="ko-KR" sz="800"/>
            </a:br>
            <a:r>
              <a:rPr lang="en-US" altLang="ko-KR" sz="800"/>
              <a:t>Image : 3.0</a:t>
            </a:r>
          </a:p>
        </p:txBody>
      </p: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C1723656-A7BF-6E72-B5BD-1032B2014A23}"/>
              </a:ext>
            </a:extLst>
          </p:cNvPr>
          <p:cNvSpPr/>
          <p:nvPr/>
        </p:nvSpPr>
        <p:spPr>
          <a:xfrm>
            <a:off x="2819739" y="1323953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EF4EFBB8-4D7E-5818-1992-C881646E4449}"/>
              </a:ext>
            </a:extLst>
          </p:cNvPr>
          <p:cNvSpPr/>
          <p:nvPr/>
        </p:nvSpPr>
        <p:spPr>
          <a:xfrm>
            <a:off x="2819739" y="3227689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6" name="오른쪽 화살표[R] 65">
            <a:extLst>
              <a:ext uri="{FF2B5EF4-FFF2-40B4-BE49-F238E27FC236}">
                <a16:creationId xmlns:a16="http://schemas.microsoft.com/office/drawing/2014/main" id="{49AF982C-C7DF-9011-DF48-4729D35B6555}"/>
              </a:ext>
            </a:extLst>
          </p:cNvPr>
          <p:cNvSpPr/>
          <p:nvPr/>
        </p:nvSpPr>
        <p:spPr>
          <a:xfrm rot="8100000">
            <a:off x="2819426" y="2337135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8C01C152-77C5-9AFF-5886-069701508B5C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7D1113-46E4-0170-A185-928030B890EA}"/>
              </a:ext>
            </a:extLst>
          </p:cNvPr>
          <p:cNvSpPr txBox="1"/>
          <p:nvPr/>
        </p:nvSpPr>
        <p:spPr>
          <a:xfrm>
            <a:off x="2680627" y="1513726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61BCF1-22A9-5435-EB95-D15A46366666}"/>
              </a:ext>
            </a:extLst>
          </p:cNvPr>
          <p:cNvSpPr txBox="1"/>
          <p:nvPr/>
        </p:nvSpPr>
        <p:spPr>
          <a:xfrm>
            <a:off x="2680627" y="2566540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D8CF8-B26E-312A-D478-78A733F9B643}"/>
              </a:ext>
            </a:extLst>
          </p:cNvPr>
          <p:cNvSpPr txBox="1"/>
          <p:nvPr/>
        </p:nvSpPr>
        <p:spPr>
          <a:xfrm>
            <a:off x="2682185" y="3408886"/>
            <a:ext cx="6599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Promote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E333EAC-5F63-E791-43F3-B35BBDB03259}"/>
              </a:ext>
            </a:extLst>
          </p:cNvPr>
          <p:cNvSpPr/>
          <p:nvPr/>
        </p:nvSpPr>
        <p:spPr>
          <a:xfrm>
            <a:off x="2057759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F7E91BD-90D1-C083-AFF3-EC6FFB3F92D9}"/>
              </a:ext>
            </a:extLst>
          </p:cNvPr>
          <p:cNvCxnSpPr>
            <a:cxnSpLocks/>
            <a:stCxn id="17" idx="2"/>
            <a:endCxn id="2" idx="0"/>
          </p:cNvCxnSpPr>
          <p:nvPr/>
        </p:nvCxnSpPr>
        <p:spPr>
          <a:xfrm flipH="1">
            <a:off x="500828" y="1261263"/>
            <a:ext cx="194463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BABD7FF-A4AC-5FA1-1E50-2511566950FA}"/>
              </a:ext>
            </a:extLst>
          </p:cNvPr>
          <p:cNvSpPr/>
          <p:nvPr/>
        </p:nvSpPr>
        <p:spPr>
          <a:xfrm>
            <a:off x="5144542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DC2AFE4-3511-937E-BF4C-468A9B756231}"/>
              </a:ext>
            </a:extLst>
          </p:cNvPr>
          <p:cNvCxnSpPr>
            <a:cxnSpLocks/>
            <a:stCxn id="24" idx="2"/>
            <a:endCxn id="37" idx="0"/>
          </p:cNvCxnSpPr>
          <p:nvPr/>
        </p:nvCxnSpPr>
        <p:spPr>
          <a:xfrm flipH="1">
            <a:off x="4558285" y="1261263"/>
            <a:ext cx="97396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03B3790-4875-B300-8A92-4323DB9AC05F}"/>
              </a:ext>
            </a:extLst>
          </p:cNvPr>
          <p:cNvCxnSpPr>
            <a:cxnSpLocks/>
            <a:stCxn id="24" idx="2"/>
            <a:endCxn id="12" idx="0"/>
          </p:cNvCxnSpPr>
          <p:nvPr/>
        </p:nvCxnSpPr>
        <p:spPr>
          <a:xfrm flipH="1">
            <a:off x="3593731" y="1261263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D455FBD4-DF0B-5F89-0317-1D1DA7083FBE}"/>
              </a:ext>
            </a:extLst>
          </p:cNvPr>
          <p:cNvSpPr/>
          <p:nvPr/>
        </p:nvSpPr>
        <p:spPr>
          <a:xfrm>
            <a:off x="113904" y="34618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  <a:p>
            <a:pPr algn="ctr"/>
            <a:r>
              <a:rPr lang="en-US" altLang="ko-KR" sz="800"/>
              <a:t>Image : 1.0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9D9F3ED1-8864-3D2A-09B5-F6CA9F5885D6}"/>
              </a:ext>
            </a:extLst>
          </p:cNvPr>
          <p:cNvSpPr/>
          <p:nvPr/>
        </p:nvSpPr>
        <p:spPr>
          <a:xfrm>
            <a:off x="113121" y="26647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E505C522-239C-9C46-0BA0-75C3DEC77852}"/>
              </a:ext>
            </a:extLst>
          </p:cNvPr>
          <p:cNvSpPr/>
          <p:nvPr/>
        </p:nvSpPr>
        <p:spPr>
          <a:xfrm>
            <a:off x="1078454" y="26647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A332419-3976-BEA8-90AA-581FF699C893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500824" y="3155274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DBAF9EF-0D2D-3A12-4FDC-CA8F361E38F2}"/>
              </a:ext>
            </a:extLst>
          </p:cNvPr>
          <p:cNvCxnSpPr>
            <a:cxnSpLocks/>
            <a:stCxn id="34" idx="2"/>
            <a:endCxn id="51" idx="0"/>
          </p:cNvCxnSpPr>
          <p:nvPr/>
        </p:nvCxnSpPr>
        <p:spPr>
          <a:xfrm>
            <a:off x="1466157" y="3155274"/>
            <a:ext cx="976546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ED1C98C-E549-20E8-08ED-9BCD5E06B5E6}"/>
              </a:ext>
            </a:extLst>
          </p:cNvPr>
          <p:cNvSpPr/>
          <p:nvPr/>
        </p:nvSpPr>
        <p:spPr>
          <a:xfrm>
            <a:off x="1078458" y="34618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</a:p>
          <a:p>
            <a:pPr algn="ctr"/>
            <a:r>
              <a:rPr lang="en-US" altLang="ko-KR" sz="800"/>
              <a:t>Image : 2.0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9BA6CAB0-5C12-DC25-1BD6-2BE7FF799A57}"/>
              </a:ext>
            </a:extLst>
          </p:cNvPr>
          <p:cNvSpPr/>
          <p:nvPr/>
        </p:nvSpPr>
        <p:spPr>
          <a:xfrm>
            <a:off x="2052414" y="2664751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  <a:p>
            <a:pPr algn="ctr"/>
            <a:r>
              <a:rPr lang="en-US" altLang="ko-KR" sz="800"/>
              <a:t>4 : 1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B8E2EFF-2313-6D65-416D-8B13B0D71770}"/>
              </a:ext>
            </a:extLst>
          </p:cNvPr>
          <p:cNvCxnSpPr>
            <a:cxnSpLocks/>
            <a:stCxn id="39" idx="2"/>
            <a:endCxn id="51" idx="0"/>
          </p:cNvCxnSpPr>
          <p:nvPr/>
        </p:nvCxnSpPr>
        <p:spPr>
          <a:xfrm>
            <a:off x="2440117" y="3155274"/>
            <a:ext cx="2586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E1D6FD4-5096-4242-2E1F-9A8234FF0788}"/>
              </a:ext>
            </a:extLst>
          </p:cNvPr>
          <p:cNvCxnSpPr>
            <a:cxnSpLocks/>
            <a:stCxn id="39" idx="2"/>
            <a:endCxn id="32" idx="0"/>
          </p:cNvCxnSpPr>
          <p:nvPr/>
        </p:nvCxnSpPr>
        <p:spPr>
          <a:xfrm flipH="1">
            <a:off x="501603" y="3155274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B3224145-A879-32A7-D9FE-C6783AB5FAFC}"/>
              </a:ext>
            </a:extLst>
          </p:cNvPr>
          <p:cNvSpPr/>
          <p:nvPr/>
        </p:nvSpPr>
        <p:spPr>
          <a:xfrm>
            <a:off x="2055004" y="34618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  <a:p>
            <a:pPr algn="ctr"/>
            <a:r>
              <a:rPr lang="en-US" altLang="ko-KR" sz="800"/>
              <a:t>Image : 3.0</a:t>
            </a: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FC5211FD-3A71-3EC1-00BA-95125113B6A4}"/>
              </a:ext>
            </a:extLst>
          </p:cNvPr>
          <p:cNvSpPr/>
          <p:nvPr/>
        </p:nvSpPr>
        <p:spPr>
          <a:xfrm>
            <a:off x="5144538" y="2664750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  <a:endParaRPr lang="en-US" altLang="ko-KR" sz="800"/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E276BC05-0643-ECE0-8617-C660AA6B0406}"/>
              </a:ext>
            </a:extLst>
          </p:cNvPr>
          <p:cNvCxnSpPr>
            <a:cxnSpLocks/>
            <a:stCxn id="69" idx="2"/>
            <a:endCxn id="60" idx="0"/>
          </p:cNvCxnSpPr>
          <p:nvPr/>
        </p:nvCxnSpPr>
        <p:spPr>
          <a:xfrm>
            <a:off x="5532241" y="3155274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4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86570-A207-9732-310B-B6686C05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D671B6A2-05A3-C0BA-A479-22183F104690}"/>
              </a:ext>
            </a:extLst>
          </p:cNvPr>
          <p:cNvCxnSpPr>
            <a:cxnSpLocks/>
          </p:cNvCxnSpPr>
          <p:nvPr/>
        </p:nvCxnSpPr>
        <p:spPr>
          <a:xfrm>
            <a:off x="301782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C670BDBF-4B3D-7288-4548-EC37DFED4EEC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F47CD3B7-7008-732D-D27E-81E90CA0A15B}"/>
              </a:ext>
            </a:extLst>
          </p:cNvPr>
          <p:cNvSpPr/>
          <p:nvPr/>
        </p:nvSpPr>
        <p:spPr>
          <a:xfrm>
            <a:off x="1072576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10DC85D-8C97-EE86-0396-F2FD3ABCF7DB}"/>
              </a:ext>
            </a:extLst>
          </p:cNvPr>
          <p:cNvSpPr/>
          <p:nvPr/>
        </p:nvSpPr>
        <p:spPr>
          <a:xfrm>
            <a:off x="102532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B261E4F-4BB1-542B-FBF9-9B06B5DE0DE1}"/>
              </a:ext>
            </a:extLst>
          </p:cNvPr>
          <p:cNvSpPr/>
          <p:nvPr/>
        </p:nvSpPr>
        <p:spPr>
          <a:xfrm>
            <a:off x="1072568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D8291DE-CA26-5917-28B6-96D09B2BD811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490235" y="1261263"/>
            <a:ext cx="97004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B8778CD-377E-0700-B8BD-BD3195C63952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>
            <a:off x="1460271" y="1261263"/>
            <a:ext cx="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8B28BF0-CEC2-EA51-131A-E929ADCB03FB}"/>
              </a:ext>
            </a:extLst>
          </p:cNvPr>
          <p:cNvSpPr/>
          <p:nvPr/>
        </p:nvSpPr>
        <p:spPr>
          <a:xfrm>
            <a:off x="3206032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2863E5E-73D7-D0AE-A988-3350167333E7}"/>
              </a:ext>
            </a:extLst>
          </p:cNvPr>
          <p:cNvSpPr/>
          <p:nvPr/>
        </p:nvSpPr>
        <p:spPr>
          <a:xfrm>
            <a:off x="3205249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2F6536D-9E83-4509-73AE-69B85D03BAFE}"/>
              </a:ext>
            </a:extLst>
          </p:cNvPr>
          <p:cNvSpPr/>
          <p:nvPr/>
        </p:nvSpPr>
        <p:spPr>
          <a:xfrm>
            <a:off x="4170582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FBBDE5A-081E-EBBD-C011-DFA18F53AB25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592952" y="1261263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F80469B-7A52-B8A7-C5DC-7740D5A9F941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558285" y="1261263"/>
            <a:ext cx="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ABD8282-CCA9-04CE-31C2-6297B2BF6DCF}"/>
              </a:ext>
            </a:extLst>
          </p:cNvPr>
          <p:cNvSpPr/>
          <p:nvPr/>
        </p:nvSpPr>
        <p:spPr>
          <a:xfrm>
            <a:off x="4170586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3EFB5F46-C0A8-2925-C9E3-3AC23D733BC3}"/>
              </a:ext>
            </a:extLst>
          </p:cNvPr>
          <p:cNvSpPr/>
          <p:nvPr/>
        </p:nvSpPr>
        <p:spPr>
          <a:xfrm>
            <a:off x="108286" y="347157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5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337A7AC3-E7E1-FA8E-FCA1-ED1B2BFB0695}"/>
              </a:ext>
            </a:extLst>
          </p:cNvPr>
          <p:cNvSpPr/>
          <p:nvPr/>
        </p:nvSpPr>
        <p:spPr>
          <a:xfrm>
            <a:off x="107504" y="267447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active</a:t>
            </a: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057AA06B-B516-9F89-9973-158B9B8F82F9}"/>
              </a:ext>
            </a:extLst>
          </p:cNvPr>
          <p:cNvSpPr/>
          <p:nvPr/>
        </p:nvSpPr>
        <p:spPr>
          <a:xfrm>
            <a:off x="1077540" y="2674475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preview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36D1E39-73C3-2211-EEDE-E7AD563EEBAC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>
            <a:off x="495207" y="3164997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77E98C1-3292-9515-5E21-D21ED6CD35E5}"/>
              </a:ext>
            </a:extLst>
          </p:cNvPr>
          <p:cNvCxnSpPr>
            <a:cxnSpLocks/>
            <a:stCxn id="45" idx="2"/>
            <a:endCxn id="52" idx="0"/>
          </p:cNvCxnSpPr>
          <p:nvPr/>
        </p:nvCxnSpPr>
        <p:spPr>
          <a:xfrm>
            <a:off x="1465243" y="3164997"/>
            <a:ext cx="96925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34C1BA0B-2F19-26D4-A4EA-E4E88797FDBC}"/>
              </a:ext>
            </a:extLst>
          </p:cNvPr>
          <p:cNvSpPr/>
          <p:nvPr/>
        </p:nvSpPr>
        <p:spPr>
          <a:xfrm>
            <a:off x="1077544" y="347157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23B08267-E25C-FE88-E293-157F0AAD9326}"/>
              </a:ext>
            </a:extLst>
          </p:cNvPr>
          <p:cNvSpPr/>
          <p:nvPr/>
        </p:nvSpPr>
        <p:spPr>
          <a:xfrm>
            <a:off x="2046801" y="3471575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5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C1AA077F-FEE3-DAAE-3921-065541860A4A}"/>
              </a:ext>
            </a:extLst>
          </p:cNvPr>
          <p:cNvSpPr/>
          <p:nvPr/>
        </p:nvSpPr>
        <p:spPr>
          <a:xfrm>
            <a:off x="3206032" y="34618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DE13E310-26EE-C2B1-C4C1-02AD8CF5165D}"/>
              </a:ext>
            </a:extLst>
          </p:cNvPr>
          <p:cNvSpPr/>
          <p:nvPr/>
        </p:nvSpPr>
        <p:spPr>
          <a:xfrm>
            <a:off x="3205249" y="2664750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active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14EEC6A3-4511-4AA4-8CC8-792A2AD5508E}"/>
              </a:ext>
            </a:extLst>
          </p:cNvPr>
          <p:cNvSpPr/>
          <p:nvPr/>
        </p:nvSpPr>
        <p:spPr>
          <a:xfrm>
            <a:off x="4175285" y="2664750"/>
            <a:ext cx="775406" cy="49052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preview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2B932B1-08C6-4D04-6F27-F1B9ABFCC561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3592952" y="3155274"/>
            <a:ext cx="1939293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40DB188-74B1-4EAE-EFCE-AD28CB4BB44F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4562988" y="3155274"/>
            <a:ext cx="969257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4EECC4AA-E687-8FAF-89CD-9C7F3CC1CE6C}"/>
              </a:ext>
            </a:extLst>
          </p:cNvPr>
          <p:cNvSpPr/>
          <p:nvPr/>
        </p:nvSpPr>
        <p:spPr>
          <a:xfrm>
            <a:off x="4175289" y="3461852"/>
            <a:ext cx="775398" cy="613155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F70BC830-DA92-A50B-34B5-8CF6ADC61972}"/>
              </a:ext>
            </a:extLst>
          </p:cNvPr>
          <p:cNvSpPr/>
          <p:nvPr/>
        </p:nvSpPr>
        <p:spPr>
          <a:xfrm>
            <a:off x="5144546" y="3461851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3</a:t>
            </a:r>
          </a:p>
          <a:p>
            <a:pPr algn="ctr"/>
            <a:r>
              <a:rPr lang="en-US" altLang="ko-KR" sz="800"/>
              <a:t>Replica : 5</a:t>
            </a:r>
          </a:p>
        </p:txBody>
      </p: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6B857E4D-8271-EA95-6564-C99875AAD389}"/>
              </a:ext>
            </a:extLst>
          </p:cNvPr>
          <p:cNvSpPr/>
          <p:nvPr/>
        </p:nvSpPr>
        <p:spPr>
          <a:xfrm>
            <a:off x="2819739" y="1323953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2E2EC7F9-80B7-FE84-E43F-E24E01DAEB90}"/>
              </a:ext>
            </a:extLst>
          </p:cNvPr>
          <p:cNvSpPr/>
          <p:nvPr/>
        </p:nvSpPr>
        <p:spPr>
          <a:xfrm>
            <a:off x="2819739" y="3227689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sp>
        <p:nvSpPr>
          <p:cNvPr id="66" name="오른쪽 화살표[R] 65">
            <a:extLst>
              <a:ext uri="{FF2B5EF4-FFF2-40B4-BE49-F238E27FC236}">
                <a16:creationId xmlns:a16="http://schemas.microsoft.com/office/drawing/2014/main" id="{6C910340-5849-FBF9-3907-89C8F5A7D363}"/>
              </a:ext>
            </a:extLst>
          </p:cNvPr>
          <p:cNvSpPr/>
          <p:nvPr/>
        </p:nvSpPr>
        <p:spPr>
          <a:xfrm rot="8100000">
            <a:off x="2819426" y="2337135"/>
            <a:ext cx="385510" cy="18119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F9075567-B0A2-1DDF-A65D-0E03B498FBF1}"/>
              </a:ext>
            </a:extLst>
          </p:cNvPr>
          <p:cNvCxnSpPr>
            <a:cxnSpLocks/>
          </p:cNvCxnSpPr>
          <p:nvPr/>
        </p:nvCxnSpPr>
        <p:spPr>
          <a:xfrm>
            <a:off x="608416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F605F5-C867-260A-CFCC-79C8E19EFA7E}"/>
              </a:ext>
            </a:extLst>
          </p:cNvPr>
          <p:cNvSpPr txBox="1"/>
          <p:nvPr/>
        </p:nvSpPr>
        <p:spPr>
          <a:xfrm>
            <a:off x="2680627" y="1513726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513464-E543-DF46-0212-3420AA723B6F}"/>
              </a:ext>
            </a:extLst>
          </p:cNvPr>
          <p:cNvSpPr txBox="1"/>
          <p:nvPr/>
        </p:nvSpPr>
        <p:spPr>
          <a:xfrm>
            <a:off x="2680627" y="2566540"/>
            <a:ext cx="663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Update</a:t>
            </a:r>
          </a:p>
          <a:p>
            <a:pPr algn="ctr"/>
            <a:r>
              <a:rPr kumimoji="1" lang="en-US" altLang="ko-KR" sz="800" i="1"/>
              <a:t>Image</a:t>
            </a:r>
            <a:endParaRPr kumimoji="1" lang="ko-KR" altLang="en-US" sz="8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3858D6-265C-2B9C-F9F6-8EB37CADC95E}"/>
              </a:ext>
            </a:extLst>
          </p:cNvPr>
          <p:cNvSpPr txBox="1"/>
          <p:nvPr/>
        </p:nvSpPr>
        <p:spPr>
          <a:xfrm>
            <a:off x="2682185" y="3408886"/>
            <a:ext cx="6599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i="1"/>
              <a:t>Promote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4D28F5A-5CBB-4019-A778-13FCB673EB22}"/>
              </a:ext>
            </a:extLst>
          </p:cNvPr>
          <p:cNvSpPr/>
          <p:nvPr/>
        </p:nvSpPr>
        <p:spPr>
          <a:xfrm>
            <a:off x="2045690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48C35C0-2000-DB02-DC88-1B63B77DDEC2}"/>
              </a:ext>
            </a:extLst>
          </p:cNvPr>
          <p:cNvCxnSpPr>
            <a:cxnSpLocks/>
            <a:stCxn id="17" idx="2"/>
            <a:endCxn id="2" idx="0"/>
          </p:cNvCxnSpPr>
          <p:nvPr/>
        </p:nvCxnSpPr>
        <p:spPr>
          <a:xfrm flipH="1">
            <a:off x="1460275" y="1261263"/>
            <a:ext cx="973118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66B23B83-B26C-B37A-EC18-5E75FB61025A}"/>
              </a:ext>
            </a:extLst>
          </p:cNvPr>
          <p:cNvSpPr/>
          <p:nvPr/>
        </p:nvSpPr>
        <p:spPr>
          <a:xfrm>
            <a:off x="5144542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604F5E3-26DA-3F6B-5A40-556C5ADD0FA0}"/>
              </a:ext>
            </a:extLst>
          </p:cNvPr>
          <p:cNvCxnSpPr>
            <a:cxnSpLocks/>
            <a:stCxn id="24" idx="2"/>
            <a:endCxn id="37" idx="0"/>
          </p:cNvCxnSpPr>
          <p:nvPr/>
        </p:nvCxnSpPr>
        <p:spPr>
          <a:xfrm flipH="1">
            <a:off x="4558285" y="1261263"/>
            <a:ext cx="973960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70892E7-7352-2F01-3367-3688765923D0}"/>
              </a:ext>
            </a:extLst>
          </p:cNvPr>
          <p:cNvCxnSpPr>
            <a:cxnSpLocks/>
            <a:stCxn id="24" idx="2"/>
            <a:endCxn id="12" idx="0"/>
          </p:cNvCxnSpPr>
          <p:nvPr/>
        </p:nvCxnSpPr>
        <p:spPr>
          <a:xfrm flipH="1">
            <a:off x="3593731" y="1261263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BC5F04DA-EB99-06B2-65E1-BBDF5692C276}"/>
              </a:ext>
            </a:extLst>
          </p:cNvPr>
          <p:cNvSpPr/>
          <p:nvPr/>
        </p:nvSpPr>
        <p:spPr>
          <a:xfrm>
            <a:off x="6252321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1</a:t>
            </a:r>
          </a:p>
          <a:p>
            <a:pPr algn="ctr"/>
            <a:r>
              <a:rPr lang="en-US" altLang="ko-KR" sz="800"/>
              <a:t>Replica : 4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EBFF1D03-D75B-D5FF-C6B7-1212E12FBBD9}"/>
              </a:ext>
            </a:extLst>
          </p:cNvPr>
          <p:cNvSpPr/>
          <p:nvPr/>
        </p:nvSpPr>
        <p:spPr>
          <a:xfrm>
            <a:off x="6251538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stable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2C7A375B-56F1-12E3-ACB3-53D8731769C3}"/>
              </a:ext>
            </a:extLst>
          </p:cNvPr>
          <p:cNvSpPr/>
          <p:nvPr/>
        </p:nvSpPr>
        <p:spPr>
          <a:xfrm>
            <a:off x="7216871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canary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70EA0BF-8839-46AA-EE1A-7C30E4FA8592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6639241" y="1261263"/>
            <a:ext cx="779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1AFB459-1C8B-B9D9-017E-C3AADA34A769}"/>
              </a:ext>
            </a:extLst>
          </p:cNvPr>
          <p:cNvCxnSpPr>
            <a:cxnSpLocks/>
            <a:stCxn id="34" idx="2"/>
            <a:endCxn id="51" idx="0"/>
          </p:cNvCxnSpPr>
          <p:nvPr/>
        </p:nvCxnSpPr>
        <p:spPr>
          <a:xfrm>
            <a:off x="7604574" y="1261263"/>
            <a:ext cx="970032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CF79719C-BE96-28F5-C370-FC6023420AE8}"/>
              </a:ext>
            </a:extLst>
          </p:cNvPr>
          <p:cNvSpPr/>
          <p:nvPr/>
        </p:nvSpPr>
        <p:spPr>
          <a:xfrm>
            <a:off x="7216875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0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BA6B1D85-312A-23AA-46CE-1BDC55CD943C}"/>
              </a:ext>
            </a:extLst>
          </p:cNvPr>
          <p:cNvSpPr/>
          <p:nvPr/>
        </p:nvSpPr>
        <p:spPr>
          <a:xfrm>
            <a:off x="8190831" y="770740"/>
            <a:ext cx="775406" cy="490523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Service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main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110D320-9384-030D-6C71-77DCF0E68DE0}"/>
              </a:ext>
            </a:extLst>
          </p:cNvPr>
          <p:cNvCxnSpPr>
            <a:cxnSpLocks/>
            <a:stCxn id="39" idx="2"/>
            <a:endCxn id="51" idx="0"/>
          </p:cNvCxnSpPr>
          <p:nvPr/>
        </p:nvCxnSpPr>
        <p:spPr>
          <a:xfrm flipH="1">
            <a:off x="8574606" y="1261263"/>
            <a:ext cx="3928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2E4CC1B-7425-188E-1817-0441A8D79F4F}"/>
              </a:ext>
            </a:extLst>
          </p:cNvPr>
          <p:cNvCxnSpPr>
            <a:cxnSpLocks/>
            <a:stCxn id="39" idx="2"/>
            <a:endCxn id="32" idx="0"/>
          </p:cNvCxnSpPr>
          <p:nvPr/>
        </p:nvCxnSpPr>
        <p:spPr>
          <a:xfrm flipH="1">
            <a:off x="6640020" y="1261263"/>
            <a:ext cx="1938514" cy="3065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C70CCDF5-A4EE-E233-2D9C-231FD7CF62F7}"/>
              </a:ext>
            </a:extLst>
          </p:cNvPr>
          <p:cNvSpPr/>
          <p:nvPr/>
        </p:nvSpPr>
        <p:spPr>
          <a:xfrm>
            <a:off x="8186907" y="1567840"/>
            <a:ext cx="775398" cy="61315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ReplicaSet</a:t>
            </a:r>
          </a:p>
          <a:p>
            <a:pPr algn="ctr"/>
            <a:endParaRPr lang="en-US" altLang="ko-KR" sz="800"/>
          </a:p>
          <a:p>
            <a:pPr algn="ctr"/>
            <a:r>
              <a:rPr lang="en-US" altLang="ko-KR" sz="800"/>
              <a:t>Revision : 2</a:t>
            </a:r>
          </a:p>
          <a:p>
            <a:pPr algn="ctr"/>
            <a:r>
              <a:rPr lang="en-US" altLang="ko-KR" sz="800"/>
              <a:t>Replica : 1</a:t>
            </a:r>
          </a:p>
        </p:txBody>
      </p:sp>
    </p:spTree>
    <p:extLst>
      <p:ext uri="{BB962C8B-B14F-4D97-AF65-F5344CB8AC3E}">
        <p14:creationId xmlns:p14="http://schemas.microsoft.com/office/powerpoint/2010/main" val="1130150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6136FFB-D266-46C8-98BA-51E473D42978}"/>
              </a:ext>
            </a:extLst>
          </p:cNvPr>
          <p:cNvSpPr/>
          <p:nvPr/>
        </p:nvSpPr>
        <p:spPr>
          <a:xfrm>
            <a:off x="2729936" y="1461336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C1F642A-9E47-04F0-461D-3D4DB9E3C946}"/>
              </a:ext>
            </a:extLst>
          </p:cNvPr>
          <p:cNvSpPr/>
          <p:nvPr/>
        </p:nvSpPr>
        <p:spPr>
          <a:xfrm>
            <a:off x="2189004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711D0D5-3D61-1819-0DEB-8977728C5B46}"/>
              </a:ext>
            </a:extLst>
          </p:cNvPr>
          <p:cNvSpPr/>
          <p:nvPr/>
        </p:nvSpPr>
        <p:spPr>
          <a:xfrm>
            <a:off x="3269992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29E433B-0ACB-E7B8-25C0-B8D00DF0E27F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2621052" y="1101296"/>
            <a:ext cx="54092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96483D7-E1DD-BA6C-B567-490E594B6981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3161980" y="1101296"/>
            <a:ext cx="54006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384CDA9-6774-BBD8-37A7-6DE2D98527A4}"/>
              </a:ext>
            </a:extLst>
          </p:cNvPr>
          <p:cNvSpPr/>
          <p:nvPr/>
        </p:nvSpPr>
        <p:spPr>
          <a:xfrm>
            <a:off x="5069546" y="1461336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4CDE9AD-5D29-C370-1D23-1882CCEAC752}"/>
              </a:ext>
            </a:extLst>
          </p:cNvPr>
          <p:cNvSpPr/>
          <p:nvPr/>
        </p:nvSpPr>
        <p:spPr>
          <a:xfrm>
            <a:off x="5068674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ED1E9AB-44FF-D10E-C985-E1F22005BA9B}"/>
              </a:ext>
            </a:extLst>
          </p:cNvPr>
          <p:cNvSpPr/>
          <p:nvPr/>
        </p:nvSpPr>
        <p:spPr>
          <a:xfrm>
            <a:off x="6182764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EC4F5AB-1A7F-0650-2642-20E4297877CD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5500722" y="1101296"/>
            <a:ext cx="86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7D8A38D-BEF1-342A-CE22-C2818CFE8E70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6614812" y="1101296"/>
            <a:ext cx="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3FA89D0C-6D63-3DB9-914C-AFA60D1790CC}"/>
              </a:ext>
            </a:extLst>
          </p:cNvPr>
          <p:cNvCxnSpPr>
            <a:cxnSpLocks/>
          </p:cNvCxnSpPr>
          <p:nvPr/>
        </p:nvCxnSpPr>
        <p:spPr>
          <a:xfrm>
            <a:off x="457431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41CBEDC6-EF49-1348-99E9-165A3AB94D04}"/>
              </a:ext>
            </a:extLst>
          </p:cNvPr>
          <p:cNvSpPr/>
          <p:nvPr/>
        </p:nvSpPr>
        <p:spPr>
          <a:xfrm>
            <a:off x="6182768" y="1461336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28923D0B-0C65-4C49-7FB2-EFAACC181A3F}"/>
              </a:ext>
            </a:extLst>
          </p:cNvPr>
          <p:cNvSpPr/>
          <p:nvPr/>
        </p:nvSpPr>
        <p:spPr>
          <a:xfrm>
            <a:off x="1101728" y="364616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1B3C452-57F2-225F-F976-ABF68E542C61}"/>
              </a:ext>
            </a:extLst>
          </p:cNvPr>
          <p:cNvSpPr/>
          <p:nvPr/>
        </p:nvSpPr>
        <p:spPr>
          <a:xfrm>
            <a:off x="1100856" y="271005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81066C9E-FA39-6A61-CFAD-595D0FCD15B6}"/>
              </a:ext>
            </a:extLst>
          </p:cNvPr>
          <p:cNvSpPr/>
          <p:nvPr/>
        </p:nvSpPr>
        <p:spPr>
          <a:xfrm>
            <a:off x="2181844" y="271005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956D4F9-2B0F-4AB6-0CE1-A5069046C1D8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>
            <a:off x="1532904" y="3286120"/>
            <a:ext cx="86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78FE918-8C7D-BF1B-85FE-F954D3DA2657}"/>
              </a:ext>
            </a:extLst>
          </p:cNvPr>
          <p:cNvCxnSpPr>
            <a:cxnSpLocks/>
            <a:stCxn id="45" idx="2"/>
            <a:endCxn id="52" idx="0"/>
          </p:cNvCxnSpPr>
          <p:nvPr/>
        </p:nvCxnSpPr>
        <p:spPr>
          <a:xfrm>
            <a:off x="2613892" y="3286120"/>
            <a:ext cx="108012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DCE95A-1EA6-A983-4F02-83EAA85C0A19}"/>
              </a:ext>
            </a:extLst>
          </p:cNvPr>
          <p:cNvSpPr/>
          <p:nvPr/>
        </p:nvSpPr>
        <p:spPr>
          <a:xfrm>
            <a:off x="2181848" y="364616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4633108A-CE70-CD9E-4745-98BBADE94597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4D1BEE45-43A9-ED75-4B6A-6141834EAE34}"/>
              </a:ext>
            </a:extLst>
          </p:cNvPr>
          <p:cNvSpPr/>
          <p:nvPr/>
        </p:nvSpPr>
        <p:spPr>
          <a:xfrm>
            <a:off x="3261968" y="364616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3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03D60788-8343-C3FA-EC7C-1BE9740EC19B}"/>
              </a:ext>
            </a:extLst>
          </p:cNvPr>
          <p:cNvSpPr/>
          <p:nvPr/>
        </p:nvSpPr>
        <p:spPr>
          <a:xfrm>
            <a:off x="5069546" y="363474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E836A23A-F796-D392-A0B6-137C559B2FD2}"/>
              </a:ext>
            </a:extLst>
          </p:cNvPr>
          <p:cNvSpPr/>
          <p:nvPr/>
        </p:nvSpPr>
        <p:spPr>
          <a:xfrm>
            <a:off x="5068674" y="269863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03B5FAA6-3CE6-6DA1-9D34-3A98158EAF02}"/>
              </a:ext>
            </a:extLst>
          </p:cNvPr>
          <p:cNvSpPr/>
          <p:nvPr/>
        </p:nvSpPr>
        <p:spPr>
          <a:xfrm>
            <a:off x="6149662" y="269863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6DC7DBD-8A4A-50AF-7560-370585ED35F6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5500722" y="3274700"/>
            <a:ext cx="216110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AC56C19-1C44-34D7-4B52-865107D7AE97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6581710" y="3274700"/>
            <a:ext cx="108012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C954BF21-7895-8133-07F0-19C2DEACAF90}"/>
              </a:ext>
            </a:extLst>
          </p:cNvPr>
          <p:cNvSpPr/>
          <p:nvPr/>
        </p:nvSpPr>
        <p:spPr>
          <a:xfrm>
            <a:off x="6149666" y="363474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BA17CF20-3B95-5FFA-8299-B597BDE0E44E}"/>
              </a:ext>
            </a:extLst>
          </p:cNvPr>
          <p:cNvSpPr/>
          <p:nvPr/>
        </p:nvSpPr>
        <p:spPr>
          <a:xfrm>
            <a:off x="7229786" y="363474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3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D185C6F7-7685-2BBD-E645-7BC05E8B4861}"/>
              </a:ext>
            </a:extLst>
          </p:cNvPr>
          <p:cNvSpPr/>
          <p:nvPr/>
        </p:nvSpPr>
        <p:spPr>
          <a:xfrm>
            <a:off x="4358547" y="1174918"/>
            <a:ext cx="429604" cy="212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22B3AE80-85F7-1CED-75B0-BED3BA43E1C8}"/>
              </a:ext>
            </a:extLst>
          </p:cNvPr>
          <p:cNvSpPr/>
          <p:nvPr/>
        </p:nvSpPr>
        <p:spPr>
          <a:xfrm>
            <a:off x="4358547" y="3359742"/>
            <a:ext cx="429604" cy="212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오른쪽 화살표[R] 65">
            <a:extLst>
              <a:ext uri="{FF2B5EF4-FFF2-40B4-BE49-F238E27FC236}">
                <a16:creationId xmlns:a16="http://schemas.microsoft.com/office/drawing/2014/main" id="{10BE2009-091C-4C84-FB63-E80AF9BCEB10}"/>
              </a:ext>
            </a:extLst>
          </p:cNvPr>
          <p:cNvSpPr/>
          <p:nvPr/>
        </p:nvSpPr>
        <p:spPr>
          <a:xfrm rot="8100000">
            <a:off x="4358547" y="2321336"/>
            <a:ext cx="429604" cy="212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4546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92CCC-6B7F-2C47-03A1-D3EADCA5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B65D937-77D0-168B-F662-35158C60CECE}"/>
              </a:ext>
            </a:extLst>
          </p:cNvPr>
          <p:cNvSpPr/>
          <p:nvPr/>
        </p:nvSpPr>
        <p:spPr>
          <a:xfrm>
            <a:off x="577590" y="1491630"/>
            <a:ext cx="1080120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C25EB5E1-5FA1-8382-6EF4-E6D765876007}"/>
              </a:ext>
            </a:extLst>
          </p:cNvPr>
          <p:cNvSpPr/>
          <p:nvPr/>
        </p:nvSpPr>
        <p:spPr>
          <a:xfrm>
            <a:off x="144674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C8FE58E-14BB-3846-7EF3-1ACA3AB927C5}"/>
              </a:ext>
            </a:extLst>
          </p:cNvPr>
          <p:cNvSpPr/>
          <p:nvPr/>
        </p:nvSpPr>
        <p:spPr>
          <a:xfrm>
            <a:off x="1225662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69889D3-8EAE-C207-0B2D-1F627943AB1B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576722" y="1131590"/>
            <a:ext cx="54092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195932B-6495-817B-FB4A-8937254152EB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1117650" y="1131590"/>
            <a:ext cx="54006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A0ACBAA-98D1-2253-1884-B2B08F5E649B}"/>
              </a:ext>
            </a:extLst>
          </p:cNvPr>
          <p:cNvSpPr/>
          <p:nvPr/>
        </p:nvSpPr>
        <p:spPr>
          <a:xfrm>
            <a:off x="2877654" y="1491630"/>
            <a:ext cx="1080120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94E24E2-27A1-BD73-40C5-EDF4A97E50AC}"/>
              </a:ext>
            </a:extLst>
          </p:cNvPr>
          <p:cNvSpPr/>
          <p:nvPr/>
        </p:nvSpPr>
        <p:spPr>
          <a:xfrm>
            <a:off x="2444738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EAF8339-FF7B-C905-87DA-E0773C332E5D}"/>
              </a:ext>
            </a:extLst>
          </p:cNvPr>
          <p:cNvSpPr/>
          <p:nvPr/>
        </p:nvSpPr>
        <p:spPr>
          <a:xfrm>
            <a:off x="3525726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9F7CE21-233C-5FF4-16ED-11B32C10AC29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2876786" y="1131590"/>
            <a:ext cx="54092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812626D-2A56-3CA8-92BC-95C049093DB7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 flipH="1">
            <a:off x="3417714" y="1131590"/>
            <a:ext cx="54006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6B123C9E-E3EE-2129-4DB8-B076E7D912E6}"/>
              </a:ext>
            </a:extLst>
          </p:cNvPr>
          <p:cNvCxnSpPr>
            <a:cxnSpLocks/>
          </p:cNvCxnSpPr>
          <p:nvPr/>
        </p:nvCxnSpPr>
        <p:spPr>
          <a:xfrm>
            <a:off x="0" y="2571750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697C3214-268C-B9B9-1D12-C171A3A74CA0}"/>
              </a:ext>
            </a:extLst>
          </p:cNvPr>
          <p:cNvCxnSpPr>
            <a:cxnSpLocks/>
          </p:cNvCxnSpPr>
          <p:nvPr/>
        </p:nvCxnSpPr>
        <p:spPr>
          <a:xfrm>
            <a:off x="4567808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F81691AB-2E80-8211-039D-A138A2F87FA7}"/>
              </a:ext>
            </a:extLst>
          </p:cNvPr>
          <p:cNvCxnSpPr>
            <a:cxnSpLocks/>
          </p:cNvCxnSpPr>
          <p:nvPr/>
        </p:nvCxnSpPr>
        <p:spPr>
          <a:xfrm>
            <a:off x="2267744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7AF90E3B-D1DE-D314-15A8-D02049C224CC}"/>
              </a:ext>
            </a:extLst>
          </p:cNvPr>
          <p:cNvCxnSpPr>
            <a:cxnSpLocks/>
          </p:cNvCxnSpPr>
          <p:nvPr/>
        </p:nvCxnSpPr>
        <p:spPr>
          <a:xfrm>
            <a:off x="6948264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183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B467-38FE-3E68-B7C6-43B4152A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518B3A6-5805-A3BF-C3DA-D42097CF1C71}"/>
              </a:ext>
            </a:extLst>
          </p:cNvPr>
          <p:cNvSpPr/>
          <p:nvPr/>
        </p:nvSpPr>
        <p:spPr>
          <a:xfrm>
            <a:off x="2729936" y="1461336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5889E7F-D027-8880-4392-5C439CB0D7FD}"/>
              </a:ext>
            </a:extLst>
          </p:cNvPr>
          <p:cNvSpPr/>
          <p:nvPr/>
        </p:nvSpPr>
        <p:spPr>
          <a:xfrm>
            <a:off x="2189004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F99E09A-4B00-C4EE-39BC-E313DF217CD1}"/>
              </a:ext>
            </a:extLst>
          </p:cNvPr>
          <p:cNvSpPr/>
          <p:nvPr/>
        </p:nvSpPr>
        <p:spPr>
          <a:xfrm>
            <a:off x="3269992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F1E863D-4A52-4A11-74B8-4E4D5AF7050F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2621052" y="1101296"/>
            <a:ext cx="54092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DE95A33-38E2-1F44-7AAE-B52BB3552B3B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3161980" y="1101296"/>
            <a:ext cx="54006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7A26EB5-0D54-A3DD-0930-3AFD4B22EA4E}"/>
              </a:ext>
            </a:extLst>
          </p:cNvPr>
          <p:cNvSpPr/>
          <p:nvPr/>
        </p:nvSpPr>
        <p:spPr>
          <a:xfrm>
            <a:off x="5069546" y="1461336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8CF6451-9B5D-8591-06EB-8A4108D5677C}"/>
              </a:ext>
            </a:extLst>
          </p:cNvPr>
          <p:cNvSpPr/>
          <p:nvPr/>
        </p:nvSpPr>
        <p:spPr>
          <a:xfrm>
            <a:off x="5068674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9C68E1D-A445-181C-2902-D2B5CD74D7AA}"/>
              </a:ext>
            </a:extLst>
          </p:cNvPr>
          <p:cNvSpPr/>
          <p:nvPr/>
        </p:nvSpPr>
        <p:spPr>
          <a:xfrm>
            <a:off x="6182764" y="525232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6DA3968-0024-9BC2-0EC2-48FD849E9428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5500722" y="1101296"/>
            <a:ext cx="86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4627E0B-2558-1A87-E8C7-BC73D4B4E021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6614812" y="1101296"/>
            <a:ext cx="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8A67306-C97A-56FD-2CEF-DFCE5430DE9B}"/>
              </a:ext>
            </a:extLst>
          </p:cNvPr>
          <p:cNvCxnSpPr>
            <a:cxnSpLocks/>
          </p:cNvCxnSpPr>
          <p:nvPr/>
        </p:nvCxnSpPr>
        <p:spPr>
          <a:xfrm>
            <a:off x="4574317" y="92546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EEA8A3F4-C0DB-7CA3-CACF-3FAD83410557}"/>
              </a:ext>
            </a:extLst>
          </p:cNvPr>
          <p:cNvSpPr/>
          <p:nvPr/>
        </p:nvSpPr>
        <p:spPr>
          <a:xfrm>
            <a:off x="6182768" y="1461336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912B1BB8-0AE8-EC69-41A1-218688B9E88D}"/>
              </a:ext>
            </a:extLst>
          </p:cNvPr>
          <p:cNvSpPr/>
          <p:nvPr/>
        </p:nvSpPr>
        <p:spPr>
          <a:xfrm>
            <a:off x="1101728" y="364616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E18A5E9-31F5-D60F-8267-892C7EC0AA0F}"/>
              </a:ext>
            </a:extLst>
          </p:cNvPr>
          <p:cNvSpPr/>
          <p:nvPr/>
        </p:nvSpPr>
        <p:spPr>
          <a:xfrm>
            <a:off x="1100856" y="271005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A719C222-1A63-3508-AE09-54F3B0779706}"/>
              </a:ext>
            </a:extLst>
          </p:cNvPr>
          <p:cNvSpPr/>
          <p:nvPr/>
        </p:nvSpPr>
        <p:spPr>
          <a:xfrm>
            <a:off x="2181844" y="271005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2D42BA8-D767-1004-DD63-991A73A055FE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>
            <a:off x="1532904" y="3286120"/>
            <a:ext cx="86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06942F4-DFF6-3FA3-6BA2-0A8A51DD3647}"/>
              </a:ext>
            </a:extLst>
          </p:cNvPr>
          <p:cNvCxnSpPr>
            <a:cxnSpLocks/>
            <a:stCxn id="45" idx="2"/>
            <a:endCxn id="52" idx="0"/>
          </p:cNvCxnSpPr>
          <p:nvPr/>
        </p:nvCxnSpPr>
        <p:spPr>
          <a:xfrm>
            <a:off x="2613892" y="3286120"/>
            <a:ext cx="108012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E078C68C-FCA2-4595-0A1E-118F8F3D30B5}"/>
              </a:ext>
            </a:extLst>
          </p:cNvPr>
          <p:cNvSpPr/>
          <p:nvPr/>
        </p:nvSpPr>
        <p:spPr>
          <a:xfrm>
            <a:off x="2181848" y="364616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14878547-70A3-1A98-3F08-BB41F053D2DE}"/>
              </a:ext>
            </a:extLst>
          </p:cNvPr>
          <p:cNvCxnSpPr>
            <a:cxnSpLocks/>
          </p:cNvCxnSpPr>
          <p:nvPr/>
        </p:nvCxnSpPr>
        <p:spPr>
          <a:xfrm>
            <a:off x="0" y="2427734"/>
            <a:ext cx="914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D73153C9-9035-D104-CFF0-1C1F1AD59926}"/>
              </a:ext>
            </a:extLst>
          </p:cNvPr>
          <p:cNvSpPr/>
          <p:nvPr/>
        </p:nvSpPr>
        <p:spPr>
          <a:xfrm>
            <a:off x="3261968" y="364616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3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8562A8B2-C490-59AA-9B60-7E36BAE473B2}"/>
              </a:ext>
            </a:extLst>
          </p:cNvPr>
          <p:cNvSpPr/>
          <p:nvPr/>
        </p:nvSpPr>
        <p:spPr>
          <a:xfrm>
            <a:off x="5069546" y="363474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473FEE2F-E374-7764-1B96-5229246E9239}"/>
              </a:ext>
            </a:extLst>
          </p:cNvPr>
          <p:cNvSpPr/>
          <p:nvPr/>
        </p:nvSpPr>
        <p:spPr>
          <a:xfrm>
            <a:off x="5068674" y="269863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85B3F2AA-50F9-1C17-3619-58D86F264C00}"/>
              </a:ext>
            </a:extLst>
          </p:cNvPr>
          <p:cNvSpPr/>
          <p:nvPr/>
        </p:nvSpPr>
        <p:spPr>
          <a:xfrm>
            <a:off x="6149662" y="269863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395CAE4-F9CF-2DF6-CF8F-0C26E93C3689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5500722" y="3274700"/>
            <a:ext cx="216110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2ACB3D3-A966-904C-E298-42987C2A13DF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6581710" y="3274700"/>
            <a:ext cx="108012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0DB0F177-594B-C784-D4F4-A935FC33126F}"/>
              </a:ext>
            </a:extLst>
          </p:cNvPr>
          <p:cNvSpPr/>
          <p:nvPr/>
        </p:nvSpPr>
        <p:spPr>
          <a:xfrm>
            <a:off x="6149666" y="363474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51958AC4-EE29-176C-D899-90AC5B52A653}"/>
              </a:ext>
            </a:extLst>
          </p:cNvPr>
          <p:cNvSpPr/>
          <p:nvPr/>
        </p:nvSpPr>
        <p:spPr>
          <a:xfrm>
            <a:off x="7229786" y="363474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3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B0D8AFBB-C5A3-FB11-62B3-255E887DB3AE}"/>
              </a:ext>
            </a:extLst>
          </p:cNvPr>
          <p:cNvSpPr/>
          <p:nvPr/>
        </p:nvSpPr>
        <p:spPr>
          <a:xfrm>
            <a:off x="4358547" y="1174918"/>
            <a:ext cx="429604" cy="212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오른쪽 화살표[R] 64">
            <a:extLst>
              <a:ext uri="{FF2B5EF4-FFF2-40B4-BE49-F238E27FC236}">
                <a16:creationId xmlns:a16="http://schemas.microsoft.com/office/drawing/2014/main" id="{961E8289-9364-699F-A9ED-771D0D1480CB}"/>
              </a:ext>
            </a:extLst>
          </p:cNvPr>
          <p:cNvSpPr/>
          <p:nvPr/>
        </p:nvSpPr>
        <p:spPr>
          <a:xfrm>
            <a:off x="4358547" y="3359742"/>
            <a:ext cx="429604" cy="212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오른쪽 화살표[R] 65">
            <a:extLst>
              <a:ext uri="{FF2B5EF4-FFF2-40B4-BE49-F238E27FC236}">
                <a16:creationId xmlns:a16="http://schemas.microsoft.com/office/drawing/2014/main" id="{1E4D7A4D-C231-9492-1DAE-7A91A08556DE}"/>
              </a:ext>
            </a:extLst>
          </p:cNvPr>
          <p:cNvSpPr/>
          <p:nvPr/>
        </p:nvSpPr>
        <p:spPr>
          <a:xfrm rot="8100000">
            <a:off x="4358547" y="2321336"/>
            <a:ext cx="429604" cy="212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2505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B94A-AD88-9C1B-F6D5-BC138FC24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4C304F70-ADB8-F18C-90D9-18EECE8B1EDB}"/>
              </a:ext>
            </a:extLst>
          </p:cNvPr>
          <p:cNvSpPr/>
          <p:nvPr/>
        </p:nvSpPr>
        <p:spPr>
          <a:xfrm>
            <a:off x="685606" y="149163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768FC35-51C2-1DAA-276B-2E20A2ADC9B5}"/>
              </a:ext>
            </a:extLst>
          </p:cNvPr>
          <p:cNvSpPr/>
          <p:nvPr/>
        </p:nvSpPr>
        <p:spPr>
          <a:xfrm>
            <a:off x="144674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E401191-ABC9-CAD1-D408-6AC2A163D36B}"/>
              </a:ext>
            </a:extLst>
          </p:cNvPr>
          <p:cNvSpPr/>
          <p:nvPr/>
        </p:nvSpPr>
        <p:spPr>
          <a:xfrm>
            <a:off x="1225662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7E22257-F95F-A571-48E0-8E038BE22EB1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576722" y="1131590"/>
            <a:ext cx="54092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EDE9DAB-295D-DDF1-7E3A-7DD84FF92E58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 flipH="1">
            <a:off x="1117650" y="1131590"/>
            <a:ext cx="54006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68A45F3-AFFE-52DF-518C-C28E867F04D3}"/>
              </a:ext>
            </a:extLst>
          </p:cNvPr>
          <p:cNvSpPr/>
          <p:nvPr/>
        </p:nvSpPr>
        <p:spPr>
          <a:xfrm>
            <a:off x="2590619" y="149163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40376F1-87F5-FF2C-B87A-34B86E48E701}"/>
              </a:ext>
            </a:extLst>
          </p:cNvPr>
          <p:cNvSpPr/>
          <p:nvPr/>
        </p:nvSpPr>
        <p:spPr>
          <a:xfrm>
            <a:off x="2589747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FF2D4C5-A3B6-0BC2-AE50-8B00968266CC}"/>
              </a:ext>
            </a:extLst>
          </p:cNvPr>
          <p:cNvSpPr/>
          <p:nvPr/>
        </p:nvSpPr>
        <p:spPr>
          <a:xfrm>
            <a:off x="3703837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34837DE-CCD6-9347-E1E1-F3EC0851FBBE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3021795" y="1131590"/>
            <a:ext cx="86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5D6922F-1716-16D4-883A-B211F11F7E38}"/>
              </a:ext>
            </a:extLst>
          </p:cNvPr>
          <p:cNvCxnSpPr>
            <a:cxnSpLocks/>
            <a:stCxn id="14" idx="2"/>
            <a:endCxn id="37" idx="0"/>
          </p:cNvCxnSpPr>
          <p:nvPr/>
        </p:nvCxnSpPr>
        <p:spPr>
          <a:xfrm>
            <a:off x="4135885" y="1131590"/>
            <a:ext cx="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75CECB1B-6528-8BAC-D241-3BE4FF81DC8A}"/>
              </a:ext>
            </a:extLst>
          </p:cNvPr>
          <p:cNvCxnSpPr>
            <a:cxnSpLocks/>
          </p:cNvCxnSpPr>
          <p:nvPr/>
        </p:nvCxnSpPr>
        <p:spPr>
          <a:xfrm>
            <a:off x="2339752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412FAB73-DAE3-34E9-78CD-CEC551788676}"/>
              </a:ext>
            </a:extLst>
          </p:cNvPr>
          <p:cNvSpPr/>
          <p:nvPr/>
        </p:nvSpPr>
        <p:spPr>
          <a:xfrm>
            <a:off x="3703841" y="149163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C3A730CE-5C2D-F9C0-C9C3-2D0173085CE1}"/>
              </a:ext>
            </a:extLst>
          </p:cNvPr>
          <p:cNvSpPr/>
          <p:nvPr/>
        </p:nvSpPr>
        <p:spPr>
          <a:xfrm>
            <a:off x="5069546" y="149163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7D15F8DE-496F-8A46-3A1A-D3637406081E}"/>
              </a:ext>
            </a:extLst>
          </p:cNvPr>
          <p:cNvSpPr/>
          <p:nvPr/>
        </p:nvSpPr>
        <p:spPr>
          <a:xfrm>
            <a:off x="5068674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905D0492-BEC3-6EE0-1441-A727E02B9308}"/>
              </a:ext>
            </a:extLst>
          </p:cNvPr>
          <p:cNvSpPr/>
          <p:nvPr/>
        </p:nvSpPr>
        <p:spPr>
          <a:xfrm>
            <a:off x="6149662" y="555526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D8C938B-C284-FDC7-DB2C-FC4948F0EEFC}"/>
              </a:ext>
            </a:extLst>
          </p:cNvPr>
          <p:cNvCxnSpPr>
            <a:cxnSpLocks/>
            <a:stCxn id="44" idx="2"/>
            <a:endCxn id="43" idx="0"/>
          </p:cNvCxnSpPr>
          <p:nvPr/>
        </p:nvCxnSpPr>
        <p:spPr>
          <a:xfrm>
            <a:off x="5500722" y="1131590"/>
            <a:ext cx="86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2DA8CF5-9BC4-5CAB-A3DF-0EC9970A95ED}"/>
              </a:ext>
            </a:extLst>
          </p:cNvPr>
          <p:cNvCxnSpPr>
            <a:cxnSpLocks/>
            <a:stCxn id="45" idx="2"/>
            <a:endCxn id="52" idx="0"/>
          </p:cNvCxnSpPr>
          <p:nvPr/>
        </p:nvCxnSpPr>
        <p:spPr>
          <a:xfrm>
            <a:off x="6581710" y="1131590"/>
            <a:ext cx="108012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8227FF1B-B553-AC6B-9100-C3A5A089E340}"/>
              </a:ext>
            </a:extLst>
          </p:cNvPr>
          <p:cNvSpPr/>
          <p:nvPr/>
        </p:nvSpPr>
        <p:spPr>
          <a:xfrm>
            <a:off x="6149666" y="149163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53D7B786-A778-0D07-D511-196A0017D1AF}"/>
              </a:ext>
            </a:extLst>
          </p:cNvPr>
          <p:cNvCxnSpPr>
            <a:cxnSpLocks/>
          </p:cNvCxnSpPr>
          <p:nvPr/>
        </p:nvCxnSpPr>
        <p:spPr>
          <a:xfrm>
            <a:off x="4814312" y="0"/>
            <a:ext cx="0" cy="51435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98B5E78B-445E-966D-AF62-69C7E060DD94}"/>
              </a:ext>
            </a:extLst>
          </p:cNvPr>
          <p:cNvSpPr/>
          <p:nvPr/>
        </p:nvSpPr>
        <p:spPr>
          <a:xfrm>
            <a:off x="7229786" y="1491630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3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A18C7CE1-3B2E-1DF9-0AD4-5A2286EE4B91}"/>
              </a:ext>
            </a:extLst>
          </p:cNvPr>
          <p:cNvSpPr/>
          <p:nvPr/>
        </p:nvSpPr>
        <p:spPr>
          <a:xfrm>
            <a:off x="5069546" y="3526165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1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439F865C-62E0-2A4E-327D-9CEF513D15B2}"/>
              </a:ext>
            </a:extLst>
          </p:cNvPr>
          <p:cNvSpPr/>
          <p:nvPr/>
        </p:nvSpPr>
        <p:spPr>
          <a:xfrm>
            <a:off x="5068674" y="2590061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active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8486CF40-6446-AB20-22F8-640E70B1AAF3}"/>
              </a:ext>
            </a:extLst>
          </p:cNvPr>
          <p:cNvSpPr/>
          <p:nvPr/>
        </p:nvSpPr>
        <p:spPr>
          <a:xfrm>
            <a:off x="6149662" y="2590061"/>
            <a:ext cx="864096" cy="576064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preview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07A3F04-85D0-B3F1-852A-051E8650FCD9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5500722" y="3166125"/>
            <a:ext cx="2161108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4209A5E-AFBD-BFF4-202B-9205DE4F3A44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6581710" y="3166125"/>
            <a:ext cx="108012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5DAA9B9D-39FE-2F18-DE9D-3D2CCD1AED57}"/>
              </a:ext>
            </a:extLst>
          </p:cNvPr>
          <p:cNvSpPr/>
          <p:nvPr/>
        </p:nvSpPr>
        <p:spPr>
          <a:xfrm>
            <a:off x="6149666" y="3526165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2</a:t>
            </a:r>
          </a:p>
          <a:p>
            <a:pPr algn="ctr"/>
            <a:r>
              <a:rPr lang="en-US" altLang="ko-KR" sz="900"/>
              <a:t>Replica : 0</a:t>
            </a: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6FBD64B7-62B3-2D30-BC38-48AB34B909FD}"/>
              </a:ext>
            </a:extLst>
          </p:cNvPr>
          <p:cNvSpPr/>
          <p:nvPr/>
        </p:nvSpPr>
        <p:spPr>
          <a:xfrm>
            <a:off x="7229786" y="3526165"/>
            <a:ext cx="864088" cy="720080"/>
          </a:xfrm>
          <a:prstGeom prst="roundRect">
            <a:avLst>
              <a:gd name="adj" fmla="val 149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ReplicaSet</a:t>
            </a:r>
          </a:p>
          <a:p>
            <a:pPr algn="ctr"/>
            <a:endParaRPr lang="en-US" altLang="ko-KR" sz="900"/>
          </a:p>
          <a:p>
            <a:pPr algn="ctr"/>
            <a:r>
              <a:rPr lang="en-US" altLang="ko-KR" sz="900"/>
              <a:t>Revision : 3</a:t>
            </a:r>
          </a:p>
          <a:p>
            <a:pPr algn="ctr"/>
            <a:r>
              <a:rPr lang="en-US" altLang="ko-KR" sz="900"/>
              <a:t>Replica : 5</a:t>
            </a:r>
          </a:p>
        </p:txBody>
      </p:sp>
    </p:spTree>
    <p:extLst>
      <p:ext uri="{BB962C8B-B14F-4D97-AF65-F5344CB8AC3E}">
        <p14:creationId xmlns:p14="http://schemas.microsoft.com/office/powerpoint/2010/main" val="2527084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6963-47E5-3C92-1D9E-3599D1F5B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6557368-7BA8-E087-1C3C-D8489EB1625A}"/>
              </a:ext>
            </a:extLst>
          </p:cNvPr>
          <p:cNvSpPr/>
          <p:nvPr/>
        </p:nvSpPr>
        <p:spPr>
          <a:xfrm>
            <a:off x="264038" y="843558"/>
            <a:ext cx="8628442" cy="929136"/>
          </a:xfrm>
          <a:prstGeom prst="roundRect">
            <a:avLst>
              <a:gd name="adj" fmla="val 789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/>
              <a:t>Argo Rollouts </a:t>
            </a:r>
            <a:r>
              <a:rPr lang="en-US" altLang="ko-KR" sz="900" b="1" dirty="0"/>
              <a:t>Controller</a:t>
            </a:r>
            <a:endParaRPr lang="ko-KR" altLang="en-US" sz="900" b="1" dirty="0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4C9DB0E-15D9-840F-5E80-B73DFFFD0FB3}"/>
              </a:ext>
            </a:extLst>
          </p:cNvPr>
          <p:cNvSpPr/>
          <p:nvPr/>
        </p:nvSpPr>
        <p:spPr>
          <a:xfrm>
            <a:off x="7609187" y="209576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Prometheus</a:t>
            </a:r>
          </a:p>
          <a:p>
            <a:pPr algn="ctr"/>
            <a:r>
              <a:rPr lang="en-US" altLang="ko-KR" sz="900" dirty="0"/>
              <a:t>Server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7A6EC88-B771-726D-B6A6-B03253B11EB4}"/>
              </a:ext>
            </a:extLst>
          </p:cNvPr>
          <p:cNvSpPr/>
          <p:nvPr/>
        </p:nvSpPr>
        <p:spPr>
          <a:xfrm>
            <a:off x="3934627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C00000"/>
                </a:solidFill>
              </a:rPr>
              <a:t>Rollouts</a:t>
            </a:r>
          </a:p>
          <a:p>
            <a:pPr algn="ctr"/>
            <a:r>
              <a:rPr lang="en-US" altLang="ko-KR" sz="900" dirty="0">
                <a:solidFill>
                  <a:srgbClr val="C00000"/>
                </a:solidFill>
              </a:rPr>
              <a:t>Controller</a:t>
            </a:r>
            <a:endParaRPr lang="ko-KR" altLang="en-US" sz="900" dirty="0">
              <a:solidFill>
                <a:srgbClr val="C00000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52449D24-9334-89D8-9154-EA0A9929AAF4}"/>
              </a:ext>
            </a:extLst>
          </p:cNvPr>
          <p:cNvSpPr/>
          <p:nvPr/>
        </p:nvSpPr>
        <p:spPr>
          <a:xfrm>
            <a:off x="2095657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TrafficRouting</a:t>
            </a:r>
            <a:br>
              <a:rPr lang="en-US" altLang="ko-KR" sz="900" dirty="0"/>
            </a:br>
            <a:r>
              <a:rPr lang="en-US" altLang="ko-KR" sz="900" dirty="0"/>
              <a:t>Reconciler</a:t>
            </a:r>
            <a:endParaRPr lang="ko-KR" altLang="en-US" sz="900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27B7B14F-55FE-397A-0FE9-D794F719AE0B}"/>
              </a:ext>
            </a:extLst>
          </p:cNvPr>
          <p:cNvSpPr/>
          <p:nvPr/>
        </p:nvSpPr>
        <p:spPr>
          <a:xfrm>
            <a:off x="5773598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3"/>
                </a:solidFill>
              </a:rPr>
              <a:t>Analysis</a:t>
            </a:r>
          </a:p>
          <a:p>
            <a:pPr algn="ctr"/>
            <a:r>
              <a:rPr lang="en-US" altLang="ko-KR" sz="900" dirty="0">
                <a:solidFill>
                  <a:schemeClr val="accent3"/>
                </a:solidFill>
              </a:rPr>
              <a:t>Controller</a:t>
            </a:r>
            <a:endParaRPr lang="ko-KR" altLang="en-US" sz="900" dirty="0">
              <a:solidFill>
                <a:schemeClr val="accent3"/>
              </a:solidFill>
            </a:endParaRP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1BE83EB7-56C8-9885-9096-014CD7A14D94}"/>
              </a:ext>
            </a:extLst>
          </p:cNvPr>
          <p:cNvSpPr/>
          <p:nvPr/>
        </p:nvSpPr>
        <p:spPr>
          <a:xfrm>
            <a:off x="5630042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AnalysisRuns Objects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4590512A-D2B8-57B2-EB01-BE46C3D2792D}"/>
              </a:ext>
            </a:extLst>
          </p:cNvPr>
          <p:cNvSpPr/>
          <p:nvPr/>
        </p:nvSpPr>
        <p:spPr>
          <a:xfrm>
            <a:off x="3791068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ReplicaSet Objects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BF0167A-5752-69B5-226F-863237EC5D7C}"/>
              </a:ext>
            </a:extLst>
          </p:cNvPr>
          <p:cNvSpPr/>
          <p:nvPr/>
        </p:nvSpPr>
        <p:spPr>
          <a:xfrm>
            <a:off x="3936161" y="32343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revision:5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606F8069-4372-AC9D-1C95-3A290283669F}"/>
              </a:ext>
            </a:extLst>
          </p:cNvPr>
          <p:cNvSpPr/>
          <p:nvPr/>
        </p:nvSpPr>
        <p:spPr>
          <a:xfrm>
            <a:off x="4872230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Analysis</a:t>
            </a:r>
          </a:p>
          <a:p>
            <a:pPr algn="ctr"/>
            <a:r>
              <a:rPr lang="en-US" altLang="ko-KR" sz="900" b="1" dirty="0"/>
              <a:t>Templates</a:t>
            </a:r>
          </a:p>
          <a:p>
            <a:pPr algn="ctr"/>
            <a:r>
              <a:rPr lang="en-US" altLang="ko-KR" sz="900" b="1" dirty="0"/>
              <a:t>Object</a:t>
            </a:r>
            <a:endParaRPr lang="ko-KR" altLang="en-US" sz="900" b="1" dirty="0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8989AEC6-CFDE-3021-0B38-EC779BA54A28}"/>
              </a:ext>
            </a:extLst>
          </p:cNvPr>
          <p:cNvSpPr/>
          <p:nvPr/>
        </p:nvSpPr>
        <p:spPr>
          <a:xfrm>
            <a:off x="5773603" y="322874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0FAF52A2-3FCD-99C9-86A5-6844EE9C9216}"/>
              </a:ext>
            </a:extLst>
          </p:cNvPr>
          <p:cNvSpPr/>
          <p:nvPr/>
        </p:nvSpPr>
        <p:spPr>
          <a:xfrm>
            <a:off x="3033258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Rollouts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4025D697-15D0-6C4F-C5E0-DBA166499591}"/>
              </a:ext>
            </a:extLst>
          </p:cNvPr>
          <p:cNvSpPr/>
          <p:nvPr/>
        </p:nvSpPr>
        <p:spPr>
          <a:xfrm>
            <a:off x="3934629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revision:6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759CF2B-52CE-A60C-1FB6-D2D5EE738CFD}"/>
              </a:ext>
            </a:extLst>
          </p:cNvPr>
          <p:cNvSpPr/>
          <p:nvPr/>
        </p:nvSpPr>
        <p:spPr>
          <a:xfrm>
            <a:off x="447801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9F9C1C70-73C8-922A-EFEC-23642B6B0950}"/>
              </a:ext>
            </a:extLst>
          </p:cNvPr>
          <p:cNvSpPr/>
          <p:nvPr/>
        </p:nvSpPr>
        <p:spPr>
          <a:xfrm>
            <a:off x="447801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B483A7D-F9D2-7EF6-BE8D-D4B7860DEE67}"/>
              </a:ext>
            </a:extLst>
          </p:cNvPr>
          <p:cNvSpPr/>
          <p:nvPr/>
        </p:nvSpPr>
        <p:spPr>
          <a:xfrm>
            <a:off x="447801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097BE44C-5215-9662-A051-250AE26078FD}"/>
              </a:ext>
            </a:extLst>
          </p:cNvPr>
          <p:cNvSpPr/>
          <p:nvPr/>
        </p:nvSpPr>
        <p:spPr>
          <a:xfrm>
            <a:off x="5773603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A3967E1-6284-E1C4-C89D-24A36102DC67}"/>
              </a:ext>
            </a:extLst>
          </p:cNvPr>
          <p:cNvSpPr/>
          <p:nvPr/>
        </p:nvSpPr>
        <p:spPr>
          <a:xfrm>
            <a:off x="6316986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951CC1D-0931-17D4-1F65-3697CF87691E}"/>
              </a:ext>
            </a:extLst>
          </p:cNvPr>
          <p:cNvSpPr/>
          <p:nvPr/>
        </p:nvSpPr>
        <p:spPr>
          <a:xfrm>
            <a:off x="6316986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0142AD4F-8AE1-9012-81A0-10E67B61ABBF}"/>
              </a:ext>
            </a:extLst>
          </p:cNvPr>
          <p:cNvSpPr/>
          <p:nvPr/>
        </p:nvSpPr>
        <p:spPr>
          <a:xfrm>
            <a:off x="6316986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7A8B8C81-35D5-B068-744D-CBD5E7AC12B5}"/>
              </a:ext>
            </a:extLst>
          </p:cNvPr>
          <p:cNvSpPr/>
          <p:nvPr/>
        </p:nvSpPr>
        <p:spPr>
          <a:xfrm>
            <a:off x="1952096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TrafficRouting</a:t>
            </a: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02BEA0C2-CD1E-0DAB-4B23-E8719E34449F}"/>
              </a:ext>
            </a:extLst>
          </p:cNvPr>
          <p:cNvSpPr/>
          <p:nvPr/>
        </p:nvSpPr>
        <p:spPr>
          <a:xfrm>
            <a:off x="2095657" y="382482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 Nginx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0C22A2AB-4C0B-264D-9914-D0C2B1EE81B6}"/>
              </a:ext>
            </a:extLst>
          </p:cNvPr>
          <p:cNvSpPr/>
          <p:nvPr/>
        </p:nvSpPr>
        <p:spPr>
          <a:xfrm>
            <a:off x="2095657" y="323155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VirtualService</a:t>
            </a:r>
          </a:p>
          <a:p>
            <a:pPr algn="ctr"/>
            <a:r>
              <a:rPr lang="en-US" altLang="ko-KR" sz="900"/>
              <a:t>DestinationRule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1E26D0E2-F6FB-C0C3-3F07-E7A74080EA10}"/>
              </a:ext>
            </a:extLst>
          </p:cNvPr>
          <p:cNvSpPr/>
          <p:nvPr/>
        </p:nvSpPr>
        <p:spPr>
          <a:xfrm>
            <a:off x="264589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B55128C3-D4E1-C32C-B4FB-399F008FB4A1}"/>
              </a:ext>
            </a:extLst>
          </p:cNvPr>
          <p:cNvSpPr/>
          <p:nvPr/>
        </p:nvSpPr>
        <p:spPr>
          <a:xfrm>
            <a:off x="264589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73E675D-9882-081F-C4FB-DFE530C7575F}"/>
              </a:ext>
            </a:extLst>
          </p:cNvPr>
          <p:cNvSpPr/>
          <p:nvPr/>
        </p:nvSpPr>
        <p:spPr>
          <a:xfrm>
            <a:off x="264589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BD74A1D4-7BCD-1F44-34ED-13D1B7047165}"/>
              </a:ext>
            </a:extLst>
          </p:cNvPr>
          <p:cNvSpPr/>
          <p:nvPr/>
        </p:nvSpPr>
        <p:spPr>
          <a:xfrm>
            <a:off x="400228" y="382201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2"/>
                </a:solidFill>
              </a:rPr>
              <a:t>Client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9C299C8-1431-B28C-CCB0-295D3221C5CC}"/>
              </a:ext>
            </a:extLst>
          </p:cNvPr>
          <p:cNvCxnSpPr>
            <a:cxnSpLocks/>
            <a:stCxn id="69" idx="3"/>
            <a:endCxn id="33" idx="1"/>
          </p:cNvCxnSpPr>
          <p:nvPr/>
        </p:nvCxnSpPr>
        <p:spPr>
          <a:xfrm>
            <a:off x="3378951" y="3776486"/>
            <a:ext cx="412117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5CCAF5B-8241-D259-AD54-514FEEFB3980}"/>
              </a:ext>
            </a:extLst>
          </p:cNvPr>
          <p:cNvCxnSpPr>
            <a:cxnSpLocks/>
            <a:stCxn id="25" idx="2"/>
            <a:endCxn id="69" idx="0"/>
          </p:cNvCxnSpPr>
          <p:nvPr/>
        </p:nvCxnSpPr>
        <p:spPr>
          <a:xfrm>
            <a:off x="2665524" y="1642662"/>
            <a:ext cx="0" cy="124386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265B86A-C9D8-D691-3F75-1BAE8866AB35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3235390" y="1403771"/>
            <a:ext cx="699237" cy="504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169CEDE-69FB-736E-AA75-E95B636962F5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>
            <a:off x="4504494" y="1637620"/>
            <a:ext cx="2" cy="124890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[E] 136">
            <a:extLst>
              <a:ext uri="{FF2B5EF4-FFF2-40B4-BE49-F238E27FC236}">
                <a16:creationId xmlns:a16="http://schemas.microsoft.com/office/drawing/2014/main" id="{6A2D73CE-D11F-0FEF-4291-451F595DB0AD}"/>
              </a:ext>
            </a:extLst>
          </p:cNvPr>
          <p:cNvCxnSpPr>
            <a:cxnSpLocks/>
            <a:stCxn id="95" idx="3"/>
            <a:endCxn id="69" idx="1"/>
          </p:cNvCxnSpPr>
          <p:nvPr/>
        </p:nvCxnSpPr>
        <p:spPr>
          <a:xfrm flipV="1">
            <a:off x="1539961" y="3776486"/>
            <a:ext cx="412135" cy="279373"/>
          </a:xfrm>
          <a:prstGeom prst="bentConnector3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[E] 139">
            <a:extLst>
              <a:ext uri="{FF2B5EF4-FFF2-40B4-BE49-F238E27FC236}">
                <a16:creationId xmlns:a16="http://schemas.microsoft.com/office/drawing/2014/main" id="{B87D0286-D051-EC7F-F900-9C965A30D21F}"/>
              </a:ext>
            </a:extLst>
          </p:cNvPr>
          <p:cNvCxnSpPr>
            <a:cxnSpLocks/>
            <a:stCxn id="24" idx="2"/>
            <a:endCxn id="57" idx="0"/>
          </p:cNvCxnSpPr>
          <p:nvPr/>
        </p:nvCxnSpPr>
        <p:spPr>
          <a:xfrm rot="16200000" flipH="1">
            <a:off x="4799530" y="1342584"/>
            <a:ext cx="1248904" cy="1838976"/>
          </a:xfrm>
          <a:prstGeom prst="bentConnector3">
            <a:avLst>
              <a:gd name="adj1" fmla="val 22509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>
            <a:extLst>
              <a:ext uri="{FF2B5EF4-FFF2-40B4-BE49-F238E27FC236}">
                <a16:creationId xmlns:a16="http://schemas.microsoft.com/office/drawing/2014/main" id="{4C026A28-FD27-AD69-E2D4-83D80DB0FEA0}"/>
              </a:ext>
            </a:extLst>
          </p:cNvPr>
          <p:cNvSpPr/>
          <p:nvPr/>
        </p:nvSpPr>
        <p:spPr>
          <a:xfrm>
            <a:off x="5630040" y="3448577"/>
            <a:ext cx="675934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dirty="0"/>
          </a:p>
        </p:txBody>
      </p:sp>
      <p:cxnSp>
        <p:nvCxnSpPr>
          <p:cNvPr id="190" name="꺾인 연결선[E] 189">
            <a:extLst>
              <a:ext uri="{FF2B5EF4-FFF2-40B4-BE49-F238E27FC236}">
                <a16:creationId xmlns:a16="http://schemas.microsoft.com/office/drawing/2014/main" id="{3E5B5AF3-58E5-1381-D9A6-9DFEED7127D5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 rot="5400000">
            <a:off x="3824740" y="1416006"/>
            <a:ext cx="458140" cy="901369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꺾인 연결선[E] 212">
            <a:extLst>
              <a:ext uri="{FF2B5EF4-FFF2-40B4-BE49-F238E27FC236}">
                <a16:creationId xmlns:a16="http://schemas.microsoft.com/office/drawing/2014/main" id="{D62EE196-71B3-67FA-A361-A897B1CCBB34}"/>
              </a:ext>
            </a:extLst>
          </p:cNvPr>
          <p:cNvCxnSpPr>
            <a:cxnSpLocks/>
            <a:stCxn id="24" idx="2"/>
            <a:endCxn id="20" idx="0"/>
          </p:cNvCxnSpPr>
          <p:nvPr/>
        </p:nvCxnSpPr>
        <p:spPr>
          <a:xfrm rot="16200000" flipH="1">
            <a:off x="4744225" y="1397888"/>
            <a:ext cx="458140" cy="937603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19DDE6A2-3175-1B79-11B3-43C2BAB3A367}"/>
              </a:ext>
            </a:extLst>
          </p:cNvPr>
          <p:cNvCxnSpPr>
            <a:cxnSpLocks/>
          </p:cNvCxnSpPr>
          <p:nvPr/>
        </p:nvCxnSpPr>
        <p:spPr>
          <a:xfrm>
            <a:off x="6465420" y="1637620"/>
            <a:ext cx="5" cy="12489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2565289C-C6A1-ADA2-0BC0-A566B50AA55A}"/>
              </a:ext>
            </a:extLst>
          </p:cNvPr>
          <p:cNvSpPr/>
          <p:nvPr/>
        </p:nvSpPr>
        <p:spPr>
          <a:xfrm>
            <a:off x="400228" y="2886524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6"/>
                </a:solidFill>
              </a:rPr>
              <a:t>User</a:t>
            </a:r>
          </a:p>
        </p:txBody>
      </p:sp>
      <p:cxnSp>
        <p:nvCxnSpPr>
          <p:cNvPr id="234" name="꺾인 연결선[E] 233">
            <a:extLst>
              <a:ext uri="{FF2B5EF4-FFF2-40B4-BE49-F238E27FC236}">
                <a16:creationId xmlns:a16="http://schemas.microsoft.com/office/drawing/2014/main" id="{394702CA-4551-04EA-D7CE-D0F5B872F6B4}"/>
              </a:ext>
            </a:extLst>
          </p:cNvPr>
          <p:cNvCxnSpPr>
            <a:cxnSpLocks/>
            <a:stCxn id="232" idx="0"/>
            <a:endCxn id="28" idx="2"/>
          </p:cNvCxnSpPr>
          <p:nvPr/>
        </p:nvCxnSpPr>
        <p:spPr>
          <a:xfrm rot="5400000" flipH="1" flipV="1">
            <a:off x="2125077" y="1408476"/>
            <a:ext cx="323066" cy="263303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[E] 236">
            <a:extLst>
              <a:ext uri="{FF2B5EF4-FFF2-40B4-BE49-F238E27FC236}">
                <a16:creationId xmlns:a16="http://schemas.microsoft.com/office/drawing/2014/main" id="{34E1AC43-B91E-59BE-29FB-CC315269E787}"/>
              </a:ext>
            </a:extLst>
          </p:cNvPr>
          <p:cNvCxnSpPr>
            <a:cxnSpLocks/>
            <a:stCxn id="232" idx="0"/>
            <a:endCxn id="20" idx="2"/>
          </p:cNvCxnSpPr>
          <p:nvPr/>
        </p:nvCxnSpPr>
        <p:spPr>
          <a:xfrm rot="5400000" flipH="1" flipV="1">
            <a:off x="3044563" y="488990"/>
            <a:ext cx="323066" cy="447200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[E] 243">
            <a:extLst>
              <a:ext uri="{FF2B5EF4-FFF2-40B4-BE49-F238E27FC236}">
                <a16:creationId xmlns:a16="http://schemas.microsoft.com/office/drawing/2014/main" id="{52400608-BE34-579E-7307-FB3AAED7F72F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>
            <a:off x="6913331" y="1403771"/>
            <a:ext cx="695856" cy="9258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모서리가 둥근 직사각형 272">
            <a:extLst>
              <a:ext uri="{FF2B5EF4-FFF2-40B4-BE49-F238E27FC236}">
                <a16:creationId xmlns:a16="http://schemas.microsoft.com/office/drawing/2014/main" id="{B3042CE0-98D5-6DE8-A3C6-ABF49D242548}"/>
              </a:ext>
            </a:extLst>
          </p:cNvPr>
          <p:cNvSpPr/>
          <p:nvPr/>
        </p:nvSpPr>
        <p:spPr>
          <a:xfrm>
            <a:off x="7612569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4"/>
                </a:solidFill>
              </a:rPr>
              <a:t>Notifications</a:t>
            </a:r>
          </a:p>
          <a:p>
            <a:pPr algn="ctr"/>
            <a:r>
              <a:rPr lang="en-US" altLang="ko-KR" sz="900" dirty="0">
                <a:solidFill>
                  <a:schemeClr val="accent4"/>
                </a:solidFill>
              </a:rPr>
              <a:t>Controller</a:t>
            </a:r>
            <a:endParaRPr lang="ko-KR" altLang="en-US" sz="900" dirty="0">
              <a:solidFill>
                <a:schemeClr val="accent4"/>
              </a:solidFill>
            </a:endParaRPr>
          </a:p>
        </p:txBody>
      </p: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9538ADF5-F039-C2F3-5AA9-8D6129C47C44}"/>
              </a:ext>
            </a:extLst>
          </p:cNvPr>
          <p:cNvSpPr/>
          <p:nvPr/>
        </p:nvSpPr>
        <p:spPr>
          <a:xfrm>
            <a:off x="7465625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Notification Services</a:t>
            </a:r>
          </a:p>
        </p:txBody>
      </p: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FBA67B3E-317B-1A0D-6194-E1AF4BB01919}"/>
              </a:ext>
            </a:extLst>
          </p:cNvPr>
          <p:cNvSpPr/>
          <p:nvPr/>
        </p:nvSpPr>
        <p:spPr>
          <a:xfrm>
            <a:off x="7609187" y="323155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Slack</a:t>
            </a:r>
          </a:p>
        </p:txBody>
      </p:sp>
      <p:sp>
        <p:nvSpPr>
          <p:cNvPr id="283" name="모서리가 둥근 직사각형 282">
            <a:extLst>
              <a:ext uri="{FF2B5EF4-FFF2-40B4-BE49-F238E27FC236}">
                <a16:creationId xmlns:a16="http://schemas.microsoft.com/office/drawing/2014/main" id="{371CEE5A-1D81-D215-FCE6-60109F1C2523}"/>
              </a:ext>
            </a:extLst>
          </p:cNvPr>
          <p:cNvSpPr/>
          <p:nvPr/>
        </p:nvSpPr>
        <p:spPr>
          <a:xfrm>
            <a:off x="7609187" y="382482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E-mail</a:t>
            </a:r>
          </a:p>
        </p:txBody>
      </p:sp>
      <p:cxnSp>
        <p:nvCxnSpPr>
          <p:cNvPr id="285" name="꺾인 연결선[E] 284">
            <a:extLst>
              <a:ext uri="{FF2B5EF4-FFF2-40B4-BE49-F238E27FC236}">
                <a16:creationId xmlns:a16="http://schemas.microsoft.com/office/drawing/2014/main" id="{71B490E2-92F4-D1FF-39AF-C7C409B751F1}"/>
              </a:ext>
            </a:extLst>
          </p:cNvPr>
          <p:cNvCxnSpPr>
            <a:cxnSpLocks/>
            <a:stCxn id="273" idx="2"/>
            <a:endCxn id="281" idx="3"/>
          </p:cNvCxnSpPr>
          <p:nvPr/>
        </p:nvCxnSpPr>
        <p:spPr>
          <a:xfrm rot="16200000" flipH="1">
            <a:off x="7468025" y="2352031"/>
            <a:ext cx="2138866" cy="710044"/>
          </a:xfrm>
          <a:prstGeom prst="bentConnector4">
            <a:avLst>
              <a:gd name="adj1" fmla="val 16118"/>
              <a:gd name="adj2" fmla="val 117974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꺾인 연결선[E] 288">
            <a:extLst>
              <a:ext uri="{FF2B5EF4-FFF2-40B4-BE49-F238E27FC236}">
                <a16:creationId xmlns:a16="http://schemas.microsoft.com/office/drawing/2014/main" id="{471A9592-DC6B-EB14-CDCB-88AC1E089D93}"/>
              </a:ext>
            </a:extLst>
          </p:cNvPr>
          <p:cNvCxnSpPr>
            <a:cxnSpLocks/>
            <a:stCxn id="273" idx="2"/>
            <a:endCxn id="301" idx="0"/>
          </p:cNvCxnSpPr>
          <p:nvPr/>
        </p:nvCxnSpPr>
        <p:spPr>
          <a:xfrm rot="5400000">
            <a:off x="5722040" y="-364636"/>
            <a:ext cx="458140" cy="4462652"/>
          </a:xfrm>
          <a:prstGeom prst="bentConnector3">
            <a:avLst>
              <a:gd name="adj1" fmla="val 74719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6D1BF1E0-942A-CA1D-F4FF-28016C36388B}"/>
              </a:ext>
            </a:extLst>
          </p:cNvPr>
          <p:cNvSpPr/>
          <p:nvPr/>
        </p:nvSpPr>
        <p:spPr>
          <a:xfrm>
            <a:off x="31499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BC666F3F-BDD7-B52D-B200-3D9C3ABB54B1}"/>
              </a:ext>
            </a:extLst>
          </p:cNvPr>
          <p:cNvSpPr/>
          <p:nvPr/>
        </p:nvSpPr>
        <p:spPr>
          <a:xfrm>
            <a:off x="400228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</a:rPr>
              <a:t>Experiments Controller</a:t>
            </a:r>
            <a:endParaRPr lang="ko-KR" altLang="en-US" sz="900" dirty="0">
              <a:solidFill>
                <a:schemeClr val="accent5"/>
              </a:solidFill>
            </a:endParaRPr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51FDD3EA-2067-7217-FC46-481FB4D62685}"/>
              </a:ext>
            </a:extLst>
          </p:cNvPr>
          <p:cNvSpPr/>
          <p:nvPr/>
        </p:nvSpPr>
        <p:spPr>
          <a:xfrm>
            <a:off x="8155953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A128D650-300C-8DD1-8B06-DCA0ED61BAE1}"/>
              </a:ext>
            </a:extLst>
          </p:cNvPr>
          <p:cNvSpPr/>
          <p:nvPr/>
        </p:nvSpPr>
        <p:spPr>
          <a:xfrm>
            <a:off x="8155953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A62173F0-7FA1-87A1-FD3B-3B36AE14B0C9}"/>
              </a:ext>
            </a:extLst>
          </p:cNvPr>
          <p:cNvSpPr/>
          <p:nvPr/>
        </p:nvSpPr>
        <p:spPr>
          <a:xfrm>
            <a:off x="8155953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6" name="모서리가 둥근 직사각형 315">
            <a:extLst>
              <a:ext uri="{FF2B5EF4-FFF2-40B4-BE49-F238E27FC236}">
                <a16:creationId xmlns:a16="http://schemas.microsoft.com/office/drawing/2014/main" id="{C0EEF06D-687D-D4DF-C17A-001550C10B61}"/>
              </a:ext>
            </a:extLst>
          </p:cNvPr>
          <p:cNvSpPr/>
          <p:nvPr/>
        </p:nvSpPr>
        <p:spPr>
          <a:xfrm>
            <a:off x="64609" y="2091348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Experiments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cxnSp>
        <p:nvCxnSpPr>
          <p:cNvPr id="320" name="꺾인 연결선[E] 319">
            <a:extLst>
              <a:ext uri="{FF2B5EF4-FFF2-40B4-BE49-F238E27FC236}">
                <a16:creationId xmlns:a16="http://schemas.microsoft.com/office/drawing/2014/main" id="{1BB7277B-7222-0CB9-EFF0-6B552E45D42D}"/>
              </a:ext>
            </a:extLst>
          </p:cNvPr>
          <p:cNvCxnSpPr>
            <a:cxnSpLocks/>
            <a:stCxn id="307" idx="2"/>
            <a:endCxn id="324" idx="0"/>
          </p:cNvCxnSpPr>
          <p:nvPr/>
        </p:nvCxnSpPr>
        <p:spPr>
          <a:xfrm rot="16200000" flipH="1">
            <a:off x="2922190" y="-309434"/>
            <a:ext cx="453098" cy="4357289"/>
          </a:xfrm>
          <a:prstGeom prst="bentConnector3">
            <a:avLst>
              <a:gd name="adj1" fmla="val 48031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모서리가 둥근 직사각형 323">
            <a:extLst>
              <a:ext uri="{FF2B5EF4-FFF2-40B4-BE49-F238E27FC236}">
                <a16:creationId xmlns:a16="http://schemas.microsoft.com/office/drawing/2014/main" id="{67DB9088-DE70-1012-B388-C645DFEFCB82}"/>
              </a:ext>
            </a:extLst>
          </p:cNvPr>
          <p:cNvSpPr/>
          <p:nvPr/>
        </p:nvSpPr>
        <p:spPr>
          <a:xfrm>
            <a:off x="47575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BCA73AE1-91F7-CC92-EFA1-45BE131FFFB5}"/>
              </a:ext>
            </a:extLst>
          </p:cNvPr>
          <p:cNvCxnSpPr>
            <a:cxnSpLocks/>
            <a:stCxn id="307" idx="2"/>
            <a:endCxn id="339" idx="0"/>
          </p:cNvCxnSpPr>
          <p:nvPr/>
        </p:nvCxnSpPr>
        <p:spPr>
          <a:xfrm rot="16200000" flipH="1">
            <a:off x="2972836" y="-360080"/>
            <a:ext cx="1245315" cy="5250797"/>
          </a:xfrm>
          <a:prstGeom prst="bentConnector3">
            <a:avLst>
              <a:gd name="adj1" fmla="val 17532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모서리가 둥근 직사각형 338">
            <a:extLst>
              <a:ext uri="{FF2B5EF4-FFF2-40B4-BE49-F238E27FC236}">
                <a16:creationId xmlns:a16="http://schemas.microsoft.com/office/drawing/2014/main" id="{BE526707-5D13-51E6-C6C1-EE5C4BA9EF58}"/>
              </a:ext>
            </a:extLst>
          </p:cNvPr>
          <p:cNvSpPr/>
          <p:nvPr/>
        </p:nvSpPr>
        <p:spPr>
          <a:xfrm>
            <a:off x="5651025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48" name="모서리가 둥근 직사각형 347">
            <a:extLst>
              <a:ext uri="{FF2B5EF4-FFF2-40B4-BE49-F238E27FC236}">
                <a16:creationId xmlns:a16="http://schemas.microsoft.com/office/drawing/2014/main" id="{528CDF31-43F3-50A2-5331-4587BA2F81D0}"/>
              </a:ext>
            </a:extLst>
          </p:cNvPr>
          <p:cNvSpPr/>
          <p:nvPr/>
        </p:nvSpPr>
        <p:spPr>
          <a:xfrm>
            <a:off x="3815864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49" name="꺾인 연결선[E] 348">
            <a:extLst>
              <a:ext uri="{FF2B5EF4-FFF2-40B4-BE49-F238E27FC236}">
                <a16:creationId xmlns:a16="http://schemas.microsoft.com/office/drawing/2014/main" id="{24545021-3A60-532D-7AD8-A3E6A4E59B02}"/>
              </a:ext>
            </a:extLst>
          </p:cNvPr>
          <p:cNvCxnSpPr>
            <a:cxnSpLocks/>
            <a:stCxn id="307" idx="2"/>
            <a:endCxn id="348" idx="0"/>
          </p:cNvCxnSpPr>
          <p:nvPr/>
        </p:nvCxnSpPr>
        <p:spPr>
          <a:xfrm rot="16200000" flipH="1">
            <a:off x="2055256" y="557501"/>
            <a:ext cx="1245315" cy="3415636"/>
          </a:xfrm>
          <a:prstGeom prst="bentConnector3">
            <a:avLst>
              <a:gd name="adj1" fmla="val 17557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모서리가 둥근 직사각형 374">
            <a:extLst>
              <a:ext uri="{FF2B5EF4-FFF2-40B4-BE49-F238E27FC236}">
                <a16:creationId xmlns:a16="http://schemas.microsoft.com/office/drawing/2014/main" id="{5A31A86F-3338-B133-023E-22E0546F30BE}"/>
              </a:ext>
            </a:extLst>
          </p:cNvPr>
          <p:cNvSpPr/>
          <p:nvPr/>
        </p:nvSpPr>
        <p:spPr>
          <a:xfrm>
            <a:off x="1360040" y="20920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Kubernetes</a:t>
            </a:r>
          </a:p>
          <a:p>
            <a:pPr algn="ctr"/>
            <a:r>
              <a:rPr lang="en-US" altLang="ko-KR" sz="900"/>
              <a:t>Services Object</a:t>
            </a:r>
          </a:p>
        </p:txBody>
      </p:sp>
      <p:cxnSp>
        <p:nvCxnSpPr>
          <p:cNvPr id="377" name="꺾인 연결선[E] 376">
            <a:extLst>
              <a:ext uri="{FF2B5EF4-FFF2-40B4-BE49-F238E27FC236}">
                <a16:creationId xmlns:a16="http://schemas.microsoft.com/office/drawing/2014/main" id="{A0E2F5FE-20FF-9B67-7BB9-566C04B2C55C}"/>
              </a:ext>
            </a:extLst>
          </p:cNvPr>
          <p:cNvCxnSpPr>
            <a:cxnSpLocks/>
            <a:stCxn id="307" idx="2"/>
            <a:endCxn id="316" idx="0"/>
          </p:cNvCxnSpPr>
          <p:nvPr/>
        </p:nvCxnSpPr>
        <p:spPr>
          <a:xfrm rot="5400000">
            <a:off x="577943" y="1699196"/>
            <a:ext cx="448686" cy="335619"/>
          </a:xfrm>
          <a:prstGeom prst="bentConnector3">
            <a:avLst>
              <a:gd name="adj1" fmla="val 48357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꺾인 연결선[E] 381">
            <a:extLst>
              <a:ext uri="{FF2B5EF4-FFF2-40B4-BE49-F238E27FC236}">
                <a16:creationId xmlns:a16="http://schemas.microsoft.com/office/drawing/2014/main" id="{F1B32145-4EA1-C7F6-C1BD-6C28C85E5C82}"/>
              </a:ext>
            </a:extLst>
          </p:cNvPr>
          <p:cNvCxnSpPr>
            <a:cxnSpLocks/>
            <a:stCxn id="307" idx="2"/>
            <a:endCxn id="375" idx="0"/>
          </p:cNvCxnSpPr>
          <p:nvPr/>
        </p:nvCxnSpPr>
        <p:spPr>
          <a:xfrm rot="16200000" flipH="1">
            <a:off x="1225295" y="1387462"/>
            <a:ext cx="449412" cy="959812"/>
          </a:xfrm>
          <a:prstGeom prst="bentConnector3">
            <a:avLst>
              <a:gd name="adj1" fmla="val 48075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꺾인 연결선[E] 385">
            <a:extLst>
              <a:ext uri="{FF2B5EF4-FFF2-40B4-BE49-F238E27FC236}">
                <a16:creationId xmlns:a16="http://schemas.microsoft.com/office/drawing/2014/main" id="{AB45033E-117C-3AAD-0AD6-DACA1BFF6F33}"/>
              </a:ext>
            </a:extLst>
          </p:cNvPr>
          <p:cNvCxnSpPr>
            <a:cxnSpLocks/>
            <a:stCxn id="24" idx="2"/>
            <a:endCxn id="391" idx="0"/>
          </p:cNvCxnSpPr>
          <p:nvPr/>
        </p:nvCxnSpPr>
        <p:spPr>
          <a:xfrm rot="5400000">
            <a:off x="3048164" y="639430"/>
            <a:ext cx="458140" cy="2454520"/>
          </a:xfrm>
          <a:prstGeom prst="bentConnector3">
            <a:avLst>
              <a:gd name="adj1" fmla="val 61297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모서리가 둥근 직사각형 390">
            <a:extLst>
              <a:ext uri="{FF2B5EF4-FFF2-40B4-BE49-F238E27FC236}">
                <a16:creationId xmlns:a16="http://schemas.microsoft.com/office/drawing/2014/main" id="{1AB3D11F-DB37-2732-E3DA-180AFC51B8C4}"/>
              </a:ext>
            </a:extLst>
          </p:cNvPr>
          <p:cNvSpPr/>
          <p:nvPr/>
        </p:nvSpPr>
        <p:spPr>
          <a:xfrm>
            <a:off x="148010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014EB7CB-68BE-215A-28CE-B8917C8C66E3}"/>
              </a:ext>
            </a:extLst>
          </p:cNvPr>
          <p:cNvCxnSpPr>
            <a:cxnSpLocks/>
          </p:cNvCxnSpPr>
          <p:nvPr/>
        </p:nvCxnSpPr>
        <p:spPr>
          <a:xfrm>
            <a:off x="197452" y="605960"/>
            <a:ext cx="405552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TextBox 401">
            <a:extLst>
              <a:ext uri="{FF2B5EF4-FFF2-40B4-BE49-F238E27FC236}">
                <a16:creationId xmlns:a16="http://schemas.microsoft.com/office/drawing/2014/main" id="{3637A49F-A391-6FE1-3B08-9CFCB880A3FB}"/>
              </a:ext>
            </a:extLst>
          </p:cNvPr>
          <p:cNvSpPr txBox="1"/>
          <p:nvPr/>
        </p:nvSpPr>
        <p:spPr>
          <a:xfrm>
            <a:off x="636311" y="42129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900"/>
              <a:t>Rollouts</a:t>
            </a:r>
          </a:p>
          <a:p>
            <a:pPr algn="ctr"/>
            <a:r>
              <a:rPr kumimoji="1" lang="en-US" altLang="ko-KR" sz="900"/>
              <a:t>Controller</a:t>
            </a:r>
            <a:endParaRPr kumimoji="1" lang="ko-KR" altLang="en-US" sz="900"/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27D7174E-29E5-7E0E-C203-4AFF94AF5F06}"/>
              </a:ext>
            </a:extLst>
          </p:cNvPr>
          <p:cNvSpPr txBox="1"/>
          <p:nvPr/>
        </p:nvSpPr>
        <p:spPr>
          <a:xfrm>
            <a:off x="1835702" y="42607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900"/>
              <a:t>Analysis</a:t>
            </a:r>
          </a:p>
          <a:p>
            <a:pPr algn="ctr"/>
            <a:r>
              <a:rPr kumimoji="1" lang="en-US" altLang="ko-KR" sz="900"/>
              <a:t>Controller</a:t>
            </a:r>
            <a:endParaRPr kumimoji="1" lang="ko-KR" altLang="en-US" sz="900"/>
          </a:p>
        </p:txBody>
      </p:sp>
      <p:cxnSp>
        <p:nvCxnSpPr>
          <p:cNvPr id="422" name="직선 화살표 연결선 421">
            <a:extLst>
              <a:ext uri="{FF2B5EF4-FFF2-40B4-BE49-F238E27FC236}">
                <a16:creationId xmlns:a16="http://schemas.microsoft.com/office/drawing/2014/main" id="{A790DE46-5839-5B89-9C98-29E51E78A8D8}"/>
              </a:ext>
            </a:extLst>
          </p:cNvPr>
          <p:cNvCxnSpPr>
            <a:cxnSpLocks/>
          </p:cNvCxnSpPr>
          <p:nvPr/>
        </p:nvCxnSpPr>
        <p:spPr>
          <a:xfrm>
            <a:off x="1371360" y="614363"/>
            <a:ext cx="405552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B9209482-5FC9-9912-2196-2A418BFF492F}"/>
              </a:ext>
            </a:extLst>
          </p:cNvPr>
          <p:cNvSpPr txBox="1"/>
          <p:nvPr/>
        </p:nvSpPr>
        <p:spPr>
          <a:xfrm>
            <a:off x="3043810" y="426075"/>
            <a:ext cx="81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900"/>
              <a:t>Experiments</a:t>
            </a:r>
          </a:p>
          <a:p>
            <a:pPr algn="ctr"/>
            <a:r>
              <a:rPr kumimoji="1" lang="en-US" altLang="ko-KR" sz="900"/>
              <a:t>Controller</a:t>
            </a:r>
            <a:endParaRPr kumimoji="1" lang="ko-KR" altLang="en-US" sz="900"/>
          </a:p>
        </p:txBody>
      </p:sp>
      <p:cxnSp>
        <p:nvCxnSpPr>
          <p:cNvPr id="424" name="직선 화살표 연결선 423">
            <a:extLst>
              <a:ext uri="{FF2B5EF4-FFF2-40B4-BE49-F238E27FC236}">
                <a16:creationId xmlns:a16="http://schemas.microsoft.com/office/drawing/2014/main" id="{7FD42F59-CD5A-5646-C56F-0620D63FA12F}"/>
              </a:ext>
            </a:extLst>
          </p:cNvPr>
          <p:cNvCxnSpPr>
            <a:cxnSpLocks/>
          </p:cNvCxnSpPr>
          <p:nvPr/>
        </p:nvCxnSpPr>
        <p:spPr>
          <a:xfrm>
            <a:off x="2636375" y="614363"/>
            <a:ext cx="405552" cy="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TextBox 424">
            <a:extLst>
              <a:ext uri="{FF2B5EF4-FFF2-40B4-BE49-F238E27FC236}">
                <a16:creationId xmlns:a16="http://schemas.microsoft.com/office/drawing/2014/main" id="{3CC62E77-8CE7-8AE8-6195-3F3CD91CDCAB}"/>
              </a:ext>
            </a:extLst>
          </p:cNvPr>
          <p:cNvSpPr txBox="1"/>
          <p:nvPr/>
        </p:nvSpPr>
        <p:spPr>
          <a:xfrm>
            <a:off x="4366251" y="426075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900"/>
              <a:t>Notifications</a:t>
            </a:r>
          </a:p>
          <a:p>
            <a:pPr algn="ctr"/>
            <a:r>
              <a:rPr kumimoji="1" lang="en-US" altLang="ko-KR" sz="900"/>
              <a:t>Controller</a:t>
            </a:r>
            <a:endParaRPr kumimoji="1" lang="ko-KR" altLang="en-US" sz="900"/>
          </a:p>
        </p:txBody>
      </p:sp>
      <p:cxnSp>
        <p:nvCxnSpPr>
          <p:cNvPr id="426" name="직선 화살표 연결선 425">
            <a:extLst>
              <a:ext uri="{FF2B5EF4-FFF2-40B4-BE49-F238E27FC236}">
                <a16:creationId xmlns:a16="http://schemas.microsoft.com/office/drawing/2014/main" id="{D987635F-B491-5FA7-5AFD-E496DB3CBB68}"/>
              </a:ext>
            </a:extLst>
          </p:cNvPr>
          <p:cNvCxnSpPr>
            <a:cxnSpLocks/>
          </p:cNvCxnSpPr>
          <p:nvPr/>
        </p:nvCxnSpPr>
        <p:spPr>
          <a:xfrm>
            <a:off x="3972441" y="614363"/>
            <a:ext cx="405552" cy="0"/>
          </a:xfrm>
          <a:prstGeom prst="straightConnector1">
            <a:avLst/>
          </a:prstGeom>
          <a:ln w="12700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TextBox 427">
            <a:extLst>
              <a:ext uri="{FF2B5EF4-FFF2-40B4-BE49-F238E27FC236}">
                <a16:creationId xmlns:a16="http://schemas.microsoft.com/office/drawing/2014/main" id="{55563F2A-2A5D-1FDA-51E3-7EB3FC0CE274}"/>
              </a:ext>
            </a:extLst>
          </p:cNvPr>
          <p:cNvSpPr txBox="1"/>
          <p:nvPr/>
        </p:nvSpPr>
        <p:spPr>
          <a:xfrm>
            <a:off x="5730513" y="494293"/>
            <a:ext cx="4187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900"/>
              <a:t>User</a:t>
            </a:r>
            <a:endParaRPr kumimoji="1" lang="ko-KR" altLang="en-US" sz="900"/>
          </a:p>
        </p:txBody>
      </p:sp>
      <p:cxnSp>
        <p:nvCxnSpPr>
          <p:cNvPr id="429" name="직선 화살표 연결선 428">
            <a:extLst>
              <a:ext uri="{FF2B5EF4-FFF2-40B4-BE49-F238E27FC236}">
                <a16:creationId xmlns:a16="http://schemas.microsoft.com/office/drawing/2014/main" id="{6EAF9821-1E19-331B-EC8A-6C5957C5ABCA}"/>
              </a:ext>
            </a:extLst>
          </p:cNvPr>
          <p:cNvCxnSpPr>
            <a:cxnSpLocks/>
          </p:cNvCxnSpPr>
          <p:nvPr/>
        </p:nvCxnSpPr>
        <p:spPr>
          <a:xfrm>
            <a:off x="5322133" y="614363"/>
            <a:ext cx="405552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55CA6B8D-973E-4A2E-208B-F3B3B2F52099}"/>
              </a:ext>
            </a:extLst>
          </p:cNvPr>
          <p:cNvSpPr txBox="1"/>
          <p:nvPr/>
        </p:nvSpPr>
        <p:spPr>
          <a:xfrm>
            <a:off x="6637542" y="494293"/>
            <a:ext cx="4860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900"/>
              <a:t>Client</a:t>
            </a:r>
            <a:endParaRPr kumimoji="1" lang="ko-KR" altLang="en-US" sz="900"/>
          </a:p>
        </p:txBody>
      </p:sp>
      <p:cxnSp>
        <p:nvCxnSpPr>
          <p:cNvPr id="431" name="직선 화살표 연결선 430">
            <a:extLst>
              <a:ext uri="{FF2B5EF4-FFF2-40B4-BE49-F238E27FC236}">
                <a16:creationId xmlns:a16="http://schemas.microsoft.com/office/drawing/2014/main" id="{88553C07-6DE6-6BE7-8320-2538C962F484}"/>
              </a:ext>
            </a:extLst>
          </p:cNvPr>
          <p:cNvCxnSpPr>
            <a:cxnSpLocks/>
          </p:cNvCxnSpPr>
          <p:nvPr/>
        </p:nvCxnSpPr>
        <p:spPr>
          <a:xfrm>
            <a:off x="6262825" y="614363"/>
            <a:ext cx="405552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81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241EB-B325-AF31-33CE-022508F6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3F5CE88-D2A7-F9D6-2495-335EDEC7F9D5}"/>
              </a:ext>
            </a:extLst>
          </p:cNvPr>
          <p:cNvSpPr/>
          <p:nvPr/>
        </p:nvSpPr>
        <p:spPr>
          <a:xfrm>
            <a:off x="264038" y="843558"/>
            <a:ext cx="8628442" cy="929136"/>
          </a:xfrm>
          <a:prstGeom prst="roundRect">
            <a:avLst>
              <a:gd name="adj" fmla="val 789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/>
              <a:t>Argo Rollouts </a:t>
            </a:r>
            <a:r>
              <a:rPr lang="en-US" altLang="ko-KR" sz="900" b="1" dirty="0"/>
              <a:t>Controller</a:t>
            </a:r>
            <a:endParaRPr lang="ko-KR" altLang="en-US" sz="900" b="1" dirty="0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FC99357-7FE5-63AA-ACA1-E649CA484429}"/>
              </a:ext>
            </a:extLst>
          </p:cNvPr>
          <p:cNvSpPr/>
          <p:nvPr/>
        </p:nvSpPr>
        <p:spPr>
          <a:xfrm>
            <a:off x="7609187" y="209576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Prometheus</a:t>
            </a:r>
          </a:p>
          <a:p>
            <a:pPr algn="ctr"/>
            <a:r>
              <a:rPr lang="en-US" altLang="ko-KR" sz="900" dirty="0"/>
              <a:t>Server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7831A6F3-1F51-1EFB-7699-1E089A0DE452}"/>
              </a:ext>
            </a:extLst>
          </p:cNvPr>
          <p:cNvSpPr/>
          <p:nvPr/>
        </p:nvSpPr>
        <p:spPr>
          <a:xfrm>
            <a:off x="3934627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Rollouts</a:t>
            </a:r>
          </a:p>
          <a:p>
            <a:pPr algn="ctr"/>
            <a:r>
              <a:rPr lang="en-US" altLang="ko-KR" sz="900" dirty="0"/>
              <a:t>Controller</a:t>
            </a:r>
            <a:endParaRPr lang="ko-KR" altLang="en-US" sz="9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C45A81B8-1A2E-C8B0-2DDF-579C13445C39}"/>
              </a:ext>
            </a:extLst>
          </p:cNvPr>
          <p:cNvSpPr/>
          <p:nvPr/>
        </p:nvSpPr>
        <p:spPr>
          <a:xfrm>
            <a:off x="2095657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TrafficRouting</a:t>
            </a:r>
            <a:br>
              <a:rPr lang="en-US" altLang="ko-KR" sz="900" dirty="0"/>
            </a:br>
            <a:r>
              <a:rPr lang="en-US" altLang="ko-KR" sz="900" dirty="0"/>
              <a:t>Reconciler</a:t>
            </a:r>
            <a:endParaRPr lang="ko-KR" altLang="en-US" sz="900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DC26A8B5-B2F1-2344-4E1A-A913C4C99C7C}"/>
              </a:ext>
            </a:extLst>
          </p:cNvPr>
          <p:cNvSpPr/>
          <p:nvPr/>
        </p:nvSpPr>
        <p:spPr>
          <a:xfrm>
            <a:off x="5773598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  <a:p>
            <a:pPr algn="ctr"/>
            <a:r>
              <a:rPr lang="en-US" altLang="ko-KR" sz="900" dirty="0"/>
              <a:t>Controller</a:t>
            </a:r>
            <a:endParaRPr lang="ko-KR" altLang="en-US" sz="900" dirty="0"/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AEB5F101-6F87-C231-47C4-0E1EF9A32614}"/>
              </a:ext>
            </a:extLst>
          </p:cNvPr>
          <p:cNvSpPr/>
          <p:nvPr/>
        </p:nvSpPr>
        <p:spPr>
          <a:xfrm>
            <a:off x="5630042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AnalysisRuns Objects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1DD866B3-5C60-940C-6EF3-C13F8398FF9F}"/>
              </a:ext>
            </a:extLst>
          </p:cNvPr>
          <p:cNvSpPr/>
          <p:nvPr/>
        </p:nvSpPr>
        <p:spPr>
          <a:xfrm>
            <a:off x="3791068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ReplicaSet Objects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AC217EC4-846B-C03F-506F-B0381DCD3D2C}"/>
              </a:ext>
            </a:extLst>
          </p:cNvPr>
          <p:cNvSpPr/>
          <p:nvPr/>
        </p:nvSpPr>
        <p:spPr>
          <a:xfrm>
            <a:off x="3936161" y="32343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revision:5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745A19A6-B11D-7332-9FDB-C4E4E6C42C4A}"/>
              </a:ext>
            </a:extLst>
          </p:cNvPr>
          <p:cNvSpPr/>
          <p:nvPr/>
        </p:nvSpPr>
        <p:spPr>
          <a:xfrm>
            <a:off x="4872230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Analysis</a:t>
            </a:r>
          </a:p>
          <a:p>
            <a:pPr algn="ctr"/>
            <a:r>
              <a:rPr lang="en-US" altLang="ko-KR" sz="900" b="1" dirty="0"/>
              <a:t>Templates</a:t>
            </a:r>
          </a:p>
          <a:p>
            <a:pPr algn="ctr"/>
            <a:r>
              <a:rPr lang="en-US" altLang="ko-KR" sz="900" b="1" dirty="0"/>
              <a:t>Object</a:t>
            </a:r>
            <a:endParaRPr lang="ko-KR" altLang="en-US" sz="900" b="1" dirty="0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C4AB0B1-496F-EE91-BD5E-E47541AEF628}"/>
              </a:ext>
            </a:extLst>
          </p:cNvPr>
          <p:cNvSpPr/>
          <p:nvPr/>
        </p:nvSpPr>
        <p:spPr>
          <a:xfrm>
            <a:off x="5773603" y="322874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7D1D35B3-B6D2-F0A5-E0D7-AEF659D6CB4E}"/>
              </a:ext>
            </a:extLst>
          </p:cNvPr>
          <p:cNvSpPr/>
          <p:nvPr/>
        </p:nvSpPr>
        <p:spPr>
          <a:xfrm>
            <a:off x="3033258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Rollouts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32FB4FCE-C562-3D69-BA1B-A1E5024A9A2F}"/>
              </a:ext>
            </a:extLst>
          </p:cNvPr>
          <p:cNvSpPr/>
          <p:nvPr/>
        </p:nvSpPr>
        <p:spPr>
          <a:xfrm>
            <a:off x="3934629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revision:6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4BD2512-A8B5-C4FB-1E3D-084F8C32C542}"/>
              </a:ext>
            </a:extLst>
          </p:cNvPr>
          <p:cNvSpPr/>
          <p:nvPr/>
        </p:nvSpPr>
        <p:spPr>
          <a:xfrm>
            <a:off x="447801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EE2B609-EE13-0694-CAA9-D6800754FF8F}"/>
              </a:ext>
            </a:extLst>
          </p:cNvPr>
          <p:cNvSpPr/>
          <p:nvPr/>
        </p:nvSpPr>
        <p:spPr>
          <a:xfrm>
            <a:off x="447801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70AFF56-3E8D-4156-B038-A0E98C4CD91B}"/>
              </a:ext>
            </a:extLst>
          </p:cNvPr>
          <p:cNvSpPr/>
          <p:nvPr/>
        </p:nvSpPr>
        <p:spPr>
          <a:xfrm>
            <a:off x="447801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2680110B-35E7-2694-4260-7A7F1870FE87}"/>
              </a:ext>
            </a:extLst>
          </p:cNvPr>
          <p:cNvSpPr/>
          <p:nvPr/>
        </p:nvSpPr>
        <p:spPr>
          <a:xfrm>
            <a:off x="5773603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8596DE7-94F2-6989-9EA6-BDE525416CE6}"/>
              </a:ext>
            </a:extLst>
          </p:cNvPr>
          <p:cNvSpPr/>
          <p:nvPr/>
        </p:nvSpPr>
        <p:spPr>
          <a:xfrm>
            <a:off x="6316986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2CEFF003-E47A-3B72-07DA-47E99E735300}"/>
              </a:ext>
            </a:extLst>
          </p:cNvPr>
          <p:cNvSpPr/>
          <p:nvPr/>
        </p:nvSpPr>
        <p:spPr>
          <a:xfrm>
            <a:off x="6316986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6ED9150-CED2-C4D7-EA01-587E6E7C8BE8}"/>
              </a:ext>
            </a:extLst>
          </p:cNvPr>
          <p:cNvSpPr/>
          <p:nvPr/>
        </p:nvSpPr>
        <p:spPr>
          <a:xfrm>
            <a:off x="6316986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8C48CC71-AC90-3E96-A18A-9BD784213BC1}"/>
              </a:ext>
            </a:extLst>
          </p:cNvPr>
          <p:cNvSpPr/>
          <p:nvPr/>
        </p:nvSpPr>
        <p:spPr>
          <a:xfrm>
            <a:off x="1952096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TrafficRouting</a:t>
            </a: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25F5531D-A7E4-B0F5-248F-725AB9B62CED}"/>
              </a:ext>
            </a:extLst>
          </p:cNvPr>
          <p:cNvSpPr/>
          <p:nvPr/>
        </p:nvSpPr>
        <p:spPr>
          <a:xfrm>
            <a:off x="2095657" y="382482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 Nginx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3EED813A-F92A-ACE3-EED1-240232513023}"/>
              </a:ext>
            </a:extLst>
          </p:cNvPr>
          <p:cNvSpPr/>
          <p:nvPr/>
        </p:nvSpPr>
        <p:spPr>
          <a:xfrm>
            <a:off x="2095657" y="323155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VirtualService</a:t>
            </a:r>
          </a:p>
          <a:p>
            <a:pPr algn="ctr"/>
            <a:r>
              <a:rPr lang="en-US" altLang="ko-KR" sz="900"/>
              <a:t>DestinationRule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1445D3F-C3EB-7337-EAAB-971299805183}"/>
              </a:ext>
            </a:extLst>
          </p:cNvPr>
          <p:cNvSpPr/>
          <p:nvPr/>
        </p:nvSpPr>
        <p:spPr>
          <a:xfrm>
            <a:off x="264589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5B4EE97-1DE4-C2FF-703E-B369CA512A8E}"/>
              </a:ext>
            </a:extLst>
          </p:cNvPr>
          <p:cNvSpPr/>
          <p:nvPr/>
        </p:nvSpPr>
        <p:spPr>
          <a:xfrm>
            <a:off x="264589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C4E4C0E-A8ED-41DD-17FF-66D64D3F58EC}"/>
              </a:ext>
            </a:extLst>
          </p:cNvPr>
          <p:cNvSpPr/>
          <p:nvPr/>
        </p:nvSpPr>
        <p:spPr>
          <a:xfrm>
            <a:off x="264589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C5C73557-EE9A-F266-FB7C-392025CF7EE9}"/>
              </a:ext>
            </a:extLst>
          </p:cNvPr>
          <p:cNvSpPr/>
          <p:nvPr/>
        </p:nvSpPr>
        <p:spPr>
          <a:xfrm>
            <a:off x="400228" y="382201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18BDC8E3-0B4B-D456-0FC8-076A1E66EFFE}"/>
              </a:ext>
            </a:extLst>
          </p:cNvPr>
          <p:cNvCxnSpPr>
            <a:cxnSpLocks/>
            <a:stCxn id="69" idx="3"/>
            <a:endCxn id="33" idx="1"/>
          </p:cNvCxnSpPr>
          <p:nvPr/>
        </p:nvCxnSpPr>
        <p:spPr>
          <a:xfrm>
            <a:off x="3378951" y="3776486"/>
            <a:ext cx="412117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7763EC69-B91B-47AB-84CC-9AE2B7AC768F}"/>
              </a:ext>
            </a:extLst>
          </p:cNvPr>
          <p:cNvCxnSpPr>
            <a:cxnSpLocks/>
            <a:stCxn id="25" idx="2"/>
            <a:endCxn id="69" idx="0"/>
          </p:cNvCxnSpPr>
          <p:nvPr/>
        </p:nvCxnSpPr>
        <p:spPr>
          <a:xfrm>
            <a:off x="2665524" y="1642662"/>
            <a:ext cx="0" cy="124386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C76A23CD-F4BB-943F-A384-19414F8F5278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3235390" y="1403771"/>
            <a:ext cx="699237" cy="504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B26C3E6-D6BF-3555-DE4E-38AF2AEC5821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>
            <a:off x="4504494" y="1637620"/>
            <a:ext cx="2" cy="124890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[E] 136">
            <a:extLst>
              <a:ext uri="{FF2B5EF4-FFF2-40B4-BE49-F238E27FC236}">
                <a16:creationId xmlns:a16="http://schemas.microsoft.com/office/drawing/2014/main" id="{26CD8818-4C71-C82C-6F74-10B9E5682F7A}"/>
              </a:ext>
            </a:extLst>
          </p:cNvPr>
          <p:cNvCxnSpPr>
            <a:cxnSpLocks/>
            <a:stCxn id="95" idx="3"/>
            <a:endCxn id="69" idx="1"/>
          </p:cNvCxnSpPr>
          <p:nvPr/>
        </p:nvCxnSpPr>
        <p:spPr>
          <a:xfrm flipV="1">
            <a:off x="1539961" y="3776486"/>
            <a:ext cx="412135" cy="279373"/>
          </a:xfrm>
          <a:prstGeom prst="bentConnector3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[E] 139">
            <a:extLst>
              <a:ext uri="{FF2B5EF4-FFF2-40B4-BE49-F238E27FC236}">
                <a16:creationId xmlns:a16="http://schemas.microsoft.com/office/drawing/2014/main" id="{0FBF144D-E3BE-164B-D5AF-AAAA05609D26}"/>
              </a:ext>
            </a:extLst>
          </p:cNvPr>
          <p:cNvCxnSpPr>
            <a:cxnSpLocks/>
            <a:stCxn id="24" idx="2"/>
            <a:endCxn id="57" idx="0"/>
          </p:cNvCxnSpPr>
          <p:nvPr/>
        </p:nvCxnSpPr>
        <p:spPr>
          <a:xfrm rot="16200000" flipH="1">
            <a:off x="4799530" y="1342584"/>
            <a:ext cx="1248904" cy="1838976"/>
          </a:xfrm>
          <a:prstGeom prst="bentConnector3">
            <a:avLst>
              <a:gd name="adj1" fmla="val 22509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>
            <a:extLst>
              <a:ext uri="{FF2B5EF4-FFF2-40B4-BE49-F238E27FC236}">
                <a16:creationId xmlns:a16="http://schemas.microsoft.com/office/drawing/2014/main" id="{F93399AD-5B8B-BD9B-8EB7-55947747ACBE}"/>
              </a:ext>
            </a:extLst>
          </p:cNvPr>
          <p:cNvSpPr/>
          <p:nvPr/>
        </p:nvSpPr>
        <p:spPr>
          <a:xfrm>
            <a:off x="5630040" y="3448577"/>
            <a:ext cx="675934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dirty="0"/>
          </a:p>
        </p:txBody>
      </p:sp>
      <p:cxnSp>
        <p:nvCxnSpPr>
          <p:cNvPr id="190" name="꺾인 연결선[E] 189">
            <a:extLst>
              <a:ext uri="{FF2B5EF4-FFF2-40B4-BE49-F238E27FC236}">
                <a16:creationId xmlns:a16="http://schemas.microsoft.com/office/drawing/2014/main" id="{6D45E366-74A4-56F1-3F9D-560B6C1AABD7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 rot="5400000">
            <a:off x="3824740" y="1416006"/>
            <a:ext cx="458140" cy="901369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꺾인 연결선[E] 212">
            <a:extLst>
              <a:ext uri="{FF2B5EF4-FFF2-40B4-BE49-F238E27FC236}">
                <a16:creationId xmlns:a16="http://schemas.microsoft.com/office/drawing/2014/main" id="{BEC622B7-8BE2-0DE5-66E2-FEF4FFB7F1A9}"/>
              </a:ext>
            </a:extLst>
          </p:cNvPr>
          <p:cNvCxnSpPr>
            <a:cxnSpLocks/>
            <a:stCxn id="24" idx="2"/>
            <a:endCxn id="20" idx="0"/>
          </p:cNvCxnSpPr>
          <p:nvPr/>
        </p:nvCxnSpPr>
        <p:spPr>
          <a:xfrm rot="16200000" flipH="1">
            <a:off x="4744225" y="1397888"/>
            <a:ext cx="458140" cy="937603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C0339CF6-9526-A9CA-8795-28A80906CFA9}"/>
              </a:ext>
            </a:extLst>
          </p:cNvPr>
          <p:cNvCxnSpPr>
            <a:cxnSpLocks/>
          </p:cNvCxnSpPr>
          <p:nvPr/>
        </p:nvCxnSpPr>
        <p:spPr>
          <a:xfrm>
            <a:off x="6465420" y="1637620"/>
            <a:ext cx="5" cy="12489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50DF4BC8-B15B-FA9C-CA8B-B31A3ED07425}"/>
              </a:ext>
            </a:extLst>
          </p:cNvPr>
          <p:cNvSpPr/>
          <p:nvPr/>
        </p:nvSpPr>
        <p:spPr>
          <a:xfrm>
            <a:off x="400228" y="2886524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User</a:t>
            </a:r>
          </a:p>
        </p:txBody>
      </p:sp>
      <p:cxnSp>
        <p:nvCxnSpPr>
          <p:cNvPr id="234" name="꺾인 연결선[E] 233">
            <a:extLst>
              <a:ext uri="{FF2B5EF4-FFF2-40B4-BE49-F238E27FC236}">
                <a16:creationId xmlns:a16="http://schemas.microsoft.com/office/drawing/2014/main" id="{EC4EFD35-F84F-F0DA-05B0-2AA78FBEC37A}"/>
              </a:ext>
            </a:extLst>
          </p:cNvPr>
          <p:cNvCxnSpPr>
            <a:cxnSpLocks/>
            <a:stCxn id="232" idx="0"/>
            <a:endCxn id="28" idx="2"/>
          </p:cNvCxnSpPr>
          <p:nvPr/>
        </p:nvCxnSpPr>
        <p:spPr>
          <a:xfrm rot="5400000" flipH="1" flipV="1">
            <a:off x="2125077" y="1408476"/>
            <a:ext cx="323066" cy="263303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[E] 236">
            <a:extLst>
              <a:ext uri="{FF2B5EF4-FFF2-40B4-BE49-F238E27FC236}">
                <a16:creationId xmlns:a16="http://schemas.microsoft.com/office/drawing/2014/main" id="{02B6CF8D-6951-0A1D-2F98-3702B70F6B16}"/>
              </a:ext>
            </a:extLst>
          </p:cNvPr>
          <p:cNvCxnSpPr>
            <a:cxnSpLocks/>
            <a:stCxn id="232" idx="0"/>
            <a:endCxn id="20" idx="2"/>
          </p:cNvCxnSpPr>
          <p:nvPr/>
        </p:nvCxnSpPr>
        <p:spPr>
          <a:xfrm rot="5400000" flipH="1" flipV="1">
            <a:off x="3044563" y="488990"/>
            <a:ext cx="323066" cy="447200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[E] 243">
            <a:extLst>
              <a:ext uri="{FF2B5EF4-FFF2-40B4-BE49-F238E27FC236}">
                <a16:creationId xmlns:a16="http://schemas.microsoft.com/office/drawing/2014/main" id="{A9869AD9-750E-A5AB-20A6-9E81B7451256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>
            <a:off x="6913331" y="1403771"/>
            <a:ext cx="695856" cy="9258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모서리가 둥근 직사각형 272">
            <a:extLst>
              <a:ext uri="{FF2B5EF4-FFF2-40B4-BE49-F238E27FC236}">
                <a16:creationId xmlns:a16="http://schemas.microsoft.com/office/drawing/2014/main" id="{E63E84FC-EAAA-CA35-2C94-2D2E7DA68F82}"/>
              </a:ext>
            </a:extLst>
          </p:cNvPr>
          <p:cNvSpPr/>
          <p:nvPr/>
        </p:nvSpPr>
        <p:spPr>
          <a:xfrm>
            <a:off x="7612569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Notifications</a:t>
            </a:r>
          </a:p>
          <a:p>
            <a:pPr algn="ctr"/>
            <a:r>
              <a:rPr lang="en-US" altLang="ko-KR" sz="900" dirty="0"/>
              <a:t>Controller</a:t>
            </a:r>
            <a:endParaRPr lang="ko-KR" altLang="en-US" sz="900" dirty="0"/>
          </a:p>
        </p:txBody>
      </p: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531FCF01-CB7C-6636-2117-9FD81DE0FABA}"/>
              </a:ext>
            </a:extLst>
          </p:cNvPr>
          <p:cNvSpPr/>
          <p:nvPr/>
        </p:nvSpPr>
        <p:spPr>
          <a:xfrm>
            <a:off x="7465625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Notification Services</a:t>
            </a:r>
          </a:p>
        </p:txBody>
      </p: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07255C85-25F8-641D-3D88-BC685CB89406}"/>
              </a:ext>
            </a:extLst>
          </p:cNvPr>
          <p:cNvSpPr/>
          <p:nvPr/>
        </p:nvSpPr>
        <p:spPr>
          <a:xfrm>
            <a:off x="7609187" y="323155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Slack</a:t>
            </a:r>
          </a:p>
        </p:txBody>
      </p:sp>
      <p:sp>
        <p:nvSpPr>
          <p:cNvPr id="283" name="모서리가 둥근 직사각형 282">
            <a:extLst>
              <a:ext uri="{FF2B5EF4-FFF2-40B4-BE49-F238E27FC236}">
                <a16:creationId xmlns:a16="http://schemas.microsoft.com/office/drawing/2014/main" id="{FC1D06BA-A8D0-ED54-FDD3-D294A55F4A58}"/>
              </a:ext>
            </a:extLst>
          </p:cNvPr>
          <p:cNvSpPr/>
          <p:nvPr/>
        </p:nvSpPr>
        <p:spPr>
          <a:xfrm>
            <a:off x="7609187" y="382482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E-mail</a:t>
            </a:r>
          </a:p>
        </p:txBody>
      </p:sp>
      <p:cxnSp>
        <p:nvCxnSpPr>
          <p:cNvPr id="285" name="꺾인 연결선[E] 284">
            <a:extLst>
              <a:ext uri="{FF2B5EF4-FFF2-40B4-BE49-F238E27FC236}">
                <a16:creationId xmlns:a16="http://schemas.microsoft.com/office/drawing/2014/main" id="{34621FCD-C0EC-27E4-C60A-4E40AD9C764A}"/>
              </a:ext>
            </a:extLst>
          </p:cNvPr>
          <p:cNvCxnSpPr>
            <a:cxnSpLocks/>
            <a:stCxn id="273" idx="2"/>
            <a:endCxn id="281" idx="3"/>
          </p:cNvCxnSpPr>
          <p:nvPr/>
        </p:nvCxnSpPr>
        <p:spPr>
          <a:xfrm rot="16200000" flipH="1">
            <a:off x="7468025" y="2352031"/>
            <a:ext cx="2138866" cy="710044"/>
          </a:xfrm>
          <a:prstGeom prst="bentConnector4">
            <a:avLst>
              <a:gd name="adj1" fmla="val 15833"/>
              <a:gd name="adj2" fmla="val 117974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꺾인 연결선[E] 288">
            <a:extLst>
              <a:ext uri="{FF2B5EF4-FFF2-40B4-BE49-F238E27FC236}">
                <a16:creationId xmlns:a16="http://schemas.microsoft.com/office/drawing/2014/main" id="{24F0CCE5-DC50-24E4-F79B-E0E0180D0978}"/>
              </a:ext>
            </a:extLst>
          </p:cNvPr>
          <p:cNvCxnSpPr>
            <a:cxnSpLocks/>
            <a:stCxn id="273" idx="2"/>
            <a:endCxn id="301" idx="0"/>
          </p:cNvCxnSpPr>
          <p:nvPr/>
        </p:nvCxnSpPr>
        <p:spPr>
          <a:xfrm rot="5400000">
            <a:off x="5722040" y="-364636"/>
            <a:ext cx="458140" cy="4462652"/>
          </a:xfrm>
          <a:prstGeom prst="bentConnector3">
            <a:avLst>
              <a:gd name="adj1" fmla="val 74719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57E52B84-D329-DFBE-B911-E7FD0F3F048D}"/>
              </a:ext>
            </a:extLst>
          </p:cNvPr>
          <p:cNvSpPr/>
          <p:nvPr/>
        </p:nvSpPr>
        <p:spPr>
          <a:xfrm>
            <a:off x="31499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F2EE5ECC-6445-E4FB-F94B-B2E3630F7353}"/>
              </a:ext>
            </a:extLst>
          </p:cNvPr>
          <p:cNvSpPr/>
          <p:nvPr/>
        </p:nvSpPr>
        <p:spPr>
          <a:xfrm>
            <a:off x="400228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Experiment Controller</a:t>
            </a:r>
            <a:endParaRPr lang="ko-KR" altLang="en-US" sz="900" dirty="0"/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A6485804-B1AB-5D79-05EB-955DD466EF40}"/>
              </a:ext>
            </a:extLst>
          </p:cNvPr>
          <p:cNvSpPr/>
          <p:nvPr/>
        </p:nvSpPr>
        <p:spPr>
          <a:xfrm>
            <a:off x="8155953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0AB4F7EC-EA3D-BEE3-A63F-56CF7B6BB087}"/>
              </a:ext>
            </a:extLst>
          </p:cNvPr>
          <p:cNvSpPr/>
          <p:nvPr/>
        </p:nvSpPr>
        <p:spPr>
          <a:xfrm>
            <a:off x="8155953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BDC6E18B-E8AD-DF8C-28F5-800F94234DF7}"/>
              </a:ext>
            </a:extLst>
          </p:cNvPr>
          <p:cNvSpPr/>
          <p:nvPr/>
        </p:nvSpPr>
        <p:spPr>
          <a:xfrm>
            <a:off x="8155953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6" name="모서리가 둥근 직사각형 315">
            <a:extLst>
              <a:ext uri="{FF2B5EF4-FFF2-40B4-BE49-F238E27FC236}">
                <a16:creationId xmlns:a16="http://schemas.microsoft.com/office/drawing/2014/main" id="{5CA71AA8-C277-BDF0-D52C-7E503FC5331B}"/>
              </a:ext>
            </a:extLst>
          </p:cNvPr>
          <p:cNvSpPr/>
          <p:nvPr/>
        </p:nvSpPr>
        <p:spPr>
          <a:xfrm>
            <a:off x="64609" y="2091348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Experiments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cxnSp>
        <p:nvCxnSpPr>
          <p:cNvPr id="320" name="꺾인 연결선[E] 319">
            <a:extLst>
              <a:ext uri="{FF2B5EF4-FFF2-40B4-BE49-F238E27FC236}">
                <a16:creationId xmlns:a16="http://schemas.microsoft.com/office/drawing/2014/main" id="{6C0FB736-D4AF-07E4-BEB0-A40253AD5623}"/>
              </a:ext>
            </a:extLst>
          </p:cNvPr>
          <p:cNvCxnSpPr>
            <a:cxnSpLocks/>
            <a:stCxn id="307" idx="2"/>
            <a:endCxn id="324" idx="0"/>
          </p:cNvCxnSpPr>
          <p:nvPr/>
        </p:nvCxnSpPr>
        <p:spPr>
          <a:xfrm rot="16200000" flipH="1">
            <a:off x="2922190" y="-309434"/>
            <a:ext cx="453098" cy="4357289"/>
          </a:xfrm>
          <a:prstGeom prst="bentConnector3">
            <a:avLst>
              <a:gd name="adj1" fmla="val 48031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모서리가 둥근 직사각형 323">
            <a:extLst>
              <a:ext uri="{FF2B5EF4-FFF2-40B4-BE49-F238E27FC236}">
                <a16:creationId xmlns:a16="http://schemas.microsoft.com/office/drawing/2014/main" id="{9C147D1E-6F05-886C-BF63-76FC2504CA50}"/>
              </a:ext>
            </a:extLst>
          </p:cNvPr>
          <p:cNvSpPr/>
          <p:nvPr/>
        </p:nvSpPr>
        <p:spPr>
          <a:xfrm>
            <a:off x="47575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D63E85BD-C372-2DE8-13A4-931141A9A3EE}"/>
              </a:ext>
            </a:extLst>
          </p:cNvPr>
          <p:cNvCxnSpPr>
            <a:cxnSpLocks/>
            <a:stCxn id="307" idx="2"/>
            <a:endCxn id="339" idx="0"/>
          </p:cNvCxnSpPr>
          <p:nvPr/>
        </p:nvCxnSpPr>
        <p:spPr>
          <a:xfrm rot="16200000" flipH="1">
            <a:off x="2972836" y="-360080"/>
            <a:ext cx="1245315" cy="5250797"/>
          </a:xfrm>
          <a:prstGeom prst="bentConnector3">
            <a:avLst>
              <a:gd name="adj1" fmla="val 17532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모서리가 둥근 직사각형 338">
            <a:extLst>
              <a:ext uri="{FF2B5EF4-FFF2-40B4-BE49-F238E27FC236}">
                <a16:creationId xmlns:a16="http://schemas.microsoft.com/office/drawing/2014/main" id="{D7B5EDF2-8286-DA91-A921-5BDACDC87D2D}"/>
              </a:ext>
            </a:extLst>
          </p:cNvPr>
          <p:cNvSpPr/>
          <p:nvPr/>
        </p:nvSpPr>
        <p:spPr>
          <a:xfrm>
            <a:off x="5651025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48" name="모서리가 둥근 직사각형 347">
            <a:extLst>
              <a:ext uri="{FF2B5EF4-FFF2-40B4-BE49-F238E27FC236}">
                <a16:creationId xmlns:a16="http://schemas.microsoft.com/office/drawing/2014/main" id="{9E297C66-E6A1-6F39-B213-A3E6862BF259}"/>
              </a:ext>
            </a:extLst>
          </p:cNvPr>
          <p:cNvSpPr/>
          <p:nvPr/>
        </p:nvSpPr>
        <p:spPr>
          <a:xfrm>
            <a:off x="3815864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49" name="꺾인 연결선[E] 348">
            <a:extLst>
              <a:ext uri="{FF2B5EF4-FFF2-40B4-BE49-F238E27FC236}">
                <a16:creationId xmlns:a16="http://schemas.microsoft.com/office/drawing/2014/main" id="{85CDAC28-727B-6114-66F7-0CCDDAEBE45F}"/>
              </a:ext>
            </a:extLst>
          </p:cNvPr>
          <p:cNvCxnSpPr>
            <a:cxnSpLocks/>
            <a:stCxn id="307" idx="2"/>
            <a:endCxn id="348" idx="0"/>
          </p:cNvCxnSpPr>
          <p:nvPr/>
        </p:nvCxnSpPr>
        <p:spPr>
          <a:xfrm rot="16200000" flipH="1">
            <a:off x="2055256" y="557501"/>
            <a:ext cx="1245315" cy="3415636"/>
          </a:xfrm>
          <a:prstGeom prst="bentConnector3">
            <a:avLst>
              <a:gd name="adj1" fmla="val 17659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모서리가 둥근 직사각형 374">
            <a:extLst>
              <a:ext uri="{FF2B5EF4-FFF2-40B4-BE49-F238E27FC236}">
                <a16:creationId xmlns:a16="http://schemas.microsoft.com/office/drawing/2014/main" id="{E3AAEEF6-64BA-D6D2-87AF-FC440D5A9E41}"/>
              </a:ext>
            </a:extLst>
          </p:cNvPr>
          <p:cNvSpPr/>
          <p:nvPr/>
        </p:nvSpPr>
        <p:spPr>
          <a:xfrm>
            <a:off x="1360040" y="20920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Kubernetes</a:t>
            </a:r>
          </a:p>
          <a:p>
            <a:pPr algn="ctr"/>
            <a:r>
              <a:rPr lang="en-US" altLang="ko-KR" sz="900"/>
              <a:t>Services Object</a:t>
            </a:r>
          </a:p>
        </p:txBody>
      </p:sp>
      <p:cxnSp>
        <p:nvCxnSpPr>
          <p:cNvPr id="377" name="꺾인 연결선[E] 376">
            <a:extLst>
              <a:ext uri="{FF2B5EF4-FFF2-40B4-BE49-F238E27FC236}">
                <a16:creationId xmlns:a16="http://schemas.microsoft.com/office/drawing/2014/main" id="{8D690F09-84C6-AEB8-EC0F-4E9F962BC42C}"/>
              </a:ext>
            </a:extLst>
          </p:cNvPr>
          <p:cNvCxnSpPr>
            <a:cxnSpLocks/>
            <a:stCxn id="307" idx="2"/>
            <a:endCxn id="316" idx="0"/>
          </p:cNvCxnSpPr>
          <p:nvPr/>
        </p:nvCxnSpPr>
        <p:spPr>
          <a:xfrm rot="5400000">
            <a:off x="577943" y="1699196"/>
            <a:ext cx="448686" cy="33561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꺾인 연결선[E] 381">
            <a:extLst>
              <a:ext uri="{FF2B5EF4-FFF2-40B4-BE49-F238E27FC236}">
                <a16:creationId xmlns:a16="http://schemas.microsoft.com/office/drawing/2014/main" id="{8636B173-DBDF-D136-A53D-597D68FAFB9A}"/>
              </a:ext>
            </a:extLst>
          </p:cNvPr>
          <p:cNvCxnSpPr>
            <a:cxnSpLocks/>
            <a:stCxn id="307" idx="2"/>
            <a:endCxn id="375" idx="0"/>
          </p:cNvCxnSpPr>
          <p:nvPr/>
        </p:nvCxnSpPr>
        <p:spPr>
          <a:xfrm rot="16200000" flipH="1">
            <a:off x="1225295" y="1387462"/>
            <a:ext cx="449412" cy="95981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꺾인 연결선[E] 385">
            <a:extLst>
              <a:ext uri="{FF2B5EF4-FFF2-40B4-BE49-F238E27FC236}">
                <a16:creationId xmlns:a16="http://schemas.microsoft.com/office/drawing/2014/main" id="{15191E0D-E5D3-3B7A-A101-C1690D32F0F9}"/>
              </a:ext>
            </a:extLst>
          </p:cNvPr>
          <p:cNvCxnSpPr>
            <a:cxnSpLocks/>
            <a:stCxn id="24" idx="2"/>
            <a:endCxn id="391" idx="0"/>
          </p:cNvCxnSpPr>
          <p:nvPr/>
        </p:nvCxnSpPr>
        <p:spPr>
          <a:xfrm rot="5400000">
            <a:off x="3048164" y="639430"/>
            <a:ext cx="458140" cy="2454520"/>
          </a:xfrm>
          <a:prstGeom prst="bentConnector3">
            <a:avLst>
              <a:gd name="adj1" fmla="val 61297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모서리가 둥근 직사각형 390">
            <a:extLst>
              <a:ext uri="{FF2B5EF4-FFF2-40B4-BE49-F238E27FC236}">
                <a16:creationId xmlns:a16="http://schemas.microsoft.com/office/drawing/2014/main" id="{114CDFD5-1287-1DE2-8EC0-A0A6BE1715AF}"/>
              </a:ext>
            </a:extLst>
          </p:cNvPr>
          <p:cNvSpPr/>
          <p:nvPr/>
        </p:nvSpPr>
        <p:spPr>
          <a:xfrm>
            <a:off x="148010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</p:spTree>
    <p:extLst>
      <p:ext uri="{BB962C8B-B14F-4D97-AF65-F5344CB8AC3E}">
        <p14:creationId xmlns:p14="http://schemas.microsoft.com/office/powerpoint/2010/main" val="659218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2923-8405-7408-D1E9-93A5E944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D70957D-9274-2F72-45FF-8D46FCA370C0}"/>
              </a:ext>
            </a:extLst>
          </p:cNvPr>
          <p:cNvSpPr/>
          <p:nvPr/>
        </p:nvSpPr>
        <p:spPr>
          <a:xfrm>
            <a:off x="264038" y="843558"/>
            <a:ext cx="8628442" cy="929136"/>
          </a:xfrm>
          <a:prstGeom prst="roundRect">
            <a:avLst>
              <a:gd name="adj" fmla="val 789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/>
              <a:t>Argo Rollouts </a:t>
            </a:r>
            <a:r>
              <a:rPr lang="en-US" altLang="ko-KR" sz="900" b="1" dirty="0"/>
              <a:t>Controller</a:t>
            </a:r>
            <a:endParaRPr lang="ko-KR" altLang="en-US" sz="900" b="1" dirty="0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9146DDA-9A7A-AB2B-370B-F7A76C5EFC5F}"/>
              </a:ext>
            </a:extLst>
          </p:cNvPr>
          <p:cNvSpPr/>
          <p:nvPr/>
        </p:nvSpPr>
        <p:spPr>
          <a:xfrm>
            <a:off x="7609187" y="209576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Prometheus</a:t>
            </a:r>
          </a:p>
          <a:p>
            <a:pPr algn="ctr"/>
            <a:r>
              <a:rPr lang="en-US" altLang="ko-KR" sz="900" dirty="0"/>
              <a:t>Server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158EF73-FE32-B516-6F4D-1707CECF74E0}"/>
              </a:ext>
            </a:extLst>
          </p:cNvPr>
          <p:cNvSpPr/>
          <p:nvPr/>
        </p:nvSpPr>
        <p:spPr>
          <a:xfrm>
            <a:off x="3934627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Rollouts</a:t>
            </a:r>
          </a:p>
          <a:p>
            <a:pPr algn="ctr"/>
            <a:r>
              <a:rPr lang="en-US" altLang="ko-KR" sz="900" dirty="0"/>
              <a:t>Controller</a:t>
            </a:r>
            <a:endParaRPr lang="ko-KR" altLang="en-US" sz="9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3D3C2480-D4CC-88A9-1C5F-BA8D72E78181}"/>
              </a:ext>
            </a:extLst>
          </p:cNvPr>
          <p:cNvSpPr/>
          <p:nvPr/>
        </p:nvSpPr>
        <p:spPr>
          <a:xfrm>
            <a:off x="2095657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TrafficRouting</a:t>
            </a:r>
            <a:br>
              <a:rPr lang="en-US" altLang="ko-KR" sz="900" dirty="0"/>
            </a:br>
            <a:r>
              <a:rPr lang="en-US" altLang="ko-KR" sz="900" dirty="0"/>
              <a:t>Reconciler</a:t>
            </a:r>
            <a:endParaRPr lang="ko-KR" altLang="en-US" sz="900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961805AB-4F23-6A1A-7891-6F6B35790261}"/>
              </a:ext>
            </a:extLst>
          </p:cNvPr>
          <p:cNvSpPr/>
          <p:nvPr/>
        </p:nvSpPr>
        <p:spPr>
          <a:xfrm>
            <a:off x="5773598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  <a:p>
            <a:pPr algn="ctr"/>
            <a:r>
              <a:rPr lang="en-US" altLang="ko-KR" sz="900" dirty="0"/>
              <a:t>Controller</a:t>
            </a:r>
            <a:endParaRPr lang="ko-KR" altLang="en-US" sz="900" dirty="0"/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177853DB-0E37-9A69-9A17-BACD80951AD8}"/>
              </a:ext>
            </a:extLst>
          </p:cNvPr>
          <p:cNvSpPr/>
          <p:nvPr/>
        </p:nvSpPr>
        <p:spPr>
          <a:xfrm>
            <a:off x="5630042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AnalysisRuns Objects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0C5E0D38-DCBA-A8DF-7D81-DD351F53CC8E}"/>
              </a:ext>
            </a:extLst>
          </p:cNvPr>
          <p:cNvSpPr/>
          <p:nvPr/>
        </p:nvSpPr>
        <p:spPr>
          <a:xfrm>
            <a:off x="3791068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ReplicaSet Objects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300ED292-2057-9668-EF1D-A81739F763F0}"/>
              </a:ext>
            </a:extLst>
          </p:cNvPr>
          <p:cNvSpPr/>
          <p:nvPr/>
        </p:nvSpPr>
        <p:spPr>
          <a:xfrm>
            <a:off x="3936161" y="32343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revision:5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7C4CBAF-D020-9209-091C-35FF5BD1BCD4}"/>
              </a:ext>
            </a:extLst>
          </p:cNvPr>
          <p:cNvSpPr/>
          <p:nvPr/>
        </p:nvSpPr>
        <p:spPr>
          <a:xfrm>
            <a:off x="4872230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Analysis</a:t>
            </a:r>
          </a:p>
          <a:p>
            <a:pPr algn="ctr"/>
            <a:r>
              <a:rPr lang="en-US" altLang="ko-KR" sz="900" b="1" dirty="0"/>
              <a:t>Templates</a:t>
            </a:r>
          </a:p>
          <a:p>
            <a:pPr algn="ctr"/>
            <a:r>
              <a:rPr lang="en-US" altLang="ko-KR" sz="900" b="1" dirty="0"/>
              <a:t>Object</a:t>
            </a:r>
            <a:endParaRPr lang="ko-KR" altLang="en-US" sz="900" b="1" dirty="0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3792E627-F375-148F-F9FE-42876157826F}"/>
              </a:ext>
            </a:extLst>
          </p:cNvPr>
          <p:cNvSpPr/>
          <p:nvPr/>
        </p:nvSpPr>
        <p:spPr>
          <a:xfrm>
            <a:off x="5773603" y="322874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0B726D46-D0AB-8593-E790-31D56EFC2B46}"/>
              </a:ext>
            </a:extLst>
          </p:cNvPr>
          <p:cNvSpPr/>
          <p:nvPr/>
        </p:nvSpPr>
        <p:spPr>
          <a:xfrm>
            <a:off x="3033258" y="209576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Rollouts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133E1D26-C983-A3F0-F64E-76789E4CD6DD}"/>
              </a:ext>
            </a:extLst>
          </p:cNvPr>
          <p:cNvSpPr/>
          <p:nvPr/>
        </p:nvSpPr>
        <p:spPr>
          <a:xfrm>
            <a:off x="3934629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ReplicaSet</a:t>
            </a:r>
          </a:p>
          <a:p>
            <a:pPr algn="ctr"/>
            <a:r>
              <a:rPr lang="en-US" altLang="ko-KR" sz="900"/>
              <a:t>revision:6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B296F85-7037-A29B-C27C-E5EE2747F2E9}"/>
              </a:ext>
            </a:extLst>
          </p:cNvPr>
          <p:cNvSpPr/>
          <p:nvPr/>
        </p:nvSpPr>
        <p:spPr>
          <a:xfrm>
            <a:off x="447801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EC2B914-CC6B-3ED5-F199-515CF65129CB}"/>
              </a:ext>
            </a:extLst>
          </p:cNvPr>
          <p:cNvSpPr/>
          <p:nvPr/>
        </p:nvSpPr>
        <p:spPr>
          <a:xfrm>
            <a:off x="447801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24B8A3A-8D24-57F7-3F9F-B736223153EE}"/>
              </a:ext>
            </a:extLst>
          </p:cNvPr>
          <p:cNvSpPr/>
          <p:nvPr/>
        </p:nvSpPr>
        <p:spPr>
          <a:xfrm>
            <a:off x="447801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E4D09A7B-FE73-A699-2397-E25B4CC84052}"/>
              </a:ext>
            </a:extLst>
          </p:cNvPr>
          <p:cNvSpPr/>
          <p:nvPr/>
        </p:nvSpPr>
        <p:spPr>
          <a:xfrm>
            <a:off x="5773603" y="3822010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Analysis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DCA4342E-D334-13C0-807E-139FA96ED33D}"/>
              </a:ext>
            </a:extLst>
          </p:cNvPr>
          <p:cNvSpPr/>
          <p:nvPr/>
        </p:nvSpPr>
        <p:spPr>
          <a:xfrm>
            <a:off x="6316986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BA28E38A-5520-3317-A93C-68472D494644}"/>
              </a:ext>
            </a:extLst>
          </p:cNvPr>
          <p:cNvSpPr/>
          <p:nvPr/>
        </p:nvSpPr>
        <p:spPr>
          <a:xfrm>
            <a:off x="6316986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1CA16978-BBE4-0910-A8DD-7E169121DD2D}"/>
              </a:ext>
            </a:extLst>
          </p:cNvPr>
          <p:cNvSpPr/>
          <p:nvPr/>
        </p:nvSpPr>
        <p:spPr>
          <a:xfrm>
            <a:off x="6316986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980DFB23-88AE-0346-4E48-F561D574B315}"/>
              </a:ext>
            </a:extLst>
          </p:cNvPr>
          <p:cNvSpPr/>
          <p:nvPr/>
        </p:nvSpPr>
        <p:spPr>
          <a:xfrm>
            <a:off x="1952096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TrafficRouting</a:t>
            </a: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CB0B08CD-BDAF-BA28-96E4-58ED40DA7455}"/>
              </a:ext>
            </a:extLst>
          </p:cNvPr>
          <p:cNvSpPr/>
          <p:nvPr/>
        </p:nvSpPr>
        <p:spPr>
          <a:xfrm>
            <a:off x="2095657" y="382482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Ingress Nginx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CBC42500-D0A8-8E8D-A0AE-7BEA62471879}"/>
              </a:ext>
            </a:extLst>
          </p:cNvPr>
          <p:cNvSpPr/>
          <p:nvPr/>
        </p:nvSpPr>
        <p:spPr>
          <a:xfrm>
            <a:off x="2095657" y="3231557"/>
            <a:ext cx="1139733" cy="462064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/>
              <a:t>VirtualService</a:t>
            </a:r>
          </a:p>
          <a:p>
            <a:pPr algn="ctr"/>
            <a:r>
              <a:rPr lang="en-US" altLang="ko-KR" sz="900"/>
              <a:t>DestinationRule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EFBCE3E1-BCC9-032E-E795-525A94C534BE}"/>
              </a:ext>
            </a:extLst>
          </p:cNvPr>
          <p:cNvSpPr/>
          <p:nvPr/>
        </p:nvSpPr>
        <p:spPr>
          <a:xfrm>
            <a:off x="2645892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03CF4DCB-FE62-6BB8-41E3-1331A96A1BF3}"/>
              </a:ext>
            </a:extLst>
          </p:cNvPr>
          <p:cNvSpPr/>
          <p:nvPr/>
        </p:nvSpPr>
        <p:spPr>
          <a:xfrm>
            <a:off x="2645892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18327E6-2722-5FF2-D50B-E981B22DECCE}"/>
              </a:ext>
            </a:extLst>
          </p:cNvPr>
          <p:cNvSpPr/>
          <p:nvPr/>
        </p:nvSpPr>
        <p:spPr>
          <a:xfrm>
            <a:off x="2645892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821FFDF2-672B-1183-188C-44BDD26232A8}"/>
              </a:ext>
            </a:extLst>
          </p:cNvPr>
          <p:cNvSpPr/>
          <p:nvPr/>
        </p:nvSpPr>
        <p:spPr>
          <a:xfrm>
            <a:off x="400228" y="3822010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D121C0CD-7B72-BDEE-C6D0-EFEB2B2F380F}"/>
              </a:ext>
            </a:extLst>
          </p:cNvPr>
          <p:cNvCxnSpPr>
            <a:cxnSpLocks/>
            <a:stCxn id="69" idx="3"/>
            <a:endCxn id="33" idx="1"/>
          </p:cNvCxnSpPr>
          <p:nvPr/>
        </p:nvCxnSpPr>
        <p:spPr>
          <a:xfrm>
            <a:off x="3378951" y="3776486"/>
            <a:ext cx="412117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418E52F-D78D-3B89-BD39-4AB0290EEE96}"/>
              </a:ext>
            </a:extLst>
          </p:cNvPr>
          <p:cNvCxnSpPr>
            <a:cxnSpLocks/>
            <a:stCxn id="25" idx="2"/>
            <a:endCxn id="69" idx="0"/>
          </p:cNvCxnSpPr>
          <p:nvPr/>
        </p:nvCxnSpPr>
        <p:spPr>
          <a:xfrm>
            <a:off x="2665524" y="1642662"/>
            <a:ext cx="0" cy="124386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AD1C2D58-2DEC-4A83-0A6A-C41A3FEFB8B2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3235390" y="1403771"/>
            <a:ext cx="699237" cy="504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EBF5D35F-A1E4-F53B-DC4D-F791E2E8CC85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>
            <a:off x="4504494" y="1637620"/>
            <a:ext cx="2" cy="124890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[E] 136">
            <a:extLst>
              <a:ext uri="{FF2B5EF4-FFF2-40B4-BE49-F238E27FC236}">
                <a16:creationId xmlns:a16="http://schemas.microsoft.com/office/drawing/2014/main" id="{4DB77E26-3747-D548-35B5-876D9D42D2E7}"/>
              </a:ext>
            </a:extLst>
          </p:cNvPr>
          <p:cNvCxnSpPr>
            <a:cxnSpLocks/>
            <a:stCxn id="95" idx="3"/>
            <a:endCxn id="69" idx="1"/>
          </p:cNvCxnSpPr>
          <p:nvPr/>
        </p:nvCxnSpPr>
        <p:spPr>
          <a:xfrm flipV="1">
            <a:off x="1539961" y="3776486"/>
            <a:ext cx="412135" cy="279373"/>
          </a:xfrm>
          <a:prstGeom prst="bentConnector3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[E] 139">
            <a:extLst>
              <a:ext uri="{FF2B5EF4-FFF2-40B4-BE49-F238E27FC236}">
                <a16:creationId xmlns:a16="http://schemas.microsoft.com/office/drawing/2014/main" id="{E260DF36-112E-0487-BB57-097E50A849E1}"/>
              </a:ext>
            </a:extLst>
          </p:cNvPr>
          <p:cNvCxnSpPr>
            <a:cxnSpLocks/>
            <a:stCxn id="24" idx="2"/>
            <a:endCxn id="57" idx="0"/>
          </p:cNvCxnSpPr>
          <p:nvPr/>
        </p:nvCxnSpPr>
        <p:spPr>
          <a:xfrm rot="16200000" flipH="1">
            <a:off x="4799530" y="1342584"/>
            <a:ext cx="1248904" cy="1838976"/>
          </a:xfrm>
          <a:prstGeom prst="bentConnector3">
            <a:avLst>
              <a:gd name="adj1" fmla="val 22509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모서리가 둥근 직사각형 171">
            <a:extLst>
              <a:ext uri="{FF2B5EF4-FFF2-40B4-BE49-F238E27FC236}">
                <a16:creationId xmlns:a16="http://schemas.microsoft.com/office/drawing/2014/main" id="{BC3381FE-B22E-8F23-6232-3731FF7A11BD}"/>
              </a:ext>
            </a:extLst>
          </p:cNvPr>
          <p:cNvSpPr/>
          <p:nvPr/>
        </p:nvSpPr>
        <p:spPr>
          <a:xfrm>
            <a:off x="5630040" y="3448577"/>
            <a:ext cx="675934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dirty="0"/>
          </a:p>
        </p:txBody>
      </p:sp>
      <p:cxnSp>
        <p:nvCxnSpPr>
          <p:cNvPr id="190" name="꺾인 연결선[E] 189">
            <a:extLst>
              <a:ext uri="{FF2B5EF4-FFF2-40B4-BE49-F238E27FC236}">
                <a16:creationId xmlns:a16="http://schemas.microsoft.com/office/drawing/2014/main" id="{C538AF9A-1C07-A680-B6BC-C840B8BE9E8D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 rot="5400000">
            <a:off x="3824740" y="1416006"/>
            <a:ext cx="458140" cy="901369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꺾인 연결선[E] 212">
            <a:extLst>
              <a:ext uri="{FF2B5EF4-FFF2-40B4-BE49-F238E27FC236}">
                <a16:creationId xmlns:a16="http://schemas.microsoft.com/office/drawing/2014/main" id="{239482FF-9AD6-2475-65CE-C8865150AF96}"/>
              </a:ext>
            </a:extLst>
          </p:cNvPr>
          <p:cNvCxnSpPr>
            <a:cxnSpLocks/>
            <a:stCxn id="24" idx="2"/>
            <a:endCxn id="20" idx="0"/>
          </p:cNvCxnSpPr>
          <p:nvPr/>
        </p:nvCxnSpPr>
        <p:spPr>
          <a:xfrm rot="16200000" flipH="1">
            <a:off x="4744225" y="1397888"/>
            <a:ext cx="458140" cy="937603"/>
          </a:xfrm>
          <a:prstGeom prst="bentConnector3">
            <a:avLst>
              <a:gd name="adj1" fmla="val 6108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5A420446-74F6-D1C4-FF73-9C4D1B33BECE}"/>
              </a:ext>
            </a:extLst>
          </p:cNvPr>
          <p:cNvCxnSpPr>
            <a:cxnSpLocks/>
          </p:cNvCxnSpPr>
          <p:nvPr/>
        </p:nvCxnSpPr>
        <p:spPr>
          <a:xfrm>
            <a:off x="6465420" y="1637620"/>
            <a:ext cx="5" cy="12489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3B734DE0-A142-627E-A6F9-62A8319E218C}"/>
              </a:ext>
            </a:extLst>
          </p:cNvPr>
          <p:cNvSpPr/>
          <p:nvPr/>
        </p:nvSpPr>
        <p:spPr>
          <a:xfrm>
            <a:off x="400228" y="2886524"/>
            <a:ext cx="1139733" cy="467698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User</a:t>
            </a:r>
          </a:p>
        </p:txBody>
      </p:sp>
      <p:cxnSp>
        <p:nvCxnSpPr>
          <p:cNvPr id="234" name="꺾인 연결선[E] 233">
            <a:extLst>
              <a:ext uri="{FF2B5EF4-FFF2-40B4-BE49-F238E27FC236}">
                <a16:creationId xmlns:a16="http://schemas.microsoft.com/office/drawing/2014/main" id="{0406D0DB-0EF1-7E22-3032-16AC50B45BD6}"/>
              </a:ext>
            </a:extLst>
          </p:cNvPr>
          <p:cNvCxnSpPr>
            <a:cxnSpLocks/>
            <a:stCxn id="232" idx="0"/>
            <a:endCxn id="28" idx="2"/>
          </p:cNvCxnSpPr>
          <p:nvPr/>
        </p:nvCxnSpPr>
        <p:spPr>
          <a:xfrm rot="5400000" flipH="1" flipV="1">
            <a:off x="2125077" y="1408476"/>
            <a:ext cx="323066" cy="263303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[E] 236">
            <a:extLst>
              <a:ext uri="{FF2B5EF4-FFF2-40B4-BE49-F238E27FC236}">
                <a16:creationId xmlns:a16="http://schemas.microsoft.com/office/drawing/2014/main" id="{3AF60849-4CAB-C8D6-3BBB-E2DB8B5E976D}"/>
              </a:ext>
            </a:extLst>
          </p:cNvPr>
          <p:cNvCxnSpPr>
            <a:cxnSpLocks/>
            <a:stCxn id="232" idx="0"/>
            <a:endCxn id="20" idx="2"/>
          </p:cNvCxnSpPr>
          <p:nvPr/>
        </p:nvCxnSpPr>
        <p:spPr>
          <a:xfrm rot="5400000" flipH="1" flipV="1">
            <a:off x="3044563" y="488990"/>
            <a:ext cx="323066" cy="447200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[E] 243">
            <a:extLst>
              <a:ext uri="{FF2B5EF4-FFF2-40B4-BE49-F238E27FC236}">
                <a16:creationId xmlns:a16="http://schemas.microsoft.com/office/drawing/2014/main" id="{E78FAEEC-CD84-D8C0-D31A-8BE044DAFB9C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>
            <a:off x="6913331" y="1403771"/>
            <a:ext cx="695856" cy="9258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모서리가 둥근 직사각형 272">
            <a:extLst>
              <a:ext uri="{FF2B5EF4-FFF2-40B4-BE49-F238E27FC236}">
                <a16:creationId xmlns:a16="http://schemas.microsoft.com/office/drawing/2014/main" id="{67440966-33EF-F036-431B-6B0DE36B3D3C}"/>
              </a:ext>
            </a:extLst>
          </p:cNvPr>
          <p:cNvSpPr/>
          <p:nvPr/>
        </p:nvSpPr>
        <p:spPr>
          <a:xfrm>
            <a:off x="7612569" y="1169922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Notifications</a:t>
            </a:r>
          </a:p>
          <a:p>
            <a:pPr algn="ctr"/>
            <a:r>
              <a:rPr lang="en-US" altLang="ko-KR" sz="900" dirty="0"/>
              <a:t>Controller</a:t>
            </a:r>
            <a:endParaRPr lang="ko-KR" altLang="en-US" sz="900" dirty="0"/>
          </a:p>
        </p:txBody>
      </p: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68208470-8297-C241-98A3-C949DB8903CF}"/>
              </a:ext>
            </a:extLst>
          </p:cNvPr>
          <p:cNvSpPr/>
          <p:nvPr/>
        </p:nvSpPr>
        <p:spPr>
          <a:xfrm>
            <a:off x="7465625" y="2886524"/>
            <a:ext cx="1426855" cy="1779924"/>
          </a:xfrm>
          <a:prstGeom prst="roundRect">
            <a:avLst>
              <a:gd name="adj" fmla="val 7808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900" b="1" dirty="0"/>
              <a:t>Notification Services</a:t>
            </a:r>
          </a:p>
        </p:txBody>
      </p: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211006BC-C6DC-94BA-AD20-0F3AD5EB3DDD}"/>
              </a:ext>
            </a:extLst>
          </p:cNvPr>
          <p:cNvSpPr/>
          <p:nvPr/>
        </p:nvSpPr>
        <p:spPr>
          <a:xfrm>
            <a:off x="7609187" y="323155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Slack</a:t>
            </a:r>
          </a:p>
        </p:txBody>
      </p:sp>
      <p:sp>
        <p:nvSpPr>
          <p:cNvPr id="283" name="모서리가 둥근 직사각형 282">
            <a:extLst>
              <a:ext uri="{FF2B5EF4-FFF2-40B4-BE49-F238E27FC236}">
                <a16:creationId xmlns:a16="http://schemas.microsoft.com/office/drawing/2014/main" id="{6594225E-072F-3C56-8F9E-1CD2FC27BF7A}"/>
              </a:ext>
            </a:extLst>
          </p:cNvPr>
          <p:cNvSpPr/>
          <p:nvPr/>
        </p:nvSpPr>
        <p:spPr>
          <a:xfrm>
            <a:off x="7609187" y="3824827"/>
            <a:ext cx="1139733" cy="462064"/>
          </a:xfrm>
          <a:prstGeom prst="roundRect">
            <a:avLst>
              <a:gd name="adj" fmla="val 1847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E-mail</a:t>
            </a:r>
          </a:p>
        </p:txBody>
      </p:sp>
      <p:cxnSp>
        <p:nvCxnSpPr>
          <p:cNvPr id="285" name="꺾인 연결선[E] 284">
            <a:extLst>
              <a:ext uri="{FF2B5EF4-FFF2-40B4-BE49-F238E27FC236}">
                <a16:creationId xmlns:a16="http://schemas.microsoft.com/office/drawing/2014/main" id="{4B63D568-8A5C-9A54-4041-05B87FC16602}"/>
              </a:ext>
            </a:extLst>
          </p:cNvPr>
          <p:cNvCxnSpPr>
            <a:cxnSpLocks/>
            <a:stCxn id="273" idx="2"/>
            <a:endCxn id="281" idx="3"/>
          </p:cNvCxnSpPr>
          <p:nvPr/>
        </p:nvCxnSpPr>
        <p:spPr>
          <a:xfrm rot="16200000" flipH="1">
            <a:off x="7468025" y="2352031"/>
            <a:ext cx="2138866" cy="710044"/>
          </a:xfrm>
          <a:prstGeom prst="bentConnector4">
            <a:avLst>
              <a:gd name="adj1" fmla="val 15833"/>
              <a:gd name="adj2" fmla="val 117974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꺾인 연결선[E] 288">
            <a:extLst>
              <a:ext uri="{FF2B5EF4-FFF2-40B4-BE49-F238E27FC236}">
                <a16:creationId xmlns:a16="http://schemas.microsoft.com/office/drawing/2014/main" id="{3A2C4115-0A50-0FEB-2829-3E5F772A49A2}"/>
              </a:ext>
            </a:extLst>
          </p:cNvPr>
          <p:cNvCxnSpPr>
            <a:cxnSpLocks/>
            <a:stCxn id="273" idx="2"/>
            <a:endCxn id="301" idx="0"/>
          </p:cNvCxnSpPr>
          <p:nvPr/>
        </p:nvCxnSpPr>
        <p:spPr>
          <a:xfrm rot="5400000">
            <a:off x="5722040" y="-364636"/>
            <a:ext cx="458140" cy="4462652"/>
          </a:xfrm>
          <a:prstGeom prst="bentConnector3">
            <a:avLst>
              <a:gd name="adj1" fmla="val 74719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모서리가 둥근 직사각형 300">
            <a:extLst>
              <a:ext uri="{FF2B5EF4-FFF2-40B4-BE49-F238E27FC236}">
                <a16:creationId xmlns:a16="http://schemas.microsoft.com/office/drawing/2014/main" id="{FD8A1B94-0D95-3894-8029-2F48A13CE387}"/>
              </a:ext>
            </a:extLst>
          </p:cNvPr>
          <p:cNvSpPr/>
          <p:nvPr/>
        </p:nvSpPr>
        <p:spPr>
          <a:xfrm>
            <a:off x="31499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07" name="모서리가 둥근 직사각형 306">
            <a:extLst>
              <a:ext uri="{FF2B5EF4-FFF2-40B4-BE49-F238E27FC236}">
                <a16:creationId xmlns:a16="http://schemas.microsoft.com/office/drawing/2014/main" id="{B56A1548-3081-AB66-6D84-229F205CC38B}"/>
              </a:ext>
            </a:extLst>
          </p:cNvPr>
          <p:cNvSpPr/>
          <p:nvPr/>
        </p:nvSpPr>
        <p:spPr>
          <a:xfrm>
            <a:off x="400228" y="117496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Experiment Controller</a:t>
            </a:r>
            <a:endParaRPr lang="ko-KR" altLang="en-US" sz="900" dirty="0"/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248196C2-F84D-1376-61C9-38E2BDC04E41}"/>
              </a:ext>
            </a:extLst>
          </p:cNvPr>
          <p:cNvSpPr/>
          <p:nvPr/>
        </p:nvSpPr>
        <p:spPr>
          <a:xfrm>
            <a:off x="8155953" y="4348557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42A89103-B251-68D1-D916-1CED5B53D2CA}"/>
              </a:ext>
            </a:extLst>
          </p:cNvPr>
          <p:cNvSpPr/>
          <p:nvPr/>
        </p:nvSpPr>
        <p:spPr>
          <a:xfrm>
            <a:off x="8155953" y="4446158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EBAD660A-C318-9D5B-317E-DFD17C978D72}"/>
              </a:ext>
            </a:extLst>
          </p:cNvPr>
          <p:cNvSpPr/>
          <p:nvPr/>
        </p:nvSpPr>
        <p:spPr>
          <a:xfrm>
            <a:off x="8155953" y="4547900"/>
            <a:ext cx="52966" cy="501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900"/>
          </a:p>
        </p:txBody>
      </p:sp>
      <p:sp>
        <p:nvSpPr>
          <p:cNvPr id="316" name="모서리가 둥근 직사각형 315">
            <a:extLst>
              <a:ext uri="{FF2B5EF4-FFF2-40B4-BE49-F238E27FC236}">
                <a16:creationId xmlns:a16="http://schemas.microsoft.com/office/drawing/2014/main" id="{3260E714-22D9-A1EA-23A5-5E3DA964259F}"/>
              </a:ext>
            </a:extLst>
          </p:cNvPr>
          <p:cNvSpPr/>
          <p:nvPr/>
        </p:nvSpPr>
        <p:spPr>
          <a:xfrm>
            <a:off x="64609" y="2091348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Experiments</a:t>
            </a:r>
          </a:p>
          <a:p>
            <a:pPr algn="ctr"/>
            <a:r>
              <a:rPr lang="en-US" altLang="ko-KR" sz="900" b="1" dirty="0"/>
              <a:t>Object</a:t>
            </a:r>
          </a:p>
        </p:txBody>
      </p:sp>
      <p:cxnSp>
        <p:nvCxnSpPr>
          <p:cNvPr id="320" name="꺾인 연결선[E] 319">
            <a:extLst>
              <a:ext uri="{FF2B5EF4-FFF2-40B4-BE49-F238E27FC236}">
                <a16:creationId xmlns:a16="http://schemas.microsoft.com/office/drawing/2014/main" id="{3CFDEDD8-04FF-FE24-E717-DDEA40493F30}"/>
              </a:ext>
            </a:extLst>
          </p:cNvPr>
          <p:cNvCxnSpPr>
            <a:cxnSpLocks/>
            <a:stCxn id="307" idx="2"/>
            <a:endCxn id="324" idx="0"/>
          </p:cNvCxnSpPr>
          <p:nvPr/>
        </p:nvCxnSpPr>
        <p:spPr>
          <a:xfrm rot="16200000" flipH="1">
            <a:off x="2922190" y="-309434"/>
            <a:ext cx="453098" cy="4357289"/>
          </a:xfrm>
          <a:prstGeom prst="bentConnector3">
            <a:avLst>
              <a:gd name="adj1" fmla="val 48031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모서리가 둥근 직사각형 323">
            <a:extLst>
              <a:ext uri="{FF2B5EF4-FFF2-40B4-BE49-F238E27FC236}">
                <a16:creationId xmlns:a16="http://schemas.microsoft.com/office/drawing/2014/main" id="{565DBD4F-5FF0-2C6E-D09C-CB0AB9B41149}"/>
              </a:ext>
            </a:extLst>
          </p:cNvPr>
          <p:cNvSpPr/>
          <p:nvPr/>
        </p:nvSpPr>
        <p:spPr>
          <a:xfrm>
            <a:off x="475751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3802E0ED-CD0F-4B9C-8612-A791BA2FADA0}"/>
              </a:ext>
            </a:extLst>
          </p:cNvPr>
          <p:cNvCxnSpPr>
            <a:cxnSpLocks/>
            <a:stCxn id="307" idx="2"/>
            <a:endCxn id="339" idx="0"/>
          </p:cNvCxnSpPr>
          <p:nvPr/>
        </p:nvCxnSpPr>
        <p:spPr>
          <a:xfrm rot="16200000" flipH="1">
            <a:off x="2972836" y="-360080"/>
            <a:ext cx="1245315" cy="5250797"/>
          </a:xfrm>
          <a:prstGeom prst="bentConnector3">
            <a:avLst>
              <a:gd name="adj1" fmla="val 17532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모서리가 둥근 직사각형 338">
            <a:extLst>
              <a:ext uri="{FF2B5EF4-FFF2-40B4-BE49-F238E27FC236}">
                <a16:creationId xmlns:a16="http://schemas.microsoft.com/office/drawing/2014/main" id="{7509A0A3-A8D1-20D6-CD16-EDD9BC53C0A6}"/>
              </a:ext>
            </a:extLst>
          </p:cNvPr>
          <p:cNvSpPr/>
          <p:nvPr/>
        </p:nvSpPr>
        <p:spPr>
          <a:xfrm>
            <a:off x="5651025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sp>
        <p:nvSpPr>
          <p:cNvPr id="348" name="모서리가 둥근 직사각형 347">
            <a:extLst>
              <a:ext uri="{FF2B5EF4-FFF2-40B4-BE49-F238E27FC236}">
                <a16:creationId xmlns:a16="http://schemas.microsoft.com/office/drawing/2014/main" id="{6CB80A49-5CF0-AB58-4170-A4F4AF65941F}"/>
              </a:ext>
            </a:extLst>
          </p:cNvPr>
          <p:cNvSpPr/>
          <p:nvPr/>
        </p:nvSpPr>
        <p:spPr>
          <a:xfrm>
            <a:off x="3815864" y="2887977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49" name="꺾인 연결선[E] 348">
            <a:extLst>
              <a:ext uri="{FF2B5EF4-FFF2-40B4-BE49-F238E27FC236}">
                <a16:creationId xmlns:a16="http://schemas.microsoft.com/office/drawing/2014/main" id="{E377C0CF-FA68-9528-86AA-98A8DFBFC902}"/>
              </a:ext>
            </a:extLst>
          </p:cNvPr>
          <p:cNvCxnSpPr>
            <a:cxnSpLocks/>
            <a:stCxn id="307" idx="2"/>
            <a:endCxn id="348" idx="0"/>
          </p:cNvCxnSpPr>
          <p:nvPr/>
        </p:nvCxnSpPr>
        <p:spPr>
          <a:xfrm rot="16200000" flipH="1">
            <a:off x="2055256" y="557501"/>
            <a:ext cx="1245315" cy="3415636"/>
          </a:xfrm>
          <a:prstGeom prst="bentConnector3">
            <a:avLst>
              <a:gd name="adj1" fmla="val 17659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모서리가 둥근 직사각형 374">
            <a:extLst>
              <a:ext uri="{FF2B5EF4-FFF2-40B4-BE49-F238E27FC236}">
                <a16:creationId xmlns:a16="http://schemas.microsoft.com/office/drawing/2014/main" id="{B339D945-5736-9877-CAFA-79C1010E64E8}"/>
              </a:ext>
            </a:extLst>
          </p:cNvPr>
          <p:cNvSpPr/>
          <p:nvPr/>
        </p:nvSpPr>
        <p:spPr>
          <a:xfrm>
            <a:off x="1360040" y="2092074"/>
            <a:ext cx="1139733" cy="467698"/>
          </a:xfrm>
          <a:prstGeom prst="roundRect">
            <a:avLst>
              <a:gd name="adj" fmla="val 1847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Kubernetes</a:t>
            </a:r>
          </a:p>
          <a:p>
            <a:pPr algn="ctr"/>
            <a:r>
              <a:rPr lang="en-US" altLang="ko-KR" sz="900"/>
              <a:t>Services Object</a:t>
            </a:r>
          </a:p>
        </p:txBody>
      </p:sp>
      <p:cxnSp>
        <p:nvCxnSpPr>
          <p:cNvPr id="377" name="꺾인 연결선[E] 376">
            <a:extLst>
              <a:ext uri="{FF2B5EF4-FFF2-40B4-BE49-F238E27FC236}">
                <a16:creationId xmlns:a16="http://schemas.microsoft.com/office/drawing/2014/main" id="{22BF4C33-94BE-471D-3A3F-F4F31F49D4C2}"/>
              </a:ext>
            </a:extLst>
          </p:cNvPr>
          <p:cNvCxnSpPr>
            <a:cxnSpLocks/>
            <a:stCxn id="307" idx="2"/>
            <a:endCxn id="316" idx="0"/>
          </p:cNvCxnSpPr>
          <p:nvPr/>
        </p:nvCxnSpPr>
        <p:spPr>
          <a:xfrm rot="5400000">
            <a:off x="577943" y="1699196"/>
            <a:ext cx="448686" cy="33561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꺾인 연결선[E] 381">
            <a:extLst>
              <a:ext uri="{FF2B5EF4-FFF2-40B4-BE49-F238E27FC236}">
                <a16:creationId xmlns:a16="http://schemas.microsoft.com/office/drawing/2014/main" id="{E68A29CA-9361-E6FE-90B1-0BEEDA6067D9}"/>
              </a:ext>
            </a:extLst>
          </p:cNvPr>
          <p:cNvCxnSpPr>
            <a:cxnSpLocks/>
            <a:stCxn id="307" idx="2"/>
            <a:endCxn id="375" idx="0"/>
          </p:cNvCxnSpPr>
          <p:nvPr/>
        </p:nvCxnSpPr>
        <p:spPr>
          <a:xfrm rot="16200000" flipH="1">
            <a:off x="1225295" y="1387462"/>
            <a:ext cx="449412" cy="95981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꺾인 연결선[E] 385">
            <a:extLst>
              <a:ext uri="{FF2B5EF4-FFF2-40B4-BE49-F238E27FC236}">
                <a16:creationId xmlns:a16="http://schemas.microsoft.com/office/drawing/2014/main" id="{DC07E6C2-94C5-F1E5-C38E-24288B6211A6}"/>
              </a:ext>
            </a:extLst>
          </p:cNvPr>
          <p:cNvCxnSpPr>
            <a:cxnSpLocks/>
            <a:stCxn id="24" idx="2"/>
            <a:endCxn id="391" idx="0"/>
          </p:cNvCxnSpPr>
          <p:nvPr/>
        </p:nvCxnSpPr>
        <p:spPr>
          <a:xfrm rot="5400000">
            <a:off x="3048164" y="639430"/>
            <a:ext cx="458140" cy="2454520"/>
          </a:xfrm>
          <a:prstGeom prst="bentConnector3">
            <a:avLst>
              <a:gd name="adj1" fmla="val 61297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모서리가 둥근 직사각형 390">
            <a:extLst>
              <a:ext uri="{FF2B5EF4-FFF2-40B4-BE49-F238E27FC236}">
                <a16:creationId xmlns:a16="http://schemas.microsoft.com/office/drawing/2014/main" id="{242EAB43-2877-7636-943D-E3358C3E7A50}"/>
              </a:ext>
            </a:extLst>
          </p:cNvPr>
          <p:cNvSpPr/>
          <p:nvPr/>
        </p:nvSpPr>
        <p:spPr>
          <a:xfrm>
            <a:off x="1480107" y="2095760"/>
            <a:ext cx="1139733" cy="467698"/>
          </a:xfrm>
          <a:prstGeom prst="roundRect">
            <a:avLst>
              <a:gd name="adj" fmla="val 18479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900" b="1" dirty="0"/>
          </a:p>
        </p:txBody>
      </p:sp>
      <p:cxnSp>
        <p:nvCxnSpPr>
          <p:cNvPr id="398" name="직선 화살표 연결선 397">
            <a:extLst>
              <a:ext uri="{FF2B5EF4-FFF2-40B4-BE49-F238E27FC236}">
                <a16:creationId xmlns:a16="http://schemas.microsoft.com/office/drawing/2014/main" id="{5069873E-DF74-7875-29A6-1A6144A561D6}"/>
              </a:ext>
            </a:extLst>
          </p:cNvPr>
          <p:cNvCxnSpPr>
            <a:cxnSpLocks/>
          </p:cNvCxnSpPr>
          <p:nvPr/>
        </p:nvCxnSpPr>
        <p:spPr>
          <a:xfrm>
            <a:off x="400228" y="627534"/>
            <a:ext cx="569866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55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53285</TotalTime>
  <Words>1901</Words>
  <Application>Microsoft Macintosh PowerPoint</Application>
  <PresentationFormat>화면 슬라이드 쇼(16:9)</PresentationFormat>
  <Paragraphs>1271</Paragraphs>
  <Slides>20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6088</cp:revision>
  <dcterms:created xsi:type="dcterms:W3CDTF">2006-10-05T04:04:58Z</dcterms:created>
  <dcterms:modified xsi:type="dcterms:W3CDTF">2026-02-03T16:22:30Z</dcterms:modified>
</cp:coreProperties>
</file>
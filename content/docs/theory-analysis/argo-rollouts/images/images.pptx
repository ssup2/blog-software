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8" r:id="rId13"/>
    <p:sldId id="447" r:id="rId14"/>
    <p:sldId id="446" r:id="rId15"/>
    <p:sldId id="445" r:id="rId16"/>
    <p:sldId id="439" r:id="rId17"/>
    <p:sldId id="441" r:id="rId18"/>
    <p:sldId id="438" r:id="rId19"/>
    <p:sldId id="432" r:id="rId20"/>
    <p:sldId id="433" r:id="rId21"/>
    <p:sldId id="423" r:id="rId22"/>
    <p:sldId id="428" r:id="rId23"/>
    <p:sldId id="431" r:id="rId24"/>
    <p:sldId id="429" r:id="rId25"/>
    <p:sldId id="426" r:id="rId26"/>
    <p:sldId id="424" r:id="rId27"/>
    <p:sldId id="425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459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A2AA1CC3-3374-31AA-CEA1-6017ABE3B518}"/>
              </a:ext>
            </a:extLst>
          </p:cNvPr>
          <p:cNvSpPr/>
          <p:nvPr/>
        </p:nvSpPr>
        <p:spPr>
          <a:xfrm>
            <a:off x="6272372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A224358-1BD2-DA5F-7C79-B4FA2C815336}"/>
              </a:ext>
            </a:extLst>
          </p:cNvPr>
          <p:cNvSpPr/>
          <p:nvPr/>
        </p:nvSpPr>
        <p:spPr>
          <a:xfrm>
            <a:off x="6271589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A3D9A01-0C9B-0F5A-F8E4-3C22C7A97E74}"/>
              </a:ext>
            </a:extLst>
          </p:cNvPr>
          <p:cNvSpPr/>
          <p:nvPr/>
        </p:nvSpPr>
        <p:spPr>
          <a:xfrm>
            <a:off x="7241625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255841-B56A-BCD7-7E84-3A5D5E80D83D}"/>
              </a:ext>
            </a:extLst>
          </p:cNvPr>
          <p:cNvCxnSpPr>
            <a:cxnSpLocks/>
            <a:stCxn id="40" idx="2"/>
            <a:endCxn id="60" idx="0"/>
          </p:cNvCxnSpPr>
          <p:nvPr/>
        </p:nvCxnSpPr>
        <p:spPr>
          <a:xfrm>
            <a:off x="6659292" y="321601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E84DB1A-D17C-38D4-C1ED-1700CDF43ACB}"/>
              </a:ext>
            </a:extLst>
          </p:cNvPr>
          <p:cNvCxnSpPr>
            <a:cxnSpLocks/>
            <a:stCxn id="41" idx="2"/>
            <a:endCxn id="60" idx="0"/>
          </p:cNvCxnSpPr>
          <p:nvPr/>
        </p:nvCxnSpPr>
        <p:spPr>
          <a:xfrm flipH="1">
            <a:off x="7624625" y="321601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9BDE8CF-3DBD-2BC2-89AC-FA97F285EF46}"/>
              </a:ext>
            </a:extLst>
          </p:cNvPr>
          <p:cNvSpPr/>
          <p:nvPr/>
        </p:nvSpPr>
        <p:spPr>
          <a:xfrm>
            <a:off x="8210878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29B1591B-1A3B-0B40-AEC5-E98FCB1510FE}"/>
              </a:ext>
            </a:extLst>
          </p:cNvPr>
          <p:cNvSpPr/>
          <p:nvPr/>
        </p:nvSpPr>
        <p:spPr>
          <a:xfrm>
            <a:off x="7236926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973B0699-A831-A4A2-4E7F-37B4786957A7}"/>
              </a:ext>
            </a:extLst>
          </p:cNvPr>
          <p:cNvCxnSpPr>
            <a:cxnSpLocks/>
            <a:stCxn id="59" idx="0"/>
            <a:endCxn id="40" idx="0"/>
          </p:cNvCxnSpPr>
          <p:nvPr/>
        </p:nvCxnSpPr>
        <p:spPr>
          <a:xfrm rot="16200000" flipV="1">
            <a:off x="7628937" y="175585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C68B4CC-A048-285A-5C84-410FAB9CC262}"/>
              </a:ext>
            </a:extLst>
          </p:cNvPr>
          <p:cNvSpPr/>
          <p:nvPr/>
        </p:nvSpPr>
        <p:spPr>
          <a:xfrm>
            <a:off x="6271589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E25031DD-3F6F-C095-5CD6-5A7053BC86C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659292" y="413575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56E12CF0-5896-6A1D-A178-F951C91279C0}"/>
              </a:ext>
            </a:extLst>
          </p:cNvPr>
          <p:cNvSpPr/>
          <p:nvPr/>
        </p:nvSpPr>
        <p:spPr>
          <a:xfrm>
            <a:off x="7236918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071E136-3F7E-33E4-6EC6-8B35B0241B98}"/>
              </a:ext>
            </a:extLst>
          </p:cNvPr>
          <p:cNvCxnSpPr>
            <a:cxnSpLocks/>
            <a:stCxn id="66" idx="0"/>
            <a:endCxn id="60" idx="2"/>
          </p:cNvCxnSpPr>
          <p:nvPr/>
        </p:nvCxnSpPr>
        <p:spPr>
          <a:xfrm flipV="1">
            <a:off x="7624621" y="413575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오른쪽 화살표[R] 69">
            <a:extLst>
              <a:ext uri="{FF2B5EF4-FFF2-40B4-BE49-F238E27FC236}">
                <a16:creationId xmlns:a16="http://schemas.microsoft.com/office/drawing/2014/main" id="{4769ECB0-AE31-C17A-1395-4E0A08FFC4B6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D0BD66-192D-A110-687D-D19FC151E917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7987D33-445F-917F-C711-6C8DE01916B0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5D8AADB-5F9C-DD81-9DC6-1755ECDD39E7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F1F6AF82-9ECC-AA87-27DC-CF18E2480DE1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3BB17-FD85-C77C-FEB6-19AEAC277B8D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7" name="오른쪽 화살표[R] 6">
            <a:extLst>
              <a:ext uri="{FF2B5EF4-FFF2-40B4-BE49-F238E27FC236}">
                <a16:creationId xmlns:a16="http://schemas.microsoft.com/office/drawing/2014/main" id="{16294821-90BF-ACD2-0679-AB495A5A3CC3}"/>
              </a:ext>
            </a:extLst>
          </p:cNvPr>
          <p:cNvSpPr/>
          <p:nvPr/>
        </p:nvSpPr>
        <p:spPr>
          <a:xfrm rot="5400000">
            <a:off x="7471641" y="2339880"/>
            <a:ext cx="337036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F72FDB0-B669-3AB2-BF81-48689A96150C}"/>
              </a:ext>
            </a:extLst>
          </p:cNvPr>
          <p:cNvSpPr/>
          <p:nvPr/>
        </p:nvSpPr>
        <p:spPr>
          <a:xfrm>
            <a:off x="6272373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861CB7E-F543-270F-D6A3-775EF38C81F8}"/>
              </a:ext>
            </a:extLst>
          </p:cNvPr>
          <p:cNvSpPr/>
          <p:nvPr/>
        </p:nvSpPr>
        <p:spPr>
          <a:xfrm>
            <a:off x="6271589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796B0D1-A2C7-30E0-BDCE-E2F00137349D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139605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F8ED464-9332-5613-CE3A-5CAB87D064B2}"/>
              </a:ext>
            </a:extLst>
          </p:cNvPr>
          <p:cNvSpPr/>
          <p:nvPr/>
        </p:nvSpPr>
        <p:spPr>
          <a:xfrm>
            <a:off x="821087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B596A2C-FB00-5081-3393-42FE162E97B3}"/>
              </a:ext>
            </a:extLst>
          </p:cNvPr>
          <p:cNvSpPr/>
          <p:nvPr/>
        </p:nvSpPr>
        <p:spPr>
          <a:xfrm>
            <a:off x="7236927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FEFA53-2F0B-79A2-8114-98CEDAA83C33}"/>
              </a:ext>
            </a:extLst>
          </p:cNvPr>
          <p:cNvSpPr/>
          <p:nvPr/>
        </p:nvSpPr>
        <p:spPr>
          <a:xfrm>
            <a:off x="6271590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54A9B9D-69F2-094A-F549-DE55DB1B6BF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659293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2EEDB06-ABE3-197D-4297-8D408552CB24}"/>
              </a:ext>
            </a:extLst>
          </p:cNvPr>
          <p:cNvSpPr/>
          <p:nvPr/>
        </p:nvSpPr>
        <p:spPr>
          <a:xfrm>
            <a:off x="723691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A56D833-783B-8383-C991-18AE5637FF0A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V="1">
            <a:off x="7624622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0472157-77FC-7C59-A277-175DC39E2CBB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3593731" y="3205679"/>
            <a:ext cx="4795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오른쪽 화살표[R] 33">
            <a:extLst>
              <a:ext uri="{FF2B5EF4-FFF2-40B4-BE49-F238E27FC236}">
                <a16:creationId xmlns:a16="http://schemas.microsoft.com/office/drawing/2014/main" id="{12BB01E2-20E4-3C4B-D39F-491AE55A1622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3680-EADF-90B0-42C4-3CC530BE1DD2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41" name="꺾인 연결선[E] 40">
            <a:extLst>
              <a:ext uri="{FF2B5EF4-FFF2-40B4-BE49-F238E27FC236}">
                <a16:creationId xmlns:a16="http://schemas.microsoft.com/office/drawing/2014/main" id="{4E1AEA32-AC72-8BB8-4B65-406C8199F0DE}"/>
              </a:ext>
            </a:extLst>
          </p:cNvPr>
          <p:cNvCxnSpPr>
            <a:cxnSpLocks/>
            <a:stCxn id="14" idx="0"/>
            <a:endCxn id="8" idx="0"/>
          </p:cNvCxnSpPr>
          <p:nvPr/>
        </p:nvCxnSpPr>
        <p:spPr>
          <a:xfrm rot="16200000" flipV="1">
            <a:off x="7869094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D0043-3259-74EA-D2FD-9456D31DC851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8" name="오른쪽 화살표[R] 17">
            <a:extLst>
              <a:ext uri="{FF2B5EF4-FFF2-40B4-BE49-F238E27FC236}">
                <a16:creationId xmlns:a16="http://schemas.microsoft.com/office/drawing/2014/main" id="{E4A0278F-0E48-546C-3107-ADA08959D14B}"/>
              </a:ext>
            </a:extLst>
          </p:cNvPr>
          <p:cNvSpPr/>
          <p:nvPr/>
        </p:nvSpPr>
        <p:spPr>
          <a:xfrm rot="5400000">
            <a:off x="7471641" y="2339880"/>
            <a:ext cx="337036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9F606B-CEED-3B75-B055-1D56109C2AAA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B77A5-DD74-9A90-4E41-56EACB6B2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000D0A-6533-7C78-A7D8-6DA03971C5B3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943C6FA-8272-DDE3-4BDB-FDA59723041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06A6F6A-B72D-EBD7-BC21-2B2F23316972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A3D20C-02B7-CCFF-8DCD-0E0967A20FF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3F3ED74-F45C-64FB-BADF-D4336E0A094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1010A4E-CE2B-9B7F-8268-8F765C9FDBF3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BAECF24-F2A3-1C9C-2D35-920302ED2E74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E4074-01AE-0DCB-3298-A4DB03BFB01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7394D9-DDC5-F344-81F1-D5213744753D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226CAA0-885E-A5E6-97FF-0E191826F320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6C98BC3-5A1D-08C3-0E2D-71B882157F5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89DF4DA-B5E1-9A6B-AB9D-B547ED28D137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E8A1C2C-78B8-10EE-2FEB-B2E882474D11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A2A91B3-FD3C-0A9B-9765-A6E76561E499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68E7D8A-9A41-08A9-C921-E34A6943DF2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0B1125A-F7AA-5398-FBFA-5F5E0DBF6479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6CDE17A-EAB4-15A0-426F-D74ADAA4C5A6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EF7CB-C7E7-9319-2882-58605E3560F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1596609-2B72-7A41-86E0-C0844ACD896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3908FEA-6043-84EF-093A-DD041A084E8F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4C0945F-D410-77D9-C2DB-4A3463A64F16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A7CD3E0-9F39-70BD-64D0-62680D8796FA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BCE923A-A111-5999-C467-2715D4E090DF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DEE2A931-D1F2-DB32-9E03-2ABE5075249D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E2C6E36-A111-B047-43ED-1A0219DA9BAB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C5C253D8-5B1D-5B11-9CF5-01898FCE0949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3CC7A290-5AB9-15D2-E36E-73153BD6F376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B52626C-9B2A-91E0-1C1A-52FFD54DBE4F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21C31775-DF79-C281-88C6-A29CC37B8314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CF0FB431-0193-89FD-E218-1127038027F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2E336B8-102B-20B0-4C75-34F1F0FAFDC2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B76578-1ABF-9D5A-5BD2-2BF87FAE159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D990BD4-31E3-30CD-3DE5-CDF6022910F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95FC195-18B3-E5A3-B520-4403C151C6F4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7403707-30C3-E66E-4726-C28633459E30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AC4F3C8E-0162-2BC1-A394-FC7749A40F86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D85E564-99BB-AE75-851C-ACA1A04F7128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019C9F6C-CC30-4123-1DF2-8A4259D80AC4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906B6FA-197F-7C89-4CB4-5E223FB5C7B0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694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A761-481D-A775-E966-6F29235E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B5827420-6EC5-E3A9-2B0D-76C5B78D4E2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621A0507-677E-A9BD-76DD-00F01818269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1789425-36BB-290E-1875-E0BAA272250C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2EA46BD-767D-AF21-DFCC-0B6FEBC38771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1BFBE2A-AFBE-7CCF-C47A-3C1E36857000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8FF33B7-C5DE-2F02-5E52-AFAFCE855BE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C4CE9A5-1229-AC28-B327-BB3F73791EC0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731DD22-B117-6180-D62D-304EDC77A3E9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1AC7BB5-51F2-7624-4EF4-C4A761D31285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D113A44-1376-D8B1-F0CA-4F01D6EDDA7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1F58D4F-EA5B-2E19-3CA7-52CD518909C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50293B7-ACFA-AD40-C01C-7C082B341058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2C35E60-9500-23BC-713D-7599B8202635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CF2897E-EA2E-EF03-C9ED-5628BF6698C3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DC3EC29-B992-D2D4-FB69-D22921582470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DCBB3-8AD8-A441-B26D-8BA62475CE6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6C4C41E-FD4D-EEDD-5EB4-03D5B3C1BFE9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23E4B39-FC1E-C676-A90D-DEE6CD7A631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031D9490-EE27-D9D8-A029-1BDC4A27511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48EA283-6B3B-6060-4B78-674E0C6D13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C8891F6-50F5-C111-5E9E-F76F07226F4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36569-1EF0-EC91-B5E7-4BD90DF3ED0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23EEF8-EAB8-85D2-F125-12055423AAD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25359E8-9343-19D5-47C1-2D971764B102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23077AB-B2A7-E6D5-C5B2-A708FB417BE3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EDAC64-B4BD-C13C-735F-7DCFF7EA93D2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1A1590B-8F1D-2040-1BBD-CD9F55B2D3A0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B657C7D-A924-6378-1023-39107815C377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C3E33AB-4172-B638-45F1-454A575E2904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FA8B3F-338E-06BD-4DEA-9AF37AA3075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972851B5-3BEF-DCA7-E0EC-18B7037CF08E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6946B94-3A9D-BD43-B7C3-9B5289BD0C1E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C8E02016-E325-3943-2F70-02DCAB1829E8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88C89F92-CF4D-6A43-FB09-8F8C7B72AB1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B0E77E9-7603-720E-D021-C32930A6FF9E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6AD2618-BA3C-9BAD-28B3-EF5A32885E92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4146740-B6AF-9BC5-E99A-4ED8897F3B8C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FBA61EFD-62A8-0719-7E34-6256CDF3DCA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9C747BC-922B-DE00-5117-DCE754BE9FF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B25648F-A811-7D27-A787-0932528CEE96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F1FD25A-4317-209F-80FE-353F62B3D29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C6A901D-37E0-021C-8EA2-D6F994F77AF7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F90FEF4-923A-F2B9-F16B-C5A256A6E4A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06867FFE-9FE4-347F-F1DE-158217C4D90A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B97DD0A-E448-1053-3351-EEA3A7030C91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FEC504-C276-3844-078B-373DD8D55067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E3F98A-B03F-6501-C57F-0383F5B22656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182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56316</TotalTime>
  <Words>2716</Words>
  <Application>Microsoft Macintosh PowerPoint</Application>
  <PresentationFormat>화면 슬라이드 쇼(16:9)</PresentationFormat>
  <Paragraphs>1751</Paragraphs>
  <Slides>27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6159</cp:revision>
  <dcterms:created xsi:type="dcterms:W3CDTF">2006-10-05T04:04:58Z</dcterms:created>
  <dcterms:modified xsi:type="dcterms:W3CDTF">2026-02-08T07:56:41Z</dcterms:modified>
</cp:coreProperties>
</file>
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95" r:id="rId2"/>
    <p:sldId id="387" r:id="rId3"/>
    <p:sldId id="397" r:id="rId4"/>
    <p:sldId id="396" r:id="rId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08" autoAdjust="0"/>
    <p:restoredTop sz="81275" autoAdjust="0"/>
  </p:normalViewPr>
  <p:slideViewPr>
    <p:cSldViewPr>
      <p:cViewPr>
        <p:scale>
          <a:sx n="200" d="100"/>
          <a:sy n="200" d="100"/>
        </p:scale>
        <p:origin x="432" y="17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2026. 8. 13.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7530-3B0C-7FE2-8676-179D8E8B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A9B6CF7-7DEC-20C1-DF13-31EF86AC5C46}"/>
              </a:ext>
            </a:extLst>
          </p:cNvPr>
          <p:cNvSpPr/>
          <p:nvPr/>
        </p:nvSpPr>
        <p:spPr>
          <a:xfrm>
            <a:off x="202115" y="53145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(Control Plane)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AC951D98-1B7C-0EC4-0A5A-BC4280CFEF58}"/>
              </a:ext>
            </a:extLst>
          </p:cNvPr>
          <p:cNvSpPr/>
          <p:nvPr/>
        </p:nvSpPr>
        <p:spPr>
          <a:xfrm>
            <a:off x="13248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2581BB8-37F3-B532-E3ED-738FBB1747F3}"/>
              </a:ext>
            </a:extLst>
          </p:cNvPr>
          <p:cNvSpPr/>
          <p:nvPr/>
        </p:nvSpPr>
        <p:spPr>
          <a:xfrm>
            <a:off x="202115" y="1736995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321E8DD-65E9-A4E2-D711-3FABB351251C}"/>
              </a:ext>
            </a:extLst>
          </p:cNvPr>
          <p:cNvSpPr/>
          <p:nvPr/>
        </p:nvSpPr>
        <p:spPr>
          <a:xfrm>
            <a:off x="1885371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2FCDD04-7464-E705-0959-A819F21D38A1}"/>
              </a:ext>
            </a:extLst>
          </p:cNvPr>
          <p:cNvSpPr/>
          <p:nvPr/>
        </p:nvSpPr>
        <p:spPr>
          <a:xfrm>
            <a:off x="1959512" y="1736994"/>
            <a:ext cx="1309186" cy="93331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Listening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RDS: internal-routes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ECDS: internal-wasm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A2C9CFF-026C-5254-C3B9-CC03A6D72EE7}"/>
              </a:ext>
            </a:extLst>
          </p:cNvPr>
          <p:cNvSpPr/>
          <p:nvPr/>
        </p:nvSpPr>
        <p:spPr>
          <a:xfrm>
            <a:off x="574172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0802E94-7C7A-714A-925D-F59899DDEFB5}"/>
              </a:ext>
            </a:extLst>
          </p:cNvPr>
          <p:cNvSpPr/>
          <p:nvPr/>
        </p:nvSpPr>
        <p:spPr>
          <a:xfrm>
            <a:off x="5815870" y="173699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AE5C6E9-C7D0-FE3A-416F-4B8BE952ACD3}"/>
              </a:ext>
            </a:extLst>
          </p:cNvPr>
          <p:cNvSpPr/>
          <p:nvPr/>
        </p:nvSpPr>
        <p:spPr>
          <a:xfrm>
            <a:off x="5815870" y="2383766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420C325-2A4A-3EC1-CC69-34BE5FDF78E1}"/>
              </a:ext>
            </a:extLst>
          </p:cNvPr>
          <p:cNvSpPr/>
          <p:nvPr/>
        </p:nvSpPr>
        <p:spPr>
          <a:xfrm>
            <a:off x="5815870" y="303053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70B88EB-5F52-EE0B-E821-1CFD7DE6C427}"/>
              </a:ext>
            </a:extLst>
          </p:cNvPr>
          <p:cNvSpPr/>
          <p:nvPr/>
        </p:nvSpPr>
        <p:spPr>
          <a:xfrm>
            <a:off x="3638256" y="1459871"/>
            <a:ext cx="1808056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635D5C4-BF9B-2FCC-8060-309AC79BB3FB}"/>
              </a:ext>
            </a:extLst>
          </p:cNvPr>
          <p:cNvSpPr/>
          <p:nvPr/>
        </p:nvSpPr>
        <p:spPr>
          <a:xfrm>
            <a:off x="3707668" y="1736144"/>
            <a:ext cx="1663099" cy="1508213"/>
          </a:xfrm>
          <a:prstGeom prst="roundRect">
            <a:avLst>
              <a:gd name="adj" fmla="val 454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internal-routes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A0A1995-3137-1FD1-CEC2-EAEDAE8BCB32}"/>
              </a:ext>
            </a:extLst>
          </p:cNvPr>
          <p:cNvSpPr/>
          <p:nvPr/>
        </p:nvSpPr>
        <p:spPr>
          <a:xfrm>
            <a:off x="7492480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55F32C9-7897-7E48-C914-D84BFC2312A7}"/>
              </a:ext>
            </a:extLst>
          </p:cNvPr>
          <p:cNvSpPr/>
          <p:nvPr/>
        </p:nvSpPr>
        <p:spPr>
          <a:xfrm>
            <a:off x="7566622" y="173699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A59AF46-02E5-9D7B-EAEB-4E3B4F7CD207}"/>
              </a:ext>
            </a:extLst>
          </p:cNvPr>
          <p:cNvSpPr/>
          <p:nvPr/>
        </p:nvSpPr>
        <p:spPr>
          <a:xfrm>
            <a:off x="7566622" y="2203652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F40E2F4A-C3D2-CD5E-BEC9-79322A821B87}"/>
              </a:ext>
            </a:extLst>
          </p:cNvPr>
          <p:cNvSpPr/>
          <p:nvPr/>
        </p:nvSpPr>
        <p:spPr>
          <a:xfrm>
            <a:off x="7566621" y="267030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10.0.0.21:80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81CF3E5-8BEB-B301-3281-4E8AA2AF0A15}"/>
              </a:ext>
            </a:extLst>
          </p:cNvPr>
          <p:cNvSpPr/>
          <p:nvPr/>
        </p:nvSpPr>
        <p:spPr>
          <a:xfrm>
            <a:off x="7566620" y="3136964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10.0.0.31:80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460786E-CE54-826C-4278-2CAAC50CA569}"/>
              </a:ext>
            </a:extLst>
          </p:cNvPr>
          <p:cNvCxnSpPr>
            <a:cxnSpLocks/>
            <a:stCxn id="135" idx="3"/>
            <a:endCxn id="16" idx="1"/>
          </p:cNvCxnSpPr>
          <p:nvPr/>
        </p:nvCxnSpPr>
        <p:spPr>
          <a:xfrm>
            <a:off x="5300761" y="3023318"/>
            <a:ext cx="515109" cy="22103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B90E4FF-E7E5-EC4B-298F-596B3755637D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7125056" y="3244357"/>
            <a:ext cx="441564" cy="3532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D2D0C14-CCAA-E440-D828-BD7BF3D1A111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7125056" y="2597586"/>
            <a:ext cx="441565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7E77408-5094-C964-D2A3-EC53496B7FDA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7125056" y="1950815"/>
            <a:ext cx="441566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9C7B896-5582-20FA-1822-69AD242E696D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7125056" y="1879711"/>
            <a:ext cx="441566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8E34F97-D7C2-2354-EDC9-4E694ACE4D4B}"/>
              </a:ext>
            </a:extLst>
          </p:cNvPr>
          <p:cNvSpPr/>
          <p:nvPr/>
        </p:nvSpPr>
        <p:spPr>
          <a:xfrm>
            <a:off x="202115" y="2383766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C019542-7437-CB27-5A9F-BA8761E3C9E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20329" y="1950815"/>
            <a:ext cx="439183" cy="252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89A11BA-7389-474D-A193-98F3981D778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520329" y="2203651"/>
            <a:ext cx="439183" cy="393935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8E1C17A-FAA6-74E6-D8F5-88838B61F44D}"/>
              </a:ext>
            </a:extLst>
          </p:cNvPr>
          <p:cNvSpPr/>
          <p:nvPr/>
        </p:nvSpPr>
        <p:spPr>
          <a:xfrm>
            <a:off x="3779084" y="1991450"/>
            <a:ext cx="1526404" cy="893492"/>
          </a:xfrm>
          <a:prstGeom prst="roundRect">
            <a:avLst>
              <a:gd name="adj" fmla="val 517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F049CC14-D5E0-BB47-0C71-8A1887CC0D0F}"/>
              </a:ext>
            </a:extLst>
          </p:cNvPr>
          <p:cNvSpPr/>
          <p:nvPr/>
        </p:nvSpPr>
        <p:spPr>
          <a:xfrm>
            <a:off x="3857611" y="2242250"/>
            <a:ext cx="1378126" cy="27910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v1:80, v2:20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3EDDA5CF-687D-9AA1-D2CF-60A1018FFF51}"/>
              </a:ext>
            </a:extLst>
          </p:cNvPr>
          <p:cNvSpPr/>
          <p:nvPr/>
        </p:nvSpPr>
        <p:spPr>
          <a:xfrm>
            <a:off x="3852408" y="2520828"/>
            <a:ext cx="1383328" cy="27680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/*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15EB020F-BBCB-A7C7-1AEB-26489C4A177A}"/>
              </a:ext>
            </a:extLst>
          </p:cNvPr>
          <p:cNvSpPr/>
          <p:nvPr/>
        </p:nvSpPr>
        <p:spPr>
          <a:xfrm>
            <a:off x="3774357" y="2882582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ratings:100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940939F-5C95-5FDC-C6CB-DBB6DE2E7AB1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>
            <a:off x="3268698" y="2203651"/>
            <a:ext cx="588913" cy="1781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01474708-DA05-140B-B12D-ADBDED54638A}"/>
              </a:ext>
            </a:extLst>
          </p:cNvPr>
          <p:cNvCxnSpPr>
            <a:cxnSpLocks/>
            <a:stCxn id="89" idx="3"/>
            <a:endCxn id="14" idx="1"/>
          </p:cNvCxnSpPr>
          <p:nvPr/>
        </p:nvCxnSpPr>
        <p:spPr>
          <a:xfrm flipV="1">
            <a:off x="5235737" y="1950815"/>
            <a:ext cx="580133" cy="43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A6FB0AD3-92AE-559C-E95F-12312F7BAA4F}"/>
              </a:ext>
            </a:extLst>
          </p:cNvPr>
          <p:cNvCxnSpPr>
            <a:cxnSpLocks/>
            <a:stCxn id="89" idx="3"/>
            <a:endCxn id="15" idx="1"/>
          </p:cNvCxnSpPr>
          <p:nvPr/>
        </p:nvCxnSpPr>
        <p:spPr>
          <a:xfrm>
            <a:off x="5235737" y="2381805"/>
            <a:ext cx="580133" cy="2157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1444C2A5-2BD7-CC13-76CC-C1E3DA0D22B4}"/>
              </a:ext>
            </a:extLst>
          </p:cNvPr>
          <p:cNvCxnSpPr>
            <a:cxnSpLocks/>
            <a:stCxn id="5" idx="3"/>
            <a:endCxn id="135" idx="1"/>
          </p:cNvCxnSpPr>
          <p:nvPr/>
        </p:nvCxnSpPr>
        <p:spPr>
          <a:xfrm>
            <a:off x="3268698" y="2203651"/>
            <a:ext cx="505659" cy="819667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D2A0DD18-2AC5-1817-DB85-8937CBB10221}"/>
              </a:ext>
            </a:extLst>
          </p:cNvPr>
          <p:cNvSpPr/>
          <p:nvPr/>
        </p:nvSpPr>
        <p:spPr>
          <a:xfrm>
            <a:off x="202115" y="3433178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7" name="모서리가 둥근 직사각형 206">
            <a:extLst>
              <a:ext uri="{FF2B5EF4-FFF2-40B4-BE49-F238E27FC236}">
                <a16:creationId xmlns:a16="http://schemas.microsoft.com/office/drawing/2014/main" id="{E3D8D4FD-6903-C53A-F471-54214B19E49E}"/>
              </a:ext>
            </a:extLst>
          </p:cNvPr>
          <p:cNvSpPr/>
          <p:nvPr/>
        </p:nvSpPr>
        <p:spPr>
          <a:xfrm>
            <a:off x="1959512" y="3433178"/>
            <a:ext cx="1309186" cy="88420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3BB58D81-6CC4-AB0F-AD2A-68C7AB05FE03}"/>
              </a:ext>
            </a:extLst>
          </p:cNvPr>
          <p:cNvSpPr/>
          <p:nvPr/>
        </p:nvSpPr>
        <p:spPr>
          <a:xfrm>
            <a:off x="3707668" y="3430648"/>
            <a:ext cx="1663099" cy="600689"/>
          </a:xfrm>
          <a:prstGeom prst="roundRect">
            <a:avLst>
              <a:gd name="adj" fmla="val 691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external-routes</a:t>
            </a: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59998048-2BE0-4380-0025-1C08B9198675}"/>
              </a:ext>
            </a:extLst>
          </p:cNvPr>
          <p:cNvSpPr/>
          <p:nvPr/>
        </p:nvSpPr>
        <p:spPr>
          <a:xfrm>
            <a:off x="3774357" y="3684995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web.com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web</a:t>
            </a:r>
          </a:p>
        </p:txBody>
      </p: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DBDFA99B-296B-1B23-4D0F-B54B34D9EAAA}"/>
              </a:ext>
            </a:extLst>
          </p:cNvPr>
          <p:cNvSpPr/>
          <p:nvPr/>
        </p:nvSpPr>
        <p:spPr>
          <a:xfrm>
            <a:off x="5815869" y="3711013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FA998875-95CB-A082-CE04-88B8AE408628}"/>
              </a:ext>
            </a:extLst>
          </p:cNvPr>
          <p:cNvCxnSpPr>
            <a:cxnSpLocks/>
            <a:stCxn id="223" idx="3"/>
            <a:endCxn id="230" idx="1"/>
          </p:cNvCxnSpPr>
          <p:nvPr/>
        </p:nvCxnSpPr>
        <p:spPr>
          <a:xfrm>
            <a:off x="5300761" y="3825731"/>
            <a:ext cx="515108" cy="9910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모서리가 둥근 직사각형 234">
            <a:extLst>
              <a:ext uri="{FF2B5EF4-FFF2-40B4-BE49-F238E27FC236}">
                <a16:creationId xmlns:a16="http://schemas.microsoft.com/office/drawing/2014/main" id="{91F145BE-54B6-E321-DDC3-2903EA1F215B}"/>
              </a:ext>
            </a:extLst>
          </p:cNvPr>
          <p:cNvSpPr/>
          <p:nvPr/>
        </p:nvSpPr>
        <p:spPr>
          <a:xfrm>
            <a:off x="5815869" y="436379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83B4003B-888A-D84E-C9DC-0A887BA4FA68}"/>
              </a:ext>
            </a:extLst>
          </p:cNvPr>
          <p:cNvSpPr/>
          <p:nvPr/>
        </p:nvSpPr>
        <p:spPr>
          <a:xfrm>
            <a:off x="7566620" y="360705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3" name="모서리가 둥근 직사각형 242">
            <a:extLst>
              <a:ext uri="{FF2B5EF4-FFF2-40B4-BE49-F238E27FC236}">
                <a16:creationId xmlns:a16="http://schemas.microsoft.com/office/drawing/2014/main" id="{A99916FD-1F6E-FC5D-3839-8B835824D89B}"/>
              </a:ext>
            </a:extLst>
          </p:cNvPr>
          <p:cNvSpPr/>
          <p:nvPr/>
        </p:nvSpPr>
        <p:spPr>
          <a:xfrm>
            <a:off x="7566620" y="407836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29B34F26-474A-B881-A3DD-FE1B986EF262}"/>
              </a:ext>
            </a:extLst>
          </p:cNvPr>
          <p:cNvCxnSpPr>
            <a:cxnSpLocks/>
            <a:stCxn id="230" idx="3"/>
            <a:endCxn id="238" idx="1"/>
          </p:cNvCxnSpPr>
          <p:nvPr/>
        </p:nvCxnSpPr>
        <p:spPr>
          <a:xfrm flipV="1">
            <a:off x="7125055" y="3749773"/>
            <a:ext cx="441565" cy="1750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B7714751-A181-5D97-8E0D-522244214796}"/>
              </a:ext>
            </a:extLst>
          </p:cNvPr>
          <p:cNvCxnSpPr>
            <a:cxnSpLocks/>
            <a:stCxn id="230" idx="3"/>
            <a:endCxn id="243" idx="1"/>
          </p:cNvCxnSpPr>
          <p:nvPr/>
        </p:nvCxnSpPr>
        <p:spPr>
          <a:xfrm>
            <a:off x="7125055" y="3924833"/>
            <a:ext cx="441565" cy="296249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458C98A1-7CA6-97E7-DAC0-A067F5B279D5}"/>
              </a:ext>
            </a:extLst>
          </p:cNvPr>
          <p:cNvSpPr/>
          <p:nvPr/>
        </p:nvSpPr>
        <p:spPr>
          <a:xfrm>
            <a:off x="7566620" y="454004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10.0.0.51:9092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0" name="모서리가 둥근 직사각형 289">
            <a:extLst>
              <a:ext uri="{FF2B5EF4-FFF2-40B4-BE49-F238E27FC236}">
                <a16:creationId xmlns:a16="http://schemas.microsoft.com/office/drawing/2014/main" id="{BA35F08E-4A54-2A76-3DAD-6FFB849059D1}"/>
              </a:ext>
            </a:extLst>
          </p:cNvPr>
          <p:cNvSpPr/>
          <p:nvPr/>
        </p:nvSpPr>
        <p:spPr>
          <a:xfrm>
            <a:off x="2022541" y="3687819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1" name="모서리가 둥근 직사각형 290">
            <a:extLst>
              <a:ext uri="{FF2B5EF4-FFF2-40B4-BE49-F238E27FC236}">
                <a16:creationId xmlns:a16="http://schemas.microsoft.com/office/drawing/2014/main" id="{7AAB0FD7-A862-8A80-73BB-88F9EE1BFDA0}"/>
              </a:ext>
            </a:extLst>
          </p:cNvPr>
          <p:cNvSpPr/>
          <p:nvPr/>
        </p:nvSpPr>
        <p:spPr>
          <a:xfrm>
            <a:off x="2022541" y="3966467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0B6E1E59-8172-AE8D-AAE2-6DB233612F14}"/>
              </a:ext>
            </a:extLst>
          </p:cNvPr>
          <p:cNvCxnSpPr>
            <a:cxnSpLocks/>
            <a:stCxn id="290" idx="3"/>
            <a:endCxn id="223" idx="1"/>
          </p:cNvCxnSpPr>
          <p:nvPr/>
        </p:nvCxnSpPr>
        <p:spPr>
          <a:xfrm flipV="1">
            <a:off x="3193153" y="3825731"/>
            <a:ext cx="581204" cy="28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57B300FE-5751-A434-68E3-8A065E835440}"/>
              </a:ext>
            </a:extLst>
          </p:cNvPr>
          <p:cNvCxnSpPr>
            <a:cxnSpLocks/>
            <a:stCxn id="199" idx="3"/>
            <a:endCxn id="290" idx="1"/>
          </p:cNvCxnSpPr>
          <p:nvPr/>
        </p:nvCxnSpPr>
        <p:spPr>
          <a:xfrm>
            <a:off x="1520329" y="3646998"/>
            <a:ext cx="502212" cy="18155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F6563A76-7AF9-A7CA-62CE-464A3FDB37A7}"/>
              </a:ext>
            </a:extLst>
          </p:cNvPr>
          <p:cNvSpPr/>
          <p:nvPr/>
        </p:nvSpPr>
        <p:spPr>
          <a:xfrm>
            <a:off x="202115" y="4072957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DCF0E829-7132-2EA9-7CB1-C02C90282FBE}"/>
              </a:ext>
            </a:extLst>
          </p:cNvPr>
          <p:cNvCxnSpPr>
            <a:cxnSpLocks/>
            <a:stCxn id="300" idx="3"/>
            <a:endCxn id="291" idx="1"/>
          </p:cNvCxnSpPr>
          <p:nvPr/>
        </p:nvCxnSpPr>
        <p:spPr>
          <a:xfrm flipV="1">
            <a:off x="1520329" y="4107203"/>
            <a:ext cx="502212" cy="17957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B4E209D7-6402-F226-2857-CF7A0C9D276D}"/>
              </a:ext>
            </a:extLst>
          </p:cNvPr>
          <p:cNvCxnSpPr>
            <a:cxnSpLocks/>
            <a:stCxn id="291" idx="3"/>
            <a:endCxn id="235" idx="1"/>
          </p:cNvCxnSpPr>
          <p:nvPr/>
        </p:nvCxnSpPr>
        <p:spPr>
          <a:xfrm>
            <a:off x="3193153" y="4107203"/>
            <a:ext cx="2622716" cy="47041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7E9D171F-DA29-8492-FB6A-AE4AF2471963}"/>
              </a:ext>
            </a:extLst>
          </p:cNvPr>
          <p:cNvCxnSpPr>
            <a:cxnSpLocks/>
            <a:stCxn id="235" idx="3"/>
            <a:endCxn id="282" idx="1"/>
          </p:cNvCxnSpPr>
          <p:nvPr/>
        </p:nvCxnSpPr>
        <p:spPr>
          <a:xfrm>
            <a:off x="7125055" y="4577617"/>
            <a:ext cx="441565" cy="10514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모서리가 둥근 직사각형 320">
            <a:extLst>
              <a:ext uri="{FF2B5EF4-FFF2-40B4-BE49-F238E27FC236}">
                <a16:creationId xmlns:a16="http://schemas.microsoft.com/office/drawing/2014/main" id="{B966CFCE-21C1-7199-E39A-7DBF76325461}"/>
              </a:ext>
            </a:extLst>
          </p:cNvPr>
          <p:cNvSpPr/>
          <p:nvPr/>
        </p:nvSpPr>
        <p:spPr>
          <a:xfrm>
            <a:off x="4427984" y="339502"/>
            <a:ext cx="4521965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27" name="모서리가 둥근 직사각형 326">
            <a:extLst>
              <a:ext uri="{FF2B5EF4-FFF2-40B4-BE49-F238E27FC236}">
                <a16:creationId xmlns:a16="http://schemas.microsoft.com/office/drawing/2014/main" id="{9263248C-2705-5C77-6C86-4A8FD78EB748}"/>
              </a:ext>
            </a:extLst>
          </p:cNvPr>
          <p:cNvSpPr/>
          <p:nvPr/>
        </p:nvSpPr>
        <p:spPr>
          <a:xfrm>
            <a:off x="4506682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8" name="모서리가 둥근 직사각형 327">
            <a:extLst>
              <a:ext uri="{FF2B5EF4-FFF2-40B4-BE49-F238E27FC236}">
                <a16:creationId xmlns:a16="http://schemas.microsoft.com/office/drawing/2014/main" id="{F1E0F712-C150-6777-458C-E53C35458749}"/>
              </a:ext>
            </a:extLst>
          </p:cNvPr>
          <p:cNvSpPr/>
          <p:nvPr/>
        </p:nvSpPr>
        <p:spPr>
          <a:xfrm>
            <a:off x="7566620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9" name="모서리가 둥근 직사각형 328">
            <a:extLst>
              <a:ext uri="{FF2B5EF4-FFF2-40B4-BE49-F238E27FC236}">
                <a16:creationId xmlns:a16="http://schemas.microsoft.com/office/drawing/2014/main" id="{6110939C-73FB-D9A2-54F2-B08E4E786685}"/>
              </a:ext>
            </a:extLst>
          </p:cNvPr>
          <p:cNvSpPr/>
          <p:nvPr/>
        </p:nvSpPr>
        <p:spPr>
          <a:xfrm>
            <a:off x="6036651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82F744DB-0E75-625C-7344-9C7C17875FD2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16200000" flipH="1">
            <a:off x="2449108" y="-633306"/>
            <a:ext cx="500777" cy="36855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꺾인 연결선[E] 335">
            <a:extLst>
              <a:ext uri="{FF2B5EF4-FFF2-40B4-BE49-F238E27FC236}">
                <a16:creationId xmlns:a16="http://schemas.microsoft.com/office/drawing/2014/main" id="{69669BB8-2DAE-E371-025F-51E22AFA953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3413197" y="-1597395"/>
            <a:ext cx="500777" cy="56137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꺾인 연결선[E] 338">
            <a:extLst>
              <a:ext uri="{FF2B5EF4-FFF2-40B4-BE49-F238E27FC236}">
                <a16:creationId xmlns:a16="http://schemas.microsoft.com/office/drawing/2014/main" id="{120F8C9F-AE47-033B-4B96-0DF24E67B7D7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4288573" y="-2472772"/>
            <a:ext cx="500777" cy="73645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꺾인 연결선[E] 344">
            <a:extLst>
              <a:ext uri="{FF2B5EF4-FFF2-40B4-BE49-F238E27FC236}">
                <a16:creationId xmlns:a16="http://schemas.microsoft.com/office/drawing/2014/main" id="{BE864410-2614-615A-10C1-A896D8626C23}"/>
              </a:ext>
            </a:extLst>
          </p:cNvPr>
          <p:cNvCxnSpPr>
            <a:cxnSpLocks/>
            <a:stCxn id="12" idx="2"/>
            <a:endCxn id="321" idx="2"/>
          </p:cNvCxnSpPr>
          <p:nvPr/>
        </p:nvCxnSpPr>
        <p:spPr>
          <a:xfrm rot="16200000" flipH="1">
            <a:off x="3764194" y="-1948393"/>
            <a:ext cx="17287" cy="5832259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98B9172A-F9FA-1B03-2E93-451F5EA733A8}"/>
              </a:ext>
            </a:extLst>
          </p:cNvPr>
          <p:cNvSpPr/>
          <p:nvPr/>
        </p:nvSpPr>
        <p:spPr>
          <a:xfrm>
            <a:off x="856708" y="957216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1 Stream with </a:t>
            </a:r>
            <a:r>
              <a:rPr kumimoji="1" lang="en-US" altLang="ko-KR" sz="800" b="1" i="1" u="sng">
                <a:solidFill>
                  <a:schemeClr val="tx1"/>
                </a:solidFill>
              </a:rPr>
              <a:t>ADS 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EB9408EA-B995-1C5C-656D-49D8F8A4C605}"/>
              </a:ext>
            </a:extLst>
          </p:cNvPr>
          <p:cNvSpPr/>
          <p:nvPr/>
        </p:nvSpPr>
        <p:spPr>
          <a:xfrm>
            <a:off x="260892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LDS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FF0423B0-19B3-5AA0-BE1E-DF5FFBDC5025}"/>
              </a:ext>
            </a:extLst>
          </p:cNvPr>
          <p:cNvSpPr/>
          <p:nvPr/>
        </p:nvSpPr>
        <p:spPr>
          <a:xfrm>
            <a:off x="453755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RDS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661D18C1-B650-C449-EADD-11E008B59FCC}"/>
              </a:ext>
            </a:extLst>
          </p:cNvPr>
          <p:cNvSpPr/>
          <p:nvPr/>
        </p:nvSpPr>
        <p:spPr>
          <a:xfrm>
            <a:off x="646787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0F07CD2D-FCD0-D83D-E3C3-A41C2C0EE441}"/>
              </a:ext>
            </a:extLst>
          </p:cNvPr>
          <p:cNvSpPr/>
          <p:nvPr/>
        </p:nvSpPr>
        <p:spPr>
          <a:xfrm>
            <a:off x="821783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CACB67CA-B4C4-6894-0E4A-93581DB4AFCF}"/>
              </a:ext>
            </a:extLst>
          </p:cNvPr>
          <p:cNvSpPr/>
          <p:nvPr/>
        </p:nvSpPr>
        <p:spPr>
          <a:xfrm>
            <a:off x="6683791" y="973920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SDS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cxnSp>
        <p:nvCxnSpPr>
          <p:cNvPr id="20" name="꺾인 연결선[E] 19">
            <a:extLst>
              <a:ext uri="{FF2B5EF4-FFF2-40B4-BE49-F238E27FC236}">
                <a16:creationId xmlns:a16="http://schemas.microsoft.com/office/drawing/2014/main" id="{11E262D5-52FF-601C-78F7-71B50E2BADDA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 rot="16200000" flipH="1">
            <a:off x="1485019" y="330783"/>
            <a:ext cx="500777" cy="175739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8ED8361A-F84E-3543-BF4E-3CBEFDBBA5F4}"/>
              </a:ext>
            </a:extLst>
          </p:cNvPr>
          <p:cNvSpPr/>
          <p:nvPr/>
        </p:nvSpPr>
        <p:spPr>
          <a:xfrm>
            <a:off x="2675764" y="339502"/>
            <a:ext cx="1524858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2563B5F-217D-6A6C-E419-540B3208F3EF}"/>
              </a:ext>
            </a:extLst>
          </p:cNvPr>
          <p:cNvSpPr/>
          <p:nvPr/>
        </p:nvSpPr>
        <p:spPr>
          <a:xfrm>
            <a:off x="2783599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internal-wasm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6" name="꺾인 연결선[E] 25">
            <a:extLst>
              <a:ext uri="{FF2B5EF4-FFF2-40B4-BE49-F238E27FC236}">
                <a16:creationId xmlns:a16="http://schemas.microsoft.com/office/drawing/2014/main" id="{E1A57E89-790B-87C0-20EC-092DF4A48A54}"/>
              </a:ext>
            </a:extLst>
          </p:cNvPr>
          <p:cNvCxnSpPr>
            <a:cxnSpLocks/>
            <a:stCxn id="12" idx="2"/>
            <a:endCxn id="24" idx="2"/>
          </p:cNvCxnSpPr>
          <p:nvPr/>
        </p:nvCxnSpPr>
        <p:spPr>
          <a:xfrm rot="16200000" flipH="1">
            <a:off x="2138807" y="-323006"/>
            <a:ext cx="17287" cy="2581485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BB4C1FE8-6853-C6C1-7048-471EBA58D86D}"/>
              </a:ext>
            </a:extLst>
          </p:cNvPr>
          <p:cNvSpPr/>
          <p:nvPr/>
        </p:nvSpPr>
        <p:spPr>
          <a:xfrm>
            <a:off x="3438193" y="980188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4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98B2-BEF3-EBF2-A9DE-81B629C3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96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90FB-83E7-497C-AB41-C771CCCB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9F531AD-B53D-8B32-CE3A-006A4F516F49}"/>
              </a:ext>
            </a:extLst>
          </p:cNvPr>
          <p:cNvSpPr/>
          <p:nvPr/>
        </p:nvSpPr>
        <p:spPr>
          <a:xfrm>
            <a:off x="1959512" y="53145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xDS Server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(Control Plane)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56D3B0B-846E-F84E-3C62-349C630B0B6D}"/>
              </a:ext>
            </a:extLst>
          </p:cNvPr>
          <p:cNvSpPr/>
          <p:nvPr/>
        </p:nvSpPr>
        <p:spPr>
          <a:xfrm>
            <a:off x="13248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6AEB06D-5A5A-6CDB-58C1-5825199CC562}"/>
              </a:ext>
            </a:extLst>
          </p:cNvPr>
          <p:cNvSpPr/>
          <p:nvPr/>
        </p:nvSpPr>
        <p:spPr>
          <a:xfrm>
            <a:off x="202115" y="1736995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D67E36F-3E46-4FA9-7395-59C590228003}"/>
              </a:ext>
            </a:extLst>
          </p:cNvPr>
          <p:cNvSpPr/>
          <p:nvPr/>
        </p:nvSpPr>
        <p:spPr>
          <a:xfrm>
            <a:off x="1885371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99E245A-657E-D228-E003-FC1E0FC83B6C}"/>
              </a:ext>
            </a:extLst>
          </p:cNvPr>
          <p:cNvSpPr/>
          <p:nvPr/>
        </p:nvSpPr>
        <p:spPr>
          <a:xfrm>
            <a:off x="1959512" y="1736994"/>
            <a:ext cx="1309186" cy="860591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Listening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RDS: internal-routes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5C2615A-DAE3-7AC9-B183-1585AEBF1F9B}"/>
              </a:ext>
            </a:extLst>
          </p:cNvPr>
          <p:cNvSpPr/>
          <p:nvPr/>
        </p:nvSpPr>
        <p:spPr>
          <a:xfrm>
            <a:off x="5741727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FC7C989-D7B6-50B4-0700-E60FD040ADDA}"/>
              </a:ext>
            </a:extLst>
          </p:cNvPr>
          <p:cNvSpPr/>
          <p:nvPr/>
        </p:nvSpPr>
        <p:spPr>
          <a:xfrm>
            <a:off x="5815870" y="1736995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B1A6C2B-7DD6-D083-2977-00FBD810B848}"/>
              </a:ext>
            </a:extLst>
          </p:cNvPr>
          <p:cNvSpPr/>
          <p:nvPr/>
        </p:nvSpPr>
        <p:spPr>
          <a:xfrm>
            <a:off x="5815870" y="2383766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9F7E33F0-F1EC-B8FC-C150-DCEB1BA954A7}"/>
              </a:ext>
            </a:extLst>
          </p:cNvPr>
          <p:cNvSpPr/>
          <p:nvPr/>
        </p:nvSpPr>
        <p:spPr>
          <a:xfrm>
            <a:off x="5815870" y="303053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D3CA6E8-43B8-E72E-1EC1-86C3DD4AACB7}"/>
              </a:ext>
            </a:extLst>
          </p:cNvPr>
          <p:cNvSpPr/>
          <p:nvPr/>
        </p:nvSpPr>
        <p:spPr>
          <a:xfrm>
            <a:off x="3638256" y="1459871"/>
            <a:ext cx="1808056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E673DE8-6199-A79A-BB15-55E0F87183DA}"/>
              </a:ext>
            </a:extLst>
          </p:cNvPr>
          <p:cNvSpPr/>
          <p:nvPr/>
        </p:nvSpPr>
        <p:spPr>
          <a:xfrm>
            <a:off x="3707668" y="1736144"/>
            <a:ext cx="1663099" cy="1508213"/>
          </a:xfrm>
          <a:prstGeom prst="roundRect">
            <a:avLst>
              <a:gd name="adj" fmla="val 4548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internal-routes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A17AD841-5F1E-A3DC-E53B-7FCB2C8C89B3}"/>
              </a:ext>
            </a:extLst>
          </p:cNvPr>
          <p:cNvSpPr/>
          <p:nvPr/>
        </p:nvSpPr>
        <p:spPr>
          <a:xfrm>
            <a:off x="7492480" y="1459871"/>
            <a:ext cx="1457470" cy="3446653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5FC388AD-665C-C330-847E-60ED4F8D41A9}"/>
              </a:ext>
            </a:extLst>
          </p:cNvPr>
          <p:cNvSpPr/>
          <p:nvPr/>
        </p:nvSpPr>
        <p:spPr>
          <a:xfrm>
            <a:off x="7566622" y="173699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7239C03C-BADA-CBF7-9C32-4B9D58BB97B5}"/>
              </a:ext>
            </a:extLst>
          </p:cNvPr>
          <p:cNvSpPr/>
          <p:nvPr/>
        </p:nvSpPr>
        <p:spPr>
          <a:xfrm>
            <a:off x="7566622" y="2203652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D416AB6E-69DB-7A80-2A9E-368655CEA560}"/>
              </a:ext>
            </a:extLst>
          </p:cNvPr>
          <p:cNvSpPr/>
          <p:nvPr/>
        </p:nvSpPr>
        <p:spPr>
          <a:xfrm>
            <a:off x="7566621" y="267030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10.0.0.21:80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700C90A6-20FC-AB92-4C5C-654838F82D07}"/>
              </a:ext>
            </a:extLst>
          </p:cNvPr>
          <p:cNvSpPr/>
          <p:nvPr/>
        </p:nvSpPr>
        <p:spPr>
          <a:xfrm>
            <a:off x="7566620" y="3136964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10.0.0.31:80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AEDB093-2DC7-58DD-75EF-CB7B15978C04}"/>
              </a:ext>
            </a:extLst>
          </p:cNvPr>
          <p:cNvCxnSpPr>
            <a:cxnSpLocks/>
            <a:stCxn id="135" idx="3"/>
            <a:endCxn id="16" idx="1"/>
          </p:cNvCxnSpPr>
          <p:nvPr/>
        </p:nvCxnSpPr>
        <p:spPr>
          <a:xfrm>
            <a:off x="5300761" y="3023318"/>
            <a:ext cx="515109" cy="221039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100AC44-4C58-4FCC-70D9-EA8DFDD1486F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7125056" y="3244357"/>
            <a:ext cx="441564" cy="3532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BCD9065-FBA4-5A76-90BB-77E36C111922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7125056" y="2597586"/>
            <a:ext cx="441565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6B7224A-DF72-5BAA-F001-58229B48951E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7125056" y="1950815"/>
            <a:ext cx="441566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434721F-7541-5B6C-A2FD-86F8485E0CB6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7125056" y="1879711"/>
            <a:ext cx="441566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B74D4640-65FF-38C0-ED17-9B621C0310F3}"/>
              </a:ext>
            </a:extLst>
          </p:cNvPr>
          <p:cNvSpPr/>
          <p:nvPr/>
        </p:nvSpPr>
        <p:spPr>
          <a:xfrm>
            <a:off x="202115" y="2383766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8080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26D3157-D5EA-F05E-92AB-FB62DF7B343A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20329" y="1950815"/>
            <a:ext cx="439183" cy="2164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109E5139-8E66-CE7F-A06F-BC513FF1AC2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520329" y="2167290"/>
            <a:ext cx="439183" cy="43029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6D4D7145-E36F-C806-4333-220A9B99189B}"/>
              </a:ext>
            </a:extLst>
          </p:cNvPr>
          <p:cNvSpPr/>
          <p:nvPr/>
        </p:nvSpPr>
        <p:spPr>
          <a:xfrm>
            <a:off x="3779084" y="1991450"/>
            <a:ext cx="1526404" cy="893492"/>
          </a:xfrm>
          <a:prstGeom prst="roundRect">
            <a:avLst>
              <a:gd name="adj" fmla="val 517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>
            <a:extLst>
              <a:ext uri="{FF2B5EF4-FFF2-40B4-BE49-F238E27FC236}">
                <a16:creationId xmlns:a16="http://schemas.microsoft.com/office/drawing/2014/main" id="{27F68332-D2DC-A16C-D004-31A7FD501479}"/>
              </a:ext>
            </a:extLst>
          </p:cNvPr>
          <p:cNvSpPr/>
          <p:nvPr/>
        </p:nvSpPr>
        <p:spPr>
          <a:xfrm>
            <a:off x="3857611" y="2242250"/>
            <a:ext cx="1378126" cy="27910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v1:80, v2:20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5650BEB1-3F80-C537-4E9D-BB5DBD800C94}"/>
              </a:ext>
            </a:extLst>
          </p:cNvPr>
          <p:cNvSpPr/>
          <p:nvPr/>
        </p:nvSpPr>
        <p:spPr>
          <a:xfrm>
            <a:off x="3852408" y="2520828"/>
            <a:ext cx="1383328" cy="276803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/*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800">
                <a:solidFill>
                  <a:schemeClr val="tx1"/>
                </a:solidFill>
              </a:rPr>
              <a:t>v1:100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83F59F73-BE1E-B4D7-2EED-0556DABA986E}"/>
              </a:ext>
            </a:extLst>
          </p:cNvPr>
          <p:cNvSpPr/>
          <p:nvPr/>
        </p:nvSpPr>
        <p:spPr>
          <a:xfrm>
            <a:off x="3774357" y="2882582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ratings:100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057413CB-F32B-48DB-0B44-07734D0BF277}"/>
              </a:ext>
            </a:extLst>
          </p:cNvPr>
          <p:cNvCxnSpPr>
            <a:cxnSpLocks/>
            <a:stCxn id="5" idx="3"/>
            <a:endCxn id="89" idx="1"/>
          </p:cNvCxnSpPr>
          <p:nvPr/>
        </p:nvCxnSpPr>
        <p:spPr>
          <a:xfrm>
            <a:off x="3268698" y="2167290"/>
            <a:ext cx="588913" cy="214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4A2103FD-7404-7ADE-035C-076047247F6E}"/>
              </a:ext>
            </a:extLst>
          </p:cNvPr>
          <p:cNvCxnSpPr>
            <a:cxnSpLocks/>
            <a:stCxn id="89" idx="3"/>
            <a:endCxn id="14" idx="1"/>
          </p:cNvCxnSpPr>
          <p:nvPr/>
        </p:nvCxnSpPr>
        <p:spPr>
          <a:xfrm flipV="1">
            <a:off x="5235737" y="1950815"/>
            <a:ext cx="580133" cy="43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0D339B1-2883-A975-FABC-A767AC6E8436}"/>
              </a:ext>
            </a:extLst>
          </p:cNvPr>
          <p:cNvCxnSpPr>
            <a:cxnSpLocks/>
            <a:stCxn id="89" idx="3"/>
            <a:endCxn id="15" idx="1"/>
          </p:cNvCxnSpPr>
          <p:nvPr/>
        </p:nvCxnSpPr>
        <p:spPr>
          <a:xfrm>
            <a:off x="5235737" y="2381805"/>
            <a:ext cx="580133" cy="2157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BBEE1DFB-86AF-77E6-8442-E49568F9A8E0}"/>
              </a:ext>
            </a:extLst>
          </p:cNvPr>
          <p:cNvCxnSpPr>
            <a:cxnSpLocks/>
            <a:stCxn id="5" idx="3"/>
            <a:endCxn id="135" idx="1"/>
          </p:cNvCxnSpPr>
          <p:nvPr/>
        </p:nvCxnSpPr>
        <p:spPr>
          <a:xfrm>
            <a:off x="3268698" y="2167290"/>
            <a:ext cx="505659" cy="8560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모서리가 둥근 직사각형 198">
            <a:extLst>
              <a:ext uri="{FF2B5EF4-FFF2-40B4-BE49-F238E27FC236}">
                <a16:creationId xmlns:a16="http://schemas.microsoft.com/office/drawing/2014/main" id="{DA71F189-CA29-3246-6F57-948AE1D0BDE7}"/>
              </a:ext>
            </a:extLst>
          </p:cNvPr>
          <p:cNvSpPr/>
          <p:nvPr/>
        </p:nvSpPr>
        <p:spPr>
          <a:xfrm>
            <a:off x="202115" y="3433178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07" name="모서리가 둥근 직사각형 206">
            <a:extLst>
              <a:ext uri="{FF2B5EF4-FFF2-40B4-BE49-F238E27FC236}">
                <a16:creationId xmlns:a16="http://schemas.microsoft.com/office/drawing/2014/main" id="{1F9EEEB8-1548-486E-1010-8F5DBDCCFFE8}"/>
              </a:ext>
            </a:extLst>
          </p:cNvPr>
          <p:cNvSpPr/>
          <p:nvPr/>
        </p:nvSpPr>
        <p:spPr>
          <a:xfrm>
            <a:off x="1959512" y="3433178"/>
            <a:ext cx="1309186" cy="884204"/>
          </a:xfrm>
          <a:prstGeom prst="roundRect">
            <a:avLst>
              <a:gd name="adj" fmla="val 7913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external-listener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mTLS</a:t>
            </a:r>
          </a:p>
        </p:txBody>
      </p: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F99610F2-F62B-E1F6-DE74-27C4D05E2028}"/>
              </a:ext>
            </a:extLst>
          </p:cNvPr>
          <p:cNvSpPr/>
          <p:nvPr/>
        </p:nvSpPr>
        <p:spPr>
          <a:xfrm>
            <a:off x="3707668" y="3430648"/>
            <a:ext cx="1663099" cy="600689"/>
          </a:xfrm>
          <a:prstGeom prst="roundRect">
            <a:avLst>
              <a:gd name="adj" fmla="val 6914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external-routes</a:t>
            </a: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AA07D270-5A34-75E0-6D72-053F0B3712CB}"/>
              </a:ext>
            </a:extLst>
          </p:cNvPr>
          <p:cNvSpPr/>
          <p:nvPr/>
        </p:nvSpPr>
        <p:spPr>
          <a:xfrm>
            <a:off x="3774357" y="3684995"/>
            <a:ext cx="1526404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web.com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 web</a:t>
            </a:r>
          </a:p>
        </p:txBody>
      </p: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1445548D-CCAB-20EC-767E-A0BFACA7AAD4}"/>
              </a:ext>
            </a:extLst>
          </p:cNvPr>
          <p:cNvSpPr/>
          <p:nvPr/>
        </p:nvSpPr>
        <p:spPr>
          <a:xfrm>
            <a:off x="5815869" y="3711013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CE45592A-013E-2AB5-C71A-54486F558BB2}"/>
              </a:ext>
            </a:extLst>
          </p:cNvPr>
          <p:cNvCxnSpPr>
            <a:cxnSpLocks/>
            <a:stCxn id="223" idx="3"/>
            <a:endCxn id="230" idx="1"/>
          </p:cNvCxnSpPr>
          <p:nvPr/>
        </p:nvCxnSpPr>
        <p:spPr>
          <a:xfrm>
            <a:off x="5300761" y="3825731"/>
            <a:ext cx="515108" cy="99102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모서리가 둥근 직사각형 234">
            <a:extLst>
              <a:ext uri="{FF2B5EF4-FFF2-40B4-BE49-F238E27FC236}">
                <a16:creationId xmlns:a16="http://schemas.microsoft.com/office/drawing/2014/main" id="{27030E50-520A-F70D-8B8D-A08BB5D00ECE}"/>
              </a:ext>
            </a:extLst>
          </p:cNvPr>
          <p:cNvSpPr/>
          <p:nvPr/>
        </p:nvSpPr>
        <p:spPr>
          <a:xfrm>
            <a:off x="5815869" y="4363797"/>
            <a:ext cx="1309186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</a:t>
            </a:r>
          </a:p>
          <a:p>
            <a:pPr algn="ctr"/>
            <a:endParaRPr kumimoji="1" lang="en-US" altLang="ko-KR" sz="800">
              <a:solidFill>
                <a:schemeClr val="tx1"/>
              </a:solidFill>
            </a:endParaRPr>
          </a:p>
          <a:p>
            <a:r>
              <a:rPr kumimoji="1" lang="en-US" altLang="ko-KR" sz="800">
                <a:solidFill>
                  <a:schemeClr val="tx1"/>
                </a:solidFill>
              </a:rPr>
              <a:t>SDS: 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1A1129FE-3C54-B3AD-C4B1-3DE7E617AEC1}"/>
              </a:ext>
            </a:extLst>
          </p:cNvPr>
          <p:cNvSpPr/>
          <p:nvPr/>
        </p:nvSpPr>
        <p:spPr>
          <a:xfrm>
            <a:off x="7566620" y="3607058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43" name="모서리가 둥근 직사각형 242">
            <a:extLst>
              <a:ext uri="{FF2B5EF4-FFF2-40B4-BE49-F238E27FC236}">
                <a16:creationId xmlns:a16="http://schemas.microsoft.com/office/drawing/2014/main" id="{E46561A2-2048-66CA-E35E-880C0E9D473E}"/>
              </a:ext>
            </a:extLst>
          </p:cNvPr>
          <p:cNvSpPr/>
          <p:nvPr/>
        </p:nvSpPr>
        <p:spPr>
          <a:xfrm>
            <a:off x="7566620" y="407836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10.0.0.42:80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B60C4EFB-89B9-DCF4-0A42-C8916D046ACB}"/>
              </a:ext>
            </a:extLst>
          </p:cNvPr>
          <p:cNvCxnSpPr>
            <a:cxnSpLocks/>
            <a:stCxn id="230" idx="3"/>
            <a:endCxn id="238" idx="1"/>
          </p:cNvCxnSpPr>
          <p:nvPr/>
        </p:nvCxnSpPr>
        <p:spPr>
          <a:xfrm flipV="1">
            <a:off x="7125055" y="3749773"/>
            <a:ext cx="441565" cy="17506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82F96D60-B67F-FE26-585D-7AF32F5B131B}"/>
              </a:ext>
            </a:extLst>
          </p:cNvPr>
          <p:cNvCxnSpPr>
            <a:cxnSpLocks/>
            <a:stCxn id="230" idx="3"/>
            <a:endCxn id="243" idx="1"/>
          </p:cNvCxnSpPr>
          <p:nvPr/>
        </p:nvCxnSpPr>
        <p:spPr>
          <a:xfrm>
            <a:off x="7125055" y="3924833"/>
            <a:ext cx="441565" cy="296249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1D7102EC-912F-B772-2565-71B365C01CD6}"/>
              </a:ext>
            </a:extLst>
          </p:cNvPr>
          <p:cNvSpPr/>
          <p:nvPr/>
        </p:nvSpPr>
        <p:spPr>
          <a:xfrm>
            <a:off x="7566620" y="4540046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10.0.0.51:9092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0" name="모서리가 둥근 직사각형 289">
            <a:extLst>
              <a:ext uri="{FF2B5EF4-FFF2-40B4-BE49-F238E27FC236}">
                <a16:creationId xmlns:a16="http://schemas.microsoft.com/office/drawing/2014/main" id="{44F8EDF0-1027-0AC0-AB0D-3E7CD53B9AE2}"/>
              </a:ext>
            </a:extLst>
          </p:cNvPr>
          <p:cNvSpPr/>
          <p:nvPr/>
        </p:nvSpPr>
        <p:spPr>
          <a:xfrm>
            <a:off x="2022541" y="3687819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web.com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91" name="모서리가 둥근 직사각형 290">
            <a:extLst>
              <a:ext uri="{FF2B5EF4-FFF2-40B4-BE49-F238E27FC236}">
                <a16:creationId xmlns:a16="http://schemas.microsoft.com/office/drawing/2014/main" id="{88F0CEB5-1157-2524-1A3B-5D0FD6EA4A64}"/>
              </a:ext>
            </a:extLst>
          </p:cNvPr>
          <p:cNvSpPr/>
          <p:nvPr/>
        </p:nvSpPr>
        <p:spPr>
          <a:xfrm>
            <a:off x="2022541" y="3966467"/>
            <a:ext cx="1170612" cy="281472"/>
          </a:xfrm>
          <a:prstGeom prst="roundRect">
            <a:avLst>
              <a:gd name="adj" fmla="val 15966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SDS: 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5448CD22-E0FE-3703-6C3C-4A1303192664}"/>
              </a:ext>
            </a:extLst>
          </p:cNvPr>
          <p:cNvCxnSpPr>
            <a:cxnSpLocks/>
            <a:stCxn id="290" idx="3"/>
            <a:endCxn id="223" idx="1"/>
          </p:cNvCxnSpPr>
          <p:nvPr/>
        </p:nvCxnSpPr>
        <p:spPr>
          <a:xfrm flipV="1">
            <a:off x="3193153" y="3825731"/>
            <a:ext cx="581204" cy="2824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E33CA114-7DD4-8D11-CDFD-41C25B28C303}"/>
              </a:ext>
            </a:extLst>
          </p:cNvPr>
          <p:cNvCxnSpPr>
            <a:cxnSpLocks/>
            <a:stCxn id="199" idx="3"/>
            <a:endCxn id="290" idx="1"/>
          </p:cNvCxnSpPr>
          <p:nvPr/>
        </p:nvCxnSpPr>
        <p:spPr>
          <a:xfrm>
            <a:off x="1520329" y="3646998"/>
            <a:ext cx="502212" cy="181557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929D4531-9621-9C1E-4C37-725ED764C180}"/>
              </a:ext>
            </a:extLst>
          </p:cNvPr>
          <p:cNvSpPr/>
          <p:nvPr/>
        </p:nvSpPr>
        <p:spPr>
          <a:xfrm>
            <a:off x="202115" y="4072957"/>
            <a:ext cx="1318214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>
                <a:solidFill>
                  <a:schemeClr val="tx1"/>
                </a:solidFill>
              </a:rPr>
              <a:t>Server Port: 443</a:t>
            </a:r>
          </a:p>
          <a:p>
            <a:r>
              <a:rPr kumimoji="1" lang="en-US" altLang="ko-KR" sz="800">
                <a:solidFill>
                  <a:schemeClr val="tx1"/>
                </a:solidFill>
              </a:rPr>
              <a:t>SNI: kafka.com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01" name="직선 화살표 연결선 300">
            <a:extLst>
              <a:ext uri="{FF2B5EF4-FFF2-40B4-BE49-F238E27FC236}">
                <a16:creationId xmlns:a16="http://schemas.microsoft.com/office/drawing/2014/main" id="{B9F25892-6473-615F-D135-620D93516CD8}"/>
              </a:ext>
            </a:extLst>
          </p:cNvPr>
          <p:cNvCxnSpPr>
            <a:cxnSpLocks/>
            <a:stCxn id="300" idx="3"/>
            <a:endCxn id="291" idx="1"/>
          </p:cNvCxnSpPr>
          <p:nvPr/>
        </p:nvCxnSpPr>
        <p:spPr>
          <a:xfrm flipV="1">
            <a:off x="1520329" y="4107203"/>
            <a:ext cx="502212" cy="17957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FD08B47F-5F19-4440-2BC3-6C6832426C08}"/>
              </a:ext>
            </a:extLst>
          </p:cNvPr>
          <p:cNvCxnSpPr>
            <a:cxnSpLocks/>
            <a:stCxn id="291" idx="3"/>
            <a:endCxn id="235" idx="1"/>
          </p:cNvCxnSpPr>
          <p:nvPr/>
        </p:nvCxnSpPr>
        <p:spPr>
          <a:xfrm>
            <a:off x="3193153" y="4107203"/>
            <a:ext cx="2622716" cy="47041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화살표 연결선 314">
            <a:extLst>
              <a:ext uri="{FF2B5EF4-FFF2-40B4-BE49-F238E27FC236}">
                <a16:creationId xmlns:a16="http://schemas.microsoft.com/office/drawing/2014/main" id="{60D35C2B-B9DA-46F4-F3A5-994049AA4A49}"/>
              </a:ext>
            </a:extLst>
          </p:cNvPr>
          <p:cNvCxnSpPr>
            <a:cxnSpLocks/>
            <a:stCxn id="235" idx="3"/>
            <a:endCxn id="282" idx="1"/>
          </p:cNvCxnSpPr>
          <p:nvPr/>
        </p:nvCxnSpPr>
        <p:spPr>
          <a:xfrm>
            <a:off x="7125055" y="4577617"/>
            <a:ext cx="441565" cy="105144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모서리가 둥근 직사각형 320">
            <a:extLst>
              <a:ext uri="{FF2B5EF4-FFF2-40B4-BE49-F238E27FC236}">
                <a16:creationId xmlns:a16="http://schemas.microsoft.com/office/drawing/2014/main" id="{87E57698-01AC-BC72-9D59-68A250E7DBF8}"/>
              </a:ext>
            </a:extLst>
          </p:cNvPr>
          <p:cNvSpPr/>
          <p:nvPr/>
        </p:nvSpPr>
        <p:spPr>
          <a:xfrm>
            <a:off x="4427984" y="339502"/>
            <a:ext cx="4521965" cy="636879"/>
          </a:xfrm>
          <a:prstGeom prst="roundRect">
            <a:avLst>
              <a:gd name="adj" fmla="val 7121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Secrets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27" name="모서리가 둥근 직사각형 326">
            <a:extLst>
              <a:ext uri="{FF2B5EF4-FFF2-40B4-BE49-F238E27FC236}">
                <a16:creationId xmlns:a16="http://schemas.microsoft.com/office/drawing/2014/main" id="{16E63CE4-37DC-01E8-C8E8-7643607F05AD}"/>
              </a:ext>
            </a:extLst>
          </p:cNvPr>
          <p:cNvSpPr/>
          <p:nvPr/>
        </p:nvSpPr>
        <p:spPr>
          <a:xfrm>
            <a:off x="4506682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internal-cert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8" name="모서리가 둥근 직사각형 327">
            <a:extLst>
              <a:ext uri="{FF2B5EF4-FFF2-40B4-BE49-F238E27FC236}">
                <a16:creationId xmlns:a16="http://schemas.microsoft.com/office/drawing/2014/main" id="{1EB19045-7DFE-6F72-E180-9466AFD8A7F3}"/>
              </a:ext>
            </a:extLst>
          </p:cNvPr>
          <p:cNvSpPr/>
          <p:nvPr/>
        </p:nvSpPr>
        <p:spPr>
          <a:xfrm>
            <a:off x="7566620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kafka-cert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29" name="모서리가 둥근 직사각형 328">
            <a:extLst>
              <a:ext uri="{FF2B5EF4-FFF2-40B4-BE49-F238E27FC236}">
                <a16:creationId xmlns:a16="http://schemas.microsoft.com/office/drawing/2014/main" id="{671EBDA7-7F38-F386-D9D7-9FE713AE6FAC}"/>
              </a:ext>
            </a:extLst>
          </p:cNvPr>
          <p:cNvSpPr/>
          <p:nvPr/>
        </p:nvSpPr>
        <p:spPr>
          <a:xfrm>
            <a:off x="6036651" y="612417"/>
            <a:ext cx="1309186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web-cert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333" name="꺾인 연결선[E] 332">
            <a:extLst>
              <a:ext uri="{FF2B5EF4-FFF2-40B4-BE49-F238E27FC236}">
                <a16:creationId xmlns:a16="http://schemas.microsoft.com/office/drawing/2014/main" id="{F1476E7D-E11D-A6E3-6521-E838DD93555C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16200000" flipH="1">
            <a:off x="3327806" y="245392"/>
            <a:ext cx="500777" cy="19281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꺾인 연결선[E] 335">
            <a:extLst>
              <a:ext uri="{FF2B5EF4-FFF2-40B4-BE49-F238E27FC236}">
                <a16:creationId xmlns:a16="http://schemas.microsoft.com/office/drawing/2014/main" id="{FBF67BBB-3061-34D3-B09B-C4477BDAB593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16200000" flipH="1">
            <a:off x="4291895" y="-718697"/>
            <a:ext cx="500777" cy="38563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꺾인 연결선[E] 338">
            <a:extLst>
              <a:ext uri="{FF2B5EF4-FFF2-40B4-BE49-F238E27FC236}">
                <a16:creationId xmlns:a16="http://schemas.microsoft.com/office/drawing/2014/main" id="{D1D55BE9-DDC2-CE78-74C0-3C8DA09EC956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16200000" flipH="1">
            <a:off x="5167272" y="-1594073"/>
            <a:ext cx="500777" cy="56071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0CCD2E20-8365-8E8C-CD5E-8F608DDF55EC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2614105" y="959094"/>
            <a:ext cx="1" cy="500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꺾인 연결선[E] 344">
            <a:extLst>
              <a:ext uri="{FF2B5EF4-FFF2-40B4-BE49-F238E27FC236}">
                <a16:creationId xmlns:a16="http://schemas.microsoft.com/office/drawing/2014/main" id="{E0C45F33-A248-EAA0-38F7-1A91424C0EED}"/>
              </a:ext>
            </a:extLst>
          </p:cNvPr>
          <p:cNvCxnSpPr>
            <a:cxnSpLocks/>
            <a:stCxn id="12" idx="2"/>
            <a:endCxn id="321" idx="2"/>
          </p:cNvCxnSpPr>
          <p:nvPr/>
        </p:nvCxnSpPr>
        <p:spPr>
          <a:xfrm rot="16200000" flipH="1">
            <a:off x="4642893" y="-1069694"/>
            <a:ext cx="17287" cy="4074862"/>
          </a:xfrm>
          <a:prstGeom prst="bentConnector3">
            <a:avLst>
              <a:gd name="adj1" fmla="val 142238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C14C37B7-CB30-14B1-CA86-D9EEE9FD2852}"/>
              </a:ext>
            </a:extLst>
          </p:cNvPr>
          <p:cNvSpPr/>
          <p:nvPr/>
        </p:nvSpPr>
        <p:spPr>
          <a:xfrm>
            <a:off x="2608929" y="957216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i="1">
                <a:solidFill>
                  <a:schemeClr val="tx1"/>
                </a:solidFill>
              </a:rPr>
              <a:t>1 Stream with </a:t>
            </a:r>
            <a:r>
              <a:rPr kumimoji="1" lang="en-US" altLang="ko-KR" sz="800" b="1" i="1" u="sng">
                <a:solidFill>
                  <a:schemeClr val="tx1"/>
                </a:solidFill>
              </a:rPr>
              <a:t>ADS 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B822DA01-ADB3-C48E-9A61-99087BFD45FC}"/>
              </a:ext>
            </a:extLst>
          </p:cNvPr>
          <p:cNvSpPr/>
          <p:nvPr/>
        </p:nvSpPr>
        <p:spPr>
          <a:xfrm>
            <a:off x="260892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LDS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59" name="모서리가 둥근 직사각형 358">
            <a:extLst>
              <a:ext uri="{FF2B5EF4-FFF2-40B4-BE49-F238E27FC236}">
                <a16:creationId xmlns:a16="http://schemas.microsoft.com/office/drawing/2014/main" id="{14514B2B-A4BF-EF7B-AF22-C22FA2B228B9}"/>
              </a:ext>
            </a:extLst>
          </p:cNvPr>
          <p:cNvSpPr/>
          <p:nvPr/>
        </p:nvSpPr>
        <p:spPr>
          <a:xfrm>
            <a:off x="4537559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RDS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0" name="모서리가 둥근 직사각형 359">
            <a:extLst>
              <a:ext uri="{FF2B5EF4-FFF2-40B4-BE49-F238E27FC236}">
                <a16:creationId xmlns:a16="http://schemas.microsoft.com/office/drawing/2014/main" id="{DBDB8425-D8BE-D7C8-94C5-6A1FE76E1739}"/>
              </a:ext>
            </a:extLst>
          </p:cNvPr>
          <p:cNvSpPr/>
          <p:nvPr/>
        </p:nvSpPr>
        <p:spPr>
          <a:xfrm>
            <a:off x="646787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CDS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1" name="모서리가 둥근 직사각형 360">
            <a:extLst>
              <a:ext uri="{FF2B5EF4-FFF2-40B4-BE49-F238E27FC236}">
                <a16:creationId xmlns:a16="http://schemas.microsoft.com/office/drawing/2014/main" id="{B5EADE75-E7E0-8971-B2A1-E0F8D0F11F0A}"/>
              </a:ext>
            </a:extLst>
          </p:cNvPr>
          <p:cNvSpPr/>
          <p:nvPr/>
        </p:nvSpPr>
        <p:spPr>
          <a:xfrm>
            <a:off x="8217834" y="1272082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EDS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  <p:sp>
        <p:nvSpPr>
          <p:cNvPr id="362" name="모서리가 둥근 직사각형 361">
            <a:extLst>
              <a:ext uri="{FF2B5EF4-FFF2-40B4-BE49-F238E27FC236}">
                <a16:creationId xmlns:a16="http://schemas.microsoft.com/office/drawing/2014/main" id="{819D59DF-EBFD-55D3-BCB3-ED9FFF31F975}"/>
              </a:ext>
            </a:extLst>
          </p:cNvPr>
          <p:cNvSpPr/>
          <p:nvPr/>
        </p:nvSpPr>
        <p:spPr>
          <a:xfrm>
            <a:off x="6683791" y="980188"/>
            <a:ext cx="1164463" cy="185590"/>
          </a:xfrm>
          <a:prstGeom prst="roundRect">
            <a:avLst>
              <a:gd name="adj" fmla="val 12191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b="1" i="1" u="sng">
                <a:solidFill>
                  <a:schemeClr val="tx1"/>
                </a:solidFill>
              </a:rPr>
              <a:t>SDS</a:t>
            </a:r>
            <a:endParaRPr kumimoji="1" lang="ko-KR" altLang="en-US" sz="800" b="1" i="1" u="sn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72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C6DF-DE6D-89D7-4425-37FC3459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028DFFFA-9CF1-D591-AAC8-70ED40629FB9}"/>
              </a:ext>
            </a:extLst>
          </p:cNvPr>
          <p:cNvSpPr/>
          <p:nvPr/>
        </p:nvSpPr>
        <p:spPr>
          <a:xfrm>
            <a:off x="508272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Clients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EB0655C-A010-2FC8-0693-9B379B178CBE}"/>
              </a:ext>
            </a:extLst>
          </p:cNvPr>
          <p:cNvSpPr/>
          <p:nvPr/>
        </p:nvSpPr>
        <p:spPr>
          <a:xfrm>
            <a:off x="603392" y="1459813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Port: 8080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reviews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path: /api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6989E93-CBD3-87B3-AB8B-97D683469EFB}"/>
              </a:ext>
            </a:extLst>
          </p:cNvPr>
          <p:cNvSpPr/>
          <p:nvPr/>
        </p:nvSpPr>
        <p:spPr>
          <a:xfrm>
            <a:off x="5148064" y="490131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(Clients)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A97ED08-8100-1EB2-F69B-D02E4983EB48}"/>
              </a:ext>
            </a:extLst>
          </p:cNvPr>
          <p:cNvSpPr/>
          <p:nvPr/>
        </p:nvSpPr>
        <p:spPr>
          <a:xfrm>
            <a:off x="2705821" y="324756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Downstream B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(Client)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07199C1-5990-8E26-CC99-21EA86A678EA}"/>
              </a:ext>
            </a:extLst>
          </p:cNvPr>
          <p:cNvSpPr/>
          <p:nvPr/>
        </p:nvSpPr>
        <p:spPr>
          <a:xfrm>
            <a:off x="2028260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Listeners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34B3B77-2F71-61C1-D4C9-DD1FFB1EEE07}"/>
              </a:ext>
            </a:extLst>
          </p:cNvPr>
          <p:cNvSpPr/>
          <p:nvPr/>
        </p:nvSpPr>
        <p:spPr>
          <a:xfrm>
            <a:off x="2126702" y="1459813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0.0.0.0:8080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mTLS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EF97549-DB72-1612-DAC9-32F98238438E}"/>
              </a:ext>
            </a:extLst>
          </p:cNvPr>
          <p:cNvSpPr/>
          <p:nvPr/>
        </p:nvSpPr>
        <p:spPr>
          <a:xfrm>
            <a:off x="2126702" y="2106584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[::]:8080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B6395AC-A558-112D-77DB-45742085DFA2}"/>
              </a:ext>
            </a:extLst>
          </p:cNvPr>
          <p:cNvSpPr/>
          <p:nvPr/>
        </p:nvSpPr>
        <p:spPr>
          <a:xfrm>
            <a:off x="2126702" y="2753355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0.0.0.0:9090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A1248A8-5D5E-1848-217C-316F506067A1}"/>
              </a:ext>
            </a:extLst>
          </p:cNvPr>
          <p:cNvSpPr/>
          <p:nvPr/>
        </p:nvSpPr>
        <p:spPr>
          <a:xfrm>
            <a:off x="5068236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Clusters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343A07A-F336-F2BB-526C-84B6E02C51C0}"/>
              </a:ext>
            </a:extLst>
          </p:cNvPr>
          <p:cNvSpPr/>
          <p:nvPr/>
        </p:nvSpPr>
        <p:spPr>
          <a:xfrm>
            <a:off x="5166679" y="1459813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reviews-v1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SDS: internal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2E7BE65-1A60-509E-6D31-270F655D34B7}"/>
              </a:ext>
            </a:extLst>
          </p:cNvPr>
          <p:cNvSpPr/>
          <p:nvPr/>
        </p:nvSpPr>
        <p:spPr>
          <a:xfrm>
            <a:off x="5166679" y="2106584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reviews-v2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SDS: internal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F64BE0A-4BF5-57BB-BF0B-8B22A71C8476}"/>
              </a:ext>
            </a:extLst>
          </p:cNvPr>
          <p:cNvSpPr/>
          <p:nvPr/>
        </p:nvSpPr>
        <p:spPr>
          <a:xfrm>
            <a:off x="5166679" y="2753355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SDS: internal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9AD72A1-7951-BBF3-20E8-5EB674E7C8F0}"/>
              </a:ext>
            </a:extLst>
          </p:cNvPr>
          <p:cNvSpPr/>
          <p:nvPr/>
        </p:nvSpPr>
        <p:spPr>
          <a:xfrm>
            <a:off x="3548248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Routes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C8842CD-3F51-840A-E1E6-DCE91DD73893}"/>
              </a:ext>
            </a:extLst>
          </p:cNvPr>
          <p:cNvSpPr/>
          <p:nvPr/>
        </p:nvSpPr>
        <p:spPr>
          <a:xfrm>
            <a:off x="3646691" y="1672781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reviews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</a:t>
            </a:r>
            <a:endParaRPr kumimoji="1" lang="en-US" altLang="ko-KR" sz="800">
              <a:solidFill>
                <a:schemeClr val="tx1"/>
              </a:solidFill>
            </a:endParaRP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v1 80 : v2 20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43A939C-BCE7-CDE9-C196-13C1CDB30F31}"/>
              </a:ext>
            </a:extLst>
          </p:cNvPr>
          <p:cNvSpPr/>
          <p:nvPr/>
        </p:nvSpPr>
        <p:spPr>
          <a:xfrm>
            <a:off x="3646691" y="2539535"/>
            <a:ext cx="963608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ratings </a:t>
            </a: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</a:t>
            </a:r>
            <a:b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</a:br>
            <a:r>
              <a:rPr kumimoji="1" lang="en-US" altLang="ko-KR" sz="800">
                <a:solidFill>
                  <a:schemeClr val="tx1"/>
                </a:solidFill>
                <a:sym typeface="Wingdings" pitchFamily="2" charset="2"/>
              </a:rPr>
              <a:t>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AF323B5-2CF0-76F4-8E36-0F45CDE7D489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3090310" y="1673633"/>
            <a:ext cx="556381" cy="2129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5FFBD76-F7CC-D4E2-7461-9A7E6E730E7B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 flipV="1">
            <a:off x="3090310" y="1886601"/>
            <a:ext cx="556381" cy="4338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8DADF57-4B36-DE24-06AE-E2F4320C699B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3090310" y="2753355"/>
            <a:ext cx="556381" cy="2138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1AC6D3F-D184-72C9-20A3-479F2C604816}"/>
              </a:ext>
            </a:extLst>
          </p:cNvPr>
          <p:cNvSpPr/>
          <p:nvPr/>
        </p:nvSpPr>
        <p:spPr>
          <a:xfrm>
            <a:off x="6588224" y="1182690"/>
            <a:ext cx="1160492" cy="3405284"/>
          </a:xfrm>
          <a:prstGeom prst="roundRect">
            <a:avLst>
              <a:gd name="adj" fmla="val 4130"/>
            </a:avLst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900" b="1">
                <a:solidFill>
                  <a:schemeClr val="tx1"/>
                </a:solidFill>
              </a:rPr>
              <a:t>Endpoints</a:t>
            </a:r>
            <a:endParaRPr kumimoji="1" lang="ko-KR" altLang="en-US" sz="900" b="1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F2242C29-0077-3BBB-9251-6C0F96C5F662}"/>
              </a:ext>
            </a:extLst>
          </p:cNvPr>
          <p:cNvSpPr/>
          <p:nvPr/>
        </p:nvSpPr>
        <p:spPr>
          <a:xfrm>
            <a:off x="6686667" y="1459814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52F1FAA6-1CC7-67E1-C29E-E53AB4BC9001}"/>
              </a:ext>
            </a:extLst>
          </p:cNvPr>
          <p:cNvSpPr/>
          <p:nvPr/>
        </p:nvSpPr>
        <p:spPr>
          <a:xfrm>
            <a:off x="6686667" y="1926470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D64BE794-A0EA-AF55-94BA-496558A12AF0}"/>
              </a:ext>
            </a:extLst>
          </p:cNvPr>
          <p:cNvSpPr/>
          <p:nvPr/>
        </p:nvSpPr>
        <p:spPr>
          <a:xfrm>
            <a:off x="6686666" y="2393126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1E192864-7823-6DD7-F4D9-B6B6D9B030CA}"/>
              </a:ext>
            </a:extLst>
          </p:cNvPr>
          <p:cNvSpPr/>
          <p:nvPr/>
        </p:nvSpPr>
        <p:spPr>
          <a:xfrm>
            <a:off x="6686665" y="2859782"/>
            <a:ext cx="963608" cy="285430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10.0.0.11:80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617DCCB-20D6-A98A-786B-63D2779CBB2B}"/>
              </a:ext>
            </a:extLst>
          </p:cNvPr>
          <p:cNvCxnSpPr>
            <a:cxnSpLocks/>
            <a:stCxn id="19" idx="3"/>
            <a:endCxn id="14" idx="1"/>
          </p:cNvCxnSpPr>
          <p:nvPr/>
        </p:nvCxnSpPr>
        <p:spPr>
          <a:xfrm flipV="1">
            <a:off x="4610299" y="1673633"/>
            <a:ext cx="556380" cy="2129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7DA5BAE-3D7A-6E6D-A319-887117D5ACA8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>
            <a:off x="4610299" y="1886601"/>
            <a:ext cx="556380" cy="4338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F6B9DC5-2C9C-B8A9-36AA-700D9DC5D0E9}"/>
              </a:ext>
            </a:extLst>
          </p:cNvPr>
          <p:cNvCxnSpPr>
            <a:cxnSpLocks/>
            <a:stCxn id="21" idx="3"/>
            <a:endCxn id="16" idx="1"/>
          </p:cNvCxnSpPr>
          <p:nvPr/>
        </p:nvCxnSpPr>
        <p:spPr>
          <a:xfrm>
            <a:off x="4610299" y="2753355"/>
            <a:ext cx="556380" cy="2138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26F7A6C-4FDA-3EC2-2313-72E135908975}"/>
              </a:ext>
            </a:extLst>
          </p:cNvPr>
          <p:cNvCxnSpPr>
            <a:cxnSpLocks/>
            <a:stCxn id="16" idx="3"/>
            <a:endCxn id="38" idx="1"/>
          </p:cNvCxnSpPr>
          <p:nvPr/>
        </p:nvCxnSpPr>
        <p:spPr>
          <a:xfrm>
            <a:off x="6130287" y="2967175"/>
            <a:ext cx="556378" cy="353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48F27CF-8EE0-343F-6B7F-8094E844BA02}"/>
              </a:ext>
            </a:extLst>
          </p:cNvPr>
          <p:cNvCxnSpPr>
            <a:cxnSpLocks/>
            <a:stCxn id="15" idx="3"/>
            <a:endCxn id="37" idx="1"/>
          </p:cNvCxnSpPr>
          <p:nvPr/>
        </p:nvCxnSpPr>
        <p:spPr>
          <a:xfrm>
            <a:off x="6130287" y="2320404"/>
            <a:ext cx="556379" cy="2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CD379D1-C7CB-DBDC-EBE5-78CCCB2CD6CF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6130287" y="1673633"/>
            <a:ext cx="556380" cy="3955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D252A2F-C105-AA6C-DAE1-968C1A6E8107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6130287" y="1602529"/>
            <a:ext cx="556380" cy="711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FB836D7-775C-03F5-826D-1CF27AA5B0BD}"/>
              </a:ext>
            </a:extLst>
          </p:cNvPr>
          <p:cNvSpPr/>
          <p:nvPr/>
        </p:nvSpPr>
        <p:spPr>
          <a:xfrm>
            <a:off x="603392" y="2106584"/>
            <a:ext cx="970252" cy="427639"/>
          </a:xfrm>
          <a:prstGeom prst="roundRect">
            <a:avLst>
              <a:gd name="adj" fmla="val 12191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Port: 8080</a:t>
            </a:r>
          </a:p>
          <a:p>
            <a:pPr algn="ctr"/>
            <a:r>
              <a:rPr kumimoji="1" lang="en-US" altLang="ko-KR" sz="800">
                <a:solidFill>
                  <a:schemeClr val="tx1"/>
                </a:solidFill>
              </a:rPr>
              <a:t>Host: ratings</a:t>
            </a:r>
            <a:endParaRPr kumimoji="1" lang="ko-KR" altLang="en-US" sz="80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A832402-F9CD-F836-A2EF-FC2DE03E557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1573644" y="1673633"/>
            <a:ext cx="55305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34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52571</TotalTime>
  <Words>366</Words>
  <Application>Microsoft Macintosh PowerPoint</Application>
  <PresentationFormat>화면 슬라이드 쇼(16:9)</PresentationFormat>
  <Paragraphs>171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5291</cp:revision>
  <dcterms:created xsi:type="dcterms:W3CDTF">2006-10-05T04:04:58Z</dcterms:created>
  <dcterms:modified xsi:type="dcterms:W3CDTF">2026-08-13T14:38:39Z</dcterms:modified>
</cp:coreProperties>
</file>
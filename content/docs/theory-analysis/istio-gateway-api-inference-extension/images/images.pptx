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443" r:id="rId2"/>
    <p:sldId id="453" r:id="rId3"/>
    <p:sldId id="437" r:id="rId4"/>
    <p:sldId id="442" r:id="rId5"/>
    <p:sldId id="441" r:id="rId6"/>
    <p:sldId id="440" r:id="rId7"/>
    <p:sldId id="439" r:id="rId8"/>
    <p:sldId id="438" r:id="rId9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88" autoAdjust="0"/>
    <p:restoredTop sz="89758" autoAdjust="0"/>
  </p:normalViewPr>
  <p:slideViewPr>
    <p:cSldViewPr>
      <p:cViewPr>
        <p:scale>
          <a:sx n="230" d="100"/>
          <a:sy n="230" d="100"/>
        </p:scale>
        <p:origin x="592" y="736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622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6E6F6-66FE-4E0E-03E1-EE5A5E1E8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FCF355-AE82-350E-0DD4-0510DE561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462A47-22AB-F1B1-3512-8924E280C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09D3B5-666E-11D1-B812-C10C70C69F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17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4124F-6235-C860-093B-BEFCBD9E8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AA9B1C-C179-2349-37F8-D98A535DB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592222-B3A5-1081-9816-A3FD942E1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4DE100-398B-535B-B807-E50944BD6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4856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4FFFC-DE26-2C98-43CC-EEAA69D35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673050-7946-7137-7B9E-59BDABAA9D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A03BBA-1CB2-99AB-9B66-B5E3124B3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E0A4C8-BC42-38C2-AC7B-0715B4D474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691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49DD8-BF45-2A0D-59A7-C053E6E98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45C3A3-A571-E3EB-9A0E-2C2B5ED7A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E13356-88ED-1837-A664-FD84CFBA8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C7B7A1-26FA-FF77-110F-F15589CFFD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429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2026. 10. 7.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48935-DA93-1F89-C2C8-9496EA63E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70">
            <a:extLst>
              <a:ext uri="{FF2B5EF4-FFF2-40B4-BE49-F238E27FC236}">
                <a16:creationId xmlns:a16="http://schemas.microsoft.com/office/drawing/2014/main" id="{44B02308-6C79-9584-B6C8-EE4C091A7BE1}"/>
              </a:ext>
            </a:extLst>
          </p:cNvPr>
          <p:cNvSpPr/>
          <p:nvPr/>
        </p:nvSpPr>
        <p:spPr>
          <a:xfrm>
            <a:off x="3674134" y="3680817"/>
            <a:ext cx="4916537" cy="1144156"/>
          </a:xfrm>
          <a:prstGeom prst="roundRect">
            <a:avLst>
              <a:gd name="adj" fmla="val 7013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llm </a:t>
            </a:r>
          </a:p>
          <a:p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11" name="사각형: 둥근 모서리 70">
            <a:extLst>
              <a:ext uri="{FF2B5EF4-FFF2-40B4-BE49-F238E27FC236}">
                <a16:creationId xmlns:a16="http://schemas.microsoft.com/office/drawing/2014/main" id="{E4D58C26-69D4-67D5-73E4-DC2CE75B78E2}"/>
              </a:ext>
            </a:extLst>
          </p:cNvPr>
          <p:cNvSpPr/>
          <p:nvPr/>
        </p:nvSpPr>
        <p:spPr>
          <a:xfrm>
            <a:off x="105645" y="1406769"/>
            <a:ext cx="6908115" cy="2135732"/>
          </a:xfrm>
          <a:prstGeom prst="roundRect">
            <a:avLst>
              <a:gd name="adj" fmla="val 3231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 err="1"/>
              <a:t>istio</a:t>
            </a:r>
            <a:r>
              <a:rPr lang="en-US" altLang="ko-KR" sz="1000"/>
              <a:t>-system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2" name="사각형: 둥근 모서리 70">
            <a:extLst>
              <a:ext uri="{FF2B5EF4-FFF2-40B4-BE49-F238E27FC236}">
                <a16:creationId xmlns:a16="http://schemas.microsoft.com/office/drawing/2014/main" id="{8A647843-F2A6-9CC1-6635-8DBFB8BFA57E}"/>
              </a:ext>
            </a:extLst>
          </p:cNvPr>
          <p:cNvSpPr/>
          <p:nvPr/>
        </p:nvSpPr>
        <p:spPr>
          <a:xfrm>
            <a:off x="1105454" y="130383"/>
            <a:ext cx="2503505" cy="1144159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Gateway API Resources</a:t>
            </a:r>
            <a:endParaRPr lang="ko-KR" altLang="en-US" sz="1000"/>
          </a:p>
        </p:txBody>
      </p:sp>
      <p:sp>
        <p:nvSpPr>
          <p:cNvPr id="14" name="사각형: 둥근 모서리 12">
            <a:extLst>
              <a:ext uri="{FF2B5EF4-FFF2-40B4-BE49-F238E27FC236}">
                <a16:creationId xmlns:a16="http://schemas.microsoft.com/office/drawing/2014/main" id="{9E62BF3C-07D3-C2BB-C8E9-B15FF693A227}"/>
              </a:ext>
            </a:extLst>
          </p:cNvPr>
          <p:cNvSpPr/>
          <p:nvPr/>
        </p:nvSpPr>
        <p:spPr>
          <a:xfrm>
            <a:off x="1174461" y="416427"/>
            <a:ext cx="1139438" cy="361356"/>
          </a:xfrm>
          <a:prstGeom prst="roundRect">
            <a:avLst>
              <a:gd name="adj" fmla="val 10920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sp>
        <p:nvSpPr>
          <p:cNvPr id="25" name="사각형: 둥근 모서리 12">
            <a:extLst>
              <a:ext uri="{FF2B5EF4-FFF2-40B4-BE49-F238E27FC236}">
                <a16:creationId xmlns:a16="http://schemas.microsoft.com/office/drawing/2014/main" id="{71AC3E03-0B6C-DA00-35AC-B060BE744CBA}"/>
              </a:ext>
            </a:extLst>
          </p:cNvPr>
          <p:cNvSpPr/>
          <p:nvPr/>
        </p:nvSpPr>
        <p:spPr>
          <a:xfrm>
            <a:off x="1058013" y="1472178"/>
            <a:ext cx="5852327" cy="2006380"/>
          </a:xfrm>
          <a:prstGeom prst="roundRect">
            <a:avLst>
              <a:gd name="adj" fmla="val 4149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r>
              <a:rPr lang="en-US" altLang="ko-KR" sz="900"/>
              <a:t>istiod </a:t>
            </a:r>
            <a:r>
              <a:rPr lang="en-US" altLang="ko-KR" sz="900" b="1"/>
              <a:t>Pod</a:t>
            </a:r>
            <a:endParaRPr lang="ko-KR" altLang="en-US" sz="900" b="1"/>
          </a:p>
        </p:txBody>
      </p:sp>
      <p:sp>
        <p:nvSpPr>
          <p:cNvPr id="34" name="사각형: 둥근 모서리 70">
            <a:extLst>
              <a:ext uri="{FF2B5EF4-FFF2-40B4-BE49-F238E27FC236}">
                <a16:creationId xmlns:a16="http://schemas.microsoft.com/office/drawing/2014/main" id="{7394B3CD-9703-FBE9-8EC4-DBB79035D0FF}"/>
              </a:ext>
            </a:extLst>
          </p:cNvPr>
          <p:cNvSpPr/>
          <p:nvPr/>
        </p:nvSpPr>
        <p:spPr>
          <a:xfrm>
            <a:off x="3687542" y="130383"/>
            <a:ext cx="1294925" cy="1144159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Istio CRs</a:t>
            </a:r>
            <a:endParaRPr lang="ko-KR" altLang="en-US" sz="1000"/>
          </a:p>
        </p:txBody>
      </p:sp>
      <p:sp>
        <p:nvSpPr>
          <p:cNvPr id="38" name="사각형: 둥근 모서리 70">
            <a:extLst>
              <a:ext uri="{FF2B5EF4-FFF2-40B4-BE49-F238E27FC236}">
                <a16:creationId xmlns:a16="http://schemas.microsoft.com/office/drawing/2014/main" id="{C0837E3D-2005-D8B9-67B8-47535FE0FE53}"/>
              </a:ext>
            </a:extLst>
          </p:cNvPr>
          <p:cNvSpPr/>
          <p:nvPr/>
        </p:nvSpPr>
        <p:spPr>
          <a:xfrm>
            <a:off x="5056563" y="130383"/>
            <a:ext cx="1294925" cy="1144159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K8s Resources</a:t>
            </a:r>
            <a:endParaRPr lang="ko-KR" altLang="en-US" sz="1000"/>
          </a:p>
        </p:txBody>
      </p:sp>
      <p:sp>
        <p:nvSpPr>
          <p:cNvPr id="29" name="사각형: 둥근 모서리 12">
            <a:extLst>
              <a:ext uri="{FF2B5EF4-FFF2-40B4-BE49-F238E27FC236}">
                <a16:creationId xmlns:a16="http://schemas.microsoft.com/office/drawing/2014/main" id="{7398BB5A-902D-805E-C693-0E7713437A62}"/>
              </a:ext>
            </a:extLst>
          </p:cNvPr>
          <p:cNvSpPr/>
          <p:nvPr/>
        </p:nvSpPr>
        <p:spPr>
          <a:xfrm>
            <a:off x="2392804" y="1527123"/>
            <a:ext cx="1139438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 API</a:t>
            </a:r>
          </a:p>
          <a:p>
            <a:pPr algn="ctr"/>
            <a:r>
              <a:rPr lang="en-US" altLang="ko-KR" sz="900" b="1"/>
              <a:t>Controller</a:t>
            </a:r>
            <a:endParaRPr lang="ko-KR" altLang="en-US" sz="900" b="1"/>
          </a:p>
        </p:txBody>
      </p:sp>
      <p:sp>
        <p:nvSpPr>
          <p:cNvPr id="30" name="사각형: 둥근 모서리 12">
            <a:extLst>
              <a:ext uri="{FF2B5EF4-FFF2-40B4-BE49-F238E27FC236}">
                <a16:creationId xmlns:a16="http://schemas.microsoft.com/office/drawing/2014/main" id="{037D21F8-E5ED-A6B5-287D-EECDBFDC1EED}"/>
              </a:ext>
            </a:extLst>
          </p:cNvPr>
          <p:cNvSpPr/>
          <p:nvPr/>
        </p:nvSpPr>
        <p:spPr>
          <a:xfrm>
            <a:off x="3631939" y="1527122"/>
            <a:ext cx="710351" cy="36135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crdclient</a:t>
            </a:r>
            <a:endParaRPr lang="ko-KR" altLang="en-US" sz="900" b="1"/>
          </a:p>
        </p:txBody>
      </p:sp>
      <p:sp>
        <p:nvSpPr>
          <p:cNvPr id="32" name="사각형: 둥근 모서리 12">
            <a:extLst>
              <a:ext uri="{FF2B5EF4-FFF2-40B4-BE49-F238E27FC236}">
                <a16:creationId xmlns:a16="http://schemas.microsoft.com/office/drawing/2014/main" id="{D5F78397-3EF4-CD4B-A2E0-B4A262496F0D}"/>
              </a:ext>
            </a:extLst>
          </p:cNvPr>
          <p:cNvSpPr/>
          <p:nvPr/>
        </p:nvSpPr>
        <p:spPr>
          <a:xfrm>
            <a:off x="4438273" y="1527121"/>
            <a:ext cx="1139438" cy="36135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 Registry</a:t>
            </a:r>
            <a:endParaRPr lang="ko-KR" altLang="en-US" sz="900" b="1"/>
          </a:p>
        </p:txBody>
      </p:sp>
      <p:sp>
        <p:nvSpPr>
          <p:cNvPr id="33" name="사각형: 둥근 모서리 12">
            <a:extLst>
              <a:ext uri="{FF2B5EF4-FFF2-40B4-BE49-F238E27FC236}">
                <a16:creationId xmlns:a16="http://schemas.microsoft.com/office/drawing/2014/main" id="{B336371F-6063-1F5B-62B5-45ECABA962F0}"/>
              </a:ext>
            </a:extLst>
          </p:cNvPr>
          <p:cNvSpPr/>
          <p:nvPr/>
        </p:nvSpPr>
        <p:spPr>
          <a:xfrm>
            <a:off x="1153669" y="1527121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5" name="사각형: 둥근 모서리 12">
            <a:extLst>
              <a:ext uri="{FF2B5EF4-FFF2-40B4-BE49-F238E27FC236}">
                <a16:creationId xmlns:a16="http://schemas.microsoft.com/office/drawing/2014/main" id="{9A948E68-4D8E-F94F-9465-0171D4D976CA}"/>
              </a:ext>
            </a:extLst>
          </p:cNvPr>
          <p:cNvSpPr/>
          <p:nvPr/>
        </p:nvSpPr>
        <p:spPr>
          <a:xfrm>
            <a:off x="2409914" y="416428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20" name="사각형: 둥근 모서리 12">
            <a:extLst>
              <a:ext uri="{FF2B5EF4-FFF2-40B4-BE49-F238E27FC236}">
                <a16:creationId xmlns:a16="http://schemas.microsoft.com/office/drawing/2014/main" id="{CC85D6B8-6D50-B2CF-C751-325EC53C01B9}"/>
              </a:ext>
            </a:extLst>
          </p:cNvPr>
          <p:cNvSpPr/>
          <p:nvPr/>
        </p:nvSpPr>
        <p:spPr>
          <a:xfrm>
            <a:off x="2409914" y="859216"/>
            <a:ext cx="1139438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HTTPRoute</a:t>
            </a:r>
            <a:endParaRPr lang="ko-KR" altLang="en-US" sz="900" b="1"/>
          </a:p>
        </p:txBody>
      </p:sp>
      <p:sp>
        <p:nvSpPr>
          <p:cNvPr id="36" name="사각형: 둥근 모서리 12">
            <a:extLst>
              <a:ext uri="{FF2B5EF4-FFF2-40B4-BE49-F238E27FC236}">
                <a16:creationId xmlns:a16="http://schemas.microsoft.com/office/drawing/2014/main" id="{A3F22B83-373D-BB1F-7AF8-8FF7CC943CCA}"/>
              </a:ext>
            </a:extLst>
          </p:cNvPr>
          <p:cNvSpPr/>
          <p:nvPr/>
        </p:nvSpPr>
        <p:spPr>
          <a:xfrm>
            <a:off x="3761638" y="419148"/>
            <a:ext cx="1139438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37" name="사각형: 둥근 모서리 12">
            <a:extLst>
              <a:ext uri="{FF2B5EF4-FFF2-40B4-BE49-F238E27FC236}">
                <a16:creationId xmlns:a16="http://schemas.microsoft.com/office/drawing/2014/main" id="{38E63478-F04C-414B-A98C-1EB38E370CEC}"/>
              </a:ext>
            </a:extLst>
          </p:cNvPr>
          <p:cNvSpPr/>
          <p:nvPr/>
        </p:nvSpPr>
        <p:spPr>
          <a:xfrm>
            <a:off x="3761638" y="857084"/>
            <a:ext cx="1139438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VirtualService</a:t>
            </a:r>
            <a:endParaRPr lang="ko-KR" altLang="en-US" sz="900" b="1"/>
          </a:p>
        </p:txBody>
      </p:sp>
      <p:sp>
        <p:nvSpPr>
          <p:cNvPr id="39" name="사각형: 둥근 모서리 12">
            <a:extLst>
              <a:ext uri="{FF2B5EF4-FFF2-40B4-BE49-F238E27FC236}">
                <a16:creationId xmlns:a16="http://schemas.microsoft.com/office/drawing/2014/main" id="{6C485D67-7186-BBDB-5874-DA67941EFCE1}"/>
              </a:ext>
            </a:extLst>
          </p:cNvPr>
          <p:cNvSpPr/>
          <p:nvPr/>
        </p:nvSpPr>
        <p:spPr>
          <a:xfrm>
            <a:off x="5131527" y="420308"/>
            <a:ext cx="1139438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Service</a:t>
            </a:r>
            <a:endParaRPr lang="ko-KR" altLang="en-US" sz="900" b="1"/>
          </a:p>
        </p:txBody>
      </p:sp>
      <p:sp>
        <p:nvSpPr>
          <p:cNvPr id="40" name="사각형: 둥근 모서리 12">
            <a:extLst>
              <a:ext uri="{FF2B5EF4-FFF2-40B4-BE49-F238E27FC236}">
                <a16:creationId xmlns:a16="http://schemas.microsoft.com/office/drawing/2014/main" id="{4756C286-EB39-2610-452A-A6ED282A86EF}"/>
              </a:ext>
            </a:extLst>
          </p:cNvPr>
          <p:cNvSpPr/>
          <p:nvPr/>
        </p:nvSpPr>
        <p:spPr>
          <a:xfrm>
            <a:off x="5131527" y="858244"/>
            <a:ext cx="1139438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Endpoints</a:t>
            </a:r>
            <a:endParaRPr lang="ko-KR" altLang="en-US" sz="900" b="1"/>
          </a:p>
        </p:txBody>
      </p:sp>
      <p:sp>
        <p:nvSpPr>
          <p:cNvPr id="43" name="사각형: 둥근 모서리 12">
            <a:extLst>
              <a:ext uri="{FF2B5EF4-FFF2-40B4-BE49-F238E27FC236}">
                <a16:creationId xmlns:a16="http://schemas.microsoft.com/office/drawing/2014/main" id="{87C30A7A-EA79-32E6-43B6-EDC2E176FA91}"/>
              </a:ext>
            </a:extLst>
          </p:cNvPr>
          <p:cNvSpPr/>
          <p:nvPr/>
        </p:nvSpPr>
        <p:spPr>
          <a:xfrm>
            <a:off x="2389482" y="2026399"/>
            <a:ext cx="4428454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PushContext</a:t>
            </a:r>
            <a:endParaRPr lang="ko-KR" altLang="en-US" sz="900" b="1"/>
          </a:p>
        </p:txBody>
      </p:sp>
      <p:sp>
        <p:nvSpPr>
          <p:cNvPr id="44" name="사각형: 둥근 모서리 12">
            <a:extLst>
              <a:ext uri="{FF2B5EF4-FFF2-40B4-BE49-F238E27FC236}">
                <a16:creationId xmlns:a16="http://schemas.microsoft.com/office/drawing/2014/main" id="{12262256-0497-0BBC-0FD8-154874607E06}"/>
              </a:ext>
            </a:extLst>
          </p:cNvPr>
          <p:cNvSpPr/>
          <p:nvPr/>
        </p:nvSpPr>
        <p:spPr>
          <a:xfrm>
            <a:off x="2389482" y="2525412"/>
            <a:ext cx="4428454" cy="37277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ConfigGenerator</a:t>
            </a:r>
            <a:br>
              <a:rPr lang="en-US" altLang="ko-KR" sz="900" b="1"/>
            </a:br>
            <a:r>
              <a:rPr lang="en-US" altLang="ko-KR" sz="900"/>
              <a:t>(Gateway to Listener, Virtual Service to Route)</a:t>
            </a:r>
            <a:endParaRPr lang="ko-KR" altLang="en-US" sz="900"/>
          </a:p>
        </p:txBody>
      </p:sp>
      <p:sp>
        <p:nvSpPr>
          <p:cNvPr id="52" name="사각형: 둥근 모서리 12">
            <a:extLst>
              <a:ext uri="{FF2B5EF4-FFF2-40B4-BE49-F238E27FC236}">
                <a16:creationId xmlns:a16="http://schemas.microsoft.com/office/drawing/2014/main" id="{8C7A4617-ACE0-BAF1-6AE9-3AEAA67AE5FC}"/>
              </a:ext>
            </a:extLst>
          </p:cNvPr>
          <p:cNvSpPr/>
          <p:nvPr/>
        </p:nvSpPr>
        <p:spPr>
          <a:xfrm>
            <a:off x="2389482" y="3035843"/>
            <a:ext cx="4428454" cy="372774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DiscoveryServer </a:t>
            </a:r>
            <a:r>
              <a:rPr lang="en-US" altLang="ko-KR" sz="900"/>
              <a:t>(xDS Push)</a:t>
            </a:r>
            <a:endParaRPr lang="ko-KR" altLang="en-US" sz="900"/>
          </a:p>
        </p:txBody>
      </p:sp>
      <p:cxnSp>
        <p:nvCxnSpPr>
          <p:cNvPr id="66" name="직선 화살표 연결선 96">
            <a:extLst>
              <a:ext uri="{FF2B5EF4-FFF2-40B4-BE49-F238E27FC236}">
                <a16:creationId xmlns:a16="http://schemas.microsoft.com/office/drawing/2014/main" id="{31B64E8C-F3C7-4B01-5A76-53C00F0E7EBB}"/>
              </a:ext>
            </a:extLst>
          </p:cNvPr>
          <p:cNvCxnSpPr>
            <a:cxnSpLocks/>
            <a:stCxn id="32" idx="2"/>
            <a:endCxn id="43" idx="0"/>
          </p:cNvCxnSpPr>
          <p:nvPr/>
        </p:nvCxnSpPr>
        <p:spPr>
          <a:xfrm flipH="1">
            <a:off x="4603709" y="1888475"/>
            <a:ext cx="404283" cy="13792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96">
            <a:extLst>
              <a:ext uri="{FF2B5EF4-FFF2-40B4-BE49-F238E27FC236}">
                <a16:creationId xmlns:a16="http://schemas.microsoft.com/office/drawing/2014/main" id="{351F0AFB-78BE-3581-3384-6121FCBADC7F}"/>
              </a:ext>
            </a:extLst>
          </p:cNvPr>
          <p:cNvCxnSpPr>
            <a:cxnSpLocks/>
            <a:stCxn id="30" idx="2"/>
            <a:endCxn id="43" idx="0"/>
          </p:cNvCxnSpPr>
          <p:nvPr/>
        </p:nvCxnSpPr>
        <p:spPr>
          <a:xfrm>
            <a:off x="3987115" y="1888476"/>
            <a:ext cx="616594" cy="13792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96">
            <a:extLst>
              <a:ext uri="{FF2B5EF4-FFF2-40B4-BE49-F238E27FC236}">
                <a16:creationId xmlns:a16="http://schemas.microsoft.com/office/drawing/2014/main" id="{3F774095-091A-21AC-693D-576F43F2B2DE}"/>
              </a:ext>
            </a:extLst>
          </p:cNvPr>
          <p:cNvCxnSpPr>
            <a:cxnSpLocks/>
            <a:stCxn id="29" idx="2"/>
            <a:endCxn id="43" idx="0"/>
          </p:cNvCxnSpPr>
          <p:nvPr/>
        </p:nvCxnSpPr>
        <p:spPr>
          <a:xfrm>
            <a:off x="2962523" y="1888477"/>
            <a:ext cx="1641186" cy="13792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96">
            <a:extLst>
              <a:ext uri="{FF2B5EF4-FFF2-40B4-BE49-F238E27FC236}">
                <a16:creationId xmlns:a16="http://schemas.microsoft.com/office/drawing/2014/main" id="{E2FF177A-B115-1640-4268-E00234666468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4603709" y="2387755"/>
            <a:ext cx="0" cy="13765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96">
            <a:extLst>
              <a:ext uri="{FF2B5EF4-FFF2-40B4-BE49-F238E27FC236}">
                <a16:creationId xmlns:a16="http://schemas.microsoft.com/office/drawing/2014/main" id="{31078A02-CAA4-34FF-5D7D-FCABD7F8FD90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4603709" y="2898186"/>
            <a:ext cx="0" cy="13765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사각형: 둥근 모서리 70">
            <a:extLst>
              <a:ext uri="{FF2B5EF4-FFF2-40B4-BE49-F238E27FC236}">
                <a16:creationId xmlns:a16="http://schemas.microsoft.com/office/drawing/2014/main" id="{A0B19D08-8280-D049-F38E-9701D3556E6A}"/>
              </a:ext>
            </a:extLst>
          </p:cNvPr>
          <p:cNvSpPr/>
          <p:nvPr/>
        </p:nvSpPr>
        <p:spPr>
          <a:xfrm>
            <a:off x="100858" y="3680815"/>
            <a:ext cx="3412809" cy="1144158"/>
          </a:xfrm>
          <a:prstGeom prst="roundRect">
            <a:avLst>
              <a:gd name="adj" fmla="val 7360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gateway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93" name="사각형: 둥근 모서리 12">
            <a:extLst>
              <a:ext uri="{FF2B5EF4-FFF2-40B4-BE49-F238E27FC236}">
                <a16:creationId xmlns:a16="http://schemas.microsoft.com/office/drawing/2014/main" id="{F8FB062C-2212-F21D-9A48-FEFF058F8C76}"/>
              </a:ext>
            </a:extLst>
          </p:cNvPr>
          <p:cNvSpPr/>
          <p:nvPr/>
        </p:nvSpPr>
        <p:spPr>
          <a:xfrm>
            <a:off x="2259340" y="3788289"/>
            <a:ext cx="1139438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 b="1"/>
              <a:t>Service (LB)</a:t>
            </a:r>
            <a:endParaRPr lang="ko-KR" altLang="en-US" sz="900" b="1"/>
          </a:p>
        </p:txBody>
      </p:sp>
      <p:sp>
        <p:nvSpPr>
          <p:cNvPr id="98" name="사각형: 둥근 모서리 12">
            <a:extLst>
              <a:ext uri="{FF2B5EF4-FFF2-40B4-BE49-F238E27FC236}">
                <a16:creationId xmlns:a16="http://schemas.microsoft.com/office/drawing/2014/main" id="{23011529-18BF-2327-3ED9-946FAFF12CFA}"/>
              </a:ext>
            </a:extLst>
          </p:cNvPr>
          <p:cNvSpPr/>
          <p:nvPr/>
        </p:nvSpPr>
        <p:spPr>
          <a:xfrm>
            <a:off x="2256141" y="4284284"/>
            <a:ext cx="1139438" cy="442788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02" name="사각형: 둥근 모서리 70">
            <a:extLst>
              <a:ext uri="{FF2B5EF4-FFF2-40B4-BE49-F238E27FC236}">
                <a16:creationId xmlns:a16="http://schemas.microsoft.com/office/drawing/2014/main" id="{288D9A68-F395-7F2B-F23D-85F11B5D4AA0}"/>
              </a:ext>
            </a:extLst>
          </p:cNvPr>
          <p:cNvSpPr/>
          <p:nvPr/>
        </p:nvSpPr>
        <p:spPr>
          <a:xfrm>
            <a:off x="2205392" y="3748551"/>
            <a:ext cx="1243318" cy="1021676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  <p:cxnSp>
        <p:nvCxnSpPr>
          <p:cNvPr id="113" name="직선 화살표 연결선 96">
            <a:extLst>
              <a:ext uri="{FF2B5EF4-FFF2-40B4-BE49-F238E27FC236}">
                <a16:creationId xmlns:a16="http://schemas.microsoft.com/office/drawing/2014/main" id="{1D62E48E-D509-85DA-0713-6144E51AE306}"/>
              </a:ext>
            </a:extLst>
          </p:cNvPr>
          <p:cNvCxnSpPr>
            <a:cxnSpLocks/>
            <a:stCxn id="33" idx="2"/>
            <a:endCxn id="102" idx="0"/>
          </p:cNvCxnSpPr>
          <p:nvPr/>
        </p:nvCxnSpPr>
        <p:spPr>
          <a:xfrm>
            <a:off x="1723388" y="1888477"/>
            <a:ext cx="1103663" cy="186007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96">
            <a:extLst>
              <a:ext uri="{FF2B5EF4-FFF2-40B4-BE49-F238E27FC236}">
                <a16:creationId xmlns:a16="http://schemas.microsoft.com/office/drawing/2014/main" id="{F9CDCCD0-A501-5659-9FBA-488CCAB5DDAC}"/>
              </a:ext>
            </a:extLst>
          </p:cNvPr>
          <p:cNvCxnSpPr>
            <a:cxnSpLocks/>
            <a:stCxn id="52" idx="2"/>
            <a:endCxn id="98" idx="0"/>
          </p:cNvCxnSpPr>
          <p:nvPr/>
        </p:nvCxnSpPr>
        <p:spPr>
          <a:xfrm flipH="1">
            <a:off x="2825860" y="3408617"/>
            <a:ext cx="1777849" cy="87566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70">
            <a:extLst>
              <a:ext uri="{FF2B5EF4-FFF2-40B4-BE49-F238E27FC236}">
                <a16:creationId xmlns:a16="http://schemas.microsoft.com/office/drawing/2014/main" id="{E4A516C2-20AA-FAE5-2A00-B28A11A2187E}"/>
              </a:ext>
            </a:extLst>
          </p:cNvPr>
          <p:cNvSpPr/>
          <p:nvPr/>
        </p:nvSpPr>
        <p:spPr>
          <a:xfrm>
            <a:off x="6420618" y="130383"/>
            <a:ext cx="1541861" cy="1144159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/>
              <a:t>Inference Resources</a:t>
            </a:r>
            <a:endParaRPr lang="ko-KR" altLang="en-US" sz="1000"/>
          </a:p>
        </p:txBody>
      </p:sp>
      <p:sp>
        <p:nvSpPr>
          <p:cNvPr id="19" name="사각형: 둥근 모서리 12">
            <a:extLst>
              <a:ext uri="{FF2B5EF4-FFF2-40B4-BE49-F238E27FC236}">
                <a16:creationId xmlns:a16="http://schemas.microsoft.com/office/drawing/2014/main" id="{B73DE07D-2D2F-19B9-AEFA-6E0BACCD9982}"/>
              </a:ext>
            </a:extLst>
          </p:cNvPr>
          <p:cNvSpPr/>
          <p:nvPr/>
        </p:nvSpPr>
        <p:spPr>
          <a:xfrm>
            <a:off x="6495582" y="420308"/>
            <a:ext cx="1388360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InferencePool</a:t>
            </a:r>
            <a:endParaRPr lang="ko-KR" altLang="en-US" sz="900" b="1"/>
          </a:p>
        </p:txBody>
      </p:sp>
      <p:sp>
        <p:nvSpPr>
          <p:cNvPr id="26" name="사각형: 둥근 모서리 12">
            <a:extLst>
              <a:ext uri="{FF2B5EF4-FFF2-40B4-BE49-F238E27FC236}">
                <a16:creationId xmlns:a16="http://schemas.microsoft.com/office/drawing/2014/main" id="{52B600A3-4623-A65B-74F7-3E54FB888BA9}"/>
              </a:ext>
            </a:extLst>
          </p:cNvPr>
          <p:cNvSpPr/>
          <p:nvPr/>
        </p:nvSpPr>
        <p:spPr>
          <a:xfrm>
            <a:off x="6495581" y="858244"/>
            <a:ext cx="1388361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InferenceObjective</a:t>
            </a:r>
            <a:endParaRPr lang="ko-KR" altLang="en-US" sz="900" b="1"/>
          </a:p>
        </p:txBody>
      </p:sp>
      <p:sp>
        <p:nvSpPr>
          <p:cNvPr id="47" name="사각형: 둥근 모서리 12">
            <a:extLst>
              <a:ext uri="{FF2B5EF4-FFF2-40B4-BE49-F238E27FC236}">
                <a16:creationId xmlns:a16="http://schemas.microsoft.com/office/drawing/2014/main" id="{AC388606-8141-6531-0CA6-46DC17C60BFF}"/>
              </a:ext>
            </a:extLst>
          </p:cNvPr>
          <p:cNvSpPr/>
          <p:nvPr/>
        </p:nvSpPr>
        <p:spPr>
          <a:xfrm>
            <a:off x="5678498" y="1527121"/>
            <a:ext cx="1139438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InferencePool</a:t>
            </a:r>
          </a:p>
          <a:p>
            <a:pPr algn="ctr"/>
            <a:r>
              <a:rPr lang="en-US" altLang="ko-KR" sz="900" b="1"/>
              <a:t>Controller</a:t>
            </a:r>
            <a:endParaRPr lang="ko-KR" altLang="en-US" sz="900" b="1"/>
          </a:p>
        </p:txBody>
      </p:sp>
      <p:cxnSp>
        <p:nvCxnSpPr>
          <p:cNvPr id="73" name="직선 화살표 연결선 96">
            <a:extLst>
              <a:ext uri="{FF2B5EF4-FFF2-40B4-BE49-F238E27FC236}">
                <a16:creationId xmlns:a16="http://schemas.microsoft.com/office/drawing/2014/main" id="{4729B2C8-2B41-1A98-0070-9AF7E973D210}"/>
              </a:ext>
            </a:extLst>
          </p:cNvPr>
          <p:cNvCxnSpPr>
            <a:cxnSpLocks/>
            <a:stCxn id="47" idx="2"/>
            <a:endCxn id="43" idx="0"/>
          </p:cNvCxnSpPr>
          <p:nvPr/>
        </p:nvCxnSpPr>
        <p:spPr>
          <a:xfrm flipH="1">
            <a:off x="4603709" y="1888475"/>
            <a:ext cx="1644508" cy="13792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사각형: 둥근 모서리 12">
            <a:extLst>
              <a:ext uri="{FF2B5EF4-FFF2-40B4-BE49-F238E27FC236}">
                <a16:creationId xmlns:a16="http://schemas.microsoft.com/office/drawing/2014/main" id="{EBBA435F-DCB7-81B1-26A6-B00324543DDD}"/>
              </a:ext>
            </a:extLst>
          </p:cNvPr>
          <p:cNvSpPr/>
          <p:nvPr/>
        </p:nvSpPr>
        <p:spPr>
          <a:xfrm>
            <a:off x="5921369" y="4276478"/>
            <a:ext cx="120300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model-a</a:t>
            </a:r>
            <a:br>
              <a:rPr lang="en-US" altLang="ko-KR" sz="900"/>
            </a:br>
            <a:r>
              <a:rPr lang="en-US" altLang="ko-KR" sz="900"/>
              <a:t>(envoy sidecar)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87" name="사각형: 둥근 모서리 12">
            <a:extLst>
              <a:ext uri="{FF2B5EF4-FFF2-40B4-BE49-F238E27FC236}">
                <a16:creationId xmlns:a16="http://schemas.microsoft.com/office/drawing/2014/main" id="{E5AA33A9-AB3C-AC6A-A19B-677CE8D8F029}"/>
              </a:ext>
            </a:extLst>
          </p:cNvPr>
          <p:cNvSpPr/>
          <p:nvPr/>
        </p:nvSpPr>
        <p:spPr>
          <a:xfrm>
            <a:off x="5921368" y="3793042"/>
            <a:ext cx="1203009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model-a</a:t>
            </a:r>
          </a:p>
          <a:p>
            <a:pPr algn="ctr"/>
            <a:r>
              <a:rPr lang="en-US" altLang="ko-KR" sz="900" b="1"/>
              <a:t>Service (Headless)</a:t>
            </a:r>
            <a:endParaRPr lang="ko-KR" altLang="en-US" sz="900" b="1"/>
          </a:p>
        </p:txBody>
      </p:sp>
      <p:cxnSp>
        <p:nvCxnSpPr>
          <p:cNvPr id="101" name="직선 화살표 연결선 96">
            <a:extLst>
              <a:ext uri="{FF2B5EF4-FFF2-40B4-BE49-F238E27FC236}">
                <a16:creationId xmlns:a16="http://schemas.microsoft.com/office/drawing/2014/main" id="{22B654DB-3CE0-3A84-9D0C-866FB08EC680}"/>
              </a:ext>
            </a:extLst>
          </p:cNvPr>
          <p:cNvCxnSpPr>
            <a:cxnSpLocks/>
            <a:stCxn id="47" idx="2"/>
            <a:endCxn id="87" idx="0"/>
          </p:cNvCxnSpPr>
          <p:nvPr/>
        </p:nvCxnSpPr>
        <p:spPr>
          <a:xfrm>
            <a:off x="6248217" y="1888475"/>
            <a:ext cx="274656" cy="1904567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사각형: 둥근 모서리 12">
            <a:extLst>
              <a:ext uri="{FF2B5EF4-FFF2-40B4-BE49-F238E27FC236}">
                <a16:creationId xmlns:a16="http://schemas.microsoft.com/office/drawing/2014/main" id="{EB7B6249-A770-EFCB-770B-171707A8304F}"/>
              </a:ext>
            </a:extLst>
          </p:cNvPr>
          <p:cNvSpPr/>
          <p:nvPr/>
        </p:nvSpPr>
        <p:spPr>
          <a:xfrm>
            <a:off x="7284844" y="4276478"/>
            <a:ext cx="1203008" cy="442788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model-a-epp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123" name="사각형: 둥근 모서리 12">
            <a:extLst>
              <a:ext uri="{FF2B5EF4-FFF2-40B4-BE49-F238E27FC236}">
                <a16:creationId xmlns:a16="http://schemas.microsoft.com/office/drawing/2014/main" id="{DF8EEFE9-5DFC-A1EA-652F-161E7E1F5F37}"/>
              </a:ext>
            </a:extLst>
          </p:cNvPr>
          <p:cNvSpPr/>
          <p:nvPr/>
        </p:nvSpPr>
        <p:spPr>
          <a:xfrm>
            <a:off x="7282437" y="3796812"/>
            <a:ext cx="1203009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model-a-epp</a:t>
            </a:r>
          </a:p>
          <a:p>
            <a:pPr algn="ctr"/>
            <a:r>
              <a:rPr lang="en-US" altLang="ko-KR" sz="900" b="1"/>
              <a:t>Service</a:t>
            </a:r>
            <a:endParaRPr lang="ko-KR" altLang="en-US" sz="900" b="1"/>
          </a:p>
        </p:txBody>
      </p:sp>
      <p:sp>
        <p:nvSpPr>
          <p:cNvPr id="8" name="사각형: 둥근 모서리 12">
            <a:extLst>
              <a:ext uri="{FF2B5EF4-FFF2-40B4-BE49-F238E27FC236}">
                <a16:creationId xmlns:a16="http://schemas.microsoft.com/office/drawing/2014/main" id="{B58E9FAA-A6C3-0EE2-89E2-9B506D1B3769}"/>
              </a:ext>
            </a:extLst>
          </p:cNvPr>
          <p:cNvSpPr/>
          <p:nvPr/>
        </p:nvSpPr>
        <p:spPr>
          <a:xfrm>
            <a:off x="999251" y="3788289"/>
            <a:ext cx="1139438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cxnSp>
        <p:nvCxnSpPr>
          <p:cNvPr id="21" name="직선 화살표 연결선 96">
            <a:extLst>
              <a:ext uri="{FF2B5EF4-FFF2-40B4-BE49-F238E27FC236}">
                <a16:creationId xmlns:a16="http://schemas.microsoft.com/office/drawing/2014/main" id="{A6F7FD66-8CAB-1DAD-244E-51799900FF0D}"/>
              </a:ext>
            </a:extLst>
          </p:cNvPr>
          <p:cNvCxnSpPr>
            <a:cxnSpLocks/>
            <a:stCxn id="8" idx="0"/>
            <a:endCxn id="29" idx="2"/>
          </p:cNvCxnSpPr>
          <p:nvPr/>
        </p:nvCxnSpPr>
        <p:spPr>
          <a:xfrm flipV="1">
            <a:off x="1568970" y="1888477"/>
            <a:ext cx="1393553" cy="189981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96">
            <a:extLst>
              <a:ext uri="{FF2B5EF4-FFF2-40B4-BE49-F238E27FC236}">
                <a16:creationId xmlns:a16="http://schemas.microsoft.com/office/drawing/2014/main" id="{4B2F95EB-AF0D-5D36-929C-B1111A042083}"/>
              </a:ext>
            </a:extLst>
          </p:cNvPr>
          <p:cNvCxnSpPr>
            <a:cxnSpLocks/>
            <a:stCxn id="8" idx="0"/>
            <a:endCxn id="33" idx="2"/>
          </p:cNvCxnSpPr>
          <p:nvPr/>
        </p:nvCxnSpPr>
        <p:spPr>
          <a:xfrm flipV="1">
            <a:off x="1568970" y="1888477"/>
            <a:ext cx="154418" cy="189981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12">
            <a:extLst>
              <a:ext uri="{FF2B5EF4-FFF2-40B4-BE49-F238E27FC236}">
                <a16:creationId xmlns:a16="http://schemas.microsoft.com/office/drawing/2014/main" id="{ABA04A8E-566D-E55B-4D42-BF0D7366CD05}"/>
              </a:ext>
            </a:extLst>
          </p:cNvPr>
          <p:cNvSpPr/>
          <p:nvPr/>
        </p:nvSpPr>
        <p:spPr>
          <a:xfrm>
            <a:off x="4573209" y="3796812"/>
            <a:ext cx="1203009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model-a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/>
          </a:p>
        </p:txBody>
      </p:sp>
      <p:cxnSp>
        <p:nvCxnSpPr>
          <p:cNvPr id="48" name="직선 화살표 연결선 96">
            <a:extLst>
              <a:ext uri="{FF2B5EF4-FFF2-40B4-BE49-F238E27FC236}">
                <a16:creationId xmlns:a16="http://schemas.microsoft.com/office/drawing/2014/main" id="{A8EAEB5D-DBEC-8A74-B4B4-F32E7ECC5C42}"/>
              </a:ext>
            </a:extLst>
          </p:cNvPr>
          <p:cNvCxnSpPr>
            <a:cxnSpLocks/>
            <a:stCxn id="41" idx="0"/>
            <a:endCxn id="29" idx="2"/>
          </p:cNvCxnSpPr>
          <p:nvPr/>
        </p:nvCxnSpPr>
        <p:spPr>
          <a:xfrm flipH="1" flipV="1">
            <a:off x="2962523" y="1888477"/>
            <a:ext cx="2212191" cy="190833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96">
            <a:extLst>
              <a:ext uri="{FF2B5EF4-FFF2-40B4-BE49-F238E27FC236}">
                <a16:creationId xmlns:a16="http://schemas.microsoft.com/office/drawing/2014/main" id="{9EAB0BC6-36DA-86B9-99AB-C506E86DE9F1}"/>
              </a:ext>
            </a:extLst>
          </p:cNvPr>
          <p:cNvCxnSpPr>
            <a:cxnSpLocks/>
            <a:stCxn id="47" idx="0"/>
            <a:endCxn id="26" idx="2"/>
          </p:cNvCxnSpPr>
          <p:nvPr/>
        </p:nvCxnSpPr>
        <p:spPr>
          <a:xfrm flipV="1">
            <a:off x="6248217" y="1219600"/>
            <a:ext cx="941545" cy="307521"/>
          </a:xfrm>
          <a:prstGeom prst="straightConnector1">
            <a:avLst/>
          </a:prstGeom>
          <a:ln w="12700"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96">
            <a:extLst>
              <a:ext uri="{FF2B5EF4-FFF2-40B4-BE49-F238E27FC236}">
                <a16:creationId xmlns:a16="http://schemas.microsoft.com/office/drawing/2014/main" id="{4B1480E4-0963-1DF9-4F31-4AB9CF55659E}"/>
              </a:ext>
            </a:extLst>
          </p:cNvPr>
          <p:cNvCxnSpPr>
            <a:cxnSpLocks/>
            <a:stCxn id="52" idx="2"/>
            <a:endCxn id="86" idx="0"/>
          </p:cNvCxnSpPr>
          <p:nvPr/>
        </p:nvCxnSpPr>
        <p:spPr>
          <a:xfrm>
            <a:off x="4603709" y="3408617"/>
            <a:ext cx="1919164" cy="86786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6">
            <a:extLst>
              <a:ext uri="{FF2B5EF4-FFF2-40B4-BE49-F238E27FC236}">
                <a16:creationId xmlns:a16="http://schemas.microsoft.com/office/drawing/2014/main" id="{8DF6E5C2-D1C5-0EF1-8693-1D194992459E}"/>
              </a:ext>
            </a:extLst>
          </p:cNvPr>
          <p:cNvCxnSpPr>
            <a:cxnSpLocks/>
            <a:stCxn id="32" idx="0"/>
            <a:endCxn id="38" idx="2"/>
          </p:cNvCxnSpPr>
          <p:nvPr/>
        </p:nvCxnSpPr>
        <p:spPr>
          <a:xfrm flipV="1">
            <a:off x="5007992" y="1274542"/>
            <a:ext cx="696034" cy="252579"/>
          </a:xfrm>
          <a:prstGeom prst="straightConnector1">
            <a:avLst/>
          </a:prstGeom>
          <a:ln w="12700"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96">
            <a:extLst>
              <a:ext uri="{FF2B5EF4-FFF2-40B4-BE49-F238E27FC236}">
                <a16:creationId xmlns:a16="http://schemas.microsoft.com/office/drawing/2014/main" id="{ABD9C5B3-306C-7942-D406-AD7A92995314}"/>
              </a:ext>
            </a:extLst>
          </p:cNvPr>
          <p:cNvCxnSpPr>
            <a:cxnSpLocks/>
            <a:stCxn id="30" idx="0"/>
            <a:endCxn id="34" idx="2"/>
          </p:cNvCxnSpPr>
          <p:nvPr/>
        </p:nvCxnSpPr>
        <p:spPr>
          <a:xfrm flipV="1">
            <a:off x="3987115" y="1274542"/>
            <a:ext cx="347890" cy="252580"/>
          </a:xfrm>
          <a:prstGeom prst="straightConnector1">
            <a:avLst/>
          </a:prstGeom>
          <a:ln w="12700"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96">
            <a:extLst>
              <a:ext uri="{FF2B5EF4-FFF2-40B4-BE49-F238E27FC236}">
                <a16:creationId xmlns:a16="http://schemas.microsoft.com/office/drawing/2014/main" id="{0D0F754D-3227-1237-23E4-C7E7489BE7BE}"/>
              </a:ext>
            </a:extLst>
          </p:cNvPr>
          <p:cNvCxnSpPr>
            <a:cxnSpLocks/>
            <a:stCxn id="29" idx="0"/>
            <a:endCxn id="12" idx="2"/>
          </p:cNvCxnSpPr>
          <p:nvPr/>
        </p:nvCxnSpPr>
        <p:spPr>
          <a:xfrm flipH="1" flipV="1">
            <a:off x="2357207" y="1274542"/>
            <a:ext cx="605316" cy="252581"/>
          </a:xfrm>
          <a:prstGeom prst="straightConnector1">
            <a:avLst/>
          </a:prstGeom>
          <a:ln w="12700"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사각형: 둥근 모서리 12">
            <a:extLst>
              <a:ext uri="{FF2B5EF4-FFF2-40B4-BE49-F238E27FC236}">
                <a16:creationId xmlns:a16="http://schemas.microsoft.com/office/drawing/2014/main" id="{9348C0B2-D979-A81D-37EA-8A905068501D}"/>
              </a:ext>
            </a:extLst>
          </p:cNvPr>
          <p:cNvSpPr/>
          <p:nvPr/>
        </p:nvSpPr>
        <p:spPr>
          <a:xfrm>
            <a:off x="4565867" y="4270256"/>
            <a:ext cx="1203009" cy="361354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model-a</a:t>
            </a:r>
          </a:p>
          <a:p>
            <a:pPr algn="ctr"/>
            <a:r>
              <a:rPr lang="en-US" altLang="ko-KR" sz="900" b="1"/>
              <a:t>InferencePool</a:t>
            </a:r>
            <a:endParaRPr lang="ko-KR" altLang="en-US" sz="900" b="1"/>
          </a:p>
        </p:txBody>
      </p:sp>
      <p:cxnSp>
        <p:nvCxnSpPr>
          <p:cNvPr id="117" name="직선 화살표 연결선 96">
            <a:extLst>
              <a:ext uri="{FF2B5EF4-FFF2-40B4-BE49-F238E27FC236}">
                <a16:creationId xmlns:a16="http://schemas.microsoft.com/office/drawing/2014/main" id="{F5E5DDC0-3652-FEF7-A4A5-FB957D45ACB8}"/>
              </a:ext>
            </a:extLst>
          </p:cNvPr>
          <p:cNvCxnSpPr>
            <a:cxnSpLocks/>
            <a:stCxn id="115" idx="0"/>
            <a:endCxn id="47" idx="2"/>
          </p:cNvCxnSpPr>
          <p:nvPr/>
        </p:nvCxnSpPr>
        <p:spPr>
          <a:xfrm flipV="1">
            <a:off x="5167372" y="1888475"/>
            <a:ext cx="1080845" cy="238178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96">
            <a:extLst>
              <a:ext uri="{FF2B5EF4-FFF2-40B4-BE49-F238E27FC236}">
                <a16:creationId xmlns:a16="http://schemas.microsoft.com/office/drawing/2014/main" id="{825BD806-0A3A-F56A-8684-D521FF132E26}"/>
              </a:ext>
            </a:extLst>
          </p:cNvPr>
          <p:cNvCxnSpPr>
            <a:cxnSpLocks/>
            <a:stCxn id="122" idx="1"/>
            <a:endCxn id="86" idx="3"/>
          </p:cNvCxnSpPr>
          <p:nvPr/>
        </p:nvCxnSpPr>
        <p:spPr>
          <a:xfrm flipH="1">
            <a:off x="7124377" y="4497872"/>
            <a:ext cx="160467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화살표 연결선 96">
            <a:extLst>
              <a:ext uri="{FF2B5EF4-FFF2-40B4-BE49-F238E27FC236}">
                <a16:creationId xmlns:a16="http://schemas.microsoft.com/office/drawing/2014/main" id="{521F2601-2ADE-E0D4-327D-E210255C9D71}"/>
              </a:ext>
            </a:extLst>
          </p:cNvPr>
          <p:cNvCxnSpPr>
            <a:cxnSpLocks/>
            <a:stCxn id="93" idx="2"/>
            <a:endCxn id="98" idx="0"/>
          </p:cNvCxnSpPr>
          <p:nvPr/>
        </p:nvCxnSpPr>
        <p:spPr>
          <a:xfrm flipH="1">
            <a:off x="2825860" y="4149643"/>
            <a:ext cx="3199" cy="13464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화살표 연결선 96">
            <a:extLst>
              <a:ext uri="{FF2B5EF4-FFF2-40B4-BE49-F238E27FC236}">
                <a16:creationId xmlns:a16="http://schemas.microsoft.com/office/drawing/2014/main" id="{73C0FE00-9195-50A8-4549-AB58E28C44C5}"/>
              </a:ext>
            </a:extLst>
          </p:cNvPr>
          <p:cNvCxnSpPr>
            <a:cxnSpLocks/>
            <a:stCxn id="8" idx="2"/>
            <a:endCxn id="102" idx="1"/>
          </p:cNvCxnSpPr>
          <p:nvPr/>
        </p:nvCxnSpPr>
        <p:spPr>
          <a:xfrm>
            <a:off x="1568970" y="4149643"/>
            <a:ext cx="636422" cy="10974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화살표 연결선 96">
            <a:extLst>
              <a:ext uri="{FF2B5EF4-FFF2-40B4-BE49-F238E27FC236}">
                <a16:creationId xmlns:a16="http://schemas.microsoft.com/office/drawing/2014/main" id="{DA463A9B-60E0-609A-7348-67DDBA7CD980}"/>
              </a:ext>
            </a:extLst>
          </p:cNvPr>
          <p:cNvCxnSpPr>
            <a:cxnSpLocks/>
          </p:cNvCxnSpPr>
          <p:nvPr/>
        </p:nvCxnSpPr>
        <p:spPr>
          <a:xfrm>
            <a:off x="7202687" y="1601569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E6B29A53-A95C-4DA2-1C3E-41C7D7F3A0A9}"/>
              </a:ext>
            </a:extLst>
          </p:cNvPr>
          <p:cNvSpPr txBox="1"/>
          <p:nvPr/>
        </p:nvSpPr>
        <p:spPr>
          <a:xfrm>
            <a:off x="7498430" y="1491799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Configs</a:t>
            </a:r>
            <a:endParaRPr lang="en-KR" sz="900"/>
          </a:p>
        </p:txBody>
      </p:sp>
      <p:cxnSp>
        <p:nvCxnSpPr>
          <p:cNvPr id="145" name="직선 화살표 연결선 96">
            <a:extLst>
              <a:ext uri="{FF2B5EF4-FFF2-40B4-BE49-F238E27FC236}">
                <a16:creationId xmlns:a16="http://schemas.microsoft.com/office/drawing/2014/main" id="{B880C99C-9E60-D028-46BC-CD5663304D62}"/>
              </a:ext>
            </a:extLst>
          </p:cNvPr>
          <p:cNvCxnSpPr>
            <a:cxnSpLocks/>
          </p:cNvCxnSpPr>
          <p:nvPr/>
        </p:nvCxnSpPr>
        <p:spPr>
          <a:xfrm>
            <a:off x="7202687" y="1851928"/>
            <a:ext cx="323569" cy="0"/>
          </a:xfrm>
          <a:prstGeom prst="straightConnector1">
            <a:avLst/>
          </a:prstGeom>
          <a:ln w="12700"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6CCAAF24-5C10-EF07-6A78-7097A2B6D75B}"/>
              </a:ext>
            </a:extLst>
          </p:cNvPr>
          <p:cNvSpPr txBox="1"/>
          <p:nvPr/>
        </p:nvSpPr>
        <p:spPr>
          <a:xfrm>
            <a:off x="7498430" y="1742158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Watch</a:t>
            </a:r>
            <a:endParaRPr lang="en-KR" sz="900"/>
          </a:p>
        </p:txBody>
      </p:sp>
      <p:cxnSp>
        <p:nvCxnSpPr>
          <p:cNvPr id="147" name="직선 화살표 연결선 96">
            <a:extLst>
              <a:ext uri="{FF2B5EF4-FFF2-40B4-BE49-F238E27FC236}">
                <a16:creationId xmlns:a16="http://schemas.microsoft.com/office/drawing/2014/main" id="{BF30E9D7-EFBA-7C7E-44D0-EFDBF2D3AA77}"/>
              </a:ext>
            </a:extLst>
          </p:cNvPr>
          <p:cNvCxnSpPr>
            <a:cxnSpLocks/>
          </p:cNvCxnSpPr>
          <p:nvPr/>
        </p:nvCxnSpPr>
        <p:spPr>
          <a:xfrm>
            <a:off x="7202687" y="2096641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0EB19046-6AEE-9A47-6E17-927E6164B903}"/>
              </a:ext>
            </a:extLst>
          </p:cNvPr>
          <p:cNvSpPr txBox="1"/>
          <p:nvPr/>
        </p:nvSpPr>
        <p:spPr>
          <a:xfrm>
            <a:off x="7498430" y="1986871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cxnSp>
        <p:nvCxnSpPr>
          <p:cNvPr id="149" name="직선 화살표 연결선 96">
            <a:extLst>
              <a:ext uri="{FF2B5EF4-FFF2-40B4-BE49-F238E27FC236}">
                <a16:creationId xmlns:a16="http://schemas.microsoft.com/office/drawing/2014/main" id="{4C50663D-16EF-85DF-1648-955EE3414CF7}"/>
              </a:ext>
            </a:extLst>
          </p:cNvPr>
          <p:cNvCxnSpPr>
            <a:cxnSpLocks/>
          </p:cNvCxnSpPr>
          <p:nvPr/>
        </p:nvCxnSpPr>
        <p:spPr>
          <a:xfrm>
            <a:off x="7203785" y="2334344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2887EACC-2004-A4B4-858F-667410228E45}"/>
              </a:ext>
            </a:extLst>
          </p:cNvPr>
          <p:cNvSpPr txBox="1"/>
          <p:nvPr/>
        </p:nvSpPr>
        <p:spPr>
          <a:xfrm>
            <a:off x="7499528" y="2224574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cxnSp>
        <p:nvCxnSpPr>
          <p:cNvPr id="151" name="직선 화살표 연결선 96">
            <a:extLst>
              <a:ext uri="{FF2B5EF4-FFF2-40B4-BE49-F238E27FC236}">
                <a16:creationId xmlns:a16="http://schemas.microsoft.com/office/drawing/2014/main" id="{BABA7FC1-7199-E155-D2DE-226EDF48A7DD}"/>
              </a:ext>
            </a:extLst>
          </p:cNvPr>
          <p:cNvCxnSpPr>
            <a:cxnSpLocks/>
          </p:cNvCxnSpPr>
          <p:nvPr/>
        </p:nvCxnSpPr>
        <p:spPr>
          <a:xfrm>
            <a:off x="7202687" y="2573555"/>
            <a:ext cx="323569" cy="0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6C4CA9CA-42AF-F687-B487-01E17607FBEA}"/>
              </a:ext>
            </a:extLst>
          </p:cNvPr>
          <p:cNvSpPr txBox="1"/>
          <p:nvPr/>
        </p:nvSpPr>
        <p:spPr>
          <a:xfrm>
            <a:off x="7498429" y="2463785"/>
            <a:ext cx="11137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Select Endpoint</a:t>
            </a:r>
            <a:endParaRPr lang="en-KR" sz="900"/>
          </a:p>
        </p:txBody>
      </p:sp>
      <p:cxnSp>
        <p:nvCxnSpPr>
          <p:cNvPr id="153" name="직선 화살표 연결선 96">
            <a:extLst>
              <a:ext uri="{FF2B5EF4-FFF2-40B4-BE49-F238E27FC236}">
                <a16:creationId xmlns:a16="http://schemas.microsoft.com/office/drawing/2014/main" id="{FC1190B6-2501-1345-2B46-2BAC6296389F}"/>
              </a:ext>
            </a:extLst>
          </p:cNvPr>
          <p:cNvCxnSpPr>
            <a:cxnSpLocks/>
          </p:cNvCxnSpPr>
          <p:nvPr/>
        </p:nvCxnSpPr>
        <p:spPr>
          <a:xfrm flipH="1">
            <a:off x="2752699" y="4149643"/>
            <a:ext cx="3199" cy="134641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96">
            <a:extLst>
              <a:ext uri="{FF2B5EF4-FFF2-40B4-BE49-F238E27FC236}">
                <a16:creationId xmlns:a16="http://schemas.microsoft.com/office/drawing/2014/main" id="{8CD95D47-1D18-59FF-8165-058856645206}"/>
              </a:ext>
            </a:extLst>
          </p:cNvPr>
          <p:cNvCxnSpPr>
            <a:cxnSpLocks/>
          </p:cNvCxnSpPr>
          <p:nvPr/>
        </p:nvCxnSpPr>
        <p:spPr>
          <a:xfrm>
            <a:off x="3395579" y="4667788"/>
            <a:ext cx="252578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화살표 연결선 96">
            <a:extLst>
              <a:ext uri="{FF2B5EF4-FFF2-40B4-BE49-F238E27FC236}">
                <a16:creationId xmlns:a16="http://schemas.microsoft.com/office/drawing/2014/main" id="{A48CD9FC-D513-7A9C-45CE-3469CCE195F6}"/>
              </a:ext>
            </a:extLst>
          </p:cNvPr>
          <p:cNvCxnSpPr>
            <a:cxnSpLocks/>
            <a:stCxn id="115" idx="3"/>
            <a:endCxn id="86" idx="1"/>
          </p:cNvCxnSpPr>
          <p:nvPr/>
        </p:nvCxnSpPr>
        <p:spPr>
          <a:xfrm>
            <a:off x="5768876" y="4450933"/>
            <a:ext cx="152493" cy="4693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화살표 연결선 96">
            <a:extLst>
              <a:ext uri="{FF2B5EF4-FFF2-40B4-BE49-F238E27FC236}">
                <a16:creationId xmlns:a16="http://schemas.microsoft.com/office/drawing/2014/main" id="{B8CDCC96-C679-06FA-0645-49780F80565A}"/>
              </a:ext>
            </a:extLst>
          </p:cNvPr>
          <p:cNvCxnSpPr>
            <a:cxnSpLocks/>
            <a:stCxn id="41" idx="2"/>
            <a:endCxn id="115" idx="0"/>
          </p:cNvCxnSpPr>
          <p:nvPr/>
        </p:nvCxnSpPr>
        <p:spPr>
          <a:xfrm flipH="1">
            <a:off x="5167372" y="4158166"/>
            <a:ext cx="7342" cy="11209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화살표 연결선 96">
            <a:extLst>
              <a:ext uri="{FF2B5EF4-FFF2-40B4-BE49-F238E27FC236}">
                <a16:creationId xmlns:a16="http://schemas.microsoft.com/office/drawing/2014/main" id="{A84F96A4-82A2-6AF2-B651-2B904387654D}"/>
              </a:ext>
            </a:extLst>
          </p:cNvPr>
          <p:cNvCxnSpPr>
            <a:cxnSpLocks/>
            <a:stCxn id="123" idx="2"/>
            <a:endCxn id="122" idx="0"/>
          </p:cNvCxnSpPr>
          <p:nvPr/>
        </p:nvCxnSpPr>
        <p:spPr>
          <a:xfrm>
            <a:off x="7883942" y="4158166"/>
            <a:ext cx="2406" cy="11831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화살표 연결선 96">
            <a:extLst>
              <a:ext uri="{FF2B5EF4-FFF2-40B4-BE49-F238E27FC236}">
                <a16:creationId xmlns:a16="http://schemas.microsoft.com/office/drawing/2014/main" id="{1C41339C-6B7A-5B94-4A1B-5F87B828528A}"/>
              </a:ext>
            </a:extLst>
          </p:cNvPr>
          <p:cNvCxnSpPr>
            <a:cxnSpLocks/>
            <a:stCxn id="87" idx="2"/>
            <a:endCxn id="86" idx="0"/>
          </p:cNvCxnSpPr>
          <p:nvPr/>
        </p:nvCxnSpPr>
        <p:spPr>
          <a:xfrm>
            <a:off x="6522873" y="4154396"/>
            <a:ext cx="0" cy="12208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화살표 연결선 96">
            <a:extLst>
              <a:ext uri="{FF2B5EF4-FFF2-40B4-BE49-F238E27FC236}">
                <a16:creationId xmlns:a16="http://schemas.microsoft.com/office/drawing/2014/main" id="{7833A9EF-FEDC-289E-4D30-6D7982371CF9}"/>
              </a:ext>
            </a:extLst>
          </p:cNvPr>
          <p:cNvCxnSpPr>
            <a:cxnSpLocks/>
          </p:cNvCxnSpPr>
          <p:nvPr/>
        </p:nvCxnSpPr>
        <p:spPr>
          <a:xfrm>
            <a:off x="7202687" y="2804966"/>
            <a:ext cx="323569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5CB12080-C637-FE0B-7213-9E779F57557D}"/>
              </a:ext>
            </a:extLst>
          </p:cNvPr>
          <p:cNvSpPr txBox="1"/>
          <p:nvPr/>
        </p:nvSpPr>
        <p:spPr>
          <a:xfrm>
            <a:off x="7498430" y="2695196"/>
            <a:ext cx="8179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Get Metrics</a:t>
            </a:r>
            <a:endParaRPr lang="en-KR" sz="900"/>
          </a:p>
        </p:txBody>
      </p:sp>
      <p:cxnSp>
        <p:nvCxnSpPr>
          <p:cNvPr id="179" name="직선 화살표 연결선 96">
            <a:extLst>
              <a:ext uri="{FF2B5EF4-FFF2-40B4-BE49-F238E27FC236}">
                <a16:creationId xmlns:a16="http://schemas.microsoft.com/office/drawing/2014/main" id="{67B913CC-B045-7A1A-93CC-568CBCF1619B}"/>
              </a:ext>
            </a:extLst>
          </p:cNvPr>
          <p:cNvCxnSpPr>
            <a:cxnSpLocks/>
          </p:cNvCxnSpPr>
          <p:nvPr/>
        </p:nvCxnSpPr>
        <p:spPr>
          <a:xfrm flipV="1">
            <a:off x="3395579" y="4587974"/>
            <a:ext cx="3886858" cy="15575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96">
            <a:extLst>
              <a:ext uri="{FF2B5EF4-FFF2-40B4-BE49-F238E27FC236}">
                <a16:creationId xmlns:a16="http://schemas.microsoft.com/office/drawing/2014/main" id="{89264A7C-E29E-0C10-4434-9F46D9D5104A}"/>
              </a:ext>
            </a:extLst>
          </p:cNvPr>
          <p:cNvCxnSpPr>
            <a:cxnSpLocks/>
            <a:stCxn id="115" idx="3"/>
            <a:endCxn id="123" idx="1"/>
          </p:cNvCxnSpPr>
          <p:nvPr/>
        </p:nvCxnSpPr>
        <p:spPr>
          <a:xfrm flipV="1">
            <a:off x="5768876" y="3977489"/>
            <a:ext cx="1513561" cy="47344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003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31C3D-B913-FA0F-F706-7940E1DDC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70">
            <a:extLst>
              <a:ext uri="{FF2B5EF4-FFF2-40B4-BE49-F238E27FC236}">
                <a16:creationId xmlns:a16="http://schemas.microsoft.com/office/drawing/2014/main" id="{727A5499-5A04-7047-B290-C824F342D70E}"/>
              </a:ext>
            </a:extLst>
          </p:cNvPr>
          <p:cNvSpPr/>
          <p:nvPr/>
        </p:nvSpPr>
        <p:spPr>
          <a:xfrm>
            <a:off x="1331640" y="1168800"/>
            <a:ext cx="1350433" cy="1236134"/>
          </a:xfrm>
          <a:prstGeom prst="roundRect">
            <a:avLst>
              <a:gd name="adj" fmla="val 7988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istio-system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7" name="사각형: 둥근 모서리 12">
            <a:extLst>
              <a:ext uri="{FF2B5EF4-FFF2-40B4-BE49-F238E27FC236}">
                <a16:creationId xmlns:a16="http://schemas.microsoft.com/office/drawing/2014/main" id="{3CDBD728-1F14-F1D7-39D8-40E63F505F59}"/>
              </a:ext>
            </a:extLst>
          </p:cNvPr>
          <p:cNvSpPr/>
          <p:nvPr/>
        </p:nvSpPr>
        <p:spPr>
          <a:xfrm>
            <a:off x="1436596" y="184871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istiod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8" name="사각형: 둥근 모서리 70">
            <a:extLst>
              <a:ext uri="{FF2B5EF4-FFF2-40B4-BE49-F238E27FC236}">
                <a16:creationId xmlns:a16="http://schemas.microsoft.com/office/drawing/2014/main" id="{BD951FAE-9F37-A302-8BA3-E97076D4E726}"/>
              </a:ext>
            </a:extLst>
          </p:cNvPr>
          <p:cNvSpPr/>
          <p:nvPr/>
        </p:nvSpPr>
        <p:spPr>
          <a:xfrm>
            <a:off x="2859739" y="1168800"/>
            <a:ext cx="3870261" cy="1236134"/>
          </a:xfrm>
          <a:prstGeom prst="roundRect">
            <a:avLst>
              <a:gd name="adj" fmla="val 7360"/>
            </a:avLst>
          </a:prstGeom>
          <a:solidFill>
            <a:schemeClr val="bg1">
              <a:lumMod val="95000"/>
            </a:schemeClr>
          </a:solidFill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gateway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76" name="사각형: 둥근 모서리 12">
            <a:extLst>
              <a:ext uri="{FF2B5EF4-FFF2-40B4-BE49-F238E27FC236}">
                <a16:creationId xmlns:a16="http://schemas.microsoft.com/office/drawing/2014/main" id="{5BA9C4B0-FE68-0DD8-3C21-FC9F96EC5495}"/>
              </a:ext>
            </a:extLst>
          </p:cNvPr>
          <p:cNvSpPr/>
          <p:nvPr/>
        </p:nvSpPr>
        <p:spPr>
          <a:xfrm>
            <a:off x="5217832" y="55286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curl</a:t>
            </a:r>
            <a:r>
              <a:rPr lang="en-US" altLang="ko-KR" sz="900" b="1" dirty="0" err="1"/>
              <a:t> </a:t>
            </a:r>
          </a:p>
          <a:p>
            <a:pPr algn="ctr"/>
            <a:r>
              <a:rPr lang="en-US" altLang="ko-KR" sz="900" b="1" dirty="0" err="1"/>
              <a:t>Client</a:t>
            </a:r>
            <a:endParaRPr lang="en-US" altLang="ko-KR" sz="900" dirty="0"/>
          </a:p>
        </p:txBody>
      </p:sp>
      <p:sp>
        <p:nvSpPr>
          <p:cNvPr id="92" name="사각형: 둥근 모서리 12">
            <a:extLst>
              <a:ext uri="{FF2B5EF4-FFF2-40B4-BE49-F238E27FC236}">
                <a16:creationId xmlns:a16="http://schemas.microsoft.com/office/drawing/2014/main" id="{784E03B2-BF1D-4794-4D78-F2BD5A85D2B7}"/>
              </a:ext>
            </a:extLst>
          </p:cNvPr>
          <p:cNvSpPr/>
          <p:nvPr/>
        </p:nvSpPr>
        <p:spPr>
          <a:xfrm>
            <a:off x="3812671" y="553204"/>
            <a:ext cx="1139438" cy="44210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/>
          </a:p>
        </p:txBody>
      </p:sp>
      <p:sp>
        <p:nvSpPr>
          <p:cNvPr id="155" name="사각형: 둥근 모서리 70">
            <a:extLst>
              <a:ext uri="{FF2B5EF4-FFF2-40B4-BE49-F238E27FC236}">
                <a16:creationId xmlns:a16="http://schemas.microsoft.com/office/drawing/2014/main" id="{044C22DD-DAEB-885F-44DB-E11F54729BE9}"/>
              </a:ext>
            </a:extLst>
          </p:cNvPr>
          <p:cNvSpPr/>
          <p:nvPr/>
        </p:nvSpPr>
        <p:spPr>
          <a:xfrm>
            <a:off x="1331640" y="2571750"/>
            <a:ext cx="4866373" cy="1931486"/>
          </a:xfrm>
          <a:prstGeom prst="roundRect">
            <a:avLst>
              <a:gd name="adj" fmla="val 5709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/>
              <a:t>llm </a:t>
            </a:r>
          </a:p>
          <a:p>
            <a:r>
              <a:rPr lang="en-US" altLang="ko-KR" sz="1000" b="1"/>
              <a:t>Namespace</a:t>
            </a:r>
            <a:endParaRPr lang="ko-KR" altLang="en-US" sz="1000" b="1"/>
          </a:p>
        </p:txBody>
      </p:sp>
      <p:sp>
        <p:nvSpPr>
          <p:cNvPr id="158" name="사각형: 둥근 모서리 12">
            <a:extLst>
              <a:ext uri="{FF2B5EF4-FFF2-40B4-BE49-F238E27FC236}">
                <a16:creationId xmlns:a16="http://schemas.microsoft.com/office/drawing/2014/main" id="{144043E8-DBB1-43AF-2433-0EE8DAE1E2F9}"/>
              </a:ext>
            </a:extLst>
          </p:cNvPr>
          <p:cNvSpPr/>
          <p:nvPr/>
        </p:nvSpPr>
        <p:spPr>
          <a:xfrm>
            <a:off x="4950761" y="3310087"/>
            <a:ext cx="1139438" cy="442788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vllm-lama3-8b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Service (Headless)</a:t>
            </a:r>
            <a:endParaRPr lang="ko-KR" altLang="en-US" sz="900" b="1" dirty="0"/>
          </a:p>
        </p:txBody>
      </p:sp>
      <p:sp>
        <p:nvSpPr>
          <p:cNvPr id="160" name="사각형: 둥근 모서리 12">
            <a:extLst>
              <a:ext uri="{FF2B5EF4-FFF2-40B4-BE49-F238E27FC236}">
                <a16:creationId xmlns:a16="http://schemas.microsoft.com/office/drawing/2014/main" id="{DCDFC616-FFBC-D0E1-E3C8-79FDD3DFA36C}"/>
              </a:ext>
            </a:extLst>
          </p:cNvPr>
          <p:cNvSpPr/>
          <p:nvPr/>
        </p:nvSpPr>
        <p:spPr>
          <a:xfrm>
            <a:off x="4950761" y="3963777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vllm-lama3-8b</a:t>
            </a:r>
          </a:p>
          <a:p>
            <a:pPr algn="ctr"/>
            <a:r>
              <a:rPr lang="en-US" altLang="ko-KR" sz="900"/>
              <a:t>(envoy sidecar)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2" name="사각형: 둥근 모서리 12">
            <a:extLst>
              <a:ext uri="{FF2B5EF4-FFF2-40B4-BE49-F238E27FC236}">
                <a16:creationId xmlns:a16="http://schemas.microsoft.com/office/drawing/2014/main" id="{FA63FE32-C33B-B4CB-4134-A3FA97757230}"/>
              </a:ext>
            </a:extLst>
          </p:cNvPr>
          <p:cNvSpPr/>
          <p:nvPr/>
        </p:nvSpPr>
        <p:spPr>
          <a:xfrm>
            <a:off x="5217832" y="1276274"/>
            <a:ext cx="1139438" cy="44210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 b="1"/>
              <a:t>Service (LB)</a:t>
            </a:r>
            <a:endParaRPr lang="ko-KR" altLang="en-US" sz="900" b="1"/>
          </a:p>
        </p:txBody>
      </p:sp>
      <p:sp>
        <p:nvSpPr>
          <p:cNvPr id="4" name="사각형: 둥근 모서리 12">
            <a:extLst>
              <a:ext uri="{FF2B5EF4-FFF2-40B4-BE49-F238E27FC236}">
                <a16:creationId xmlns:a16="http://schemas.microsoft.com/office/drawing/2014/main" id="{5D36C678-15C1-50ED-E2C9-3CAE0A1AD200}"/>
              </a:ext>
            </a:extLst>
          </p:cNvPr>
          <p:cNvSpPr/>
          <p:nvPr/>
        </p:nvSpPr>
        <p:spPr>
          <a:xfrm>
            <a:off x="5217832" y="1848713"/>
            <a:ext cx="1139438" cy="442788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/>
              <a:t>(envoy)</a:t>
            </a:r>
          </a:p>
          <a:p>
            <a:pPr algn="ctr"/>
            <a:r>
              <a:rPr lang="en-US" altLang="ko-KR" sz="900" b="1"/>
              <a:t>Deployment</a:t>
            </a:r>
            <a:endParaRPr lang="ko-KR" altLang="en-US" sz="900" b="1"/>
          </a:p>
        </p:txBody>
      </p:sp>
      <p:sp>
        <p:nvSpPr>
          <p:cNvPr id="9" name="사각형: 둥근 모서리 70">
            <a:extLst>
              <a:ext uri="{FF2B5EF4-FFF2-40B4-BE49-F238E27FC236}">
                <a16:creationId xmlns:a16="http://schemas.microsoft.com/office/drawing/2014/main" id="{D7AD4FA7-9530-759E-C159-648C8D54C073}"/>
              </a:ext>
            </a:extLst>
          </p:cNvPr>
          <p:cNvSpPr/>
          <p:nvPr/>
        </p:nvSpPr>
        <p:spPr>
          <a:xfrm>
            <a:off x="5164691" y="1228066"/>
            <a:ext cx="1243318" cy="1117600"/>
          </a:xfrm>
          <a:prstGeom prst="roundRect">
            <a:avLst>
              <a:gd name="adj" fmla="val 660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ko-KR" altLang="en-US" sz="1000"/>
          </a:p>
        </p:txBody>
      </p:sp>
      <p:sp>
        <p:nvSpPr>
          <p:cNvPr id="10" name="사각형: 둥근 모서리 12">
            <a:extLst>
              <a:ext uri="{FF2B5EF4-FFF2-40B4-BE49-F238E27FC236}">
                <a16:creationId xmlns:a16="http://schemas.microsoft.com/office/drawing/2014/main" id="{A7E73954-A981-90D3-6C52-A1C473643C5F}"/>
              </a:ext>
            </a:extLst>
          </p:cNvPr>
          <p:cNvSpPr/>
          <p:nvPr/>
        </p:nvSpPr>
        <p:spPr>
          <a:xfrm>
            <a:off x="3811470" y="1275592"/>
            <a:ext cx="1139438" cy="44210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51CD5989-E453-322D-710E-A6CA51C1D625}"/>
              </a:ext>
            </a:extLst>
          </p:cNvPr>
          <p:cNvSpPr/>
          <p:nvPr/>
        </p:nvSpPr>
        <p:spPr>
          <a:xfrm>
            <a:off x="3811470" y="1849054"/>
            <a:ext cx="1139438" cy="44210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gateway-options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/>
          </a:p>
        </p:txBody>
      </p:sp>
      <p:cxnSp>
        <p:nvCxnSpPr>
          <p:cNvPr id="12" name="직선 화살표 연결선 96">
            <a:extLst>
              <a:ext uri="{FF2B5EF4-FFF2-40B4-BE49-F238E27FC236}">
                <a16:creationId xmlns:a16="http://schemas.microsoft.com/office/drawing/2014/main" id="{6AFEE7BC-A564-8240-5034-188F0F56753C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576034" y="1786866"/>
            <a:ext cx="2588657" cy="283241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96">
            <a:extLst>
              <a:ext uri="{FF2B5EF4-FFF2-40B4-BE49-F238E27FC236}">
                <a16:creationId xmlns:a16="http://schemas.microsoft.com/office/drawing/2014/main" id="{9C30975F-3CE8-3E22-F86C-5EE7B9166989}"/>
              </a:ext>
            </a:extLst>
          </p:cNvPr>
          <p:cNvCxnSpPr>
            <a:cxnSpLocks/>
          </p:cNvCxnSpPr>
          <p:nvPr/>
        </p:nvCxnSpPr>
        <p:spPr>
          <a:xfrm flipV="1">
            <a:off x="4381189" y="995310"/>
            <a:ext cx="1201" cy="28028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96">
            <a:extLst>
              <a:ext uri="{FF2B5EF4-FFF2-40B4-BE49-F238E27FC236}">
                <a16:creationId xmlns:a16="http://schemas.microsoft.com/office/drawing/2014/main" id="{9D7DBEEA-71ED-F004-765C-731DCA3F08BE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4381189" y="1717698"/>
            <a:ext cx="0" cy="13101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96">
            <a:extLst>
              <a:ext uri="{FF2B5EF4-FFF2-40B4-BE49-F238E27FC236}">
                <a16:creationId xmlns:a16="http://schemas.microsoft.com/office/drawing/2014/main" id="{8E57F0D5-98C7-CBFE-B844-5D42FD580D2B}"/>
              </a:ext>
            </a:extLst>
          </p:cNvPr>
          <p:cNvCxnSpPr>
            <a:cxnSpLocks/>
          </p:cNvCxnSpPr>
          <p:nvPr/>
        </p:nvCxnSpPr>
        <p:spPr>
          <a:xfrm>
            <a:off x="4950908" y="1491630"/>
            <a:ext cx="213783" cy="29523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8F1450E-98A2-6E25-7814-822344F89FAA}"/>
              </a:ext>
            </a:extLst>
          </p:cNvPr>
          <p:cNvSpPr/>
          <p:nvPr/>
        </p:nvSpPr>
        <p:spPr>
          <a:xfrm>
            <a:off x="4950761" y="2660163"/>
            <a:ext cx="1139438" cy="442788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vllm-lama3-8b</a:t>
            </a:r>
            <a:endParaRPr lang="en-US" altLang="ko-KR" sz="900" dirty="0"/>
          </a:p>
          <a:p>
            <a:pPr algn="ctr"/>
            <a:r>
              <a:rPr lang="en-US" altLang="ko-KR" sz="900" b="1" dirty="0"/>
              <a:t>HTTPRoute</a:t>
            </a:r>
            <a:endParaRPr lang="ko-KR" altLang="en-US" sz="900" b="1" dirty="0"/>
          </a:p>
        </p:txBody>
      </p:sp>
      <p:cxnSp>
        <p:nvCxnSpPr>
          <p:cNvPr id="14" name="직선 화살표 연결선 96">
            <a:extLst>
              <a:ext uri="{FF2B5EF4-FFF2-40B4-BE49-F238E27FC236}">
                <a16:creationId xmlns:a16="http://schemas.microsoft.com/office/drawing/2014/main" id="{E02CCEDF-F9AB-C7FE-ABAE-7DB48DFFFCEF}"/>
              </a:ext>
            </a:extLst>
          </p:cNvPr>
          <p:cNvCxnSpPr>
            <a:cxnSpLocks/>
            <a:stCxn id="76" idx="2"/>
            <a:endCxn id="9" idx="0"/>
          </p:cNvCxnSpPr>
          <p:nvPr/>
        </p:nvCxnSpPr>
        <p:spPr>
          <a:xfrm flipH="1">
            <a:off x="5786350" y="995651"/>
            <a:ext cx="1201" cy="232415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96">
            <a:extLst>
              <a:ext uri="{FF2B5EF4-FFF2-40B4-BE49-F238E27FC236}">
                <a16:creationId xmlns:a16="http://schemas.microsoft.com/office/drawing/2014/main" id="{946DB3E3-6B9B-423D-3039-35C7E4422712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4580403" y="1717698"/>
            <a:ext cx="940077" cy="94246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96">
            <a:extLst>
              <a:ext uri="{FF2B5EF4-FFF2-40B4-BE49-F238E27FC236}">
                <a16:creationId xmlns:a16="http://schemas.microsoft.com/office/drawing/2014/main" id="{1D5208D0-879D-9193-FC23-01D9039BB2F0}"/>
              </a:ext>
            </a:extLst>
          </p:cNvPr>
          <p:cNvCxnSpPr>
            <a:cxnSpLocks/>
            <a:stCxn id="13" idx="2"/>
            <a:endCxn id="158" idx="0"/>
          </p:cNvCxnSpPr>
          <p:nvPr/>
        </p:nvCxnSpPr>
        <p:spPr>
          <a:xfrm>
            <a:off x="5520480" y="3102951"/>
            <a:ext cx="0" cy="20713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96">
            <a:extLst>
              <a:ext uri="{FF2B5EF4-FFF2-40B4-BE49-F238E27FC236}">
                <a16:creationId xmlns:a16="http://schemas.microsoft.com/office/drawing/2014/main" id="{52C63C6F-DF00-8E8B-DA34-87232EE4963F}"/>
              </a:ext>
            </a:extLst>
          </p:cNvPr>
          <p:cNvCxnSpPr>
            <a:cxnSpLocks/>
            <a:stCxn id="158" idx="2"/>
            <a:endCxn id="160" idx="0"/>
          </p:cNvCxnSpPr>
          <p:nvPr/>
        </p:nvCxnSpPr>
        <p:spPr>
          <a:xfrm>
            <a:off x="5520480" y="3752875"/>
            <a:ext cx="0" cy="21090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96">
            <a:extLst>
              <a:ext uri="{FF2B5EF4-FFF2-40B4-BE49-F238E27FC236}">
                <a16:creationId xmlns:a16="http://schemas.microsoft.com/office/drawing/2014/main" id="{82EF774E-8C76-4FC8-93DB-CC3420B18F7D}"/>
              </a:ext>
            </a:extLst>
          </p:cNvPr>
          <p:cNvCxnSpPr>
            <a:cxnSpLocks/>
          </p:cNvCxnSpPr>
          <p:nvPr/>
        </p:nvCxnSpPr>
        <p:spPr>
          <a:xfrm>
            <a:off x="5787551" y="1718380"/>
            <a:ext cx="0" cy="13033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2">
            <a:extLst>
              <a:ext uri="{FF2B5EF4-FFF2-40B4-BE49-F238E27FC236}">
                <a16:creationId xmlns:a16="http://schemas.microsoft.com/office/drawing/2014/main" id="{E7780D22-2FFF-4ED6-307A-02AB1A80D9E1}"/>
              </a:ext>
            </a:extLst>
          </p:cNvPr>
          <p:cNvSpPr/>
          <p:nvPr/>
        </p:nvSpPr>
        <p:spPr>
          <a:xfrm>
            <a:off x="2213857" y="3960074"/>
            <a:ext cx="1261227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vllm-lama3-8b-</a:t>
            </a:r>
            <a:r>
              <a:rPr lang="en-US" altLang="ko-KR" sz="900" err="1"/>
              <a:t>epp</a:t>
            </a:r>
            <a:endParaRPr lang="en-US" altLang="ko-KR" sz="900"/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21" name="사각형: 둥근 모서리 12">
            <a:extLst>
              <a:ext uri="{FF2B5EF4-FFF2-40B4-BE49-F238E27FC236}">
                <a16:creationId xmlns:a16="http://schemas.microsoft.com/office/drawing/2014/main" id="{5C8BED69-5423-19D3-1050-BF9FEAFFE00D}"/>
              </a:ext>
            </a:extLst>
          </p:cNvPr>
          <p:cNvSpPr/>
          <p:nvPr/>
        </p:nvSpPr>
        <p:spPr>
          <a:xfrm>
            <a:off x="2213857" y="3310118"/>
            <a:ext cx="1261235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vllm-lama3-8b-</a:t>
            </a:r>
            <a:r>
              <a:rPr lang="en-US" altLang="ko-KR" sz="900" err="1"/>
              <a:t>epp-tls</a:t>
            </a:r>
            <a:endParaRPr lang="en-US" altLang="ko-KR" sz="900"/>
          </a:p>
          <a:p>
            <a:pPr algn="ctr"/>
            <a:r>
              <a:rPr lang="en-US" altLang="ko-KR" sz="900" b="1" dirty="0"/>
              <a:t>DestinationRule</a:t>
            </a:r>
            <a:endParaRPr lang="ko-KR" altLang="en-US" sz="900" b="1" dirty="0"/>
          </a:p>
        </p:txBody>
      </p:sp>
      <p:sp>
        <p:nvSpPr>
          <p:cNvPr id="22" name="사각형: 둥근 모서리 12">
            <a:extLst>
              <a:ext uri="{FF2B5EF4-FFF2-40B4-BE49-F238E27FC236}">
                <a16:creationId xmlns:a16="http://schemas.microsoft.com/office/drawing/2014/main" id="{B9A38CA8-B5F4-CE1F-370C-C866D903B6E4}"/>
              </a:ext>
            </a:extLst>
          </p:cNvPr>
          <p:cNvSpPr/>
          <p:nvPr/>
        </p:nvSpPr>
        <p:spPr>
          <a:xfrm>
            <a:off x="2214499" y="2660163"/>
            <a:ext cx="1261244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vllm-lama3-8b-</a:t>
            </a:r>
            <a:r>
              <a:rPr lang="en-US" altLang="ko-KR" sz="900" err="1"/>
              <a:t>epp</a:t>
            </a:r>
            <a:endParaRPr lang="en-US" altLang="ko-KR" sz="900"/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30" name="사각형: 둥근 모서리 12">
            <a:extLst>
              <a:ext uri="{FF2B5EF4-FFF2-40B4-BE49-F238E27FC236}">
                <a16:creationId xmlns:a16="http://schemas.microsoft.com/office/drawing/2014/main" id="{B09DF6EA-4F1E-DB45-DF1C-AA9FD1695895}"/>
              </a:ext>
            </a:extLst>
          </p:cNvPr>
          <p:cNvSpPr/>
          <p:nvPr/>
        </p:nvSpPr>
        <p:spPr>
          <a:xfrm>
            <a:off x="3640326" y="330601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vllm-lama3-8b</a:t>
            </a:r>
            <a:endParaRPr lang="en-US" altLang="ko-KR" sz="900" dirty="0"/>
          </a:p>
          <a:p>
            <a:pPr algn="ctr"/>
            <a:r>
              <a:rPr lang="en-US" altLang="ko-KR" sz="900" b="1"/>
              <a:t>InferencePool</a:t>
            </a:r>
            <a:endParaRPr lang="ko-KR" altLang="en-US" sz="900" b="1" dirty="0"/>
          </a:p>
        </p:txBody>
      </p:sp>
      <p:cxnSp>
        <p:nvCxnSpPr>
          <p:cNvPr id="31" name="직선 화살표 연결선 96">
            <a:extLst>
              <a:ext uri="{FF2B5EF4-FFF2-40B4-BE49-F238E27FC236}">
                <a16:creationId xmlns:a16="http://schemas.microsoft.com/office/drawing/2014/main" id="{232EAF03-E90C-892A-C7C1-304C407C2EC6}"/>
              </a:ext>
            </a:extLst>
          </p:cNvPr>
          <p:cNvCxnSpPr>
            <a:cxnSpLocks/>
            <a:stCxn id="30" idx="0"/>
            <a:endCxn id="22" idx="3"/>
          </p:cNvCxnSpPr>
          <p:nvPr/>
        </p:nvCxnSpPr>
        <p:spPr>
          <a:xfrm flipH="1" flipV="1">
            <a:off x="3475743" y="2885919"/>
            <a:ext cx="734302" cy="42009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96">
            <a:extLst>
              <a:ext uri="{FF2B5EF4-FFF2-40B4-BE49-F238E27FC236}">
                <a16:creationId xmlns:a16="http://schemas.microsoft.com/office/drawing/2014/main" id="{48D5B72D-DC0B-EC6F-2828-26A3F615498A}"/>
              </a:ext>
            </a:extLst>
          </p:cNvPr>
          <p:cNvCxnSpPr>
            <a:cxnSpLocks/>
            <a:stCxn id="19" idx="3"/>
            <a:endCxn id="160" idx="1"/>
          </p:cNvCxnSpPr>
          <p:nvPr/>
        </p:nvCxnSpPr>
        <p:spPr>
          <a:xfrm flipV="1">
            <a:off x="3475084" y="4185171"/>
            <a:ext cx="1475677" cy="659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96">
            <a:extLst>
              <a:ext uri="{FF2B5EF4-FFF2-40B4-BE49-F238E27FC236}">
                <a16:creationId xmlns:a16="http://schemas.microsoft.com/office/drawing/2014/main" id="{1AE8B995-F64B-C2D6-8954-1AD549AFBAA9}"/>
              </a:ext>
            </a:extLst>
          </p:cNvPr>
          <p:cNvCxnSpPr>
            <a:cxnSpLocks/>
            <a:stCxn id="13" idx="1"/>
            <a:endCxn id="30" idx="0"/>
          </p:cNvCxnSpPr>
          <p:nvPr/>
        </p:nvCxnSpPr>
        <p:spPr>
          <a:xfrm flipH="1">
            <a:off x="4210045" y="2881557"/>
            <a:ext cx="740716" cy="42445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96">
            <a:extLst>
              <a:ext uri="{FF2B5EF4-FFF2-40B4-BE49-F238E27FC236}">
                <a16:creationId xmlns:a16="http://schemas.microsoft.com/office/drawing/2014/main" id="{55F94E27-52A6-4627-7A5C-ED95C91F8ECA}"/>
              </a:ext>
            </a:extLst>
          </p:cNvPr>
          <p:cNvCxnSpPr>
            <a:cxnSpLocks/>
            <a:stCxn id="7" idx="3"/>
            <a:endCxn id="158" idx="1"/>
          </p:cNvCxnSpPr>
          <p:nvPr/>
        </p:nvCxnSpPr>
        <p:spPr>
          <a:xfrm>
            <a:off x="2576034" y="2070107"/>
            <a:ext cx="2374727" cy="146137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96">
            <a:extLst>
              <a:ext uri="{FF2B5EF4-FFF2-40B4-BE49-F238E27FC236}">
                <a16:creationId xmlns:a16="http://schemas.microsoft.com/office/drawing/2014/main" id="{7A004019-DA0F-5C50-F8B6-D97BA7CE86C1}"/>
              </a:ext>
            </a:extLst>
          </p:cNvPr>
          <p:cNvCxnSpPr>
            <a:cxnSpLocks/>
            <a:stCxn id="4" idx="1"/>
            <a:endCxn id="19" idx="0"/>
          </p:cNvCxnSpPr>
          <p:nvPr/>
        </p:nvCxnSpPr>
        <p:spPr>
          <a:xfrm flipH="1">
            <a:off x="2844471" y="2070107"/>
            <a:ext cx="2373361" cy="1889967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96">
            <a:extLst>
              <a:ext uri="{FF2B5EF4-FFF2-40B4-BE49-F238E27FC236}">
                <a16:creationId xmlns:a16="http://schemas.microsoft.com/office/drawing/2014/main" id="{9B19A704-F3D3-20E6-4E7B-C4ACB7C6C049}"/>
              </a:ext>
            </a:extLst>
          </p:cNvPr>
          <p:cNvCxnSpPr>
            <a:cxnSpLocks/>
            <a:stCxn id="21" idx="2"/>
            <a:endCxn id="19" idx="0"/>
          </p:cNvCxnSpPr>
          <p:nvPr/>
        </p:nvCxnSpPr>
        <p:spPr>
          <a:xfrm flipH="1">
            <a:off x="2844471" y="3761629"/>
            <a:ext cx="4" cy="19844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96">
            <a:extLst>
              <a:ext uri="{FF2B5EF4-FFF2-40B4-BE49-F238E27FC236}">
                <a16:creationId xmlns:a16="http://schemas.microsoft.com/office/drawing/2014/main" id="{3D0BEE7C-268E-8B5C-31ED-9C17F969E06E}"/>
              </a:ext>
            </a:extLst>
          </p:cNvPr>
          <p:cNvCxnSpPr>
            <a:cxnSpLocks/>
          </p:cNvCxnSpPr>
          <p:nvPr/>
        </p:nvCxnSpPr>
        <p:spPr>
          <a:xfrm>
            <a:off x="5940152" y="2345666"/>
            <a:ext cx="0" cy="1614408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96">
            <a:extLst>
              <a:ext uri="{FF2B5EF4-FFF2-40B4-BE49-F238E27FC236}">
                <a16:creationId xmlns:a16="http://schemas.microsoft.com/office/drawing/2014/main" id="{FEDA0FBA-3352-7CDA-AEB8-B0B8AE877E8F}"/>
              </a:ext>
            </a:extLst>
          </p:cNvPr>
          <p:cNvCxnSpPr>
            <a:cxnSpLocks/>
            <a:stCxn id="30" idx="2"/>
            <a:endCxn id="160" idx="0"/>
          </p:cNvCxnSpPr>
          <p:nvPr/>
        </p:nvCxnSpPr>
        <p:spPr>
          <a:xfrm>
            <a:off x="4210045" y="3757527"/>
            <a:ext cx="1310435" cy="20625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96">
            <a:extLst>
              <a:ext uri="{FF2B5EF4-FFF2-40B4-BE49-F238E27FC236}">
                <a16:creationId xmlns:a16="http://schemas.microsoft.com/office/drawing/2014/main" id="{876C1241-DD9B-64CA-322E-4FC9F42FC37F}"/>
              </a:ext>
            </a:extLst>
          </p:cNvPr>
          <p:cNvCxnSpPr>
            <a:cxnSpLocks/>
          </p:cNvCxnSpPr>
          <p:nvPr/>
        </p:nvCxnSpPr>
        <p:spPr>
          <a:xfrm flipH="1">
            <a:off x="2336861" y="3111674"/>
            <a:ext cx="650" cy="84840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96">
            <a:extLst>
              <a:ext uri="{FF2B5EF4-FFF2-40B4-BE49-F238E27FC236}">
                <a16:creationId xmlns:a16="http://schemas.microsoft.com/office/drawing/2014/main" id="{10FD7BA6-3ED5-849B-83E6-09E9EC94FD67}"/>
              </a:ext>
            </a:extLst>
          </p:cNvPr>
          <p:cNvCxnSpPr>
            <a:cxnSpLocks/>
          </p:cNvCxnSpPr>
          <p:nvPr/>
        </p:nvCxnSpPr>
        <p:spPr>
          <a:xfrm>
            <a:off x="6321941" y="2934595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5F89974D-487B-BA56-2143-61F3125921AD}"/>
              </a:ext>
            </a:extLst>
          </p:cNvPr>
          <p:cNvSpPr txBox="1"/>
          <p:nvPr/>
        </p:nvSpPr>
        <p:spPr>
          <a:xfrm>
            <a:off x="6617684" y="2824825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Reference</a:t>
            </a:r>
            <a:endParaRPr lang="en-KR" sz="900"/>
          </a:p>
        </p:txBody>
      </p:sp>
      <p:cxnSp>
        <p:nvCxnSpPr>
          <p:cNvPr id="89" name="직선 화살표 연결선 96">
            <a:extLst>
              <a:ext uri="{FF2B5EF4-FFF2-40B4-BE49-F238E27FC236}">
                <a16:creationId xmlns:a16="http://schemas.microsoft.com/office/drawing/2014/main" id="{B75FC96E-DBD5-F5FB-44AE-1863FCC6F21A}"/>
              </a:ext>
            </a:extLst>
          </p:cNvPr>
          <p:cNvCxnSpPr>
            <a:cxnSpLocks/>
          </p:cNvCxnSpPr>
          <p:nvPr/>
        </p:nvCxnSpPr>
        <p:spPr>
          <a:xfrm>
            <a:off x="6321941" y="3184954"/>
            <a:ext cx="323569" cy="0"/>
          </a:xfrm>
          <a:prstGeom prst="straightConnector1">
            <a:avLst/>
          </a:prstGeom>
          <a:ln w="12700">
            <a:solidFill>
              <a:schemeClr val="accent5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E04B75DA-7F78-8BF4-0E36-D840C3E9DA08}"/>
              </a:ext>
            </a:extLst>
          </p:cNvPr>
          <p:cNvSpPr txBox="1"/>
          <p:nvPr/>
        </p:nvSpPr>
        <p:spPr>
          <a:xfrm>
            <a:off x="6617684" y="3075184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Watch</a:t>
            </a:r>
            <a:endParaRPr lang="en-KR" sz="900"/>
          </a:p>
        </p:txBody>
      </p:sp>
      <p:cxnSp>
        <p:nvCxnSpPr>
          <p:cNvPr id="91" name="직선 화살표 연결선 96">
            <a:extLst>
              <a:ext uri="{FF2B5EF4-FFF2-40B4-BE49-F238E27FC236}">
                <a16:creationId xmlns:a16="http://schemas.microsoft.com/office/drawing/2014/main" id="{04CDFE21-42E7-8F93-8220-3BE7499329B4}"/>
              </a:ext>
            </a:extLst>
          </p:cNvPr>
          <p:cNvCxnSpPr>
            <a:cxnSpLocks/>
          </p:cNvCxnSpPr>
          <p:nvPr/>
        </p:nvCxnSpPr>
        <p:spPr>
          <a:xfrm>
            <a:off x="6321941" y="3429667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6BDC095F-FF95-4659-1B88-080BA757281D}"/>
              </a:ext>
            </a:extLst>
          </p:cNvPr>
          <p:cNvSpPr txBox="1"/>
          <p:nvPr/>
        </p:nvSpPr>
        <p:spPr>
          <a:xfrm>
            <a:off x="6617684" y="3319897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cxnSp>
        <p:nvCxnSpPr>
          <p:cNvPr id="94" name="직선 화살표 연결선 96">
            <a:extLst>
              <a:ext uri="{FF2B5EF4-FFF2-40B4-BE49-F238E27FC236}">
                <a16:creationId xmlns:a16="http://schemas.microsoft.com/office/drawing/2014/main" id="{5C0C27CE-39E8-B59F-DB56-3531A4D20961}"/>
              </a:ext>
            </a:extLst>
          </p:cNvPr>
          <p:cNvCxnSpPr>
            <a:cxnSpLocks/>
          </p:cNvCxnSpPr>
          <p:nvPr/>
        </p:nvCxnSpPr>
        <p:spPr>
          <a:xfrm>
            <a:off x="6323039" y="3667370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C1B7F559-4EAF-EB92-699D-F0DCC5C339B6}"/>
              </a:ext>
            </a:extLst>
          </p:cNvPr>
          <p:cNvSpPr txBox="1"/>
          <p:nvPr/>
        </p:nvSpPr>
        <p:spPr>
          <a:xfrm>
            <a:off x="6618782" y="3557600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cxnSp>
        <p:nvCxnSpPr>
          <p:cNvPr id="96" name="직선 화살표 연결선 96">
            <a:extLst>
              <a:ext uri="{FF2B5EF4-FFF2-40B4-BE49-F238E27FC236}">
                <a16:creationId xmlns:a16="http://schemas.microsoft.com/office/drawing/2014/main" id="{20B26817-A56B-60E3-463C-E71769FEC5F6}"/>
              </a:ext>
            </a:extLst>
          </p:cNvPr>
          <p:cNvCxnSpPr>
            <a:cxnSpLocks/>
          </p:cNvCxnSpPr>
          <p:nvPr/>
        </p:nvCxnSpPr>
        <p:spPr>
          <a:xfrm>
            <a:off x="6321941" y="3906581"/>
            <a:ext cx="323569" cy="0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83B92BA6-07CD-E70D-3B69-2925A001ED11}"/>
              </a:ext>
            </a:extLst>
          </p:cNvPr>
          <p:cNvCxnSpPr>
            <a:cxnSpLocks/>
          </p:cNvCxnSpPr>
          <p:nvPr/>
        </p:nvCxnSpPr>
        <p:spPr>
          <a:xfrm>
            <a:off x="6321941" y="4137992"/>
            <a:ext cx="323569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6DE5B32A-6497-AF7B-1687-D19600F06BAF}"/>
              </a:ext>
            </a:extLst>
          </p:cNvPr>
          <p:cNvSpPr txBox="1"/>
          <p:nvPr/>
        </p:nvSpPr>
        <p:spPr>
          <a:xfrm>
            <a:off x="6617684" y="4028222"/>
            <a:ext cx="8179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Get Metrics</a:t>
            </a:r>
            <a:endParaRPr lang="en-KR" sz="90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5D5C6E1-1539-D10B-78AC-C6ECA8256F29}"/>
              </a:ext>
            </a:extLst>
          </p:cNvPr>
          <p:cNvSpPr txBox="1"/>
          <p:nvPr/>
        </p:nvSpPr>
        <p:spPr>
          <a:xfrm>
            <a:off x="6617683" y="3796811"/>
            <a:ext cx="11137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Select Endpoint</a:t>
            </a:r>
            <a:endParaRPr lang="en-KR" sz="900"/>
          </a:p>
        </p:txBody>
      </p:sp>
      <p:cxnSp>
        <p:nvCxnSpPr>
          <p:cNvPr id="105" name="직선 화살표 연결선 96">
            <a:extLst>
              <a:ext uri="{FF2B5EF4-FFF2-40B4-BE49-F238E27FC236}">
                <a16:creationId xmlns:a16="http://schemas.microsoft.com/office/drawing/2014/main" id="{CBBF7024-81E6-9A44-8D83-7427747F7C53}"/>
              </a:ext>
            </a:extLst>
          </p:cNvPr>
          <p:cNvCxnSpPr>
            <a:cxnSpLocks/>
          </p:cNvCxnSpPr>
          <p:nvPr/>
        </p:nvCxnSpPr>
        <p:spPr>
          <a:xfrm>
            <a:off x="5940152" y="1718380"/>
            <a:ext cx="0" cy="130333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002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A5C0E-43D4-42B8-FA0F-BEC5D18B9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3591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12524-72DD-598C-A17C-38D758DC8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2">
            <a:extLst>
              <a:ext uri="{FF2B5EF4-FFF2-40B4-BE49-F238E27FC236}">
                <a16:creationId xmlns:a16="http://schemas.microsoft.com/office/drawing/2014/main" id="{DEA1A9B6-5F75-6E8C-D78E-D734DE708458}"/>
              </a:ext>
            </a:extLst>
          </p:cNvPr>
          <p:cNvSpPr/>
          <p:nvPr/>
        </p:nvSpPr>
        <p:spPr>
          <a:xfrm>
            <a:off x="4716619" y="30520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 dirty="0"/>
          </a:p>
        </p:txBody>
      </p:sp>
      <p:sp>
        <p:nvSpPr>
          <p:cNvPr id="3" name="사각형: 둥근 모서리 70">
            <a:extLst>
              <a:ext uri="{FF2B5EF4-FFF2-40B4-BE49-F238E27FC236}">
                <a16:creationId xmlns:a16="http://schemas.microsoft.com/office/drawing/2014/main" id="{2F4056AF-C664-5AC0-5354-3B5FB665A082}"/>
              </a:ext>
            </a:extLst>
          </p:cNvPr>
          <p:cNvSpPr/>
          <p:nvPr/>
        </p:nvSpPr>
        <p:spPr>
          <a:xfrm>
            <a:off x="1979712" y="1025814"/>
            <a:ext cx="5304640" cy="1545936"/>
          </a:xfrm>
          <a:prstGeom prst="roundRect">
            <a:avLst>
              <a:gd name="adj" fmla="val 4874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Gateway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7" name="사각형: 둥근 모서리 12">
            <a:extLst>
              <a:ext uri="{FF2B5EF4-FFF2-40B4-BE49-F238E27FC236}">
                <a16:creationId xmlns:a16="http://schemas.microsoft.com/office/drawing/2014/main" id="{606430E7-98D6-9741-89F6-9B0341CA77BB}"/>
              </a:ext>
            </a:extLst>
          </p:cNvPr>
          <p:cNvSpPr/>
          <p:nvPr/>
        </p:nvSpPr>
        <p:spPr>
          <a:xfrm>
            <a:off x="4716619" y="1325598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 dirty="0"/>
          </a:p>
        </p:txBody>
      </p:sp>
      <p:sp>
        <p:nvSpPr>
          <p:cNvPr id="9" name="사각형: 둥근 모서리 70">
            <a:extLst>
              <a:ext uri="{FF2B5EF4-FFF2-40B4-BE49-F238E27FC236}">
                <a16:creationId xmlns:a16="http://schemas.microsoft.com/office/drawing/2014/main" id="{99B84DAC-D7CA-37AD-849B-7B33F86620EB}"/>
              </a:ext>
            </a:extLst>
          </p:cNvPr>
          <p:cNvSpPr/>
          <p:nvPr/>
        </p:nvSpPr>
        <p:spPr>
          <a:xfrm>
            <a:off x="637634" y="2758587"/>
            <a:ext cx="7979316" cy="2189427"/>
          </a:xfrm>
          <a:prstGeom prst="roundRect">
            <a:avLst>
              <a:gd name="adj" fmla="val 4279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LLM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9F2A406A-91D1-FA6D-3EB3-C36A53496664}"/>
              </a:ext>
            </a:extLst>
          </p:cNvPr>
          <p:cNvSpPr/>
          <p:nvPr/>
        </p:nvSpPr>
        <p:spPr>
          <a:xfrm>
            <a:off x="6030533" y="30972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 </a:t>
            </a:r>
            <a:r>
              <a:rPr lang="en-US" altLang="ko-KR" sz="900" b="1"/>
              <a:t>Gateway Controller</a:t>
            </a:r>
            <a:r>
              <a:rPr lang="en-US" altLang="ko-KR" sz="900"/>
              <a:t> (istiod)</a:t>
            </a:r>
            <a:endParaRPr lang="ko-KR" altLang="en-US" sz="900" dirty="0"/>
          </a:p>
        </p:txBody>
      </p:sp>
      <p:sp>
        <p:nvSpPr>
          <p:cNvPr id="12" name="사각형: 둥근 모서리 12">
            <a:extLst>
              <a:ext uri="{FF2B5EF4-FFF2-40B4-BE49-F238E27FC236}">
                <a16:creationId xmlns:a16="http://schemas.microsoft.com/office/drawing/2014/main" id="{040182FD-6650-807D-040E-E506469E949D}"/>
              </a:ext>
            </a:extLst>
          </p:cNvPr>
          <p:cNvSpPr/>
          <p:nvPr/>
        </p:nvSpPr>
        <p:spPr>
          <a:xfrm>
            <a:off x="3400055" y="132559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</a:t>
            </a:r>
            <a:br>
              <a:rPr lang="en-US" altLang="ko-KR" sz="900"/>
            </a:br>
            <a:r>
              <a:rPr lang="en-US" altLang="ko-KR" sz="900" b="1" dirty="0"/>
              <a:t>Service (LB)</a:t>
            </a:r>
            <a:endParaRPr lang="ko-KR" altLang="en-US" sz="900" b="1" dirty="0"/>
          </a:p>
        </p:txBody>
      </p:sp>
      <p:sp>
        <p:nvSpPr>
          <p:cNvPr id="14" name="사각형: 둥근 모서리 12">
            <a:extLst>
              <a:ext uri="{FF2B5EF4-FFF2-40B4-BE49-F238E27FC236}">
                <a16:creationId xmlns:a16="http://schemas.microsoft.com/office/drawing/2014/main" id="{68E19511-391D-59EF-DCDB-5DBF7EFEA02D}"/>
              </a:ext>
            </a:extLst>
          </p:cNvPr>
          <p:cNvSpPr/>
          <p:nvPr/>
        </p:nvSpPr>
        <p:spPr>
          <a:xfrm>
            <a:off x="2090078" y="20262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(envoy)</a:t>
            </a:r>
            <a:br>
              <a:rPr lang="en-US" altLang="ko-KR" sz="900" dirty="0"/>
            </a:br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15" name="사각형: 둥근 모서리 12">
            <a:extLst>
              <a:ext uri="{FF2B5EF4-FFF2-40B4-BE49-F238E27FC236}">
                <a16:creationId xmlns:a16="http://schemas.microsoft.com/office/drawing/2014/main" id="{628F662F-2337-2F6A-8727-B8E8CD55B312}"/>
              </a:ext>
            </a:extLst>
          </p:cNvPr>
          <p:cNvSpPr/>
          <p:nvPr/>
        </p:nvSpPr>
        <p:spPr>
          <a:xfrm>
            <a:off x="3405356" y="307020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 dirty="0"/>
          </a:p>
        </p:txBody>
      </p:sp>
      <p:sp>
        <p:nvSpPr>
          <p:cNvPr id="20" name="사각형: 둥근 모서리 12">
            <a:extLst>
              <a:ext uri="{FF2B5EF4-FFF2-40B4-BE49-F238E27FC236}">
                <a16:creationId xmlns:a16="http://schemas.microsoft.com/office/drawing/2014/main" id="{CDD938BF-8B93-F09A-7615-34742DD4827F}"/>
              </a:ext>
            </a:extLst>
          </p:cNvPr>
          <p:cNvSpPr/>
          <p:nvPr/>
        </p:nvSpPr>
        <p:spPr>
          <a:xfrm>
            <a:off x="2090078" y="307020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 dirty="0"/>
              <a:t>Service</a:t>
            </a:r>
          </a:p>
          <a:p>
            <a:pPr algn="ctr"/>
            <a:r>
              <a:rPr lang="en-US" altLang="ko-KR" sz="900" b="1" dirty="0"/>
              <a:t>(Headless)</a:t>
            </a:r>
            <a:endParaRPr lang="ko-KR" altLang="en-US" sz="900" b="1" dirty="0"/>
          </a:p>
        </p:txBody>
      </p:sp>
      <p:sp>
        <p:nvSpPr>
          <p:cNvPr id="21" name="사각형: 둥근 모서리 12">
            <a:extLst>
              <a:ext uri="{FF2B5EF4-FFF2-40B4-BE49-F238E27FC236}">
                <a16:creationId xmlns:a16="http://schemas.microsoft.com/office/drawing/2014/main" id="{76828F14-9566-CDED-2106-848B7E7BD34E}"/>
              </a:ext>
            </a:extLst>
          </p:cNvPr>
          <p:cNvSpPr/>
          <p:nvPr/>
        </p:nvSpPr>
        <p:spPr>
          <a:xfrm>
            <a:off x="2090078" y="4370118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22" name="사각형: 둥근 모서리 12">
            <a:extLst>
              <a:ext uri="{FF2B5EF4-FFF2-40B4-BE49-F238E27FC236}">
                <a16:creationId xmlns:a16="http://schemas.microsoft.com/office/drawing/2014/main" id="{AECB512B-9BA0-D0D9-A042-DA5C66C5D483}"/>
              </a:ext>
            </a:extLst>
          </p:cNvPr>
          <p:cNvSpPr/>
          <p:nvPr/>
        </p:nvSpPr>
        <p:spPr>
          <a:xfrm>
            <a:off x="3398691" y="30943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Client</a:t>
            </a:r>
            <a:endParaRPr lang="ko-KR" altLang="en-US" sz="900" dirty="0"/>
          </a:p>
        </p:txBody>
      </p:sp>
      <p:cxnSp>
        <p:nvCxnSpPr>
          <p:cNvPr id="23" name="직선 화살표 연결선 96">
            <a:extLst>
              <a:ext uri="{FF2B5EF4-FFF2-40B4-BE49-F238E27FC236}">
                <a16:creationId xmlns:a16="http://schemas.microsoft.com/office/drawing/2014/main" id="{4388B300-48A0-C25F-8ECC-2BB6F8CE2404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968410" y="760941"/>
            <a:ext cx="1364" cy="56465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96">
            <a:extLst>
              <a:ext uri="{FF2B5EF4-FFF2-40B4-BE49-F238E27FC236}">
                <a16:creationId xmlns:a16="http://schemas.microsoft.com/office/drawing/2014/main" id="{C06CEF35-D500-6C60-9030-6620FEE21333}"/>
              </a:ext>
            </a:extLst>
          </p:cNvPr>
          <p:cNvCxnSpPr>
            <a:cxnSpLocks/>
            <a:stCxn id="7" idx="0"/>
            <a:endCxn id="2" idx="2"/>
          </p:cNvCxnSpPr>
          <p:nvPr/>
        </p:nvCxnSpPr>
        <p:spPr>
          <a:xfrm flipV="1">
            <a:off x="5286338" y="756712"/>
            <a:ext cx="0" cy="56888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96">
            <a:extLst>
              <a:ext uri="{FF2B5EF4-FFF2-40B4-BE49-F238E27FC236}">
                <a16:creationId xmlns:a16="http://schemas.microsoft.com/office/drawing/2014/main" id="{F79E30BB-8E2E-9F10-6351-8DC91554D0BC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flipH="1">
            <a:off x="2659797" y="1777108"/>
            <a:ext cx="1309977" cy="24910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96">
            <a:extLst>
              <a:ext uri="{FF2B5EF4-FFF2-40B4-BE49-F238E27FC236}">
                <a16:creationId xmlns:a16="http://schemas.microsoft.com/office/drawing/2014/main" id="{F26682F9-8EB1-439C-83E8-87B307385B3D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>
            <a:off x="5856057" y="530957"/>
            <a:ext cx="174476" cy="451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96">
            <a:extLst>
              <a:ext uri="{FF2B5EF4-FFF2-40B4-BE49-F238E27FC236}">
                <a16:creationId xmlns:a16="http://schemas.microsoft.com/office/drawing/2014/main" id="{6BE0853E-B4B9-E91B-D239-320B162C925F}"/>
              </a:ext>
            </a:extLst>
          </p:cNvPr>
          <p:cNvCxnSpPr>
            <a:cxnSpLocks/>
            <a:stCxn id="15" idx="0"/>
            <a:endCxn id="7" idx="2"/>
          </p:cNvCxnSpPr>
          <p:nvPr/>
        </p:nvCxnSpPr>
        <p:spPr>
          <a:xfrm flipV="1">
            <a:off x="3975075" y="1777109"/>
            <a:ext cx="1311263" cy="129309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96">
            <a:extLst>
              <a:ext uri="{FF2B5EF4-FFF2-40B4-BE49-F238E27FC236}">
                <a16:creationId xmlns:a16="http://schemas.microsoft.com/office/drawing/2014/main" id="{678B2044-A08D-FD74-372D-6AA6FA15E024}"/>
              </a:ext>
            </a:extLst>
          </p:cNvPr>
          <p:cNvCxnSpPr>
            <a:cxnSpLocks/>
            <a:stCxn id="15" idx="2"/>
            <a:endCxn id="91" idx="0"/>
          </p:cNvCxnSpPr>
          <p:nvPr/>
        </p:nvCxnSpPr>
        <p:spPr>
          <a:xfrm>
            <a:off x="3975075" y="3521718"/>
            <a:ext cx="1287" cy="8483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96">
            <a:extLst>
              <a:ext uri="{FF2B5EF4-FFF2-40B4-BE49-F238E27FC236}">
                <a16:creationId xmlns:a16="http://schemas.microsoft.com/office/drawing/2014/main" id="{77DF18D3-5354-F162-59FD-21D2607A5C4E}"/>
              </a:ext>
            </a:extLst>
          </p:cNvPr>
          <p:cNvCxnSpPr>
            <a:cxnSpLocks/>
            <a:stCxn id="14" idx="2"/>
            <a:endCxn id="20" idx="0"/>
          </p:cNvCxnSpPr>
          <p:nvPr/>
        </p:nvCxnSpPr>
        <p:spPr>
          <a:xfrm>
            <a:off x="2659797" y="2477728"/>
            <a:ext cx="0" cy="59247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96">
            <a:extLst>
              <a:ext uri="{FF2B5EF4-FFF2-40B4-BE49-F238E27FC236}">
                <a16:creationId xmlns:a16="http://schemas.microsoft.com/office/drawing/2014/main" id="{2E86B470-3CA4-4C1A-8A43-261788FD4A1B}"/>
              </a:ext>
            </a:extLst>
          </p:cNvPr>
          <p:cNvCxnSpPr>
            <a:cxnSpLocks/>
            <a:stCxn id="91" idx="0"/>
            <a:endCxn id="20" idx="3"/>
          </p:cNvCxnSpPr>
          <p:nvPr/>
        </p:nvCxnSpPr>
        <p:spPr>
          <a:xfrm flipH="1" flipV="1">
            <a:off x="3229516" y="3295963"/>
            <a:ext cx="746846" cy="107415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96">
            <a:extLst>
              <a:ext uri="{FF2B5EF4-FFF2-40B4-BE49-F238E27FC236}">
                <a16:creationId xmlns:a16="http://schemas.microsoft.com/office/drawing/2014/main" id="{FBAE6E3F-627C-5715-E537-9F8FDEC047F2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2659797" y="3521718"/>
            <a:ext cx="0" cy="84840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96">
            <a:extLst>
              <a:ext uri="{FF2B5EF4-FFF2-40B4-BE49-F238E27FC236}">
                <a16:creationId xmlns:a16="http://schemas.microsoft.com/office/drawing/2014/main" id="{B0959753-5B2D-1333-2108-36AE99C46018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3969774" y="761231"/>
            <a:ext cx="2630478" cy="56436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96">
            <a:extLst>
              <a:ext uri="{FF2B5EF4-FFF2-40B4-BE49-F238E27FC236}">
                <a16:creationId xmlns:a16="http://schemas.microsoft.com/office/drawing/2014/main" id="{C181C898-9614-C617-5920-8CC1C0F0726A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2659797" y="761231"/>
            <a:ext cx="3940455" cy="126498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96">
            <a:extLst>
              <a:ext uri="{FF2B5EF4-FFF2-40B4-BE49-F238E27FC236}">
                <a16:creationId xmlns:a16="http://schemas.microsoft.com/office/drawing/2014/main" id="{94A0E708-81F2-E69F-6907-10DE9A55FF43}"/>
              </a:ext>
            </a:extLst>
          </p:cNvPr>
          <p:cNvCxnSpPr>
            <a:cxnSpLocks/>
            <a:stCxn id="11" idx="2"/>
            <a:endCxn id="20" idx="0"/>
          </p:cNvCxnSpPr>
          <p:nvPr/>
        </p:nvCxnSpPr>
        <p:spPr>
          <a:xfrm flipH="1">
            <a:off x="2659797" y="761231"/>
            <a:ext cx="3940455" cy="230897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12">
            <a:extLst>
              <a:ext uri="{FF2B5EF4-FFF2-40B4-BE49-F238E27FC236}">
                <a16:creationId xmlns:a16="http://schemas.microsoft.com/office/drawing/2014/main" id="{02347608-EED4-17B6-E302-FF9D1CCADC08}"/>
              </a:ext>
            </a:extLst>
          </p:cNvPr>
          <p:cNvSpPr/>
          <p:nvPr/>
        </p:nvSpPr>
        <p:spPr>
          <a:xfrm>
            <a:off x="773513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80" name="직선 화살표 연결선 96">
            <a:extLst>
              <a:ext uri="{FF2B5EF4-FFF2-40B4-BE49-F238E27FC236}">
                <a16:creationId xmlns:a16="http://schemas.microsoft.com/office/drawing/2014/main" id="{A0EFA857-5D42-E689-08D5-6A274B6748F2}"/>
              </a:ext>
            </a:extLst>
          </p:cNvPr>
          <p:cNvCxnSpPr>
            <a:cxnSpLocks/>
            <a:stCxn id="79" idx="3"/>
            <a:endCxn id="21" idx="1"/>
          </p:cNvCxnSpPr>
          <p:nvPr/>
        </p:nvCxnSpPr>
        <p:spPr>
          <a:xfrm>
            <a:off x="1912951" y="4595873"/>
            <a:ext cx="177127" cy="1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사각형: 둥근 모서리 12">
            <a:extLst>
              <a:ext uri="{FF2B5EF4-FFF2-40B4-BE49-F238E27FC236}">
                <a16:creationId xmlns:a16="http://schemas.microsoft.com/office/drawing/2014/main" id="{2E4E2CC5-02E7-907D-DCDA-95D8BAA99316}"/>
              </a:ext>
            </a:extLst>
          </p:cNvPr>
          <p:cNvSpPr/>
          <p:nvPr/>
        </p:nvSpPr>
        <p:spPr>
          <a:xfrm>
            <a:off x="773513" y="372016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DestinationRule</a:t>
            </a:r>
            <a:endParaRPr lang="ko-KR" altLang="en-US" sz="900" b="1" dirty="0"/>
          </a:p>
        </p:txBody>
      </p:sp>
      <p:sp>
        <p:nvSpPr>
          <p:cNvPr id="86" name="사각형: 둥근 모서리 12">
            <a:extLst>
              <a:ext uri="{FF2B5EF4-FFF2-40B4-BE49-F238E27FC236}">
                <a16:creationId xmlns:a16="http://schemas.microsoft.com/office/drawing/2014/main" id="{38143977-5ECE-9142-7E86-883D636AC893}"/>
              </a:ext>
            </a:extLst>
          </p:cNvPr>
          <p:cNvSpPr/>
          <p:nvPr/>
        </p:nvSpPr>
        <p:spPr>
          <a:xfrm>
            <a:off x="773513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91" name="사각형: 둥근 모서리 12">
            <a:extLst>
              <a:ext uri="{FF2B5EF4-FFF2-40B4-BE49-F238E27FC236}">
                <a16:creationId xmlns:a16="http://schemas.microsoft.com/office/drawing/2014/main" id="{CCE5B9BF-8E58-CA98-D2D6-54920461A724}"/>
              </a:ext>
            </a:extLst>
          </p:cNvPr>
          <p:cNvSpPr/>
          <p:nvPr/>
        </p:nvSpPr>
        <p:spPr>
          <a:xfrm>
            <a:off x="3406643" y="437011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InferencePool</a:t>
            </a:r>
            <a:endParaRPr lang="ko-KR" altLang="en-US" sz="900" b="1" dirty="0"/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7F3FCA52-377E-0D99-0896-140635AF4E28}"/>
              </a:ext>
            </a:extLst>
          </p:cNvPr>
          <p:cNvCxnSpPr>
            <a:cxnSpLocks/>
            <a:stCxn id="83" idx="2"/>
            <a:endCxn id="79" idx="0"/>
          </p:cNvCxnSpPr>
          <p:nvPr/>
        </p:nvCxnSpPr>
        <p:spPr>
          <a:xfrm>
            <a:off x="1343232" y="4171672"/>
            <a:ext cx="0" cy="198445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7DBA157C-322B-9837-6F7A-C18748EEC06E}"/>
              </a:ext>
            </a:extLst>
          </p:cNvPr>
          <p:cNvCxnSpPr>
            <a:cxnSpLocks/>
            <a:stCxn id="86" idx="2"/>
            <a:endCxn id="83" idx="0"/>
          </p:cNvCxnSpPr>
          <p:nvPr/>
        </p:nvCxnSpPr>
        <p:spPr>
          <a:xfrm>
            <a:off x="1343232" y="3521717"/>
            <a:ext cx="0" cy="198444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75C13F78-382E-D8B0-DFA3-DBC53B3CF43C}"/>
              </a:ext>
            </a:extLst>
          </p:cNvPr>
          <p:cNvCxnSpPr>
            <a:cxnSpLocks/>
            <a:stCxn id="14" idx="1"/>
            <a:endCxn id="86" idx="0"/>
          </p:cNvCxnSpPr>
          <p:nvPr/>
        </p:nvCxnSpPr>
        <p:spPr>
          <a:xfrm flipH="1">
            <a:off x="1343232" y="2251973"/>
            <a:ext cx="746846" cy="818233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사각형: 둥근 모서리 12">
            <a:extLst>
              <a:ext uri="{FF2B5EF4-FFF2-40B4-BE49-F238E27FC236}">
                <a16:creationId xmlns:a16="http://schemas.microsoft.com/office/drawing/2014/main" id="{2CA27F48-6F17-ABCA-8D13-314473C0641C}"/>
              </a:ext>
            </a:extLst>
          </p:cNvPr>
          <p:cNvSpPr/>
          <p:nvPr/>
        </p:nvSpPr>
        <p:spPr>
          <a:xfrm>
            <a:off x="4716619" y="307020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 dirty="0"/>
          </a:p>
        </p:txBody>
      </p:sp>
      <p:cxnSp>
        <p:nvCxnSpPr>
          <p:cNvPr id="114" name="직선 화살표 연결선 96">
            <a:extLst>
              <a:ext uri="{FF2B5EF4-FFF2-40B4-BE49-F238E27FC236}">
                <a16:creationId xmlns:a16="http://schemas.microsoft.com/office/drawing/2014/main" id="{96636CFC-D4C6-465A-FE18-7A66F5F4F48A}"/>
              </a:ext>
            </a:extLst>
          </p:cNvPr>
          <p:cNvCxnSpPr>
            <a:cxnSpLocks/>
            <a:stCxn id="113" idx="2"/>
            <a:endCxn id="115" idx="0"/>
          </p:cNvCxnSpPr>
          <p:nvPr/>
        </p:nvCxnSpPr>
        <p:spPr>
          <a:xfrm>
            <a:off x="5286338" y="3521717"/>
            <a:ext cx="1287" cy="8483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사각형: 둥근 모서리 12">
            <a:extLst>
              <a:ext uri="{FF2B5EF4-FFF2-40B4-BE49-F238E27FC236}">
                <a16:creationId xmlns:a16="http://schemas.microsoft.com/office/drawing/2014/main" id="{A75FCDF8-17F4-993D-5947-A2682119CCF0}"/>
              </a:ext>
            </a:extLst>
          </p:cNvPr>
          <p:cNvSpPr/>
          <p:nvPr/>
        </p:nvSpPr>
        <p:spPr>
          <a:xfrm>
            <a:off x="4717906" y="437011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InferencePool</a:t>
            </a:r>
            <a:endParaRPr lang="ko-KR" altLang="en-US" sz="900" b="1" dirty="0"/>
          </a:p>
        </p:txBody>
      </p:sp>
      <p:sp>
        <p:nvSpPr>
          <p:cNvPr id="127" name="사각형: 둥근 모서리 12">
            <a:extLst>
              <a:ext uri="{FF2B5EF4-FFF2-40B4-BE49-F238E27FC236}">
                <a16:creationId xmlns:a16="http://schemas.microsoft.com/office/drawing/2014/main" id="{6EC77F49-864D-18B5-A1D7-DC180298EB76}"/>
              </a:ext>
            </a:extLst>
          </p:cNvPr>
          <p:cNvSpPr/>
          <p:nvPr/>
        </p:nvSpPr>
        <p:spPr>
          <a:xfrm>
            <a:off x="6034548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 dirty="0"/>
              <a:t>Service</a:t>
            </a:r>
          </a:p>
          <a:p>
            <a:pPr algn="ctr"/>
            <a:r>
              <a:rPr lang="en-US" altLang="ko-KR" sz="900" b="1" dirty="0"/>
              <a:t>(Headless)</a:t>
            </a:r>
            <a:endParaRPr lang="ko-KR" altLang="en-US" sz="900" b="1" dirty="0"/>
          </a:p>
        </p:txBody>
      </p:sp>
      <p:sp>
        <p:nvSpPr>
          <p:cNvPr id="129" name="사각형: 둥근 모서리 12">
            <a:extLst>
              <a:ext uri="{FF2B5EF4-FFF2-40B4-BE49-F238E27FC236}">
                <a16:creationId xmlns:a16="http://schemas.microsoft.com/office/drawing/2014/main" id="{4D4675DB-9A16-15C5-AA5F-6547910E1BEF}"/>
              </a:ext>
            </a:extLst>
          </p:cNvPr>
          <p:cNvSpPr/>
          <p:nvPr/>
        </p:nvSpPr>
        <p:spPr>
          <a:xfrm>
            <a:off x="6034548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130" name="직선 화살표 연결선 96">
            <a:extLst>
              <a:ext uri="{FF2B5EF4-FFF2-40B4-BE49-F238E27FC236}">
                <a16:creationId xmlns:a16="http://schemas.microsoft.com/office/drawing/2014/main" id="{050D486B-D5D9-F7B2-B646-AE9ADF12B995}"/>
              </a:ext>
            </a:extLst>
          </p:cNvPr>
          <p:cNvCxnSpPr>
            <a:cxnSpLocks/>
            <a:stCxn id="115" idx="0"/>
            <a:endCxn id="127" idx="1"/>
          </p:cNvCxnSpPr>
          <p:nvPr/>
        </p:nvCxnSpPr>
        <p:spPr>
          <a:xfrm flipV="1">
            <a:off x="5287625" y="3295962"/>
            <a:ext cx="746923" cy="107415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96">
            <a:extLst>
              <a:ext uri="{FF2B5EF4-FFF2-40B4-BE49-F238E27FC236}">
                <a16:creationId xmlns:a16="http://schemas.microsoft.com/office/drawing/2014/main" id="{422E4197-1F9A-D79C-88D9-391F0B931502}"/>
              </a:ext>
            </a:extLst>
          </p:cNvPr>
          <p:cNvCxnSpPr>
            <a:cxnSpLocks/>
            <a:stCxn id="14" idx="2"/>
            <a:endCxn id="127" idx="0"/>
          </p:cNvCxnSpPr>
          <p:nvPr/>
        </p:nvCxnSpPr>
        <p:spPr>
          <a:xfrm>
            <a:off x="2659797" y="2477728"/>
            <a:ext cx="3944470" cy="592478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96">
            <a:extLst>
              <a:ext uri="{FF2B5EF4-FFF2-40B4-BE49-F238E27FC236}">
                <a16:creationId xmlns:a16="http://schemas.microsoft.com/office/drawing/2014/main" id="{5963023D-CB6A-EAF0-B4F8-15A130566491}"/>
              </a:ext>
            </a:extLst>
          </p:cNvPr>
          <p:cNvCxnSpPr>
            <a:cxnSpLocks/>
            <a:stCxn id="127" idx="2"/>
            <a:endCxn id="129" idx="0"/>
          </p:cNvCxnSpPr>
          <p:nvPr/>
        </p:nvCxnSpPr>
        <p:spPr>
          <a:xfrm>
            <a:off x="6604267" y="3521717"/>
            <a:ext cx="0" cy="84840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96">
            <a:extLst>
              <a:ext uri="{FF2B5EF4-FFF2-40B4-BE49-F238E27FC236}">
                <a16:creationId xmlns:a16="http://schemas.microsoft.com/office/drawing/2014/main" id="{B593542C-77DA-FD29-A926-4B79C33C39CA}"/>
              </a:ext>
            </a:extLst>
          </p:cNvPr>
          <p:cNvCxnSpPr>
            <a:cxnSpLocks/>
            <a:stCxn id="113" idx="0"/>
            <a:endCxn id="7" idx="2"/>
          </p:cNvCxnSpPr>
          <p:nvPr/>
        </p:nvCxnSpPr>
        <p:spPr>
          <a:xfrm flipV="1">
            <a:off x="5286338" y="1777109"/>
            <a:ext cx="0" cy="129309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96">
            <a:extLst>
              <a:ext uri="{FF2B5EF4-FFF2-40B4-BE49-F238E27FC236}">
                <a16:creationId xmlns:a16="http://schemas.microsoft.com/office/drawing/2014/main" id="{25E06CD6-048B-37E6-75CE-0170AC1CCD2B}"/>
              </a:ext>
            </a:extLst>
          </p:cNvPr>
          <p:cNvCxnSpPr>
            <a:cxnSpLocks/>
            <a:stCxn id="91" idx="1"/>
            <a:endCxn id="21" idx="3"/>
          </p:cNvCxnSpPr>
          <p:nvPr/>
        </p:nvCxnSpPr>
        <p:spPr>
          <a:xfrm flipH="1">
            <a:off x="3229516" y="4595873"/>
            <a:ext cx="177127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96">
            <a:extLst>
              <a:ext uri="{FF2B5EF4-FFF2-40B4-BE49-F238E27FC236}">
                <a16:creationId xmlns:a16="http://schemas.microsoft.com/office/drawing/2014/main" id="{D4FF4A07-2AA8-5004-8C13-35D233EDC5A4}"/>
              </a:ext>
            </a:extLst>
          </p:cNvPr>
          <p:cNvCxnSpPr>
            <a:cxnSpLocks/>
            <a:stCxn id="115" idx="3"/>
            <a:endCxn id="129" idx="1"/>
          </p:cNvCxnSpPr>
          <p:nvPr/>
        </p:nvCxnSpPr>
        <p:spPr>
          <a:xfrm>
            <a:off x="5857344" y="4595872"/>
            <a:ext cx="177204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96">
            <a:extLst>
              <a:ext uri="{FF2B5EF4-FFF2-40B4-BE49-F238E27FC236}">
                <a16:creationId xmlns:a16="http://schemas.microsoft.com/office/drawing/2014/main" id="{704F777F-6E46-BA63-8409-EFBCDB6FBCDE}"/>
              </a:ext>
            </a:extLst>
          </p:cNvPr>
          <p:cNvCxnSpPr>
            <a:cxnSpLocks/>
            <a:stCxn id="11" idx="2"/>
            <a:endCxn id="127" idx="0"/>
          </p:cNvCxnSpPr>
          <p:nvPr/>
        </p:nvCxnSpPr>
        <p:spPr>
          <a:xfrm>
            <a:off x="6600252" y="761231"/>
            <a:ext cx="4015" cy="2308975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사각형: 둥근 모서리 12">
            <a:extLst>
              <a:ext uri="{FF2B5EF4-FFF2-40B4-BE49-F238E27FC236}">
                <a16:creationId xmlns:a16="http://schemas.microsoft.com/office/drawing/2014/main" id="{989F8854-4714-7EFA-BDDC-E8C0987BD184}"/>
              </a:ext>
            </a:extLst>
          </p:cNvPr>
          <p:cNvSpPr/>
          <p:nvPr/>
        </p:nvSpPr>
        <p:spPr>
          <a:xfrm>
            <a:off x="7351190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180" name="사각형: 둥근 모서리 12">
            <a:extLst>
              <a:ext uri="{FF2B5EF4-FFF2-40B4-BE49-F238E27FC236}">
                <a16:creationId xmlns:a16="http://schemas.microsoft.com/office/drawing/2014/main" id="{637F0FCE-C80E-A5F2-755E-722647F8B193}"/>
              </a:ext>
            </a:extLst>
          </p:cNvPr>
          <p:cNvSpPr/>
          <p:nvPr/>
        </p:nvSpPr>
        <p:spPr>
          <a:xfrm>
            <a:off x="7351190" y="372016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DestinationRule</a:t>
            </a:r>
            <a:endParaRPr lang="ko-KR" altLang="en-US" sz="900" b="1" dirty="0"/>
          </a:p>
        </p:txBody>
      </p:sp>
      <p:sp>
        <p:nvSpPr>
          <p:cNvPr id="181" name="사각형: 둥근 모서리 12">
            <a:extLst>
              <a:ext uri="{FF2B5EF4-FFF2-40B4-BE49-F238E27FC236}">
                <a16:creationId xmlns:a16="http://schemas.microsoft.com/office/drawing/2014/main" id="{6AB36318-F45A-4E64-9691-0DE42EF39ECC}"/>
              </a:ext>
            </a:extLst>
          </p:cNvPr>
          <p:cNvSpPr/>
          <p:nvPr/>
        </p:nvSpPr>
        <p:spPr>
          <a:xfrm>
            <a:off x="7351190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cxnSp>
        <p:nvCxnSpPr>
          <p:cNvPr id="183" name="직선 화살표 연결선 96">
            <a:extLst>
              <a:ext uri="{FF2B5EF4-FFF2-40B4-BE49-F238E27FC236}">
                <a16:creationId xmlns:a16="http://schemas.microsoft.com/office/drawing/2014/main" id="{9F501EEB-64DE-D69C-E1A0-10C4B1E4266D}"/>
              </a:ext>
            </a:extLst>
          </p:cNvPr>
          <p:cNvCxnSpPr>
            <a:cxnSpLocks/>
            <a:stCxn id="179" idx="1"/>
            <a:endCxn id="129" idx="3"/>
          </p:cNvCxnSpPr>
          <p:nvPr/>
        </p:nvCxnSpPr>
        <p:spPr>
          <a:xfrm flipH="1">
            <a:off x="7173986" y="4595873"/>
            <a:ext cx="177204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8DFE7195-C774-5567-E69D-55207E6A8F2C}"/>
              </a:ext>
            </a:extLst>
          </p:cNvPr>
          <p:cNvCxnSpPr>
            <a:cxnSpLocks/>
            <a:stCxn id="14" idx="3"/>
            <a:endCxn id="181" idx="0"/>
          </p:cNvCxnSpPr>
          <p:nvPr/>
        </p:nvCxnSpPr>
        <p:spPr>
          <a:xfrm>
            <a:off x="3229516" y="2251973"/>
            <a:ext cx="4691393" cy="818233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>
            <a:extLst>
              <a:ext uri="{FF2B5EF4-FFF2-40B4-BE49-F238E27FC236}">
                <a16:creationId xmlns:a16="http://schemas.microsoft.com/office/drawing/2014/main" id="{B8672660-6A2C-4B8F-93DC-290A1DC9680A}"/>
              </a:ext>
            </a:extLst>
          </p:cNvPr>
          <p:cNvCxnSpPr>
            <a:cxnSpLocks/>
            <a:stCxn id="181" idx="2"/>
            <a:endCxn id="180" idx="0"/>
          </p:cNvCxnSpPr>
          <p:nvPr/>
        </p:nvCxnSpPr>
        <p:spPr>
          <a:xfrm>
            <a:off x="7920909" y="3521717"/>
            <a:ext cx="0" cy="198444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46D23517-E6F2-4A42-303F-CCF2F58C3063}"/>
              </a:ext>
            </a:extLst>
          </p:cNvPr>
          <p:cNvCxnSpPr>
            <a:cxnSpLocks/>
            <a:stCxn id="180" idx="2"/>
            <a:endCxn id="179" idx="0"/>
          </p:cNvCxnSpPr>
          <p:nvPr/>
        </p:nvCxnSpPr>
        <p:spPr>
          <a:xfrm>
            <a:off x="7920909" y="4171672"/>
            <a:ext cx="0" cy="198445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화살표 연결선 96">
            <a:extLst>
              <a:ext uri="{FF2B5EF4-FFF2-40B4-BE49-F238E27FC236}">
                <a16:creationId xmlns:a16="http://schemas.microsoft.com/office/drawing/2014/main" id="{6E5E4E51-E81C-7175-E97E-CC75192EFA06}"/>
              </a:ext>
            </a:extLst>
          </p:cNvPr>
          <p:cNvCxnSpPr>
            <a:cxnSpLocks/>
          </p:cNvCxnSpPr>
          <p:nvPr/>
        </p:nvCxnSpPr>
        <p:spPr>
          <a:xfrm>
            <a:off x="7392531" y="377236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EF01058F-7705-00C9-B805-C9D1A1B9F4A4}"/>
              </a:ext>
            </a:extLst>
          </p:cNvPr>
          <p:cNvSpPr txBox="1"/>
          <p:nvPr/>
        </p:nvSpPr>
        <p:spPr>
          <a:xfrm>
            <a:off x="7688274" y="267466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Reference</a:t>
            </a:r>
            <a:endParaRPr lang="en-KR" sz="900"/>
          </a:p>
        </p:txBody>
      </p:sp>
      <p:cxnSp>
        <p:nvCxnSpPr>
          <p:cNvPr id="204" name="직선 화살표 연결선 96">
            <a:extLst>
              <a:ext uri="{FF2B5EF4-FFF2-40B4-BE49-F238E27FC236}">
                <a16:creationId xmlns:a16="http://schemas.microsoft.com/office/drawing/2014/main" id="{34B36EA1-6DCE-A8AB-3DE9-B55B1902ADF7}"/>
              </a:ext>
            </a:extLst>
          </p:cNvPr>
          <p:cNvCxnSpPr>
            <a:cxnSpLocks/>
          </p:cNvCxnSpPr>
          <p:nvPr/>
        </p:nvCxnSpPr>
        <p:spPr>
          <a:xfrm>
            <a:off x="7392531" y="613485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54C2D696-B713-8D15-E620-010A935E13E6}"/>
              </a:ext>
            </a:extLst>
          </p:cNvPr>
          <p:cNvSpPr txBox="1"/>
          <p:nvPr/>
        </p:nvSpPr>
        <p:spPr>
          <a:xfrm>
            <a:off x="7688274" y="503715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cxnSp>
        <p:nvCxnSpPr>
          <p:cNvPr id="206" name="직선 화살표 연결선 96">
            <a:extLst>
              <a:ext uri="{FF2B5EF4-FFF2-40B4-BE49-F238E27FC236}">
                <a16:creationId xmlns:a16="http://schemas.microsoft.com/office/drawing/2014/main" id="{35DA77BD-5EA9-2544-A34F-72788B48F36E}"/>
              </a:ext>
            </a:extLst>
          </p:cNvPr>
          <p:cNvCxnSpPr>
            <a:cxnSpLocks/>
          </p:cNvCxnSpPr>
          <p:nvPr/>
        </p:nvCxnSpPr>
        <p:spPr>
          <a:xfrm>
            <a:off x="7392531" y="847542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Box 206">
            <a:extLst>
              <a:ext uri="{FF2B5EF4-FFF2-40B4-BE49-F238E27FC236}">
                <a16:creationId xmlns:a16="http://schemas.microsoft.com/office/drawing/2014/main" id="{C4857B1B-6662-A46E-D1FB-A88283B15574}"/>
              </a:ext>
            </a:extLst>
          </p:cNvPr>
          <p:cNvSpPr txBox="1"/>
          <p:nvPr/>
        </p:nvSpPr>
        <p:spPr>
          <a:xfrm>
            <a:off x="7688274" y="737772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cxnSp>
        <p:nvCxnSpPr>
          <p:cNvPr id="209" name="직선 화살표 연결선 96">
            <a:extLst>
              <a:ext uri="{FF2B5EF4-FFF2-40B4-BE49-F238E27FC236}">
                <a16:creationId xmlns:a16="http://schemas.microsoft.com/office/drawing/2014/main" id="{9126E3AA-41A3-A27D-6A66-03E2A9870F87}"/>
              </a:ext>
            </a:extLst>
          </p:cNvPr>
          <p:cNvCxnSpPr>
            <a:cxnSpLocks/>
          </p:cNvCxnSpPr>
          <p:nvPr/>
        </p:nvCxnSpPr>
        <p:spPr>
          <a:xfrm>
            <a:off x="7392531" y="1081598"/>
            <a:ext cx="323569" cy="0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CBCF8715-F959-CBE3-F4F3-1116F60B1D4A}"/>
              </a:ext>
            </a:extLst>
          </p:cNvPr>
          <p:cNvSpPr txBox="1"/>
          <p:nvPr/>
        </p:nvSpPr>
        <p:spPr>
          <a:xfrm>
            <a:off x="7688274" y="971828"/>
            <a:ext cx="1030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Select Endpoint</a:t>
            </a:r>
            <a:endParaRPr lang="en-KR" sz="900"/>
          </a:p>
        </p:txBody>
      </p:sp>
      <p:cxnSp>
        <p:nvCxnSpPr>
          <p:cNvPr id="211" name="직선 화살표 연결선 96">
            <a:extLst>
              <a:ext uri="{FF2B5EF4-FFF2-40B4-BE49-F238E27FC236}">
                <a16:creationId xmlns:a16="http://schemas.microsoft.com/office/drawing/2014/main" id="{0FA90587-9F0E-58FD-D1ED-D7ACC26F6894}"/>
              </a:ext>
            </a:extLst>
          </p:cNvPr>
          <p:cNvCxnSpPr>
            <a:cxnSpLocks/>
          </p:cNvCxnSpPr>
          <p:nvPr/>
        </p:nvCxnSpPr>
        <p:spPr>
          <a:xfrm>
            <a:off x="7392531" y="1321675"/>
            <a:ext cx="323569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83657B70-D25F-162D-2666-A9AAF787831F}"/>
              </a:ext>
            </a:extLst>
          </p:cNvPr>
          <p:cNvSpPr txBox="1"/>
          <p:nvPr/>
        </p:nvSpPr>
        <p:spPr>
          <a:xfrm>
            <a:off x="7688274" y="1211905"/>
            <a:ext cx="1030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Get Metrics</a:t>
            </a:r>
            <a:endParaRPr lang="en-KR" sz="900"/>
          </a:p>
        </p:txBody>
      </p:sp>
    </p:spTree>
    <p:extLst>
      <p:ext uri="{BB962C8B-B14F-4D97-AF65-F5344CB8AC3E}">
        <p14:creationId xmlns:p14="http://schemas.microsoft.com/office/powerpoint/2010/main" val="1437630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A5B99-E1F7-0AB1-C288-331117323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2">
            <a:extLst>
              <a:ext uri="{FF2B5EF4-FFF2-40B4-BE49-F238E27FC236}">
                <a16:creationId xmlns:a16="http://schemas.microsoft.com/office/drawing/2014/main" id="{5F27C842-1BBF-D4DD-263E-053F33160F51}"/>
              </a:ext>
            </a:extLst>
          </p:cNvPr>
          <p:cNvSpPr/>
          <p:nvPr/>
        </p:nvSpPr>
        <p:spPr>
          <a:xfrm>
            <a:off x="4062313" y="30520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 dirty="0"/>
          </a:p>
        </p:txBody>
      </p:sp>
      <p:sp>
        <p:nvSpPr>
          <p:cNvPr id="3" name="사각형: 둥근 모서리 70">
            <a:extLst>
              <a:ext uri="{FF2B5EF4-FFF2-40B4-BE49-F238E27FC236}">
                <a16:creationId xmlns:a16="http://schemas.microsoft.com/office/drawing/2014/main" id="{2F9DEB4F-92AE-D9FD-0251-69089FCC8B8A}"/>
              </a:ext>
            </a:extLst>
          </p:cNvPr>
          <p:cNvSpPr/>
          <p:nvPr/>
        </p:nvSpPr>
        <p:spPr>
          <a:xfrm>
            <a:off x="1979712" y="1025814"/>
            <a:ext cx="5304640" cy="1545936"/>
          </a:xfrm>
          <a:prstGeom prst="roundRect">
            <a:avLst>
              <a:gd name="adj" fmla="val 4874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Gateway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7" name="사각형: 둥근 모서리 12">
            <a:extLst>
              <a:ext uri="{FF2B5EF4-FFF2-40B4-BE49-F238E27FC236}">
                <a16:creationId xmlns:a16="http://schemas.microsoft.com/office/drawing/2014/main" id="{130560D3-1E43-5AF9-4A2E-05DFE5343F63}"/>
              </a:ext>
            </a:extLst>
          </p:cNvPr>
          <p:cNvSpPr/>
          <p:nvPr/>
        </p:nvSpPr>
        <p:spPr>
          <a:xfrm>
            <a:off x="4062313" y="1325598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 dirty="0"/>
          </a:p>
        </p:txBody>
      </p:sp>
      <p:sp>
        <p:nvSpPr>
          <p:cNvPr id="9" name="사각형: 둥근 모서리 70">
            <a:extLst>
              <a:ext uri="{FF2B5EF4-FFF2-40B4-BE49-F238E27FC236}">
                <a16:creationId xmlns:a16="http://schemas.microsoft.com/office/drawing/2014/main" id="{A08804D4-E5EF-386B-ECA8-A2452FFE138C}"/>
              </a:ext>
            </a:extLst>
          </p:cNvPr>
          <p:cNvSpPr/>
          <p:nvPr/>
        </p:nvSpPr>
        <p:spPr>
          <a:xfrm>
            <a:off x="637634" y="2758587"/>
            <a:ext cx="7979316" cy="2189427"/>
          </a:xfrm>
          <a:prstGeom prst="roundRect">
            <a:avLst>
              <a:gd name="adj" fmla="val 4279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LLM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BB24923F-AE0A-E04F-9477-9AD61007225A}"/>
              </a:ext>
            </a:extLst>
          </p:cNvPr>
          <p:cNvSpPr/>
          <p:nvPr/>
        </p:nvSpPr>
        <p:spPr>
          <a:xfrm>
            <a:off x="5376227" y="30972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 </a:t>
            </a:r>
            <a:r>
              <a:rPr lang="en-US" altLang="ko-KR" sz="900" b="1"/>
              <a:t>Gateway Controller</a:t>
            </a:r>
            <a:r>
              <a:rPr lang="en-US" altLang="ko-KR" sz="900"/>
              <a:t> (istiod)</a:t>
            </a:r>
            <a:endParaRPr lang="ko-KR" altLang="en-US" sz="900" dirty="0"/>
          </a:p>
        </p:txBody>
      </p:sp>
      <p:sp>
        <p:nvSpPr>
          <p:cNvPr id="12" name="사각형: 둥근 모서리 12">
            <a:extLst>
              <a:ext uri="{FF2B5EF4-FFF2-40B4-BE49-F238E27FC236}">
                <a16:creationId xmlns:a16="http://schemas.microsoft.com/office/drawing/2014/main" id="{BD7B2D79-212C-9DB6-2E14-EFDED1B0C845}"/>
              </a:ext>
            </a:extLst>
          </p:cNvPr>
          <p:cNvSpPr/>
          <p:nvPr/>
        </p:nvSpPr>
        <p:spPr>
          <a:xfrm>
            <a:off x="2091442" y="132559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</a:t>
            </a:r>
            <a:br>
              <a:rPr lang="en-US" altLang="ko-KR" sz="900"/>
            </a:br>
            <a:r>
              <a:rPr lang="en-US" altLang="ko-KR" sz="900" b="1" dirty="0"/>
              <a:t>Service (LB)</a:t>
            </a:r>
            <a:endParaRPr lang="ko-KR" altLang="en-US" sz="900" b="1" dirty="0"/>
          </a:p>
        </p:txBody>
      </p:sp>
      <p:sp>
        <p:nvSpPr>
          <p:cNvPr id="14" name="사각형: 둥근 모서리 12">
            <a:extLst>
              <a:ext uri="{FF2B5EF4-FFF2-40B4-BE49-F238E27FC236}">
                <a16:creationId xmlns:a16="http://schemas.microsoft.com/office/drawing/2014/main" id="{0E57968B-08D6-4341-725A-1434581A074E}"/>
              </a:ext>
            </a:extLst>
          </p:cNvPr>
          <p:cNvSpPr/>
          <p:nvPr/>
        </p:nvSpPr>
        <p:spPr>
          <a:xfrm>
            <a:off x="2090078" y="20262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(envoy)</a:t>
            </a:r>
            <a:br>
              <a:rPr lang="en-US" altLang="ko-KR" sz="900" dirty="0"/>
            </a:br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15" name="사각형: 둥근 모서리 12">
            <a:extLst>
              <a:ext uri="{FF2B5EF4-FFF2-40B4-BE49-F238E27FC236}">
                <a16:creationId xmlns:a16="http://schemas.microsoft.com/office/drawing/2014/main" id="{C8EE0897-83B7-07B6-62E3-8B06215C612C}"/>
              </a:ext>
            </a:extLst>
          </p:cNvPr>
          <p:cNvSpPr/>
          <p:nvPr/>
        </p:nvSpPr>
        <p:spPr>
          <a:xfrm>
            <a:off x="3405356" y="307020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 dirty="0"/>
          </a:p>
        </p:txBody>
      </p:sp>
      <p:sp>
        <p:nvSpPr>
          <p:cNvPr id="20" name="사각형: 둥근 모서리 12">
            <a:extLst>
              <a:ext uri="{FF2B5EF4-FFF2-40B4-BE49-F238E27FC236}">
                <a16:creationId xmlns:a16="http://schemas.microsoft.com/office/drawing/2014/main" id="{5DB1F9D0-D9C5-0EA5-8D6A-9C1426E995F4}"/>
              </a:ext>
            </a:extLst>
          </p:cNvPr>
          <p:cNvSpPr/>
          <p:nvPr/>
        </p:nvSpPr>
        <p:spPr>
          <a:xfrm>
            <a:off x="2090078" y="307020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 dirty="0"/>
              <a:t>Service</a:t>
            </a:r>
          </a:p>
          <a:p>
            <a:pPr algn="ctr"/>
            <a:r>
              <a:rPr lang="en-US" altLang="ko-KR" sz="900" b="1" dirty="0"/>
              <a:t>(Headless)</a:t>
            </a:r>
            <a:endParaRPr lang="ko-KR" altLang="en-US" sz="900" b="1" dirty="0"/>
          </a:p>
        </p:txBody>
      </p:sp>
      <p:sp>
        <p:nvSpPr>
          <p:cNvPr id="21" name="사각형: 둥근 모서리 12">
            <a:extLst>
              <a:ext uri="{FF2B5EF4-FFF2-40B4-BE49-F238E27FC236}">
                <a16:creationId xmlns:a16="http://schemas.microsoft.com/office/drawing/2014/main" id="{C3403E0E-FFF8-403B-4147-934184A07991}"/>
              </a:ext>
            </a:extLst>
          </p:cNvPr>
          <p:cNvSpPr/>
          <p:nvPr/>
        </p:nvSpPr>
        <p:spPr>
          <a:xfrm>
            <a:off x="2090078" y="4370118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22" name="사각형: 둥근 모서리 12">
            <a:extLst>
              <a:ext uri="{FF2B5EF4-FFF2-40B4-BE49-F238E27FC236}">
                <a16:creationId xmlns:a16="http://schemas.microsoft.com/office/drawing/2014/main" id="{34F74D5F-ADAD-00EF-518D-E8EFABBB0682}"/>
              </a:ext>
            </a:extLst>
          </p:cNvPr>
          <p:cNvSpPr/>
          <p:nvPr/>
        </p:nvSpPr>
        <p:spPr>
          <a:xfrm>
            <a:off x="2090078" y="30943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Client</a:t>
            </a:r>
            <a:endParaRPr lang="ko-KR" altLang="en-US" sz="900" dirty="0"/>
          </a:p>
        </p:txBody>
      </p:sp>
      <p:cxnSp>
        <p:nvCxnSpPr>
          <p:cNvPr id="23" name="직선 화살표 연결선 96">
            <a:extLst>
              <a:ext uri="{FF2B5EF4-FFF2-40B4-BE49-F238E27FC236}">
                <a16:creationId xmlns:a16="http://schemas.microsoft.com/office/drawing/2014/main" id="{DBD5ED76-B7C8-E858-D802-1EA78F8120B9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2659797" y="760941"/>
            <a:ext cx="1364" cy="56465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96">
            <a:extLst>
              <a:ext uri="{FF2B5EF4-FFF2-40B4-BE49-F238E27FC236}">
                <a16:creationId xmlns:a16="http://schemas.microsoft.com/office/drawing/2014/main" id="{5BD1005C-3E00-B068-AD31-CE4AB261B6CE}"/>
              </a:ext>
            </a:extLst>
          </p:cNvPr>
          <p:cNvCxnSpPr>
            <a:cxnSpLocks/>
            <a:stCxn id="7" idx="0"/>
            <a:endCxn id="2" idx="2"/>
          </p:cNvCxnSpPr>
          <p:nvPr/>
        </p:nvCxnSpPr>
        <p:spPr>
          <a:xfrm flipV="1">
            <a:off x="4632032" y="756712"/>
            <a:ext cx="0" cy="56888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96">
            <a:extLst>
              <a:ext uri="{FF2B5EF4-FFF2-40B4-BE49-F238E27FC236}">
                <a16:creationId xmlns:a16="http://schemas.microsoft.com/office/drawing/2014/main" id="{C7BDDB4B-89D0-DC5F-684C-B63E250DA0B7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flipH="1">
            <a:off x="2659797" y="1777108"/>
            <a:ext cx="1364" cy="24910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96">
            <a:extLst>
              <a:ext uri="{FF2B5EF4-FFF2-40B4-BE49-F238E27FC236}">
                <a16:creationId xmlns:a16="http://schemas.microsoft.com/office/drawing/2014/main" id="{7357918F-8322-D52C-A8F5-79ADCE9D5B90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>
            <a:off x="5201751" y="530957"/>
            <a:ext cx="174476" cy="451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96">
            <a:extLst>
              <a:ext uri="{FF2B5EF4-FFF2-40B4-BE49-F238E27FC236}">
                <a16:creationId xmlns:a16="http://schemas.microsoft.com/office/drawing/2014/main" id="{B9DB441A-1B4B-2F49-7C08-842C356BE99B}"/>
              </a:ext>
            </a:extLst>
          </p:cNvPr>
          <p:cNvCxnSpPr>
            <a:cxnSpLocks/>
            <a:stCxn id="15" idx="0"/>
            <a:endCxn id="7" idx="2"/>
          </p:cNvCxnSpPr>
          <p:nvPr/>
        </p:nvCxnSpPr>
        <p:spPr>
          <a:xfrm flipV="1">
            <a:off x="3975075" y="1777109"/>
            <a:ext cx="656957" cy="129309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96">
            <a:extLst>
              <a:ext uri="{FF2B5EF4-FFF2-40B4-BE49-F238E27FC236}">
                <a16:creationId xmlns:a16="http://schemas.microsoft.com/office/drawing/2014/main" id="{47F505D0-0F92-EC97-2A3D-BFEC05D52A6F}"/>
              </a:ext>
            </a:extLst>
          </p:cNvPr>
          <p:cNvCxnSpPr>
            <a:cxnSpLocks/>
            <a:stCxn id="15" idx="2"/>
            <a:endCxn id="91" idx="0"/>
          </p:cNvCxnSpPr>
          <p:nvPr/>
        </p:nvCxnSpPr>
        <p:spPr>
          <a:xfrm>
            <a:off x="3975075" y="3521718"/>
            <a:ext cx="1287" cy="8483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96">
            <a:extLst>
              <a:ext uri="{FF2B5EF4-FFF2-40B4-BE49-F238E27FC236}">
                <a16:creationId xmlns:a16="http://schemas.microsoft.com/office/drawing/2014/main" id="{92D61E2C-4CE5-C535-B4A9-948DF38E945F}"/>
              </a:ext>
            </a:extLst>
          </p:cNvPr>
          <p:cNvCxnSpPr>
            <a:cxnSpLocks/>
            <a:stCxn id="14" idx="2"/>
            <a:endCxn id="20" idx="0"/>
          </p:cNvCxnSpPr>
          <p:nvPr/>
        </p:nvCxnSpPr>
        <p:spPr>
          <a:xfrm>
            <a:off x="2659797" y="2477728"/>
            <a:ext cx="0" cy="59247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96">
            <a:extLst>
              <a:ext uri="{FF2B5EF4-FFF2-40B4-BE49-F238E27FC236}">
                <a16:creationId xmlns:a16="http://schemas.microsoft.com/office/drawing/2014/main" id="{4CE86ACB-5CCA-61BA-E207-D8CC8BE2CA8D}"/>
              </a:ext>
            </a:extLst>
          </p:cNvPr>
          <p:cNvCxnSpPr>
            <a:cxnSpLocks/>
            <a:stCxn id="91" idx="0"/>
            <a:endCxn id="20" idx="3"/>
          </p:cNvCxnSpPr>
          <p:nvPr/>
        </p:nvCxnSpPr>
        <p:spPr>
          <a:xfrm flipH="1" flipV="1">
            <a:off x="3229516" y="3295963"/>
            <a:ext cx="746846" cy="107415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96">
            <a:extLst>
              <a:ext uri="{FF2B5EF4-FFF2-40B4-BE49-F238E27FC236}">
                <a16:creationId xmlns:a16="http://schemas.microsoft.com/office/drawing/2014/main" id="{CC725E0A-E539-EBE3-8BA3-67D145A884AA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2659797" y="3521718"/>
            <a:ext cx="0" cy="84840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96">
            <a:extLst>
              <a:ext uri="{FF2B5EF4-FFF2-40B4-BE49-F238E27FC236}">
                <a16:creationId xmlns:a16="http://schemas.microsoft.com/office/drawing/2014/main" id="{0DD78658-6298-B979-F17D-28306BD11EF9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2661161" y="761231"/>
            <a:ext cx="3284785" cy="56436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96">
            <a:extLst>
              <a:ext uri="{FF2B5EF4-FFF2-40B4-BE49-F238E27FC236}">
                <a16:creationId xmlns:a16="http://schemas.microsoft.com/office/drawing/2014/main" id="{A0A592B6-E3FF-24E8-F20E-F54CBE56955E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2659797" y="761231"/>
            <a:ext cx="3286149" cy="126498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96">
            <a:extLst>
              <a:ext uri="{FF2B5EF4-FFF2-40B4-BE49-F238E27FC236}">
                <a16:creationId xmlns:a16="http://schemas.microsoft.com/office/drawing/2014/main" id="{B2D1E572-DCA2-CB79-49F7-0C22B195EEC7}"/>
              </a:ext>
            </a:extLst>
          </p:cNvPr>
          <p:cNvCxnSpPr>
            <a:cxnSpLocks/>
            <a:stCxn id="11" idx="2"/>
            <a:endCxn id="20" idx="0"/>
          </p:cNvCxnSpPr>
          <p:nvPr/>
        </p:nvCxnSpPr>
        <p:spPr>
          <a:xfrm flipH="1">
            <a:off x="2659797" y="761231"/>
            <a:ext cx="3286149" cy="230897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12">
            <a:extLst>
              <a:ext uri="{FF2B5EF4-FFF2-40B4-BE49-F238E27FC236}">
                <a16:creationId xmlns:a16="http://schemas.microsoft.com/office/drawing/2014/main" id="{B445BBB4-C586-7819-5543-E4C2F7A5BE88}"/>
              </a:ext>
            </a:extLst>
          </p:cNvPr>
          <p:cNvSpPr/>
          <p:nvPr/>
        </p:nvSpPr>
        <p:spPr>
          <a:xfrm>
            <a:off x="773513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80" name="직선 화살표 연결선 96">
            <a:extLst>
              <a:ext uri="{FF2B5EF4-FFF2-40B4-BE49-F238E27FC236}">
                <a16:creationId xmlns:a16="http://schemas.microsoft.com/office/drawing/2014/main" id="{1195382D-FD79-C7E6-8F2C-ADA81A46DE26}"/>
              </a:ext>
            </a:extLst>
          </p:cNvPr>
          <p:cNvCxnSpPr>
            <a:cxnSpLocks/>
            <a:stCxn id="79" idx="3"/>
            <a:endCxn id="21" idx="1"/>
          </p:cNvCxnSpPr>
          <p:nvPr/>
        </p:nvCxnSpPr>
        <p:spPr>
          <a:xfrm>
            <a:off x="1912951" y="4595873"/>
            <a:ext cx="177127" cy="1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사각형: 둥근 모서리 12">
            <a:extLst>
              <a:ext uri="{FF2B5EF4-FFF2-40B4-BE49-F238E27FC236}">
                <a16:creationId xmlns:a16="http://schemas.microsoft.com/office/drawing/2014/main" id="{1973AF31-A7B4-A292-BC10-3ABF263CD6A0}"/>
              </a:ext>
            </a:extLst>
          </p:cNvPr>
          <p:cNvSpPr/>
          <p:nvPr/>
        </p:nvSpPr>
        <p:spPr>
          <a:xfrm>
            <a:off x="773513" y="372016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DestinationRule</a:t>
            </a:r>
            <a:endParaRPr lang="ko-KR" altLang="en-US" sz="900" b="1" dirty="0"/>
          </a:p>
        </p:txBody>
      </p:sp>
      <p:sp>
        <p:nvSpPr>
          <p:cNvPr id="86" name="사각형: 둥근 모서리 12">
            <a:extLst>
              <a:ext uri="{FF2B5EF4-FFF2-40B4-BE49-F238E27FC236}">
                <a16:creationId xmlns:a16="http://schemas.microsoft.com/office/drawing/2014/main" id="{CB87EB7D-D3E2-B582-2A2C-0C0D6476423E}"/>
              </a:ext>
            </a:extLst>
          </p:cNvPr>
          <p:cNvSpPr/>
          <p:nvPr/>
        </p:nvSpPr>
        <p:spPr>
          <a:xfrm>
            <a:off x="773513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91" name="사각형: 둥근 모서리 12">
            <a:extLst>
              <a:ext uri="{FF2B5EF4-FFF2-40B4-BE49-F238E27FC236}">
                <a16:creationId xmlns:a16="http://schemas.microsoft.com/office/drawing/2014/main" id="{3E69754F-EF27-3023-7BE9-C82933AC6987}"/>
              </a:ext>
            </a:extLst>
          </p:cNvPr>
          <p:cNvSpPr/>
          <p:nvPr/>
        </p:nvSpPr>
        <p:spPr>
          <a:xfrm>
            <a:off x="3406643" y="437011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InferencePool</a:t>
            </a:r>
            <a:endParaRPr lang="ko-KR" altLang="en-US" sz="900" b="1" dirty="0"/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F30C83A6-A2F2-21AF-7DC5-1DAB5D17D8CC}"/>
              </a:ext>
            </a:extLst>
          </p:cNvPr>
          <p:cNvCxnSpPr>
            <a:cxnSpLocks/>
            <a:stCxn id="83" idx="2"/>
            <a:endCxn id="79" idx="0"/>
          </p:cNvCxnSpPr>
          <p:nvPr/>
        </p:nvCxnSpPr>
        <p:spPr>
          <a:xfrm>
            <a:off x="1343232" y="4171672"/>
            <a:ext cx="0" cy="198445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18595FDF-4C04-8B60-8F92-1AFD5F2C4448}"/>
              </a:ext>
            </a:extLst>
          </p:cNvPr>
          <p:cNvCxnSpPr>
            <a:cxnSpLocks/>
            <a:stCxn id="86" idx="2"/>
            <a:endCxn id="83" idx="0"/>
          </p:cNvCxnSpPr>
          <p:nvPr/>
        </p:nvCxnSpPr>
        <p:spPr>
          <a:xfrm>
            <a:off x="1343232" y="3521717"/>
            <a:ext cx="0" cy="198444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07BBD0B7-1164-142E-D398-FC30C0404B0B}"/>
              </a:ext>
            </a:extLst>
          </p:cNvPr>
          <p:cNvCxnSpPr>
            <a:cxnSpLocks/>
            <a:stCxn id="14" idx="1"/>
            <a:endCxn id="86" idx="0"/>
          </p:cNvCxnSpPr>
          <p:nvPr/>
        </p:nvCxnSpPr>
        <p:spPr>
          <a:xfrm flipH="1">
            <a:off x="1343232" y="2251973"/>
            <a:ext cx="746846" cy="818233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사각형: 둥근 모서리 12">
            <a:extLst>
              <a:ext uri="{FF2B5EF4-FFF2-40B4-BE49-F238E27FC236}">
                <a16:creationId xmlns:a16="http://schemas.microsoft.com/office/drawing/2014/main" id="{7A3ECFF2-12B6-1789-A545-457679A4EC11}"/>
              </a:ext>
            </a:extLst>
          </p:cNvPr>
          <p:cNvSpPr/>
          <p:nvPr/>
        </p:nvSpPr>
        <p:spPr>
          <a:xfrm>
            <a:off x="4716619" y="307020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 dirty="0"/>
          </a:p>
        </p:txBody>
      </p:sp>
      <p:cxnSp>
        <p:nvCxnSpPr>
          <p:cNvPr id="114" name="직선 화살표 연결선 96">
            <a:extLst>
              <a:ext uri="{FF2B5EF4-FFF2-40B4-BE49-F238E27FC236}">
                <a16:creationId xmlns:a16="http://schemas.microsoft.com/office/drawing/2014/main" id="{46505409-03B3-5D99-DB01-C6C1306FE12E}"/>
              </a:ext>
            </a:extLst>
          </p:cNvPr>
          <p:cNvCxnSpPr>
            <a:cxnSpLocks/>
            <a:stCxn id="113" idx="2"/>
            <a:endCxn id="115" idx="0"/>
          </p:cNvCxnSpPr>
          <p:nvPr/>
        </p:nvCxnSpPr>
        <p:spPr>
          <a:xfrm>
            <a:off x="5286338" y="3521717"/>
            <a:ext cx="1287" cy="8483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사각형: 둥근 모서리 12">
            <a:extLst>
              <a:ext uri="{FF2B5EF4-FFF2-40B4-BE49-F238E27FC236}">
                <a16:creationId xmlns:a16="http://schemas.microsoft.com/office/drawing/2014/main" id="{1EAF6ED7-065A-C9E0-2373-ECB779E7F13F}"/>
              </a:ext>
            </a:extLst>
          </p:cNvPr>
          <p:cNvSpPr/>
          <p:nvPr/>
        </p:nvSpPr>
        <p:spPr>
          <a:xfrm>
            <a:off x="4717906" y="437011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InferencePool</a:t>
            </a:r>
            <a:endParaRPr lang="ko-KR" altLang="en-US" sz="900" b="1" dirty="0"/>
          </a:p>
        </p:txBody>
      </p:sp>
      <p:sp>
        <p:nvSpPr>
          <p:cNvPr id="127" name="사각형: 둥근 모서리 12">
            <a:extLst>
              <a:ext uri="{FF2B5EF4-FFF2-40B4-BE49-F238E27FC236}">
                <a16:creationId xmlns:a16="http://schemas.microsoft.com/office/drawing/2014/main" id="{8941CEDA-7076-795C-CA7B-2E8C1A742CD2}"/>
              </a:ext>
            </a:extLst>
          </p:cNvPr>
          <p:cNvSpPr/>
          <p:nvPr/>
        </p:nvSpPr>
        <p:spPr>
          <a:xfrm>
            <a:off x="6034548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 dirty="0"/>
              <a:t>Service</a:t>
            </a:r>
          </a:p>
          <a:p>
            <a:pPr algn="ctr"/>
            <a:r>
              <a:rPr lang="en-US" altLang="ko-KR" sz="900" b="1" dirty="0"/>
              <a:t>(Headless)</a:t>
            </a:r>
            <a:endParaRPr lang="ko-KR" altLang="en-US" sz="900" b="1" dirty="0"/>
          </a:p>
        </p:txBody>
      </p:sp>
      <p:sp>
        <p:nvSpPr>
          <p:cNvPr id="129" name="사각형: 둥근 모서리 12">
            <a:extLst>
              <a:ext uri="{FF2B5EF4-FFF2-40B4-BE49-F238E27FC236}">
                <a16:creationId xmlns:a16="http://schemas.microsoft.com/office/drawing/2014/main" id="{C18AD20C-3DB8-6B57-8A49-150A24E2E278}"/>
              </a:ext>
            </a:extLst>
          </p:cNvPr>
          <p:cNvSpPr/>
          <p:nvPr/>
        </p:nvSpPr>
        <p:spPr>
          <a:xfrm>
            <a:off x="6034548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130" name="직선 화살표 연결선 96">
            <a:extLst>
              <a:ext uri="{FF2B5EF4-FFF2-40B4-BE49-F238E27FC236}">
                <a16:creationId xmlns:a16="http://schemas.microsoft.com/office/drawing/2014/main" id="{A65BB3F8-DE99-E7FC-E90C-2E03E581F28A}"/>
              </a:ext>
            </a:extLst>
          </p:cNvPr>
          <p:cNvCxnSpPr>
            <a:cxnSpLocks/>
            <a:stCxn id="115" idx="0"/>
            <a:endCxn id="127" idx="1"/>
          </p:cNvCxnSpPr>
          <p:nvPr/>
        </p:nvCxnSpPr>
        <p:spPr>
          <a:xfrm flipV="1">
            <a:off x="5287625" y="3295962"/>
            <a:ext cx="746923" cy="107415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96">
            <a:extLst>
              <a:ext uri="{FF2B5EF4-FFF2-40B4-BE49-F238E27FC236}">
                <a16:creationId xmlns:a16="http://schemas.microsoft.com/office/drawing/2014/main" id="{A90315EC-1C02-3D35-7A0C-EBB819F2793F}"/>
              </a:ext>
            </a:extLst>
          </p:cNvPr>
          <p:cNvCxnSpPr>
            <a:cxnSpLocks/>
            <a:stCxn id="14" idx="2"/>
            <a:endCxn id="127" idx="0"/>
          </p:cNvCxnSpPr>
          <p:nvPr/>
        </p:nvCxnSpPr>
        <p:spPr>
          <a:xfrm>
            <a:off x="2659797" y="2477728"/>
            <a:ext cx="3944470" cy="592478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96">
            <a:extLst>
              <a:ext uri="{FF2B5EF4-FFF2-40B4-BE49-F238E27FC236}">
                <a16:creationId xmlns:a16="http://schemas.microsoft.com/office/drawing/2014/main" id="{45B4C68B-E838-CA7D-DD34-95A30BD7D15D}"/>
              </a:ext>
            </a:extLst>
          </p:cNvPr>
          <p:cNvCxnSpPr>
            <a:cxnSpLocks/>
            <a:stCxn id="127" idx="2"/>
            <a:endCxn id="129" idx="0"/>
          </p:cNvCxnSpPr>
          <p:nvPr/>
        </p:nvCxnSpPr>
        <p:spPr>
          <a:xfrm>
            <a:off x="6604267" y="3521717"/>
            <a:ext cx="0" cy="84840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96">
            <a:extLst>
              <a:ext uri="{FF2B5EF4-FFF2-40B4-BE49-F238E27FC236}">
                <a16:creationId xmlns:a16="http://schemas.microsoft.com/office/drawing/2014/main" id="{54DD087A-DD03-B221-BEEB-A29EF1E76EFF}"/>
              </a:ext>
            </a:extLst>
          </p:cNvPr>
          <p:cNvCxnSpPr>
            <a:cxnSpLocks/>
            <a:stCxn id="113" idx="0"/>
            <a:endCxn id="7" idx="2"/>
          </p:cNvCxnSpPr>
          <p:nvPr/>
        </p:nvCxnSpPr>
        <p:spPr>
          <a:xfrm flipH="1" flipV="1">
            <a:off x="4632032" y="1777109"/>
            <a:ext cx="654306" cy="129309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96">
            <a:extLst>
              <a:ext uri="{FF2B5EF4-FFF2-40B4-BE49-F238E27FC236}">
                <a16:creationId xmlns:a16="http://schemas.microsoft.com/office/drawing/2014/main" id="{A9D46B34-2401-AD88-A6F8-AE5B9F0C59A6}"/>
              </a:ext>
            </a:extLst>
          </p:cNvPr>
          <p:cNvCxnSpPr>
            <a:cxnSpLocks/>
            <a:stCxn id="91" idx="1"/>
            <a:endCxn id="21" idx="3"/>
          </p:cNvCxnSpPr>
          <p:nvPr/>
        </p:nvCxnSpPr>
        <p:spPr>
          <a:xfrm flipH="1">
            <a:off x="3229516" y="4595873"/>
            <a:ext cx="177127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96">
            <a:extLst>
              <a:ext uri="{FF2B5EF4-FFF2-40B4-BE49-F238E27FC236}">
                <a16:creationId xmlns:a16="http://schemas.microsoft.com/office/drawing/2014/main" id="{F3529BCA-EC61-E5A8-7D9D-895A3F7352BD}"/>
              </a:ext>
            </a:extLst>
          </p:cNvPr>
          <p:cNvCxnSpPr>
            <a:cxnSpLocks/>
            <a:stCxn id="115" idx="3"/>
            <a:endCxn id="129" idx="1"/>
          </p:cNvCxnSpPr>
          <p:nvPr/>
        </p:nvCxnSpPr>
        <p:spPr>
          <a:xfrm>
            <a:off x="5857344" y="4595872"/>
            <a:ext cx="177204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96">
            <a:extLst>
              <a:ext uri="{FF2B5EF4-FFF2-40B4-BE49-F238E27FC236}">
                <a16:creationId xmlns:a16="http://schemas.microsoft.com/office/drawing/2014/main" id="{E6C85F84-A880-2EC1-32DE-06E559816A36}"/>
              </a:ext>
            </a:extLst>
          </p:cNvPr>
          <p:cNvCxnSpPr>
            <a:cxnSpLocks/>
            <a:stCxn id="11" idx="2"/>
            <a:endCxn id="127" idx="0"/>
          </p:cNvCxnSpPr>
          <p:nvPr/>
        </p:nvCxnSpPr>
        <p:spPr>
          <a:xfrm>
            <a:off x="5945946" y="761231"/>
            <a:ext cx="658321" cy="2308975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사각형: 둥근 모서리 12">
            <a:extLst>
              <a:ext uri="{FF2B5EF4-FFF2-40B4-BE49-F238E27FC236}">
                <a16:creationId xmlns:a16="http://schemas.microsoft.com/office/drawing/2014/main" id="{26B4DA43-3179-F30B-934B-F83EF5922FFE}"/>
              </a:ext>
            </a:extLst>
          </p:cNvPr>
          <p:cNvSpPr/>
          <p:nvPr/>
        </p:nvSpPr>
        <p:spPr>
          <a:xfrm>
            <a:off x="7351190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180" name="사각형: 둥근 모서리 12">
            <a:extLst>
              <a:ext uri="{FF2B5EF4-FFF2-40B4-BE49-F238E27FC236}">
                <a16:creationId xmlns:a16="http://schemas.microsoft.com/office/drawing/2014/main" id="{CDC983F4-CBF6-AA69-92E3-8DF07713E36B}"/>
              </a:ext>
            </a:extLst>
          </p:cNvPr>
          <p:cNvSpPr/>
          <p:nvPr/>
        </p:nvSpPr>
        <p:spPr>
          <a:xfrm>
            <a:off x="7351190" y="372016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DestinationRule</a:t>
            </a:r>
            <a:endParaRPr lang="ko-KR" altLang="en-US" sz="900" b="1" dirty="0"/>
          </a:p>
        </p:txBody>
      </p:sp>
      <p:sp>
        <p:nvSpPr>
          <p:cNvPr id="181" name="사각형: 둥근 모서리 12">
            <a:extLst>
              <a:ext uri="{FF2B5EF4-FFF2-40B4-BE49-F238E27FC236}">
                <a16:creationId xmlns:a16="http://schemas.microsoft.com/office/drawing/2014/main" id="{38DB9A88-70C6-6F49-EA48-5E9B7552AE01}"/>
              </a:ext>
            </a:extLst>
          </p:cNvPr>
          <p:cNvSpPr/>
          <p:nvPr/>
        </p:nvSpPr>
        <p:spPr>
          <a:xfrm>
            <a:off x="7351190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cxnSp>
        <p:nvCxnSpPr>
          <p:cNvPr id="183" name="직선 화살표 연결선 96">
            <a:extLst>
              <a:ext uri="{FF2B5EF4-FFF2-40B4-BE49-F238E27FC236}">
                <a16:creationId xmlns:a16="http://schemas.microsoft.com/office/drawing/2014/main" id="{05DEE178-4A5C-BEAD-134D-26C0115D89B6}"/>
              </a:ext>
            </a:extLst>
          </p:cNvPr>
          <p:cNvCxnSpPr>
            <a:cxnSpLocks/>
            <a:stCxn id="179" idx="1"/>
            <a:endCxn id="129" idx="3"/>
          </p:cNvCxnSpPr>
          <p:nvPr/>
        </p:nvCxnSpPr>
        <p:spPr>
          <a:xfrm flipH="1">
            <a:off x="7173986" y="4595873"/>
            <a:ext cx="177204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C68F378D-D121-401F-5E9C-C0141124F116}"/>
              </a:ext>
            </a:extLst>
          </p:cNvPr>
          <p:cNvCxnSpPr>
            <a:cxnSpLocks/>
            <a:stCxn id="14" idx="3"/>
            <a:endCxn id="181" idx="0"/>
          </p:cNvCxnSpPr>
          <p:nvPr/>
        </p:nvCxnSpPr>
        <p:spPr>
          <a:xfrm>
            <a:off x="3229516" y="2251973"/>
            <a:ext cx="4691393" cy="818233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>
            <a:extLst>
              <a:ext uri="{FF2B5EF4-FFF2-40B4-BE49-F238E27FC236}">
                <a16:creationId xmlns:a16="http://schemas.microsoft.com/office/drawing/2014/main" id="{06668A02-2372-3329-D373-E4AC22D75F34}"/>
              </a:ext>
            </a:extLst>
          </p:cNvPr>
          <p:cNvCxnSpPr>
            <a:cxnSpLocks/>
            <a:stCxn id="181" idx="2"/>
            <a:endCxn id="180" idx="0"/>
          </p:cNvCxnSpPr>
          <p:nvPr/>
        </p:nvCxnSpPr>
        <p:spPr>
          <a:xfrm>
            <a:off x="7920909" y="3521717"/>
            <a:ext cx="0" cy="198444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60D13826-0B08-CF4C-62B5-606282A346F1}"/>
              </a:ext>
            </a:extLst>
          </p:cNvPr>
          <p:cNvCxnSpPr>
            <a:cxnSpLocks/>
            <a:stCxn id="180" idx="2"/>
            <a:endCxn id="179" idx="0"/>
          </p:cNvCxnSpPr>
          <p:nvPr/>
        </p:nvCxnSpPr>
        <p:spPr>
          <a:xfrm>
            <a:off x="7920909" y="4171672"/>
            <a:ext cx="0" cy="198445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화살표 연결선 96">
            <a:extLst>
              <a:ext uri="{FF2B5EF4-FFF2-40B4-BE49-F238E27FC236}">
                <a16:creationId xmlns:a16="http://schemas.microsoft.com/office/drawing/2014/main" id="{45461C05-890A-56EE-8D24-C7D2AFA6EF26}"/>
              </a:ext>
            </a:extLst>
          </p:cNvPr>
          <p:cNvCxnSpPr>
            <a:cxnSpLocks/>
          </p:cNvCxnSpPr>
          <p:nvPr/>
        </p:nvCxnSpPr>
        <p:spPr>
          <a:xfrm>
            <a:off x="7392531" y="377236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46CED67A-DAEF-00BF-1E36-8BAB5BAC5F55}"/>
              </a:ext>
            </a:extLst>
          </p:cNvPr>
          <p:cNvSpPr txBox="1"/>
          <p:nvPr/>
        </p:nvSpPr>
        <p:spPr>
          <a:xfrm>
            <a:off x="7688274" y="267466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Reference</a:t>
            </a:r>
            <a:endParaRPr lang="en-KR" sz="900"/>
          </a:p>
        </p:txBody>
      </p:sp>
      <p:cxnSp>
        <p:nvCxnSpPr>
          <p:cNvPr id="204" name="직선 화살표 연결선 96">
            <a:extLst>
              <a:ext uri="{FF2B5EF4-FFF2-40B4-BE49-F238E27FC236}">
                <a16:creationId xmlns:a16="http://schemas.microsoft.com/office/drawing/2014/main" id="{AA28695B-9B06-2D73-7850-BEFB519026F9}"/>
              </a:ext>
            </a:extLst>
          </p:cNvPr>
          <p:cNvCxnSpPr>
            <a:cxnSpLocks/>
          </p:cNvCxnSpPr>
          <p:nvPr/>
        </p:nvCxnSpPr>
        <p:spPr>
          <a:xfrm>
            <a:off x="7392531" y="613485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414EBAB0-ABCF-4BA1-6993-F438C98E1F61}"/>
              </a:ext>
            </a:extLst>
          </p:cNvPr>
          <p:cNvSpPr txBox="1"/>
          <p:nvPr/>
        </p:nvSpPr>
        <p:spPr>
          <a:xfrm>
            <a:off x="7688274" y="503715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cxnSp>
        <p:nvCxnSpPr>
          <p:cNvPr id="206" name="직선 화살표 연결선 96">
            <a:extLst>
              <a:ext uri="{FF2B5EF4-FFF2-40B4-BE49-F238E27FC236}">
                <a16:creationId xmlns:a16="http://schemas.microsoft.com/office/drawing/2014/main" id="{5ABBABA0-429F-2B7A-5C17-A6C25D6B4F85}"/>
              </a:ext>
            </a:extLst>
          </p:cNvPr>
          <p:cNvCxnSpPr>
            <a:cxnSpLocks/>
          </p:cNvCxnSpPr>
          <p:nvPr/>
        </p:nvCxnSpPr>
        <p:spPr>
          <a:xfrm>
            <a:off x="7392531" y="847542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Box 206">
            <a:extLst>
              <a:ext uri="{FF2B5EF4-FFF2-40B4-BE49-F238E27FC236}">
                <a16:creationId xmlns:a16="http://schemas.microsoft.com/office/drawing/2014/main" id="{55B8CBAC-5C1A-4FDC-43D3-BD2BB175466F}"/>
              </a:ext>
            </a:extLst>
          </p:cNvPr>
          <p:cNvSpPr txBox="1"/>
          <p:nvPr/>
        </p:nvSpPr>
        <p:spPr>
          <a:xfrm>
            <a:off x="7688274" y="737772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cxnSp>
        <p:nvCxnSpPr>
          <p:cNvPr id="209" name="직선 화살표 연결선 96">
            <a:extLst>
              <a:ext uri="{FF2B5EF4-FFF2-40B4-BE49-F238E27FC236}">
                <a16:creationId xmlns:a16="http://schemas.microsoft.com/office/drawing/2014/main" id="{A936B6CC-B00B-9FC6-BDB4-F9709ACCC78B}"/>
              </a:ext>
            </a:extLst>
          </p:cNvPr>
          <p:cNvCxnSpPr>
            <a:cxnSpLocks/>
          </p:cNvCxnSpPr>
          <p:nvPr/>
        </p:nvCxnSpPr>
        <p:spPr>
          <a:xfrm>
            <a:off x="7392531" y="1081598"/>
            <a:ext cx="323569" cy="0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150FBBB0-72FB-B7A1-558A-295BF38A6E82}"/>
              </a:ext>
            </a:extLst>
          </p:cNvPr>
          <p:cNvSpPr txBox="1"/>
          <p:nvPr/>
        </p:nvSpPr>
        <p:spPr>
          <a:xfrm>
            <a:off x="7688274" y="971828"/>
            <a:ext cx="1030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Select Endpoint</a:t>
            </a:r>
            <a:endParaRPr lang="en-KR" sz="900"/>
          </a:p>
        </p:txBody>
      </p:sp>
      <p:cxnSp>
        <p:nvCxnSpPr>
          <p:cNvPr id="211" name="직선 화살표 연결선 96">
            <a:extLst>
              <a:ext uri="{FF2B5EF4-FFF2-40B4-BE49-F238E27FC236}">
                <a16:creationId xmlns:a16="http://schemas.microsoft.com/office/drawing/2014/main" id="{4C2065B8-81A6-5A1D-4143-8875194DAB94}"/>
              </a:ext>
            </a:extLst>
          </p:cNvPr>
          <p:cNvCxnSpPr>
            <a:cxnSpLocks/>
          </p:cNvCxnSpPr>
          <p:nvPr/>
        </p:nvCxnSpPr>
        <p:spPr>
          <a:xfrm>
            <a:off x="7392531" y="1321675"/>
            <a:ext cx="323569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8A4CC6BE-CB8B-DE21-FC99-C3AF2325054D}"/>
              </a:ext>
            </a:extLst>
          </p:cNvPr>
          <p:cNvSpPr txBox="1"/>
          <p:nvPr/>
        </p:nvSpPr>
        <p:spPr>
          <a:xfrm>
            <a:off x="7688274" y="1211905"/>
            <a:ext cx="1030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Get Metrics</a:t>
            </a:r>
            <a:endParaRPr lang="en-KR" sz="900"/>
          </a:p>
        </p:txBody>
      </p:sp>
    </p:spTree>
    <p:extLst>
      <p:ext uri="{BB962C8B-B14F-4D97-AF65-F5344CB8AC3E}">
        <p14:creationId xmlns:p14="http://schemas.microsoft.com/office/powerpoint/2010/main" val="871146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77DCB-B5E0-D942-4F3E-59F38784E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2">
            <a:extLst>
              <a:ext uri="{FF2B5EF4-FFF2-40B4-BE49-F238E27FC236}">
                <a16:creationId xmlns:a16="http://schemas.microsoft.com/office/drawing/2014/main" id="{0BF4F9D6-9E85-F84C-9223-8BFFB26550A6}"/>
              </a:ext>
            </a:extLst>
          </p:cNvPr>
          <p:cNvSpPr/>
          <p:nvPr/>
        </p:nvSpPr>
        <p:spPr>
          <a:xfrm>
            <a:off x="4062313" y="30520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 dirty="0"/>
          </a:p>
        </p:txBody>
      </p:sp>
      <p:sp>
        <p:nvSpPr>
          <p:cNvPr id="3" name="사각형: 둥근 모서리 70">
            <a:extLst>
              <a:ext uri="{FF2B5EF4-FFF2-40B4-BE49-F238E27FC236}">
                <a16:creationId xmlns:a16="http://schemas.microsoft.com/office/drawing/2014/main" id="{10FE405F-E2ED-809F-4320-D43AAF59D671}"/>
              </a:ext>
            </a:extLst>
          </p:cNvPr>
          <p:cNvSpPr/>
          <p:nvPr/>
        </p:nvSpPr>
        <p:spPr>
          <a:xfrm>
            <a:off x="1979712" y="1025814"/>
            <a:ext cx="5304640" cy="1545936"/>
          </a:xfrm>
          <a:prstGeom prst="roundRect">
            <a:avLst>
              <a:gd name="adj" fmla="val 4874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Gateway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7" name="사각형: 둥근 모서리 12">
            <a:extLst>
              <a:ext uri="{FF2B5EF4-FFF2-40B4-BE49-F238E27FC236}">
                <a16:creationId xmlns:a16="http://schemas.microsoft.com/office/drawing/2014/main" id="{8207E634-5E81-F183-C1F4-164096FB4ADC}"/>
              </a:ext>
            </a:extLst>
          </p:cNvPr>
          <p:cNvSpPr/>
          <p:nvPr/>
        </p:nvSpPr>
        <p:spPr>
          <a:xfrm>
            <a:off x="4062313" y="1325598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 dirty="0"/>
          </a:p>
        </p:txBody>
      </p:sp>
      <p:sp>
        <p:nvSpPr>
          <p:cNvPr id="9" name="사각형: 둥근 모서리 70">
            <a:extLst>
              <a:ext uri="{FF2B5EF4-FFF2-40B4-BE49-F238E27FC236}">
                <a16:creationId xmlns:a16="http://schemas.microsoft.com/office/drawing/2014/main" id="{5A6EF79B-4513-8D26-1615-C67E80D9BE4C}"/>
              </a:ext>
            </a:extLst>
          </p:cNvPr>
          <p:cNvSpPr/>
          <p:nvPr/>
        </p:nvSpPr>
        <p:spPr>
          <a:xfrm>
            <a:off x="637634" y="2758587"/>
            <a:ext cx="7979316" cy="2189427"/>
          </a:xfrm>
          <a:prstGeom prst="roundRect">
            <a:avLst>
              <a:gd name="adj" fmla="val 4279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LLM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5FC1E958-DBD2-C48D-0689-B93617242600}"/>
              </a:ext>
            </a:extLst>
          </p:cNvPr>
          <p:cNvSpPr/>
          <p:nvPr/>
        </p:nvSpPr>
        <p:spPr>
          <a:xfrm>
            <a:off x="5376227" y="30972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 </a:t>
            </a:r>
            <a:r>
              <a:rPr lang="en-US" altLang="ko-KR" sz="900" b="1"/>
              <a:t>Gateway Controller</a:t>
            </a:r>
            <a:r>
              <a:rPr lang="en-US" altLang="ko-KR" sz="900"/>
              <a:t> (istiod)</a:t>
            </a:r>
            <a:endParaRPr lang="ko-KR" altLang="en-US" sz="900" dirty="0"/>
          </a:p>
        </p:txBody>
      </p:sp>
      <p:sp>
        <p:nvSpPr>
          <p:cNvPr id="12" name="사각형: 둥근 모서리 12">
            <a:extLst>
              <a:ext uri="{FF2B5EF4-FFF2-40B4-BE49-F238E27FC236}">
                <a16:creationId xmlns:a16="http://schemas.microsoft.com/office/drawing/2014/main" id="{01A4CB84-C93E-7B7B-1191-8A57074D0E47}"/>
              </a:ext>
            </a:extLst>
          </p:cNvPr>
          <p:cNvSpPr/>
          <p:nvPr/>
        </p:nvSpPr>
        <p:spPr>
          <a:xfrm>
            <a:off x="2091442" y="132559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</a:t>
            </a:r>
            <a:br>
              <a:rPr lang="en-US" altLang="ko-KR" sz="900"/>
            </a:br>
            <a:r>
              <a:rPr lang="en-US" altLang="ko-KR" sz="900" b="1" dirty="0"/>
              <a:t>Service (LB)</a:t>
            </a:r>
            <a:endParaRPr lang="ko-KR" altLang="en-US" sz="900" b="1" dirty="0"/>
          </a:p>
        </p:txBody>
      </p:sp>
      <p:sp>
        <p:nvSpPr>
          <p:cNvPr id="14" name="사각형: 둥근 모서리 12">
            <a:extLst>
              <a:ext uri="{FF2B5EF4-FFF2-40B4-BE49-F238E27FC236}">
                <a16:creationId xmlns:a16="http://schemas.microsoft.com/office/drawing/2014/main" id="{3C80008A-D267-65BE-32D2-3A3E3185E404}"/>
              </a:ext>
            </a:extLst>
          </p:cNvPr>
          <p:cNvSpPr/>
          <p:nvPr/>
        </p:nvSpPr>
        <p:spPr>
          <a:xfrm>
            <a:off x="2090078" y="20262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(envoy)</a:t>
            </a:r>
            <a:br>
              <a:rPr lang="en-US" altLang="ko-KR" sz="900" dirty="0"/>
            </a:br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15" name="사각형: 둥근 모서리 12">
            <a:extLst>
              <a:ext uri="{FF2B5EF4-FFF2-40B4-BE49-F238E27FC236}">
                <a16:creationId xmlns:a16="http://schemas.microsoft.com/office/drawing/2014/main" id="{79B63E46-0310-54A6-15B1-BA92DF5CB318}"/>
              </a:ext>
            </a:extLst>
          </p:cNvPr>
          <p:cNvSpPr/>
          <p:nvPr/>
        </p:nvSpPr>
        <p:spPr>
          <a:xfrm>
            <a:off x="3405356" y="307020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 dirty="0"/>
          </a:p>
        </p:txBody>
      </p:sp>
      <p:sp>
        <p:nvSpPr>
          <p:cNvPr id="20" name="사각형: 둥근 모서리 12">
            <a:extLst>
              <a:ext uri="{FF2B5EF4-FFF2-40B4-BE49-F238E27FC236}">
                <a16:creationId xmlns:a16="http://schemas.microsoft.com/office/drawing/2014/main" id="{DA8A9E29-7E8E-9305-72F0-3AF3832A77FB}"/>
              </a:ext>
            </a:extLst>
          </p:cNvPr>
          <p:cNvSpPr/>
          <p:nvPr/>
        </p:nvSpPr>
        <p:spPr>
          <a:xfrm>
            <a:off x="2090078" y="307020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 dirty="0"/>
              <a:t>Service</a:t>
            </a:r>
          </a:p>
          <a:p>
            <a:pPr algn="ctr"/>
            <a:r>
              <a:rPr lang="en-US" altLang="ko-KR" sz="900" b="1" dirty="0"/>
              <a:t>(Headless)</a:t>
            </a:r>
            <a:endParaRPr lang="ko-KR" altLang="en-US" sz="900" b="1" dirty="0"/>
          </a:p>
        </p:txBody>
      </p:sp>
      <p:sp>
        <p:nvSpPr>
          <p:cNvPr id="21" name="사각형: 둥근 모서리 12">
            <a:extLst>
              <a:ext uri="{FF2B5EF4-FFF2-40B4-BE49-F238E27FC236}">
                <a16:creationId xmlns:a16="http://schemas.microsoft.com/office/drawing/2014/main" id="{23D195AE-90DF-5B36-EF8B-02BC6611CA1E}"/>
              </a:ext>
            </a:extLst>
          </p:cNvPr>
          <p:cNvSpPr/>
          <p:nvPr/>
        </p:nvSpPr>
        <p:spPr>
          <a:xfrm>
            <a:off x="2090078" y="4370118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22" name="사각형: 둥근 모서리 12">
            <a:extLst>
              <a:ext uri="{FF2B5EF4-FFF2-40B4-BE49-F238E27FC236}">
                <a16:creationId xmlns:a16="http://schemas.microsoft.com/office/drawing/2014/main" id="{03929264-D561-AB89-C323-84CBF73E4997}"/>
              </a:ext>
            </a:extLst>
          </p:cNvPr>
          <p:cNvSpPr/>
          <p:nvPr/>
        </p:nvSpPr>
        <p:spPr>
          <a:xfrm>
            <a:off x="2090078" y="30943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Client</a:t>
            </a:r>
            <a:endParaRPr lang="ko-KR" altLang="en-US" sz="900" dirty="0"/>
          </a:p>
        </p:txBody>
      </p:sp>
      <p:cxnSp>
        <p:nvCxnSpPr>
          <p:cNvPr id="23" name="직선 화살표 연결선 96">
            <a:extLst>
              <a:ext uri="{FF2B5EF4-FFF2-40B4-BE49-F238E27FC236}">
                <a16:creationId xmlns:a16="http://schemas.microsoft.com/office/drawing/2014/main" id="{7C8E9657-A82F-2E95-61D9-CA153D0D3CDE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2659797" y="760941"/>
            <a:ext cx="1364" cy="56465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96">
            <a:extLst>
              <a:ext uri="{FF2B5EF4-FFF2-40B4-BE49-F238E27FC236}">
                <a16:creationId xmlns:a16="http://schemas.microsoft.com/office/drawing/2014/main" id="{BEA21B93-33F7-5363-6162-B2373E58EAE2}"/>
              </a:ext>
            </a:extLst>
          </p:cNvPr>
          <p:cNvCxnSpPr>
            <a:cxnSpLocks/>
            <a:stCxn id="7" idx="0"/>
            <a:endCxn id="2" idx="2"/>
          </p:cNvCxnSpPr>
          <p:nvPr/>
        </p:nvCxnSpPr>
        <p:spPr>
          <a:xfrm flipV="1">
            <a:off x="4632032" y="756712"/>
            <a:ext cx="0" cy="56888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96">
            <a:extLst>
              <a:ext uri="{FF2B5EF4-FFF2-40B4-BE49-F238E27FC236}">
                <a16:creationId xmlns:a16="http://schemas.microsoft.com/office/drawing/2014/main" id="{4388C77B-4935-5CB8-D176-7BF3C92D9FF1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flipH="1">
            <a:off x="2659797" y="1777108"/>
            <a:ext cx="1364" cy="24910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96">
            <a:extLst>
              <a:ext uri="{FF2B5EF4-FFF2-40B4-BE49-F238E27FC236}">
                <a16:creationId xmlns:a16="http://schemas.microsoft.com/office/drawing/2014/main" id="{51ED296F-B882-880F-79E7-4C1466E4AB30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>
            <a:off x="5201751" y="530957"/>
            <a:ext cx="174476" cy="451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96">
            <a:extLst>
              <a:ext uri="{FF2B5EF4-FFF2-40B4-BE49-F238E27FC236}">
                <a16:creationId xmlns:a16="http://schemas.microsoft.com/office/drawing/2014/main" id="{AEA4FD01-DC4F-62DB-5311-5D243E71E38A}"/>
              </a:ext>
            </a:extLst>
          </p:cNvPr>
          <p:cNvCxnSpPr>
            <a:cxnSpLocks/>
            <a:stCxn id="15" idx="0"/>
            <a:endCxn id="7" idx="2"/>
          </p:cNvCxnSpPr>
          <p:nvPr/>
        </p:nvCxnSpPr>
        <p:spPr>
          <a:xfrm flipV="1">
            <a:off x="3975075" y="1777109"/>
            <a:ext cx="656957" cy="129309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96">
            <a:extLst>
              <a:ext uri="{FF2B5EF4-FFF2-40B4-BE49-F238E27FC236}">
                <a16:creationId xmlns:a16="http://schemas.microsoft.com/office/drawing/2014/main" id="{21348B76-D5DF-00B7-7AF2-8197F56AFF3A}"/>
              </a:ext>
            </a:extLst>
          </p:cNvPr>
          <p:cNvCxnSpPr>
            <a:cxnSpLocks/>
            <a:stCxn id="15" idx="2"/>
            <a:endCxn id="91" idx="0"/>
          </p:cNvCxnSpPr>
          <p:nvPr/>
        </p:nvCxnSpPr>
        <p:spPr>
          <a:xfrm>
            <a:off x="3975075" y="3521718"/>
            <a:ext cx="1287" cy="8483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96">
            <a:extLst>
              <a:ext uri="{FF2B5EF4-FFF2-40B4-BE49-F238E27FC236}">
                <a16:creationId xmlns:a16="http://schemas.microsoft.com/office/drawing/2014/main" id="{7507D8D1-1F74-6654-DCCB-3C22C304F1BC}"/>
              </a:ext>
            </a:extLst>
          </p:cNvPr>
          <p:cNvCxnSpPr>
            <a:cxnSpLocks/>
            <a:stCxn id="14" idx="2"/>
            <a:endCxn id="20" idx="0"/>
          </p:cNvCxnSpPr>
          <p:nvPr/>
        </p:nvCxnSpPr>
        <p:spPr>
          <a:xfrm>
            <a:off x="2659797" y="2477728"/>
            <a:ext cx="0" cy="59247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96">
            <a:extLst>
              <a:ext uri="{FF2B5EF4-FFF2-40B4-BE49-F238E27FC236}">
                <a16:creationId xmlns:a16="http://schemas.microsoft.com/office/drawing/2014/main" id="{D2990641-8419-8D24-1CC8-37E0B12D6176}"/>
              </a:ext>
            </a:extLst>
          </p:cNvPr>
          <p:cNvCxnSpPr>
            <a:cxnSpLocks/>
            <a:stCxn id="91" idx="0"/>
            <a:endCxn id="20" idx="3"/>
          </p:cNvCxnSpPr>
          <p:nvPr/>
        </p:nvCxnSpPr>
        <p:spPr>
          <a:xfrm flipH="1" flipV="1">
            <a:off x="3229516" y="3295963"/>
            <a:ext cx="746846" cy="107415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96">
            <a:extLst>
              <a:ext uri="{FF2B5EF4-FFF2-40B4-BE49-F238E27FC236}">
                <a16:creationId xmlns:a16="http://schemas.microsoft.com/office/drawing/2014/main" id="{4EFAEF02-B7E6-E8E3-3FD4-7DEB717AFAF0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2659797" y="3521718"/>
            <a:ext cx="0" cy="84840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96">
            <a:extLst>
              <a:ext uri="{FF2B5EF4-FFF2-40B4-BE49-F238E27FC236}">
                <a16:creationId xmlns:a16="http://schemas.microsoft.com/office/drawing/2014/main" id="{139ECECF-F82C-B9A1-6EF6-03D59085D8A8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2661161" y="761231"/>
            <a:ext cx="3284785" cy="56436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96">
            <a:extLst>
              <a:ext uri="{FF2B5EF4-FFF2-40B4-BE49-F238E27FC236}">
                <a16:creationId xmlns:a16="http://schemas.microsoft.com/office/drawing/2014/main" id="{436EDCFE-6458-487F-796F-17A7BD4F94BB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2659797" y="761231"/>
            <a:ext cx="3286149" cy="126498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96">
            <a:extLst>
              <a:ext uri="{FF2B5EF4-FFF2-40B4-BE49-F238E27FC236}">
                <a16:creationId xmlns:a16="http://schemas.microsoft.com/office/drawing/2014/main" id="{F696814C-4110-A895-1A8F-56C5ACD50ABD}"/>
              </a:ext>
            </a:extLst>
          </p:cNvPr>
          <p:cNvCxnSpPr>
            <a:cxnSpLocks/>
            <a:stCxn id="11" idx="2"/>
            <a:endCxn id="20" idx="0"/>
          </p:cNvCxnSpPr>
          <p:nvPr/>
        </p:nvCxnSpPr>
        <p:spPr>
          <a:xfrm flipH="1">
            <a:off x="2659797" y="761231"/>
            <a:ext cx="3286149" cy="230897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12">
            <a:extLst>
              <a:ext uri="{FF2B5EF4-FFF2-40B4-BE49-F238E27FC236}">
                <a16:creationId xmlns:a16="http://schemas.microsoft.com/office/drawing/2014/main" id="{A36BE3B1-0F55-1ED2-1329-D597B0349038}"/>
              </a:ext>
            </a:extLst>
          </p:cNvPr>
          <p:cNvSpPr/>
          <p:nvPr/>
        </p:nvSpPr>
        <p:spPr>
          <a:xfrm>
            <a:off x="773513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80" name="직선 화살표 연결선 96">
            <a:extLst>
              <a:ext uri="{FF2B5EF4-FFF2-40B4-BE49-F238E27FC236}">
                <a16:creationId xmlns:a16="http://schemas.microsoft.com/office/drawing/2014/main" id="{96A04251-6AB7-57DF-D4B4-578548891D62}"/>
              </a:ext>
            </a:extLst>
          </p:cNvPr>
          <p:cNvCxnSpPr>
            <a:cxnSpLocks/>
            <a:stCxn id="79" idx="3"/>
            <a:endCxn id="21" idx="1"/>
          </p:cNvCxnSpPr>
          <p:nvPr/>
        </p:nvCxnSpPr>
        <p:spPr>
          <a:xfrm>
            <a:off x="1912951" y="4595873"/>
            <a:ext cx="177127" cy="1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사각형: 둥근 모서리 12">
            <a:extLst>
              <a:ext uri="{FF2B5EF4-FFF2-40B4-BE49-F238E27FC236}">
                <a16:creationId xmlns:a16="http://schemas.microsoft.com/office/drawing/2014/main" id="{B4D8418A-AEA9-CB7F-3D9D-61DAFC4286B3}"/>
              </a:ext>
            </a:extLst>
          </p:cNvPr>
          <p:cNvSpPr/>
          <p:nvPr/>
        </p:nvSpPr>
        <p:spPr>
          <a:xfrm>
            <a:off x="773513" y="372016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DestinationRule</a:t>
            </a:r>
            <a:endParaRPr lang="ko-KR" altLang="en-US" sz="900" b="1" dirty="0"/>
          </a:p>
        </p:txBody>
      </p:sp>
      <p:sp>
        <p:nvSpPr>
          <p:cNvPr id="86" name="사각형: 둥근 모서리 12">
            <a:extLst>
              <a:ext uri="{FF2B5EF4-FFF2-40B4-BE49-F238E27FC236}">
                <a16:creationId xmlns:a16="http://schemas.microsoft.com/office/drawing/2014/main" id="{6B007108-3489-EFCE-28A6-B2776ED2AB41}"/>
              </a:ext>
            </a:extLst>
          </p:cNvPr>
          <p:cNvSpPr/>
          <p:nvPr/>
        </p:nvSpPr>
        <p:spPr>
          <a:xfrm>
            <a:off x="773513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91" name="사각형: 둥근 모서리 12">
            <a:extLst>
              <a:ext uri="{FF2B5EF4-FFF2-40B4-BE49-F238E27FC236}">
                <a16:creationId xmlns:a16="http://schemas.microsoft.com/office/drawing/2014/main" id="{A5865510-1801-CE8C-F2CB-93F1F9AF08D6}"/>
              </a:ext>
            </a:extLst>
          </p:cNvPr>
          <p:cNvSpPr/>
          <p:nvPr/>
        </p:nvSpPr>
        <p:spPr>
          <a:xfrm>
            <a:off x="3406643" y="437011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InferencePool</a:t>
            </a:r>
            <a:endParaRPr lang="ko-KR" altLang="en-US" sz="900" b="1" dirty="0"/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16BCD9BB-2F35-5487-09CE-62947155F8B7}"/>
              </a:ext>
            </a:extLst>
          </p:cNvPr>
          <p:cNvCxnSpPr>
            <a:cxnSpLocks/>
            <a:stCxn id="83" idx="2"/>
            <a:endCxn id="79" idx="0"/>
          </p:cNvCxnSpPr>
          <p:nvPr/>
        </p:nvCxnSpPr>
        <p:spPr>
          <a:xfrm>
            <a:off x="1343232" y="4171672"/>
            <a:ext cx="0" cy="198445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8DE7782F-C19B-2C52-D944-68E6F870B52B}"/>
              </a:ext>
            </a:extLst>
          </p:cNvPr>
          <p:cNvCxnSpPr>
            <a:cxnSpLocks/>
            <a:stCxn id="86" idx="2"/>
            <a:endCxn id="83" idx="0"/>
          </p:cNvCxnSpPr>
          <p:nvPr/>
        </p:nvCxnSpPr>
        <p:spPr>
          <a:xfrm>
            <a:off x="1343232" y="3521717"/>
            <a:ext cx="0" cy="198444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7671F5B1-EF2E-D4DC-BDA9-1CB030F5DAC9}"/>
              </a:ext>
            </a:extLst>
          </p:cNvPr>
          <p:cNvCxnSpPr>
            <a:cxnSpLocks/>
            <a:stCxn id="14" idx="1"/>
            <a:endCxn id="86" idx="0"/>
          </p:cNvCxnSpPr>
          <p:nvPr/>
        </p:nvCxnSpPr>
        <p:spPr>
          <a:xfrm flipH="1">
            <a:off x="1343232" y="2251973"/>
            <a:ext cx="746846" cy="818233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사각형: 둥근 모서리 12">
            <a:extLst>
              <a:ext uri="{FF2B5EF4-FFF2-40B4-BE49-F238E27FC236}">
                <a16:creationId xmlns:a16="http://schemas.microsoft.com/office/drawing/2014/main" id="{58C64673-ED50-C4AB-1A41-691BB4EF5031}"/>
              </a:ext>
            </a:extLst>
          </p:cNvPr>
          <p:cNvSpPr/>
          <p:nvPr/>
        </p:nvSpPr>
        <p:spPr>
          <a:xfrm>
            <a:off x="4716619" y="307020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 dirty="0"/>
          </a:p>
        </p:txBody>
      </p:sp>
      <p:cxnSp>
        <p:nvCxnSpPr>
          <p:cNvPr id="114" name="직선 화살표 연결선 96">
            <a:extLst>
              <a:ext uri="{FF2B5EF4-FFF2-40B4-BE49-F238E27FC236}">
                <a16:creationId xmlns:a16="http://schemas.microsoft.com/office/drawing/2014/main" id="{5C41BB3C-87F7-703A-5239-77166904D571}"/>
              </a:ext>
            </a:extLst>
          </p:cNvPr>
          <p:cNvCxnSpPr>
            <a:cxnSpLocks/>
            <a:stCxn id="113" idx="2"/>
            <a:endCxn id="115" idx="0"/>
          </p:cNvCxnSpPr>
          <p:nvPr/>
        </p:nvCxnSpPr>
        <p:spPr>
          <a:xfrm>
            <a:off x="5286338" y="3521717"/>
            <a:ext cx="1287" cy="8483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사각형: 둥근 모서리 12">
            <a:extLst>
              <a:ext uri="{FF2B5EF4-FFF2-40B4-BE49-F238E27FC236}">
                <a16:creationId xmlns:a16="http://schemas.microsoft.com/office/drawing/2014/main" id="{3678AD27-235A-EF17-5BFE-1E768ED33CDE}"/>
              </a:ext>
            </a:extLst>
          </p:cNvPr>
          <p:cNvSpPr/>
          <p:nvPr/>
        </p:nvSpPr>
        <p:spPr>
          <a:xfrm>
            <a:off x="4717906" y="437011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InferencePool</a:t>
            </a:r>
            <a:endParaRPr lang="ko-KR" altLang="en-US" sz="900" b="1" dirty="0"/>
          </a:p>
        </p:txBody>
      </p:sp>
      <p:sp>
        <p:nvSpPr>
          <p:cNvPr id="127" name="사각형: 둥근 모서리 12">
            <a:extLst>
              <a:ext uri="{FF2B5EF4-FFF2-40B4-BE49-F238E27FC236}">
                <a16:creationId xmlns:a16="http://schemas.microsoft.com/office/drawing/2014/main" id="{D58762FD-828A-EBC1-0ADC-2BB685F5EA5C}"/>
              </a:ext>
            </a:extLst>
          </p:cNvPr>
          <p:cNvSpPr/>
          <p:nvPr/>
        </p:nvSpPr>
        <p:spPr>
          <a:xfrm>
            <a:off x="6034548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 dirty="0"/>
              <a:t>Service</a:t>
            </a:r>
          </a:p>
          <a:p>
            <a:pPr algn="ctr"/>
            <a:r>
              <a:rPr lang="en-US" altLang="ko-KR" sz="900" b="1" dirty="0"/>
              <a:t>(Headless)</a:t>
            </a:r>
            <a:endParaRPr lang="ko-KR" altLang="en-US" sz="900" b="1" dirty="0"/>
          </a:p>
        </p:txBody>
      </p:sp>
      <p:sp>
        <p:nvSpPr>
          <p:cNvPr id="129" name="사각형: 둥근 모서리 12">
            <a:extLst>
              <a:ext uri="{FF2B5EF4-FFF2-40B4-BE49-F238E27FC236}">
                <a16:creationId xmlns:a16="http://schemas.microsoft.com/office/drawing/2014/main" id="{486C0532-DE52-5BE2-DF04-B66A764A77DF}"/>
              </a:ext>
            </a:extLst>
          </p:cNvPr>
          <p:cNvSpPr/>
          <p:nvPr/>
        </p:nvSpPr>
        <p:spPr>
          <a:xfrm>
            <a:off x="6034548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130" name="직선 화살표 연결선 96">
            <a:extLst>
              <a:ext uri="{FF2B5EF4-FFF2-40B4-BE49-F238E27FC236}">
                <a16:creationId xmlns:a16="http://schemas.microsoft.com/office/drawing/2014/main" id="{292C888E-513F-5DC1-1ABE-252BAE94B3A6}"/>
              </a:ext>
            </a:extLst>
          </p:cNvPr>
          <p:cNvCxnSpPr>
            <a:cxnSpLocks/>
            <a:stCxn id="115" idx="0"/>
            <a:endCxn id="127" idx="1"/>
          </p:cNvCxnSpPr>
          <p:nvPr/>
        </p:nvCxnSpPr>
        <p:spPr>
          <a:xfrm flipV="1">
            <a:off x="5287625" y="3295962"/>
            <a:ext cx="746923" cy="107415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96">
            <a:extLst>
              <a:ext uri="{FF2B5EF4-FFF2-40B4-BE49-F238E27FC236}">
                <a16:creationId xmlns:a16="http://schemas.microsoft.com/office/drawing/2014/main" id="{322E8B2B-5AB8-51EC-35C2-8F6E0B4D4C26}"/>
              </a:ext>
            </a:extLst>
          </p:cNvPr>
          <p:cNvCxnSpPr>
            <a:cxnSpLocks/>
            <a:stCxn id="14" idx="2"/>
            <a:endCxn id="127" idx="0"/>
          </p:cNvCxnSpPr>
          <p:nvPr/>
        </p:nvCxnSpPr>
        <p:spPr>
          <a:xfrm>
            <a:off x="2659797" y="2477728"/>
            <a:ext cx="3944470" cy="592478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96">
            <a:extLst>
              <a:ext uri="{FF2B5EF4-FFF2-40B4-BE49-F238E27FC236}">
                <a16:creationId xmlns:a16="http://schemas.microsoft.com/office/drawing/2014/main" id="{3442B002-DA97-EA12-A3C4-938B3766DE77}"/>
              </a:ext>
            </a:extLst>
          </p:cNvPr>
          <p:cNvCxnSpPr>
            <a:cxnSpLocks/>
            <a:stCxn id="127" idx="2"/>
            <a:endCxn id="129" idx="0"/>
          </p:cNvCxnSpPr>
          <p:nvPr/>
        </p:nvCxnSpPr>
        <p:spPr>
          <a:xfrm>
            <a:off x="6604267" y="3521717"/>
            <a:ext cx="0" cy="84840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96">
            <a:extLst>
              <a:ext uri="{FF2B5EF4-FFF2-40B4-BE49-F238E27FC236}">
                <a16:creationId xmlns:a16="http://schemas.microsoft.com/office/drawing/2014/main" id="{B420FE5E-CF10-C2D7-E5E8-3502C9911CC0}"/>
              </a:ext>
            </a:extLst>
          </p:cNvPr>
          <p:cNvCxnSpPr>
            <a:cxnSpLocks/>
            <a:stCxn id="113" idx="0"/>
            <a:endCxn id="7" idx="2"/>
          </p:cNvCxnSpPr>
          <p:nvPr/>
        </p:nvCxnSpPr>
        <p:spPr>
          <a:xfrm flipH="1" flipV="1">
            <a:off x="4632032" y="1777109"/>
            <a:ext cx="654306" cy="129309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96">
            <a:extLst>
              <a:ext uri="{FF2B5EF4-FFF2-40B4-BE49-F238E27FC236}">
                <a16:creationId xmlns:a16="http://schemas.microsoft.com/office/drawing/2014/main" id="{F3FBA233-91A1-8FAE-FB98-25A884E8E3A3}"/>
              </a:ext>
            </a:extLst>
          </p:cNvPr>
          <p:cNvCxnSpPr>
            <a:cxnSpLocks/>
            <a:stCxn id="91" idx="1"/>
            <a:endCxn id="21" idx="3"/>
          </p:cNvCxnSpPr>
          <p:nvPr/>
        </p:nvCxnSpPr>
        <p:spPr>
          <a:xfrm flipH="1">
            <a:off x="3229516" y="4595873"/>
            <a:ext cx="177127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96">
            <a:extLst>
              <a:ext uri="{FF2B5EF4-FFF2-40B4-BE49-F238E27FC236}">
                <a16:creationId xmlns:a16="http://schemas.microsoft.com/office/drawing/2014/main" id="{951097FE-2E56-48BC-2474-A26F5C0B37F8}"/>
              </a:ext>
            </a:extLst>
          </p:cNvPr>
          <p:cNvCxnSpPr>
            <a:cxnSpLocks/>
            <a:stCxn id="115" idx="3"/>
            <a:endCxn id="129" idx="1"/>
          </p:cNvCxnSpPr>
          <p:nvPr/>
        </p:nvCxnSpPr>
        <p:spPr>
          <a:xfrm>
            <a:off x="5857344" y="4595872"/>
            <a:ext cx="177204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96">
            <a:extLst>
              <a:ext uri="{FF2B5EF4-FFF2-40B4-BE49-F238E27FC236}">
                <a16:creationId xmlns:a16="http://schemas.microsoft.com/office/drawing/2014/main" id="{89D8A2A7-9E40-A633-060C-DCCAD740AA59}"/>
              </a:ext>
            </a:extLst>
          </p:cNvPr>
          <p:cNvCxnSpPr>
            <a:cxnSpLocks/>
            <a:stCxn id="11" idx="2"/>
            <a:endCxn id="127" idx="0"/>
          </p:cNvCxnSpPr>
          <p:nvPr/>
        </p:nvCxnSpPr>
        <p:spPr>
          <a:xfrm>
            <a:off x="5945946" y="761231"/>
            <a:ext cx="658321" cy="2308975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사각형: 둥근 모서리 12">
            <a:extLst>
              <a:ext uri="{FF2B5EF4-FFF2-40B4-BE49-F238E27FC236}">
                <a16:creationId xmlns:a16="http://schemas.microsoft.com/office/drawing/2014/main" id="{6201EEC4-53B4-4BE0-5328-B51A3BB75C9E}"/>
              </a:ext>
            </a:extLst>
          </p:cNvPr>
          <p:cNvSpPr/>
          <p:nvPr/>
        </p:nvSpPr>
        <p:spPr>
          <a:xfrm>
            <a:off x="7351190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180" name="사각형: 둥근 모서리 12">
            <a:extLst>
              <a:ext uri="{FF2B5EF4-FFF2-40B4-BE49-F238E27FC236}">
                <a16:creationId xmlns:a16="http://schemas.microsoft.com/office/drawing/2014/main" id="{020E512A-1568-1FA5-6A60-E7AF1F1627F6}"/>
              </a:ext>
            </a:extLst>
          </p:cNvPr>
          <p:cNvSpPr/>
          <p:nvPr/>
        </p:nvSpPr>
        <p:spPr>
          <a:xfrm>
            <a:off x="7351190" y="372016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DestinationRule</a:t>
            </a:r>
            <a:endParaRPr lang="ko-KR" altLang="en-US" sz="900" b="1" dirty="0"/>
          </a:p>
        </p:txBody>
      </p:sp>
      <p:sp>
        <p:nvSpPr>
          <p:cNvPr id="181" name="사각형: 둥근 모서리 12">
            <a:extLst>
              <a:ext uri="{FF2B5EF4-FFF2-40B4-BE49-F238E27FC236}">
                <a16:creationId xmlns:a16="http://schemas.microsoft.com/office/drawing/2014/main" id="{6C18DDA7-4016-C989-CCF5-FB7A915EF3C6}"/>
              </a:ext>
            </a:extLst>
          </p:cNvPr>
          <p:cNvSpPr/>
          <p:nvPr/>
        </p:nvSpPr>
        <p:spPr>
          <a:xfrm>
            <a:off x="7351190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cxnSp>
        <p:nvCxnSpPr>
          <p:cNvPr id="183" name="직선 화살표 연결선 96">
            <a:extLst>
              <a:ext uri="{FF2B5EF4-FFF2-40B4-BE49-F238E27FC236}">
                <a16:creationId xmlns:a16="http://schemas.microsoft.com/office/drawing/2014/main" id="{484512C4-D518-9463-DB2F-34D9A4BFE819}"/>
              </a:ext>
            </a:extLst>
          </p:cNvPr>
          <p:cNvCxnSpPr>
            <a:cxnSpLocks/>
            <a:stCxn id="179" idx="1"/>
            <a:endCxn id="129" idx="3"/>
          </p:cNvCxnSpPr>
          <p:nvPr/>
        </p:nvCxnSpPr>
        <p:spPr>
          <a:xfrm flipH="1">
            <a:off x="7173986" y="4595873"/>
            <a:ext cx="177204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3C159BDD-C3BF-7F8F-17DC-125EA25B9B0B}"/>
              </a:ext>
            </a:extLst>
          </p:cNvPr>
          <p:cNvCxnSpPr>
            <a:cxnSpLocks/>
            <a:stCxn id="14" idx="3"/>
            <a:endCxn id="181" idx="0"/>
          </p:cNvCxnSpPr>
          <p:nvPr/>
        </p:nvCxnSpPr>
        <p:spPr>
          <a:xfrm>
            <a:off x="3229516" y="2251973"/>
            <a:ext cx="4691393" cy="818233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>
            <a:extLst>
              <a:ext uri="{FF2B5EF4-FFF2-40B4-BE49-F238E27FC236}">
                <a16:creationId xmlns:a16="http://schemas.microsoft.com/office/drawing/2014/main" id="{37FBB5FC-B88F-6376-DF91-6C59D6708CF8}"/>
              </a:ext>
            </a:extLst>
          </p:cNvPr>
          <p:cNvCxnSpPr>
            <a:cxnSpLocks/>
            <a:stCxn id="181" idx="2"/>
            <a:endCxn id="180" idx="0"/>
          </p:cNvCxnSpPr>
          <p:nvPr/>
        </p:nvCxnSpPr>
        <p:spPr>
          <a:xfrm>
            <a:off x="7920909" y="3521717"/>
            <a:ext cx="0" cy="198444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754AE87E-1EA3-EF5D-E252-C9A605A2668F}"/>
              </a:ext>
            </a:extLst>
          </p:cNvPr>
          <p:cNvCxnSpPr>
            <a:cxnSpLocks/>
            <a:stCxn id="180" idx="2"/>
            <a:endCxn id="179" idx="0"/>
          </p:cNvCxnSpPr>
          <p:nvPr/>
        </p:nvCxnSpPr>
        <p:spPr>
          <a:xfrm>
            <a:off x="7920909" y="4171672"/>
            <a:ext cx="0" cy="198445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화살표 연결선 96">
            <a:extLst>
              <a:ext uri="{FF2B5EF4-FFF2-40B4-BE49-F238E27FC236}">
                <a16:creationId xmlns:a16="http://schemas.microsoft.com/office/drawing/2014/main" id="{5BA8064B-0B00-5E74-F0E7-6E514B3E7968}"/>
              </a:ext>
            </a:extLst>
          </p:cNvPr>
          <p:cNvCxnSpPr>
            <a:cxnSpLocks/>
          </p:cNvCxnSpPr>
          <p:nvPr/>
        </p:nvCxnSpPr>
        <p:spPr>
          <a:xfrm>
            <a:off x="7392531" y="377236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09FC8EED-2732-BC99-BAFE-C0FAE09B38FB}"/>
              </a:ext>
            </a:extLst>
          </p:cNvPr>
          <p:cNvSpPr txBox="1"/>
          <p:nvPr/>
        </p:nvSpPr>
        <p:spPr>
          <a:xfrm>
            <a:off x="7688274" y="267466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Reference</a:t>
            </a:r>
            <a:endParaRPr lang="en-KR" sz="900"/>
          </a:p>
        </p:txBody>
      </p:sp>
      <p:cxnSp>
        <p:nvCxnSpPr>
          <p:cNvPr id="204" name="직선 화살표 연결선 96">
            <a:extLst>
              <a:ext uri="{FF2B5EF4-FFF2-40B4-BE49-F238E27FC236}">
                <a16:creationId xmlns:a16="http://schemas.microsoft.com/office/drawing/2014/main" id="{EB17D397-50C1-D4B4-77E0-3A1BBBD0E1E8}"/>
              </a:ext>
            </a:extLst>
          </p:cNvPr>
          <p:cNvCxnSpPr>
            <a:cxnSpLocks/>
          </p:cNvCxnSpPr>
          <p:nvPr/>
        </p:nvCxnSpPr>
        <p:spPr>
          <a:xfrm>
            <a:off x="7392531" y="613485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A045B9CF-8D97-4B64-C4A1-15AEB2FAB3A5}"/>
              </a:ext>
            </a:extLst>
          </p:cNvPr>
          <p:cNvSpPr txBox="1"/>
          <p:nvPr/>
        </p:nvSpPr>
        <p:spPr>
          <a:xfrm>
            <a:off x="7688274" y="503715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cxnSp>
        <p:nvCxnSpPr>
          <p:cNvPr id="206" name="직선 화살표 연결선 96">
            <a:extLst>
              <a:ext uri="{FF2B5EF4-FFF2-40B4-BE49-F238E27FC236}">
                <a16:creationId xmlns:a16="http://schemas.microsoft.com/office/drawing/2014/main" id="{BC3BC161-D5CD-1500-397F-4C3A63AFEC2B}"/>
              </a:ext>
            </a:extLst>
          </p:cNvPr>
          <p:cNvCxnSpPr>
            <a:cxnSpLocks/>
          </p:cNvCxnSpPr>
          <p:nvPr/>
        </p:nvCxnSpPr>
        <p:spPr>
          <a:xfrm>
            <a:off x="7392531" y="847542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Box 206">
            <a:extLst>
              <a:ext uri="{FF2B5EF4-FFF2-40B4-BE49-F238E27FC236}">
                <a16:creationId xmlns:a16="http://schemas.microsoft.com/office/drawing/2014/main" id="{7E780DC0-F077-59B0-05E9-AE8DD67C0615}"/>
              </a:ext>
            </a:extLst>
          </p:cNvPr>
          <p:cNvSpPr txBox="1"/>
          <p:nvPr/>
        </p:nvSpPr>
        <p:spPr>
          <a:xfrm>
            <a:off x="7688274" y="737772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cxnSp>
        <p:nvCxnSpPr>
          <p:cNvPr id="209" name="직선 화살표 연결선 96">
            <a:extLst>
              <a:ext uri="{FF2B5EF4-FFF2-40B4-BE49-F238E27FC236}">
                <a16:creationId xmlns:a16="http://schemas.microsoft.com/office/drawing/2014/main" id="{66F793BB-47F8-7D7B-90F2-F11648E09749}"/>
              </a:ext>
            </a:extLst>
          </p:cNvPr>
          <p:cNvCxnSpPr>
            <a:cxnSpLocks/>
          </p:cNvCxnSpPr>
          <p:nvPr/>
        </p:nvCxnSpPr>
        <p:spPr>
          <a:xfrm>
            <a:off x="7392531" y="1081598"/>
            <a:ext cx="323569" cy="0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DC3E3A22-FE2E-DEDD-3ED0-F59A07F9EE60}"/>
              </a:ext>
            </a:extLst>
          </p:cNvPr>
          <p:cNvSpPr txBox="1"/>
          <p:nvPr/>
        </p:nvSpPr>
        <p:spPr>
          <a:xfrm>
            <a:off x="7688274" y="971828"/>
            <a:ext cx="1030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Select Endpoint</a:t>
            </a:r>
            <a:endParaRPr lang="en-KR" sz="900"/>
          </a:p>
        </p:txBody>
      </p:sp>
    </p:spTree>
    <p:extLst>
      <p:ext uri="{BB962C8B-B14F-4D97-AF65-F5344CB8AC3E}">
        <p14:creationId xmlns:p14="http://schemas.microsoft.com/office/powerpoint/2010/main" val="1221198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2A60A-8045-C872-D0B4-4ECF7EA1E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12">
            <a:extLst>
              <a:ext uri="{FF2B5EF4-FFF2-40B4-BE49-F238E27FC236}">
                <a16:creationId xmlns:a16="http://schemas.microsoft.com/office/drawing/2014/main" id="{72CA7226-1928-EAEC-8BC1-C377F5B482D9}"/>
              </a:ext>
            </a:extLst>
          </p:cNvPr>
          <p:cNvSpPr/>
          <p:nvPr/>
        </p:nvSpPr>
        <p:spPr>
          <a:xfrm>
            <a:off x="5139179" y="735422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Vendor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 dirty="0"/>
          </a:p>
        </p:txBody>
      </p:sp>
      <p:sp>
        <p:nvSpPr>
          <p:cNvPr id="6" name="사각형: 둥근 모서리 70">
            <a:extLst>
              <a:ext uri="{FF2B5EF4-FFF2-40B4-BE49-F238E27FC236}">
                <a16:creationId xmlns:a16="http://schemas.microsoft.com/office/drawing/2014/main" id="{7DF0A562-ECD2-F54D-BB26-C808FAFA5F79}"/>
              </a:ext>
            </a:extLst>
          </p:cNvPr>
          <p:cNvSpPr/>
          <p:nvPr/>
        </p:nvSpPr>
        <p:spPr>
          <a:xfrm>
            <a:off x="3056578" y="1792126"/>
            <a:ext cx="5304640" cy="1545936"/>
          </a:xfrm>
          <a:prstGeom prst="roundRect">
            <a:avLst>
              <a:gd name="adj" fmla="val 7127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Gateway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6AF81984-B9E4-A407-7E8B-38D1E9CEEFD5}"/>
              </a:ext>
            </a:extLst>
          </p:cNvPr>
          <p:cNvSpPr/>
          <p:nvPr/>
        </p:nvSpPr>
        <p:spPr>
          <a:xfrm>
            <a:off x="4482222" y="2091910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 dirty="0"/>
          </a:p>
        </p:txBody>
      </p:sp>
      <p:sp>
        <p:nvSpPr>
          <p:cNvPr id="8" name="사각형: 둥근 모서리 12">
            <a:extLst>
              <a:ext uri="{FF2B5EF4-FFF2-40B4-BE49-F238E27FC236}">
                <a16:creationId xmlns:a16="http://schemas.microsoft.com/office/drawing/2014/main" id="{0170B70D-6184-2672-A9D8-97DD8E8D33F6}"/>
              </a:ext>
            </a:extLst>
          </p:cNvPr>
          <p:cNvSpPr/>
          <p:nvPr/>
        </p:nvSpPr>
        <p:spPr>
          <a:xfrm>
            <a:off x="5796136" y="2091909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 dirty="0"/>
          </a:p>
        </p:txBody>
      </p:sp>
      <p:cxnSp>
        <p:nvCxnSpPr>
          <p:cNvPr id="10" name="직선 화살표 연결선 96">
            <a:extLst>
              <a:ext uri="{FF2B5EF4-FFF2-40B4-BE49-F238E27FC236}">
                <a16:creationId xmlns:a16="http://schemas.microsoft.com/office/drawing/2014/main" id="{05E0769E-4F34-DBC9-2839-A37E3E16D60D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V="1">
            <a:off x="5051941" y="1186933"/>
            <a:ext cx="656957" cy="9049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96">
            <a:extLst>
              <a:ext uri="{FF2B5EF4-FFF2-40B4-BE49-F238E27FC236}">
                <a16:creationId xmlns:a16="http://schemas.microsoft.com/office/drawing/2014/main" id="{E0EB4756-70B7-8920-A7F3-5B4D2E803AC1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H="1" flipV="1">
            <a:off x="5708898" y="1186933"/>
            <a:ext cx="656957" cy="90497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70">
            <a:extLst>
              <a:ext uri="{FF2B5EF4-FFF2-40B4-BE49-F238E27FC236}">
                <a16:creationId xmlns:a16="http://schemas.microsoft.com/office/drawing/2014/main" id="{081281B8-2D86-E316-B449-5F7283FD57D2}"/>
              </a:ext>
            </a:extLst>
          </p:cNvPr>
          <p:cNvSpPr/>
          <p:nvPr/>
        </p:nvSpPr>
        <p:spPr>
          <a:xfrm>
            <a:off x="2463800" y="3524900"/>
            <a:ext cx="6489700" cy="1495118"/>
          </a:xfrm>
          <a:prstGeom prst="roundRect">
            <a:avLst>
              <a:gd name="adj" fmla="val 8056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App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18" name="사각형: 둥근 모서리 12">
            <a:extLst>
              <a:ext uri="{FF2B5EF4-FFF2-40B4-BE49-F238E27FC236}">
                <a16:creationId xmlns:a16="http://schemas.microsoft.com/office/drawing/2014/main" id="{8F44604D-9B15-A6BB-C3AC-33FD36882FC8}"/>
              </a:ext>
            </a:extLst>
          </p:cNvPr>
          <p:cNvSpPr/>
          <p:nvPr/>
        </p:nvSpPr>
        <p:spPr>
          <a:xfrm>
            <a:off x="6770451" y="1159658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Controller</a:t>
            </a:r>
            <a:endParaRPr lang="ko-KR" altLang="en-US" sz="900" dirty="0"/>
          </a:p>
        </p:txBody>
      </p:sp>
      <p:cxnSp>
        <p:nvCxnSpPr>
          <p:cNvPr id="19" name="직선 화살표 연결선 96">
            <a:extLst>
              <a:ext uri="{FF2B5EF4-FFF2-40B4-BE49-F238E27FC236}">
                <a16:creationId xmlns:a16="http://schemas.microsoft.com/office/drawing/2014/main" id="{FD58DEB5-7600-DCC0-4AEE-C90A29D699AD}"/>
              </a:ext>
            </a:extLst>
          </p:cNvPr>
          <p:cNvCxnSpPr>
            <a:cxnSpLocks/>
            <a:stCxn id="4" idx="3"/>
            <a:endCxn id="18" idx="0"/>
          </p:cNvCxnSpPr>
          <p:nvPr/>
        </p:nvCxnSpPr>
        <p:spPr>
          <a:xfrm>
            <a:off x="6278617" y="961178"/>
            <a:ext cx="1061553" cy="19848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12">
            <a:extLst>
              <a:ext uri="{FF2B5EF4-FFF2-40B4-BE49-F238E27FC236}">
                <a16:creationId xmlns:a16="http://schemas.microsoft.com/office/drawing/2014/main" id="{D2BEC4E8-BDA6-0761-917E-799650B711B7}"/>
              </a:ext>
            </a:extLst>
          </p:cNvPr>
          <p:cNvSpPr/>
          <p:nvPr/>
        </p:nvSpPr>
        <p:spPr>
          <a:xfrm>
            <a:off x="7110050" y="209190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Gateway</a:t>
            </a:r>
          </a:p>
          <a:p>
            <a:pPr algn="ctr"/>
            <a:r>
              <a:rPr lang="en-US" altLang="ko-KR" sz="900" b="1" dirty="0"/>
              <a:t>Service (LB)</a:t>
            </a:r>
            <a:endParaRPr lang="ko-KR" altLang="en-US" sz="900" b="1" dirty="0"/>
          </a:p>
        </p:txBody>
      </p:sp>
      <p:sp>
        <p:nvSpPr>
          <p:cNvPr id="27" name="사각형: 둥근 모서리 12">
            <a:extLst>
              <a:ext uri="{FF2B5EF4-FFF2-40B4-BE49-F238E27FC236}">
                <a16:creationId xmlns:a16="http://schemas.microsoft.com/office/drawing/2014/main" id="{31A9F01F-DE4D-1F6A-EBA1-0747CDD68B7C}"/>
              </a:ext>
            </a:extLst>
          </p:cNvPr>
          <p:cNvSpPr/>
          <p:nvPr/>
        </p:nvSpPr>
        <p:spPr>
          <a:xfrm>
            <a:off x="3168308" y="209190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Gateway</a:t>
            </a:r>
          </a:p>
          <a:p>
            <a:pPr algn="ctr"/>
            <a:r>
              <a:rPr lang="en-US" altLang="ko-KR" sz="900" b="1" dirty="0"/>
              <a:t>Service (LB)</a:t>
            </a:r>
            <a:endParaRPr lang="ko-KR" altLang="en-US" sz="900" b="1" dirty="0"/>
          </a:p>
        </p:txBody>
      </p:sp>
      <p:cxnSp>
        <p:nvCxnSpPr>
          <p:cNvPr id="28" name="직선 화살표 연결선 96">
            <a:extLst>
              <a:ext uri="{FF2B5EF4-FFF2-40B4-BE49-F238E27FC236}">
                <a16:creationId xmlns:a16="http://schemas.microsoft.com/office/drawing/2014/main" id="{5DB39D59-2616-2C66-DD0E-C7957A44CF5F}"/>
              </a:ext>
            </a:extLst>
          </p:cNvPr>
          <p:cNvCxnSpPr>
            <a:cxnSpLocks/>
            <a:stCxn id="18" idx="2"/>
            <a:endCxn id="27" idx="0"/>
          </p:cNvCxnSpPr>
          <p:nvPr/>
        </p:nvCxnSpPr>
        <p:spPr>
          <a:xfrm flipH="1">
            <a:off x="3738027" y="1611169"/>
            <a:ext cx="3602143" cy="48074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96">
            <a:extLst>
              <a:ext uri="{FF2B5EF4-FFF2-40B4-BE49-F238E27FC236}">
                <a16:creationId xmlns:a16="http://schemas.microsoft.com/office/drawing/2014/main" id="{D4F6A704-D354-D6A6-3F68-7DEEF0152DD4}"/>
              </a:ext>
            </a:extLst>
          </p:cNvPr>
          <p:cNvCxnSpPr>
            <a:cxnSpLocks/>
            <a:stCxn id="18" idx="2"/>
            <a:endCxn id="26" idx="0"/>
          </p:cNvCxnSpPr>
          <p:nvPr/>
        </p:nvCxnSpPr>
        <p:spPr>
          <a:xfrm>
            <a:off x="7340170" y="1611169"/>
            <a:ext cx="339599" cy="48074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96">
            <a:extLst>
              <a:ext uri="{FF2B5EF4-FFF2-40B4-BE49-F238E27FC236}">
                <a16:creationId xmlns:a16="http://schemas.microsoft.com/office/drawing/2014/main" id="{DDBE155E-E461-9A82-97AE-F07B72EB07AF}"/>
              </a:ext>
            </a:extLst>
          </p:cNvPr>
          <p:cNvCxnSpPr>
            <a:cxnSpLocks/>
            <a:stCxn id="5" idx="1"/>
            <a:endCxn id="27" idx="3"/>
          </p:cNvCxnSpPr>
          <p:nvPr/>
        </p:nvCxnSpPr>
        <p:spPr>
          <a:xfrm flipH="1" flipV="1">
            <a:off x="4307746" y="2317665"/>
            <a:ext cx="174476" cy="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12">
            <a:extLst>
              <a:ext uri="{FF2B5EF4-FFF2-40B4-BE49-F238E27FC236}">
                <a16:creationId xmlns:a16="http://schemas.microsoft.com/office/drawing/2014/main" id="{AD0858C9-543E-E1C4-C440-20D08876B30F}"/>
              </a:ext>
            </a:extLst>
          </p:cNvPr>
          <p:cNvSpPr/>
          <p:nvPr/>
        </p:nvSpPr>
        <p:spPr>
          <a:xfrm>
            <a:off x="3166944" y="74823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Client</a:t>
            </a:r>
            <a:endParaRPr lang="ko-KR" altLang="en-US" sz="900" dirty="0"/>
          </a:p>
        </p:txBody>
      </p:sp>
      <p:cxnSp>
        <p:nvCxnSpPr>
          <p:cNvPr id="42" name="직선 화살표 연결선 96">
            <a:extLst>
              <a:ext uri="{FF2B5EF4-FFF2-40B4-BE49-F238E27FC236}">
                <a16:creationId xmlns:a16="http://schemas.microsoft.com/office/drawing/2014/main" id="{49BB6146-C522-843C-012F-28A6782C9F9C}"/>
              </a:ext>
            </a:extLst>
          </p:cNvPr>
          <p:cNvCxnSpPr>
            <a:cxnSpLocks/>
            <a:stCxn id="8" idx="3"/>
            <a:endCxn id="26" idx="1"/>
          </p:cNvCxnSpPr>
          <p:nvPr/>
        </p:nvCxnSpPr>
        <p:spPr>
          <a:xfrm>
            <a:off x="6935574" y="2317665"/>
            <a:ext cx="174476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사각형: 둥근 모서리 12">
            <a:extLst>
              <a:ext uri="{FF2B5EF4-FFF2-40B4-BE49-F238E27FC236}">
                <a16:creationId xmlns:a16="http://schemas.microsoft.com/office/drawing/2014/main" id="{CAC534FE-EF0F-B8C4-64BE-ADB51A42EA65}"/>
              </a:ext>
            </a:extLst>
          </p:cNvPr>
          <p:cNvSpPr/>
          <p:nvPr/>
        </p:nvSpPr>
        <p:spPr>
          <a:xfrm>
            <a:off x="3166944" y="279252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Gateway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47" name="사각형: 둥근 모서리 12">
            <a:extLst>
              <a:ext uri="{FF2B5EF4-FFF2-40B4-BE49-F238E27FC236}">
                <a16:creationId xmlns:a16="http://schemas.microsoft.com/office/drawing/2014/main" id="{28E3823D-E78B-FAEB-82CA-F3038DF6B055}"/>
              </a:ext>
            </a:extLst>
          </p:cNvPr>
          <p:cNvSpPr/>
          <p:nvPr/>
        </p:nvSpPr>
        <p:spPr>
          <a:xfrm>
            <a:off x="7110050" y="278928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Gateway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48" name="직선 화살표 연결선 96">
            <a:extLst>
              <a:ext uri="{FF2B5EF4-FFF2-40B4-BE49-F238E27FC236}">
                <a16:creationId xmlns:a16="http://schemas.microsoft.com/office/drawing/2014/main" id="{3126A693-7289-E88A-5756-C25AA02CEF3E}"/>
              </a:ext>
            </a:extLst>
          </p:cNvPr>
          <p:cNvCxnSpPr>
            <a:cxnSpLocks/>
            <a:stCxn id="41" idx="2"/>
            <a:endCxn id="27" idx="0"/>
          </p:cNvCxnSpPr>
          <p:nvPr/>
        </p:nvCxnSpPr>
        <p:spPr>
          <a:xfrm>
            <a:off x="3736663" y="526334"/>
            <a:ext cx="1364" cy="1565575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96">
            <a:extLst>
              <a:ext uri="{FF2B5EF4-FFF2-40B4-BE49-F238E27FC236}">
                <a16:creationId xmlns:a16="http://schemas.microsoft.com/office/drawing/2014/main" id="{59091320-F068-271C-23B6-846039B06EFD}"/>
              </a:ext>
            </a:extLst>
          </p:cNvPr>
          <p:cNvCxnSpPr>
            <a:cxnSpLocks/>
            <a:stCxn id="41" idx="2"/>
            <a:endCxn id="26" idx="0"/>
          </p:cNvCxnSpPr>
          <p:nvPr/>
        </p:nvCxnSpPr>
        <p:spPr>
          <a:xfrm>
            <a:off x="3736663" y="526334"/>
            <a:ext cx="3943106" cy="1565575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96">
            <a:extLst>
              <a:ext uri="{FF2B5EF4-FFF2-40B4-BE49-F238E27FC236}">
                <a16:creationId xmlns:a16="http://schemas.microsoft.com/office/drawing/2014/main" id="{180508BA-07D8-62D2-AE30-4914A48D6CAB}"/>
              </a:ext>
            </a:extLst>
          </p:cNvPr>
          <p:cNvCxnSpPr>
            <a:cxnSpLocks/>
            <a:stCxn id="27" idx="2"/>
            <a:endCxn id="46" idx="0"/>
          </p:cNvCxnSpPr>
          <p:nvPr/>
        </p:nvCxnSpPr>
        <p:spPr>
          <a:xfrm flipH="1">
            <a:off x="3736663" y="2543420"/>
            <a:ext cx="1364" cy="24910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96">
            <a:extLst>
              <a:ext uri="{FF2B5EF4-FFF2-40B4-BE49-F238E27FC236}">
                <a16:creationId xmlns:a16="http://schemas.microsoft.com/office/drawing/2014/main" id="{7F327002-AC3A-F262-212E-73715FD46D27}"/>
              </a:ext>
            </a:extLst>
          </p:cNvPr>
          <p:cNvCxnSpPr>
            <a:cxnSpLocks/>
            <a:stCxn id="26" idx="2"/>
            <a:endCxn id="47" idx="0"/>
          </p:cNvCxnSpPr>
          <p:nvPr/>
        </p:nvCxnSpPr>
        <p:spPr>
          <a:xfrm>
            <a:off x="7679769" y="2543420"/>
            <a:ext cx="0" cy="24586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[R] 103">
            <a:extLst>
              <a:ext uri="{FF2B5EF4-FFF2-40B4-BE49-F238E27FC236}">
                <a16:creationId xmlns:a16="http://schemas.microsoft.com/office/drawing/2014/main" id="{A987A162-DBD9-C207-FE2A-FA71B63BF527}"/>
              </a:ext>
            </a:extLst>
          </p:cNvPr>
          <p:cNvCxnSpPr>
            <a:cxnSpLocks/>
          </p:cNvCxnSpPr>
          <p:nvPr/>
        </p:nvCxnSpPr>
        <p:spPr>
          <a:xfrm>
            <a:off x="1043608" y="1399538"/>
            <a:ext cx="8100392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[R] 107">
            <a:extLst>
              <a:ext uri="{FF2B5EF4-FFF2-40B4-BE49-F238E27FC236}">
                <a16:creationId xmlns:a16="http://schemas.microsoft.com/office/drawing/2014/main" id="{235C078B-A91C-52D5-BB37-F951CBF37A12}"/>
              </a:ext>
            </a:extLst>
          </p:cNvPr>
          <p:cNvCxnSpPr>
            <a:cxnSpLocks/>
          </p:cNvCxnSpPr>
          <p:nvPr/>
        </p:nvCxnSpPr>
        <p:spPr>
          <a:xfrm>
            <a:off x="1043608" y="3428311"/>
            <a:ext cx="8100392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2">
            <a:extLst>
              <a:ext uri="{FF2B5EF4-FFF2-40B4-BE49-F238E27FC236}">
                <a16:creationId xmlns:a16="http://schemas.microsoft.com/office/drawing/2014/main" id="{B9E58C46-04E6-0681-735C-93AE99A0CD01}"/>
              </a:ext>
            </a:extLst>
          </p:cNvPr>
          <p:cNvSpPr/>
          <p:nvPr/>
        </p:nvSpPr>
        <p:spPr>
          <a:xfrm>
            <a:off x="4482222" y="3836519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 dirty="0"/>
          </a:p>
        </p:txBody>
      </p:sp>
      <p:sp>
        <p:nvSpPr>
          <p:cNvPr id="109" name="사각형: 둥근 모서리 12">
            <a:extLst>
              <a:ext uri="{FF2B5EF4-FFF2-40B4-BE49-F238E27FC236}">
                <a16:creationId xmlns:a16="http://schemas.microsoft.com/office/drawing/2014/main" id="{8ADE1538-FF60-5341-184C-BC8CC601CF19}"/>
              </a:ext>
            </a:extLst>
          </p:cNvPr>
          <p:cNvSpPr/>
          <p:nvPr/>
        </p:nvSpPr>
        <p:spPr>
          <a:xfrm>
            <a:off x="5796135" y="3836519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App</a:t>
            </a:r>
          </a:p>
          <a:p>
            <a:pPr algn="ctr"/>
            <a:r>
              <a:rPr lang="en-US" altLang="ko-KR" sz="900" b="1"/>
              <a:t>GRPCRoute</a:t>
            </a:r>
            <a:endParaRPr lang="ko-KR" altLang="en-US" sz="900" b="1" dirty="0"/>
          </a:p>
        </p:txBody>
      </p:sp>
      <p:sp>
        <p:nvSpPr>
          <p:cNvPr id="110" name="사각형: 둥근 모서리 12">
            <a:extLst>
              <a:ext uri="{FF2B5EF4-FFF2-40B4-BE49-F238E27FC236}">
                <a16:creationId xmlns:a16="http://schemas.microsoft.com/office/drawing/2014/main" id="{5F5B150C-E8D4-1F0E-5F8B-E086FCC739AF}"/>
              </a:ext>
            </a:extLst>
          </p:cNvPr>
          <p:cNvSpPr/>
          <p:nvPr/>
        </p:nvSpPr>
        <p:spPr>
          <a:xfrm>
            <a:off x="3847030" y="4486770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/>
              <a:t>TLSRoute</a:t>
            </a:r>
            <a:endParaRPr lang="ko-KR" altLang="en-US" sz="900" b="1" dirty="0"/>
          </a:p>
        </p:txBody>
      </p:sp>
      <p:sp>
        <p:nvSpPr>
          <p:cNvPr id="111" name="사각형: 둥근 모서리 12">
            <a:extLst>
              <a:ext uri="{FF2B5EF4-FFF2-40B4-BE49-F238E27FC236}">
                <a16:creationId xmlns:a16="http://schemas.microsoft.com/office/drawing/2014/main" id="{433FD7D3-3819-C914-E524-666E4B1A51F2}"/>
              </a:ext>
            </a:extLst>
          </p:cNvPr>
          <p:cNvSpPr/>
          <p:nvPr/>
        </p:nvSpPr>
        <p:spPr>
          <a:xfrm>
            <a:off x="5138497" y="448677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App</a:t>
            </a:r>
          </a:p>
          <a:p>
            <a:pPr algn="ctr"/>
            <a:r>
              <a:rPr lang="en-US" altLang="ko-KR" sz="900" b="1"/>
              <a:t>TCPRoute</a:t>
            </a:r>
            <a:endParaRPr lang="ko-KR" altLang="en-US" sz="900" b="1" dirty="0"/>
          </a:p>
        </p:txBody>
      </p:sp>
      <p:sp>
        <p:nvSpPr>
          <p:cNvPr id="112" name="사각형: 둥근 모서리 12">
            <a:extLst>
              <a:ext uri="{FF2B5EF4-FFF2-40B4-BE49-F238E27FC236}">
                <a16:creationId xmlns:a16="http://schemas.microsoft.com/office/drawing/2014/main" id="{5C578898-1C41-0482-350C-0B7A99DBB06D}"/>
              </a:ext>
            </a:extLst>
          </p:cNvPr>
          <p:cNvSpPr/>
          <p:nvPr/>
        </p:nvSpPr>
        <p:spPr>
          <a:xfrm>
            <a:off x="6429964" y="448677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App</a:t>
            </a:r>
          </a:p>
          <a:p>
            <a:pPr algn="ctr"/>
            <a:r>
              <a:rPr lang="en-US" altLang="ko-KR" sz="900" b="1"/>
              <a:t>UDPRoute</a:t>
            </a:r>
            <a:endParaRPr lang="ko-KR" altLang="en-US" sz="900" b="1" dirty="0"/>
          </a:p>
        </p:txBody>
      </p:sp>
      <p:sp>
        <p:nvSpPr>
          <p:cNvPr id="118" name="사각형: 둥근 모서리 12">
            <a:extLst>
              <a:ext uri="{FF2B5EF4-FFF2-40B4-BE49-F238E27FC236}">
                <a16:creationId xmlns:a16="http://schemas.microsoft.com/office/drawing/2014/main" id="{A15D81A6-5C4B-7C05-7F0F-C248782C5D77}"/>
              </a:ext>
            </a:extLst>
          </p:cNvPr>
          <p:cNvSpPr/>
          <p:nvPr/>
        </p:nvSpPr>
        <p:spPr>
          <a:xfrm>
            <a:off x="3168308" y="383651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21" name="사각형: 둥근 모서리 12">
            <a:extLst>
              <a:ext uri="{FF2B5EF4-FFF2-40B4-BE49-F238E27FC236}">
                <a16:creationId xmlns:a16="http://schemas.microsoft.com/office/drawing/2014/main" id="{77A879F5-A91C-7270-6039-F92DD5D8B84C}"/>
              </a:ext>
            </a:extLst>
          </p:cNvPr>
          <p:cNvSpPr/>
          <p:nvPr/>
        </p:nvSpPr>
        <p:spPr>
          <a:xfrm>
            <a:off x="2551546" y="448677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122" name="직선 화살표 연결선 96">
            <a:extLst>
              <a:ext uri="{FF2B5EF4-FFF2-40B4-BE49-F238E27FC236}">
                <a16:creationId xmlns:a16="http://schemas.microsoft.com/office/drawing/2014/main" id="{C8229506-6325-16AD-E375-74C8F0836376}"/>
              </a:ext>
            </a:extLst>
          </p:cNvPr>
          <p:cNvCxnSpPr>
            <a:cxnSpLocks/>
            <a:stCxn id="46" idx="2"/>
            <a:endCxn id="118" idx="0"/>
          </p:cNvCxnSpPr>
          <p:nvPr/>
        </p:nvCxnSpPr>
        <p:spPr>
          <a:xfrm>
            <a:off x="3736663" y="3244040"/>
            <a:ext cx="1364" cy="59247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96">
            <a:extLst>
              <a:ext uri="{FF2B5EF4-FFF2-40B4-BE49-F238E27FC236}">
                <a16:creationId xmlns:a16="http://schemas.microsoft.com/office/drawing/2014/main" id="{ECF57EB1-690C-AF69-EFD9-08FEAB097C9F}"/>
              </a:ext>
            </a:extLst>
          </p:cNvPr>
          <p:cNvCxnSpPr>
            <a:cxnSpLocks/>
            <a:stCxn id="118" idx="2"/>
            <a:endCxn id="121" idx="0"/>
          </p:cNvCxnSpPr>
          <p:nvPr/>
        </p:nvCxnSpPr>
        <p:spPr>
          <a:xfrm flipH="1">
            <a:off x="3121265" y="4288030"/>
            <a:ext cx="616762" cy="19874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96">
            <a:extLst>
              <a:ext uri="{FF2B5EF4-FFF2-40B4-BE49-F238E27FC236}">
                <a16:creationId xmlns:a16="http://schemas.microsoft.com/office/drawing/2014/main" id="{AF61AD8D-1791-F3C8-F4C2-5B0664B97244}"/>
              </a:ext>
            </a:extLst>
          </p:cNvPr>
          <p:cNvCxnSpPr>
            <a:cxnSpLocks/>
            <a:stCxn id="17" idx="0"/>
            <a:endCxn id="5" idx="2"/>
          </p:cNvCxnSpPr>
          <p:nvPr/>
        </p:nvCxnSpPr>
        <p:spPr>
          <a:xfrm flipV="1">
            <a:off x="5051941" y="2543421"/>
            <a:ext cx="0" cy="129309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96">
            <a:extLst>
              <a:ext uri="{FF2B5EF4-FFF2-40B4-BE49-F238E27FC236}">
                <a16:creationId xmlns:a16="http://schemas.microsoft.com/office/drawing/2014/main" id="{5155BD9D-1441-0186-7796-571D15AEF371}"/>
              </a:ext>
            </a:extLst>
          </p:cNvPr>
          <p:cNvCxnSpPr>
            <a:cxnSpLocks/>
            <a:stCxn id="110" idx="0"/>
            <a:endCxn id="5" idx="2"/>
          </p:cNvCxnSpPr>
          <p:nvPr/>
        </p:nvCxnSpPr>
        <p:spPr>
          <a:xfrm flipV="1">
            <a:off x="4416749" y="2543421"/>
            <a:ext cx="635192" cy="194334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96">
            <a:extLst>
              <a:ext uri="{FF2B5EF4-FFF2-40B4-BE49-F238E27FC236}">
                <a16:creationId xmlns:a16="http://schemas.microsoft.com/office/drawing/2014/main" id="{BB78E4DC-F0F0-D879-8EE5-8043328BD796}"/>
              </a:ext>
            </a:extLst>
          </p:cNvPr>
          <p:cNvCxnSpPr>
            <a:cxnSpLocks/>
            <a:stCxn id="109" idx="0"/>
            <a:endCxn id="8" idx="2"/>
          </p:cNvCxnSpPr>
          <p:nvPr/>
        </p:nvCxnSpPr>
        <p:spPr>
          <a:xfrm flipV="1">
            <a:off x="6365854" y="2543420"/>
            <a:ext cx="1" cy="12930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96">
            <a:extLst>
              <a:ext uri="{FF2B5EF4-FFF2-40B4-BE49-F238E27FC236}">
                <a16:creationId xmlns:a16="http://schemas.microsoft.com/office/drawing/2014/main" id="{CCD9D7E0-ABDE-8844-EB47-701334007C83}"/>
              </a:ext>
            </a:extLst>
          </p:cNvPr>
          <p:cNvCxnSpPr>
            <a:cxnSpLocks/>
            <a:stCxn id="17" idx="1"/>
            <a:endCxn id="118" idx="3"/>
          </p:cNvCxnSpPr>
          <p:nvPr/>
        </p:nvCxnSpPr>
        <p:spPr>
          <a:xfrm flipH="1">
            <a:off x="4307746" y="4062275"/>
            <a:ext cx="174476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화살표 연결선 96">
            <a:extLst>
              <a:ext uri="{FF2B5EF4-FFF2-40B4-BE49-F238E27FC236}">
                <a16:creationId xmlns:a16="http://schemas.microsoft.com/office/drawing/2014/main" id="{455F5FF9-EB6F-7CC2-FEC8-0B93116CCE4E}"/>
              </a:ext>
            </a:extLst>
          </p:cNvPr>
          <p:cNvCxnSpPr>
            <a:cxnSpLocks/>
            <a:stCxn id="110" idx="0"/>
            <a:endCxn id="118" idx="3"/>
          </p:cNvCxnSpPr>
          <p:nvPr/>
        </p:nvCxnSpPr>
        <p:spPr>
          <a:xfrm flipH="1" flipV="1">
            <a:off x="4307746" y="4062275"/>
            <a:ext cx="109003" cy="42449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사각형: 둥근 모서리 12">
            <a:extLst>
              <a:ext uri="{FF2B5EF4-FFF2-40B4-BE49-F238E27FC236}">
                <a16:creationId xmlns:a16="http://schemas.microsoft.com/office/drawing/2014/main" id="{E0F2BEE2-E624-77B5-1777-35CAE40796C4}"/>
              </a:ext>
            </a:extLst>
          </p:cNvPr>
          <p:cNvSpPr/>
          <p:nvPr/>
        </p:nvSpPr>
        <p:spPr>
          <a:xfrm>
            <a:off x="7110047" y="383651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App</a:t>
            </a:r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73" name="사각형: 둥근 모서리 12">
            <a:extLst>
              <a:ext uri="{FF2B5EF4-FFF2-40B4-BE49-F238E27FC236}">
                <a16:creationId xmlns:a16="http://schemas.microsoft.com/office/drawing/2014/main" id="{4DF00A24-64F6-098C-3E9A-2C207D318AFB}"/>
              </a:ext>
            </a:extLst>
          </p:cNvPr>
          <p:cNvSpPr/>
          <p:nvPr/>
        </p:nvSpPr>
        <p:spPr>
          <a:xfrm>
            <a:off x="7726327" y="448677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174" name="직선 화살표 연결선 96">
            <a:extLst>
              <a:ext uri="{FF2B5EF4-FFF2-40B4-BE49-F238E27FC236}">
                <a16:creationId xmlns:a16="http://schemas.microsoft.com/office/drawing/2014/main" id="{C85B1CE1-4632-4CD1-BEBF-583C906307F5}"/>
              </a:ext>
            </a:extLst>
          </p:cNvPr>
          <p:cNvCxnSpPr>
            <a:cxnSpLocks/>
            <a:stCxn id="111" idx="0"/>
          </p:cNvCxnSpPr>
          <p:nvPr/>
        </p:nvCxnSpPr>
        <p:spPr>
          <a:xfrm flipV="1">
            <a:off x="5708216" y="4059583"/>
            <a:ext cx="1458523" cy="42718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화살표 연결선 96">
            <a:extLst>
              <a:ext uri="{FF2B5EF4-FFF2-40B4-BE49-F238E27FC236}">
                <a16:creationId xmlns:a16="http://schemas.microsoft.com/office/drawing/2014/main" id="{2FB2F1E3-632B-4667-0B3A-E02CBF8353F2}"/>
              </a:ext>
            </a:extLst>
          </p:cNvPr>
          <p:cNvCxnSpPr>
            <a:cxnSpLocks/>
            <a:stCxn id="112" idx="0"/>
            <a:endCxn id="172" idx="1"/>
          </p:cNvCxnSpPr>
          <p:nvPr/>
        </p:nvCxnSpPr>
        <p:spPr>
          <a:xfrm flipV="1">
            <a:off x="6999683" y="4062275"/>
            <a:ext cx="110364" cy="42449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화살표 연결선 96">
            <a:extLst>
              <a:ext uri="{FF2B5EF4-FFF2-40B4-BE49-F238E27FC236}">
                <a16:creationId xmlns:a16="http://schemas.microsoft.com/office/drawing/2014/main" id="{E29CB0A6-62FE-F15B-3E33-063EB1D4B5BE}"/>
              </a:ext>
            </a:extLst>
          </p:cNvPr>
          <p:cNvCxnSpPr>
            <a:cxnSpLocks/>
            <a:stCxn id="111" idx="0"/>
            <a:endCxn id="8" idx="2"/>
          </p:cNvCxnSpPr>
          <p:nvPr/>
        </p:nvCxnSpPr>
        <p:spPr>
          <a:xfrm flipV="1">
            <a:off x="5708216" y="2543420"/>
            <a:ext cx="657639" cy="194335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96">
            <a:extLst>
              <a:ext uri="{FF2B5EF4-FFF2-40B4-BE49-F238E27FC236}">
                <a16:creationId xmlns:a16="http://schemas.microsoft.com/office/drawing/2014/main" id="{81CC13F9-FF85-155E-486F-581B2C9941FB}"/>
              </a:ext>
            </a:extLst>
          </p:cNvPr>
          <p:cNvCxnSpPr>
            <a:cxnSpLocks/>
            <a:stCxn id="112" idx="0"/>
            <a:endCxn id="8" idx="2"/>
          </p:cNvCxnSpPr>
          <p:nvPr/>
        </p:nvCxnSpPr>
        <p:spPr>
          <a:xfrm flipH="1" flipV="1">
            <a:off x="6365855" y="2543420"/>
            <a:ext cx="633828" cy="194335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96">
            <a:extLst>
              <a:ext uri="{FF2B5EF4-FFF2-40B4-BE49-F238E27FC236}">
                <a16:creationId xmlns:a16="http://schemas.microsoft.com/office/drawing/2014/main" id="{6DA0709C-B7B5-92A5-CB8D-01BC30911436}"/>
              </a:ext>
            </a:extLst>
          </p:cNvPr>
          <p:cNvCxnSpPr>
            <a:cxnSpLocks/>
            <a:stCxn id="109" idx="3"/>
            <a:endCxn id="172" idx="1"/>
          </p:cNvCxnSpPr>
          <p:nvPr/>
        </p:nvCxnSpPr>
        <p:spPr>
          <a:xfrm>
            <a:off x="6935573" y="4062275"/>
            <a:ext cx="174474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화살표 연결선 96">
            <a:extLst>
              <a:ext uri="{FF2B5EF4-FFF2-40B4-BE49-F238E27FC236}">
                <a16:creationId xmlns:a16="http://schemas.microsoft.com/office/drawing/2014/main" id="{27E858F6-CA7F-937E-99E1-EA7A960427EC}"/>
              </a:ext>
            </a:extLst>
          </p:cNvPr>
          <p:cNvCxnSpPr>
            <a:cxnSpLocks/>
            <a:stCxn id="47" idx="2"/>
            <a:endCxn id="172" idx="0"/>
          </p:cNvCxnSpPr>
          <p:nvPr/>
        </p:nvCxnSpPr>
        <p:spPr>
          <a:xfrm flipH="1">
            <a:off x="7679766" y="3240797"/>
            <a:ext cx="3" cy="595722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96">
            <a:extLst>
              <a:ext uri="{FF2B5EF4-FFF2-40B4-BE49-F238E27FC236}">
                <a16:creationId xmlns:a16="http://schemas.microsoft.com/office/drawing/2014/main" id="{145E79E5-4FD3-F019-337C-A9DB534125D3}"/>
              </a:ext>
            </a:extLst>
          </p:cNvPr>
          <p:cNvCxnSpPr>
            <a:cxnSpLocks/>
            <a:stCxn id="172" idx="2"/>
            <a:endCxn id="173" idx="0"/>
          </p:cNvCxnSpPr>
          <p:nvPr/>
        </p:nvCxnSpPr>
        <p:spPr>
          <a:xfrm>
            <a:off x="7679766" y="4288030"/>
            <a:ext cx="616280" cy="19874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연결선[R] 200">
            <a:extLst>
              <a:ext uri="{FF2B5EF4-FFF2-40B4-BE49-F238E27FC236}">
                <a16:creationId xmlns:a16="http://schemas.microsoft.com/office/drawing/2014/main" id="{5BE196E3-24A8-5D8B-A78A-EAFB074F070D}"/>
              </a:ext>
            </a:extLst>
          </p:cNvPr>
          <p:cNvCxnSpPr>
            <a:cxnSpLocks/>
          </p:cNvCxnSpPr>
          <p:nvPr/>
        </p:nvCxnSpPr>
        <p:spPr>
          <a:xfrm>
            <a:off x="1048324" y="627534"/>
            <a:ext cx="8100392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직선 화살표 연결선 96">
            <a:extLst>
              <a:ext uri="{FF2B5EF4-FFF2-40B4-BE49-F238E27FC236}">
                <a16:creationId xmlns:a16="http://schemas.microsoft.com/office/drawing/2014/main" id="{562CDC28-9668-C2CC-12FF-B20F7D57D5AE}"/>
              </a:ext>
            </a:extLst>
          </p:cNvPr>
          <p:cNvCxnSpPr>
            <a:cxnSpLocks/>
          </p:cNvCxnSpPr>
          <p:nvPr/>
        </p:nvCxnSpPr>
        <p:spPr>
          <a:xfrm>
            <a:off x="4572560" y="300578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6659D8E0-D094-19D6-1DF6-4EF8699886B6}"/>
              </a:ext>
            </a:extLst>
          </p:cNvPr>
          <p:cNvSpPr txBox="1"/>
          <p:nvPr/>
        </p:nvSpPr>
        <p:spPr>
          <a:xfrm>
            <a:off x="4868303" y="190808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Reference</a:t>
            </a:r>
            <a:endParaRPr lang="en-KR" sz="900"/>
          </a:p>
        </p:txBody>
      </p:sp>
      <p:cxnSp>
        <p:nvCxnSpPr>
          <p:cNvPr id="214" name="직선 화살표 연결선 96">
            <a:extLst>
              <a:ext uri="{FF2B5EF4-FFF2-40B4-BE49-F238E27FC236}">
                <a16:creationId xmlns:a16="http://schemas.microsoft.com/office/drawing/2014/main" id="{07576374-56D7-62D0-30C6-4EF6BA8D6D08}"/>
              </a:ext>
            </a:extLst>
          </p:cNvPr>
          <p:cNvCxnSpPr>
            <a:cxnSpLocks/>
          </p:cNvCxnSpPr>
          <p:nvPr/>
        </p:nvCxnSpPr>
        <p:spPr>
          <a:xfrm>
            <a:off x="5691416" y="303274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D0D9B2A0-436D-6FDF-869E-681FB7E3FBE2}"/>
              </a:ext>
            </a:extLst>
          </p:cNvPr>
          <p:cNvSpPr txBox="1"/>
          <p:nvPr/>
        </p:nvSpPr>
        <p:spPr>
          <a:xfrm>
            <a:off x="5987159" y="193504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cxnSp>
        <p:nvCxnSpPr>
          <p:cNvPr id="216" name="직선 화살표 연결선 96">
            <a:extLst>
              <a:ext uri="{FF2B5EF4-FFF2-40B4-BE49-F238E27FC236}">
                <a16:creationId xmlns:a16="http://schemas.microsoft.com/office/drawing/2014/main" id="{EB9EB18C-5B5E-0461-2C1E-16AF20618E2D}"/>
              </a:ext>
            </a:extLst>
          </p:cNvPr>
          <p:cNvCxnSpPr>
            <a:cxnSpLocks/>
            <a:stCxn id="18" idx="2"/>
            <a:endCxn id="47" idx="0"/>
          </p:cNvCxnSpPr>
          <p:nvPr/>
        </p:nvCxnSpPr>
        <p:spPr>
          <a:xfrm>
            <a:off x="7340170" y="1611169"/>
            <a:ext cx="339599" cy="1178117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96">
            <a:extLst>
              <a:ext uri="{FF2B5EF4-FFF2-40B4-BE49-F238E27FC236}">
                <a16:creationId xmlns:a16="http://schemas.microsoft.com/office/drawing/2014/main" id="{A8747DE9-7345-4E9D-1C0F-18BC440CB4C2}"/>
              </a:ext>
            </a:extLst>
          </p:cNvPr>
          <p:cNvCxnSpPr>
            <a:cxnSpLocks/>
            <a:stCxn id="18" idx="2"/>
            <a:endCxn id="46" idx="0"/>
          </p:cNvCxnSpPr>
          <p:nvPr/>
        </p:nvCxnSpPr>
        <p:spPr>
          <a:xfrm flipH="1">
            <a:off x="3736663" y="1611169"/>
            <a:ext cx="3603507" cy="118136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화살표 연결선 96">
            <a:extLst>
              <a:ext uri="{FF2B5EF4-FFF2-40B4-BE49-F238E27FC236}">
                <a16:creationId xmlns:a16="http://schemas.microsoft.com/office/drawing/2014/main" id="{1CBAC56B-8020-7BEA-D640-B5FC021495AB}"/>
              </a:ext>
            </a:extLst>
          </p:cNvPr>
          <p:cNvCxnSpPr>
            <a:cxnSpLocks/>
            <a:stCxn id="5" idx="1"/>
            <a:endCxn id="46" idx="3"/>
          </p:cNvCxnSpPr>
          <p:nvPr/>
        </p:nvCxnSpPr>
        <p:spPr>
          <a:xfrm flipH="1">
            <a:off x="4306382" y="2317666"/>
            <a:ext cx="175840" cy="70061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직선 화살표 연결선 96">
            <a:extLst>
              <a:ext uri="{FF2B5EF4-FFF2-40B4-BE49-F238E27FC236}">
                <a16:creationId xmlns:a16="http://schemas.microsoft.com/office/drawing/2014/main" id="{BFB0FBD1-2973-B1BB-5A33-60067EDA932D}"/>
              </a:ext>
            </a:extLst>
          </p:cNvPr>
          <p:cNvCxnSpPr>
            <a:cxnSpLocks/>
            <a:stCxn id="8" idx="3"/>
            <a:endCxn id="47" idx="1"/>
          </p:cNvCxnSpPr>
          <p:nvPr/>
        </p:nvCxnSpPr>
        <p:spPr>
          <a:xfrm>
            <a:off x="6935574" y="2317665"/>
            <a:ext cx="174476" cy="69737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직선 화살표 연결선 96">
            <a:extLst>
              <a:ext uri="{FF2B5EF4-FFF2-40B4-BE49-F238E27FC236}">
                <a16:creationId xmlns:a16="http://schemas.microsoft.com/office/drawing/2014/main" id="{A5F1BDEA-DB0F-6D37-CB30-4D8F696E07B0}"/>
              </a:ext>
            </a:extLst>
          </p:cNvPr>
          <p:cNvCxnSpPr>
            <a:cxnSpLocks/>
          </p:cNvCxnSpPr>
          <p:nvPr/>
        </p:nvCxnSpPr>
        <p:spPr>
          <a:xfrm>
            <a:off x="6627325" y="300578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AE33635D-1C66-6F76-D1FC-FF3718C3B7CD}"/>
              </a:ext>
            </a:extLst>
          </p:cNvPr>
          <p:cNvSpPr txBox="1"/>
          <p:nvPr/>
        </p:nvSpPr>
        <p:spPr>
          <a:xfrm>
            <a:off x="6923068" y="190808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24F0A9AC-2578-F58B-AF2E-E2F052A61260}"/>
              </a:ext>
            </a:extLst>
          </p:cNvPr>
          <p:cNvSpPr txBox="1"/>
          <p:nvPr/>
        </p:nvSpPr>
        <p:spPr>
          <a:xfrm>
            <a:off x="1639312" y="828870"/>
            <a:ext cx="953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/>
              <a:t>Infrastructure Provide</a:t>
            </a:r>
            <a:endParaRPr lang="en-KR" sz="900" b="1"/>
          </a:p>
        </p:txBody>
      </p:sp>
      <p:pic>
        <p:nvPicPr>
          <p:cNvPr id="246" name="그림 245" descr="사람 아이콘 일러스트 | Canva">
            <a:extLst>
              <a:ext uri="{FF2B5EF4-FFF2-40B4-BE49-F238E27FC236}">
                <a16:creationId xmlns:a16="http://schemas.microsoft.com/office/drawing/2014/main" id="{20287508-976C-92D2-0C39-FEBBE6881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013" y="836246"/>
            <a:ext cx="315254" cy="354581"/>
          </a:xfrm>
          <a:prstGeom prst="rect">
            <a:avLst/>
          </a:prstGeom>
        </p:spPr>
      </p:pic>
      <p:sp>
        <p:nvSpPr>
          <p:cNvPr id="247" name="TextBox 246">
            <a:extLst>
              <a:ext uri="{FF2B5EF4-FFF2-40B4-BE49-F238E27FC236}">
                <a16:creationId xmlns:a16="http://schemas.microsoft.com/office/drawing/2014/main" id="{6A33E687-44EE-E9F1-1658-7BD46340D45F}"/>
              </a:ext>
            </a:extLst>
          </p:cNvPr>
          <p:cNvSpPr txBox="1"/>
          <p:nvPr/>
        </p:nvSpPr>
        <p:spPr>
          <a:xfrm>
            <a:off x="1644008" y="2211750"/>
            <a:ext cx="878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Cluster</a:t>
            </a:r>
            <a:br>
              <a:rPr lang="en-US" altLang="ko-KR" sz="900" b="1"/>
            </a:br>
            <a:r>
              <a:rPr lang="en-US" altLang="ko-KR" sz="900" b="1"/>
              <a:t>Operator</a:t>
            </a:r>
            <a:endParaRPr lang="en-KR" sz="900" b="1"/>
          </a:p>
        </p:txBody>
      </p:sp>
      <p:pic>
        <p:nvPicPr>
          <p:cNvPr id="248" name="그림 247" descr="사람 아이콘 일러스트 | Canva">
            <a:extLst>
              <a:ext uri="{FF2B5EF4-FFF2-40B4-BE49-F238E27FC236}">
                <a16:creationId xmlns:a16="http://schemas.microsoft.com/office/drawing/2014/main" id="{B6B8BD04-DA2B-D2B5-C811-114156A3A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709" y="2219126"/>
            <a:ext cx="315254" cy="354581"/>
          </a:xfrm>
          <a:prstGeom prst="rect">
            <a:avLst/>
          </a:prstGeom>
        </p:spPr>
      </p:pic>
      <p:sp>
        <p:nvSpPr>
          <p:cNvPr id="249" name="TextBox 248">
            <a:extLst>
              <a:ext uri="{FF2B5EF4-FFF2-40B4-BE49-F238E27FC236}">
                <a16:creationId xmlns:a16="http://schemas.microsoft.com/office/drawing/2014/main" id="{02E6F2F5-F83C-8577-3253-7DC19F2194BF}"/>
              </a:ext>
            </a:extLst>
          </p:cNvPr>
          <p:cNvSpPr txBox="1"/>
          <p:nvPr/>
        </p:nvSpPr>
        <p:spPr>
          <a:xfrm>
            <a:off x="1644008" y="4059583"/>
            <a:ext cx="878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App</a:t>
            </a:r>
            <a:br>
              <a:rPr lang="en-US" altLang="ko-KR" sz="900" b="1"/>
            </a:br>
            <a:r>
              <a:rPr lang="en-US" altLang="ko-KR" sz="900" b="1"/>
              <a:t>Developer</a:t>
            </a:r>
            <a:endParaRPr lang="en-KR" sz="900"/>
          </a:p>
        </p:txBody>
      </p:sp>
      <p:pic>
        <p:nvPicPr>
          <p:cNvPr id="250" name="그림 249" descr="사람 아이콘 일러스트 | Canva">
            <a:extLst>
              <a:ext uri="{FF2B5EF4-FFF2-40B4-BE49-F238E27FC236}">
                <a16:creationId xmlns:a16="http://schemas.microsoft.com/office/drawing/2014/main" id="{8F2BF8BD-705A-773E-5617-55FD74613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709" y="4066959"/>
            <a:ext cx="315254" cy="35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993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E7910-9D9E-5E07-2F2D-70AD8362C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12">
            <a:extLst>
              <a:ext uri="{FF2B5EF4-FFF2-40B4-BE49-F238E27FC236}">
                <a16:creationId xmlns:a16="http://schemas.microsoft.com/office/drawing/2014/main" id="{DB14B1ED-8D8D-D9EA-3E1F-FBE91520E3C3}"/>
              </a:ext>
            </a:extLst>
          </p:cNvPr>
          <p:cNvSpPr/>
          <p:nvPr/>
        </p:nvSpPr>
        <p:spPr>
          <a:xfrm>
            <a:off x="3203848" y="843558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Primary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 dirty="0"/>
          </a:p>
        </p:txBody>
      </p:sp>
      <p:sp>
        <p:nvSpPr>
          <p:cNvPr id="6" name="사각형: 둥근 모서리 70">
            <a:extLst>
              <a:ext uri="{FF2B5EF4-FFF2-40B4-BE49-F238E27FC236}">
                <a16:creationId xmlns:a16="http://schemas.microsoft.com/office/drawing/2014/main" id="{13E4332F-C7A5-DFA4-6B29-5D05B124D015}"/>
              </a:ext>
            </a:extLst>
          </p:cNvPr>
          <p:cNvSpPr/>
          <p:nvPr/>
        </p:nvSpPr>
        <p:spPr>
          <a:xfrm>
            <a:off x="2458832" y="1635644"/>
            <a:ext cx="2629470" cy="895847"/>
          </a:xfrm>
          <a:prstGeom prst="roundRect">
            <a:avLst>
              <a:gd name="adj" fmla="val 712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Gateway Namespace</a:t>
            </a:r>
            <a:endParaRPr lang="ko-KR" altLang="en-US" sz="1000" dirty="0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2FBB3F73-DD4E-1149-010D-D9820BA917F0}"/>
              </a:ext>
            </a:extLst>
          </p:cNvPr>
          <p:cNvSpPr/>
          <p:nvPr/>
        </p:nvSpPr>
        <p:spPr>
          <a:xfrm>
            <a:off x="2546891" y="199568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 dirty="0"/>
          </a:p>
        </p:txBody>
      </p:sp>
      <p:sp>
        <p:nvSpPr>
          <p:cNvPr id="8" name="사각형: 둥근 모서리 12">
            <a:extLst>
              <a:ext uri="{FF2B5EF4-FFF2-40B4-BE49-F238E27FC236}">
                <a16:creationId xmlns:a16="http://schemas.microsoft.com/office/drawing/2014/main" id="{EB4362DB-3DB5-2CB1-1F28-84B9AD718DA3}"/>
              </a:ext>
            </a:extLst>
          </p:cNvPr>
          <p:cNvSpPr/>
          <p:nvPr/>
        </p:nvSpPr>
        <p:spPr>
          <a:xfrm>
            <a:off x="3860805" y="1995685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 dirty="0"/>
          </a:p>
        </p:txBody>
      </p:sp>
      <p:cxnSp>
        <p:nvCxnSpPr>
          <p:cNvPr id="10" name="직선 화살표 연결선 96">
            <a:extLst>
              <a:ext uri="{FF2B5EF4-FFF2-40B4-BE49-F238E27FC236}">
                <a16:creationId xmlns:a16="http://schemas.microsoft.com/office/drawing/2014/main" id="{734A7F69-A744-EADC-975E-49C550DD0430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V="1">
            <a:off x="3116610" y="1295069"/>
            <a:ext cx="656957" cy="70061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96">
            <a:extLst>
              <a:ext uri="{FF2B5EF4-FFF2-40B4-BE49-F238E27FC236}">
                <a16:creationId xmlns:a16="http://schemas.microsoft.com/office/drawing/2014/main" id="{BBD03077-68B1-29E9-19E1-92A4CF65F67A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H="1" flipV="1">
            <a:off x="3773567" y="1295069"/>
            <a:ext cx="656957" cy="70061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70">
            <a:extLst>
              <a:ext uri="{FF2B5EF4-FFF2-40B4-BE49-F238E27FC236}">
                <a16:creationId xmlns:a16="http://schemas.microsoft.com/office/drawing/2014/main" id="{E55B8D5C-220A-C1F5-5159-BF8A60BAAF49}"/>
              </a:ext>
            </a:extLst>
          </p:cNvPr>
          <p:cNvSpPr/>
          <p:nvPr/>
        </p:nvSpPr>
        <p:spPr>
          <a:xfrm>
            <a:off x="1824808" y="2870652"/>
            <a:ext cx="3897518" cy="895847"/>
          </a:xfrm>
          <a:prstGeom prst="roundRect">
            <a:avLst>
              <a:gd name="adj" fmla="val 712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App A Namespace</a:t>
            </a:r>
            <a:endParaRPr lang="ko-KR" altLang="en-US" sz="1000" dirty="0"/>
          </a:p>
        </p:txBody>
      </p:sp>
      <p:sp>
        <p:nvSpPr>
          <p:cNvPr id="17" name="사각형: 둥근 모서리 12">
            <a:extLst>
              <a:ext uri="{FF2B5EF4-FFF2-40B4-BE49-F238E27FC236}">
                <a16:creationId xmlns:a16="http://schemas.microsoft.com/office/drawing/2014/main" id="{2252741F-A932-AC7B-C1EB-10C8485E0B70}"/>
              </a:ext>
            </a:extLst>
          </p:cNvPr>
          <p:cNvSpPr/>
          <p:nvPr/>
        </p:nvSpPr>
        <p:spPr>
          <a:xfrm>
            <a:off x="1942644" y="3198942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A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 dirty="0"/>
          </a:p>
        </p:txBody>
      </p:sp>
      <p:sp>
        <p:nvSpPr>
          <p:cNvPr id="18" name="사각형: 둥근 모서리 12">
            <a:extLst>
              <a:ext uri="{FF2B5EF4-FFF2-40B4-BE49-F238E27FC236}">
                <a16:creationId xmlns:a16="http://schemas.microsoft.com/office/drawing/2014/main" id="{91D34F43-E0BC-6079-2453-9F060C5AC09F}"/>
              </a:ext>
            </a:extLst>
          </p:cNvPr>
          <p:cNvSpPr/>
          <p:nvPr/>
        </p:nvSpPr>
        <p:spPr>
          <a:xfrm>
            <a:off x="4835120" y="84355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 Controller Pod</a:t>
            </a:r>
            <a:endParaRPr lang="ko-KR" altLang="en-US" sz="900" b="1" dirty="0"/>
          </a:p>
        </p:txBody>
      </p:sp>
      <p:cxnSp>
        <p:nvCxnSpPr>
          <p:cNvPr id="19" name="직선 화살표 연결선 96">
            <a:extLst>
              <a:ext uri="{FF2B5EF4-FFF2-40B4-BE49-F238E27FC236}">
                <a16:creationId xmlns:a16="http://schemas.microsoft.com/office/drawing/2014/main" id="{6AFB81F4-C3E8-BCFD-7BCC-00349A72FA07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 flipV="1">
            <a:off x="4343286" y="1069313"/>
            <a:ext cx="491834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79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55664</TotalTime>
  <Words>503</Words>
  <Application>Microsoft Macintosh PowerPoint</Application>
  <PresentationFormat>화면 슬라이드 쇼(16:9)</PresentationFormat>
  <Paragraphs>291</Paragraphs>
  <Slides>8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6070</cp:revision>
  <dcterms:created xsi:type="dcterms:W3CDTF">2006-10-05T04:04:58Z</dcterms:created>
  <dcterms:modified xsi:type="dcterms:W3CDTF">2026-10-07T16:38:31Z</dcterms:modified>
</cp:coreProperties>
</file>
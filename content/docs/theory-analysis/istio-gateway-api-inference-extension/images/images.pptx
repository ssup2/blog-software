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43" r:id="rId2"/>
    <p:sldId id="453" r:id="rId3"/>
    <p:sldId id="454" r:id="rId4"/>
    <p:sldId id="437" r:id="rId5"/>
    <p:sldId id="442" r:id="rId6"/>
    <p:sldId id="441" r:id="rId7"/>
    <p:sldId id="440" r:id="rId8"/>
    <p:sldId id="439" r:id="rId9"/>
    <p:sldId id="438" r:id="rId1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20" autoAdjust="0"/>
    <p:restoredTop sz="89754" autoAdjust="0"/>
  </p:normalViewPr>
  <p:slideViewPr>
    <p:cSldViewPr>
      <p:cViewPr>
        <p:scale>
          <a:sx n="160" d="100"/>
          <a:sy n="160" d="100"/>
        </p:scale>
        <p:origin x="384" y="18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6E6F6-66FE-4E0E-03E1-EE5A5E1E8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FCF355-AE82-350E-0DD4-0510DE561A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62A47-22AB-F1B1-3512-8924E280C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09D3B5-666E-11D1-B812-C10C70C69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175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44B02308-6C79-9584-B6C8-EE4C091A7BE1}"/>
              </a:ext>
            </a:extLst>
          </p:cNvPr>
          <p:cNvSpPr/>
          <p:nvPr/>
        </p:nvSpPr>
        <p:spPr>
          <a:xfrm>
            <a:off x="3674134" y="3680817"/>
            <a:ext cx="4916537" cy="1144156"/>
          </a:xfrm>
          <a:prstGeom prst="roundRect">
            <a:avLst>
              <a:gd name="adj" fmla="val 70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E4D58C26-69D4-67D5-73E4-DC2CE75B78E2}"/>
              </a:ext>
            </a:extLst>
          </p:cNvPr>
          <p:cNvSpPr/>
          <p:nvPr/>
        </p:nvSpPr>
        <p:spPr>
          <a:xfrm>
            <a:off x="105645" y="1406769"/>
            <a:ext cx="6908115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8A647843-F2A6-9CC1-6635-8DBFB8BFA57E}"/>
              </a:ext>
            </a:extLst>
          </p:cNvPr>
          <p:cNvSpPr/>
          <p:nvPr/>
        </p:nvSpPr>
        <p:spPr>
          <a:xfrm>
            <a:off x="1105454" y="130383"/>
            <a:ext cx="250350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E62BF3C-07D3-C2BB-C8E9-B15FF693A227}"/>
              </a:ext>
            </a:extLst>
          </p:cNvPr>
          <p:cNvSpPr/>
          <p:nvPr/>
        </p:nvSpPr>
        <p:spPr>
          <a:xfrm>
            <a:off x="1174461" y="416427"/>
            <a:ext cx="1139438" cy="361356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71AC3E03-0B6C-DA00-35AC-B060BE744CBA}"/>
              </a:ext>
            </a:extLst>
          </p:cNvPr>
          <p:cNvSpPr/>
          <p:nvPr/>
        </p:nvSpPr>
        <p:spPr>
          <a:xfrm>
            <a:off x="1058013" y="1472178"/>
            <a:ext cx="5852327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7394B3CD-9703-FBE9-8EC4-DBB79035D0FF}"/>
              </a:ext>
            </a:extLst>
          </p:cNvPr>
          <p:cNvSpPr/>
          <p:nvPr/>
        </p:nvSpPr>
        <p:spPr>
          <a:xfrm>
            <a:off x="368754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C0837E3D-2005-D8B9-67B8-47535FE0FE53}"/>
              </a:ext>
            </a:extLst>
          </p:cNvPr>
          <p:cNvSpPr/>
          <p:nvPr/>
        </p:nvSpPr>
        <p:spPr>
          <a:xfrm>
            <a:off x="5056563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7398BB5A-902D-805E-C693-0E7713437A62}"/>
              </a:ext>
            </a:extLst>
          </p:cNvPr>
          <p:cNvSpPr/>
          <p:nvPr/>
        </p:nvSpPr>
        <p:spPr>
          <a:xfrm>
            <a:off x="2392804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37D21F8-E5ED-A6B5-287D-EECDBFDC1EED}"/>
              </a:ext>
            </a:extLst>
          </p:cNvPr>
          <p:cNvSpPr/>
          <p:nvPr/>
        </p:nvSpPr>
        <p:spPr>
          <a:xfrm>
            <a:off x="3631939" y="1527122"/>
            <a:ext cx="710351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5F78397-3EF4-CD4B-A2E0-B4A262496F0D}"/>
              </a:ext>
            </a:extLst>
          </p:cNvPr>
          <p:cNvSpPr/>
          <p:nvPr/>
        </p:nvSpPr>
        <p:spPr>
          <a:xfrm>
            <a:off x="4438273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B336371F-6063-1F5B-62B5-45ECABA962F0}"/>
              </a:ext>
            </a:extLst>
          </p:cNvPr>
          <p:cNvSpPr/>
          <p:nvPr/>
        </p:nvSpPr>
        <p:spPr>
          <a:xfrm>
            <a:off x="1153669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9A948E68-4D8E-F94F-9465-0171D4D976CA}"/>
              </a:ext>
            </a:extLst>
          </p:cNvPr>
          <p:cNvSpPr/>
          <p:nvPr/>
        </p:nvSpPr>
        <p:spPr>
          <a:xfrm>
            <a:off x="2409914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C85D6B8-6D50-B2CF-C751-325EC53C01B9}"/>
              </a:ext>
            </a:extLst>
          </p:cNvPr>
          <p:cNvSpPr/>
          <p:nvPr/>
        </p:nvSpPr>
        <p:spPr>
          <a:xfrm>
            <a:off x="2409914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A3F22B83-373D-BB1F-7AF8-8FF7CC943CCA}"/>
              </a:ext>
            </a:extLst>
          </p:cNvPr>
          <p:cNvSpPr/>
          <p:nvPr/>
        </p:nvSpPr>
        <p:spPr>
          <a:xfrm>
            <a:off x="376163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38E63478-F04C-414B-A98C-1EB38E370CEC}"/>
              </a:ext>
            </a:extLst>
          </p:cNvPr>
          <p:cNvSpPr/>
          <p:nvPr/>
        </p:nvSpPr>
        <p:spPr>
          <a:xfrm>
            <a:off x="376163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6C485D67-7186-BBDB-5874-DA67941EFCE1}"/>
              </a:ext>
            </a:extLst>
          </p:cNvPr>
          <p:cNvSpPr/>
          <p:nvPr/>
        </p:nvSpPr>
        <p:spPr>
          <a:xfrm>
            <a:off x="5131527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4756C286-EB39-2610-452A-A6ED282A86EF}"/>
              </a:ext>
            </a:extLst>
          </p:cNvPr>
          <p:cNvSpPr/>
          <p:nvPr/>
        </p:nvSpPr>
        <p:spPr>
          <a:xfrm>
            <a:off x="5131527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87C30A7A-EA79-32E6-43B6-EDC2E176FA91}"/>
              </a:ext>
            </a:extLst>
          </p:cNvPr>
          <p:cNvSpPr/>
          <p:nvPr/>
        </p:nvSpPr>
        <p:spPr>
          <a:xfrm>
            <a:off x="2389482" y="2026399"/>
            <a:ext cx="442845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12262256-0497-0BBC-0FD8-154874607E06}"/>
              </a:ext>
            </a:extLst>
          </p:cNvPr>
          <p:cNvSpPr/>
          <p:nvPr/>
        </p:nvSpPr>
        <p:spPr>
          <a:xfrm>
            <a:off x="2389482" y="2525412"/>
            <a:ext cx="4428454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8C7A4617-ACE0-BAF1-6AE9-3AEAA67AE5FC}"/>
              </a:ext>
            </a:extLst>
          </p:cNvPr>
          <p:cNvSpPr/>
          <p:nvPr/>
        </p:nvSpPr>
        <p:spPr>
          <a:xfrm>
            <a:off x="2389482" y="3035843"/>
            <a:ext cx="4428454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31B64E8C-F3C7-4B01-5A76-53C00F0E7EBB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603709" y="1888475"/>
            <a:ext cx="404283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351F0AFB-78BE-3581-3384-6121FCBADC7F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>
            <a:off x="3987115" y="1888476"/>
            <a:ext cx="616594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F774095-091A-21AC-693D-576F43F2B2DE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2962523" y="1888477"/>
            <a:ext cx="1641186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E2FF177A-B115-1640-4268-E002346664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603709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31078A02-CAA4-34FF-5D7D-FCABD7F8FD90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603709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A0B19D08-8280-D049-F38E-9701D3556E6A}"/>
              </a:ext>
            </a:extLst>
          </p:cNvPr>
          <p:cNvSpPr/>
          <p:nvPr/>
        </p:nvSpPr>
        <p:spPr>
          <a:xfrm>
            <a:off x="100858" y="3680815"/>
            <a:ext cx="3412809" cy="1144158"/>
          </a:xfrm>
          <a:prstGeom prst="roundRect">
            <a:avLst>
              <a:gd name="adj" fmla="val 7360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F8FB062C-2212-F21D-9A48-FEFF058F8C76}"/>
              </a:ext>
            </a:extLst>
          </p:cNvPr>
          <p:cNvSpPr/>
          <p:nvPr/>
        </p:nvSpPr>
        <p:spPr>
          <a:xfrm>
            <a:off x="2259340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23011529-18BF-2327-3ED9-946FAFF12CFA}"/>
              </a:ext>
            </a:extLst>
          </p:cNvPr>
          <p:cNvSpPr/>
          <p:nvPr/>
        </p:nvSpPr>
        <p:spPr>
          <a:xfrm>
            <a:off x="2256141" y="4284284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288D9A68-F395-7F2B-F23D-85F11B5D4AA0}"/>
              </a:ext>
            </a:extLst>
          </p:cNvPr>
          <p:cNvSpPr/>
          <p:nvPr/>
        </p:nvSpPr>
        <p:spPr>
          <a:xfrm>
            <a:off x="2205392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1D62E48E-D509-85DA-0713-6144E51AE306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1723388" y="1888477"/>
            <a:ext cx="1103663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F9CDCCD0-A501-5659-9FBA-488CCAB5DDA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2825860" y="3408617"/>
            <a:ext cx="1777849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70">
            <a:extLst>
              <a:ext uri="{FF2B5EF4-FFF2-40B4-BE49-F238E27FC236}">
                <a16:creationId xmlns:a16="http://schemas.microsoft.com/office/drawing/2014/main" id="{E4A516C2-20AA-FAE5-2A00-B28A11A2187E}"/>
              </a:ext>
            </a:extLst>
          </p:cNvPr>
          <p:cNvSpPr/>
          <p:nvPr/>
        </p:nvSpPr>
        <p:spPr>
          <a:xfrm>
            <a:off x="6420618" y="130383"/>
            <a:ext cx="1541861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Inference Resources</a:t>
            </a:r>
            <a:endParaRPr lang="ko-KR" altLang="en-US" sz="100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B73DE07D-2D2F-19B9-AEFA-6E0BACCD9982}"/>
              </a:ext>
            </a:extLst>
          </p:cNvPr>
          <p:cNvSpPr/>
          <p:nvPr/>
        </p:nvSpPr>
        <p:spPr>
          <a:xfrm>
            <a:off x="6495582" y="420308"/>
            <a:ext cx="138836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52B600A3-4623-A65B-74F7-3E54FB888BA9}"/>
              </a:ext>
            </a:extLst>
          </p:cNvPr>
          <p:cNvSpPr/>
          <p:nvPr/>
        </p:nvSpPr>
        <p:spPr>
          <a:xfrm>
            <a:off x="6495581" y="858244"/>
            <a:ext cx="1388361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InferenceObjective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AC388606-8141-6531-0CA6-46DC17C60BFF}"/>
              </a:ext>
            </a:extLst>
          </p:cNvPr>
          <p:cNvSpPr/>
          <p:nvPr/>
        </p:nvSpPr>
        <p:spPr>
          <a:xfrm>
            <a:off x="5678498" y="1527121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InferencePool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729B2C8-2B41-1A98-0070-9AF7E973D210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4603709" y="1888475"/>
            <a:ext cx="1644508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EBBA435F-DCB7-81B1-26A6-B00324543DDD}"/>
              </a:ext>
            </a:extLst>
          </p:cNvPr>
          <p:cNvSpPr/>
          <p:nvPr/>
        </p:nvSpPr>
        <p:spPr>
          <a:xfrm>
            <a:off x="5921369" y="4276478"/>
            <a:ext cx="120300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model-a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87" name="사각형: 둥근 모서리 12">
            <a:extLst>
              <a:ext uri="{FF2B5EF4-FFF2-40B4-BE49-F238E27FC236}">
                <a16:creationId xmlns:a16="http://schemas.microsoft.com/office/drawing/2014/main" id="{E5AA33A9-AB3C-AC6A-A19B-677CE8D8F029}"/>
              </a:ext>
            </a:extLst>
          </p:cNvPr>
          <p:cNvSpPr/>
          <p:nvPr/>
        </p:nvSpPr>
        <p:spPr>
          <a:xfrm>
            <a:off x="5921368" y="3793042"/>
            <a:ext cx="1203009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model-a</a:t>
            </a:r>
          </a:p>
          <a:p>
            <a:pPr algn="ctr"/>
            <a:r>
              <a:rPr lang="en-US" altLang="ko-KR" sz="900" b="1"/>
              <a:t>Service (Headless)</a:t>
            </a:r>
            <a:endParaRPr lang="ko-KR" altLang="en-US" sz="900" b="1"/>
          </a:p>
        </p:txBody>
      </p:sp>
      <p:cxnSp>
        <p:nvCxnSpPr>
          <p:cNvPr id="101" name="직선 화살표 연결선 96">
            <a:extLst>
              <a:ext uri="{FF2B5EF4-FFF2-40B4-BE49-F238E27FC236}">
                <a16:creationId xmlns:a16="http://schemas.microsoft.com/office/drawing/2014/main" id="{22B654DB-3CE0-3A84-9D0C-866FB08EC680}"/>
              </a:ext>
            </a:extLst>
          </p:cNvPr>
          <p:cNvCxnSpPr>
            <a:cxnSpLocks/>
            <a:stCxn id="47" idx="2"/>
            <a:endCxn id="87" idx="0"/>
          </p:cNvCxnSpPr>
          <p:nvPr/>
        </p:nvCxnSpPr>
        <p:spPr>
          <a:xfrm>
            <a:off x="6248217" y="1888475"/>
            <a:ext cx="274656" cy="190456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EB7B6249-A770-EFCB-770B-171707A8304F}"/>
              </a:ext>
            </a:extLst>
          </p:cNvPr>
          <p:cNvSpPr/>
          <p:nvPr/>
        </p:nvSpPr>
        <p:spPr>
          <a:xfrm>
            <a:off x="7284844" y="4276478"/>
            <a:ext cx="120300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model-a-epp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3" name="사각형: 둥근 모서리 12">
            <a:extLst>
              <a:ext uri="{FF2B5EF4-FFF2-40B4-BE49-F238E27FC236}">
                <a16:creationId xmlns:a16="http://schemas.microsoft.com/office/drawing/2014/main" id="{DF8EEFE9-5DFC-A1EA-652F-161E7E1F5F37}"/>
              </a:ext>
            </a:extLst>
          </p:cNvPr>
          <p:cNvSpPr/>
          <p:nvPr/>
        </p:nvSpPr>
        <p:spPr>
          <a:xfrm>
            <a:off x="7282437" y="3796812"/>
            <a:ext cx="1203009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model-a-epp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B58E9FAA-A6C3-0EE2-89E2-9B506D1B3769}"/>
              </a:ext>
            </a:extLst>
          </p:cNvPr>
          <p:cNvSpPr/>
          <p:nvPr/>
        </p:nvSpPr>
        <p:spPr>
          <a:xfrm>
            <a:off x="999251" y="3788289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21" name="직선 화살표 연결선 96">
            <a:extLst>
              <a:ext uri="{FF2B5EF4-FFF2-40B4-BE49-F238E27FC236}">
                <a16:creationId xmlns:a16="http://schemas.microsoft.com/office/drawing/2014/main" id="{A6F7FD66-8CAB-1DAD-244E-51799900FF0D}"/>
              </a:ext>
            </a:extLst>
          </p:cNvPr>
          <p:cNvCxnSpPr>
            <a:cxnSpLocks/>
            <a:stCxn id="8" idx="0"/>
            <a:endCxn id="29" idx="2"/>
          </p:cNvCxnSpPr>
          <p:nvPr/>
        </p:nvCxnSpPr>
        <p:spPr>
          <a:xfrm flipV="1">
            <a:off x="1568970" y="1888477"/>
            <a:ext cx="1393553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4B2F95EB-AF0D-5D36-929C-B1111A042083}"/>
              </a:ext>
            </a:extLst>
          </p:cNvPr>
          <p:cNvCxnSpPr>
            <a:cxnSpLocks/>
            <a:stCxn id="8" idx="0"/>
            <a:endCxn id="33" idx="2"/>
          </p:cNvCxnSpPr>
          <p:nvPr/>
        </p:nvCxnSpPr>
        <p:spPr>
          <a:xfrm flipV="1">
            <a:off x="1568970" y="1888477"/>
            <a:ext cx="154418" cy="18998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BA04A8E-566D-E55B-4D42-BF0D7366CD05}"/>
              </a:ext>
            </a:extLst>
          </p:cNvPr>
          <p:cNvSpPr/>
          <p:nvPr/>
        </p:nvSpPr>
        <p:spPr>
          <a:xfrm>
            <a:off x="4573209" y="3796812"/>
            <a:ext cx="1203009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model-a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A8EAEB5D-DBEC-8A74-B4B4-F32E7ECC5C42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H="1" flipV="1">
            <a:off x="2962523" y="1888477"/>
            <a:ext cx="2212191" cy="190833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9EAB0BC6-36DA-86B9-99AB-C506E86DE9F1}"/>
              </a:ext>
            </a:extLst>
          </p:cNvPr>
          <p:cNvCxnSpPr>
            <a:cxnSpLocks/>
            <a:stCxn id="47" idx="0"/>
            <a:endCxn id="26" idx="2"/>
          </p:cNvCxnSpPr>
          <p:nvPr/>
        </p:nvCxnSpPr>
        <p:spPr>
          <a:xfrm flipV="1">
            <a:off x="6248217" y="1219600"/>
            <a:ext cx="941545" cy="30752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4B1480E4-0963-1DF9-4F31-4AB9CF55659E}"/>
              </a:ext>
            </a:extLst>
          </p:cNvPr>
          <p:cNvCxnSpPr>
            <a:cxnSpLocks/>
            <a:stCxn id="52" idx="2"/>
            <a:endCxn id="86" idx="0"/>
          </p:cNvCxnSpPr>
          <p:nvPr/>
        </p:nvCxnSpPr>
        <p:spPr>
          <a:xfrm>
            <a:off x="4603709" y="3408617"/>
            <a:ext cx="1919164" cy="86786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6">
            <a:extLst>
              <a:ext uri="{FF2B5EF4-FFF2-40B4-BE49-F238E27FC236}">
                <a16:creationId xmlns:a16="http://schemas.microsoft.com/office/drawing/2014/main" id="{8DF6E5C2-D1C5-0EF1-8693-1D194992459E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5007992" y="1274542"/>
            <a:ext cx="696034" cy="252579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ABD9C5B3-306C-7942-D406-AD7A92995314}"/>
              </a:ext>
            </a:extLst>
          </p:cNvPr>
          <p:cNvCxnSpPr>
            <a:cxnSpLocks/>
            <a:stCxn id="30" idx="0"/>
            <a:endCxn id="34" idx="2"/>
          </p:cNvCxnSpPr>
          <p:nvPr/>
        </p:nvCxnSpPr>
        <p:spPr>
          <a:xfrm flipV="1">
            <a:off x="3987115" y="1274542"/>
            <a:ext cx="347890" cy="25258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96">
            <a:extLst>
              <a:ext uri="{FF2B5EF4-FFF2-40B4-BE49-F238E27FC236}">
                <a16:creationId xmlns:a16="http://schemas.microsoft.com/office/drawing/2014/main" id="{0D0F754D-3227-1237-23E4-C7E7489BE7BE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H="1" flipV="1">
            <a:off x="2357207" y="1274542"/>
            <a:ext cx="605316" cy="252581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9348C0B2-D979-A81D-37EA-8A905068501D}"/>
              </a:ext>
            </a:extLst>
          </p:cNvPr>
          <p:cNvSpPr/>
          <p:nvPr/>
        </p:nvSpPr>
        <p:spPr>
          <a:xfrm>
            <a:off x="4565867" y="4270256"/>
            <a:ext cx="1203009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model-a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F5E5DDC0-3652-FEF7-A4A5-FB957D45ACB8}"/>
              </a:ext>
            </a:extLst>
          </p:cNvPr>
          <p:cNvCxnSpPr>
            <a:cxnSpLocks/>
            <a:stCxn id="115" idx="0"/>
            <a:endCxn id="47" idx="2"/>
          </p:cNvCxnSpPr>
          <p:nvPr/>
        </p:nvCxnSpPr>
        <p:spPr>
          <a:xfrm flipV="1">
            <a:off x="5167372" y="1888475"/>
            <a:ext cx="1080845" cy="23817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96">
            <a:extLst>
              <a:ext uri="{FF2B5EF4-FFF2-40B4-BE49-F238E27FC236}">
                <a16:creationId xmlns:a16="http://schemas.microsoft.com/office/drawing/2014/main" id="{825BD806-0A3A-F56A-8684-D521FF132E26}"/>
              </a:ext>
            </a:extLst>
          </p:cNvPr>
          <p:cNvCxnSpPr>
            <a:cxnSpLocks/>
            <a:stCxn id="122" idx="1"/>
            <a:endCxn id="86" idx="3"/>
          </p:cNvCxnSpPr>
          <p:nvPr/>
        </p:nvCxnSpPr>
        <p:spPr>
          <a:xfrm flipH="1">
            <a:off x="7124377" y="4497872"/>
            <a:ext cx="160467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521F2601-2ADE-E0D4-327D-E210255C9D71}"/>
              </a:ext>
            </a:extLst>
          </p:cNvPr>
          <p:cNvCxnSpPr>
            <a:cxnSpLocks/>
            <a:stCxn id="93" idx="2"/>
            <a:endCxn id="98" idx="0"/>
          </p:cNvCxnSpPr>
          <p:nvPr/>
        </p:nvCxnSpPr>
        <p:spPr>
          <a:xfrm flipH="1">
            <a:off x="2825860" y="4149643"/>
            <a:ext cx="3199" cy="13464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96">
            <a:extLst>
              <a:ext uri="{FF2B5EF4-FFF2-40B4-BE49-F238E27FC236}">
                <a16:creationId xmlns:a16="http://schemas.microsoft.com/office/drawing/2014/main" id="{73C0FE00-9195-50A8-4549-AB58E28C44C5}"/>
              </a:ext>
            </a:extLst>
          </p:cNvPr>
          <p:cNvCxnSpPr>
            <a:cxnSpLocks/>
            <a:stCxn id="8" idx="2"/>
            <a:endCxn id="102" idx="1"/>
          </p:cNvCxnSpPr>
          <p:nvPr/>
        </p:nvCxnSpPr>
        <p:spPr>
          <a:xfrm>
            <a:off x="1568970" y="4149643"/>
            <a:ext cx="636422" cy="10974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DA463A9B-60E0-609A-7348-67DDBA7CD980}"/>
              </a:ext>
            </a:extLst>
          </p:cNvPr>
          <p:cNvCxnSpPr>
            <a:cxnSpLocks/>
          </p:cNvCxnSpPr>
          <p:nvPr/>
        </p:nvCxnSpPr>
        <p:spPr>
          <a:xfrm>
            <a:off x="7202687" y="1601569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E6B29A53-A95C-4DA2-1C3E-41C7D7F3A0A9}"/>
              </a:ext>
            </a:extLst>
          </p:cNvPr>
          <p:cNvSpPr txBox="1"/>
          <p:nvPr/>
        </p:nvSpPr>
        <p:spPr>
          <a:xfrm>
            <a:off x="7498430" y="1491799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B880C99C-9E60-D028-46BC-CD5663304D62}"/>
              </a:ext>
            </a:extLst>
          </p:cNvPr>
          <p:cNvCxnSpPr>
            <a:cxnSpLocks/>
          </p:cNvCxnSpPr>
          <p:nvPr/>
        </p:nvCxnSpPr>
        <p:spPr>
          <a:xfrm>
            <a:off x="7202687" y="18519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CCAAF24-5C10-EF07-6A78-7097A2B6D75B}"/>
              </a:ext>
            </a:extLst>
          </p:cNvPr>
          <p:cNvSpPr txBox="1"/>
          <p:nvPr/>
        </p:nvSpPr>
        <p:spPr>
          <a:xfrm>
            <a:off x="7498430" y="174215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BF30E9D7-EFBA-7C7E-44D0-EFDBF2D3AA77}"/>
              </a:ext>
            </a:extLst>
          </p:cNvPr>
          <p:cNvCxnSpPr>
            <a:cxnSpLocks/>
          </p:cNvCxnSpPr>
          <p:nvPr/>
        </p:nvCxnSpPr>
        <p:spPr>
          <a:xfrm>
            <a:off x="7202687" y="2096641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0EB19046-6AEE-9A47-6E17-927E6164B903}"/>
              </a:ext>
            </a:extLst>
          </p:cNvPr>
          <p:cNvSpPr txBox="1"/>
          <p:nvPr/>
        </p:nvSpPr>
        <p:spPr>
          <a:xfrm>
            <a:off x="7498430" y="198687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4C50663D-16EF-85DF-1648-955EE3414CF7}"/>
              </a:ext>
            </a:extLst>
          </p:cNvPr>
          <p:cNvCxnSpPr>
            <a:cxnSpLocks/>
          </p:cNvCxnSpPr>
          <p:nvPr/>
        </p:nvCxnSpPr>
        <p:spPr>
          <a:xfrm>
            <a:off x="7203785" y="233434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2887EACC-2004-A4B4-858F-667410228E45}"/>
              </a:ext>
            </a:extLst>
          </p:cNvPr>
          <p:cNvSpPr txBox="1"/>
          <p:nvPr/>
        </p:nvSpPr>
        <p:spPr>
          <a:xfrm>
            <a:off x="7499528" y="2224574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BABA7FC1-7199-E155-D2DE-226EDF48A7DD}"/>
              </a:ext>
            </a:extLst>
          </p:cNvPr>
          <p:cNvCxnSpPr>
            <a:cxnSpLocks/>
          </p:cNvCxnSpPr>
          <p:nvPr/>
        </p:nvCxnSpPr>
        <p:spPr>
          <a:xfrm>
            <a:off x="7202687" y="257355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6C4CA9CA-42AF-F687-B487-01E17607FBEA}"/>
              </a:ext>
            </a:extLst>
          </p:cNvPr>
          <p:cNvSpPr txBox="1"/>
          <p:nvPr/>
        </p:nvSpPr>
        <p:spPr>
          <a:xfrm>
            <a:off x="7498429" y="2463785"/>
            <a:ext cx="11137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C1190B6-2501-1345-2B46-2BAC6296389F}"/>
              </a:ext>
            </a:extLst>
          </p:cNvPr>
          <p:cNvCxnSpPr>
            <a:cxnSpLocks/>
          </p:cNvCxnSpPr>
          <p:nvPr/>
        </p:nvCxnSpPr>
        <p:spPr>
          <a:xfrm flipH="1">
            <a:off x="2752699" y="4149643"/>
            <a:ext cx="3199" cy="1346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96">
            <a:extLst>
              <a:ext uri="{FF2B5EF4-FFF2-40B4-BE49-F238E27FC236}">
                <a16:creationId xmlns:a16="http://schemas.microsoft.com/office/drawing/2014/main" id="{8CD95D47-1D18-59FF-8165-058856645206}"/>
              </a:ext>
            </a:extLst>
          </p:cNvPr>
          <p:cNvCxnSpPr>
            <a:cxnSpLocks/>
          </p:cNvCxnSpPr>
          <p:nvPr/>
        </p:nvCxnSpPr>
        <p:spPr>
          <a:xfrm>
            <a:off x="3395579" y="4667788"/>
            <a:ext cx="252578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화살표 연결선 96">
            <a:extLst>
              <a:ext uri="{FF2B5EF4-FFF2-40B4-BE49-F238E27FC236}">
                <a16:creationId xmlns:a16="http://schemas.microsoft.com/office/drawing/2014/main" id="{A48CD9FC-D513-7A9C-45CE-3469CCE195F6}"/>
              </a:ext>
            </a:extLst>
          </p:cNvPr>
          <p:cNvCxnSpPr>
            <a:cxnSpLocks/>
            <a:stCxn id="115" idx="3"/>
            <a:endCxn id="86" idx="1"/>
          </p:cNvCxnSpPr>
          <p:nvPr/>
        </p:nvCxnSpPr>
        <p:spPr>
          <a:xfrm>
            <a:off x="5768876" y="4450933"/>
            <a:ext cx="152493" cy="4693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96">
            <a:extLst>
              <a:ext uri="{FF2B5EF4-FFF2-40B4-BE49-F238E27FC236}">
                <a16:creationId xmlns:a16="http://schemas.microsoft.com/office/drawing/2014/main" id="{B8CDCC96-C679-06FA-0645-49780F80565A}"/>
              </a:ext>
            </a:extLst>
          </p:cNvPr>
          <p:cNvCxnSpPr>
            <a:cxnSpLocks/>
            <a:stCxn id="41" idx="2"/>
            <a:endCxn id="115" idx="0"/>
          </p:cNvCxnSpPr>
          <p:nvPr/>
        </p:nvCxnSpPr>
        <p:spPr>
          <a:xfrm flipH="1">
            <a:off x="5167372" y="4158166"/>
            <a:ext cx="7342" cy="11209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96">
            <a:extLst>
              <a:ext uri="{FF2B5EF4-FFF2-40B4-BE49-F238E27FC236}">
                <a16:creationId xmlns:a16="http://schemas.microsoft.com/office/drawing/2014/main" id="{A84F96A4-82A2-6AF2-B651-2B904387654D}"/>
              </a:ext>
            </a:extLst>
          </p:cNvPr>
          <p:cNvCxnSpPr>
            <a:cxnSpLocks/>
            <a:stCxn id="123" idx="2"/>
            <a:endCxn id="122" idx="0"/>
          </p:cNvCxnSpPr>
          <p:nvPr/>
        </p:nvCxnSpPr>
        <p:spPr>
          <a:xfrm>
            <a:off x="7883942" y="4158166"/>
            <a:ext cx="2406" cy="11831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1C41339C-6B7A-5B94-4A1B-5F87B828528A}"/>
              </a:ext>
            </a:extLst>
          </p:cNvPr>
          <p:cNvCxnSpPr>
            <a:cxnSpLocks/>
            <a:stCxn id="87" idx="2"/>
            <a:endCxn id="86" idx="0"/>
          </p:cNvCxnSpPr>
          <p:nvPr/>
        </p:nvCxnSpPr>
        <p:spPr>
          <a:xfrm>
            <a:off x="6522873" y="4154396"/>
            <a:ext cx="0" cy="12208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7833A9EF-FEDC-289E-4D30-6D7982371CF9}"/>
              </a:ext>
            </a:extLst>
          </p:cNvPr>
          <p:cNvCxnSpPr>
            <a:cxnSpLocks/>
          </p:cNvCxnSpPr>
          <p:nvPr/>
        </p:nvCxnSpPr>
        <p:spPr>
          <a:xfrm>
            <a:off x="7202687" y="2804966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5CB12080-C637-FE0B-7213-9E779F57557D}"/>
              </a:ext>
            </a:extLst>
          </p:cNvPr>
          <p:cNvSpPr txBox="1"/>
          <p:nvPr/>
        </p:nvSpPr>
        <p:spPr>
          <a:xfrm>
            <a:off x="7498430" y="2695196"/>
            <a:ext cx="8179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  <p:cxnSp>
        <p:nvCxnSpPr>
          <p:cNvPr id="179" name="직선 화살표 연결선 96">
            <a:extLst>
              <a:ext uri="{FF2B5EF4-FFF2-40B4-BE49-F238E27FC236}">
                <a16:creationId xmlns:a16="http://schemas.microsoft.com/office/drawing/2014/main" id="{67B913CC-B045-7A1A-93CC-568CBCF1619B}"/>
              </a:ext>
            </a:extLst>
          </p:cNvPr>
          <p:cNvCxnSpPr>
            <a:cxnSpLocks/>
          </p:cNvCxnSpPr>
          <p:nvPr/>
        </p:nvCxnSpPr>
        <p:spPr>
          <a:xfrm flipV="1">
            <a:off x="3395579" y="4587974"/>
            <a:ext cx="3886858" cy="1557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89264A7C-E29E-0C10-4434-9F46D9D5104A}"/>
              </a:ext>
            </a:extLst>
          </p:cNvPr>
          <p:cNvCxnSpPr>
            <a:cxnSpLocks/>
            <a:stCxn id="115" idx="3"/>
            <a:endCxn id="123" idx="1"/>
          </p:cNvCxnSpPr>
          <p:nvPr/>
        </p:nvCxnSpPr>
        <p:spPr>
          <a:xfrm flipV="1">
            <a:off x="5768876" y="3977489"/>
            <a:ext cx="1513561" cy="47344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3003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1C3D-B913-FA0F-F706-7940E1DDC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27A5499-5A04-7047-B290-C824F342D70E}"/>
              </a:ext>
            </a:extLst>
          </p:cNvPr>
          <p:cNvSpPr/>
          <p:nvPr/>
        </p:nvSpPr>
        <p:spPr>
          <a:xfrm>
            <a:off x="1331640" y="1168800"/>
            <a:ext cx="135043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CDBD728-1F14-F1D7-39D8-40E63F505F59}"/>
              </a:ext>
            </a:extLst>
          </p:cNvPr>
          <p:cNvSpPr/>
          <p:nvPr/>
        </p:nvSpPr>
        <p:spPr>
          <a:xfrm>
            <a:off x="143659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BD951FAE-9F37-A302-8BA3-E97076D4E726}"/>
              </a:ext>
            </a:extLst>
          </p:cNvPr>
          <p:cNvSpPr/>
          <p:nvPr/>
        </p:nvSpPr>
        <p:spPr>
          <a:xfrm>
            <a:off x="285973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5BA9C4B0-FE68-0DD8-3C21-FC9F96EC5495}"/>
              </a:ext>
            </a:extLst>
          </p:cNvPr>
          <p:cNvSpPr/>
          <p:nvPr/>
        </p:nvSpPr>
        <p:spPr>
          <a:xfrm>
            <a:off x="5217832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784E03B2-BF1D-4794-4D78-F2BD5A85D2B7}"/>
              </a:ext>
            </a:extLst>
          </p:cNvPr>
          <p:cNvSpPr/>
          <p:nvPr/>
        </p:nvSpPr>
        <p:spPr>
          <a:xfrm>
            <a:off x="381267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044C22DD-DAEB-885F-44DB-E11F54729BE9}"/>
              </a:ext>
            </a:extLst>
          </p:cNvPr>
          <p:cNvSpPr/>
          <p:nvPr/>
        </p:nvSpPr>
        <p:spPr>
          <a:xfrm>
            <a:off x="1331640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144043E8-DBB1-43AF-2433-0EE8DAE1E2F9}"/>
              </a:ext>
            </a:extLst>
          </p:cNvPr>
          <p:cNvSpPr/>
          <p:nvPr/>
        </p:nvSpPr>
        <p:spPr>
          <a:xfrm>
            <a:off x="4950761" y="3310087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 (Headless)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CDFC616-FFBC-D0E1-E3C8-79FDD3DFA36C}"/>
              </a:ext>
            </a:extLst>
          </p:cNvPr>
          <p:cNvSpPr/>
          <p:nvPr/>
        </p:nvSpPr>
        <p:spPr>
          <a:xfrm>
            <a:off x="4950761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</a:t>
            </a:r>
          </a:p>
          <a:p>
            <a:pPr algn="ctr"/>
            <a:r>
              <a:rPr lang="en-US" altLang="ko-KR" sz="900"/>
              <a:t>(envoy sidecar)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63FE32-C33B-B4CB-4134-A3FA97757230}"/>
              </a:ext>
            </a:extLst>
          </p:cNvPr>
          <p:cNvSpPr/>
          <p:nvPr/>
        </p:nvSpPr>
        <p:spPr>
          <a:xfrm>
            <a:off x="521783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D36C678-15C1-50ED-E2C9-3CAE0A1AD200}"/>
              </a:ext>
            </a:extLst>
          </p:cNvPr>
          <p:cNvSpPr/>
          <p:nvPr/>
        </p:nvSpPr>
        <p:spPr>
          <a:xfrm>
            <a:off x="521783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D7AD4FA7-9530-759E-C159-648C8D54C073}"/>
              </a:ext>
            </a:extLst>
          </p:cNvPr>
          <p:cNvSpPr/>
          <p:nvPr/>
        </p:nvSpPr>
        <p:spPr>
          <a:xfrm>
            <a:off x="5164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A7E73954-A981-90D3-6C52-A1C473643C5F}"/>
              </a:ext>
            </a:extLst>
          </p:cNvPr>
          <p:cNvSpPr/>
          <p:nvPr/>
        </p:nvSpPr>
        <p:spPr>
          <a:xfrm>
            <a:off x="381147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</a:t>
            </a:r>
            <a:r>
              <a:rPr lang="en-US" altLang="ko-KR" sz="900" u="sng"/>
              <a:t>*.ssup2.com</a:t>
            </a:r>
            <a:r>
              <a:rPr lang="en-US" altLang="ko-KR" sz="900"/>
              <a:t>)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1CD5989-E453-322D-710E-A6CA51C1D625}"/>
              </a:ext>
            </a:extLst>
          </p:cNvPr>
          <p:cNvSpPr/>
          <p:nvPr/>
        </p:nvSpPr>
        <p:spPr>
          <a:xfrm>
            <a:off x="381147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6AFEE7BC-A564-8240-5034-188F0F56753C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57603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C30975F-3CE8-3E22-F86C-5EE7B9166989}"/>
              </a:ext>
            </a:extLst>
          </p:cNvPr>
          <p:cNvCxnSpPr>
            <a:cxnSpLocks/>
          </p:cNvCxnSpPr>
          <p:nvPr/>
        </p:nvCxnSpPr>
        <p:spPr>
          <a:xfrm flipV="1">
            <a:off x="438118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9D7DBEEA-71ED-F004-765C-731DCA3F08B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438118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E57F0D5-98C7-CBFE-B844-5D42FD580D2B}"/>
              </a:ext>
            </a:extLst>
          </p:cNvPr>
          <p:cNvCxnSpPr>
            <a:cxnSpLocks/>
          </p:cNvCxnSpPr>
          <p:nvPr/>
        </p:nvCxnSpPr>
        <p:spPr>
          <a:xfrm>
            <a:off x="495090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8F1450E-98A2-6E25-7814-822344F89FAA}"/>
              </a:ext>
            </a:extLst>
          </p:cNvPr>
          <p:cNvSpPr/>
          <p:nvPr/>
        </p:nvSpPr>
        <p:spPr>
          <a:xfrm>
            <a:off x="4950761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</a:t>
            </a:r>
          </a:p>
          <a:p>
            <a:pPr algn="ctr"/>
            <a:r>
              <a:rPr lang="en-US" altLang="ko-KR" sz="900" dirty="0"/>
              <a:t>(</a:t>
            </a:r>
            <a:r>
              <a:rPr lang="en-US" altLang="ko-KR" sz="900" u="sng" dirty="0"/>
              <a:t>llm.ssup2.com</a:t>
            </a:r>
            <a:r>
              <a:rPr lang="en-US" altLang="ko-KR" sz="900" dirty="0"/>
              <a:t>)</a:t>
            </a:r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E02CCEDF-F9AB-C7FE-ABAE-7DB48DFFFCEF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 flipH="1">
            <a:off x="5786350" y="995651"/>
            <a:ext cx="1201" cy="2324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46DB3E3-6B9B-423D-3039-35C7E4422712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4580403" y="1717698"/>
            <a:ext cx="940077" cy="94246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1D5208D0-879D-9193-FC23-01D9039BB2F0}"/>
              </a:ext>
            </a:extLst>
          </p:cNvPr>
          <p:cNvCxnSpPr>
            <a:cxnSpLocks/>
            <a:stCxn id="13" idx="2"/>
            <a:endCxn id="158" idx="0"/>
          </p:cNvCxnSpPr>
          <p:nvPr/>
        </p:nvCxnSpPr>
        <p:spPr>
          <a:xfrm>
            <a:off x="5520480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52C63C6F-DF00-8E8B-DA34-87232EE4963F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20480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82EF774E-8C76-4FC8-93DB-CC3420B18F7D}"/>
              </a:ext>
            </a:extLst>
          </p:cNvPr>
          <p:cNvCxnSpPr>
            <a:cxnSpLocks/>
          </p:cNvCxnSpPr>
          <p:nvPr/>
        </p:nvCxnSpPr>
        <p:spPr>
          <a:xfrm>
            <a:off x="578755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E7780D22-2FFF-4ED6-307A-02AB1A80D9E1}"/>
              </a:ext>
            </a:extLst>
          </p:cNvPr>
          <p:cNvSpPr/>
          <p:nvPr/>
        </p:nvSpPr>
        <p:spPr>
          <a:xfrm>
            <a:off x="2213857" y="3960074"/>
            <a:ext cx="1261227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vllm-lama3-8b-</a:t>
            </a:r>
            <a:r>
              <a:rPr lang="en-US" altLang="ko-KR" sz="900" err="1"/>
              <a:t>epp</a:t>
            </a:r>
            <a:endParaRPr lang="en-US" altLang="ko-KR" sz="90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5C8BED69-5423-19D3-1050-BF9FEAFFE00D}"/>
              </a:ext>
            </a:extLst>
          </p:cNvPr>
          <p:cNvSpPr/>
          <p:nvPr/>
        </p:nvSpPr>
        <p:spPr>
          <a:xfrm>
            <a:off x="2213857" y="3310118"/>
            <a:ext cx="1261235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vllm-lama3-8b-</a:t>
            </a:r>
            <a:r>
              <a:rPr lang="en-US" altLang="ko-KR" sz="900" err="1"/>
              <a:t>epp-tls</a:t>
            </a:r>
            <a:endParaRPr lang="en-US" altLang="ko-KR" sz="900"/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B9A38CA8-B5F4-CE1F-370C-C866D903B6E4}"/>
              </a:ext>
            </a:extLst>
          </p:cNvPr>
          <p:cNvSpPr/>
          <p:nvPr/>
        </p:nvSpPr>
        <p:spPr>
          <a:xfrm>
            <a:off x="2214499" y="2660163"/>
            <a:ext cx="1261244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vllm-lama3-8b-</a:t>
            </a:r>
            <a:r>
              <a:rPr lang="en-US" altLang="ko-KR" sz="900" err="1"/>
              <a:t>epp</a:t>
            </a:r>
            <a:endParaRPr lang="en-US" altLang="ko-KR" sz="90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B09DF6EA-4F1E-DB45-DF1C-AA9FD1695895}"/>
              </a:ext>
            </a:extLst>
          </p:cNvPr>
          <p:cNvSpPr/>
          <p:nvPr/>
        </p:nvSpPr>
        <p:spPr>
          <a:xfrm>
            <a:off x="3640326" y="33060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vllm-lama3-8b</a:t>
            </a:r>
            <a:endParaRPr lang="en-US" altLang="ko-KR" sz="900" dirty="0"/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232EAF03-E90C-892A-C7C1-304C407C2EC6}"/>
              </a:ext>
            </a:extLst>
          </p:cNvPr>
          <p:cNvCxnSpPr>
            <a:cxnSpLocks/>
            <a:stCxn id="30" idx="0"/>
            <a:endCxn id="22" idx="3"/>
          </p:cNvCxnSpPr>
          <p:nvPr/>
        </p:nvCxnSpPr>
        <p:spPr>
          <a:xfrm flipH="1" flipV="1">
            <a:off x="3475743" y="2885919"/>
            <a:ext cx="734302" cy="420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96">
            <a:extLst>
              <a:ext uri="{FF2B5EF4-FFF2-40B4-BE49-F238E27FC236}">
                <a16:creationId xmlns:a16="http://schemas.microsoft.com/office/drawing/2014/main" id="{48D5B72D-DC0B-EC6F-2828-26A3F615498A}"/>
              </a:ext>
            </a:extLst>
          </p:cNvPr>
          <p:cNvCxnSpPr>
            <a:cxnSpLocks/>
            <a:stCxn id="19" idx="3"/>
            <a:endCxn id="160" idx="1"/>
          </p:cNvCxnSpPr>
          <p:nvPr/>
        </p:nvCxnSpPr>
        <p:spPr>
          <a:xfrm flipV="1">
            <a:off x="3475084" y="4185171"/>
            <a:ext cx="1475677" cy="659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1AE8B995-F64B-C2D6-8954-1AD549AFBAA9}"/>
              </a:ext>
            </a:extLst>
          </p:cNvPr>
          <p:cNvCxnSpPr>
            <a:cxnSpLocks/>
            <a:stCxn id="13" idx="1"/>
            <a:endCxn id="30" idx="0"/>
          </p:cNvCxnSpPr>
          <p:nvPr/>
        </p:nvCxnSpPr>
        <p:spPr>
          <a:xfrm flipH="1">
            <a:off x="4210045" y="2881557"/>
            <a:ext cx="740716" cy="42445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55F94E27-52A6-4627-7A5C-ED95C91F8ECA}"/>
              </a:ext>
            </a:extLst>
          </p:cNvPr>
          <p:cNvCxnSpPr>
            <a:cxnSpLocks/>
            <a:stCxn id="7" idx="3"/>
            <a:endCxn id="158" idx="1"/>
          </p:cNvCxnSpPr>
          <p:nvPr/>
        </p:nvCxnSpPr>
        <p:spPr>
          <a:xfrm>
            <a:off x="2576034" y="2070107"/>
            <a:ext cx="2374727" cy="14613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A004019-DA0F-5C50-F8B6-D97BA7CE86C1}"/>
              </a:ext>
            </a:extLst>
          </p:cNvPr>
          <p:cNvCxnSpPr>
            <a:cxnSpLocks/>
            <a:stCxn id="4" idx="1"/>
            <a:endCxn id="19" idx="0"/>
          </p:cNvCxnSpPr>
          <p:nvPr/>
        </p:nvCxnSpPr>
        <p:spPr>
          <a:xfrm flipH="1">
            <a:off x="2844471" y="2070107"/>
            <a:ext cx="2373361" cy="188996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9B19A704-F3D3-20E6-4E7B-C4ACB7C6C049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flipH="1">
            <a:off x="2844471" y="3761629"/>
            <a:ext cx="4" cy="1984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3D0BEE7C-268E-8B5C-31ED-9C17F969E06E}"/>
              </a:ext>
            </a:extLst>
          </p:cNvPr>
          <p:cNvCxnSpPr>
            <a:cxnSpLocks/>
          </p:cNvCxnSpPr>
          <p:nvPr/>
        </p:nvCxnSpPr>
        <p:spPr>
          <a:xfrm>
            <a:off x="5940152" y="2345666"/>
            <a:ext cx="0" cy="16144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96">
            <a:extLst>
              <a:ext uri="{FF2B5EF4-FFF2-40B4-BE49-F238E27FC236}">
                <a16:creationId xmlns:a16="http://schemas.microsoft.com/office/drawing/2014/main" id="{FEDA0FBA-3352-7CDA-AEB8-B0B8AE877E8F}"/>
              </a:ext>
            </a:extLst>
          </p:cNvPr>
          <p:cNvCxnSpPr>
            <a:cxnSpLocks/>
            <a:stCxn id="30" idx="2"/>
            <a:endCxn id="160" idx="0"/>
          </p:cNvCxnSpPr>
          <p:nvPr/>
        </p:nvCxnSpPr>
        <p:spPr>
          <a:xfrm>
            <a:off x="4210045" y="3757527"/>
            <a:ext cx="1310435" cy="20625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876C1241-DD9B-64CA-322E-4FC9F42FC37F}"/>
              </a:ext>
            </a:extLst>
          </p:cNvPr>
          <p:cNvCxnSpPr>
            <a:cxnSpLocks/>
          </p:cNvCxnSpPr>
          <p:nvPr/>
        </p:nvCxnSpPr>
        <p:spPr>
          <a:xfrm flipH="1">
            <a:off x="2336861" y="3111674"/>
            <a:ext cx="650" cy="8484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96">
            <a:extLst>
              <a:ext uri="{FF2B5EF4-FFF2-40B4-BE49-F238E27FC236}">
                <a16:creationId xmlns:a16="http://schemas.microsoft.com/office/drawing/2014/main" id="{10FD7BA6-3ED5-849B-83E6-09E9EC94FD67}"/>
              </a:ext>
            </a:extLst>
          </p:cNvPr>
          <p:cNvCxnSpPr>
            <a:cxnSpLocks/>
          </p:cNvCxnSpPr>
          <p:nvPr/>
        </p:nvCxnSpPr>
        <p:spPr>
          <a:xfrm>
            <a:off x="6321941" y="2934595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5F89974D-487B-BA56-2143-61F3125921AD}"/>
              </a:ext>
            </a:extLst>
          </p:cNvPr>
          <p:cNvSpPr txBox="1"/>
          <p:nvPr/>
        </p:nvSpPr>
        <p:spPr>
          <a:xfrm>
            <a:off x="6617684" y="282482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B75FC96E-DBD5-F5FB-44AE-1863FCC6F21A}"/>
              </a:ext>
            </a:extLst>
          </p:cNvPr>
          <p:cNvCxnSpPr>
            <a:cxnSpLocks/>
          </p:cNvCxnSpPr>
          <p:nvPr/>
        </p:nvCxnSpPr>
        <p:spPr>
          <a:xfrm>
            <a:off x="6321941" y="3184954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E04B75DA-7F78-8BF4-0E36-D840C3E9DA08}"/>
              </a:ext>
            </a:extLst>
          </p:cNvPr>
          <p:cNvSpPr txBox="1"/>
          <p:nvPr/>
        </p:nvSpPr>
        <p:spPr>
          <a:xfrm>
            <a:off x="6617684" y="3075184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Watch</a:t>
            </a:r>
            <a:endParaRPr lang="en-KR" sz="900"/>
          </a:p>
        </p:txBody>
      </p: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04CDFE21-42E7-8F93-8220-3BE7499329B4}"/>
              </a:ext>
            </a:extLst>
          </p:cNvPr>
          <p:cNvCxnSpPr>
            <a:cxnSpLocks/>
          </p:cNvCxnSpPr>
          <p:nvPr/>
        </p:nvCxnSpPr>
        <p:spPr>
          <a:xfrm>
            <a:off x="6321941" y="342966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BDC095F-FF95-4659-1B88-080BA757281D}"/>
              </a:ext>
            </a:extLst>
          </p:cNvPr>
          <p:cNvSpPr txBox="1"/>
          <p:nvPr/>
        </p:nvSpPr>
        <p:spPr>
          <a:xfrm>
            <a:off x="6617684" y="331989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94" name="직선 화살표 연결선 96">
            <a:extLst>
              <a:ext uri="{FF2B5EF4-FFF2-40B4-BE49-F238E27FC236}">
                <a16:creationId xmlns:a16="http://schemas.microsoft.com/office/drawing/2014/main" id="{5C0C27CE-39E8-B59F-DB56-3531A4D20961}"/>
              </a:ext>
            </a:extLst>
          </p:cNvPr>
          <p:cNvCxnSpPr>
            <a:cxnSpLocks/>
          </p:cNvCxnSpPr>
          <p:nvPr/>
        </p:nvCxnSpPr>
        <p:spPr>
          <a:xfrm>
            <a:off x="6323039" y="366737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1B7F559-4EAF-EB92-699D-F0DCC5C339B6}"/>
              </a:ext>
            </a:extLst>
          </p:cNvPr>
          <p:cNvSpPr txBox="1"/>
          <p:nvPr/>
        </p:nvSpPr>
        <p:spPr>
          <a:xfrm>
            <a:off x="6618782" y="3557600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96" name="직선 화살표 연결선 96">
            <a:extLst>
              <a:ext uri="{FF2B5EF4-FFF2-40B4-BE49-F238E27FC236}">
                <a16:creationId xmlns:a16="http://schemas.microsoft.com/office/drawing/2014/main" id="{20B26817-A56B-60E3-463C-E71769FEC5F6}"/>
              </a:ext>
            </a:extLst>
          </p:cNvPr>
          <p:cNvCxnSpPr>
            <a:cxnSpLocks/>
          </p:cNvCxnSpPr>
          <p:nvPr/>
        </p:nvCxnSpPr>
        <p:spPr>
          <a:xfrm>
            <a:off x="6321941" y="3906581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3B92BA6-07CD-E70D-3B69-2925A001ED11}"/>
              </a:ext>
            </a:extLst>
          </p:cNvPr>
          <p:cNvCxnSpPr>
            <a:cxnSpLocks/>
          </p:cNvCxnSpPr>
          <p:nvPr/>
        </p:nvCxnSpPr>
        <p:spPr>
          <a:xfrm>
            <a:off x="6321941" y="413799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6DE5B32A-6497-AF7B-1687-D19600F06BAF}"/>
              </a:ext>
            </a:extLst>
          </p:cNvPr>
          <p:cNvSpPr txBox="1"/>
          <p:nvPr/>
        </p:nvSpPr>
        <p:spPr>
          <a:xfrm>
            <a:off x="6617684" y="4028222"/>
            <a:ext cx="8179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5D5C6E1-1539-D10B-78AC-C6ECA8256F29}"/>
              </a:ext>
            </a:extLst>
          </p:cNvPr>
          <p:cNvSpPr txBox="1"/>
          <p:nvPr/>
        </p:nvSpPr>
        <p:spPr>
          <a:xfrm>
            <a:off x="6617683" y="3796811"/>
            <a:ext cx="11137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105" name="직선 화살표 연결선 96">
            <a:extLst>
              <a:ext uri="{FF2B5EF4-FFF2-40B4-BE49-F238E27FC236}">
                <a16:creationId xmlns:a16="http://schemas.microsoft.com/office/drawing/2014/main" id="{CBBF7024-81E6-9A44-8D83-7427747F7C53}"/>
              </a:ext>
            </a:extLst>
          </p:cNvPr>
          <p:cNvCxnSpPr>
            <a:cxnSpLocks/>
          </p:cNvCxnSpPr>
          <p:nvPr/>
        </p:nvCxnSpPr>
        <p:spPr>
          <a:xfrm>
            <a:off x="5940152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002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F09A-9FB7-6F38-FE89-1E17541AF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3FE82974-42E4-96EC-A659-B48D863D0552}"/>
              </a:ext>
            </a:extLst>
          </p:cNvPr>
          <p:cNvSpPr/>
          <p:nvPr/>
        </p:nvSpPr>
        <p:spPr>
          <a:xfrm>
            <a:off x="887811" y="559835"/>
            <a:ext cx="6618592" cy="3792032"/>
          </a:xfrm>
          <a:prstGeom prst="roundRect">
            <a:avLst>
              <a:gd name="adj" fmla="val 280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ingress-gateway </a:t>
            </a:r>
            <a:r>
              <a:rPr lang="en-US" altLang="ko-KR" sz="1000" b="1"/>
              <a:t>Pod</a:t>
            </a:r>
            <a:endParaRPr lang="ko-KR" altLang="en-US" sz="10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236721A9-1778-38A1-FC06-D79F5D1EA81E}"/>
              </a:ext>
            </a:extLst>
          </p:cNvPr>
          <p:cNvSpPr/>
          <p:nvPr/>
        </p:nvSpPr>
        <p:spPr>
          <a:xfrm>
            <a:off x="959819" y="627534"/>
            <a:ext cx="6478850" cy="3432386"/>
          </a:xfrm>
          <a:prstGeom prst="roundRect">
            <a:avLst>
              <a:gd name="adj" fmla="val 2990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Ingress envoy</a:t>
            </a:r>
            <a:endParaRPr lang="ko-KR" altLang="en-US" sz="10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2744D4C-0871-B9BF-6099-1896E695712A}"/>
              </a:ext>
            </a:extLst>
          </p:cNvPr>
          <p:cNvSpPr/>
          <p:nvPr/>
        </p:nvSpPr>
        <p:spPr>
          <a:xfrm>
            <a:off x="1031827" y="703852"/>
            <a:ext cx="6330642" cy="3096343"/>
          </a:xfrm>
          <a:prstGeom prst="roundRect">
            <a:avLst>
              <a:gd name="adj" fmla="val 3282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/>
              <a:t>*.ssup2.com </a:t>
            </a:r>
            <a:r>
              <a:rPr lang="en-US" altLang="ko-KR" sz="1000" b="1"/>
              <a:t>Network Filters </a:t>
            </a:r>
            <a:endParaRPr lang="ko-KR" altLang="en-US" sz="10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52E2AAD-7357-136C-C833-32C60A648BB3}"/>
              </a:ext>
            </a:extLst>
          </p:cNvPr>
          <p:cNvSpPr/>
          <p:nvPr/>
        </p:nvSpPr>
        <p:spPr>
          <a:xfrm>
            <a:off x="1103835" y="988966"/>
            <a:ext cx="4579672" cy="2739221"/>
          </a:xfrm>
          <a:prstGeom prst="roundRect">
            <a:avLst>
              <a:gd name="adj" fmla="val 289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HCM (HTTP Connection Manager)</a:t>
            </a:r>
            <a:endParaRPr lang="ko-KR" altLang="en-US" sz="10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73C64508-2389-07F5-1324-F4B35D94DCF1}"/>
              </a:ext>
            </a:extLst>
          </p:cNvPr>
          <p:cNvSpPr/>
          <p:nvPr/>
        </p:nvSpPr>
        <p:spPr>
          <a:xfrm>
            <a:off x="113347" y="1156318"/>
            <a:ext cx="702456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5A8DD95B-FB39-F9AA-5EB9-B17B0E642724}"/>
              </a:ext>
            </a:extLst>
          </p:cNvPr>
          <p:cNvCxnSpPr>
            <a:cxnSpLocks/>
            <a:stCxn id="24" idx="3"/>
            <a:endCxn id="34" idx="1"/>
          </p:cNvCxnSpPr>
          <p:nvPr/>
        </p:nvCxnSpPr>
        <p:spPr>
          <a:xfrm flipV="1">
            <a:off x="815803" y="1289974"/>
            <a:ext cx="504423" cy="8773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70">
            <a:extLst>
              <a:ext uri="{FF2B5EF4-FFF2-40B4-BE49-F238E27FC236}">
                <a16:creationId xmlns:a16="http://schemas.microsoft.com/office/drawing/2014/main" id="{388D61F8-6FD7-1331-2D34-6F12F7C3BA1C}"/>
              </a:ext>
            </a:extLst>
          </p:cNvPr>
          <p:cNvSpPr/>
          <p:nvPr/>
        </p:nvSpPr>
        <p:spPr>
          <a:xfrm>
            <a:off x="1175845" y="1567245"/>
            <a:ext cx="4437368" cy="1811072"/>
          </a:xfrm>
          <a:prstGeom prst="roundRect">
            <a:avLst>
              <a:gd name="adj" fmla="val 5061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/>
              <a:t>Per Downstream Request/Stream Instances</a:t>
            </a:r>
            <a:endParaRPr lang="ko-KR" altLang="en-US" sz="1000"/>
          </a:p>
        </p:txBody>
      </p:sp>
      <p:sp>
        <p:nvSpPr>
          <p:cNvPr id="34" name="사각형: 둥근 모서리 12">
            <a:extLst>
              <a:ext uri="{FF2B5EF4-FFF2-40B4-BE49-F238E27FC236}">
                <a16:creationId xmlns:a16="http://schemas.microsoft.com/office/drawing/2014/main" id="{8C8C9AF0-B55B-981B-2D6C-F81F8E7C5006}"/>
              </a:ext>
            </a:extLst>
          </p:cNvPr>
          <p:cNvSpPr/>
          <p:nvPr/>
        </p:nvSpPr>
        <p:spPr>
          <a:xfrm>
            <a:off x="1320226" y="110929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 Codec</a:t>
            </a:r>
            <a:endParaRPr lang="ko-KR" altLang="en-US" sz="900" b="1"/>
          </a:p>
        </p:txBody>
      </p: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172DB899-E9DE-28D4-6A9F-05757B3CA4E7}"/>
              </a:ext>
            </a:extLst>
          </p:cNvPr>
          <p:cNvSpPr/>
          <p:nvPr/>
        </p:nvSpPr>
        <p:spPr>
          <a:xfrm>
            <a:off x="1320524" y="165140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(</a:t>
            </a:r>
            <a:r>
              <a:rPr lang="en-US" altLang="ko-KR" sz="900" u="sng"/>
              <a:t>llm.ssup2.com</a:t>
            </a:r>
            <a:r>
              <a:rPr lang="en-US" altLang="ko-KR" sz="900"/>
              <a:t>)</a:t>
            </a:r>
          </a:p>
          <a:p>
            <a:pPr algn="ctr"/>
            <a:r>
              <a:rPr lang="en-US" altLang="ko-KR" sz="900" b="1"/>
              <a:t>Route Match</a:t>
            </a:r>
            <a:endParaRPr lang="ko-KR" altLang="en-US" sz="900" b="1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C9DE3D1E-7993-BD17-F253-4CEBBB192994}"/>
              </a:ext>
            </a:extLst>
          </p:cNvPr>
          <p:cNvSpPr/>
          <p:nvPr/>
        </p:nvSpPr>
        <p:spPr>
          <a:xfrm>
            <a:off x="2592689" y="1103778"/>
            <a:ext cx="124745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Route Table (RDS)</a:t>
            </a:r>
            <a:endParaRPr lang="ko-KR" altLang="en-US" sz="900" b="1"/>
          </a:p>
        </p:txBody>
      </p: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0FD6ABB7-547F-5038-29EA-BC41CBBD0CEA}"/>
              </a:ext>
            </a:extLst>
          </p:cNvPr>
          <p:cNvSpPr/>
          <p:nvPr/>
        </p:nvSpPr>
        <p:spPr>
          <a:xfrm>
            <a:off x="113347" y="559835"/>
            <a:ext cx="702456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Pod</a:t>
            </a:r>
            <a:endParaRPr lang="en-US" altLang="ko-KR" sz="900" dirty="0"/>
          </a:p>
        </p:txBody>
      </p:sp>
      <p:sp>
        <p:nvSpPr>
          <p:cNvPr id="58" name="사각형: 둥근 모서리 70">
            <a:extLst>
              <a:ext uri="{FF2B5EF4-FFF2-40B4-BE49-F238E27FC236}">
                <a16:creationId xmlns:a16="http://schemas.microsoft.com/office/drawing/2014/main" id="{F2C3FAA8-D03F-6A4B-954E-79000F944D60}"/>
              </a:ext>
            </a:extLst>
          </p:cNvPr>
          <p:cNvSpPr/>
          <p:nvPr/>
        </p:nvSpPr>
        <p:spPr>
          <a:xfrm>
            <a:off x="1253533" y="2096925"/>
            <a:ext cx="4290928" cy="724509"/>
          </a:xfrm>
          <a:prstGeom prst="roundRect">
            <a:avLst>
              <a:gd name="adj" fmla="val 723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Downstream HTTP Filters</a:t>
            </a:r>
            <a:endParaRPr lang="ko-KR" altLang="en-US" sz="1000"/>
          </a:p>
        </p:txBody>
      </p: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8B2FBE87-E52A-584C-7338-CBAA21F358B7}"/>
              </a:ext>
            </a:extLst>
          </p:cNvPr>
          <p:cNvCxnSpPr>
            <a:cxnSpLocks/>
            <a:stCxn id="56" idx="3"/>
            <a:endCxn id="50" idx="0"/>
          </p:cNvCxnSpPr>
          <p:nvPr/>
        </p:nvCxnSpPr>
        <p:spPr>
          <a:xfrm>
            <a:off x="815803" y="781229"/>
            <a:ext cx="2400611" cy="3225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5315413D-10A5-BC12-B364-416D00B98218}"/>
              </a:ext>
            </a:extLst>
          </p:cNvPr>
          <p:cNvSpPr/>
          <p:nvPr/>
        </p:nvSpPr>
        <p:spPr>
          <a:xfrm>
            <a:off x="4333401" y="238153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Router</a:t>
            </a:r>
            <a:endParaRPr lang="ko-KR" altLang="en-US" sz="900" b="1"/>
          </a:p>
        </p:txBody>
      </p:sp>
      <p:sp>
        <p:nvSpPr>
          <p:cNvPr id="71" name="사각형: 둥근 모서리 12">
            <a:extLst>
              <a:ext uri="{FF2B5EF4-FFF2-40B4-BE49-F238E27FC236}">
                <a16:creationId xmlns:a16="http://schemas.microsoft.com/office/drawing/2014/main" id="{223C893A-20E5-6016-EC01-426D7D06640B}"/>
              </a:ext>
            </a:extLst>
          </p:cNvPr>
          <p:cNvSpPr/>
          <p:nvPr/>
        </p:nvSpPr>
        <p:spPr>
          <a:xfrm>
            <a:off x="1321098" y="238153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ext_authz</a:t>
            </a:r>
            <a:endParaRPr lang="ko-KR" altLang="en-US" sz="900" b="1"/>
          </a:p>
        </p:txBody>
      </p:sp>
      <p:sp>
        <p:nvSpPr>
          <p:cNvPr id="73" name="사각형: 둥근 모서리 12">
            <a:extLst>
              <a:ext uri="{FF2B5EF4-FFF2-40B4-BE49-F238E27FC236}">
                <a16:creationId xmlns:a16="http://schemas.microsoft.com/office/drawing/2014/main" id="{352061F0-03E4-0505-6902-11926E9C2F75}"/>
              </a:ext>
            </a:extLst>
          </p:cNvPr>
          <p:cNvSpPr/>
          <p:nvPr/>
        </p:nvSpPr>
        <p:spPr>
          <a:xfrm>
            <a:off x="3015381" y="238153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ext_proc</a:t>
            </a:r>
            <a:endParaRPr lang="ko-KR" altLang="en-US" sz="900" b="1"/>
          </a:p>
        </p:txBody>
      </p: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47D9B2BA-94AD-F9CF-ED19-547EA432C403}"/>
              </a:ext>
            </a:extLst>
          </p:cNvPr>
          <p:cNvCxnSpPr>
            <a:cxnSpLocks/>
            <a:stCxn id="34" idx="2"/>
            <a:endCxn id="49" idx="0"/>
          </p:cNvCxnSpPr>
          <p:nvPr/>
        </p:nvCxnSpPr>
        <p:spPr>
          <a:xfrm>
            <a:off x="1889945" y="1470652"/>
            <a:ext cx="298" cy="18075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577D10C3-B6ED-ADD7-D111-A8A6187CD91B}"/>
              </a:ext>
            </a:extLst>
          </p:cNvPr>
          <p:cNvCxnSpPr>
            <a:cxnSpLocks/>
            <a:stCxn id="49" idx="2"/>
            <a:endCxn id="71" idx="0"/>
          </p:cNvCxnSpPr>
          <p:nvPr/>
        </p:nvCxnSpPr>
        <p:spPr>
          <a:xfrm>
            <a:off x="1890243" y="2012763"/>
            <a:ext cx="574" cy="36877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96">
            <a:extLst>
              <a:ext uri="{FF2B5EF4-FFF2-40B4-BE49-F238E27FC236}">
                <a16:creationId xmlns:a16="http://schemas.microsoft.com/office/drawing/2014/main" id="{F360DB25-DF5A-D6D9-311B-25375911DAAD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460536" y="2562215"/>
            <a:ext cx="554845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6">
            <a:extLst>
              <a:ext uri="{FF2B5EF4-FFF2-40B4-BE49-F238E27FC236}">
                <a16:creationId xmlns:a16="http://schemas.microsoft.com/office/drawing/2014/main" id="{FA920C3C-9732-DD1F-70D9-1F20A238C11A}"/>
              </a:ext>
            </a:extLst>
          </p:cNvPr>
          <p:cNvCxnSpPr>
            <a:cxnSpLocks/>
            <a:stCxn id="73" idx="3"/>
            <a:endCxn id="70" idx="1"/>
          </p:cNvCxnSpPr>
          <p:nvPr/>
        </p:nvCxnSpPr>
        <p:spPr>
          <a:xfrm>
            <a:off x="4154819" y="2562215"/>
            <a:ext cx="17858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C0172A54-F113-7F24-F082-ABC1D2D40FD4}"/>
              </a:ext>
            </a:extLst>
          </p:cNvPr>
          <p:cNvSpPr/>
          <p:nvPr/>
        </p:nvSpPr>
        <p:spPr>
          <a:xfrm>
            <a:off x="1560846" y="2932426"/>
            <a:ext cx="1931526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x-gateway-destination-endpoint</a:t>
            </a:r>
          </a:p>
          <a:p>
            <a:pPr algn="ctr"/>
            <a:r>
              <a:rPr lang="en-US" altLang="ko-KR" sz="900" b="1"/>
              <a:t>Request Header</a:t>
            </a:r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939F494B-9650-BDF2-4EB0-082723ADD4FF}"/>
              </a:ext>
            </a:extLst>
          </p:cNvPr>
          <p:cNvSpPr/>
          <p:nvPr/>
        </p:nvSpPr>
        <p:spPr>
          <a:xfrm>
            <a:off x="3654042" y="2932426"/>
            <a:ext cx="1434829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envoy.lb namespace</a:t>
            </a:r>
          </a:p>
          <a:p>
            <a:pPr algn="ctr"/>
            <a:r>
              <a:rPr lang="en-US" altLang="ko-KR" sz="900" b="1"/>
              <a:t>Dynamic Metadata</a:t>
            </a:r>
          </a:p>
        </p:txBody>
      </p:sp>
      <p:cxnSp>
        <p:nvCxnSpPr>
          <p:cNvPr id="108" name="직선 화살표 연결선 96">
            <a:extLst>
              <a:ext uri="{FF2B5EF4-FFF2-40B4-BE49-F238E27FC236}">
                <a16:creationId xmlns:a16="http://schemas.microsoft.com/office/drawing/2014/main" id="{E4609D99-2A82-76C8-1DB3-06D84297A04A}"/>
              </a:ext>
            </a:extLst>
          </p:cNvPr>
          <p:cNvCxnSpPr>
            <a:cxnSpLocks/>
            <a:stCxn id="73" idx="2"/>
            <a:endCxn id="106" idx="0"/>
          </p:cNvCxnSpPr>
          <p:nvPr/>
        </p:nvCxnSpPr>
        <p:spPr>
          <a:xfrm flipH="1">
            <a:off x="2526609" y="2742893"/>
            <a:ext cx="1058491" cy="18953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96">
            <a:extLst>
              <a:ext uri="{FF2B5EF4-FFF2-40B4-BE49-F238E27FC236}">
                <a16:creationId xmlns:a16="http://schemas.microsoft.com/office/drawing/2014/main" id="{F8F6FCBC-F0DB-FF98-6FB0-84231A4FF929}"/>
              </a:ext>
            </a:extLst>
          </p:cNvPr>
          <p:cNvCxnSpPr>
            <a:cxnSpLocks/>
            <a:stCxn id="73" idx="2"/>
            <a:endCxn id="107" idx="0"/>
          </p:cNvCxnSpPr>
          <p:nvPr/>
        </p:nvCxnSpPr>
        <p:spPr>
          <a:xfrm>
            <a:off x="3585100" y="2742893"/>
            <a:ext cx="786357" cy="18953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12">
            <a:extLst>
              <a:ext uri="{FF2B5EF4-FFF2-40B4-BE49-F238E27FC236}">
                <a16:creationId xmlns:a16="http://schemas.microsoft.com/office/drawing/2014/main" id="{D23E6738-BFF7-0828-65E2-2C3CABBFBD47}"/>
              </a:ext>
            </a:extLst>
          </p:cNvPr>
          <p:cNvSpPr/>
          <p:nvPr/>
        </p:nvSpPr>
        <p:spPr>
          <a:xfrm>
            <a:off x="5755515" y="1063062"/>
            <a:ext cx="1515148" cy="44278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Endpoint Picker</a:t>
            </a:r>
          </a:p>
          <a:p>
            <a:pPr algn="ctr"/>
            <a:r>
              <a:rPr lang="en-US" altLang="ko-KR" sz="900" b="1"/>
              <a:t>Cluster</a:t>
            </a:r>
            <a:endParaRPr lang="ko-KR" altLang="en-US" sz="900" b="1"/>
          </a:p>
        </p:txBody>
      </p:sp>
      <p:sp>
        <p:nvSpPr>
          <p:cNvPr id="117" name="사각형: 둥근 모서리 12">
            <a:extLst>
              <a:ext uri="{FF2B5EF4-FFF2-40B4-BE49-F238E27FC236}">
                <a16:creationId xmlns:a16="http://schemas.microsoft.com/office/drawing/2014/main" id="{A5189D0E-E063-BD36-1C9C-7CD0A432EABD}"/>
              </a:ext>
            </a:extLst>
          </p:cNvPr>
          <p:cNvSpPr/>
          <p:nvPr/>
        </p:nvSpPr>
        <p:spPr>
          <a:xfrm>
            <a:off x="5755516" y="1692013"/>
            <a:ext cx="1515148" cy="44278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Endpoint Picker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/>
              <a:t>(</a:t>
            </a:r>
            <a:r>
              <a:rPr lang="en-US" altLang="ko-KR" sz="900" u="sng"/>
              <a:t>TLS via DestinationRule</a:t>
            </a:r>
            <a:r>
              <a:rPr lang="en-US" altLang="ko-KR" sz="900"/>
              <a:t>)</a:t>
            </a:r>
            <a:endParaRPr lang="en-US" altLang="ko-KR" sz="900" b="1"/>
          </a:p>
          <a:p>
            <a:pPr algn="ctr"/>
            <a:r>
              <a:rPr lang="en-US" altLang="ko-KR" sz="900" b="1"/>
              <a:t>Upstream Connection</a:t>
            </a:r>
          </a:p>
        </p:txBody>
      </p:sp>
      <p:sp>
        <p:nvSpPr>
          <p:cNvPr id="119" name="사각형: 둥근 모서리 12">
            <a:extLst>
              <a:ext uri="{FF2B5EF4-FFF2-40B4-BE49-F238E27FC236}">
                <a16:creationId xmlns:a16="http://schemas.microsoft.com/office/drawing/2014/main" id="{935EA965-18F1-68C5-2143-26C6623CFB55}"/>
              </a:ext>
            </a:extLst>
          </p:cNvPr>
          <p:cNvSpPr/>
          <p:nvPr/>
        </p:nvSpPr>
        <p:spPr>
          <a:xfrm>
            <a:off x="5756470" y="2571070"/>
            <a:ext cx="1530675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Pod</a:t>
            </a:r>
          </a:p>
          <a:p>
            <a:pPr algn="ctr"/>
            <a:r>
              <a:rPr lang="en-US" altLang="ko-KR" sz="900" b="1"/>
              <a:t>Upstream Connection</a:t>
            </a:r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5C030636-336E-65B0-4DA4-860436253631}"/>
              </a:ext>
            </a:extLst>
          </p:cNvPr>
          <p:cNvCxnSpPr>
            <a:cxnSpLocks/>
            <a:stCxn id="73" idx="0"/>
            <a:endCxn id="116" idx="1"/>
          </p:cNvCxnSpPr>
          <p:nvPr/>
        </p:nvCxnSpPr>
        <p:spPr>
          <a:xfrm flipV="1">
            <a:off x="3585100" y="1284456"/>
            <a:ext cx="2170415" cy="10970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96">
            <a:extLst>
              <a:ext uri="{FF2B5EF4-FFF2-40B4-BE49-F238E27FC236}">
                <a16:creationId xmlns:a16="http://schemas.microsoft.com/office/drawing/2014/main" id="{96354647-FE9B-AB90-C25E-91B2B43D6C48}"/>
              </a:ext>
            </a:extLst>
          </p:cNvPr>
          <p:cNvCxnSpPr>
            <a:cxnSpLocks/>
            <a:stCxn id="116" idx="2"/>
            <a:endCxn id="117" idx="0"/>
          </p:cNvCxnSpPr>
          <p:nvPr/>
        </p:nvCxnSpPr>
        <p:spPr>
          <a:xfrm>
            <a:off x="6513089" y="1505850"/>
            <a:ext cx="1" cy="1861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사각형: 둥근 모서리 12">
            <a:extLst>
              <a:ext uri="{FF2B5EF4-FFF2-40B4-BE49-F238E27FC236}">
                <a16:creationId xmlns:a16="http://schemas.microsoft.com/office/drawing/2014/main" id="{3FC88BED-63DE-FDFF-03E1-663571AD344A}"/>
              </a:ext>
            </a:extLst>
          </p:cNvPr>
          <p:cNvSpPr/>
          <p:nvPr/>
        </p:nvSpPr>
        <p:spPr>
          <a:xfrm>
            <a:off x="5756515" y="3202939"/>
            <a:ext cx="1530674" cy="442787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Shadow Service</a:t>
            </a:r>
          </a:p>
          <a:p>
            <a:pPr algn="ctr"/>
            <a:r>
              <a:rPr lang="en-US" altLang="ko-KR" sz="900"/>
              <a:t>(</a:t>
            </a:r>
            <a:r>
              <a:rPr lang="en-US" altLang="ko-KR" sz="900" u="sng"/>
              <a:t>Override Host LB Policy</a:t>
            </a:r>
            <a:r>
              <a:rPr lang="en-US" altLang="ko-KR" sz="900"/>
              <a:t>)</a:t>
            </a:r>
            <a:br>
              <a:rPr lang="en-US" altLang="ko-KR" sz="900"/>
            </a:br>
            <a:r>
              <a:rPr lang="en-US" altLang="ko-KR" sz="900"/>
              <a:t> </a:t>
            </a:r>
            <a:r>
              <a:rPr lang="en-US" altLang="ko-KR" sz="900" b="1"/>
              <a:t>Cluster</a:t>
            </a:r>
          </a:p>
        </p:txBody>
      </p: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1BDAB482-DCD1-9CA0-46C1-270F1AA8AAD6}"/>
              </a:ext>
            </a:extLst>
          </p:cNvPr>
          <p:cNvCxnSpPr>
            <a:cxnSpLocks/>
            <a:stCxn id="107" idx="3"/>
            <a:endCxn id="143" idx="1"/>
          </p:cNvCxnSpPr>
          <p:nvPr/>
        </p:nvCxnSpPr>
        <p:spPr>
          <a:xfrm>
            <a:off x="5088871" y="3113104"/>
            <a:ext cx="667644" cy="311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0102F148-590B-4E1A-D3FD-8DA203B48F1D}"/>
              </a:ext>
            </a:extLst>
          </p:cNvPr>
          <p:cNvCxnSpPr>
            <a:cxnSpLocks/>
            <a:stCxn id="106" idx="2"/>
            <a:endCxn id="143" idx="1"/>
          </p:cNvCxnSpPr>
          <p:nvPr/>
        </p:nvCxnSpPr>
        <p:spPr>
          <a:xfrm>
            <a:off x="2526609" y="3293782"/>
            <a:ext cx="3229906" cy="13055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96">
            <a:extLst>
              <a:ext uri="{FF2B5EF4-FFF2-40B4-BE49-F238E27FC236}">
                <a16:creationId xmlns:a16="http://schemas.microsoft.com/office/drawing/2014/main" id="{4A73A2D2-5B53-0E8D-32FD-2A261FD7BB3E}"/>
              </a:ext>
            </a:extLst>
          </p:cNvPr>
          <p:cNvCxnSpPr>
            <a:cxnSpLocks/>
            <a:stCxn id="70" idx="2"/>
            <a:endCxn id="143" idx="1"/>
          </p:cNvCxnSpPr>
          <p:nvPr/>
        </p:nvCxnSpPr>
        <p:spPr>
          <a:xfrm>
            <a:off x="4903120" y="2742893"/>
            <a:ext cx="853395" cy="6814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8E6F03AE-C88C-2A8E-6430-30F9B814EFBF}"/>
              </a:ext>
            </a:extLst>
          </p:cNvPr>
          <p:cNvCxnSpPr>
            <a:cxnSpLocks/>
            <a:stCxn id="143" idx="0"/>
            <a:endCxn id="119" idx="2"/>
          </p:cNvCxnSpPr>
          <p:nvPr/>
        </p:nvCxnSpPr>
        <p:spPr>
          <a:xfrm flipH="1" flipV="1">
            <a:off x="6521808" y="3013858"/>
            <a:ext cx="44" cy="18908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사각형: 둥근 모서리 12">
            <a:extLst>
              <a:ext uri="{FF2B5EF4-FFF2-40B4-BE49-F238E27FC236}">
                <a16:creationId xmlns:a16="http://schemas.microsoft.com/office/drawing/2014/main" id="{EE780FCF-6A0D-D754-192A-EBF70E34BDAD}"/>
              </a:ext>
            </a:extLst>
          </p:cNvPr>
          <p:cNvSpPr/>
          <p:nvPr/>
        </p:nvSpPr>
        <p:spPr>
          <a:xfrm>
            <a:off x="7665327" y="1692013"/>
            <a:ext cx="1299637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vllm-llama3-8b-epp</a:t>
            </a:r>
            <a:br>
              <a:rPr lang="en-US" altLang="ko-KR" sz="900" dirty="0" err="1"/>
            </a:br>
            <a:r>
              <a:rPr lang="en-US" altLang="ko-KR" sz="900" b="1" dirty="0" err="1"/>
              <a:t>Pod</a:t>
            </a:r>
            <a:endParaRPr lang="en-US" altLang="ko-KR" sz="900" dirty="0"/>
          </a:p>
        </p:txBody>
      </p:sp>
      <p:cxnSp>
        <p:nvCxnSpPr>
          <p:cNvPr id="271" name="직선 화살표 연결선 96">
            <a:extLst>
              <a:ext uri="{FF2B5EF4-FFF2-40B4-BE49-F238E27FC236}">
                <a16:creationId xmlns:a16="http://schemas.microsoft.com/office/drawing/2014/main" id="{FE7F3EDB-9469-97FF-66F2-6542EB705FF3}"/>
              </a:ext>
            </a:extLst>
          </p:cNvPr>
          <p:cNvCxnSpPr>
            <a:cxnSpLocks/>
            <a:stCxn id="117" idx="3"/>
            <a:endCxn id="182" idx="1"/>
          </p:cNvCxnSpPr>
          <p:nvPr/>
        </p:nvCxnSpPr>
        <p:spPr>
          <a:xfrm>
            <a:off x="7270664" y="1913407"/>
            <a:ext cx="394663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사각형: 둥근 모서리 12">
            <a:extLst>
              <a:ext uri="{FF2B5EF4-FFF2-40B4-BE49-F238E27FC236}">
                <a16:creationId xmlns:a16="http://schemas.microsoft.com/office/drawing/2014/main" id="{393E7B1E-D125-2C59-D4CB-4B9B65DAEF9B}"/>
              </a:ext>
            </a:extLst>
          </p:cNvPr>
          <p:cNvSpPr/>
          <p:nvPr/>
        </p:nvSpPr>
        <p:spPr>
          <a:xfrm>
            <a:off x="7665328" y="2571070"/>
            <a:ext cx="1299636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vllm-llama3-8b</a:t>
            </a:r>
          </a:p>
          <a:p>
            <a:pPr algn="ctr"/>
            <a:r>
              <a:rPr lang="en-US" altLang="ko-KR" sz="900" b="1" dirty="0" err="1"/>
              <a:t>Pod</a:t>
            </a:r>
            <a:endParaRPr lang="en-US" altLang="ko-KR" sz="900" dirty="0"/>
          </a:p>
        </p:txBody>
      </p:sp>
      <p:cxnSp>
        <p:nvCxnSpPr>
          <p:cNvPr id="302" name="직선 화살표 연결선 96">
            <a:extLst>
              <a:ext uri="{FF2B5EF4-FFF2-40B4-BE49-F238E27FC236}">
                <a16:creationId xmlns:a16="http://schemas.microsoft.com/office/drawing/2014/main" id="{EB1ACDA9-0A74-BD93-B282-4722ED22A322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2459962" y="1476170"/>
            <a:ext cx="756452" cy="3559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사각형: 둥근 모서리 12">
            <a:extLst>
              <a:ext uri="{FF2B5EF4-FFF2-40B4-BE49-F238E27FC236}">
                <a16:creationId xmlns:a16="http://schemas.microsoft.com/office/drawing/2014/main" id="{3450226A-AB56-D95D-CFAE-0E9035A8B7E8}"/>
              </a:ext>
            </a:extLst>
          </p:cNvPr>
          <p:cNvSpPr/>
          <p:nvPr/>
        </p:nvSpPr>
        <p:spPr>
          <a:xfrm>
            <a:off x="7665328" y="3137663"/>
            <a:ext cx="1299636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vllm-llama3-8b</a:t>
            </a:r>
          </a:p>
          <a:p>
            <a:pPr algn="ctr"/>
            <a:r>
              <a:rPr lang="en-US" altLang="ko-KR" sz="900" b="1" dirty="0" err="1"/>
              <a:t>Pod</a:t>
            </a:r>
            <a:endParaRPr lang="en-US" altLang="ko-KR" sz="900" dirty="0"/>
          </a:p>
        </p:txBody>
      </p:sp>
      <p:sp>
        <p:nvSpPr>
          <p:cNvPr id="307" name="사각형: 둥근 모서리 12">
            <a:extLst>
              <a:ext uri="{FF2B5EF4-FFF2-40B4-BE49-F238E27FC236}">
                <a16:creationId xmlns:a16="http://schemas.microsoft.com/office/drawing/2014/main" id="{D2D32D54-E3D7-46B6-F807-E721F7CF8A52}"/>
              </a:ext>
            </a:extLst>
          </p:cNvPr>
          <p:cNvSpPr/>
          <p:nvPr/>
        </p:nvSpPr>
        <p:spPr>
          <a:xfrm>
            <a:off x="7663615" y="3704256"/>
            <a:ext cx="1299636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vllm-llama3-8b</a:t>
            </a:r>
          </a:p>
          <a:p>
            <a:pPr algn="ctr"/>
            <a:r>
              <a:rPr lang="en-US" altLang="ko-KR" sz="900" b="1" dirty="0" err="1"/>
              <a:t>Pod</a:t>
            </a:r>
            <a:endParaRPr lang="en-US" altLang="ko-KR" sz="900" dirty="0"/>
          </a:p>
        </p:txBody>
      </p:sp>
      <p:cxnSp>
        <p:nvCxnSpPr>
          <p:cNvPr id="308" name="직선 화살표 연결선 96">
            <a:extLst>
              <a:ext uri="{FF2B5EF4-FFF2-40B4-BE49-F238E27FC236}">
                <a16:creationId xmlns:a16="http://schemas.microsoft.com/office/drawing/2014/main" id="{D7795933-2957-3915-7A0A-6E283C5D27FB}"/>
              </a:ext>
            </a:extLst>
          </p:cNvPr>
          <p:cNvCxnSpPr>
            <a:cxnSpLocks/>
            <a:stCxn id="119" idx="3"/>
            <a:endCxn id="301" idx="1"/>
          </p:cNvCxnSpPr>
          <p:nvPr/>
        </p:nvCxnSpPr>
        <p:spPr>
          <a:xfrm>
            <a:off x="7287145" y="2792464"/>
            <a:ext cx="378183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96">
            <a:extLst>
              <a:ext uri="{FF2B5EF4-FFF2-40B4-BE49-F238E27FC236}">
                <a16:creationId xmlns:a16="http://schemas.microsoft.com/office/drawing/2014/main" id="{36396E3B-19B2-E24B-4669-61043078F39D}"/>
              </a:ext>
            </a:extLst>
          </p:cNvPr>
          <p:cNvCxnSpPr>
            <a:cxnSpLocks/>
            <a:stCxn id="119" idx="3"/>
            <a:endCxn id="306" idx="1"/>
          </p:cNvCxnSpPr>
          <p:nvPr/>
        </p:nvCxnSpPr>
        <p:spPr>
          <a:xfrm>
            <a:off x="7287145" y="2792464"/>
            <a:ext cx="378183" cy="566593"/>
          </a:xfrm>
          <a:prstGeom prst="straightConnector1">
            <a:avLst/>
          </a:prstGeom>
          <a:ln w="1270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직선 화살표 연결선 96">
            <a:extLst>
              <a:ext uri="{FF2B5EF4-FFF2-40B4-BE49-F238E27FC236}">
                <a16:creationId xmlns:a16="http://schemas.microsoft.com/office/drawing/2014/main" id="{F5268853-6F48-027F-6FDE-5AE1E5E34A28}"/>
              </a:ext>
            </a:extLst>
          </p:cNvPr>
          <p:cNvCxnSpPr>
            <a:cxnSpLocks/>
            <a:stCxn id="119" idx="3"/>
            <a:endCxn id="307" idx="1"/>
          </p:cNvCxnSpPr>
          <p:nvPr/>
        </p:nvCxnSpPr>
        <p:spPr>
          <a:xfrm>
            <a:off x="7287145" y="2792464"/>
            <a:ext cx="376470" cy="1133186"/>
          </a:xfrm>
          <a:prstGeom prst="straightConnector1">
            <a:avLst/>
          </a:prstGeom>
          <a:ln w="1270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직선 화살표 연결선 96">
            <a:extLst>
              <a:ext uri="{FF2B5EF4-FFF2-40B4-BE49-F238E27FC236}">
                <a16:creationId xmlns:a16="http://schemas.microsoft.com/office/drawing/2014/main" id="{BB5FD08F-1F4D-C18B-C55A-D7E547719B56}"/>
              </a:ext>
            </a:extLst>
          </p:cNvPr>
          <p:cNvCxnSpPr>
            <a:cxnSpLocks/>
          </p:cNvCxnSpPr>
          <p:nvPr/>
        </p:nvCxnSpPr>
        <p:spPr>
          <a:xfrm>
            <a:off x="7687141" y="737843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7105A6B-F722-36FF-A7F4-F39E83A2B68C}"/>
              </a:ext>
            </a:extLst>
          </p:cNvPr>
          <p:cNvSpPr txBox="1"/>
          <p:nvPr/>
        </p:nvSpPr>
        <p:spPr>
          <a:xfrm>
            <a:off x="7982884" y="628073"/>
            <a:ext cx="9095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RDS</a:t>
            </a:r>
            <a:r>
              <a:rPr lang="ko-KR" altLang="en-US" sz="900"/>
              <a:t> </a:t>
            </a:r>
            <a:r>
              <a:rPr lang="en-US" altLang="ko-KR" sz="900"/>
              <a:t>Config</a:t>
            </a:r>
            <a:endParaRPr lang="en-KR" sz="900"/>
          </a:p>
        </p:txBody>
      </p:sp>
      <p:cxnSp>
        <p:nvCxnSpPr>
          <p:cNvPr id="323" name="직선 화살표 연결선 96">
            <a:extLst>
              <a:ext uri="{FF2B5EF4-FFF2-40B4-BE49-F238E27FC236}">
                <a16:creationId xmlns:a16="http://schemas.microsoft.com/office/drawing/2014/main" id="{FEAC9F5B-4906-B203-16C0-592CEB30D152}"/>
              </a:ext>
            </a:extLst>
          </p:cNvPr>
          <p:cNvCxnSpPr>
            <a:cxnSpLocks/>
          </p:cNvCxnSpPr>
          <p:nvPr/>
        </p:nvCxnSpPr>
        <p:spPr>
          <a:xfrm>
            <a:off x="7688239" y="969253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85BF5733-5EE7-8F3E-118B-78835C7FD407}"/>
              </a:ext>
            </a:extLst>
          </p:cNvPr>
          <p:cNvSpPr txBox="1"/>
          <p:nvPr/>
        </p:nvSpPr>
        <p:spPr>
          <a:xfrm>
            <a:off x="7983982" y="85948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74FD1DA3-2BE6-6972-78CD-DAADF57F5642}"/>
              </a:ext>
            </a:extLst>
          </p:cNvPr>
          <p:cNvCxnSpPr>
            <a:cxnSpLocks/>
          </p:cNvCxnSpPr>
          <p:nvPr/>
        </p:nvCxnSpPr>
        <p:spPr>
          <a:xfrm>
            <a:off x="7687141" y="1208464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직선 화살표 연결선 325">
            <a:extLst>
              <a:ext uri="{FF2B5EF4-FFF2-40B4-BE49-F238E27FC236}">
                <a16:creationId xmlns:a16="http://schemas.microsoft.com/office/drawing/2014/main" id="{F0BFAAD3-7E8E-F860-4FB3-BA99B0911481}"/>
              </a:ext>
            </a:extLst>
          </p:cNvPr>
          <p:cNvCxnSpPr>
            <a:cxnSpLocks/>
          </p:cNvCxnSpPr>
          <p:nvPr/>
        </p:nvCxnSpPr>
        <p:spPr>
          <a:xfrm>
            <a:off x="7687141" y="14398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7" name="TextBox 326">
            <a:extLst>
              <a:ext uri="{FF2B5EF4-FFF2-40B4-BE49-F238E27FC236}">
                <a16:creationId xmlns:a16="http://schemas.microsoft.com/office/drawing/2014/main" id="{A7A486E7-904F-DDDB-623D-61E4174DB0E1}"/>
              </a:ext>
            </a:extLst>
          </p:cNvPr>
          <p:cNvSpPr txBox="1"/>
          <p:nvPr/>
        </p:nvSpPr>
        <p:spPr>
          <a:xfrm>
            <a:off x="7982884" y="1330105"/>
            <a:ext cx="8179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11F4DEF2-A673-158A-34D3-79D1623476AE}"/>
              </a:ext>
            </a:extLst>
          </p:cNvPr>
          <p:cNvSpPr txBox="1"/>
          <p:nvPr/>
        </p:nvSpPr>
        <p:spPr>
          <a:xfrm>
            <a:off x="7982883" y="1098694"/>
            <a:ext cx="11137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sp>
        <p:nvSpPr>
          <p:cNvPr id="335" name="사각형: 둥근 모서리 70">
            <a:extLst>
              <a:ext uri="{FF2B5EF4-FFF2-40B4-BE49-F238E27FC236}">
                <a16:creationId xmlns:a16="http://schemas.microsoft.com/office/drawing/2014/main" id="{51FFB145-27F8-2950-08A4-873F3CEEA723}"/>
              </a:ext>
            </a:extLst>
          </p:cNvPr>
          <p:cNvSpPr/>
          <p:nvPr/>
        </p:nvSpPr>
        <p:spPr>
          <a:xfrm>
            <a:off x="7596810" y="2496709"/>
            <a:ext cx="1440223" cy="1717481"/>
          </a:xfrm>
          <a:prstGeom prst="roundRect">
            <a:avLst>
              <a:gd name="adj" fmla="val 5061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endParaRPr lang="ko-KR" altLang="en-US" sz="1000"/>
          </a:p>
        </p:txBody>
      </p: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6ADF4922-17B4-288D-E609-448806F561E4}"/>
              </a:ext>
            </a:extLst>
          </p:cNvPr>
          <p:cNvCxnSpPr>
            <a:cxnSpLocks/>
            <a:stCxn id="182" idx="2"/>
            <a:endCxn id="335" idx="0"/>
          </p:cNvCxnSpPr>
          <p:nvPr/>
        </p:nvCxnSpPr>
        <p:spPr>
          <a:xfrm>
            <a:off x="8315146" y="2134801"/>
            <a:ext cx="1776" cy="36190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타원 349">
            <a:extLst>
              <a:ext uri="{FF2B5EF4-FFF2-40B4-BE49-F238E27FC236}">
                <a16:creationId xmlns:a16="http://schemas.microsoft.com/office/drawing/2014/main" id="{BBC14D1E-9F81-B689-B521-0E3491755F77}"/>
              </a:ext>
            </a:extLst>
          </p:cNvPr>
          <p:cNvSpPr/>
          <p:nvPr/>
        </p:nvSpPr>
        <p:spPr>
          <a:xfrm>
            <a:off x="2555776" y="2429015"/>
            <a:ext cx="51803" cy="518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51" name="타원 350">
            <a:extLst>
              <a:ext uri="{FF2B5EF4-FFF2-40B4-BE49-F238E27FC236}">
                <a16:creationId xmlns:a16="http://schemas.microsoft.com/office/drawing/2014/main" id="{D383869F-E992-611D-2A97-1D414063E557}"/>
              </a:ext>
            </a:extLst>
          </p:cNvPr>
          <p:cNvSpPr/>
          <p:nvPr/>
        </p:nvSpPr>
        <p:spPr>
          <a:xfrm>
            <a:off x="2696421" y="2429014"/>
            <a:ext cx="51803" cy="518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52" name="타원 351">
            <a:extLst>
              <a:ext uri="{FF2B5EF4-FFF2-40B4-BE49-F238E27FC236}">
                <a16:creationId xmlns:a16="http://schemas.microsoft.com/office/drawing/2014/main" id="{E79BC94E-654C-8668-0909-703E027743E4}"/>
              </a:ext>
            </a:extLst>
          </p:cNvPr>
          <p:cNvSpPr/>
          <p:nvPr/>
        </p:nvSpPr>
        <p:spPr>
          <a:xfrm>
            <a:off x="2836430" y="2429014"/>
            <a:ext cx="51803" cy="518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82933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12524-72DD-598C-A17C-38D758DC8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EA1A9B6-5F75-6E8C-D78E-D734DE708458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4056AF-C664-5AC0-5354-3B5FB665A082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606430E7-98D6-9741-89F6-9B0341CA77BB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99B84DAC-D7CA-37AD-849B-7B33F86620EB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9F2A406A-91D1-FA6D-3EB3-C36A53496664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40182FD-6650-807D-040E-E506469E949D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68E19511-391D-59EF-DCDB-5DBF7EFEA02D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628F662F-2337-2F6A-8727-B8E8CD55B312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DD938BF-8B93-F09A-7615-34742DD4827F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6828F14-9566-CDED-2106-848B7E7BD34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AECB512B-9BA0-D0D9-A042-DA5C66C5D483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4388B300-48A0-C25F-8ECC-2BB6F8CE2404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C06CEF35-D500-6C60-9030-6620FEE21333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79E30BB-8E2E-9F10-6351-8DC91554D0B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F26682F9-8EB1-439C-83E8-87B307385B3D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BE0853E-B4B9-E91B-D239-320B162C925F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678B2044-A08D-FD74-372D-6AA6FA15E024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7DF18D3-5354-F162-59FD-21D2607A5C4E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2E86B470-3CA4-4C1A-8A43-261788FD4A1B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FBAE6E3F-627C-5715-E537-9F8FDEC047F2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B0959753-5B2D-1333-2108-36AE99C4601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C181C898-9614-C617-5920-8CC1C0F0726A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94A0E708-81F2-E69F-6907-10DE9A55FF43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02347608-EED4-17B6-E302-FF9D1CCADC0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A0EFA857-5D42-E689-08D5-6A274B6748F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2E4E2CC5-02E7-907D-DCDA-95D8BAA99316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38143977-5ECE-9142-7E86-883D636AC893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CCE5B9BF-8E58-CA98-D2D6-54920461A724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F3FCA52-377E-0D99-0896-140635AF4E28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7DBA157C-322B-9837-6F7A-C18748EEC06E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5C13F78-382E-D8B0-DFA3-DBC53B3CF43C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2CA27F48-6F17-ABCA-8D13-314473C0641C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96636CFC-D4C6-465A-FE18-7A66F5F4F48A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A75FCDF8-17F4-993D-5947-A2682119CCF0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6EC77F49-864D-18B5-A1D7-DC180298EB76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D4675DB-9A16-15C5-AA5F-6547910E1BE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050D486B-D5D9-F7B2-B646-AE9ADF12B995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422E4197-1F9A-D79C-88D9-391F0B931502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5963023D-CB6A-EAF0-B4F8-15A130566491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593542C-77DA-FD29-A926-4B79C33C39CA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25E06CD6-048B-37E6-75CE-0170AC1CCD2B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D4FF4A07-2AA8-5004-8C13-35D233EDC5A4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704F777F-6E46-BA63-8409-EFBCDB6FBCDE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989F8854-4714-7EFA-BDDC-E8C0987BD184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637F0FCE-C80E-A5F2-755E-722647F8B193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AB36318-F45A-4E64-9691-0DE42EF39ECC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9F501EEB-64DE-D69C-E1A0-10C4B1E4266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8DFE7195-C774-5567-E69D-55207E6A8F2C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8672660-6A2C-4B8F-93DC-290A1DC9680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46D23517-E6F2-4A42-303F-CCF2F58C3063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6E5E4E51-E81C-7175-E97E-CC75192EFA0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EF01058F-7705-00C9-B805-C9D1A1B9F4A4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4B36EA1-6DCE-A8AB-3DE9-B55B1902ADF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54C2D696-B713-8D15-E620-010A935E13E6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35DA77BD-5EA9-2544-A34F-72788B48F36E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C4857B1B-6662-A46E-D1FB-A88283B15574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9126E3AA-41A3-A27D-6A66-03E2A9870F87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CBCF8715-F959-CBE3-F4F3-1116F60B1D4A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0FA90587-9F0E-58FD-D1ED-D7ACC26F68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3657B70-D25F-162D-2666-A9AAF787831F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43763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56924</TotalTime>
  <Words>620</Words>
  <Application>Microsoft Macintosh PowerPoint</Application>
  <PresentationFormat>화면 슬라이드 쇼(16:9)</PresentationFormat>
  <Paragraphs>333</Paragraphs>
  <Slides>9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6151</cp:revision>
  <dcterms:created xsi:type="dcterms:W3CDTF">2006-10-05T04:04:58Z</dcterms:created>
  <dcterms:modified xsi:type="dcterms:W3CDTF">2026-10-08T13:37:36Z</dcterms:modified>
</cp:coreProperties>
</file>
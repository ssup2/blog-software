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435" r:id="rId2"/>
    <p:sldId id="437" r:id="rId3"/>
    <p:sldId id="441" r:id="rId4"/>
    <p:sldId id="440" r:id="rId5"/>
    <p:sldId id="439" r:id="rId6"/>
    <p:sldId id="438" r:id="rId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 autoAdjust="0"/>
    <p:restoredTop sz="89760" autoAdjust="0"/>
  </p:normalViewPr>
  <p:slideViewPr>
    <p:cSldViewPr>
      <p:cViewPr>
        <p:scale>
          <a:sx n="200" d="100"/>
          <a:sy n="200" d="100"/>
        </p:scale>
        <p:origin x="152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4124F-6235-C860-093B-BEFCBD9E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AA9B1C-C179-2349-37F8-D98A535DB7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592222-B3A5-1081-9816-A3FD942E1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4DE100-398B-535B-B807-E50944BD67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4856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FFFC-DE26-2C98-43CC-EEAA69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673050-7946-7137-7B9E-59BDABAA9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A03BBA-1CB2-99AB-9B66-B5E3124B3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E0A4C8-BC42-38C2-AC7B-0715B4D47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691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9DD8-BF45-2A0D-59A7-C053E6E9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45C3A3-A571-E3EB-9A0E-2C2B5ED7A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E13356-88ED-1837-A664-FD84CFBA8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B7A1-26FA-FF77-110F-F15589CFF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6429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341BED83-1991-CE4A-67EF-369980987206}"/>
              </a:ext>
            </a:extLst>
          </p:cNvPr>
          <p:cNvSpPr/>
          <p:nvPr/>
        </p:nvSpPr>
        <p:spPr>
          <a:xfrm>
            <a:off x="4716619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EAED8867-A42B-8EDE-4967-039B509992A8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3545DCB1-AB2B-7EF8-17B4-DB56A905D022}"/>
              </a:ext>
            </a:extLst>
          </p:cNvPr>
          <p:cNvSpPr/>
          <p:nvPr/>
        </p:nvSpPr>
        <p:spPr>
          <a:xfrm>
            <a:off x="4716619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A52A5DD-52D3-DCFD-D0F3-FD92FEFECF7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655B4A9E-B52D-2973-D24B-26EC39DEEF59}"/>
              </a:ext>
            </a:extLst>
          </p:cNvPr>
          <p:cNvSpPr/>
          <p:nvPr/>
        </p:nvSpPr>
        <p:spPr>
          <a:xfrm>
            <a:off x="6030533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51A04E2D-0770-EDE0-5DC2-38EA49864660}"/>
              </a:ext>
            </a:extLst>
          </p:cNvPr>
          <p:cNvSpPr/>
          <p:nvPr/>
        </p:nvSpPr>
        <p:spPr>
          <a:xfrm>
            <a:off x="3400055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BA22A39E-AF9C-EF33-C5CB-E3EF764366F9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E13BEBEC-EB22-843E-1C64-5449830849F6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C8C9EFFA-0A7C-142E-99C9-0B9846DA2742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7DD12B57-1E9F-27BE-BA1D-0E654A0C0207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14A56A17-8DF2-1CCD-1635-AE92CF3F7DF1}"/>
              </a:ext>
            </a:extLst>
          </p:cNvPr>
          <p:cNvSpPr/>
          <p:nvPr/>
        </p:nvSpPr>
        <p:spPr>
          <a:xfrm>
            <a:off x="3398691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112ED3C-DF07-FC75-D32F-1EFF3285F5D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968410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11010DAA-1A43-1D69-E857-8F9259BB597A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5286338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F04774B6-A1B9-342B-5F97-D3BB0D6B33B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09977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69B012B-A247-535E-DC3F-1154AFD60E4E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856057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36214CFC-B840-C27A-69B9-5DC02EBBE4F3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1311263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B1F12FD1-2A72-77F4-2231-C4B535D1C90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A8698F85-4F7E-A7C6-9ED1-DC63E226259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C03660A1-4EB1-AB11-9891-43717BF3D0FA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EE9352DA-8A8B-090B-10A3-13D559074C51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44E19CC-2B38-2AFE-5B6A-C4461632F1D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3969774" y="761231"/>
            <a:ext cx="2630478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6E22346A-0449-48AE-12C0-E9610A0A7F3D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940455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22EB8634-FA08-FDF6-BA47-D70F6D328EFE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940455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DF8F8655-BE09-9F3A-2DFB-82E289A4B27F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6FF4AA-EF3B-A056-60B9-AFDCF43CDD6C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56D3479B-5A4C-DE3B-7A2C-D880B5955BDF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2EE07326-D05D-144F-78D8-FD2346580E89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9979C7F7-15FB-23D3-BCC7-C8A59BCBBE25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8F4F8DF4-5A35-DBAA-80CD-4F077A7B1310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BE6F8243-E627-0C78-F6C2-98FC1F20DCC1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351B7AA-AD0C-E508-2281-35ACC739D60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91B4D567-C0CB-46CE-CC98-39957CE45418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F59A36E3-B8CE-570A-749E-A119447B7EB5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D389EE03-2F37-0884-361F-0F4497E068D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A3F42500-BAA6-D0E6-EF69-3A6718DF3EE8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5587DC12-C6E5-D889-35F0-0E8F4595393E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D2B730F1-BD05-E98F-3E2F-E43DCA468E50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22D4D98C-A537-C8AD-3752-87A7EEE19245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A9CCFB15-267E-BF78-1CEF-F3C43A036D39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3D81CBD3-3AAA-1157-418A-F45CDBEEAC67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V="1">
            <a:off x="5286338" y="1777109"/>
            <a:ext cx="0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C2591E36-A709-3E43-66E5-6618D8A5920A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BD34D976-DD0C-8388-6839-AED8438FCD17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379E19C-7FD4-945C-2D25-70DB27D951A8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6600252" y="761231"/>
            <a:ext cx="4015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B3E76B2B-29BC-1031-79D0-7E038F41EA4C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F1DE08A6-66D5-3B44-D4E7-6B72B624C26C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A817813F-212E-7BD5-142D-FC06C4E318FD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20663B6F-9AB5-8F4B-5ABA-EEE51B4A8EBD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43AA19-0955-1478-4D38-50216DED409A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B465F8B1-F243-1BCC-A314-B7750D4572AA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9BADE94C-E923-2BD0-DDB4-C376DC92E8C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F53CC7DB-CF75-A5CA-67B0-74199FEA8D31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F0E23B2-B4D6-ECDA-7484-13BEA97DD482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33B18D22-CF3F-F25B-5FA4-2C2A6AEDEB17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2658FF9D-E277-2DB9-DB90-3477A6A051FB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8C3DCE1B-A661-1A0E-6602-180950CCA780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7F79E6B-D577-99E1-F114-806F24EA3FD2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BF0ADD61-8197-44A2-2C92-019B828F7374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94C6244B-9E5C-D5E2-8D47-59D1CF1DCEEB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B66ABEE7-64D6-A35F-A2DE-70F98B121128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D960CB63-83EF-4948-6984-1EB868F3A487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31479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5B99-E1F7-0AB1-C288-331117323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5F27C842-1BBF-D4DD-263E-053F33160F51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2F9DEB4F-92AE-D9FD-0251-69089FCC8B8A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130560D3-1E43-5AF9-4A2E-05DFE5343F63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A08804D4-E5EF-386B-ECA8-A2452FFE138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BB24923F-AE0A-E04F-9477-9AD61007225A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BD7B2D79-212C-9DB6-2E14-EFDED1B0C845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0E57968B-08D6-4341-725A-1434581A074E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C8EE0897-83B7-07B6-62E3-8B06215C612C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5DB1F9D0-D9C5-0EA5-8D6A-9C1426E995F4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C3403E0E-FFF8-403B-4147-934184A07991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34F74D5F-ADAD-00EF-518D-E8EFABBB0682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DBD5ED76-B7C8-E858-D802-1EA78F8120B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5BD1005C-3E00-B068-AD31-CE4AB261B6CE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C7BDDB4B-89D0-DC5F-684C-B63E250DA0B7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357918F-8322-D52C-A8F5-79ADCE9D5B9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DB441A-1B4B-2F49-7C08-842C356BE99B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47F505D0-0F92-EC97-2A3D-BFEC05D52A6F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92D61E2C-4CE5-C535-B4A9-948DF38E945F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4CE86ACB-5CCA-61BA-E207-D8CC8BE2CA8D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CC725E0A-E539-EBE3-8BA3-67D145A884AA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0DD78658-6298-B979-F17D-28306BD11EF9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A0A592B6-E3FF-24E8-F20E-F54CBE56955E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B2D1E572-DCA2-CB79-49F7-0C22B195EEC7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B445BBB4-C586-7819-5543-E4C2F7A5BE8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1195382D-FD79-C7E6-8F2C-ADA81A46DE26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1973AF31-A7B4-A292-BC10-3ABF263CD6A0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CB87EB7D-D3E2-B582-2A2C-0C0D6476423E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3E69754F-EF27-3023-7BE9-C82933AC6987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30C83A6-A2F2-21AF-7DC5-1DAB5D17D8CC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18595FDF-4C04-8B60-8F92-1AFD5F2C4448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07BBD0B7-1164-142E-D398-FC30C0404B0B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7A3ECFF2-12B6-1789-A545-457679A4EC1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46505409-03B3-5D99-DB01-C6C1306FE12E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1EAF6ED7-065A-C9E0-2373-ECB779E7F13F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8941CEDA-7076-795C-CA7B-2E8C1A742CD2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C18AD20C-3DB8-6B57-8A49-150A24E2E278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A65BB3F8-DE99-E7FC-E90C-2E03E581F28A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A90315EC-1C02-3D35-7A0C-EBB819F2793F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45B4C68B-E838-CA7D-DD34-95A30BD7D15D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54DD087A-DD03-B221-BEEB-A29EF1E76EFF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A9D46B34-2401-AD88-A6F8-AE5B9F0C59A6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F3529BCA-EC61-E5A8-7D9D-895A3F7352BD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E6C85F84-A880-2EC1-32DE-06E559816A36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26B4DA43-3179-F30B-934B-F83EF5922FF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CDC983F4-CBF6-AA69-92E3-8DF07713E36B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38DB9A88-70C6-6F49-EA48-5E9B7552AE01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05DEE178-4A5C-BEAD-134D-26C0115D89B6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68F378D-D121-401F-5E9C-C0141124F116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06668A02-2372-3329-D373-E4AC22D75F34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60D13826-0B08-CF4C-62B5-606282A346F1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45461C05-890A-56EE-8D24-C7D2AFA6EF26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46CED67A-DAEF-00BF-1E36-8BAB5BAC5F55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AA28695B-9B06-2D73-7850-BEFB519026F9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414EBAB0-ABCF-4BA1-6993-F438C98E1F61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5ABBABA0-429F-2B7A-5C17-A6C25D6B4F85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55B8CBAC-5C1A-4FDC-43D3-BD2BB175466F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A936B6CC-B00B-9FC6-BDB4-F9709ACCC78B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150FBBB0-72FB-B7A1-558A-295BF38A6E82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  <p:cxnSp>
        <p:nvCxnSpPr>
          <p:cNvPr id="211" name="직선 화살표 연결선 96">
            <a:extLst>
              <a:ext uri="{FF2B5EF4-FFF2-40B4-BE49-F238E27FC236}">
                <a16:creationId xmlns:a16="http://schemas.microsoft.com/office/drawing/2014/main" id="{4C2065B8-81A6-5A1D-4143-8875194DAB94}"/>
              </a:ext>
            </a:extLst>
          </p:cNvPr>
          <p:cNvCxnSpPr>
            <a:cxnSpLocks/>
          </p:cNvCxnSpPr>
          <p:nvPr/>
        </p:nvCxnSpPr>
        <p:spPr>
          <a:xfrm>
            <a:off x="7392531" y="1321675"/>
            <a:ext cx="323569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>
            <a:extLst>
              <a:ext uri="{FF2B5EF4-FFF2-40B4-BE49-F238E27FC236}">
                <a16:creationId xmlns:a16="http://schemas.microsoft.com/office/drawing/2014/main" id="{8A4CC6BE-CB8B-DE21-FC99-C3AF2325054D}"/>
              </a:ext>
            </a:extLst>
          </p:cNvPr>
          <p:cNvSpPr txBox="1"/>
          <p:nvPr/>
        </p:nvSpPr>
        <p:spPr>
          <a:xfrm>
            <a:off x="7688274" y="1211905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Get Metrics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871146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77DCB-B5E0-D942-4F3E-59F38784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2">
            <a:extLst>
              <a:ext uri="{FF2B5EF4-FFF2-40B4-BE49-F238E27FC236}">
                <a16:creationId xmlns:a16="http://schemas.microsoft.com/office/drawing/2014/main" id="{0BF4F9D6-9E85-F84C-9223-8BFFB26550A6}"/>
              </a:ext>
            </a:extLst>
          </p:cNvPr>
          <p:cNvSpPr/>
          <p:nvPr/>
        </p:nvSpPr>
        <p:spPr>
          <a:xfrm>
            <a:off x="4062313" y="30520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3" name="사각형: 둥근 모서리 70">
            <a:extLst>
              <a:ext uri="{FF2B5EF4-FFF2-40B4-BE49-F238E27FC236}">
                <a16:creationId xmlns:a16="http://schemas.microsoft.com/office/drawing/2014/main" id="{10FE405F-E2ED-809F-4320-D43AAF59D671}"/>
              </a:ext>
            </a:extLst>
          </p:cNvPr>
          <p:cNvSpPr/>
          <p:nvPr/>
        </p:nvSpPr>
        <p:spPr>
          <a:xfrm>
            <a:off x="1979712" y="1025814"/>
            <a:ext cx="5304640" cy="1545936"/>
          </a:xfrm>
          <a:prstGeom prst="roundRect">
            <a:avLst>
              <a:gd name="adj" fmla="val 4874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7" name="사각형: 둥근 모서리 12">
            <a:extLst>
              <a:ext uri="{FF2B5EF4-FFF2-40B4-BE49-F238E27FC236}">
                <a16:creationId xmlns:a16="http://schemas.microsoft.com/office/drawing/2014/main" id="{8207E634-5E81-F183-C1F4-164096FB4ADC}"/>
              </a:ext>
            </a:extLst>
          </p:cNvPr>
          <p:cNvSpPr/>
          <p:nvPr/>
        </p:nvSpPr>
        <p:spPr>
          <a:xfrm>
            <a:off x="4062313" y="132559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9" name="사각형: 둥근 모서리 70">
            <a:extLst>
              <a:ext uri="{FF2B5EF4-FFF2-40B4-BE49-F238E27FC236}">
                <a16:creationId xmlns:a16="http://schemas.microsoft.com/office/drawing/2014/main" id="{5A6EF79B-4513-8D26-1615-C67E80D9BE4C}"/>
              </a:ext>
            </a:extLst>
          </p:cNvPr>
          <p:cNvSpPr/>
          <p:nvPr/>
        </p:nvSpPr>
        <p:spPr>
          <a:xfrm>
            <a:off x="637634" y="2758587"/>
            <a:ext cx="7979316" cy="2189427"/>
          </a:xfrm>
          <a:prstGeom prst="roundRect">
            <a:avLst>
              <a:gd name="adj" fmla="val 4279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LLM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1" name="사각형: 둥근 모서리 12">
            <a:extLst>
              <a:ext uri="{FF2B5EF4-FFF2-40B4-BE49-F238E27FC236}">
                <a16:creationId xmlns:a16="http://schemas.microsoft.com/office/drawing/2014/main" id="{5FC1E958-DBD2-C48D-0689-B93617242600}"/>
              </a:ext>
            </a:extLst>
          </p:cNvPr>
          <p:cNvSpPr/>
          <p:nvPr/>
        </p:nvSpPr>
        <p:spPr>
          <a:xfrm>
            <a:off x="5376227" y="30972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Istio </a:t>
            </a:r>
            <a:r>
              <a:rPr lang="en-US" altLang="ko-KR" sz="900" b="1"/>
              <a:t>Gateway Controller</a:t>
            </a:r>
            <a:r>
              <a:rPr lang="en-US" altLang="ko-KR" sz="900"/>
              <a:t> (istiod)</a:t>
            </a:r>
            <a:endParaRPr lang="ko-KR" altLang="en-US" sz="900" dirty="0"/>
          </a:p>
        </p:txBody>
      </p:sp>
      <p:sp>
        <p:nvSpPr>
          <p:cNvPr id="12" name="사각형: 둥근 모서리 12">
            <a:extLst>
              <a:ext uri="{FF2B5EF4-FFF2-40B4-BE49-F238E27FC236}">
                <a16:creationId xmlns:a16="http://schemas.microsoft.com/office/drawing/2014/main" id="{01A4CB84-C93E-7B7B-1191-8A57074D0E47}"/>
              </a:ext>
            </a:extLst>
          </p:cNvPr>
          <p:cNvSpPr/>
          <p:nvPr/>
        </p:nvSpPr>
        <p:spPr>
          <a:xfrm>
            <a:off x="2091442" y="132559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</a:t>
            </a:r>
            <a:br>
              <a:rPr lang="en-US" altLang="ko-KR" sz="900"/>
            </a:br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14" name="사각형: 둥근 모서리 12">
            <a:extLst>
              <a:ext uri="{FF2B5EF4-FFF2-40B4-BE49-F238E27FC236}">
                <a16:creationId xmlns:a16="http://schemas.microsoft.com/office/drawing/2014/main" id="{3C80008A-D267-65BE-32D2-3A3E3185E404}"/>
              </a:ext>
            </a:extLst>
          </p:cNvPr>
          <p:cNvSpPr/>
          <p:nvPr/>
        </p:nvSpPr>
        <p:spPr>
          <a:xfrm>
            <a:off x="2090078" y="20262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(envoy)</a:t>
            </a:r>
            <a:br>
              <a:rPr lang="en-US" altLang="ko-KR" sz="900" dirty="0"/>
            </a:br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5" name="사각형: 둥근 모서리 12">
            <a:extLst>
              <a:ext uri="{FF2B5EF4-FFF2-40B4-BE49-F238E27FC236}">
                <a16:creationId xmlns:a16="http://schemas.microsoft.com/office/drawing/2014/main" id="{79B63E46-0310-54A6-15B1-BA92DF5CB318}"/>
              </a:ext>
            </a:extLst>
          </p:cNvPr>
          <p:cNvSpPr/>
          <p:nvPr/>
        </p:nvSpPr>
        <p:spPr>
          <a:xfrm>
            <a:off x="3405356" y="307020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20" name="사각형: 둥근 모서리 12">
            <a:extLst>
              <a:ext uri="{FF2B5EF4-FFF2-40B4-BE49-F238E27FC236}">
                <a16:creationId xmlns:a16="http://schemas.microsoft.com/office/drawing/2014/main" id="{DA8A9E29-7E8E-9305-72F0-3AF3832A77FB}"/>
              </a:ext>
            </a:extLst>
          </p:cNvPr>
          <p:cNvSpPr/>
          <p:nvPr/>
        </p:nvSpPr>
        <p:spPr>
          <a:xfrm>
            <a:off x="2090078" y="307020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21" name="사각형: 둥근 모서리 12">
            <a:extLst>
              <a:ext uri="{FF2B5EF4-FFF2-40B4-BE49-F238E27FC236}">
                <a16:creationId xmlns:a16="http://schemas.microsoft.com/office/drawing/2014/main" id="{23D195AE-90DF-5B36-EF8B-02BC6611CA1E}"/>
              </a:ext>
            </a:extLst>
          </p:cNvPr>
          <p:cNvSpPr/>
          <p:nvPr/>
        </p:nvSpPr>
        <p:spPr>
          <a:xfrm>
            <a:off x="2090078" y="437011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22" name="사각형: 둥근 모서리 12">
            <a:extLst>
              <a:ext uri="{FF2B5EF4-FFF2-40B4-BE49-F238E27FC236}">
                <a16:creationId xmlns:a16="http://schemas.microsoft.com/office/drawing/2014/main" id="{03929264-D561-AB89-C323-84CBF73E4997}"/>
              </a:ext>
            </a:extLst>
          </p:cNvPr>
          <p:cNvSpPr/>
          <p:nvPr/>
        </p:nvSpPr>
        <p:spPr>
          <a:xfrm>
            <a:off x="2090078" y="30943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23" name="직선 화살표 연결선 96">
            <a:extLst>
              <a:ext uri="{FF2B5EF4-FFF2-40B4-BE49-F238E27FC236}">
                <a16:creationId xmlns:a16="http://schemas.microsoft.com/office/drawing/2014/main" id="{7C8E9657-A82F-2E95-61D9-CA153D0D3CDE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2659797" y="760941"/>
            <a:ext cx="1364" cy="56465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96">
            <a:extLst>
              <a:ext uri="{FF2B5EF4-FFF2-40B4-BE49-F238E27FC236}">
                <a16:creationId xmlns:a16="http://schemas.microsoft.com/office/drawing/2014/main" id="{BEA21B93-33F7-5363-6162-B2373E58EAE2}"/>
              </a:ext>
            </a:extLst>
          </p:cNvPr>
          <p:cNvCxnSpPr>
            <a:cxnSpLocks/>
            <a:stCxn id="7" idx="0"/>
            <a:endCxn id="2" idx="2"/>
          </p:cNvCxnSpPr>
          <p:nvPr/>
        </p:nvCxnSpPr>
        <p:spPr>
          <a:xfrm flipV="1">
            <a:off x="4632032" y="756712"/>
            <a:ext cx="0" cy="5688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96">
            <a:extLst>
              <a:ext uri="{FF2B5EF4-FFF2-40B4-BE49-F238E27FC236}">
                <a16:creationId xmlns:a16="http://schemas.microsoft.com/office/drawing/2014/main" id="{4388C77B-4935-5CB8-D176-7BF3C92D9FF1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flipH="1">
            <a:off x="2659797" y="1777108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1ED296F-B882-880F-79E7-4C1466E4AB30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>
            <a:off x="5201751" y="530957"/>
            <a:ext cx="174476" cy="451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EA4FD01-DC4F-62DB-5311-5D243E71E38A}"/>
              </a:ext>
            </a:extLst>
          </p:cNvPr>
          <p:cNvCxnSpPr>
            <a:cxnSpLocks/>
            <a:stCxn id="15" idx="0"/>
            <a:endCxn id="7" idx="2"/>
          </p:cNvCxnSpPr>
          <p:nvPr/>
        </p:nvCxnSpPr>
        <p:spPr>
          <a:xfrm flipV="1">
            <a:off x="3975075" y="1777109"/>
            <a:ext cx="656957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96">
            <a:extLst>
              <a:ext uri="{FF2B5EF4-FFF2-40B4-BE49-F238E27FC236}">
                <a16:creationId xmlns:a16="http://schemas.microsoft.com/office/drawing/2014/main" id="{21348B76-D5DF-00B7-7AF2-8197F56AFF3A}"/>
              </a:ext>
            </a:extLst>
          </p:cNvPr>
          <p:cNvCxnSpPr>
            <a:cxnSpLocks/>
            <a:stCxn id="15" idx="2"/>
            <a:endCxn id="91" idx="0"/>
          </p:cNvCxnSpPr>
          <p:nvPr/>
        </p:nvCxnSpPr>
        <p:spPr>
          <a:xfrm>
            <a:off x="3975075" y="3521718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96">
            <a:extLst>
              <a:ext uri="{FF2B5EF4-FFF2-40B4-BE49-F238E27FC236}">
                <a16:creationId xmlns:a16="http://schemas.microsoft.com/office/drawing/2014/main" id="{7507D8D1-1F74-6654-DCCB-3C22C304F1BC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2659797" y="2477728"/>
            <a:ext cx="0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96">
            <a:extLst>
              <a:ext uri="{FF2B5EF4-FFF2-40B4-BE49-F238E27FC236}">
                <a16:creationId xmlns:a16="http://schemas.microsoft.com/office/drawing/2014/main" id="{D2990641-8419-8D24-1CC8-37E0B12D6176}"/>
              </a:ext>
            </a:extLst>
          </p:cNvPr>
          <p:cNvCxnSpPr>
            <a:cxnSpLocks/>
            <a:stCxn id="91" idx="0"/>
            <a:endCxn id="20" idx="3"/>
          </p:cNvCxnSpPr>
          <p:nvPr/>
        </p:nvCxnSpPr>
        <p:spPr>
          <a:xfrm flipH="1" flipV="1">
            <a:off x="3229516" y="3295963"/>
            <a:ext cx="746846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96">
            <a:extLst>
              <a:ext uri="{FF2B5EF4-FFF2-40B4-BE49-F238E27FC236}">
                <a16:creationId xmlns:a16="http://schemas.microsoft.com/office/drawing/2014/main" id="{4EFAEF02-B7E6-E8E3-3FD4-7DEB717AFAF0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2659797" y="3521718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96">
            <a:extLst>
              <a:ext uri="{FF2B5EF4-FFF2-40B4-BE49-F238E27FC236}">
                <a16:creationId xmlns:a16="http://schemas.microsoft.com/office/drawing/2014/main" id="{139ECECF-F82C-B9A1-6EF6-03D59085D8A8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2661161" y="761231"/>
            <a:ext cx="3284785" cy="56436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96">
            <a:extLst>
              <a:ext uri="{FF2B5EF4-FFF2-40B4-BE49-F238E27FC236}">
                <a16:creationId xmlns:a16="http://schemas.microsoft.com/office/drawing/2014/main" id="{436EDCFE-6458-487F-796F-17A7BD4F94BB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659797" y="761231"/>
            <a:ext cx="3286149" cy="126498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96">
            <a:extLst>
              <a:ext uri="{FF2B5EF4-FFF2-40B4-BE49-F238E27FC236}">
                <a16:creationId xmlns:a16="http://schemas.microsoft.com/office/drawing/2014/main" id="{F696814C-4110-A895-1A8F-56C5ACD50ABD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659797" y="761231"/>
            <a:ext cx="3286149" cy="2308976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12">
            <a:extLst>
              <a:ext uri="{FF2B5EF4-FFF2-40B4-BE49-F238E27FC236}">
                <a16:creationId xmlns:a16="http://schemas.microsoft.com/office/drawing/2014/main" id="{A36BE3B1-0F55-1ED2-1329-D597B0349038}"/>
              </a:ext>
            </a:extLst>
          </p:cNvPr>
          <p:cNvSpPr/>
          <p:nvPr/>
        </p:nvSpPr>
        <p:spPr>
          <a:xfrm>
            <a:off x="773513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80" name="직선 화살표 연결선 96">
            <a:extLst>
              <a:ext uri="{FF2B5EF4-FFF2-40B4-BE49-F238E27FC236}">
                <a16:creationId xmlns:a16="http://schemas.microsoft.com/office/drawing/2014/main" id="{96A04251-6AB7-57DF-D4B4-578548891D62}"/>
              </a:ext>
            </a:extLst>
          </p:cNvPr>
          <p:cNvCxnSpPr>
            <a:cxnSpLocks/>
            <a:stCxn id="79" idx="3"/>
            <a:endCxn id="21" idx="1"/>
          </p:cNvCxnSpPr>
          <p:nvPr/>
        </p:nvCxnSpPr>
        <p:spPr>
          <a:xfrm>
            <a:off x="1912951" y="4595873"/>
            <a:ext cx="177127" cy="1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12">
            <a:extLst>
              <a:ext uri="{FF2B5EF4-FFF2-40B4-BE49-F238E27FC236}">
                <a16:creationId xmlns:a16="http://schemas.microsoft.com/office/drawing/2014/main" id="{B4D8418A-AEA9-CB7F-3D9D-61DAFC4286B3}"/>
              </a:ext>
            </a:extLst>
          </p:cNvPr>
          <p:cNvSpPr/>
          <p:nvPr/>
        </p:nvSpPr>
        <p:spPr>
          <a:xfrm>
            <a:off x="773513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86" name="사각형: 둥근 모서리 12">
            <a:extLst>
              <a:ext uri="{FF2B5EF4-FFF2-40B4-BE49-F238E27FC236}">
                <a16:creationId xmlns:a16="http://schemas.microsoft.com/office/drawing/2014/main" id="{6B007108-3489-EFCE-28A6-B2776ED2AB41}"/>
              </a:ext>
            </a:extLst>
          </p:cNvPr>
          <p:cNvSpPr/>
          <p:nvPr/>
        </p:nvSpPr>
        <p:spPr>
          <a:xfrm>
            <a:off x="773513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91" name="사각형: 둥근 모서리 12">
            <a:extLst>
              <a:ext uri="{FF2B5EF4-FFF2-40B4-BE49-F238E27FC236}">
                <a16:creationId xmlns:a16="http://schemas.microsoft.com/office/drawing/2014/main" id="{A5865510-1801-CE8C-F2CB-93F1F9AF08D6}"/>
              </a:ext>
            </a:extLst>
          </p:cNvPr>
          <p:cNvSpPr/>
          <p:nvPr/>
        </p:nvSpPr>
        <p:spPr>
          <a:xfrm>
            <a:off x="3406643" y="437011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16BCD9BB-2F35-5487-09CE-62947155F8B7}"/>
              </a:ext>
            </a:extLst>
          </p:cNvPr>
          <p:cNvCxnSpPr>
            <a:cxnSpLocks/>
            <a:stCxn id="83" idx="2"/>
            <a:endCxn id="79" idx="0"/>
          </p:cNvCxnSpPr>
          <p:nvPr/>
        </p:nvCxnSpPr>
        <p:spPr>
          <a:xfrm>
            <a:off x="1343232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DE7782F-C19B-2C52-D944-68E6F870B52B}"/>
              </a:ext>
            </a:extLst>
          </p:cNvPr>
          <p:cNvCxnSpPr>
            <a:cxnSpLocks/>
            <a:stCxn id="86" idx="2"/>
            <a:endCxn id="83" idx="0"/>
          </p:cNvCxnSpPr>
          <p:nvPr/>
        </p:nvCxnSpPr>
        <p:spPr>
          <a:xfrm>
            <a:off x="1343232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671F5B1-EF2E-D4DC-BDA9-1CB030F5DAC9}"/>
              </a:ext>
            </a:extLst>
          </p:cNvPr>
          <p:cNvCxnSpPr>
            <a:cxnSpLocks/>
            <a:stCxn id="14" idx="1"/>
            <a:endCxn id="86" idx="0"/>
          </p:cNvCxnSpPr>
          <p:nvPr/>
        </p:nvCxnSpPr>
        <p:spPr>
          <a:xfrm flipH="1">
            <a:off x="1343232" y="2251973"/>
            <a:ext cx="746846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사각형: 둥근 모서리 12">
            <a:extLst>
              <a:ext uri="{FF2B5EF4-FFF2-40B4-BE49-F238E27FC236}">
                <a16:creationId xmlns:a16="http://schemas.microsoft.com/office/drawing/2014/main" id="{58C64673-ED50-C4AB-1A41-691BB4EF5031}"/>
              </a:ext>
            </a:extLst>
          </p:cNvPr>
          <p:cNvSpPr/>
          <p:nvPr/>
        </p:nvSpPr>
        <p:spPr>
          <a:xfrm>
            <a:off x="4716619" y="307020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cxnSp>
        <p:nvCxnSpPr>
          <p:cNvPr id="114" name="직선 화살표 연결선 96">
            <a:extLst>
              <a:ext uri="{FF2B5EF4-FFF2-40B4-BE49-F238E27FC236}">
                <a16:creationId xmlns:a16="http://schemas.microsoft.com/office/drawing/2014/main" id="{5C41BB3C-87F7-703A-5239-77166904D571}"/>
              </a:ext>
            </a:extLst>
          </p:cNvPr>
          <p:cNvCxnSpPr>
            <a:cxnSpLocks/>
            <a:stCxn id="113" idx="2"/>
            <a:endCxn id="115" idx="0"/>
          </p:cNvCxnSpPr>
          <p:nvPr/>
        </p:nvCxnSpPr>
        <p:spPr>
          <a:xfrm>
            <a:off x="5286338" y="3521717"/>
            <a:ext cx="1287" cy="8483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사각형: 둥근 모서리 12">
            <a:extLst>
              <a:ext uri="{FF2B5EF4-FFF2-40B4-BE49-F238E27FC236}">
                <a16:creationId xmlns:a16="http://schemas.microsoft.com/office/drawing/2014/main" id="{3678AD27-235A-EF17-5BFE-1E768ED33CDE}"/>
              </a:ext>
            </a:extLst>
          </p:cNvPr>
          <p:cNvSpPr/>
          <p:nvPr/>
        </p:nvSpPr>
        <p:spPr>
          <a:xfrm>
            <a:off x="4717906" y="437011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/>
              <a:t>InferencePool</a:t>
            </a:r>
            <a:endParaRPr lang="ko-KR" altLang="en-US" sz="900" b="1" dirty="0"/>
          </a:p>
        </p:txBody>
      </p:sp>
      <p:sp>
        <p:nvSpPr>
          <p:cNvPr id="127" name="사각형: 둥근 모서리 12">
            <a:extLst>
              <a:ext uri="{FF2B5EF4-FFF2-40B4-BE49-F238E27FC236}">
                <a16:creationId xmlns:a16="http://schemas.microsoft.com/office/drawing/2014/main" id="{D58762FD-828A-EBC1-0ADC-2BB685F5EA5C}"/>
              </a:ext>
            </a:extLst>
          </p:cNvPr>
          <p:cNvSpPr/>
          <p:nvPr/>
        </p:nvSpPr>
        <p:spPr>
          <a:xfrm>
            <a:off x="6034548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Service</a:t>
            </a:r>
          </a:p>
          <a:p>
            <a:pPr algn="ctr"/>
            <a:r>
              <a:rPr lang="en-US" altLang="ko-KR" sz="900" b="1" dirty="0"/>
              <a:t>(Headless)</a:t>
            </a:r>
            <a:endParaRPr lang="ko-KR" altLang="en-US" sz="900" b="1" dirty="0"/>
          </a:p>
        </p:txBody>
      </p:sp>
      <p:sp>
        <p:nvSpPr>
          <p:cNvPr id="129" name="사각형: 둥근 모서리 12">
            <a:extLst>
              <a:ext uri="{FF2B5EF4-FFF2-40B4-BE49-F238E27FC236}">
                <a16:creationId xmlns:a16="http://schemas.microsoft.com/office/drawing/2014/main" id="{486C0532-DE52-5BE2-DF04-B66A764A77DF}"/>
              </a:ext>
            </a:extLst>
          </p:cNvPr>
          <p:cNvSpPr/>
          <p:nvPr/>
        </p:nvSpPr>
        <p:spPr>
          <a:xfrm>
            <a:off x="6034548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B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30" name="직선 화살표 연결선 96">
            <a:extLst>
              <a:ext uri="{FF2B5EF4-FFF2-40B4-BE49-F238E27FC236}">
                <a16:creationId xmlns:a16="http://schemas.microsoft.com/office/drawing/2014/main" id="{292C888E-513F-5DC1-1ABE-252BAE94B3A6}"/>
              </a:ext>
            </a:extLst>
          </p:cNvPr>
          <p:cNvCxnSpPr>
            <a:cxnSpLocks/>
            <a:stCxn id="115" idx="0"/>
            <a:endCxn id="127" idx="1"/>
          </p:cNvCxnSpPr>
          <p:nvPr/>
        </p:nvCxnSpPr>
        <p:spPr>
          <a:xfrm flipV="1">
            <a:off x="5287625" y="3295962"/>
            <a:ext cx="746923" cy="107415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96">
            <a:extLst>
              <a:ext uri="{FF2B5EF4-FFF2-40B4-BE49-F238E27FC236}">
                <a16:creationId xmlns:a16="http://schemas.microsoft.com/office/drawing/2014/main" id="{322E8B2B-5AB8-51EC-35C2-8F6E0B4D4C26}"/>
              </a:ext>
            </a:extLst>
          </p:cNvPr>
          <p:cNvCxnSpPr>
            <a:cxnSpLocks/>
            <a:stCxn id="14" idx="2"/>
            <a:endCxn id="127" idx="0"/>
          </p:cNvCxnSpPr>
          <p:nvPr/>
        </p:nvCxnSpPr>
        <p:spPr>
          <a:xfrm>
            <a:off x="2659797" y="2477728"/>
            <a:ext cx="3944470" cy="592478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96">
            <a:extLst>
              <a:ext uri="{FF2B5EF4-FFF2-40B4-BE49-F238E27FC236}">
                <a16:creationId xmlns:a16="http://schemas.microsoft.com/office/drawing/2014/main" id="{3442B002-DA97-EA12-A3C4-938B3766DE77}"/>
              </a:ext>
            </a:extLst>
          </p:cNvPr>
          <p:cNvCxnSpPr>
            <a:cxnSpLocks/>
            <a:stCxn id="127" idx="2"/>
            <a:endCxn id="129" idx="0"/>
          </p:cNvCxnSpPr>
          <p:nvPr/>
        </p:nvCxnSpPr>
        <p:spPr>
          <a:xfrm>
            <a:off x="6604267" y="3521717"/>
            <a:ext cx="0" cy="84840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96">
            <a:extLst>
              <a:ext uri="{FF2B5EF4-FFF2-40B4-BE49-F238E27FC236}">
                <a16:creationId xmlns:a16="http://schemas.microsoft.com/office/drawing/2014/main" id="{B420FE5E-CF10-C2D7-E5E8-3502C9911CC0}"/>
              </a:ext>
            </a:extLst>
          </p:cNvPr>
          <p:cNvCxnSpPr>
            <a:cxnSpLocks/>
            <a:stCxn id="113" idx="0"/>
            <a:endCxn id="7" idx="2"/>
          </p:cNvCxnSpPr>
          <p:nvPr/>
        </p:nvCxnSpPr>
        <p:spPr>
          <a:xfrm flipH="1" flipV="1">
            <a:off x="4632032" y="1777109"/>
            <a:ext cx="654306" cy="12930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96">
            <a:extLst>
              <a:ext uri="{FF2B5EF4-FFF2-40B4-BE49-F238E27FC236}">
                <a16:creationId xmlns:a16="http://schemas.microsoft.com/office/drawing/2014/main" id="{F3FBA233-91A1-8FAE-FB98-25A884E8E3A3}"/>
              </a:ext>
            </a:extLst>
          </p:cNvPr>
          <p:cNvCxnSpPr>
            <a:cxnSpLocks/>
            <a:stCxn id="91" idx="1"/>
            <a:endCxn id="21" idx="3"/>
          </p:cNvCxnSpPr>
          <p:nvPr/>
        </p:nvCxnSpPr>
        <p:spPr>
          <a:xfrm flipH="1">
            <a:off x="3229516" y="4595873"/>
            <a:ext cx="177127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화살표 연결선 96">
            <a:extLst>
              <a:ext uri="{FF2B5EF4-FFF2-40B4-BE49-F238E27FC236}">
                <a16:creationId xmlns:a16="http://schemas.microsoft.com/office/drawing/2014/main" id="{951097FE-2E56-48BC-2474-A26F5C0B37F8}"/>
              </a:ext>
            </a:extLst>
          </p:cNvPr>
          <p:cNvCxnSpPr>
            <a:cxnSpLocks/>
            <a:stCxn id="115" idx="3"/>
            <a:endCxn id="129" idx="1"/>
          </p:cNvCxnSpPr>
          <p:nvPr/>
        </p:nvCxnSpPr>
        <p:spPr>
          <a:xfrm>
            <a:off x="5857344" y="4595872"/>
            <a:ext cx="17720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96">
            <a:extLst>
              <a:ext uri="{FF2B5EF4-FFF2-40B4-BE49-F238E27FC236}">
                <a16:creationId xmlns:a16="http://schemas.microsoft.com/office/drawing/2014/main" id="{89D8A2A7-9E40-A633-060C-DCCAD740AA59}"/>
              </a:ext>
            </a:extLst>
          </p:cNvPr>
          <p:cNvCxnSpPr>
            <a:cxnSpLocks/>
            <a:stCxn id="11" idx="2"/>
            <a:endCxn id="127" idx="0"/>
          </p:cNvCxnSpPr>
          <p:nvPr/>
        </p:nvCxnSpPr>
        <p:spPr>
          <a:xfrm>
            <a:off x="5945946" y="761231"/>
            <a:ext cx="658321" cy="2308975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사각형: 둥근 모서리 12">
            <a:extLst>
              <a:ext uri="{FF2B5EF4-FFF2-40B4-BE49-F238E27FC236}">
                <a16:creationId xmlns:a16="http://schemas.microsoft.com/office/drawing/2014/main" id="{6201EEC4-53B4-4BE0-5328-B51A3BB75C9E}"/>
              </a:ext>
            </a:extLst>
          </p:cNvPr>
          <p:cNvSpPr/>
          <p:nvPr/>
        </p:nvSpPr>
        <p:spPr>
          <a:xfrm>
            <a:off x="7351190" y="4370117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180" name="사각형: 둥근 모서리 12">
            <a:extLst>
              <a:ext uri="{FF2B5EF4-FFF2-40B4-BE49-F238E27FC236}">
                <a16:creationId xmlns:a16="http://schemas.microsoft.com/office/drawing/2014/main" id="{020E512A-1568-1FA5-6A60-E7AF1F1627F6}"/>
              </a:ext>
            </a:extLst>
          </p:cNvPr>
          <p:cNvSpPr/>
          <p:nvPr/>
        </p:nvSpPr>
        <p:spPr>
          <a:xfrm>
            <a:off x="7351190" y="3720161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DestinationRule</a:t>
            </a:r>
            <a:endParaRPr lang="ko-KR" altLang="en-US" sz="900" b="1" dirty="0"/>
          </a:p>
        </p:txBody>
      </p:sp>
      <p:sp>
        <p:nvSpPr>
          <p:cNvPr id="181" name="사각형: 둥근 모서리 12">
            <a:extLst>
              <a:ext uri="{FF2B5EF4-FFF2-40B4-BE49-F238E27FC236}">
                <a16:creationId xmlns:a16="http://schemas.microsoft.com/office/drawing/2014/main" id="{6C18DDA7-4016-C989-CCF5-FB7A915EF3C6}"/>
              </a:ext>
            </a:extLst>
          </p:cNvPr>
          <p:cNvSpPr/>
          <p:nvPr/>
        </p:nvSpPr>
        <p:spPr>
          <a:xfrm>
            <a:off x="7351190" y="307020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Model A EPP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cxnSp>
        <p:nvCxnSpPr>
          <p:cNvPr id="183" name="직선 화살표 연결선 96">
            <a:extLst>
              <a:ext uri="{FF2B5EF4-FFF2-40B4-BE49-F238E27FC236}">
                <a16:creationId xmlns:a16="http://schemas.microsoft.com/office/drawing/2014/main" id="{484512C4-D518-9463-DB2F-34D9A4BFE819}"/>
              </a:ext>
            </a:extLst>
          </p:cNvPr>
          <p:cNvCxnSpPr>
            <a:cxnSpLocks/>
            <a:stCxn id="179" idx="1"/>
            <a:endCxn id="129" idx="3"/>
          </p:cNvCxnSpPr>
          <p:nvPr/>
        </p:nvCxnSpPr>
        <p:spPr>
          <a:xfrm flipH="1">
            <a:off x="7173986" y="4595873"/>
            <a:ext cx="177204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3C159BDD-C3BF-7F8F-17DC-125EA25B9B0B}"/>
              </a:ext>
            </a:extLst>
          </p:cNvPr>
          <p:cNvCxnSpPr>
            <a:cxnSpLocks/>
            <a:stCxn id="14" idx="3"/>
            <a:endCxn id="181" idx="0"/>
          </p:cNvCxnSpPr>
          <p:nvPr/>
        </p:nvCxnSpPr>
        <p:spPr>
          <a:xfrm>
            <a:off x="3229516" y="2251973"/>
            <a:ext cx="4691393" cy="818233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37FBB5FC-B88F-6376-DF91-6C59D6708CF8}"/>
              </a:ext>
            </a:extLst>
          </p:cNvPr>
          <p:cNvCxnSpPr>
            <a:cxnSpLocks/>
            <a:stCxn id="181" idx="2"/>
            <a:endCxn id="180" idx="0"/>
          </p:cNvCxnSpPr>
          <p:nvPr/>
        </p:nvCxnSpPr>
        <p:spPr>
          <a:xfrm>
            <a:off x="7920909" y="3521717"/>
            <a:ext cx="0" cy="198444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754AE87E-1EA3-EF5D-E252-C9A605A2668F}"/>
              </a:ext>
            </a:extLst>
          </p:cNvPr>
          <p:cNvCxnSpPr>
            <a:cxnSpLocks/>
            <a:stCxn id="180" idx="2"/>
            <a:endCxn id="179" idx="0"/>
          </p:cNvCxnSpPr>
          <p:nvPr/>
        </p:nvCxnSpPr>
        <p:spPr>
          <a:xfrm>
            <a:off x="7920909" y="4171672"/>
            <a:ext cx="0" cy="198445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직선 화살표 연결선 96">
            <a:extLst>
              <a:ext uri="{FF2B5EF4-FFF2-40B4-BE49-F238E27FC236}">
                <a16:creationId xmlns:a16="http://schemas.microsoft.com/office/drawing/2014/main" id="{5BA8064B-0B00-5E74-F0E7-6E514B3E7968}"/>
              </a:ext>
            </a:extLst>
          </p:cNvPr>
          <p:cNvCxnSpPr>
            <a:cxnSpLocks/>
          </p:cNvCxnSpPr>
          <p:nvPr/>
        </p:nvCxnSpPr>
        <p:spPr>
          <a:xfrm>
            <a:off x="7392531" y="377236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09FC8EED-2732-BC99-BAFE-C0FAE09B38FB}"/>
              </a:ext>
            </a:extLst>
          </p:cNvPr>
          <p:cNvSpPr txBox="1"/>
          <p:nvPr/>
        </p:nvSpPr>
        <p:spPr>
          <a:xfrm>
            <a:off x="7688274" y="267466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04" name="직선 화살표 연결선 96">
            <a:extLst>
              <a:ext uri="{FF2B5EF4-FFF2-40B4-BE49-F238E27FC236}">
                <a16:creationId xmlns:a16="http://schemas.microsoft.com/office/drawing/2014/main" id="{EB17D397-50C1-D4B4-77E0-3A1BBBD0E1E8}"/>
              </a:ext>
            </a:extLst>
          </p:cNvPr>
          <p:cNvCxnSpPr>
            <a:cxnSpLocks/>
          </p:cNvCxnSpPr>
          <p:nvPr/>
        </p:nvCxnSpPr>
        <p:spPr>
          <a:xfrm>
            <a:off x="7392531" y="613485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TextBox 204">
            <a:extLst>
              <a:ext uri="{FF2B5EF4-FFF2-40B4-BE49-F238E27FC236}">
                <a16:creationId xmlns:a16="http://schemas.microsoft.com/office/drawing/2014/main" id="{A045B9CF-8D97-4B64-C4A1-15AEB2FAB3A5}"/>
              </a:ext>
            </a:extLst>
          </p:cNvPr>
          <p:cNvSpPr txBox="1"/>
          <p:nvPr/>
        </p:nvSpPr>
        <p:spPr>
          <a:xfrm>
            <a:off x="7688274" y="503715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06" name="직선 화살표 연결선 96">
            <a:extLst>
              <a:ext uri="{FF2B5EF4-FFF2-40B4-BE49-F238E27FC236}">
                <a16:creationId xmlns:a16="http://schemas.microsoft.com/office/drawing/2014/main" id="{BC3BC161-D5CD-1500-397F-4C3A63AFEC2B}"/>
              </a:ext>
            </a:extLst>
          </p:cNvPr>
          <p:cNvCxnSpPr>
            <a:cxnSpLocks/>
          </p:cNvCxnSpPr>
          <p:nvPr/>
        </p:nvCxnSpPr>
        <p:spPr>
          <a:xfrm>
            <a:off x="7392531" y="847542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7E780DC0-F077-59B0-05E9-AE8DD67C0615}"/>
              </a:ext>
            </a:extLst>
          </p:cNvPr>
          <p:cNvSpPr txBox="1"/>
          <p:nvPr/>
        </p:nvSpPr>
        <p:spPr>
          <a:xfrm>
            <a:off x="7688274" y="737772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cxnSp>
        <p:nvCxnSpPr>
          <p:cNvPr id="209" name="직선 화살표 연결선 96">
            <a:extLst>
              <a:ext uri="{FF2B5EF4-FFF2-40B4-BE49-F238E27FC236}">
                <a16:creationId xmlns:a16="http://schemas.microsoft.com/office/drawing/2014/main" id="{66F793BB-47F8-7D7B-90F2-F11648E09749}"/>
              </a:ext>
            </a:extLst>
          </p:cNvPr>
          <p:cNvCxnSpPr>
            <a:cxnSpLocks/>
          </p:cNvCxnSpPr>
          <p:nvPr/>
        </p:nvCxnSpPr>
        <p:spPr>
          <a:xfrm>
            <a:off x="7392531" y="1081598"/>
            <a:ext cx="323569" cy="0"/>
          </a:xfrm>
          <a:prstGeom prst="straightConnector1">
            <a:avLst/>
          </a:prstGeom>
          <a:ln w="12700">
            <a:solidFill>
              <a:schemeClr val="accent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DC3E3A22-FE2E-DEDD-3ED0-F59A07F9EE60}"/>
              </a:ext>
            </a:extLst>
          </p:cNvPr>
          <p:cNvSpPr txBox="1"/>
          <p:nvPr/>
        </p:nvSpPr>
        <p:spPr>
          <a:xfrm>
            <a:off x="7688274" y="971828"/>
            <a:ext cx="10309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Select Endpoint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1221198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A60A-8045-C872-D0B4-4ECF7EA1E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72CA7226-1928-EAEC-8BC1-C377F5B482D9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Vendor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7DF0A562-ECD2-F54D-BB26-C808FAFA5F79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6AF81984-B9E4-A407-7E8B-38D1E9CEEFD5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0170B70D-6184-2672-A9D8-97DD8E8D33F6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05E0769E-4F34-DBC9-2839-A37E3E16D60D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E0EB4756-70B7-8920-A7F3-5B4D2E803AC1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81281B8-2D86-E316-B449-5F7283FD57D2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8F44604D-9B15-A6BB-C3AC-33FD36882FC8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FD58DEB5-7600-DCC0-4AEE-C90A29D699AD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D2BEC4E8-BDA6-0761-917E-799650B711B7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31A9F01F-DE4D-1F6A-EBA1-0747CDD68B7C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5DB39D59-2616-2C66-DD0E-C7957A44CF5F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D4F6A704-D354-D6A6-3F68-7DEEF0152DD4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DDBE155E-E461-9A82-97AE-F07B72EB07A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AD0858C9-543E-E1C4-C440-20D08876B30F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49BB6146-C522-843C-012F-28A6782C9F9C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CAC534FE-EF0F-B8C4-64BE-ADB51A42EA65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28E3823D-E78B-FAEB-82CA-F3038DF6B055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3126A693-7289-E88A-5756-C25AA02CEF3E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59091320-F068-271C-23B6-846039B06EFD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180508BA-07D8-62D2-AE30-4914A48D6CAB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7F327002-AC3A-F262-212E-73715FD46D27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A987A162-DBD9-C207-FE2A-FA71B63BF527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235C078B-A91C-52D5-BB37-F951CBF37A12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B9E58C46-04E6-0681-735C-93AE99A0CD01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8ADE1538-FF60-5341-184C-BC8CC601CF19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5F5B150C-E8D4-1F0E-5F8B-E086FCC739AF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433FD7D3-3819-C914-E524-666E4B1A51F2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C578898-1C41-0482-350C-0B7A99DBB06D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 dirty="0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A15D81A6-5C4B-7C05-7F0F-C248782C5D77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77A879F5-A91C-7270-6039-F92DD5D8B84C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C8229506-6325-16AD-E375-74C8F0836376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ECF57EB1-690C-AF69-EFD9-08FEAB097C9F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AF61AD8D-1791-F3C8-F4C2-5B0664B97244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5155BD9D-1441-0186-7796-571D15AEF3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B78E4DC-F0F0-D879-8EE5-8043328BD796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CCD9D7E0-ABDE-8844-EB47-701334007C83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455F5FF9-EB6F-7CC2-FEC8-0B93116CCE4E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E0F2BEE2-E624-77B5-1777-35CAE40796C4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4DF00A24-64F6-098C-3E9A-2C207D318AFB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C85B1CE1-4632-4CD1-BEBF-583C906307F5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2FB2F1E3-632B-4667-0B3A-E02CBF8353F2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E29CB0A6-62FE-F15B-3E33-063EB1D4B5BE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81CC13F9-FF85-155E-486F-581B2C9941FB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6DA0709C-B7B5-92A5-CB8D-01BC30911436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7E858F6-CA7F-937E-99E1-EA7A960427EC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145E79E5-4FD3-F019-337C-A9DB534125D3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5BE196E3-24A8-5D8B-A78A-EAFB074F070D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562CDC28-9668-C2CC-12FF-B20F7D57D5A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6659D8E0-D094-19D6-1DF6-4EF8699886B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07576374-56D7-62D0-30C6-4EF6BA8D6D08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D0D9B2A0-436D-6FDF-869E-681FB7E3FBE2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B9EB18C-5B5E-0461-2C1E-16AF20618E2D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A8747DE9-7345-4E9D-1C0F-18BC440CB4C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1CBAC56B-8020-7BEA-D640-B5FC021495AB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BFB0FBD1-2973-B1BB-5A33-60067EDA932D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A5F1BDEA-DB0F-6D37-CB30-4D8F696E07B0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AE33635D-1C66-6F76-D1FC-FF3718C3B7CD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24F0A9AC-2578-F58B-AF2E-E2F052A61260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20287508-976C-92D2-0C39-FEBBE6881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6A33E687-44EE-E9F1-1658-7BD46340D45F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Operator</a:t>
            </a:r>
            <a:endParaRPr lang="en-KR" sz="900" b="1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B6B8BD04-DA2B-D2B5-C811-114156A3A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02E6F2F5-F83C-8577-3253-7DC19F2194BF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8F2BF8BD-705A-773E-5617-55FD74613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993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Gateway Namespace</a:t>
            </a:r>
            <a:endParaRPr lang="ko-KR" altLang="en-US" sz="1000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App A Namespace</a:t>
            </a:r>
            <a:endParaRPr lang="ko-KR" altLang="en-US" sz="1000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55436</TotalTime>
  <Words>352</Words>
  <Application>Microsoft Macintosh PowerPoint</Application>
  <PresentationFormat>화면 슬라이드 쇼(16:9)</PresentationFormat>
  <Paragraphs>191</Paragraphs>
  <Slides>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5986</cp:revision>
  <dcterms:created xsi:type="dcterms:W3CDTF">2006-10-05T04:04:58Z</dcterms:created>
  <dcterms:modified xsi:type="dcterms:W3CDTF">2026-09-22T00:49:41Z</dcterms:modified>
</cp:coreProperties>
</file>
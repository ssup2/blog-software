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68" r:id="rId2"/>
    <p:sldId id="462" r:id="rId3"/>
    <p:sldId id="470" r:id="rId4"/>
    <p:sldId id="469" r:id="rId5"/>
    <p:sldId id="466" r:id="rId6"/>
    <p:sldId id="467" r:id="rId7"/>
    <p:sldId id="461" r:id="rId8"/>
    <p:sldId id="465" r:id="rId9"/>
    <p:sldId id="464" r:id="rId10"/>
    <p:sldId id="463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 autoAdjust="0"/>
    <p:restoredTop sz="89758" autoAdjust="0"/>
  </p:normalViewPr>
  <p:slideViewPr>
    <p:cSldViewPr>
      <p:cViewPr>
        <p:scale>
          <a:sx n="200" d="100"/>
          <a:sy n="200" d="100"/>
        </p:scale>
        <p:origin x="856" y="120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2026. 10. 25.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2FAF6-56F9-52FB-35EB-5BC79C13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0B4F1E7B-3FBB-A811-784E-8336D4FF9D01}"/>
              </a:ext>
            </a:extLst>
          </p:cNvPr>
          <p:cNvSpPr/>
          <p:nvPr/>
        </p:nvSpPr>
        <p:spPr>
          <a:xfrm>
            <a:off x="160404" y="1491630"/>
            <a:ext cx="1648942" cy="2781920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5CCF08A-6544-A8D0-6F36-F1862C8006FA}"/>
              </a:ext>
            </a:extLst>
          </p:cNvPr>
          <p:cNvSpPr/>
          <p:nvPr/>
        </p:nvSpPr>
        <p:spPr>
          <a:xfrm>
            <a:off x="776626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1388D3DD-07A3-0AAA-267B-3275FA1B9AC6}"/>
              </a:ext>
            </a:extLst>
          </p:cNvPr>
          <p:cNvSpPr/>
          <p:nvPr/>
        </p:nvSpPr>
        <p:spPr>
          <a:xfrm>
            <a:off x="2230278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356E95F-7427-7F90-4A08-F134BCEF45C1}"/>
              </a:ext>
            </a:extLst>
          </p:cNvPr>
          <p:cNvSpPr/>
          <p:nvPr/>
        </p:nvSpPr>
        <p:spPr>
          <a:xfrm>
            <a:off x="81419" y="1786151"/>
            <a:ext cx="3443348" cy="1707327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31AE3651-BD50-9009-AC8F-F3A2E45520B7}"/>
              </a:ext>
            </a:extLst>
          </p:cNvPr>
          <p:cNvSpPr/>
          <p:nvPr/>
        </p:nvSpPr>
        <p:spPr>
          <a:xfrm>
            <a:off x="228675" y="2131838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40B36E75-4634-F5BA-C448-630BB8632FB9}"/>
              </a:ext>
            </a:extLst>
          </p:cNvPr>
          <p:cNvSpPr/>
          <p:nvPr/>
        </p:nvSpPr>
        <p:spPr>
          <a:xfrm>
            <a:off x="227563" y="2706586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919B04F7-586E-C310-2D52-39AEC790102A}"/>
              </a:ext>
            </a:extLst>
          </p:cNvPr>
          <p:cNvSpPr/>
          <p:nvPr/>
        </p:nvSpPr>
        <p:spPr>
          <a:xfrm>
            <a:off x="1931571" y="1885440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CB029297-349C-97FD-F60F-EA40FBC41744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flipH="1">
            <a:off x="986136" y="1334330"/>
            <a:ext cx="395813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57065B63-1992-C222-2D16-D9C16E643661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986136" y="1334330"/>
            <a:ext cx="1849465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900702F-BA47-8DEF-A385-F361D7AAA16B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985024" y="249319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6B24F08-F2C0-6081-888D-7F54BC94FD3F}"/>
              </a:ext>
            </a:extLst>
          </p:cNvPr>
          <p:cNvSpPr/>
          <p:nvPr/>
        </p:nvSpPr>
        <p:spPr>
          <a:xfrm>
            <a:off x="3635896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</a:p>
          <a:p>
            <a:r>
              <a:rPr lang="en-US" altLang="ko-KR" sz="1000"/>
              <a:t>(Default Scheduler)</a:t>
            </a:r>
            <a:endParaRPr lang="ko-KR" altLang="en-US" sz="100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A5479A2-D4EB-D79C-9F5E-5AD9BA864B34}"/>
              </a:ext>
            </a:extLst>
          </p:cNvPr>
          <p:cNvSpPr/>
          <p:nvPr/>
        </p:nvSpPr>
        <p:spPr>
          <a:xfrm>
            <a:off x="3779912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4C2C1C1-D60F-6B26-4B41-43A234BFF3AA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3446493" y="725703"/>
            <a:ext cx="333419" cy="19158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173BF1B8-7C14-8FD9-D49B-00EB3017A023}"/>
              </a:ext>
            </a:extLst>
          </p:cNvPr>
          <p:cNvSpPr/>
          <p:nvPr/>
        </p:nvSpPr>
        <p:spPr>
          <a:xfrm>
            <a:off x="5221774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7B298836-2759-7FB4-166E-D1CBE229A15B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932040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21E55618-3684-5F68-AC3A-323CBC09B92F}"/>
              </a:ext>
            </a:extLst>
          </p:cNvPr>
          <p:cNvSpPr/>
          <p:nvPr/>
        </p:nvSpPr>
        <p:spPr>
          <a:xfrm>
            <a:off x="3778139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9FFDED4B-BA53-CDFB-78DB-3D213B103223}"/>
              </a:ext>
            </a:extLst>
          </p:cNvPr>
          <p:cNvSpPr/>
          <p:nvPr/>
        </p:nvSpPr>
        <p:spPr>
          <a:xfrm>
            <a:off x="1931571" y="2460844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Create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03FB84F8-3C47-DB2D-3021-40BE7F2D258E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2689032" y="2246796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E2C76D0E-BDB7-B95E-48CA-EB0F912FBF8F}"/>
              </a:ext>
            </a:extLst>
          </p:cNvPr>
          <p:cNvSpPr/>
          <p:nvPr/>
        </p:nvSpPr>
        <p:spPr>
          <a:xfrm>
            <a:off x="5368530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C48306FE-EA8C-AC5B-7EAB-21C6B63F09B6}"/>
              </a:ext>
            </a:extLst>
          </p:cNvPr>
          <p:cNvSpPr/>
          <p:nvPr/>
        </p:nvSpPr>
        <p:spPr>
          <a:xfrm>
            <a:off x="6449058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92ACE3CC-2511-413F-FDCC-022F2D2B8E23}"/>
              </a:ext>
            </a:extLst>
          </p:cNvPr>
          <p:cNvSpPr/>
          <p:nvPr/>
        </p:nvSpPr>
        <p:spPr>
          <a:xfrm>
            <a:off x="7537877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DEE7E0B-ADE0-34B2-B325-A5AC87ECD368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723281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E1FC62DC-056A-574C-533A-E483D7E04090}"/>
              </a:ext>
            </a:extLst>
          </p:cNvPr>
          <p:cNvSpPr/>
          <p:nvPr/>
        </p:nvSpPr>
        <p:spPr>
          <a:xfrm>
            <a:off x="3773396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0C55A3F6-B635-063A-432B-E0070698E061}"/>
              </a:ext>
            </a:extLst>
          </p:cNvPr>
          <p:cNvSpPr/>
          <p:nvPr/>
        </p:nvSpPr>
        <p:spPr>
          <a:xfrm>
            <a:off x="5186714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7ED46AF7-4CDF-BBB5-0675-31627BFB5EF4}"/>
              </a:ext>
            </a:extLst>
          </p:cNvPr>
          <p:cNvSpPr/>
          <p:nvPr/>
        </p:nvSpPr>
        <p:spPr>
          <a:xfrm>
            <a:off x="7778060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9916888E-EE72-89C6-CFDF-C2A7CFDF0818}"/>
              </a:ext>
            </a:extLst>
          </p:cNvPr>
          <p:cNvSpPr/>
          <p:nvPr/>
        </p:nvSpPr>
        <p:spPr>
          <a:xfrm>
            <a:off x="6482387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F5A8BD44-B844-4A22-C74C-EC62DB3541E4}"/>
              </a:ext>
            </a:extLst>
          </p:cNvPr>
          <p:cNvSpPr/>
          <p:nvPr/>
        </p:nvSpPr>
        <p:spPr>
          <a:xfrm>
            <a:off x="7778060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25CF1F11-2D43-90CE-2B4A-0615DEE5F08C}"/>
              </a:ext>
            </a:extLst>
          </p:cNvPr>
          <p:cNvSpPr/>
          <p:nvPr/>
        </p:nvSpPr>
        <p:spPr>
          <a:xfrm>
            <a:off x="5186714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59B3AA7C-BCF8-649D-CFB5-500F623AF1A4}"/>
              </a:ext>
            </a:extLst>
          </p:cNvPr>
          <p:cNvSpPr/>
          <p:nvPr/>
        </p:nvSpPr>
        <p:spPr>
          <a:xfrm>
            <a:off x="6482387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9FAC6760-F8B4-4B50-338D-DDBFEF977EFA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294967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7F9C43C4-1DF1-FDD9-FF88-981D006EE499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6209528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F192DB07-B9B7-2689-2C72-9815391712E2}"/>
              </a:ext>
            </a:extLst>
          </p:cNvPr>
          <p:cNvSpPr/>
          <p:nvPr/>
        </p:nvSpPr>
        <p:spPr>
          <a:xfrm>
            <a:off x="3891041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34A9FADF-08DD-61BC-1210-25D02FF73502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259848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BCBF96F8-2EE3-67B6-8012-4C42DFD20D0D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7018954" y="906381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1E0926AB-015E-29BE-AF4F-EB631080BE4C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555521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81041A5A-166E-C009-AECD-91164D8131F3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555521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DFE31478-58DE-2050-ACB9-4D8E6E0C40D2}"/>
              </a:ext>
            </a:extLst>
          </p:cNvPr>
          <p:cNvCxnSpPr>
            <a:cxnSpLocks/>
            <a:stCxn id="107" idx="3"/>
            <a:endCxn id="108" idx="1"/>
          </p:cNvCxnSpPr>
          <p:nvPr/>
        </p:nvCxnSpPr>
        <p:spPr>
          <a:xfrm>
            <a:off x="6259848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40AEE15A-8700-1052-7543-B717AB4F1901}"/>
              </a:ext>
            </a:extLst>
          </p:cNvPr>
          <p:cNvCxnSpPr>
            <a:cxnSpLocks/>
            <a:stCxn id="122" idx="3"/>
            <a:endCxn id="107" idx="1"/>
          </p:cNvCxnSpPr>
          <p:nvPr/>
        </p:nvCxnSpPr>
        <p:spPr>
          <a:xfrm flipV="1">
            <a:off x="4964175" y="2087814"/>
            <a:ext cx="222539" cy="21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4E60CD69-427F-F6DD-0C9A-F958B48DAFF5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8178118" y="906381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E1D92DE1-09EB-437E-99B7-2A154243C033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427608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C7305A0D-2A4B-C954-4F0C-097AB831FFE0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872013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AA1C1776-4040-010A-1582-1C327284FF5E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983574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0B4D6B92-57C3-455A-2911-1004E5E829EB}"/>
              </a:ext>
            </a:extLst>
          </p:cNvPr>
          <p:cNvSpPr/>
          <p:nvPr/>
        </p:nvSpPr>
        <p:spPr>
          <a:xfrm>
            <a:off x="5186714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E8678591-46C6-12C5-8C00-D22918D1B892}"/>
              </a:ext>
            </a:extLst>
          </p:cNvPr>
          <p:cNvSpPr/>
          <p:nvPr/>
        </p:nvSpPr>
        <p:spPr>
          <a:xfrm>
            <a:off x="6482387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18DB83BC-31C1-A568-FE37-42BD4880E6F5}"/>
              </a:ext>
            </a:extLst>
          </p:cNvPr>
          <p:cNvSpPr/>
          <p:nvPr/>
        </p:nvSpPr>
        <p:spPr>
          <a:xfrm>
            <a:off x="7778060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E567604B-A434-067A-865E-D901027EEDE5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259848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BCD65A6C-F455-6C94-E475-73CD76C39120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555521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0E9794FA-2574-ED0F-4342-FFE332E9BC25}"/>
              </a:ext>
            </a:extLst>
          </p:cNvPr>
          <p:cNvSpPr/>
          <p:nvPr/>
        </p:nvSpPr>
        <p:spPr>
          <a:xfrm>
            <a:off x="3635896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32DA2143-EDEC-B4E4-58EF-DD715D97FD76}"/>
              </a:ext>
            </a:extLst>
          </p:cNvPr>
          <p:cNvSpPr/>
          <p:nvPr/>
        </p:nvSpPr>
        <p:spPr>
          <a:xfrm>
            <a:off x="6482387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D272A0A6-9730-25BE-CFF7-B210480D3B0A}"/>
              </a:ext>
            </a:extLst>
          </p:cNvPr>
          <p:cNvSpPr/>
          <p:nvPr/>
        </p:nvSpPr>
        <p:spPr>
          <a:xfrm>
            <a:off x="3773164" y="3771844"/>
            <a:ext cx="1188741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A91D586F-4A63-AF07-258A-FDFF68A53728}"/>
              </a:ext>
            </a:extLst>
          </p:cNvPr>
          <p:cNvSpPr/>
          <p:nvPr/>
        </p:nvSpPr>
        <p:spPr>
          <a:xfrm>
            <a:off x="5184444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2E8DF3B2-575F-A8BA-84CD-A359E55CAE39}"/>
              </a:ext>
            </a:extLst>
          </p:cNvPr>
          <p:cNvCxnSpPr>
            <a:cxnSpLocks/>
          </p:cNvCxnSpPr>
          <p:nvPr/>
        </p:nvCxnSpPr>
        <p:spPr>
          <a:xfrm>
            <a:off x="7377053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3094B1C5-5748-A435-65EB-8D811100EC89}"/>
              </a:ext>
            </a:extLst>
          </p:cNvPr>
          <p:cNvCxnSpPr>
            <a:cxnSpLocks/>
            <a:stCxn id="107" idx="2"/>
            <a:endCxn id="300" idx="0"/>
          </p:cNvCxnSpPr>
          <p:nvPr/>
        </p:nvCxnSpPr>
        <p:spPr>
          <a:xfrm flipH="1">
            <a:off x="4367535" y="2268492"/>
            <a:ext cx="1355746" cy="1503352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C0910F71-35B3-B8B3-6EEF-FB1644125956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721011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4ABB4789-A5A0-9E5F-F7C3-33F9AAAB137A}"/>
              </a:ext>
            </a:extLst>
          </p:cNvPr>
          <p:cNvSpPr/>
          <p:nvPr/>
        </p:nvSpPr>
        <p:spPr>
          <a:xfrm>
            <a:off x="227563" y="3650778"/>
            <a:ext cx="1513970" cy="542585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 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3F50CA36-F11D-3BAC-5ED9-CDF563370833}"/>
              </a:ext>
            </a:extLst>
          </p:cNvPr>
          <p:cNvSpPr/>
          <p:nvPr/>
        </p:nvSpPr>
        <p:spPr>
          <a:xfrm>
            <a:off x="2004875" y="3654428"/>
            <a:ext cx="1517496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939F59A3-74CA-A976-63B6-14E92D3324E9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723281" y="906381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4F2E2689-8C95-535F-3B63-2F10D756483D}"/>
              </a:ext>
            </a:extLst>
          </p:cNvPr>
          <p:cNvSpPr/>
          <p:nvPr/>
        </p:nvSpPr>
        <p:spPr>
          <a:xfrm>
            <a:off x="7778060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F4CCBBD3-D53C-5ADB-C73A-DCE9F268DE7A}"/>
              </a:ext>
            </a:extLst>
          </p:cNvPr>
          <p:cNvCxnSpPr>
            <a:cxnSpLocks/>
          </p:cNvCxnSpPr>
          <p:nvPr/>
        </p:nvCxnSpPr>
        <p:spPr>
          <a:xfrm>
            <a:off x="8673197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사각형: 둥근 모서리 12">
            <a:extLst>
              <a:ext uri="{FF2B5EF4-FFF2-40B4-BE49-F238E27FC236}">
                <a16:creationId xmlns:a16="http://schemas.microsoft.com/office/drawing/2014/main" id="{6C80AC3D-3871-F4FC-BA31-EE430DE650AC}"/>
              </a:ext>
            </a:extLst>
          </p:cNvPr>
          <p:cNvSpPr/>
          <p:nvPr/>
        </p:nvSpPr>
        <p:spPr>
          <a:xfrm>
            <a:off x="1929048" y="3036248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Update Pod’s Node Info to etcd</a:t>
            </a:r>
            <a:endParaRPr lang="ko-KR" altLang="en-US" sz="900" b="1"/>
          </a:p>
        </p:txBody>
      </p: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2C9D47EB-E5B3-EE20-2177-0CDA18557A54}"/>
              </a:ext>
            </a:extLst>
          </p:cNvPr>
          <p:cNvCxnSpPr>
            <a:cxnSpLocks/>
            <a:stCxn id="178" idx="0"/>
            <a:endCxn id="137" idx="2"/>
          </p:cNvCxnSpPr>
          <p:nvPr/>
        </p:nvCxnSpPr>
        <p:spPr>
          <a:xfrm flipV="1">
            <a:off x="2681965" y="3397604"/>
            <a:ext cx="4544" cy="33644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96">
            <a:extLst>
              <a:ext uri="{FF2B5EF4-FFF2-40B4-BE49-F238E27FC236}">
                <a16:creationId xmlns:a16="http://schemas.microsoft.com/office/drawing/2014/main" id="{DC8D08D6-5B17-48C5-39CE-DADCC3F090E8}"/>
              </a:ext>
            </a:extLst>
          </p:cNvPr>
          <p:cNvCxnSpPr>
            <a:cxnSpLocks/>
            <a:stCxn id="6" idx="2"/>
            <a:endCxn id="319" idx="0"/>
          </p:cNvCxnSpPr>
          <p:nvPr/>
        </p:nvCxnSpPr>
        <p:spPr>
          <a:xfrm flipH="1">
            <a:off x="984548" y="3067942"/>
            <a:ext cx="476" cy="58283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사각형: 둥근 모서리 12">
            <a:extLst>
              <a:ext uri="{FF2B5EF4-FFF2-40B4-BE49-F238E27FC236}">
                <a16:creationId xmlns:a16="http://schemas.microsoft.com/office/drawing/2014/main" id="{23D6267E-4B9D-E505-FCB8-028ACED1AC1E}"/>
              </a:ext>
            </a:extLst>
          </p:cNvPr>
          <p:cNvSpPr/>
          <p:nvPr/>
        </p:nvSpPr>
        <p:spPr>
          <a:xfrm>
            <a:off x="1923217" y="3734048"/>
            <a:ext cx="1517496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187" name="꺾인 연결선[E] 186">
            <a:extLst>
              <a:ext uri="{FF2B5EF4-FFF2-40B4-BE49-F238E27FC236}">
                <a16:creationId xmlns:a16="http://schemas.microsoft.com/office/drawing/2014/main" id="{DD271671-BE79-88E4-CF4E-68D31C0F1D0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1742485" y="2066118"/>
            <a:ext cx="189086" cy="8211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꺾인 연결선[E] 194">
            <a:extLst>
              <a:ext uri="{FF2B5EF4-FFF2-40B4-BE49-F238E27FC236}">
                <a16:creationId xmlns:a16="http://schemas.microsoft.com/office/drawing/2014/main" id="{D57839D1-3F12-6E12-E841-0E2A9450B428}"/>
              </a:ext>
            </a:extLst>
          </p:cNvPr>
          <p:cNvCxnSpPr>
            <a:cxnSpLocks/>
            <a:stCxn id="105" idx="2"/>
            <a:endCxn id="122" idx="0"/>
          </p:cNvCxnSpPr>
          <p:nvPr/>
        </p:nvCxnSpPr>
        <p:spPr>
          <a:xfrm rot="5400000">
            <a:off x="5615110" y="505468"/>
            <a:ext cx="216343" cy="25913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꺾인 연결선[E] 197">
            <a:extLst>
              <a:ext uri="{FF2B5EF4-FFF2-40B4-BE49-F238E27FC236}">
                <a16:creationId xmlns:a16="http://schemas.microsoft.com/office/drawing/2014/main" id="{5F7522EF-2319-C0E0-A2F9-5AE82939B640}"/>
              </a:ext>
            </a:extLst>
          </p:cNvPr>
          <p:cNvCxnSpPr>
            <a:cxnSpLocks/>
            <a:stCxn id="106" idx="2"/>
            <a:endCxn id="214" idx="0"/>
          </p:cNvCxnSpPr>
          <p:nvPr/>
        </p:nvCxnSpPr>
        <p:spPr>
          <a:xfrm rot="5400000">
            <a:off x="6811283" y="1176317"/>
            <a:ext cx="415343" cy="25913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96">
            <a:extLst>
              <a:ext uri="{FF2B5EF4-FFF2-40B4-BE49-F238E27FC236}">
                <a16:creationId xmlns:a16="http://schemas.microsoft.com/office/drawing/2014/main" id="{06C3DD37-5B0D-1569-45EB-B42159D5BA8B}"/>
              </a:ext>
            </a:extLst>
          </p:cNvPr>
          <p:cNvCxnSpPr>
            <a:cxnSpLocks/>
            <a:stCxn id="321" idx="0"/>
            <a:endCxn id="137" idx="2"/>
          </p:cNvCxnSpPr>
          <p:nvPr/>
        </p:nvCxnSpPr>
        <p:spPr>
          <a:xfrm flipH="1" flipV="1">
            <a:off x="2686509" y="3397604"/>
            <a:ext cx="77114" cy="2568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직선 화살표 연결선 96">
            <a:extLst>
              <a:ext uri="{FF2B5EF4-FFF2-40B4-BE49-F238E27FC236}">
                <a16:creationId xmlns:a16="http://schemas.microsoft.com/office/drawing/2014/main" id="{5EBFED26-F6FF-C1F8-65BD-CA956A4C285D}"/>
              </a:ext>
            </a:extLst>
          </p:cNvPr>
          <p:cNvCxnSpPr>
            <a:cxnSpLocks/>
          </p:cNvCxnSpPr>
          <p:nvPr/>
        </p:nvCxnSpPr>
        <p:spPr>
          <a:xfrm flipH="1">
            <a:off x="3440923" y="2641522"/>
            <a:ext cx="5570" cy="129168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직선 화살표 연결선 96">
            <a:extLst>
              <a:ext uri="{FF2B5EF4-FFF2-40B4-BE49-F238E27FC236}">
                <a16:creationId xmlns:a16="http://schemas.microsoft.com/office/drawing/2014/main" id="{A65758FE-99BE-A5D1-F0CA-775A892FED85}"/>
              </a:ext>
            </a:extLst>
          </p:cNvPr>
          <p:cNvCxnSpPr>
            <a:cxnSpLocks/>
          </p:cNvCxnSpPr>
          <p:nvPr/>
        </p:nvCxnSpPr>
        <p:spPr>
          <a:xfrm>
            <a:off x="3446493" y="2641522"/>
            <a:ext cx="76088" cy="121206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꺾인 연결선[E] 282">
            <a:extLst>
              <a:ext uri="{FF2B5EF4-FFF2-40B4-BE49-F238E27FC236}">
                <a16:creationId xmlns:a16="http://schemas.microsoft.com/office/drawing/2014/main" id="{74D962A6-EB32-3AF9-3563-902E7398D948}"/>
              </a:ext>
            </a:extLst>
          </p:cNvPr>
          <p:cNvCxnSpPr>
            <a:cxnSpLocks/>
            <a:stCxn id="216" idx="2"/>
            <a:endCxn id="137" idx="3"/>
          </p:cNvCxnSpPr>
          <p:nvPr/>
        </p:nvCxnSpPr>
        <p:spPr>
          <a:xfrm rot="5400000">
            <a:off x="5791345" y="693644"/>
            <a:ext cx="175908" cy="48706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96">
            <a:extLst>
              <a:ext uri="{FF2B5EF4-FFF2-40B4-BE49-F238E27FC236}">
                <a16:creationId xmlns:a16="http://schemas.microsoft.com/office/drawing/2014/main" id="{C2E1049E-FF2A-EB5F-2A15-EF0FCCB37F29}"/>
              </a:ext>
            </a:extLst>
          </p:cNvPr>
          <p:cNvCxnSpPr>
            <a:cxnSpLocks/>
          </p:cNvCxnSpPr>
          <p:nvPr/>
        </p:nvCxnSpPr>
        <p:spPr>
          <a:xfrm>
            <a:off x="120775" y="421915"/>
            <a:ext cx="30908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12C34899-778B-0E6A-1030-DD88FD63138B}"/>
              </a:ext>
            </a:extLst>
          </p:cNvPr>
          <p:cNvSpPr txBox="1"/>
          <p:nvPr/>
        </p:nvSpPr>
        <p:spPr>
          <a:xfrm>
            <a:off x="429857" y="298804"/>
            <a:ext cx="15992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Main Scheduling Flow</a:t>
            </a:r>
            <a:endParaRPr kumimoji="1" lang="ko-KR" altLang="en-US" sz="1000"/>
          </a:p>
        </p:txBody>
      </p:sp>
      <p:cxnSp>
        <p:nvCxnSpPr>
          <p:cNvPr id="314" name="직선 화살표 연결선 96">
            <a:extLst>
              <a:ext uri="{FF2B5EF4-FFF2-40B4-BE49-F238E27FC236}">
                <a16:creationId xmlns:a16="http://schemas.microsoft.com/office/drawing/2014/main" id="{742A0898-9557-A872-361C-CEF59506B362}"/>
              </a:ext>
            </a:extLst>
          </p:cNvPr>
          <p:cNvCxnSpPr>
            <a:cxnSpLocks/>
          </p:cNvCxnSpPr>
          <p:nvPr/>
        </p:nvCxnSpPr>
        <p:spPr>
          <a:xfrm>
            <a:off x="1984094" y="421915"/>
            <a:ext cx="30908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TextBox 314">
            <a:extLst>
              <a:ext uri="{FF2B5EF4-FFF2-40B4-BE49-F238E27FC236}">
                <a16:creationId xmlns:a16="http://schemas.microsoft.com/office/drawing/2014/main" id="{D9401C4B-A1D7-6A72-12FA-52323AB5DA36}"/>
              </a:ext>
            </a:extLst>
          </p:cNvPr>
          <p:cNvSpPr txBox="1"/>
          <p:nvPr/>
        </p:nvSpPr>
        <p:spPr>
          <a:xfrm>
            <a:off x="2293176" y="298804"/>
            <a:ext cx="15992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Failure &amp; Requeue</a:t>
            </a:r>
            <a:endParaRPr kumimoji="1" lang="ko-KR" altLang="en-US" sz="1000"/>
          </a:p>
        </p:txBody>
      </p:sp>
      <p:cxnSp>
        <p:nvCxnSpPr>
          <p:cNvPr id="316" name="직선 화살표 연결선 96">
            <a:extLst>
              <a:ext uri="{FF2B5EF4-FFF2-40B4-BE49-F238E27FC236}">
                <a16:creationId xmlns:a16="http://schemas.microsoft.com/office/drawing/2014/main" id="{DDF5613A-1C27-8E90-A7A3-CF1D4FDDBBD1}"/>
              </a:ext>
            </a:extLst>
          </p:cNvPr>
          <p:cNvCxnSpPr>
            <a:cxnSpLocks/>
          </p:cNvCxnSpPr>
          <p:nvPr/>
        </p:nvCxnSpPr>
        <p:spPr>
          <a:xfrm>
            <a:off x="120775" y="659262"/>
            <a:ext cx="30908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TextBox 316">
            <a:extLst>
              <a:ext uri="{FF2B5EF4-FFF2-40B4-BE49-F238E27FC236}">
                <a16:creationId xmlns:a16="http://schemas.microsoft.com/office/drawing/2014/main" id="{ECD81897-7E80-B9BC-F481-A67CE7AC04D9}"/>
              </a:ext>
            </a:extLst>
          </p:cNvPr>
          <p:cNvSpPr txBox="1"/>
          <p:nvPr/>
        </p:nvSpPr>
        <p:spPr>
          <a:xfrm>
            <a:off x="429856" y="536151"/>
            <a:ext cx="17219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Custom Scheduler Flow</a:t>
            </a:r>
            <a:endParaRPr kumimoji="1" lang="ko-KR" altLang="en-US" sz="1000"/>
          </a:p>
        </p:txBody>
      </p:sp>
      <p:cxnSp>
        <p:nvCxnSpPr>
          <p:cNvPr id="318" name="직선 화살표 연결선 96">
            <a:extLst>
              <a:ext uri="{FF2B5EF4-FFF2-40B4-BE49-F238E27FC236}">
                <a16:creationId xmlns:a16="http://schemas.microsoft.com/office/drawing/2014/main" id="{F31CA62B-6902-7528-09C3-9816A2A6BDB3}"/>
              </a:ext>
            </a:extLst>
          </p:cNvPr>
          <p:cNvCxnSpPr>
            <a:cxnSpLocks/>
          </p:cNvCxnSpPr>
          <p:nvPr/>
        </p:nvCxnSpPr>
        <p:spPr>
          <a:xfrm>
            <a:off x="1984094" y="664594"/>
            <a:ext cx="309082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>
            <a:extLst>
              <a:ext uri="{FF2B5EF4-FFF2-40B4-BE49-F238E27FC236}">
                <a16:creationId xmlns:a16="http://schemas.microsoft.com/office/drawing/2014/main" id="{63CC293D-0F0A-416A-CCB2-631462FC6E87}"/>
              </a:ext>
            </a:extLst>
          </p:cNvPr>
          <p:cNvSpPr txBox="1"/>
          <p:nvPr/>
        </p:nvSpPr>
        <p:spPr>
          <a:xfrm>
            <a:off x="2293176" y="541483"/>
            <a:ext cx="15992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/>
              <a:t>Extender HTTP Call</a:t>
            </a:r>
            <a:endParaRPr kumimoji="1"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2199805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7BE4-5A51-D06E-DDB3-7B0248D7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9587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D37B8-5309-6ACC-5937-BD622B7FE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E4A55343-C970-D389-7203-784193541491}"/>
              </a:ext>
            </a:extLst>
          </p:cNvPr>
          <p:cNvSpPr/>
          <p:nvPr/>
        </p:nvSpPr>
        <p:spPr>
          <a:xfrm>
            <a:off x="160404" y="1491630"/>
            <a:ext cx="1648942" cy="2742057"/>
          </a:xfrm>
          <a:prstGeom prst="roundRect">
            <a:avLst>
              <a:gd name="adj" fmla="val 4317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71B65A46-BD48-C182-BF36-D6400F0F50AC}"/>
              </a:ext>
            </a:extLst>
          </p:cNvPr>
          <p:cNvSpPr/>
          <p:nvPr/>
        </p:nvSpPr>
        <p:spPr>
          <a:xfrm>
            <a:off x="776626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F830C70B-2B0F-069A-A602-EF15DC52D979}"/>
              </a:ext>
            </a:extLst>
          </p:cNvPr>
          <p:cNvSpPr/>
          <p:nvPr/>
        </p:nvSpPr>
        <p:spPr>
          <a:xfrm>
            <a:off x="2230278" y="97297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FB0300C3-100B-2969-0FE3-01EAA55D6DD3}"/>
              </a:ext>
            </a:extLst>
          </p:cNvPr>
          <p:cNvSpPr/>
          <p:nvPr/>
        </p:nvSpPr>
        <p:spPr>
          <a:xfrm>
            <a:off x="81419" y="1786151"/>
            <a:ext cx="3443348" cy="1707327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F71B935-7F98-849D-6CFE-65662F1A7559}"/>
              </a:ext>
            </a:extLst>
          </p:cNvPr>
          <p:cNvSpPr/>
          <p:nvPr/>
        </p:nvSpPr>
        <p:spPr>
          <a:xfrm>
            <a:off x="228675" y="2131838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9149BDCE-5052-2B74-2290-DCEF0A7844B1}"/>
              </a:ext>
            </a:extLst>
          </p:cNvPr>
          <p:cNvSpPr/>
          <p:nvPr/>
        </p:nvSpPr>
        <p:spPr>
          <a:xfrm>
            <a:off x="227563" y="2706586"/>
            <a:ext cx="1514922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F26F46D9-C963-5F27-D51B-40FC08047604}"/>
              </a:ext>
            </a:extLst>
          </p:cNvPr>
          <p:cNvSpPr/>
          <p:nvPr/>
        </p:nvSpPr>
        <p:spPr>
          <a:xfrm>
            <a:off x="1931571" y="1885440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04D55224-4AB3-A8A5-C468-3E44CAE2EF77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flipH="1">
            <a:off x="986136" y="1334330"/>
            <a:ext cx="395813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DFFB60A1-5193-B71C-7ED7-747245225D11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986136" y="1334330"/>
            <a:ext cx="1849465" cy="79750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E33AC56A-0CA3-C0EF-4DAC-49CD5E234BC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985024" y="249319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9F0CA455-117E-3B62-19FE-471AE959601C}"/>
              </a:ext>
            </a:extLst>
          </p:cNvPr>
          <p:cNvSpPr/>
          <p:nvPr/>
        </p:nvSpPr>
        <p:spPr>
          <a:xfrm>
            <a:off x="3635896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DE11532-3777-2549-2CAA-F4AF590955BF}"/>
              </a:ext>
            </a:extLst>
          </p:cNvPr>
          <p:cNvSpPr/>
          <p:nvPr/>
        </p:nvSpPr>
        <p:spPr>
          <a:xfrm>
            <a:off x="3779912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927617F7-846E-4246-9D8A-80D5114DF48C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3446493" y="725703"/>
            <a:ext cx="333419" cy="19158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E14EDBD8-868F-8C23-2CFE-A30771B4DE23}"/>
              </a:ext>
            </a:extLst>
          </p:cNvPr>
          <p:cNvSpPr/>
          <p:nvPr/>
        </p:nvSpPr>
        <p:spPr>
          <a:xfrm>
            <a:off x="5221774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CC98CFBE-97CF-94AC-D5FD-0D9E77FFB332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932040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3DCE2C47-9B8C-CBF8-EB92-3C9BFD188CB8}"/>
              </a:ext>
            </a:extLst>
          </p:cNvPr>
          <p:cNvSpPr/>
          <p:nvPr/>
        </p:nvSpPr>
        <p:spPr>
          <a:xfrm>
            <a:off x="3778139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A42D941B-EDC1-7ABA-5B85-50997E71CA42}"/>
              </a:ext>
            </a:extLst>
          </p:cNvPr>
          <p:cNvSpPr/>
          <p:nvPr/>
        </p:nvSpPr>
        <p:spPr>
          <a:xfrm>
            <a:off x="1931571" y="2460844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Create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ECAA8EEB-E217-1ADB-BD48-A929491B41E9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2689032" y="2246796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43466B3F-1E94-3DD0-2988-E0E6F712829A}"/>
              </a:ext>
            </a:extLst>
          </p:cNvPr>
          <p:cNvSpPr/>
          <p:nvPr/>
        </p:nvSpPr>
        <p:spPr>
          <a:xfrm>
            <a:off x="5368530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C5B8F77A-9C94-21DB-6244-38E1D30F4F75}"/>
              </a:ext>
            </a:extLst>
          </p:cNvPr>
          <p:cNvSpPr/>
          <p:nvPr/>
        </p:nvSpPr>
        <p:spPr>
          <a:xfrm>
            <a:off x="6449058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EE86895-0DE5-7CA7-4EA6-A05ABDCB7952}"/>
              </a:ext>
            </a:extLst>
          </p:cNvPr>
          <p:cNvSpPr/>
          <p:nvPr/>
        </p:nvSpPr>
        <p:spPr>
          <a:xfrm>
            <a:off x="7537877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054FBC44-01C8-2995-2F16-AC366AD4DB42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723281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83E205A9-D106-6279-3454-45D3CD8953D9}"/>
              </a:ext>
            </a:extLst>
          </p:cNvPr>
          <p:cNvSpPr/>
          <p:nvPr/>
        </p:nvSpPr>
        <p:spPr>
          <a:xfrm>
            <a:off x="3773396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90D60A7-339A-128C-80D0-3E499DE533CE}"/>
              </a:ext>
            </a:extLst>
          </p:cNvPr>
          <p:cNvSpPr/>
          <p:nvPr/>
        </p:nvSpPr>
        <p:spPr>
          <a:xfrm>
            <a:off x="5186714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BFE57048-27A2-95A3-8CD7-115092EFEBC6}"/>
              </a:ext>
            </a:extLst>
          </p:cNvPr>
          <p:cNvSpPr/>
          <p:nvPr/>
        </p:nvSpPr>
        <p:spPr>
          <a:xfrm>
            <a:off x="7778060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BEBCBD19-E31A-79A3-5EA1-530929820F43}"/>
              </a:ext>
            </a:extLst>
          </p:cNvPr>
          <p:cNvSpPr/>
          <p:nvPr/>
        </p:nvSpPr>
        <p:spPr>
          <a:xfrm>
            <a:off x="6482387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44D8F534-BDE5-C1A6-ADB9-1E9D1CF50097}"/>
              </a:ext>
            </a:extLst>
          </p:cNvPr>
          <p:cNvSpPr/>
          <p:nvPr/>
        </p:nvSpPr>
        <p:spPr>
          <a:xfrm>
            <a:off x="7778060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29E7B0A6-A74A-131E-16EE-83D498D2EC9C}"/>
              </a:ext>
            </a:extLst>
          </p:cNvPr>
          <p:cNvSpPr/>
          <p:nvPr/>
        </p:nvSpPr>
        <p:spPr>
          <a:xfrm>
            <a:off x="5186714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019FAF57-E177-73C9-5A61-629479398D35}"/>
              </a:ext>
            </a:extLst>
          </p:cNvPr>
          <p:cNvSpPr/>
          <p:nvPr/>
        </p:nvSpPr>
        <p:spPr>
          <a:xfrm>
            <a:off x="6482387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4F97C83E-3F0A-D632-34A8-F8C72A63AEF4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294967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401D34D3-3A5A-FB77-6AB1-87111C85D6FE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6209528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AB696B2E-E343-AFE8-252A-20267E49558E}"/>
              </a:ext>
            </a:extLst>
          </p:cNvPr>
          <p:cNvSpPr/>
          <p:nvPr/>
        </p:nvSpPr>
        <p:spPr>
          <a:xfrm>
            <a:off x="3891041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5DC700D2-BBEA-B233-0F82-045B35FB9027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259848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19F2F524-9995-36CF-2BB5-8DC07FFC35EF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7018954" y="906381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762775DC-DE08-EFAA-96D6-9E9490B5AD17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555521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7700F684-CEF5-E1D2-40A2-CD22A6597887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555521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21B9FF9F-E18F-1624-8FF3-4DE13F456D1B}"/>
              </a:ext>
            </a:extLst>
          </p:cNvPr>
          <p:cNvCxnSpPr>
            <a:cxnSpLocks/>
            <a:stCxn id="107" idx="3"/>
            <a:endCxn id="108" idx="1"/>
          </p:cNvCxnSpPr>
          <p:nvPr/>
        </p:nvCxnSpPr>
        <p:spPr>
          <a:xfrm>
            <a:off x="6259848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C10D74E0-E5F5-34C9-46C2-7C09AAE6E7AF}"/>
              </a:ext>
            </a:extLst>
          </p:cNvPr>
          <p:cNvCxnSpPr>
            <a:cxnSpLocks/>
            <a:stCxn id="122" idx="3"/>
            <a:endCxn id="107" idx="1"/>
          </p:cNvCxnSpPr>
          <p:nvPr/>
        </p:nvCxnSpPr>
        <p:spPr>
          <a:xfrm flipV="1">
            <a:off x="4964175" y="2087814"/>
            <a:ext cx="222539" cy="21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F28010C6-662A-09BB-6452-C6B52CD56BA8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8178118" y="906381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4F62E2C7-DBA6-2568-8A54-293B827F4370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427608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80A658DF-2672-4C2A-5429-EC72EB9BA1E1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872013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7662E157-7E12-4759-AA9D-0135D3A6E146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983574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6A853B55-5A32-98F3-53D8-31309DA21010}"/>
              </a:ext>
            </a:extLst>
          </p:cNvPr>
          <p:cNvSpPr/>
          <p:nvPr/>
        </p:nvSpPr>
        <p:spPr>
          <a:xfrm>
            <a:off x="5186714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85D726B7-B0CE-D32F-28CB-5C3289E2D36E}"/>
              </a:ext>
            </a:extLst>
          </p:cNvPr>
          <p:cNvSpPr/>
          <p:nvPr/>
        </p:nvSpPr>
        <p:spPr>
          <a:xfrm>
            <a:off x="6482387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F219DF24-30F2-9237-A274-7A2E4ABB52B4}"/>
              </a:ext>
            </a:extLst>
          </p:cNvPr>
          <p:cNvSpPr/>
          <p:nvPr/>
        </p:nvSpPr>
        <p:spPr>
          <a:xfrm>
            <a:off x="7778060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8455CABF-52E6-7DB5-89A2-D5ED87C0A3DE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259848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483718C6-8CAE-B1DE-937A-76F23F77381D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555521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704C245D-C789-95C7-DF92-AE7347E5636D}"/>
              </a:ext>
            </a:extLst>
          </p:cNvPr>
          <p:cNvSpPr/>
          <p:nvPr/>
        </p:nvSpPr>
        <p:spPr>
          <a:xfrm>
            <a:off x="3635896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E591916A-83E6-2124-53B3-7B4796B6FD5A}"/>
              </a:ext>
            </a:extLst>
          </p:cNvPr>
          <p:cNvSpPr/>
          <p:nvPr/>
        </p:nvSpPr>
        <p:spPr>
          <a:xfrm>
            <a:off x="6482387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18A3923F-51A3-5039-CEE9-F2EC312066AC}"/>
              </a:ext>
            </a:extLst>
          </p:cNvPr>
          <p:cNvSpPr/>
          <p:nvPr/>
        </p:nvSpPr>
        <p:spPr>
          <a:xfrm>
            <a:off x="3773164" y="3771844"/>
            <a:ext cx="1188741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CC5357FA-627E-90EE-43C3-C40218B2BEE5}"/>
              </a:ext>
            </a:extLst>
          </p:cNvPr>
          <p:cNvSpPr/>
          <p:nvPr/>
        </p:nvSpPr>
        <p:spPr>
          <a:xfrm>
            <a:off x="5184444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83FF432A-BC98-1896-0D99-EAC130637210}"/>
              </a:ext>
            </a:extLst>
          </p:cNvPr>
          <p:cNvCxnSpPr>
            <a:cxnSpLocks/>
          </p:cNvCxnSpPr>
          <p:nvPr/>
        </p:nvCxnSpPr>
        <p:spPr>
          <a:xfrm>
            <a:off x="7377053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579BC8B5-A9C2-9B9D-28C0-624A76A81640}"/>
              </a:ext>
            </a:extLst>
          </p:cNvPr>
          <p:cNvCxnSpPr>
            <a:cxnSpLocks/>
            <a:stCxn id="107" idx="2"/>
            <a:endCxn id="300" idx="0"/>
          </p:cNvCxnSpPr>
          <p:nvPr/>
        </p:nvCxnSpPr>
        <p:spPr>
          <a:xfrm flipH="1">
            <a:off x="4367535" y="2268492"/>
            <a:ext cx="1355746" cy="1503352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2DAA846C-ECB3-B2C2-C966-44AB672F568F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721011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18384BAC-C264-2D54-0CE0-7CF19C4D35A6}"/>
              </a:ext>
            </a:extLst>
          </p:cNvPr>
          <p:cNvSpPr/>
          <p:nvPr/>
        </p:nvSpPr>
        <p:spPr>
          <a:xfrm>
            <a:off x="227563" y="3587827"/>
            <a:ext cx="1513970" cy="542585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 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28651BB9-49BE-4FFE-6AF5-25FB1B76BBE9}"/>
              </a:ext>
            </a:extLst>
          </p:cNvPr>
          <p:cNvSpPr/>
          <p:nvPr/>
        </p:nvSpPr>
        <p:spPr>
          <a:xfrm>
            <a:off x="1992193" y="3654428"/>
            <a:ext cx="1530388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D11398F5-06F6-4E0B-F43E-D2C825D60DF0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723281" y="906381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87E28674-48C0-B5F9-E148-BC5840135F51}"/>
              </a:ext>
            </a:extLst>
          </p:cNvPr>
          <p:cNvSpPr/>
          <p:nvPr/>
        </p:nvSpPr>
        <p:spPr>
          <a:xfrm>
            <a:off x="7778060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A37967F6-3FD5-E021-C00F-7CB7C30CE140}"/>
              </a:ext>
            </a:extLst>
          </p:cNvPr>
          <p:cNvCxnSpPr>
            <a:cxnSpLocks/>
          </p:cNvCxnSpPr>
          <p:nvPr/>
        </p:nvCxnSpPr>
        <p:spPr>
          <a:xfrm>
            <a:off x="8673197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사각형: 둥근 모서리 12">
            <a:extLst>
              <a:ext uri="{FF2B5EF4-FFF2-40B4-BE49-F238E27FC236}">
                <a16:creationId xmlns:a16="http://schemas.microsoft.com/office/drawing/2014/main" id="{D8BFFAB2-4895-9A65-5B5B-E41C636885A3}"/>
              </a:ext>
            </a:extLst>
          </p:cNvPr>
          <p:cNvSpPr/>
          <p:nvPr/>
        </p:nvSpPr>
        <p:spPr>
          <a:xfrm>
            <a:off x="1929048" y="3036248"/>
            <a:ext cx="151492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Update Pod’s Node Info to etcd</a:t>
            </a:r>
            <a:endParaRPr lang="ko-KR" altLang="en-US" sz="900" b="1"/>
          </a:p>
        </p:txBody>
      </p: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022BE58A-6365-36A1-FD32-C14833EC7209}"/>
              </a:ext>
            </a:extLst>
          </p:cNvPr>
          <p:cNvCxnSpPr>
            <a:cxnSpLocks/>
            <a:stCxn id="178" idx="0"/>
            <a:endCxn id="137" idx="2"/>
          </p:cNvCxnSpPr>
          <p:nvPr/>
        </p:nvCxnSpPr>
        <p:spPr>
          <a:xfrm flipV="1">
            <a:off x="2675729" y="3397604"/>
            <a:ext cx="10780" cy="33644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96">
            <a:extLst>
              <a:ext uri="{FF2B5EF4-FFF2-40B4-BE49-F238E27FC236}">
                <a16:creationId xmlns:a16="http://schemas.microsoft.com/office/drawing/2014/main" id="{C19525D6-BDB5-A0DC-EACE-0F0D4D2AE1FF}"/>
              </a:ext>
            </a:extLst>
          </p:cNvPr>
          <p:cNvCxnSpPr>
            <a:cxnSpLocks/>
            <a:stCxn id="6" idx="2"/>
            <a:endCxn id="319" idx="0"/>
          </p:cNvCxnSpPr>
          <p:nvPr/>
        </p:nvCxnSpPr>
        <p:spPr>
          <a:xfrm flipH="1">
            <a:off x="984548" y="3067942"/>
            <a:ext cx="476" cy="51988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사각형: 둥근 모서리 12">
            <a:extLst>
              <a:ext uri="{FF2B5EF4-FFF2-40B4-BE49-F238E27FC236}">
                <a16:creationId xmlns:a16="http://schemas.microsoft.com/office/drawing/2014/main" id="{58A8914C-2C55-00CD-B9D0-85D4B9AA504A}"/>
              </a:ext>
            </a:extLst>
          </p:cNvPr>
          <p:cNvSpPr/>
          <p:nvPr/>
        </p:nvSpPr>
        <p:spPr>
          <a:xfrm>
            <a:off x="1910535" y="3734048"/>
            <a:ext cx="1530388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187" name="꺾인 연결선[E] 186">
            <a:extLst>
              <a:ext uri="{FF2B5EF4-FFF2-40B4-BE49-F238E27FC236}">
                <a16:creationId xmlns:a16="http://schemas.microsoft.com/office/drawing/2014/main" id="{68FC07C8-6D53-F77C-D861-385DD30F292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1742485" y="2066118"/>
            <a:ext cx="189086" cy="8211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꺾인 연결선[E] 194">
            <a:extLst>
              <a:ext uri="{FF2B5EF4-FFF2-40B4-BE49-F238E27FC236}">
                <a16:creationId xmlns:a16="http://schemas.microsoft.com/office/drawing/2014/main" id="{385FE855-4D43-71CA-9A38-FBCC6E9F1C3B}"/>
              </a:ext>
            </a:extLst>
          </p:cNvPr>
          <p:cNvCxnSpPr>
            <a:cxnSpLocks/>
            <a:stCxn id="104" idx="2"/>
            <a:endCxn id="122" idx="0"/>
          </p:cNvCxnSpPr>
          <p:nvPr/>
        </p:nvCxnSpPr>
        <p:spPr>
          <a:xfrm rot="5400000">
            <a:off x="6262947" y="-142368"/>
            <a:ext cx="216343" cy="388701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꺾인 연결선[E] 197">
            <a:extLst>
              <a:ext uri="{FF2B5EF4-FFF2-40B4-BE49-F238E27FC236}">
                <a16:creationId xmlns:a16="http://schemas.microsoft.com/office/drawing/2014/main" id="{DE5A0EC3-76CA-1D0A-0C3C-B606A823690A}"/>
              </a:ext>
            </a:extLst>
          </p:cNvPr>
          <p:cNvCxnSpPr>
            <a:cxnSpLocks/>
            <a:stCxn id="106" idx="2"/>
            <a:endCxn id="214" idx="0"/>
          </p:cNvCxnSpPr>
          <p:nvPr/>
        </p:nvCxnSpPr>
        <p:spPr>
          <a:xfrm rot="5400000">
            <a:off x="6811283" y="1176317"/>
            <a:ext cx="415343" cy="25913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96">
            <a:extLst>
              <a:ext uri="{FF2B5EF4-FFF2-40B4-BE49-F238E27FC236}">
                <a16:creationId xmlns:a16="http://schemas.microsoft.com/office/drawing/2014/main" id="{421415B7-96D8-B99A-C779-0A86F58745C5}"/>
              </a:ext>
            </a:extLst>
          </p:cNvPr>
          <p:cNvCxnSpPr>
            <a:cxnSpLocks/>
            <a:stCxn id="321" idx="0"/>
            <a:endCxn id="137" idx="2"/>
          </p:cNvCxnSpPr>
          <p:nvPr/>
        </p:nvCxnSpPr>
        <p:spPr>
          <a:xfrm flipH="1" flipV="1">
            <a:off x="2686509" y="3397604"/>
            <a:ext cx="70878" cy="2568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직선 화살표 연결선 96">
            <a:extLst>
              <a:ext uri="{FF2B5EF4-FFF2-40B4-BE49-F238E27FC236}">
                <a16:creationId xmlns:a16="http://schemas.microsoft.com/office/drawing/2014/main" id="{4065801F-27F0-DAC7-61ED-7ECAA504ECF6}"/>
              </a:ext>
            </a:extLst>
          </p:cNvPr>
          <p:cNvCxnSpPr>
            <a:cxnSpLocks/>
          </p:cNvCxnSpPr>
          <p:nvPr/>
        </p:nvCxnSpPr>
        <p:spPr>
          <a:xfrm flipH="1">
            <a:off x="3440923" y="2641522"/>
            <a:ext cx="5570" cy="129168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직선 화살표 연결선 96">
            <a:extLst>
              <a:ext uri="{FF2B5EF4-FFF2-40B4-BE49-F238E27FC236}">
                <a16:creationId xmlns:a16="http://schemas.microsoft.com/office/drawing/2014/main" id="{6172289C-EA86-C999-FCD8-A43BF085A591}"/>
              </a:ext>
            </a:extLst>
          </p:cNvPr>
          <p:cNvCxnSpPr>
            <a:cxnSpLocks/>
          </p:cNvCxnSpPr>
          <p:nvPr/>
        </p:nvCxnSpPr>
        <p:spPr>
          <a:xfrm>
            <a:off x="3446493" y="2641522"/>
            <a:ext cx="76088" cy="121206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꺾인 연결선[E] 282">
            <a:extLst>
              <a:ext uri="{FF2B5EF4-FFF2-40B4-BE49-F238E27FC236}">
                <a16:creationId xmlns:a16="http://schemas.microsoft.com/office/drawing/2014/main" id="{A56EBF4C-239D-EF93-23AD-5C5639A6E879}"/>
              </a:ext>
            </a:extLst>
          </p:cNvPr>
          <p:cNvCxnSpPr>
            <a:cxnSpLocks/>
            <a:stCxn id="216" idx="2"/>
            <a:endCxn id="137" idx="3"/>
          </p:cNvCxnSpPr>
          <p:nvPr/>
        </p:nvCxnSpPr>
        <p:spPr>
          <a:xfrm rot="5400000">
            <a:off x="5791345" y="693644"/>
            <a:ext cx="175908" cy="48706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6240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5B4D4-76A3-69A2-3E1F-2CD87A34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9A258C7B-F2B5-75BB-CE2B-5040E4BC2574}"/>
              </a:ext>
            </a:extLst>
          </p:cNvPr>
          <p:cNvSpPr/>
          <p:nvPr/>
        </p:nvSpPr>
        <p:spPr>
          <a:xfrm>
            <a:off x="339747" y="669312"/>
            <a:ext cx="2907280" cy="356437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94B9637-5601-47F7-052C-AA3F6613F860}"/>
              </a:ext>
            </a:extLst>
          </p:cNvPr>
          <p:cNvSpPr/>
          <p:nvPr/>
        </p:nvSpPr>
        <p:spPr>
          <a:xfrm>
            <a:off x="468049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79860605-F972-1501-65F5-D12CCAAA8FA2}"/>
              </a:ext>
            </a:extLst>
          </p:cNvPr>
          <p:cNvSpPr/>
          <p:nvPr/>
        </p:nvSpPr>
        <p:spPr>
          <a:xfrm>
            <a:off x="1921701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FE227E24-56A4-82E6-CCC5-3AB2B4092916}"/>
              </a:ext>
            </a:extLst>
          </p:cNvPr>
          <p:cNvSpPr/>
          <p:nvPr/>
        </p:nvSpPr>
        <p:spPr>
          <a:xfrm>
            <a:off x="468050" y="1019954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D64BDE0A-ACE3-00FD-2728-6338509900CC}"/>
              </a:ext>
            </a:extLst>
          </p:cNvPr>
          <p:cNvSpPr/>
          <p:nvPr/>
        </p:nvSpPr>
        <p:spPr>
          <a:xfrm>
            <a:off x="612066" y="137999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F94AFB8-745D-DFEA-13DE-6828BDD662A1}"/>
              </a:ext>
            </a:extLst>
          </p:cNvPr>
          <p:cNvSpPr/>
          <p:nvPr/>
        </p:nvSpPr>
        <p:spPr>
          <a:xfrm>
            <a:off x="610954" y="195474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DCDC311A-14BE-2717-637B-B0D92D602877}"/>
              </a:ext>
            </a:extLst>
          </p:cNvPr>
          <p:cNvSpPr/>
          <p:nvPr/>
        </p:nvSpPr>
        <p:spPr>
          <a:xfrm>
            <a:off x="610954" y="253080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37475224-D97E-9191-08F3-276780052AA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073372" y="482366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499E6F99-F5FB-68D6-C8D0-FCA667F44894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00198" y="482366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632BC3AF-4BA3-84E1-B33E-F34819196468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00198" y="1019954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BC078E08-C42C-DB4C-F72F-E21C30EC6136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74135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4BBEC228-A23B-CD90-1410-5C8BEE30951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31609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35F45E6-B9C5-5747-E0F8-C1C6E821D461}"/>
              </a:ext>
            </a:extLst>
          </p:cNvPr>
          <p:cNvSpPr/>
          <p:nvPr/>
        </p:nvSpPr>
        <p:spPr>
          <a:xfrm>
            <a:off x="3423131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22AF0529-3093-92F1-751C-422182FC5378}"/>
              </a:ext>
            </a:extLst>
          </p:cNvPr>
          <p:cNvSpPr/>
          <p:nvPr/>
        </p:nvSpPr>
        <p:spPr>
          <a:xfrm>
            <a:off x="3567147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2629599D-26B7-0C7B-FFD6-FC17D5431544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725703"/>
            <a:ext cx="579929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138397ED-E6BA-68A1-AE63-C550BC8BEC63}"/>
              </a:ext>
            </a:extLst>
          </p:cNvPr>
          <p:cNvSpPr/>
          <p:nvPr/>
        </p:nvSpPr>
        <p:spPr>
          <a:xfrm>
            <a:off x="5009009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BCC2367F-CEEE-57BC-9098-2508A1DB5199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BCD3002F-082D-F55C-EC44-CA1CDCDA4626}"/>
              </a:ext>
            </a:extLst>
          </p:cNvPr>
          <p:cNvSpPr/>
          <p:nvPr/>
        </p:nvSpPr>
        <p:spPr>
          <a:xfrm>
            <a:off x="3565374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0EAFDB61-9C4B-199E-EDF7-F596B839FF81}"/>
              </a:ext>
            </a:extLst>
          </p:cNvPr>
          <p:cNvSpPr/>
          <p:nvPr/>
        </p:nvSpPr>
        <p:spPr>
          <a:xfrm>
            <a:off x="610954" y="310621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077378AF-AC08-133F-0044-D4B9C08CD49B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289216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05E32BA4-D611-2016-6E8D-AC7E53269955}"/>
              </a:ext>
            </a:extLst>
          </p:cNvPr>
          <p:cNvSpPr/>
          <p:nvPr/>
        </p:nvSpPr>
        <p:spPr>
          <a:xfrm>
            <a:off x="5155765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A0EFF8B9-B797-6FB7-427A-11E7627AC706}"/>
              </a:ext>
            </a:extLst>
          </p:cNvPr>
          <p:cNvSpPr/>
          <p:nvPr/>
        </p:nvSpPr>
        <p:spPr>
          <a:xfrm>
            <a:off x="6236293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1484003-C7B8-9698-B182-0C4C9C3F082F}"/>
              </a:ext>
            </a:extLst>
          </p:cNvPr>
          <p:cNvSpPr/>
          <p:nvPr/>
        </p:nvSpPr>
        <p:spPr>
          <a:xfrm>
            <a:off x="7325112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CA315CB-EABC-102C-B010-BC96E027E928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510516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FEC5A9E5-301A-31E4-B995-6FB55494CDFA}"/>
              </a:ext>
            </a:extLst>
          </p:cNvPr>
          <p:cNvSpPr/>
          <p:nvPr/>
        </p:nvSpPr>
        <p:spPr>
          <a:xfrm>
            <a:off x="3560631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D8D3CBCD-E57A-1C0E-8843-C393F1F6D9EA}"/>
              </a:ext>
            </a:extLst>
          </p:cNvPr>
          <p:cNvSpPr/>
          <p:nvPr/>
        </p:nvSpPr>
        <p:spPr>
          <a:xfrm>
            <a:off x="4973949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DCB87C2D-32F7-2B30-3182-0F4C210D07AF}"/>
              </a:ext>
            </a:extLst>
          </p:cNvPr>
          <p:cNvSpPr/>
          <p:nvPr/>
        </p:nvSpPr>
        <p:spPr>
          <a:xfrm>
            <a:off x="7565295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0234D49F-952E-6FCE-52B2-5066CF67AD8E}"/>
              </a:ext>
            </a:extLst>
          </p:cNvPr>
          <p:cNvSpPr/>
          <p:nvPr/>
        </p:nvSpPr>
        <p:spPr>
          <a:xfrm>
            <a:off x="6269622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9C257A77-ED9C-E3C6-F0A4-7B00F5695BFE}"/>
              </a:ext>
            </a:extLst>
          </p:cNvPr>
          <p:cNvSpPr/>
          <p:nvPr/>
        </p:nvSpPr>
        <p:spPr>
          <a:xfrm>
            <a:off x="7565295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E0E1298F-7E10-7376-DAF0-E46D11DC626F}"/>
              </a:ext>
            </a:extLst>
          </p:cNvPr>
          <p:cNvSpPr/>
          <p:nvPr/>
        </p:nvSpPr>
        <p:spPr>
          <a:xfrm>
            <a:off x="4973949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AF83EFCF-CCE8-CE6D-C946-27040401B396}"/>
              </a:ext>
            </a:extLst>
          </p:cNvPr>
          <p:cNvSpPr/>
          <p:nvPr/>
        </p:nvSpPr>
        <p:spPr>
          <a:xfrm>
            <a:off x="6269622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1D1CA5FF-9ADA-4974-8699-573DF6764482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0CD50C82-6886-B248-99A9-3CAAB5FDCDA7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675EABE2-CAF9-F00A-BDEF-2A5DC0A162C0}"/>
              </a:ext>
            </a:extLst>
          </p:cNvPr>
          <p:cNvSpPr/>
          <p:nvPr/>
        </p:nvSpPr>
        <p:spPr>
          <a:xfrm>
            <a:off x="3678276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90FACF5C-29A3-775D-B66C-F1A69E967B48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047083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792DB8E8-9D56-D386-4A22-CDF7A2F73D1F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6806189" y="906381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BC74DA93-0F8C-C5A9-7C76-7291DA21829A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342756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A7890D9D-0F1E-7D2E-B944-C763EAF61989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A5E3FAB9-D3AA-F9B0-82CA-ACC15AE10C9A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>
            <a:off x="8101862" y="1692970"/>
            <a:ext cx="0" cy="209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7F3D4C24-B949-7346-F64A-562D75055324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047083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30D042A0-8761-5517-9BD5-E1B12227B33D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4751410" y="2087403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93FC586C-D93E-451C-8DC6-6B347C916496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7965353" y="906381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92383485-5D0F-F974-1C4C-0D6AFDE6BA87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214843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F3709459-D35E-AB16-EA06-459540A55619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659248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36F79D4C-8A51-C993-338A-E723F94AF8EA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786D9417-F5AE-A2D4-3926-C268CD0731B1}"/>
              </a:ext>
            </a:extLst>
          </p:cNvPr>
          <p:cNvSpPr/>
          <p:nvPr/>
        </p:nvSpPr>
        <p:spPr>
          <a:xfrm>
            <a:off x="4973949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755ED7A5-B0BD-924C-4BC2-BAB0E3049C8D}"/>
              </a:ext>
            </a:extLst>
          </p:cNvPr>
          <p:cNvSpPr/>
          <p:nvPr/>
        </p:nvSpPr>
        <p:spPr>
          <a:xfrm>
            <a:off x="6269622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C6997071-0590-70E8-C0F9-E9DA87C0BBFE}"/>
              </a:ext>
            </a:extLst>
          </p:cNvPr>
          <p:cNvSpPr/>
          <p:nvPr/>
        </p:nvSpPr>
        <p:spPr>
          <a:xfrm>
            <a:off x="7565295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B63BC409-3F07-CA04-D178-84C538553437}"/>
              </a:ext>
            </a:extLst>
          </p:cNvPr>
          <p:cNvCxnSpPr>
            <a:cxnSpLocks/>
            <a:stCxn id="122" idx="2"/>
            <a:endCxn id="216" idx="0"/>
          </p:cNvCxnSpPr>
          <p:nvPr/>
        </p:nvCxnSpPr>
        <p:spPr>
          <a:xfrm>
            <a:off x="4214843" y="2270669"/>
            <a:ext cx="3887019" cy="408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68A95C3D-8FD3-4123-B226-51DB2604388C}"/>
              </a:ext>
            </a:extLst>
          </p:cNvPr>
          <p:cNvCxnSpPr>
            <a:cxnSpLocks/>
            <a:stCxn id="215" idx="1"/>
            <a:endCxn id="214" idx="3"/>
          </p:cNvCxnSpPr>
          <p:nvPr/>
        </p:nvCxnSpPr>
        <p:spPr>
          <a:xfrm flipH="1">
            <a:off x="6047083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4B8E2459-DB46-B946-A042-F48C86D704AF}"/>
              </a:ext>
            </a:extLst>
          </p:cNvPr>
          <p:cNvCxnSpPr>
            <a:cxnSpLocks/>
            <a:stCxn id="216" idx="1"/>
            <a:endCxn id="215" idx="3"/>
          </p:cNvCxnSpPr>
          <p:nvPr/>
        </p:nvCxnSpPr>
        <p:spPr>
          <a:xfrm flipH="1">
            <a:off x="7342756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E0EE8624-F73C-8CA3-7E20-F4FF356AD376}"/>
              </a:ext>
            </a:extLst>
          </p:cNvPr>
          <p:cNvSpPr/>
          <p:nvPr/>
        </p:nvSpPr>
        <p:spPr>
          <a:xfrm>
            <a:off x="3423131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690FFFF0-E4F8-E03F-3F07-F4AF38838705}"/>
              </a:ext>
            </a:extLst>
          </p:cNvPr>
          <p:cNvSpPr/>
          <p:nvPr/>
        </p:nvSpPr>
        <p:spPr>
          <a:xfrm>
            <a:off x="6269622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3213635C-AC62-D7D8-E19B-497018B5ECA5}"/>
              </a:ext>
            </a:extLst>
          </p:cNvPr>
          <p:cNvSpPr/>
          <p:nvPr/>
        </p:nvSpPr>
        <p:spPr>
          <a:xfrm>
            <a:off x="3560399" y="3771844"/>
            <a:ext cx="1188741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B8E7668E-09C2-821C-706F-484C682CE12F}"/>
              </a:ext>
            </a:extLst>
          </p:cNvPr>
          <p:cNvSpPr/>
          <p:nvPr/>
        </p:nvSpPr>
        <p:spPr>
          <a:xfrm>
            <a:off x="4971679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23E744AE-F5DE-C28F-004E-AEBB00594297}"/>
              </a:ext>
            </a:extLst>
          </p:cNvPr>
          <p:cNvCxnSpPr>
            <a:cxnSpLocks/>
          </p:cNvCxnSpPr>
          <p:nvPr/>
        </p:nvCxnSpPr>
        <p:spPr>
          <a:xfrm>
            <a:off x="7164288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835D07A3-F910-0567-DCEC-D8D337B112AA}"/>
              </a:ext>
            </a:extLst>
          </p:cNvPr>
          <p:cNvCxnSpPr>
            <a:cxnSpLocks/>
            <a:stCxn id="108" idx="2"/>
            <a:endCxn id="300" idx="0"/>
          </p:cNvCxnSpPr>
          <p:nvPr/>
        </p:nvCxnSpPr>
        <p:spPr>
          <a:xfrm flipH="1">
            <a:off x="4154770" y="2269771"/>
            <a:ext cx="2651419" cy="150207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23193653-A9A9-15B1-0D5D-63814785D3C7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508246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99D23534-38DB-20A4-BF33-F8A8682A7DD6}"/>
              </a:ext>
            </a:extLst>
          </p:cNvPr>
          <p:cNvSpPr/>
          <p:nvPr/>
        </p:nvSpPr>
        <p:spPr>
          <a:xfrm>
            <a:off x="467686" y="3730988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2AE7C5CA-4BBF-4FC6-58F3-E0D46314FEE4}"/>
              </a:ext>
            </a:extLst>
          </p:cNvPr>
          <p:cNvSpPr/>
          <p:nvPr/>
        </p:nvSpPr>
        <p:spPr>
          <a:xfrm>
            <a:off x="3491879" y="4405288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D375EA8A-5A2B-4165-967F-6E50E77D461A}"/>
              </a:ext>
            </a:extLst>
          </p:cNvPr>
          <p:cNvCxnSpPr>
            <a:cxnSpLocks/>
            <a:stCxn id="44" idx="3"/>
            <a:endCxn id="81" idx="1"/>
          </p:cNvCxnSpPr>
          <p:nvPr/>
        </p:nvCxnSpPr>
        <p:spPr>
          <a:xfrm>
            <a:off x="2987218" y="3286889"/>
            <a:ext cx="432043" cy="1394462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0142A811-98EE-6518-69D6-395BC780BA92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286889"/>
            <a:ext cx="504661" cy="131755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구부러진 연결선[U] 329">
            <a:extLst>
              <a:ext uri="{FF2B5EF4-FFF2-40B4-BE49-F238E27FC236}">
                <a16:creationId xmlns:a16="http://schemas.microsoft.com/office/drawing/2014/main" id="{E77C1CEC-4DC7-A438-E3D3-D07C5DEC9FE6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135420"/>
            <a:ext cx="143268" cy="1794724"/>
          </a:xfrm>
          <a:prstGeom prst="curvedConnector3">
            <a:avLst>
              <a:gd name="adj1" fmla="val 153993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AAE11A03-36FC-FDD9-4123-182E15DDF83A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510516" y="906381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781E1320-A982-7E4B-92FA-B710F9D9A9AA}"/>
              </a:ext>
            </a:extLst>
          </p:cNvPr>
          <p:cNvSpPr/>
          <p:nvPr/>
        </p:nvSpPr>
        <p:spPr>
          <a:xfrm>
            <a:off x="7565295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39074D08-1F73-01CB-E227-F0F9FE48AEF1}"/>
              </a:ext>
            </a:extLst>
          </p:cNvPr>
          <p:cNvCxnSpPr>
            <a:cxnSpLocks/>
          </p:cNvCxnSpPr>
          <p:nvPr/>
        </p:nvCxnSpPr>
        <p:spPr>
          <a:xfrm>
            <a:off x="8460432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12">
            <a:extLst>
              <a:ext uri="{FF2B5EF4-FFF2-40B4-BE49-F238E27FC236}">
                <a16:creationId xmlns:a16="http://schemas.microsoft.com/office/drawing/2014/main" id="{05F115EE-A410-B876-89FF-7DD3DCBCEA04}"/>
              </a:ext>
            </a:extLst>
          </p:cNvPr>
          <p:cNvSpPr/>
          <p:nvPr/>
        </p:nvSpPr>
        <p:spPr>
          <a:xfrm>
            <a:off x="3419261" y="4482195"/>
            <a:ext cx="2664297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733CE0F7-40B7-A0B2-CF2A-C43063A95FAA}"/>
              </a:ext>
            </a:extLst>
          </p:cNvPr>
          <p:cNvCxnSpPr>
            <a:cxnSpLocks/>
            <a:stCxn id="214" idx="1"/>
          </p:cNvCxnSpPr>
          <p:nvPr/>
        </p:nvCxnSpPr>
        <p:spPr>
          <a:xfrm flipH="1" flipV="1">
            <a:off x="3124718" y="2859442"/>
            <a:ext cx="1849231" cy="8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74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19BFD-F9DC-0E03-803D-588A86035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51C594A3-2FC2-FE5B-EF93-0FB3E007B9C8}"/>
              </a:ext>
            </a:extLst>
          </p:cNvPr>
          <p:cNvSpPr/>
          <p:nvPr/>
        </p:nvSpPr>
        <p:spPr>
          <a:xfrm>
            <a:off x="339747" y="669312"/>
            <a:ext cx="2907280" cy="356437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1AE19A67-4B58-F27F-B017-9F2852D22950}"/>
              </a:ext>
            </a:extLst>
          </p:cNvPr>
          <p:cNvSpPr/>
          <p:nvPr/>
        </p:nvSpPr>
        <p:spPr>
          <a:xfrm>
            <a:off x="468049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D67642A4-FE6C-E6F7-9D17-4C07F3DD877D}"/>
              </a:ext>
            </a:extLst>
          </p:cNvPr>
          <p:cNvSpPr/>
          <p:nvPr/>
        </p:nvSpPr>
        <p:spPr>
          <a:xfrm>
            <a:off x="1921701" y="121010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0827D04-3312-7156-3533-E2C179C8648F}"/>
              </a:ext>
            </a:extLst>
          </p:cNvPr>
          <p:cNvSpPr/>
          <p:nvPr/>
        </p:nvSpPr>
        <p:spPr>
          <a:xfrm>
            <a:off x="468050" y="1019954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0FFAFE93-EF13-0C28-AEB8-22EB6640968D}"/>
              </a:ext>
            </a:extLst>
          </p:cNvPr>
          <p:cNvSpPr/>
          <p:nvPr/>
        </p:nvSpPr>
        <p:spPr>
          <a:xfrm>
            <a:off x="612066" y="137999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73A8999E-3C16-7BF8-2D9C-40FED1E6EA0D}"/>
              </a:ext>
            </a:extLst>
          </p:cNvPr>
          <p:cNvSpPr/>
          <p:nvPr/>
        </p:nvSpPr>
        <p:spPr>
          <a:xfrm>
            <a:off x="610954" y="195474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EB7A2A4-4F94-E274-0DDB-293FB2370670}"/>
              </a:ext>
            </a:extLst>
          </p:cNvPr>
          <p:cNvSpPr/>
          <p:nvPr/>
        </p:nvSpPr>
        <p:spPr>
          <a:xfrm>
            <a:off x="610954" y="253080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3E2B5472-6127-E3E9-BED8-0BADE7EA9B3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74135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A2F7BE75-0B7A-3684-DDC6-FA336C20DE0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31609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1C98CB8-D3DA-6FDC-10E0-1903F5602530}"/>
              </a:ext>
            </a:extLst>
          </p:cNvPr>
          <p:cNvSpPr/>
          <p:nvPr/>
        </p:nvSpPr>
        <p:spPr>
          <a:xfrm>
            <a:off x="3423131" y="121010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75E77924-5AA9-A304-5462-1CA6FBB79723}"/>
              </a:ext>
            </a:extLst>
          </p:cNvPr>
          <p:cNvSpPr/>
          <p:nvPr/>
        </p:nvSpPr>
        <p:spPr>
          <a:xfrm>
            <a:off x="3567147" y="545025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B089F6F1-1131-FD85-B590-C5F48DDF8F6E}"/>
              </a:ext>
            </a:extLst>
          </p:cNvPr>
          <p:cNvSpPr/>
          <p:nvPr/>
        </p:nvSpPr>
        <p:spPr>
          <a:xfrm>
            <a:off x="5009009" y="256994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F07CF40E-BFC8-5BFB-92FF-54FC80D123C3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725703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55E3AB8E-5EEC-7851-0335-F5452BAD0CE4}"/>
              </a:ext>
            </a:extLst>
          </p:cNvPr>
          <p:cNvSpPr/>
          <p:nvPr/>
        </p:nvSpPr>
        <p:spPr>
          <a:xfrm>
            <a:off x="3565374" y="1218650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34B92983-9D38-20F7-E1A2-51D9EC2314DB}"/>
              </a:ext>
            </a:extLst>
          </p:cNvPr>
          <p:cNvSpPr/>
          <p:nvPr/>
        </p:nvSpPr>
        <p:spPr>
          <a:xfrm>
            <a:off x="610954" y="310621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28826397-140E-5276-157D-28DC96540D24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289216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F8F58E4C-0F5B-4BD5-ED60-9FD2E10B416B}"/>
              </a:ext>
            </a:extLst>
          </p:cNvPr>
          <p:cNvSpPr/>
          <p:nvPr/>
        </p:nvSpPr>
        <p:spPr>
          <a:xfrm>
            <a:off x="5155765" y="545025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DA091CBA-A005-66B0-2FBE-1C4362F1177D}"/>
              </a:ext>
            </a:extLst>
          </p:cNvPr>
          <p:cNvSpPr/>
          <p:nvPr/>
        </p:nvSpPr>
        <p:spPr>
          <a:xfrm>
            <a:off x="6236293" y="545025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D459C897-7D10-C9E6-96BC-D2AB31252F29}"/>
              </a:ext>
            </a:extLst>
          </p:cNvPr>
          <p:cNvSpPr/>
          <p:nvPr/>
        </p:nvSpPr>
        <p:spPr>
          <a:xfrm>
            <a:off x="7325112" y="545025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1E14BBFC-70DC-EA13-A86E-B85D9998217F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5510516" y="908050"/>
            <a:ext cx="0" cy="42356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3C69449F-068A-5934-C5A7-02E3DBF0052D}"/>
              </a:ext>
            </a:extLst>
          </p:cNvPr>
          <p:cNvSpPr/>
          <p:nvPr/>
        </p:nvSpPr>
        <p:spPr>
          <a:xfrm>
            <a:off x="3560631" y="2564776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9222EF43-37BA-6B19-2879-632B1A83E85F}"/>
              </a:ext>
            </a:extLst>
          </p:cNvPr>
          <p:cNvSpPr/>
          <p:nvPr/>
        </p:nvSpPr>
        <p:spPr>
          <a:xfrm>
            <a:off x="4973949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AE3B8187-F2D9-0335-2C51-42EE0B190485}"/>
              </a:ext>
            </a:extLst>
          </p:cNvPr>
          <p:cNvSpPr/>
          <p:nvPr/>
        </p:nvSpPr>
        <p:spPr>
          <a:xfrm>
            <a:off x="7565295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2ED3C0CF-C5B5-DDF6-F3F0-9ECA2FDB94AA}"/>
              </a:ext>
            </a:extLst>
          </p:cNvPr>
          <p:cNvSpPr/>
          <p:nvPr/>
        </p:nvSpPr>
        <p:spPr>
          <a:xfrm>
            <a:off x="6269622" y="133161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48E4C8B0-D1C5-7026-7C91-C6EB6FBFC898}"/>
              </a:ext>
            </a:extLst>
          </p:cNvPr>
          <p:cNvSpPr/>
          <p:nvPr/>
        </p:nvSpPr>
        <p:spPr>
          <a:xfrm>
            <a:off x="7565295" y="190296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E0A1894E-9B2F-7813-66AD-6BEC1FC30C6D}"/>
              </a:ext>
            </a:extLst>
          </p:cNvPr>
          <p:cNvSpPr/>
          <p:nvPr/>
        </p:nvSpPr>
        <p:spPr>
          <a:xfrm>
            <a:off x="4973949" y="190713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AA95231F-2EC3-3764-3460-370DBC14BFAC}"/>
              </a:ext>
            </a:extLst>
          </p:cNvPr>
          <p:cNvSpPr/>
          <p:nvPr/>
        </p:nvSpPr>
        <p:spPr>
          <a:xfrm>
            <a:off x="6269622" y="1908415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CF0BC6FC-A271-5655-0AAC-5EAD7B7CB557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725703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71389F83-F416-F12A-B82D-DD0C940C934E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725703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CEAD8B98-F6FC-0862-FFCF-83A4B7C484E8}"/>
              </a:ext>
            </a:extLst>
          </p:cNvPr>
          <p:cNvSpPr/>
          <p:nvPr/>
        </p:nvSpPr>
        <p:spPr>
          <a:xfrm>
            <a:off x="3678276" y="190931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84362532-5378-E583-EBC2-C4EACB8B2C31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047083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5F4755CF-C8BA-DF2A-2384-3D70BC47423F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342756" y="1512292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B990732E-1E3F-02C2-2CBC-FAB7986375CD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2083641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86B20CBC-EF52-7453-183E-B1FBA9CBFFE6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>
            <a:off x="8101862" y="1692970"/>
            <a:ext cx="0" cy="209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8315D079-DD4D-6D5B-C981-D44F7D6865EA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047083" y="2087814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082B5CC7-F4A0-6259-4304-A7198726743D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4751410" y="2087403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BDC61F1D-F5C7-480D-8CD8-D992099C3496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659248" y="906381"/>
            <a:ext cx="0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70EAB631-D94B-527C-DC40-CB94D89B68CA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649520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98A780A1-1944-A585-13C3-E29DA4366BF7}"/>
              </a:ext>
            </a:extLst>
          </p:cNvPr>
          <p:cNvSpPr/>
          <p:nvPr/>
        </p:nvSpPr>
        <p:spPr>
          <a:xfrm>
            <a:off x="4973949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34984389-284D-3E9E-1CB9-1D94CF270F23}"/>
              </a:ext>
            </a:extLst>
          </p:cNvPr>
          <p:cNvSpPr/>
          <p:nvPr/>
        </p:nvSpPr>
        <p:spPr>
          <a:xfrm>
            <a:off x="6269622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FFF7520A-0272-289E-E313-85D010ADE27F}"/>
              </a:ext>
            </a:extLst>
          </p:cNvPr>
          <p:cNvSpPr/>
          <p:nvPr/>
        </p:nvSpPr>
        <p:spPr>
          <a:xfrm>
            <a:off x="7565295" y="267966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D6727DDA-B8DA-AEC9-8EF3-CBDD89408A7F}"/>
              </a:ext>
            </a:extLst>
          </p:cNvPr>
          <p:cNvCxnSpPr>
            <a:cxnSpLocks/>
            <a:stCxn id="122" idx="2"/>
            <a:endCxn id="214" idx="1"/>
          </p:cNvCxnSpPr>
          <p:nvPr/>
        </p:nvCxnSpPr>
        <p:spPr>
          <a:xfrm>
            <a:off x="4214843" y="2270669"/>
            <a:ext cx="759106" cy="58967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97391535-4183-DADF-2486-FCBB085AC53D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047083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9B11471B-4840-568A-39DE-3BFD6BB45DFC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342756" y="286034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A2369E57-0DED-3F03-9857-631F75FDDF7A}"/>
              </a:ext>
            </a:extLst>
          </p:cNvPr>
          <p:cNvSpPr/>
          <p:nvPr/>
        </p:nvSpPr>
        <p:spPr>
          <a:xfrm>
            <a:off x="3423131" y="3461698"/>
            <a:ext cx="5466091" cy="771988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3884E617-C491-25CC-8B94-07FD63E311D4}"/>
              </a:ext>
            </a:extLst>
          </p:cNvPr>
          <p:cNvSpPr/>
          <p:nvPr/>
        </p:nvSpPr>
        <p:spPr>
          <a:xfrm>
            <a:off x="6269622" y="376755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733FC165-B15F-7662-69E1-AC9C3E12EB44}"/>
              </a:ext>
            </a:extLst>
          </p:cNvPr>
          <p:cNvSpPr/>
          <p:nvPr/>
        </p:nvSpPr>
        <p:spPr>
          <a:xfrm>
            <a:off x="3543829" y="3771844"/>
            <a:ext cx="1205312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F21C8ACE-C30A-5B18-3DF2-ED14B8892CDD}"/>
              </a:ext>
            </a:extLst>
          </p:cNvPr>
          <p:cNvSpPr/>
          <p:nvPr/>
        </p:nvSpPr>
        <p:spPr>
          <a:xfrm>
            <a:off x="4971679" y="37718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408BCF77-7602-3259-1DE4-992CC6780676}"/>
              </a:ext>
            </a:extLst>
          </p:cNvPr>
          <p:cNvCxnSpPr>
            <a:cxnSpLocks/>
          </p:cNvCxnSpPr>
          <p:nvPr/>
        </p:nvCxnSpPr>
        <p:spPr>
          <a:xfrm>
            <a:off x="7164288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0048F431-6FE1-0893-19A1-24FBE3A53783}"/>
              </a:ext>
            </a:extLst>
          </p:cNvPr>
          <p:cNvCxnSpPr>
            <a:cxnSpLocks/>
            <a:stCxn id="108" idx="2"/>
            <a:endCxn id="300" idx="0"/>
          </p:cNvCxnSpPr>
          <p:nvPr/>
        </p:nvCxnSpPr>
        <p:spPr>
          <a:xfrm flipH="1">
            <a:off x="4146485" y="2269771"/>
            <a:ext cx="2659704" cy="150207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566489F1-F9C9-3522-E2BE-AFD8252306A2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 flipH="1">
            <a:off x="5508246" y="3041018"/>
            <a:ext cx="1297943" cy="730826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C5B2BFEE-1D03-FBCB-6621-B2DF1E112856}"/>
              </a:ext>
            </a:extLst>
          </p:cNvPr>
          <p:cNvSpPr/>
          <p:nvPr/>
        </p:nvSpPr>
        <p:spPr>
          <a:xfrm>
            <a:off x="467686" y="3730988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AEE65234-68E4-B96F-189C-C2A2B19356EB}"/>
              </a:ext>
            </a:extLst>
          </p:cNvPr>
          <p:cNvSpPr/>
          <p:nvPr/>
        </p:nvSpPr>
        <p:spPr>
          <a:xfrm>
            <a:off x="3491879" y="4319579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E04F1659-E0F6-9DE2-A23A-4FACAE1DC176}"/>
              </a:ext>
            </a:extLst>
          </p:cNvPr>
          <p:cNvCxnSpPr>
            <a:cxnSpLocks/>
            <a:stCxn id="44" idx="3"/>
            <a:endCxn id="81" idx="1"/>
          </p:cNvCxnSpPr>
          <p:nvPr/>
        </p:nvCxnSpPr>
        <p:spPr>
          <a:xfrm>
            <a:off x="2987218" y="3286889"/>
            <a:ext cx="432043" cy="130875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CF33F31D-969B-C483-730C-926D0A18789F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286889"/>
            <a:ext cx="504661" cy="123184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E96F09CA-4198-EBE7-0F9C-F62639B39063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214843" y="906381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ADCE6B75-45A9-614E-9FD7-6A0BD3181DFD}"/>
              </a:ext>
            </a:extLst>
          </p:cNvPr>
          <p:cNvSpPr/>
          <p:nvPr/>
        </p:nvSpPr>
        <p:spPr>
          <a:xfrm>
            <a:off x="7565295" y="377477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/preempt</a:t>
            </a:r>
            <a:endParaRPr lang="ko-KR" altLang="en-US" sz="900" b="1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C0207EEB-C238-0570-3050-C51B65570428}"/>
              </a:ext>
            </a:extLst>
          </p:cNvPr>
          <p:cNvCxnSpPr>
            <a:cxnSpLocks/>
          </p:cNvCxnSpPr>
          <p:nvPr/>
        </p:nvCxnSpPr>
        <p:spPr>
          <a:xfrm>
            <a:off x="8460432" y="1692970"/>
            <a:ext cx="0" cy="208180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12">
            <a:extLst>
              <a:ext uri="{FF2B5EF4-FFF2-40B4-BE49-F238E27FC236}">
                <a16:creationId xmlns:a16="http://schemas.microsoft.com/office/drawing/2014/main" id="{5C0F54B5-9202-69A5-42C0-755419F01C39}"/>
              </a:ext>
            </a:extLst>
          </p:cNvPr>
          <p:cNvSpPr/>
          <p:nvPr/>
        </p:nvSpPr>
        <p:spPr>
          <a:xfrm>
            <a:off x="3419261" y="4396486"/>
            <a:ext cx="2664297" cy="398311"/>
          </a:xfrm>
          <a:prstGeom prst="roundRect">
            <a:avLst>
              <a:gd name="adj" fmla="val 15988"/>
            </a:avLst>
          </a:prstGeom>
          <a:solidFill>
            <a:schemeClr val="bg1"/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cxnSp>
        <p:nvCxnSpPr>
          <p:cNvPr id="88" name="꺾인 연결선[E] 87">
            <a:extLst>
              <a:ext uri="{FF2B5EF4-FFF2-40B4-BE49-F238E27FC236}">
                <a16:creationId xmlns:a16="http://schemas.microsoft.com/office/drawing/2014/main" id="{3AE6BBB1-1E77-2725-0E0E-E5A6DFC1077F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987971" y="567767"/>
            <a:ext cx="897628" cy="726826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ECBB4F36-9C03-A969-7239-6369A6EE2C4C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rot="5400000">
            <a:off x="1714797" y="567767"/>
            <a:ext cx="897628" cy="726826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32D52E75-04A2-DE32-15B1-DA3AA99BE002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725703"/>
            <a:ext cx="579929" cy="2561186"/>
          </a:xfrm>
          <a:prstGeom prst="bentConnector3">
            <a:avLst>
              <a:gd name="adj1" fmla="val 608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꺾인 연결선[E] 100">
            <a:extLst>
              <a:ext uri="{FF2B5EF4-FFF2-40B4-BE49-F238E27FC236}">
                <a16:creationId xmlns:a16="http://schemas.microsoft.com/office/drawing/2014/main" id="{B2E3514C-2CF9-1252-8860-83D71CA3632C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135420"/>
            <a:ext cx="143268" cy="1794724"/>
          </a:xfrm>
          <a:prstGeom prst="bentConnector3">
            <a:avLst>
              <a:gd name="adj1" fmla="val 2333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꺾인 연결선[E] 111">
            <a:extLst>
              <a:ext uri="{FF2B5EF4-FFF2-40B4-BE49-F238E27FC236}">
                <a16:creationId xmlns:a16="http://schemas.microsoft.com/office/drawing/2014/main" id="{A1A7EAE0-D59B-DB9D-13BE-A40830D594A3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rot="16200000" flipV="1">
            <a:off x="7820992" y="1050743"/>
            <a:ext cx="425233" cy="13650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꺾인 연결선[E] 115">
            <a:extLst>
              <a:ext uri="{FF2B5EF4-FFF2-40B4-BE49-F238E27FC236}">
                <a16:creationId xmlns:a16="http://schemas.microsoft.com/office/drawing/2014/main" id="{CE439407-3E62-FB69-758D-7687E4F48A02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rot="5400000" flipH="1" flipV="1">
            <a:off x="7173155" y="539416"/>
            <a:ext cx="425233" cy="11591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연결선[E] 119">
            <a:extLst>
              <a:ext uri="{FF2B5EF4-FFF2-40B4-BE49-F238E27FC236}">
                <a16:creationId xmlns:a16="http://schemas.microsoft.com/office/drawing/2014/main" id="{135CBAB3-68FF-2C7C-1B04-D102CE6108E2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rot="5400000" flipH="1" flipV="1">
            <a:off x="5588632" y="-467408"/>
            <a:ext cx="1002932" cy="3750510"/>
          </a:xfrm>
          <a:prstGeom prst="bentConnector3">
            <a:avLst>
              <a:gd name="adj1" fmla="val 7872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452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A1894-D41A-49A3-D26B-CCD9581D2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7186D575-B047-CF86-41F7-73470A6A961C}"/>
              </a:ext>
            </a:extLst>
          </p:cNvPr>
          <p:cNvSpPr/>
          <p:nvPr/>
        </p:nvSpPr>
        <p:spPr>
          <a:xfrm>
            <a:off x="339747" y="822996"/>
            <a:ext cx="2907280" cy="359660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622E03C-AD17-F729-AC8E-29826F34CA69}"/>
              </a:ext>
            </a:extLst>
          </p:cNvPr>
          <p:cNvSpPr/>
          <p:nvPr/>
        </p:nvSpPr>
        <p:spPr>
          <a:xfrm>
            <a:off x="468049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C8351120-AE90-38E8-C7ED-0788E6B0DF40}"/>
              </a:ext>
            </a:extLst>
          </p:cNvPr>
          <p:cNvSpPr/>
          <p:nvPr/>
        </p:nvSpPr>
        <p:spPr>
          <a:xfrm>
            <a:off x="1921701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849EF92-7EA0-9D80-2EFB-F16CEA43E725}"/>
              </a:ext>
            </a:extLst>
          </p:cNvPr>
          <p:cNvSpPr/>
          <p:nvPr/>
        </p:nvSpPr>
        <p:spPr>
          <a:xfrm>
            <a:off x="468050" y="1173638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5911FCC5-973F-10C3-E4B8-5808A8EB7901}"/>
              </a:ext>
            </a:extLst>
          </p:cNvPr>
          <p:cNvSpPr/>
          <p:nvPr/>
        </p:nvSpPr>
        <p:spPr>
          <a:xfrm>
            <a:off x="612066" y="1533678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550E7CB0-1C44-5E15-B2EF-897AA4040D55}"/>
              </a:ext>
            </a:extLst>
          </p:cNvPr>
          <p:cNvSpPr/>
          <p:nvPr/>
        </p:nvSpPr>
        <p:spPr>
          <a:xfrm>
            <a:off x="610954" y="2108426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2AC8F325-170B-FC7F-7E04-7F633420B0F1}"/>
              </a:ext>
            </a:extLst>
          </p:cNvPr>
          <p:cNvSpPr/>
          <p:nvPr/>
        </p:nvSpPr>
        <p:spPr>
          <a:xfrm>
            <a:off x="610954" y="268449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EB2CABA9-191D-02C8-D331-01FEF918A2D2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073372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F0C2A5B1-28E2-372A-36C1-62E5F4BF98A5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00198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DAE89E47-9B44-6A64-23DA-141A68288A9F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00198" y="1173638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9E5531F7-C4BE-2086-8053-A613AE44945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89503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EEB0B5E0-69BE-7E10-5789-7B8823B45F4D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469782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4DA4ED6-3747-48BA-A843-EAB008E134D6}"/>
              </a:ext>
            </a:extLst>
          </p:cNvPr>
          <p:cNvSpPr/>
          <p:nvPr/>
        </p:nvSpPr>
        <p:spPr>
          <a:xfrm>
            <a:off x="3423131" y="274694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52CC3325-5D81-C923-E698-3C9B704BEF81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6B052A5-539D-3689-EB98-16A971FDB292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879387"/>
            <a:ext cx="579929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D400907-F7C4-3F5A-D383-FD347AE1A991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367BA97A-241F-94BF-11B1-0ACAF2B97B17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DA1BB566-D7AC-CD29-AC3C-28952C76350F}"/>
              </a:ext>
            </a:extLst>
          </p:cNvPr>
          <p:cNvSpPr/>
          <p:nvPr/>
        </p:nvSpPr>
        <p:spPr>
          <a:xfrm>
            <a:off x="3565374" y="1372334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FCA4E4CD-9312-5401-8C85-45C594BBF571}"/>
              </a:ext>
            </a:extLst>
          </p:cNvPr>
          <p:cNvSpPr/>
          <p:nvPr/>
        </p:nvSpPr>
        <p:spPr>
          <a:xfrm>
            <a:off x="610954" y="3259895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636D9C7A-0536-EE65-FE32-9E423F1F0980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3045847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65B8D43A-4C4D-B891-6228-39141640CD6A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2419AAFE-D54B-2CDA-B232-E5394BAB20CC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06963F64-AEF7-FDC8-78C6-96187A8E2EC5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DDD915B-C737-4DB8-145C-5A4B9A1E21DD}"/>
              </a:ext>
            </a:extLst>
          </p:cNvPr>
          <p:cNvCxnSpPr>
            <a:cxnSpLocks/>
            <a:stCxn id="66" idx="2"/>
            <a:endCxn id="103" idx="0"/>
          </p:cNvCxnSpPr>
          <p:nvPr/>
        </p:nvCxnSpPr>
        <p:spPr>
          <a:xfrm flipH="1">
            <a:off x="5510516" y="1060065"/>
            <a:ext cx="65748" cy="425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4CE44398-3BE1-AF83-70B7-2C09CAB682D8}"/>
              </a:ext>
            </a:extLst>
          </p:cNvPr>
          <p:cNvSpPr/>
          <p:nvPr/>
        </p:nvSpPr>
        <p:spPr>
          <a:xfrm>
            <a:off x="3560631" y="2718460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8CE72244-357F-AF70-E4E4-4C367B167AFB}"/>
              </a:ext>
            </a:extLst>
          </p:cNvPr>
          <p:cNvSpPr/>
          <p:nvPr/>
        </p:nvSpPr>
        <p:spPr>
          <a:xfrm>
            <a:off x="4973949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5E4D73FC-518A-5E6D-F5ED-0DD51CA14857}"/>
              </a:ext>
            </a:extLst>
          </p:cNvPr>
          <p:cNvSpPr/>
          <p:nvPr/>
        </p:nvSpPr>
        <p:spPr>
          <a:xfrm>
            <a:off x="7565295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F91D903B-2CBA-77B0-EE1B-CF12F971633F}"/>
              </a:ext>
            </a:extLst>
          </p:cNvPr>
          <p:cNvSpPr/>
          <p:nvPr/>
        </p:nvSpPr>
        <p:spPr>
          <a:xfrm>
            <a:off x="6269622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D332AF43-4019-A1F4-6615-9375605247F9}"/>
              </a:ext>
            </a:extLst>
          </p:cNvPr>
          <p:cNvSpPr/>
          <p:nvPr/>
        </p:nvSpPr>
        <p:spPr>
          <a:xfrm>
            <a:off x="7565295" y="2056647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2C936ADB-48C1-D4DB-ED03-5396084FA2AD}"/>
              </a:ext>
            </a:extLst>
          </p:cNvPr>
          <p:cNvSpPr/>
          <p:nvPr/>
        </p:nvSpPr>
        <p:spPr>
          <a:xfrm>
            <a:off x="4973949" y="206082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1AB445AD-B1C1-C210-C45D-134963F3CA26}"/>
              </a:ext>
            </a:extLst>
          </p:cNvPr>
          <p:cNvSpPr/>
          <p:nvPr/>
        </p:nvSpPr>
        <p:spPr>
          <a:xfrm>
            <a:off x="6269622" y="206209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EB4CCAF2-FB76-3B57-CFD0-5471BEFC7F17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EC4438AF-27B2-321A-50C4-3BD359BBB6FC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AA03B837-6A82-6CA8-E625-15587551D7A7}"/>
              </a:ext>
            </a:extLst>
          </p:cNvPr>
          <p:cNvSpPr/>
          <p:nvPr/>
        </p:nvSpPr>
        <p:spPr>
          <a:xfrm>
            <a:off x="3678276" y="2062997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0D82AF27-EF02-0D69-54EB-32746B7D758B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6047083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6E7E4D2B-55E8-21A1-6C8D-6206F5E400E8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6806189" y="1060065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A097ABD8-E79E-9D4F-7DC8-338C18A2D1C4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7342756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5D1ACA5A-E36F-FC16-5DAA-C5ED12F30383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2237325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59B1EF1A-828A-6BB3-B86D-556B0B30C737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>
            <a:off x="8101862" y="1846654"/>
            <a:ext cx="0" cy="209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AD7EDD25-41CE-CB86-F8C7-F23F69DB397F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047083" y="2241498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E0E94EC-8284-808C-D667-5F3B2D4D3B5A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4751410" y="2241087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C0DC3636-7056-908F-D114-737A60E14F9A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H="1" flipV="1">
            <a:off x="7965353" y="1060065"/>
            <a:ext cx="136509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1D68DD38-8AF2-4724-1B6C-B4FBA3372FB0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214843" y="1060065"/>
            <a:ext cx="3750510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4A57F8D9-E569-2B64-65BC-63D9700FF708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6014948" y="1060065"/>
            <a:ext cx="644300" cy="211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38FA9D42-69A6-0383-811F-9FF78347F5F3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13172EE5-AFEF-B623-3D91-DD8CD8F50D57}"/>
              </a:ext>
            </a:extLst>
          </p:cNvPr>
          <p:cNvSpPr/>
          <p:nvPr/>
        </p:nvSpPr>
        <p:spPr>
          <a:xfrm>
            <a:off x="4973949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8F3A396E-F659-3223-F28E-491AF87BD672}"/>
              </a:ext>
            </a:extLst>
          </p:cNvPr>
          <p:cNvSpPr/>
          <p:nvPr/>
        </p:nvSpPr>
        <p:spPr>
          <a:xfrm>
            <a:off x="6269622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E943E5F9-29AE-EB43-D5A7-526E26C38BB5}"/>
              </a:ext>
            </a:extLst>
          </p:cNvPr>
          <p:cNvSpPr/>
          <p:nvPr/>
        </p:nvSpPr>
        <p:spPr>
          <a:xfrm>
            <a:off x="7565295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743C17A7-C05E-EF50-C6A6-B87D68561CAC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4214843" y="2424353"/>
            <a:ext cx="1295673" cy="408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FDDFEBD8-2E38-CA8D-976C-2D9F83F46E40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047083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C1481926-1582-A020-88BA-9324B1B94D54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342756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623AE6EE-2008-9F28-CB2C-85DDF07C156F}"/>
              </a:ext>
            </a:extLst>
          </p:cNvPr>
          <p:cNvSpPr/>
          <p:nvPr/>
        </p:nvSpPr>
        <p:spPr>
          <a:xfrm>
            <a:off x="3423131" y="3571600"/>
            <a:ext cx="5466091" cy="633255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</a:t>
            </a:r>
          </a:p>
          <a:p>
            <a:r>
              <a:rPr lang="en-US" altLang="ko-KR" sz="1000" b="1"/>
              <a:t>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4D9D9BE7-1DCF-BCBE-56AF-776C1AF6BA0E}"/>
              </a:ext>
            </a:extLst>
          </p:cNvPr>
          <p:cNvSpPr/>
          <p:nvPr/>
        </p:nvSpPr>
        <p:spPr>
          <a:xfrm>
            <a:off x="4733767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66131478-1884-B46F-9776-E1487B48CAC2}"/>
              </a:ext>
            </a:extLst>
          </p:cNvPr>
          <p:cNvSpPr/>
          <p:nvPr/>
        </p:nvSpPr>
        <p:spPr>
          <a:xfrm>
            <a:off x="6029439" y="3721392"/>
            <a:ext cx="1295673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E271A80C-BEB9-98E3-62BE-AC30C84814C5}"/>
              </a:ext>
            </a:extLst>
          </p:cNvPr>
          <p:cNvSpPr/>
          <p:nvPr/>
        </p:nvSpPr>
        <p:spPr>
          <a:xfrm>
            <a:off x="7565295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77F6C058-1B7B-1678-A364-DA3442C6457B}"/>
              </a:ext>
            </a:extLst>
          </p:cNvPr>
          <p:cNvCxnSpPr>
            <a:cxnSpLocks/>
            <a:stCxn id="105" idx="2"/>
            <a:endCxn id="299" idx="0"/>
          </p:cNvCxnSpPr>
          <p:nvPr/>
        </p:nvCxnSpPr>
        <p:spPr>
          <a:xfrm flipH="1">
            <a:off x="5270334" y="1846654"/>
            <a:ext cx="1535855" cy="1874738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B9CDDF19-AA09-C99B-526A-D7C55E27EDFA}"/>
              </a:ext>
            </a:extLst>
          </p:cNvPr>
          <p:cNvCxnSpPr>
            <a:cxnSpLocks/>
            <a:stCxn id="108" idx="2"/>
            <a:endCxn id="300" idx="0"/>
          </p:cNvCxnSpPr>
          <p:nvPr/>
        </p:nvCxnSpPr>
        <p:spPr>
          <a:xfrm flipH="1">
            <a:off x="6677276" y="2423455"/>
            <a:ext cx="128913" cy="1297937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FC4833F0-30D5-4FC0-4AB2-08E3FDA4C441}"/>
              </a:ext>
            </a:extLst>
          </p:cNvPr>
          <p:cNvCxnSpPr>
            <a:cxnSpLocks/>
            <a:stCxn id="215" idx="2"/>
            <a:endCxn id="302" idx="0"/>
          </p:cNvCxnSpPr>
          <p:nvPr/>
        </p:nvCxnSpPr>
        <p:spPr>
          <a:xfrm>
            <a:off x="6806189" y="3194702"/>
            <a:ext cx="1295673" cy="52669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C4DD3D50-0C44-D875-6F36-CEEF1B1529AD}"/>
              </a:ext>
            </a:extLst>
          </p:cNvPr>
          <p:cNvSpPr/>
          <p:nvPr/>
        </p:nvSpPr>
        <p:spPr>
          <a:xfrm>
            <a:off x="467686" y="3884672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0" name="사각형: 둥근 모서리 12">
            <a:extLst>
              <a:ext uri="{FF2B5EF4-FFF2-40B4-BE49-F238E27FC236}">
                <a16:creationId xmlns:a16="http://schemas.microsoft.com/office/drawing/2014/main" id="{9EC1E101-F795-2F2F-C64E-2DB660A9CC9C}"/>
              </a:ext>
            </a:extLst>
          </p:cNvPr>
          <p:cNvSpPr/>
          <p:nvPr/>
        </p:nvSpPr>
        <p:spPr>
          <a:xfrm>
            <a:off x="3419261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3E475D64-C6FB-4899-E683-A04CDC5F37D5}"/>
              </a:ext>
            </a:extLst>
          </p:cNvPr>
          <p:cNvSpPr/>
          <p:nvPr/>
        </p:nvSpPr>
        <p:spPr>
          <a:xfrm>
            <a:off x="6224925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BC170A2C-0599-2B18-59EF-364209E22F39}"/>
              </a:ext>
            </a:extLst>
          </p:cNvPr>
          <p:cNvCxnSpPr>
            <a:cxnSpLocks/>
            <a:stCxn id="44" idx="3"/>
            <a:endCxn id="320" idx="1"/>
          </p:cNvCxnSpPr>
          <p:nvPr/>
        </p:nvCxnSpPr>
        <p:spPr>
          <a:xfrm>
            <a:off x="2987218" y="3440573"/>
            <a:ext cx="432043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4FFBABAA-8D13-22A8-54AD-8900562D290B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440573"/>
            <a:ext cx="3237707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구부러진 연결선[U] 329">
            <a:extLst>
              <a:ext uri="{FF2B5EF4-FFF2-40B4-BE49-F238E27FC236}">
                <a16:creationId xmlns:a16="http://schemas.microsoft.com/office/drawing/2014/main" id="{102956D5-FE10-C168-1B18-32EBE30289CC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289104"/>
            <a:ext cx="143268" cy="1794724"/>
          </a:xfrm>
          <a:prstGeom prst="curvedConnector3">
            <a:avLst>
              <a:gd name="adj1" fmla="val 153993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E3417EA9-A6DE-FD51-8B4F-496183CF091E}"/>
              </a:ext>
            </a:extLst>
          </p:cNvPr>
          <p:cNvCxnSpPr>
            <a:cxnSpLocks/>
            <a:stCxn id="103" idx="0"/>
            <a:endCxn id="72" idx="2"/>
          </p:cNvCxnSpPr>
          <p:nvPr/>
        </p:nvCxnSpPr>
        <p:spPr>
          <a:xfrm flipV="1">
            <a:off x="5510516" y="1060065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856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15A3F-B61E-D96D-949B-4B54C4DBE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C17A933F-9F24-1922-7027-AABC4ACCFBD5}"/>
              </a:ext>
            </a:extLst>
          </p:cNvPr>
          <p:cNvSpPr/>
          <p:nvPr/>
        </p:nvSpPr>
        <p:spPr>
          <a:xfrm>
            <a:off x="339747" y="822996"/>
            <a:ext cx="2907280" cy="3596604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CC1710E0-D703-2B4C-08B7-2CE2D439D195}"/>
              </a:ext>
            </a:extLst>
          </p:cNvPr>
          <p:cNvSpPr/>
          <p:nvPr/>
        </p:nvSpPr>
        <p:spPr>
          <a:xfrm>
            <a:off x="468049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65FD8DA0-9E7B-9F88-ED77-DE3012A67FB1}"/>
              </a:ext>
            </a:extLst>
          </p:cNvPr>
          <p:cNvSpPr/>
          <p:nvPr/>
        </p:nvSpPr>
        <p:spPr>
          <a:xfrm>
            <a:off x="1921701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DFDFF17-88BF-409C-D327-33726955DC47}"/>
              </a:ext>
            </a:extLst>
          </p:cNvPr>
          <p:cNvSpPr/>
          <p:nvPr/>
        </p:nvSpPr>
        <p:spPr>
          <a:xfrm>
            <a:off x="468050" y="1173638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66DD6E9-7686-9F4E-A374-FCBAD96F0F46}"/>
              </a:ext>
            </a:extLst>
          </p:cNvPr>
          <p:cNvSpPr/>
          <p:nvPr/>
        </p:nvSpPr>
        <p:spPr>
          <a:xfrm>
            <a:off x="612066" y="1533678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1933193-43A9-85F2-E7BF-28B1C41F2B39}"/>
              </a:ext>
            </a:extLst>
          </p:cNvPr>
          <p:cNvSpPr/>
          <p:nvPr/>
        </p:nvSpPr>
        <p:spPr>
          <a:xfrm>
            <a:off x="610954" y="2108426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DBB7552-86FB-87E6-F8E9-831168D2E1F8}"/>
              </a:ext>
            </a:extLst>
          </p:cNvPr>
          <p:cNvSpPr/>
          <p:nvPr/>
        </p:nvSpPr>
        <p:spPr>
          <a:xfrm>
            <a:off x="610954" y="268449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0C7989D3-7E62-3014-FCB9-E5DD053EA85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073372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8576802-78AB-DB30-E114-DEA731CE6B12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00198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7EBCACEB-2806-91A0-108A-50AF424F545A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00198" y="1173638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CB1595C-473E-0161-746F-A3DF3A32720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99086" y="189503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20F9E443-C57D-E6EC-150F-903394536EE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799086" y="2469782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08F7DC14-0E95-B8D9-B150-89E8A8320A8A}"/>
              </a:ext>
            </a:extLst>
          </p:cNvPr>
          <p:cNvSpPr/>
          <p:nvPr/>
        </p:nvSpPr>
        <p:spPr>
          <a:xfrm>
            <a:off x="3423131" y="274694"/>
            <a:ext cx="5466091" cy="3165879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47A4DEFF-A38A-ED2D-55E2-76978B89E9E0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8A7B2AAC-40DD-407F-5F8A-08F1F77575A2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987218" y="879387"/>
            <a:ext cx="579929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1CC3F282-FF69-8CBE-5830-38BFD51EDBE6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96D06EC9-B502-1305-B40A-C79AD0EA0EDB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9BD6BBB0-4983-C6F7-28FE-34EA0D24E180}"/>
              </a:ext>
            </a:extLst>
          </p:cNvPr>
          <p:cNvSpPr/>
          <p:nvPr/>
        </p:nvSpPr>
        <p:spPr>
          <a:xfrm>
            <a:off x="3565374" y="1372334"/>
            <a:ext cx="5192757" cy="1138517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6C0038F4-BFF3-1EE5-33D2-CD056A09FD5D}"/>
              </a:ext>
            </a:extLst>
          </p:cNvPr>
          <p:cNvSpPr/>
          <p:nvPr/>
        </p:nvSpPr>
        <p:spPr>
          <a:xfrm>
            <a:off x="610954" y="3259895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Save Pod Info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81B64E0E-6E97-A9FA-F58A-85EA27806093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799086" y="3045847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E67A3410-8732-3C98-5B08-99D050677FD1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1A423119-7E2D-5CDC-4FA1-9C706D98F8D8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6FCA34FA-5D81-0B85-B4BD-EE5A1409564B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81F87C56-10F1-5245-BECD-D7F426990AA2}"/>
              </a:ext>
            </a:extLst>
          </p:cNvPr>
          <p:cNvCxnSpPr>
            <a:cxnSpLocks/>
            <a:stCxn id="66" idx="2"/>
            <a:endCxn id="103" idx="0"/>
          </p:cNvCxnSpPr>
          <p:nvPr/>
        </p:nvCxnSpPr>
        <p:spPr>
          <a:xfrm flipH="1">
            <a:off x="4214843" y="1060065"/>
            <a:ext cx="1361421" cy="4252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B2B10B23-978B-C33C-C768-97ECC660D0D2}"/>
              </a:ext>
            </a:extLst>
          </p:cNvPr>
          <p:cNvSpPr/>
          <p:nvPr/>
        </p:nvSpPr>
        <p:spPr>
          <a:xfrm>
            <a:off x="3560631" y="2718460"/>
            <a:ext cx="5192757" cy="570675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C33B6B76-925A-6A0A-FC91-804C21D3B657}"/>
              </a:ext>
            </a:extLst>
          </p:cNvPr>
          <p:cNvSpPr/>
          <p:nvPr/>
        </p:nvSpPr>
        <p:spPr>
          <a:xfrm>
            <a:off x="3678276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3B55A52A-7E6A-02F9-AF74-C2304091EDB9}"/>
              </a:ext>
            </a:extLst>
          </p:cNvPr>
          <p:cNvSpPr/>
          <p:nvPr/>
        </p:nvSpPr>
        <p:spPr>
          <a:xfrm>
            <a:off x="6269622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D577C4E5-2A27-C81F-5BAA-E0201196484C}"/>
              </a:ext>
            </a:extLst>
          </p:cNvPr>
          <p:cNvSpPr/>
          <p:nvPr/>
        </p:nvSpPr>
        <p:spPr>
          <a:xfrm>
            <a:off x="4973949" y="1485298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F0469DD9-838E-D05E-7CE8-7F32ED2854E6}"/>
              </a:ext>
            </a:extLst>
          </p:cNvPr>
          <p:cNvSpPr/>
          <p:nvPr/>
        </p:nvSpPr>
        <p:spPr>
          <a:xfrm>
            <a:off x="7565295" y="148593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5DAE8F60-E001-E57D-3574-6AF08780626A}"/>
              </a:ext>
            </a:extLst>
          </p:cNvPr>
          <p:cNvSpPr/>
          <p:nvPr/>
        </p:nvSpPr>
        <p:spPr>
          <a:xfrm>
            <a:off x="6269076" y="2060820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FA02FB36-D369-9C0C-FDD2-0092865C4CC6}"/>
              </a:ext>
            </a:extLst>
          </p:cNvPr>
          <p:cNvSpPr/>
          <p:nvPr/>
        </p:nvSpPr>
        <p:spPr>
          <a:xfrm>
            <a:off x="7564749" y="206209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3F5916D6-3D79-04F5-892E-52A6CF061A79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3CE2C031-192D-FC49-0FE3-907461BDB44E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C68A3330-3854-92B3-413E-B86AE680B8CA}"/>
              </a:ext>
            </a:extLst>
          </p:cNvPr>
          <p:cNvSpPr/>
          <p:nvPr/>
        </p:nvSpPr>
        <p:spPr>
          <a:xfrm>
            <a:off x="4973403" y="2062997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C71237F8-FB29-57D1-E1F0-B9BD970332CE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4751410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74B8DB3D-28E2-9290-F739-A1F034E32481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5510516" y="1060065"/>
            <a:ext cx="2454837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AAB8DC01-2618-A863-99B1-EDE4310B2FD8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6047083" y="1665976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35363270-08DA-D29B-DDE3-BF5C672B3447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1666617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A2003097-E92A-0F24-37BD-0A9299E9512B}"/>
              </a:ext>
            </a:extLst>
          </p:cNvPr>
          <p:cNvCxnSpPr>
            <a:cxnSpLocks/>
            <a:stCxn id="106" idx="2"/>
            <a:endCxn id="108" idx="0"/>
          </p:cNvCxnSpPr>
          <p:nvPr/>
        </p:nvCxnSpPr>
        <p:spPr>
          <a:xfrm flipH="1">
            <a:off x="8101316" y="1847295"/>
            <a:ext cx="546" cy="21480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BB764D8A-6E54-0DD0-BA94-DFC949A82018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7342210" y="2241498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6B9D62ED-1E29-41F2-1D7B-726D9D07F8A0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6046537" y="2241087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85515F60-3B99-3A8D-B2F1-1E01F5C5887B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V="1">
            <a:off x="6806189" y="1060065"/>
            <a:ext cx="1159164" cy="4252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5A415859-8FC2-6F66-BC1C-B93C41990FB7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5509970" y="1060065"/>
            <a:ext cx="2455383" cy="10029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0316FCDB-288F-261A-3BE4-79DBB17A15A0}"/>
              </a:ext>
            </a:extLst>
          </p:cNvPr>
          <p:cNvCxnSpPr>
            <a:cxnSpLocks/>
            <a:stCxn id="36" idx="0"/>
            <a:endCxn id="70" idx="2"/>
          </p:cNvCxnSpPr>
          <p:nvPr/>
        </p:nvCxnSpPr>
        <p:spPr>
          <a:xfrm flipV="1">
            <a:off x="6161753" y="1060065"/>
            <a:ext cx="497495" cy="31226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0949CE28-A9C4-D77C-9E7E-98B571CF2E6B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E90F7861-367E-235F-2047-2C2E4CC03BA8}"/>
              </a:ext>
            </a:extLst>
          </p:cNvPr>
          <p:cNvSpPr/>
          <p:nvPr/>
        </p:nvSpPr>
        <p:spPr>
          <a:xfrm>
            <a:off x="4973949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7775A9F8-6D07-4F79-64AE-1FDEB4A9895D}"/>
              </a:ext>
            </a:extLst>
          </p:cNvPr>
          <p:cNvSpPr/>
          <p:nvPr/>
        </p:nvSpPr>
        <p:spPr>
          <a:xfrm>
            <a:off x="6269622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D72C2CF5-903D-1649-C5A4-5BA6F541A12B}"/>
              </a:ext>
            </a:extLst>
          </p:cNvPr>
          <p:cNvSpPr/>
          <p:nvPr/>
        </p:nvSpPr>
        <p:spPr>
          <a:xfrm>
            <a:off x="7565295" y="2833346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94342BF5-E718-3C6D-CC1C-490CB2EAABEE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5509970" y="2424353"/>
            <a:ext cx="546" cy="4089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591A910E-AD24-1B8E-D6BE-10B8D356F6E2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6047083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8BA90DE7-9946-67B0-0813-E92B54FF1CAB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7342756" y="3014024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사각형: 둥근 모서리 12">
            <a:extLst>
              <a:ext uri="{FF2B5EF4-FFF2-40B4-BE49-F238E27FC236}">
                <a16:creationId xmlns:a16="http://schemas.microsoft.com/office/drawing/2014/main" id="{0DC2882B-BDDD-FBF2-A9B8-CB9165ECFA39}"/>
              </a:ext>
            </a:extLst>
          </p:cNvPr>
          <p:cNvSpPr/>
          <p:nvPr/>
        </p:nvSpPr>
        <p:spPr>
          <a:xfrm>
            <a:off x="3423131" y="3571600"/>
            <a:ext cx="5466091" cy="633255"/>
          </a:xfrm>
          <a:prstGeom prst="roundRect">
            <a:avLst>
              <a:gd name="adj" fmla="val 7703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Scheduler Extender </a:t>
            </a:r>
          </a:p>
          <a:p>
            <a:r>
              <a:rPr lang="en-US" altLang="ko-KR" sz="1000" b="1"/>
              <a:t>HTTP Server</a:t>
            </a:r>
            <a:endParaRPr lang="ko-KR" altLang="en-US" sz="1000" b="1"/>
          </a:p>
        </p:txBody>
      </p:sp>
      <p:sp>
        <p:nvSpPr>
          <p:cNvPr id="299" name="사각형: 둥근 모서리 12">
            <a:extLst>
              <a:ext uri="{FF2B5EF4-FFF2-40B4-BE49-F238E27FC236}">
                <a16:creationId xmlns:a16="http://schemas.microsoft.com/office/drawing/2014/main" id="{4D0997C6-2F2E-5EA3-AFAA-ADAC85B79BBC}"/>
              </a:ext>
            </a:extLst>
          </p:cNvPr>
          <p:cNvSpPr/>
          <p:nvPr/>
        </p:nvSpPr>
        <p:spPr>
          <a:xfrm>
            <a:off x="4733767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/filter</a:t>
            </a:r>
            <a:endParaRPr lang="ko-KR" altLang="en-US" sz="900" b="1"/>
          </a:p>
        </p:txBody>
      </p:sp>
      <p:sp>
        <p:nvSpPr>
          <p:cNvPr id="300" name="사각형: 둥근 모서리 12">
            <a:extLst>
              <a:ext uri="{FF2B5EF4-FFF2-40B4-BE49-F238E27FC236}">
                <a16:creationId xmlns:a16="http://schemas.microsoft.com/office/drawing/2014/main" id="{B595C38D-97CF-EC1B-AD83-3C0A8ED2AD2A}"/>
              </a:ext>
            </a:extLst>
          </p:cNvPr>
          <p:cNvSpPr/>
          <p:nvPr/>
        </p:nvSpPr>
        <p:spPr>
          <a:xfrm>
            <a:off x="6029439" y="3721392"/>
            <a:ext cx="1295673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/prioritize</a:t>
            </a:r>
            <a:endParaRPr lang="ko-KR" altLang="en-US" sz="900" b="1"/>
          </a:p>
        </p:txBody>
      </p:sp>
      <p:sp>
        <p:nvSpPr>
          <p:cNvPr id="302" name="사각형: 둥근 모서리 12">
            <a:extLst>
              <a:ext uri="{FF2B5EF4-FFF2-40B4-BE49-F238E27FC236}">
                <a16:creationId xmlns:a16="http://schemas.microsoft.com/office/drawing/2014/main" id="{C3586B1D-EA81-3A64-3E70-51526E0CD415}"/>
              </a:ext>
            </a:extLst>
          </p:cNvPr>
          <p:cNvSpPr/>
          <p:nvPr/>
        </p:nvSpPr>
        <p:spPr>
          <a:xfrm>
            <a:off x="7565295" y="372139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 /bind</a:t>
            </a:r>
            <a:endParaRPr lang="ko-KR" altLang="en-US" sz="900" b="1"/>
          </a:p>
        </p:txBody>
      </p:sp>
      <p:cxnSp>
        <p:nvCxnSpPr>
          <p:cNvPr id="303" name="직선 화살표 연결선 96">
            <a:extLst>
              <a:ext uri="{FF2B5EF4-FFF2-40B4-BE49-F238E27FC236}">
                <a16:creationId xmlns:a16="http://schemas.microsoft.com/office/drawing/2014/main" id="{444089C7-D146-E965-9B9B-866138043203}"/>
              </a:ext>
            </a:extLst>
          </p:cNvPr>
          <p:cNvCxnSpPr>
            <a:cxnSpLocks/>
            <a:stCxn id="105" idx="2"/>
            <a:endCxn id="299" idx="0"/>
          </p:cNvCxnSpPr>
          <p:nvPr/>
        </p:nvCxnSpPr>
        <p:spPr>
          <a:xfrm flipH="1">
            <a:off x="5270334" y="1846654"/>
            <a:ext cx="240182" cy="1874738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직선 화살표 연결선 96">
            <a:extLst>
              <a:ext uri="{FF2B5EF4-FFF2-40B4-BE49-F238E27FC236}">
                <a16:creationId xmlns:a16="http://schemas.microsoft.com/office/drawing/2014/main" id="{17A2665A-72E8-A72F-A7C7-F7653716DEFC}"/>
              </a:ext>
            </a:extLst>
          </p:cNvPr>
          <p:cNvCxnSpPr>
            <a:cxnSpLocks/>
            <a:stCxn id="108" idx="2"/>
            <a:endCxn id="302" idx="0"/>
          </p:cNvCxnSpPr>
          <p:nvPr/>
        </p:nvCxnSpPr>
        <p:spPr>
          <a:xfrm>
            <a:off x="8101316" y="2423455"/>
            <a:ext cx="546" cy="1297937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직선 화살표 연결선 96">
            <a:extLst>
              <a:ext uri="{FF2B5EF4-FFF2-40B4-BE49-F238E27FC236}">
                <a16:creationId xmlns:a16="http://schemas.microsoft.com/office/drawing/2014/main" id="{05304129-F248-F3F4-8C64-09E6289322B2}"/>
              </a:ext>
            </a:extLst>
          </p:cNvPr>
          <p:cNvCxnSpPr>
            <a:cxnSpLocks/>
            <a:stCxn id="215" idx="2"/>
            <a:endCxn id="300" idx="0"/>
          </p:cNvCxnSpPr>
          <p:nvPr/>
        </p:nvCxnSpPr>
        <p:spPr>
          <a:xfrm flipH="1">
            <a:off x="6677276" y="3194702"/>
            <a:ext cx="128913" cy="52669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사각형: 둥근 모서리 12">
            <a:extLst>
              <a:ext uri="{FF2B5EF4-FFF2-40B4-BE49-F238E27FC236}">
                <a16:creationId xmlns:a16="http://schemas.microsoft.com/office/drawing/2014/main" id="{B6DBC0D3-EA44-F73A-36AC-E96426329E4F}"/>
              </a:ext>
            </a:extLst>
          </p:cNvPr>
          <p:cNvSpPr/>
          <p:nvPr/>
        </p:nvSpPr>
        <p:spPr>
          <a:xfrm>
            <a:off x="467686" y="3884672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</a:t>
            </a:r>
            <a:br>
              <a:rPr lang="en-US" altLang="ko-KR" sz="1000" b="1"/>
            </a:br>
            <a:r>
              <a:rPr lang="en-US" altLang="ko-KR" sz="1000" b="1"/>
              <a:t>MutatingWebhook Server</a:t>
            </a:r>
            <a:endParaRPr lang="ko-KR" altLang="en-US" sz="1000" b="1"/>
          </a:p>
        </p:txBody>
      </p:sp>
      <p:sp>
        <p:nvSpPr>
          <p:cNvPr id="320" name="사각형: 둥근 모서리 12">
            <a:extLst>
              <a:ext uri="{FF2B5EF4-FFF2-40B4-BE49-F238E27FC236}">
                <a16:creationId xmlns:a16="http://schemas.microsoft.com/office/drawing/2014/main" id="{9890A377-C42D-770E-B769-0C8F434A0D43}"/>
              </a:ext>
            </a:extLst>
          </p:cNvPr>
          <p:cNvSpPr/>
          <p:nvPr/>
        </p:nvSpPr>
        <p:spPr>
          <a:xfrm>
            <a:off x="3419261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A</a:t>
            </a:r>
            <a:endParaRPr lang="ko-KR" altLang="en-US" sz="1000" b="1"/>
          </a:p>
        </p:txBody>
      </p:sp>
      <p:sp>
        <p:nvSpPr>
          <p:cNvPr id="321" name="사각형: 둥근 모서리 12">
            <a:extLst>
              <a:ext uri="{FF2B5EF4-FFF2-40B4-BE49-F238E27FC236}">
                <a16:creationId xmlns:a16="http://schemas.microsoft.com/office/drawing/2014/main" id="{50757694-48E5-04FC-2B4C-2D5BA05526D7}"/>
              </a:ext>
            </a:extLst>
          </p:cNvPr>
          <p:cNvSpPr/>
          <p:nvPr/>
        </p:nvSpPr>
        <p:spPr>
          <a:xfrm>
            <a:off x="6224925" y="4353500"/>
            <a:ext cx="2664297" cy="398311"/>
          </a:xfrm>
          <a:prstGeom prst="roundRect">
            <a:avLst>
              <a:gd name="adj" fmla="val 1598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Custom Scheduler B</a:t>
            </a:r>
            <a:endParaRPr lang="ko-KR" altLang="en-US" sz="1000" b="1"/>
          </a:p>
        </p:txBody>
      </p:sp>
      <p:cxnSp>
        <p:nvCxnSpPr>
          <p:cNvPr id="322" name="직선 화살표 연결선 96">
            <a:extLst>
              <a:ext uri="{FF2B5EF4-FFF2-40B4-BE49-F238E27FC236}">
                <a16:creationId xmlns:a16="http://schemas.microsoft.com/office/drawing/2014/main" id="{9723C962-0125-B573-4085-9F176609296E}"/>
              </a:ext>
            </a:extLst>
          </p:cNvPr>
          <p:cNvCxnSpPr>
            <a:cxnSpLocks/>
            <a:stCxn id="44" idx="3"/>
            <a:endCxn id="320" idx="1"/>
          </p:cNvCxnSpPr>
          <p:nvPr/>
        </p:nvCxnSpPr>
        <p:spPr>
          <a:xfrm>
            <a:off x="2987218" y="3440573"/>
            <a:ext cx="432043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직선 화살표 연결선 96">
            <a:extLst>
              <a:ext uri="{FF2B5EF4-FFF2-40B4-BE49-F238E27FC236}">
                <a16:creationId xmlns:a16="http://schemas.microsoft.com/office/drawing/2014/main" id="{147AE8F3-1572-AB76-2FCB-05AAFC43684E}"/>
              </a:ext>
            </a:extLst>
          </p:cNvPr>
          <p:cNvCxnSpPr>
            <a:cxnSpLocks/>
            <a:stCxn id="44" idx="3"/>
            <a:endCxn id="321" idx="1"/>
          </p:cNvCxnSpPr>
          <p:nvPr/>
        </p:nvCxnSpPr>
        <p:spPr>
          <a:xfrm>
            <a:off x="2987218" y="3440573"/>
            <a:ext cx="3237707" cy="1112083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구부러진 연결선[U] 329">
            <a:extLst>
              <a:ext uri="{FF2B5EF4-FFF2-40B4-BE49-F238E27FC236}">
                <a16:creationId xmlns:a16="http://schemas.microsoft.com/office/drawing/2014/main" id="{C960B100-1107-4833-EBC4-96791238D62D}"/>
              </a:ext>
            </a:extLst>
          </p:cNvPr>
          <p:cNvCxnSpPr>
            <a:cxnSpLocks/>
            <a:stCxn id="6" idx="1"/>
            <a:endCxn id="319" idx="1"/>
          </p:cNvCxnSpPr>
          <p:nvPr/>
        </p:nvCxnSpPr>
        <p:spPr>
          <a:xfrm rot="10800000" flipV="1">
            <a:off x="467686" y="2289104"/>
            <a:ext cx="143268" cy="1794724"/>
          </a:xfrm>
          <a:prstGeom prst="curvedConnector3">
            <a:avLst>
              <a:gd name="adj1" fmla="val 269232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935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A5B26-982F-C5B1-A876-D094505AF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사각형: 둥근 모서리 12">
            <a:extLst>
              <a:ext uri="{FF2B5EF4-FFF2-40B4-BE49-F238E27FC236}">
                <a16:creationId xmlns:a16="http://schemas.microsoft.com/office/drawing/2014/main" id="{CFDD8708-8289-F130-7461-DF8B2FCF94DE}"/>
              </a:ext>
            </a:extLst>
          </p:cNvPr>
          <p:cNvSpPr/>
          <p:nvPr/>
        </p:nvSpPr>
        <p:spPr>
          <a:xfrm>
            <a:off x="195226" y="822996"/>
            <a:ext cx="2907280" cy="4045810"/>
          </a:xfrm>
          <a:prstGeom prst="roundRect">
            <a:avLst>
              <a:gd name="adj" fmla="val 317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 u="sng"/>
              <a:t>Scheduler Assignment</a:t>
            </a:r>
            <a:endParaRPr lang="ko-KR" altLang="en-US" sz="1000" b="1" u="sng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C9BB52CC-FAC8-14C0-4D85-F78AC595B39C}"/>
              </a:ext>
            </a:extLst>
          </p:cNvPr>
          <p:cNvSpPr/>
          <p:nvPr/>
        </p:nvSpPr>
        <p:spPr>
          <a:xfrm>
            <a:off x="323528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745EE298-FF3F-1A9F-00CC-679AAE04903C}"/>
              </a:ext>
            </a:extLst>
          </p:cNvPr>
          <p:cNvSpPr/>
          <p:nvPr/>
        </p:nvSpPr>
        <p:spPr>
          <a:xfrm>
            <a:off x="1777180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68085BE9-8491-D234-F947-DC94FF27254D}"/>
              </a:ext>
            </a:extLst>
          </p:cNvPr>
          <p:cNvSpPr/>
          <p:nvPr/>
        </p:nvSpPr>
        <p:spPr>
          <a:xfrm>
            <a:off x="323529" y="1173638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DE997E4-BF14-DF26-8B6B-3B44718409A0}"/>
              </a:ext>
            </a:extLst>
          </p:cNvPr>
          <p:cNvSpPr/>
          <p:nvPr/>
        </p:nvSpPr>
        <p:spPr>
          <a:xfrm>
            <a:off x="467545" y="1533678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EB5B9EF4-FAAB-21FA-EC9C-BF6049D1B5D3}"/>
              </a:ext>
            </a:extLst>
          </p:cNvPr>
          <p:cNvSpPr/>
          <p:nvPr/>
        </p:nvSpPr>
        <p:spPr>
          <a:xfrm>
            <a:off x="466433" y="2108426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6D4D4084-4660-7D36-AE98-F82D521EB625}"/>
              </a:ext>
            </a:extLst>
          </p:cNvPr>
          <p:cNvSpPr/>
          <p:nvPr/>
        </p:nvSpPr>
        <p:spPr>
          <a:xfrm>
            <a:off x="466433" y="268449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EC650449-4DE8-9533-B47D-8E1D91990E39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928851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00ACE871-8083-4435-BB87-9B04AB6FD27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655677" y="636050"/>
            <a:ext cx="726826" cy="537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D74394B-1AEA-D40E-5DCF-087BAC1846FB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655677" y="1173638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4725132F-6384-0A0C-71CB-C59605FE654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54565" y="1895034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C3783E83-5C06-BEF4-7D57-E2E2579873E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654565" y="2469782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5B3C192-B61A-8115-F138-27BE25FFD849}"/>
              </a:ext>
            </a:extLst>
          </p:cNvPr>
          <p:cNvSpPr/>
          <p:nvPr/>
        </p:nvSpPr>
        <p:spPr>
          <a:xfrm>
            <a:off x="3423131" y="274694"/>
            <a:ext cx="5466091" cy="3626307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0F30DBFD-D6A8-1620-283A-705156A2968B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29B151A3-C970-0ABC-1AC0-C1E8C8E8458C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842697" y="879387"/>
            <a:ext cx="724450" cy="25611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EE8A1213-58FA-6E47-B9EF-998EAA767DAE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69AB4C57-2D73-0E2F-F989-20E3749385AA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51D02681-F05D-D8B2-B2FE-74D6F54604C2}"/>
              </a:ext>
            </a:extLst>
          </p:cNvPr>
          <p:cNvSpPr/>
          <p:nvPr/>
        </p:nvSpPr>
        <p:spPr>
          <a:xfrm>
            <a:off x="3565374" y="1433233"/>
            <a:ext cx="5192757" cy="1302784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b="1" u="sng"/>
              <a:t>Scheduling Cycle</a:t>
            </a:r>
            <a:endParaRPr lang="ko-KR" altLang="en-US" sz="1000" b="1" u="sng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D9E5291D-12C3-0A66-BFA3-782CB792DBF4}"/>
              </a:ext>
            </a:extLst>
          </p:cNvPr>
          <p:cNvSpPr/>
          <p:nvPr/>
        </p:nvSpPr>
        <p:spPr>
          <a:xfrm>
            <a:off x="466433" y="3259895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Store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86667251-B712-0B54-E08F-0F0B96E6EC18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654565" y="3045847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65118102-CDF5-2B6E-0483-7449508854AD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6BCBDE66-E5E2-38C5-A7CD-EBC5C4DAACAC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055633F-4562-567D-A974-1F0F0FA94CFB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BC1AC0F-5044-B9AA-4E5B-6ED830B63F67}"/>
              </a:ext>
            </a:extLst>
          </p:cNvPr>
          <p:cNvCxnSpPr>
            <a:cxnSpLocks/>
            <a:endCxn id="103" idx="0"/>
          </p:cNvCxnSpPr>
          <p:nvPr/>
        </p:nvCxnSpPr>
        <p:spPr>
          <a:xfrm flipH="1">
            <a:off x="4214843" y="1060065"/>
            <a:ext cx="1526698" cy="648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D95E0767-2AB3-71B9-EC03-7B27B930484F}"/>
              </a:ext>
            </a:extLst>
          </p:cNvPr>
          <p:cNvSpPr/>
          <p:nvPr/>
        </p:nvSpPr>
        <p:spPr>
          <a:xfrm>
            <a:off x="3560631" y="3003798"/>
            <a:ext cx="5192757" cy="755770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1000" b="1" u="sng"/>
              <a:t>Binding Cycle</a:t>
            </a:r>
            <a:endParaRPr lang="ko-KR" altLang="en-US" sz="1000" b="1" u="sng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FEB0238F-E6EC-4856-F717-1C3D22E134D1}"/>
              </a:ext>
            </a:extLst>
          </p:cNvPr>
          <p:cNvSpPr/>
          <p:nvPr/>
        </p:nvSpPr>
        <p:spPr>
          <a:xfrm>
            <a:off x="3678276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F2FC09C9-2440-2698-B6D4-6FBB15561C44}"/>
              </a:ext>
            </a:extLst>
          </p:cNvPr>
          <p:cNvSpPr/>
          <p:nvPr/>
        </p:nvSpPr>
        <p:spPr>
          <a:xfrm>
            <a:off x="6269622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8DED6331-807B-8F16-3431-6E316714AC81}"/>
              </a:ext>
            </a:extLst>
          </p:cNvPr>
          <p:cNvSpPr/>
          <p:nvPr/>
        </p:nvSpPr>
        <p:spPr>
          <a:xfrm>
            <a:off x="4973949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01875838-5E23-E5F5-45F1-E7099D037263}"/>
              </a:ext>
            </a:extLst>
          </p:cNvPr>
          <p:cNvSpPr/>
          <p:nvPr/>
        </p:nvSpPr>
        <p:spPr>
          <a:xfrm>
            <a:off x="7565295" y="170771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0EDDDABD-B49B-B089-5CC9-03D90E3CEC55}"/>
              </a:ext>
            </a:extLst>
          </p:cNvPr>
          <p:cNvSpPr/>
          <p:nvPr/>
        </p:nvSpPr>
        <p:spPr>
          <a:xfrm>
            <a:off x="5628372" y="22836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4DC64370-E265-287C-C6B2-C6D4C866EEAE}"/>
              </a:ext>
            </a:extLst>
          </p:cNvPr>
          <p:cNvSpPr/>
          <p:nvPr/>
        </p:nvSpPr>
        <p:spPr>
          <a:xfrm>
            <a:off x="6924045" y="228492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9E211511-6B40-7145-6533-CB1E1E99CAA6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69538773-72D3-03B8-188D-792CA4FC94F6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E8A08286-0B21-2523-931C-3A0EA0CD24A0}"/>
              </a:ext>
            </a:extLst>
          </p:cNvPr>
          <p:cNvSpPr/>
          <p:nvPr/>
        </p:nvSpPr>
        <p:spPr>
          <a:xfrm>
            <a:off x="4332699" y="228582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4100D86F-D078-23AE-9D00-6FB96E70E882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4751410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65C9297A-1326-ED1C-D055-70C991E9E7A3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5510516" y="1060065"/>
            <a:ext cx="2454837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14E1C665-CE4D-4455-91FB-32DB6CD546FA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6047083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BAB49B2C-EA5B-C0B7-F493-C1025AF92677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1888389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4F018824-C20B-9DF3-0440-7C80D6EE4C15}"/>
              </a:ext>
            </a:extLst>
          </p:cNvPr>
          <p:cNvCxnSpPr>
            <a:cxnSpLocks/>
            <a:stCxn id="106" idx="2"/>
            <a:endCxn id="108" idx="3"/>
          </p:cNvCxnSpPr>
          <p:nvPr/>
        </p:nvCxnSpPr>
        <p:spPr>
          <a:xfrm flipH="1">
            <a:off x="7997179" y="2069067"/>
            <a:ext cx="104683" cy="3965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560F892A-E29F-38BE-E54F-C0631FF7CA1F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701506" y="2464322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C9B14A28-F349-6372-6CDE-CBE7BA24BA90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5405833" y="2463911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57A59F81-241A-FBED-975F-D81DD255BC6B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V="1">
            <a:off x="6806189" y="1060065"/>
            <a:ext cx="1159164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AC546A12-34C7-781B-EBD8-6E3FDA89C961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869266" y="1060065"/>
            <a:ext cx="3096087" cy="12257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D8E9CB06-95DC-A991-822D-123A2814EC54}"/>
              </a:ext>
            </a:extLst>
          </p:cNvPr>
          <p:cNvCxnSpPr>
            <a:cxnSpLocks/>
            <a:stCxn id="36" idx="0"/>
            <a:endCxn id="70" idx="2"/>
          </p:cNvCxnSpPr>
          <p:nvPr/>
        </p:nvCxnSpPr>
        <p:spPr>
          <a:xfrm flipV="1">
            <a:off x="6161753" y="1060065"/>
            <a:ext cx="497495" cy="3731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62600D42-993B-A37C-13C9-58A84303BAEE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7D168F6F-52C9-DB6C-4C1A-A398C6D30FD3}"/>
              </a:ext>
            </a:extLst>
          </p:cNvPr>
          <p:cNvSpPr/>
          <p:nvPr/>
        </p:nvSpPr>
        <p:spPr>
          <a:xfrm>
            <a:off x="4332699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7B3D009D-F430-9F70-51E3-1D3E8AC9CD78}"/>
              </a:ext>
            </a:extLst>
          </p:cNvPr>
          <p:cNvSpPr/>
          <p:nvPr/>
        </p:nvSpPr>
        <p:spPr>
          <a:xfrm>
            <a:off x="5628372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07D9A43A-0042-6816-33B5-15B6C6F2DE94}"/>
              </a:ext>
            </a:extLst>
          </p:cNvPr>
          <p:cNvSpPr/>
          <p:nvPr/>
        </p:nvSpPr>
        <p:spPr>
          <a:xfrm>
            <a:off x="6924045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1C0BC1B0-7742-9CE3-8ACC-E744AD2E9B3C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4869266" y="2647177"/>
            <a:ext cx="0" cy="6073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62933B60-D176-8FE3-D6FA-A937024C757F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5405833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29226D72-2CA0-D1DC-9202-BD0683BB5D76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6701506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934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B9CD-9BCB-8EC8-DC27-11E298C3A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EDBFD9D-7F35-923D-D4C1-431659BC0284}"/>
              </a:ext>
            </a:extLst>
          </p:cNvPr>
          <p:cNvSpPr/>
          <p:nvPr/>
        </p:nvSpPr>
        <p:spPr>
          <a:xfrm>
            <a:off x="323528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4D8AE6EF-F9EE-8BD6-EC32-42F23602B9EF}"/>
              </a:ext>
            </a:extLst>
          </p:cNvPr>
          <p:cNvSpPr/>
          <p:nvPr/>
        </p:nvSpPr>
        <p:spPr>
          <a:xfrm>
            <a:off x="1777180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</a:t>
            </a:r>
            <a:br>
              <a:rPr lang="en-US" altLang="ko-KR" sz="1000" b="1"/>
            </a:br>
            <a:r>
              <a:rPr lang="en-US" altLang="ko-KR" sz="1000" b="1"/>
              <a:t>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F20DF03-85A1-B50F-8D4A-A32B9A8657EA}"/>
              </a:ext>
            </a:extLst>
          </p:cNvPr>
          <p:cNvSpPr/>
          <p:nvPr/>
        </p:nvSpPr>
        <p:spPr>
          <a:xfrm>
            <a:off x="323529" y="987574"/>
            <a:ext cx="2664296" cy="2560298"/>
          </a:xfrm>
          <a:prstGeom prst="roundRect">
            <a:avLst>
              <a:gd name="adj" fmla="val 424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CDA1332-1A16-05DC-64C6-EB3B123897D6}"/>
              </a:ext>
            </a:extLst>
          </p:cNvPr>
          <p:cNvSpPr/>
          <p:nvPr/>
        </p:nvSpPr>
        <p:spPr>
          <a:xfrm>
            <a:off x="467545" y="134761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3FF8B165-2828-075C-F3DB-E1AFA8243856}"/>
              </a:ext>
            </a:extLst>
          </p:cNvPr>
          <p:cNvSpPr/>
          <p:nvPr/>
        </p:nvSpPr>
        <p:spPr>
          <a:xfrm>
            <a:off x="466433" y="192236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BCB74A6A-3DFC-1177-574F-2AEA305D5871}"/>
              </a:ext>
            </a:extLst>
          </p:cNvPr>
          <p:cNvSpPr/>
          <p:nvPr/>
        </p:nvSpPr>
        <p:spPr>
          <a:xfrm>
            <a:off x="466433" y="249842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D17D09C8-62DF-4628-7E6D-A0B315BE762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928851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F0EAF33F-042A-7817-93F5-821D5C0C31C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655677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075CE963-0D1E-9AB5-008C-7437CFF438DE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655677" y="987574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42BB6C-4972-EEC3-C729-5232D0DF423C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54565" y="170897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10C93523-58ED-B440-BCA5-F799835984D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654565" y="228371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F77FF42-352A-75AB-90CC-557C9B6BFF35}"/>
              </a:ext>
            </a:extLst>
          </p:cNvPr>
          <p:cNvSpPr/>
          <p:nvPr/>
        </p:nvSpPr>
        <p:spPr>
          <a:xfrm>
            <a:off x="3423131" y="274694"/>
            <a:ext cx="5466091" cy="3626307"/>
          </a:xfrm>
          <a:prstGeom prst="roundRect">
            <a:avLst>
              <a:gd name="adj" fmla="val 266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C402A600-6AF1-CFC7-7337-0EE67CC12E40}"/>
              </a:ext>
            </a:extLst>
          </p:cNvPr>
          <p:cNvSpPr/>
          <p:nvPr/>
        </p:nvSpPr>
        <p:spPr>
          <a:xfrm>
            <a:off x="3567147" y="698709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/>
              <a:t>(Watch)</a:t>
            </a:r>
            <a:endParaRPr lang="ko-KR" altLang="en-US" sz="90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F867446B-DF93-5AF8-9B5C-548DD45B2BA3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2842697" y="879387"/>
            <a:ext cx="724450" cy="23751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2A100F57-EE25-8127-664B-91616E0FA594}"/>
              </a:ext>
            </a:extLst>
          </p:cNvPr>
          <p:cNvSpPr/>
          <p:nvPr/>
        </p:nvSpPr>
        <p:spPr>
          <a:xfrm>
            <a:off x="5009009" y="410678"/>
            <a:ext cx="3744379" cy="755770"/>
          </a:xfrm>
          <a:prstGeom prst="roundRect">
            <a:avLst>
              <a:gd name="adj" fmla="val 11439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E4171427-C984-E809-2E7C-3500D3966F0A}"/>
              </a:ext>
            </a:extLst>
          </p:cNvPr>
          <p:cNvCxnSpPr>
            <a:cxnSpLocks/>
            <a:stCxn id="27" idx="3"/>
            <a:endCxn id="66" idx="1"/>
          </p:cNvCxnSpPr>
          <p:nvPr/>
        </p:nvCxnSpPr>
        <p:spPr>
          <a:xfrm>
            <a:off x="4719275" y="879387"/>
            <a:ext cx="43649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615D6AA2-C580-23F6-A4C5-20282CADBB95}"/>
              </a:ext>
            </a:extLst>
          </p:cNvPr>
          <p:cNvSpPr/>
          <p:nvPr/>
        </p:nvSpPr>
        <p:spPr>
          <a:xfrm>
            <a:off x="3565374" y="1433233"/>
            <a:ext cx="5192757" cy="1302784"/>
          </a:xfrm>
          <a:prstGeom prst="roundRect">
            <a:avLst>
              <a:gd name="adj" fmla="val 9388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Scheduling Cycle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17494D5C-969E-1C74-4D53-7107BDE9C40C}"/>
              </a:ext>
            </a:extLst>
          </p:cNvPr>
          <p:cNvSpPr/>
          <p:nvPr/>
        </p:nvSpPr>
        <p:spPr>
          <a:xfrm>
            <a:off x="466433" y="307383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Store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7E8CF6AC-96D1-6BC4-2EE5-CD8437E6FC27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654565" y="285978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12">
            <a:extLst>
              <a:ext uri="{FF2B5EF4-FFF2-40B4-BE49-F238E27FC236}">
                <a16:creationId xmlns:a16="http://schemas.microsoft.com/office/drawing/2014/main" id="{ADFEC679-DD86-5592-C1A1-64BB66BE23A3}"/>
              </a:ext>
            </a:extLst>
          </p:cNvPr>
          <p:cNvSpPr/>
          <p:nvPr/>
        </p:nvSpPr>
        <p:spPr>
          <a:xfrm>
            <a:off x="5155765" y="698709"/>
            <a:ext cx="84099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activeQ</a:t>
            </a:r>
          </a:p>
        </p:txBody>
      </p:sp>
      <p:sp>
        <p:nvSpPr>
          <p:cNvPr id="70" name="사각형: 둥근 모서리 12">
            <a:extLst>
              <a:ext uri="{FF2B5EF4-FFF2-40B4-BE49-F238E27FC236}">
                <a16:creationId xmlns:a16="http://schemas.microsoft.com/office/drawing/2014/main" id="{CA09D921-19E3-48C2-DAE3-1AB56507C91E}"/>
              </a:ext>
            </a:extLst>
          </p:cNvPr>
          <p:cNvSpPr/>
          <p:nvPr/>
        </p:nvSpPr>
        <p:spPr>
          <a:xfrm>
            <a:off x="6236293" y="698709"/>
            <a:ext cx="845909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backoffQ</a:t>
            </a:r>
            <a:endParaRPr lang="ko-KR" altLang="en-US" sz="900" b="1"/>
          </a:p>
        </p:txBody>
      </p:sp>
      <p:sp>
        <p:nvSpPr>
          <p:cNvPr id="72" name="사각형: 둥근 모서리 12">
            <a:extLst>
              <a:ext uri="{FF2B5EF4-FFF2-40B4-BE49-F238E27FC236}">
                <a16:creationId xmlns:a16="http://schemas.microsoft.com/office/drawing/2014/main" id="{57532D04-794F-4268-2A4B-54CEC1BEE80C}"/>
              </a:ext>
            </a:extLst>
          </p:cNvPr>
          <p:cNvSpPr/>
          <p:nvPr/>
        </p:nvSpPr>
        <p:spPr>
          <a:xfrm>
            <a:off x="7325112" y="698709"/>
            <a:ext cx="1280482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unschedulablePods</a:t>
            </a:r>
            <a:endParaRPr lang="ko-KR" altLang="en-US" sz="900" b="1"/>
          </a:p>
        </p:txBody>
      </p: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4195A135-5DF9-4A89-546C-48B06D49CF33}"/>
              </a:ext>
            </a:extLst>
          </p:cNvPr>
          <p:cNvCxnSpPr>
            <a:cxnSpLocks/>
            <a:endCxn id="103" idx="0"/>
          </p:cNvCxnSpPr>
          <p:nvPr/>
        </p:nvCxnSpPr>
        <p:spPr>
          <a:xfrm flipH="1">
            <a:off x="4214843" y="1060065"/>
            <a:ext cx="1526698" cy="648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12">
            <a:extLst>
              <a:ext uri="{FF2B5EF4-FFF2-40B4-BE49-F238E27FC236}">
                <a16:creationId xmlns:a16="http://schemas.microsoft.com/office/drawing/2014/main" id="{BB4039AD-3E4B-87CA-2D5C-84FF80C0DFAF}"/>
              </a:ext>
            </a:extLst>
          </p:cNvPr>
          <p:cNvSpPr/>
          <p:nvPr/>
        </p:nvSpPr>
        <p:spPr>
          <a:xfrm>
            <a:off x="3560631" y="3003798"/>
            <a:ext cx="5192757" cy="755770"/>
          </a:xfrm>
          <a:prstGeom prst="roundRect">
            <a:avLst>
              <a:gd name="adj" fmla="val 11999"/>
            </a:avLst>
          </a:prstGeom>
          <a:solidFill>
            <a:schemeClr val="bg1"/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altLang="ko-KR" sz="900" b="1"/>
              <a:t>Binding Cycle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E261D92C-22B6-445A-65F1-49D3D35BD659}"/>
              </a:ext>
            </a:extLst>
          </p:cNvPr>
          <p:cNvSpPr/>
          <p:nvPr/>
        </p:nvSpPr>
        <p:spPr>
          <a:xfrm>
            <a:off x="3678276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PreFilter</a:t>
            </a:r>
            <a:endParaRPr lang="ko-KR" altLang="en-US" sz="900" b="1"/>
          </a:p>
        </p:txBody>
      </p:sp>
      <p:sp>
        <p:nvSpPr>
          <p:cNvPr id="104" name="사각형: 둥근 모서리 12">
            <a:extLst>
              <a:ext uri="{FF2B5EF4-FFF2-40B4-BE49-F238E27FC236}">
                <a16:creationId xmlns:a16="http://schemas.microsoft.com/office/drawing/2014/main" id="{A4412060-6483-A303-86ED-D984A0A67650}"/>
              </a:ext>
            </a:extLst>
          </p:cNvPr>
          <p:cNvSpPr/>
          <p:nvPr/>
        </p:nvSpPr>
        <p:spPr>
          <a:xfrm>
            <a:off x="6269622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PostFilter</a:t>
            </a:r>
            <a:endParaRPr lang="ko-KR" altLang="en-US" sz="900" b="1"/>
          </a:p>
        </p:txBody>
      </p:sp>
      <p:sp>
        <p:nvSpPr>
          <p:cNvPr id="105" name="사각형: 둥근 모서리 12">
            <a:extLst>
              <a:ext uri="{FF2B5EF4-FFF2-40B4-BE49-F238E27FC236}">
                <a16:creationId xmlns:a16="http://schemas.microsoft.com/office/drawing/2014/main" id="{65A96353-7299-35EA-5B74-A4DC6374C057}"/>
              </a:ext>
            </a:extLst>
          </p:cNvPr>
          <p:cNvSpPr/>
          <p:nvPr/>
        </p:nvSpPr>
        <p:spPr>
          <a:xfrm>
            <a:off x="4973949" y="1708122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Filter</a:t>
            </a:r>
            <a:endParaRPr lang="ko-KR" altLang="en-US" sz="900" b="1"/>
          </a:p>
        </p:txBody>
      </p:sp>
      <p:sp>
        <p:nvSpPr>
          <p:cNvPr id="106" name="사각형: 둥근 모서리 12">
            <a:extLst>
              <a:ext uri="{FF2B5EF4-FFF2-40B4-BE49-F238E27FC236}">
                <a16:creationId xmlns:a16="http://schemas.microsoft.com/office/drawing/2014/main" id="{6DB23169-4101-DF7E-FE8A-D0CB25BD2567}"/>
              </a:ext>
            </a:extLst>
          </p:cNvPr>
          <p:cNvSpPr/>
          <p:nvPr/>
        </p:nvSpPr>
        <p:spPr>
          <a:xfrm>
            <a:off x="7565295" y="170771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PreScore</a:t>
            </a:r>
            <a:endParaRPr lang="ko-KR" altLang="en-US" sz="900" b="1"/>
          </a:p>
        </p:txBody>
      </p:sp>
      <p:sp>
        <p:nvSpPr>
          <p:cNvPr id="107" name="사각형: 둥근 모서리 12">
            <a:extLst>
              <a:ext uri="{FF2B5EF4-FFF2-40B4-BE49-F238E27FC236}">
                <a16:creationId xmlns:a16="http://schemas.microsoft.com/office/drawing/2014/main" id="{17F9A470-37CA-6EC1-EF19-F67404F2DEF0}"/>
              </a:ext>
            </a:extLst>
          </p:cNvPr>
          <p:cNvSpPr/>
          <p:nvPr/>
        </p:nvSpPr>
        <p:spPr>
          <a:xfrm>
            <a:off x="5628372" y="2283644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Reserve</a:t>
            </a:r>
            <a:endParaRPr lang="ko-KR" altLang="en-US" sz="900" b="1"/>
          </a:p>
        </p:txBody>
      </p: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6C6C128C-E6BF-64E0-E498-79240F703654}"/>
              </a:ext>
            </a:extLst>
          </p:cNvPr>
          <p:cNvSpPr/>
          <p:nvPr/>
        </p:nvSpPr>
        <p:spPr>
          <a:xfrm>
            <a:off x="6924045" y="2284923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Score</a:t>
            </a:r>
            <a:endParaRPr lang="ko-KR" altLang="en-US" sz="900" b="1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026A0F4E-53F7-9BA9-951C-D3EF61EE61BC}"/>
              </a:ext>
            </a:extLst>
          </p:cNvPr>
          <p:cNvCxnSpPr>
            <a:cxnSpLocks/>
            <a:stCxn id="72" idx="1"/>
            <a:endCxn id="70" idx="3"/>
          </p:cNvCxnSpPr>
          <p:nvPr/>
        </p:nvCxnSpPr>
        <p:spPr>
          <a:xfrm flipH="1">
            <a:off x="7082202" y="879387"/>
            <a:ext cx="24291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EA6F01AA-672F-F351-314D-A4A41F83208C}"/>
              </a:ext>
            </a:extLst>
          </p:cNvPr>
          <p:cNvCxnSpPr>
            <a:cxnSpLocks/>
            <a:stCxn id="70" idx="1"/>
            <a:endCxn id="66" idx="3"/>
          </p:cNvCxnSpPr>
          <p:nvPr/>
        </p:nvCxnSpPr>
        <p:spPr>
          <a:xfrm flipH="1">
            <a:off x="5996763" y="879387"/>
            <a:ext cx="23953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사각형: 둥근 모서리 12">
            <a:extLst>
              <a:ext uri="{FF2B5EF4-FFF2-40B4-BE49-F238E27FC236}">
                <a16:creationId xmlns:a16="http://schemas.microsoft.com/office/drawing/2014/main" id="{EA4CBC0F-625A-1375-1C24-7D0DBD02938D}"/>
              </a:ext>
            </a:extLst>
          </p:cNvPr>
          <p:cNvSpPr/>
          <p:nvPr/>
        </p:nvSpPr>
        <p:spPr>
          <a:xfrm>
            <a:off x="4332699" y="2285821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Permit</a:t>
            </a:r>
            <a:endParaRPr lang="ko-KR" altLang="en-US" sz="900" b="1"/>
          </a:p>
        </p:txBody>
      </p:sp>
      <p:cxnSp>
        <p:nvCxnSpPr>
          <p:cNvPr id="123" name="직선 화살표 연결선 96">
            <a:extLst>
              <a:ext uri="{FF2B5EF4-FFF2-40B4-BE49-F238E27FC236}">
                <a16:creationId xmlns:a16="http://schemas.microsoft.com/office/drawing/2014/main" id="{ACCB94A1-800A-C3AD-99AF-798668A11DA4}"/>
              </a:ext>
            </a:extLst>
          </p:cNvPr>
          <p:cNvCxnSpPr>
            <a:cxnSpLocks/>
            <a:stCxn id="103" idx="3"/>
            <a:endCxn id="105" idx="1"/>
          </p:cNvCxnSpPr>
          <p:nvPr/>
        </p:nvCxnSpPr>
        <p:spPr>
          <a:xfrm>
            <a:off x="4751410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96">
            <a:extLst>
              <a:ext uri="{FF2B5EF4-FFF2-40B4-BE49-F238E27FC236}">
                <a16:creationId xmlns:a16="http://schemas.microsoft.com/office/drawing/2014/main" id="{D6278376-73F0-4128-B8CC-FEDFAD91F08E}"/>
              </a:ext>
            </a:extLst>
          </p:cNvPr>
          <p:cNvCxnSpPr>
            <a:cxnSpLocks/>
            <a:stCxn id="105" idx="0"/>
            <a:endCxn id="72" idx="2"/>
          </p:cNvCxnSpPr>
          <p:nvPr/>
        </p:nvCxnSpPr>
        <p:spPr>
          <a:xfrm flipV="1">
            <a:off x="5510516" y="1060065"/>
            <a:ext cx="2454837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96">
            <a:extLst>
              <a:ext uri="{FF2B5EF4-FFF2-40B4-BE49-F238E27FC236}">
                <a16:creationId xmlns:a16="http://schemas.microsoft.com/office/drawing/2014/main" id="{EFECC7DE-F769-1559-0AB9-143FB653FDE0}"/>
              </a:ext>
            </a:extLst>
          </p:cNvPr>
          <p:cNvCxnSpPr>
            <a:cxnSpLocks/>
            <a:stCxn id="105" idx="3"/>
            <a:endCxn id="104" idx="1"/>
          </p:cNvCxnSpPr>
          <p:nvPr/>
        </p:nvCxnSpPr>
        <p:spPr>
          <a:xfrm>
            <a:off x="6047083" y="1888800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96">
            <a:extLst>
              <a:ext uri="{FF2B5EF4-FFF2-40B4-BE49-F238E27FC236}">
                <a16:creationId xmlns:a16="http://schemas.microsoft.com/office/drawing/2014/main" id="{5EADFEF1-ACAA-A51A-4956-4FDC5E9723C1}"/>
              </a:ext>
            </a:extLst>
          </p:cNvPr>
          <p:cNvCxnSpPr>
            <a:cxnSpLocks/>
            <a:endCxn id="106" idx="1"/>
          </p:cNvCxnSpPr>
          <p:nvPr/>
        </p:nvCxnSpPr>
        <p:spPr>
          <a:xfrm flipV="1">
            <a:off x="7342756" y="1888389"/>
            <a:ext cx="222539" cy="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96">
            <a:extLst>
              <a:ext uri="{FF2B5EF4-FFF2-40B4-BE49-F238E27FC236}">
                <a16:creationId xmlns:a16="http://schemas.microsoft.com/office/drawing/2014/main" id="{1A3E1062-337F-9473-8268-CE797E9B39ED}"/>
              </a:ext>
            </a:extLst>
          </p:cNvPr>
          <p:cNvCxnSpPr>
            <a:cxnSpLocks/>
            <a:stCxn id="106" idx="2"/>
            <a:endCxn id="108" idx="3"/>
          </p:cNvCxnSpPr>
          <p:nvPr/>
        </p:nvCxnSpPr>
        <p:spPr>
          <a:xfrm flipH="1">
            <a:off x="7997179" y="2069067"/>
            <a:ext cx="104683" cy="3965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96">
            <a:extLst>
              <a:ext uri="{FF2B5EF4-FFF2-40B4-BE49-F238E27FC236}">
                <a16:creationId xmlns:a16="http://schemas.microsoft.com/office/drawing/2014/main" id="{89DDE055-66D4-F9EF-8BC0-9A6316B966DB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6701506" y="2464322"/>
            <a:ext cx="222539" cy="12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2EAA91F5-C624-3D9B-20BB-C85A43D0C0AE}"/>
              </a:ext>
            </a:extLst>
          </p:cNvPr>
          <p:cNvCxnSpPr>
            <a:cxnSpLocks/>
            <a:endCxn id="122" idx="3"/>
          </p:cNvCxnSpPr>
          <p:nvPr/>
        </p:nvCxnSpPr>
        <p:spPr>
          <a:xfrm flipH="1">
            <a:off x="5405833" y="2463911"/>
            <a:ext cx="222539" cy="25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96">
            <a:extLst>
              <a:ext uri="{FF2B5EF4-FFF2-40B4-BE49-F238E27FC236}">
                <a16:creationId xmlns:a16="http://schemas.microsoft.com/office/drawing/2014/main" id="{88050FF3-D61A-D32C-5209-C968767FD3F3}"/>
              </a:ext>
            </a:extLst>
          </p:cNvPr>
          <p:cNvCxnSpPr>
            <a:cxnSpLocks/>
            <a:stCxn id="104" idx="0"/>
            <a:endCxn id="72" idx="2"/>
          </p:cNvCxnSpPr>
          <p:nvPr/>
        </p:nvCxnSpPr>
        <p:spPr>
          <a:xfrm flipV="1">
            <a:off x="6806189" y="1060065"/>
            <a:ext cx="1159164" cy="64805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96">
            <a:extLst>
              <a:ext uri="{FF2B5EF4-FFF2-40B4-BE49-F238E27FC236}">
                <a16:creationId xmlns:a16="http://schemas.microsoft.com/office/drawing/2014/main" id="{9D240ABD-8B66-101C-4C39-DD81A070CAC5}"/>
              </a:ext>
            </a:extLst>
          </p:cNvPr>
          <p:cNvCxnSpPr>
            <a:cxnSpLocks/>
            <a:stCxn id="122" idx="0"/>
            <a:endCxn id="72" idx="2"/>
          </p:cNvCxnSpPr>
          <p:nvPr/>
        </p:nvCxnSpPr>
        <p:spPr>
          <a:xfrm flipV="1">
            <a:off x="4869266" y="1060065"/>
            <a:ext cx="3096087" cy="12257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화살표 연결선 96">
            <a:extLst>
              <a:ext uri="{FF2B5EF4-FFF2-40B4-BE49-F238E27FC236}">
                <a16:creationId xmlns:a16="http://schemas.microsoft.com/office/drawing/2014/main" id="{C344F44F-6314-2F51-3AED-3FCFBB3C8778}"/>
              </a:ext>
            </a:extLst>
          </p:cNvPr>
          <p:cNvCxnSpPr>
            <a:cxnSpLocks/>
            <a:stCxn id="36" idx="0"/>
            <a:endCxn id="70" idx="2"/>
          </p:cNvCxnSpPr>
          <p:nvPr/>
        </p:nvCxnSpPr>
        <p:spPr>
          <a:xfrm flipV="1">
            <a:off x="6161753" y="1060065"/>
            <a:ext cx="497495" cy="3731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구부러진 연결선[U] 172">
            <a:extLst>
              <a:ext uri="{FF2B5EF4-FFF2-40B4-BE49-F238E27FC236}">
                <a16:creationId xmlns:a16="http://schemas.microsoft.com/office/drawing/2014/main" id="{DFDFC30D-D6B4-2C2B-0C11-22CFE327AD8C}"/>
              </a:ext>
            </a:extLst>
          </p:cNvPr>
          <p:cNvCxnSpPr>
            <a:cxnSpLocks/>
            <a:stCxn id="72" idx="0"/>
            <a:endCxn id="66" idx="0"/>
          </p:cNvCxnSpPr>
          <p:nvPr/>
        </p:nvCxnSpPr>
        <p:spPr>
          <a:xfrm rot="16200000" flipV="1">
            <a:off x="6770809" y="-495836"/>
            <a:ext cx="12700" cy="2389089"/>
          </a:xfrm>
          <a:prstGeom prst="curvedConnector3">
            <a:avLst>
              <a:gd name="adj1" fmla="val 11784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12">
            <a:extLst>
              <a:ext uri="{FF2B5EF4-FFF2-40B4-BE49-F238E27FC236}">
                <a16:creationId xmlns:a16="http://schemas.microsoft.com/office/drawing/2014/main" id="{35EB8475-26A6-A487-D1EB-B8135DC7FA0A}"/>
              </a:ext>
            </a:extLst>
          </p:cNvPr>
          <p:cNvSpPr/>
          <p:nvPr/>
        </p:nvSpPr>
        <p:spPr>
          <a:xfrm>
            <a:off x="4332699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PreBind</a:t>
            </a:r>
            <a:endParaRPr lang="ko-KR" altLang="en-US" sz="900" b="1"/>
          </a:p>
        </p:txBody>
      </p:sp>
      <p:sp>
        <p:nvSpPr>
          <p:cNvPr id="215" name="사각형: 둥근 모서리 12">
            <a:extLst>
              <a:ext uri="{FF2B5EF4-FFF2-40B4-BE49-F238E27FC236}">
                <a16:creationId xmlns:a16="http://schemas.microsoft.com/office/drawing/2014/main" id="{3320B35E-A552-2DFB-5A9A-86217D1D6C38}"/>
              </a:ext>
            </a:extLst>
          </p:cNvPr>
          <p:cNvSpPr/>
          <p:nvPr/>
        </p:nvSpPr>
        <p:spPr>
          <a:xfrm>
            <a:off x="5628372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</a:t>
            </a:r>
            <a:endParaRPr lang="ko-KR" altLang="en-US" sz="900" b="1"/>
          </a:p>
        </p:txBody>
      </p:sp>
      <p:sp>
        <p:nvSpPr>
          <p:cNvPr id="216" name="사각형: 둥근 모서리 12">
            <a:extLst>
              <a:ext uri="{FF2B5EF4-FFF2-40B4-BE49-F238E27FC236}">
                <a16:creationId xmlns:a16="http://schemas.microsoft.com/office/drawing/2014/main" id="{73E2B06A-A42B-D87E-6EE4-93046019C28B}"/>
              </a:ext>
            </a:extLst>
          </p:cNvPr>
          <p:cNvSpPr/>
          <p:nvPr/>
        </p:nvSpPr>
        <p:spPr>
          <a:xfrm>
            <a:off x="6924045" y="3254509"/>
            <a:ext cx="107313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PostBind</a:t>
            </a:r>
            <a:endParaRPr lang="ko-KR" altLang="en-US" sz="900" b="1"/>
          </a:p>
        </p:txBody>
      </p:sp>
      <p:cxnSp>
        <p:nvCxnSpPr>
          <p:cNvPr id="217" name="직선 화살표 연결선 96">
            <a:extLst>
              <a:ext uri="{FF2B5EF4-FFF2-40B4-BE49-F238E27FC236}">
                <a16:creationId xmlns:a16="http://schemas.microsoft.com/office/drawing/2014/main" id="{DB61600C-774D-6ACB-ABEC-395392F25F8D}"/>
              </a:ext>
            </a:extLst>
          </p:cNvPr>
          <p:cNvCxnSpPr>
            <a:cxnSpLocks/>
            <a:stCxn id="122" idx="2"/>
            <a:endCxn id="214" idx="0"/>
          </p:cNvCxnSpPr>
          <p:nvPr/>
        </p:nvCxnSpPr>
        <p:spPr>
          <a:xfrm>
            <a:off x="4869266" y="2647177"/>
            <a:ext cx="0" cy="6073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직선 화살표 연결선 96">
            <a:extLst>
              <a:ext uri="{FF2B5EF4-FFF2-40B4-BE49-F238E27FC236}">
                <a16:creationId xmlns:a16="http://schemas.microsoft.com/office/drawing/2014/main" id="{6153CE5B-8478-C297-477E-EF7B89F4EEF5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5405833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96">
            <a:extLst>
              <a:ext uri="{FF2B5EF4-FFF2-40B4-BE49-F238E27FC236}">
                <a16:creationId xmlns:a16="http://schemas.microsoft.com/office/drawing/2014/main" id="{BFEEEE71-6283-ADD7-299B-BFF86DBFC687}"/>
              </a:ext>
            </a:extLst>
          </p:cNvPr>
          <p:cNvCxnSpPr>
            <a:cxnSpLocks/>
            <a:stCxn id="215" idx="3"/>
            <a:endCxn id="216" idx="1"/>
          </p:cNvCxnSpPr>
          <p:nvPr/>
        </p:nvCxnSpPr>
        <p:spPr>
          <a:xfrm>
            <a:off x="6701506" y="3435187"/>
            <a:ext cx="22253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55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B1ADD-145F-541C-5F2A-E49787650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99B1C7CC-108F-B4D7-2126-58C9BAB0D7FA}"/>
              </a:ext>
            </a:extLst>
          </p:cNvPr>
          <p:cNvSpPr/>
          <p:nvPr/>
        </p:nvSpPr>
        <p:spPr>
          <a:xfrm>
            <a:off x="539552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K8s Client</a:t>
            </a:r>
            <a:endParaRPr lang="ko-KR" altLang="en-US" sz="1000" b="1"/>
          </a:p>
        </p:txBody>
      </p:sp>
      <p:sp>
        <p:nvSpPr>
          <p:cNvPr id="3" name="사각형: 둥근 모서리 12">
            <a:extLst>
              <a:ext uri="{FF2B5EF4-FFF2-40B4-BE49-F238E27FC236}">
                <a16:creationId xmlns:a16="http://schemas.microsoft.com/office/drawing/2014/main" id="{9194264A-7BA2-300A-ABE6-A4BC5BE0D232}"/>
              </a:ext>
            </a:extLst>
          </p:cNvPr>
          <p:cNvSpPr/>
          <p:nvPr/>
        </p:nvSpPr>
        <p:spPr>
          <a:xfrm>
            <a:off x="1993204" y="274694"/>
            <a:ext cx="1210645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kube-controller-manager</a:t>
            </a:r>
            <a:endParaRPr lang="ko-KR" altLang="en-US" sz="10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E9866772-88AB-A291-E90E-BB51B05F55B1}"/>
              </a:ext>
            </a:extLst>
          </p:cNvPr>
          <p:cNvSpPr/>
          <p:nvPr/>
        </p:nvSpPr>
        <p:spPr>
          <a:xfrm>
            <a:off x="539553" y="987574"/>
            <a:ext cx="2664296" cy="2560298"/>
          </a:xfrm>
          <a:prstGeom prst="roundRect">
            <a:avLst>
              <a:gd name="adj" fmla="val 501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kube-apiserver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327A03B5-F86E-F23A-5B91-1126C2669BA7}"/>
              </a:ext>
            </a:extLst>
          </p:cNvPr>
          <p:cNvSpPr/>
          <p:nvPr/>
        </p:nvSpPr>
        <p:spPr>
          <a:xfrm>
            <a:off x="683569" y="1347614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Decoding + Defaulting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80409E8-2957-458F-B434-C7C7DA6A5F15}"/>
              </a:ext>
            </a:extLst>
          </p:cNvPr>
          <p:cNvSpPr/>
          <p:nvPr/>
        </p:nvSpPr>
        <p:spPr>
          <a:xfrm>
            <a:off x="682457" y="1922362"/>
            <a:ext cx="2376264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Mutating Admission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23465B13-8C36-8075-9837-8869A1166F7D}"/>
              </a:ext>
            </a:extLst>
          </p:cNvPr>
          <p:cNvSpPr/>
          <p:nvPr/>
        </p:nvSpPr>
        <p:spPr>
          <a:xfrm>
            <a:off x="682457" y="2498427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Validating Admission</a:t>
            </a:r>
            <a:endParaRPr lang="ko-KR" altLang="en-US" sz="900" b="1"/>
          </a:p>
        </p:txBody>
      </p:sp>
      <p:cxnSp>
        <p:nvCxnSpPr>
          <p:cNvPr id="8" name="직선 화살표 연결선 96">
            <a:extLst>
              <a:ext uri="{FF2B5EF4-FFF2-40B4-BE49-F238E27FC236}">
                <a16:creationId xmlns:a16="http://schemas.microsoft.com/office/drawing/2014/main" id="{19D55B6D-84CC-7D3B-FF0E-52031E3235B0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1144875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435BA2C-D7CC-D63F-7676-DFA976B15B21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1871701" y="636050"/>
            <a:ext cx="726826" cy="3515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87287069-512B-D7F4-76FB-7FBE13F6AFE2}"/>
              </a:ext>
            </a:extLst>
          </p:cNvPr>
          <p:cNvCxnSpPr>
            <a:cxnSpLocks/>
            <a:stCxn id="4" idx="0"/>
            <a:endCxn id="5" idx="0"/>
          </p:cNvCxnSpPr>
          <p:nvPr/>
        </p:nvCxnSpPr>
        <p:spPr>
          <a:xfrm>
            <a:off x="1871701" y="987574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5726645F-988B-840F-2A67-0CB7199656B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870589" y="1708970"/>
            <a:ext cx="1112" cy="2133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E4E4008B-E777-05C2-AFD6-2929B5CFAF57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870589" y="2283718"/>
            <a:ext cx="0" cy="21470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AE6E2D06-1DC1-B774-419E-D0411C81755A}"/>
              </a:ext>
            </a:extLst>
          </p:cNvPr>
          <p:cNvSpPr/>
          <p:nvPr/>
        </p:nvSpPr>
        <p:spPr>
          <a:xfrm>
            <a:off x="3563888" y="987574"/>
            <a:ext cx="5184576" cy="1584176"/>
          </a:xfrm>
          <a:prstGeom prst="roundRect">
            <a:avLst>
              <a:gd name="adj" fmla="val 4440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b="1"/>
              <a:t>kube-scheduler</a:t>
            </a:r>
            <a:endParaRPr lang="ko-KR" altLang="en-US" sz="10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D8C5083-53B9-3B03-F55E-C07A9ECB3658}"/>
              </a:ext>
            </a:extLst>
          </p:cNvPr>
          <p:cNvSpPr/>
          <p:nvPr/>
        </p:nvSpPr>
        <p:spPr>
          <a:xfrm>
            <a:off x="3707904" y="1347614"/>
            <a:ext cx="115212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Informer</a:t>
            </a:r>
          </a:p>
          <a:p>
            <a:pPr algn="ctr"/>
            <a:r>
              <a:rPr lang="en-US" altLang="ko-KR" sz="900" b="1"/>
              <a:t>(Watch)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BDA028DF-FD24-7F9B-F7CF-E49ABBED9C24}"/>
              </a:ext>
            </a:extLst>
          </p:cNvPr>
          <p:cNvCxnSpPr>
            <a:cxnSpLocks/>
            <a:stCxn id="44" idx="3"/>
            <a:endCxn id="27" idx="1"/>
          </p:cNvCxnSpPr>
          <p:nvPr/>
        </p:nvCxnSpPr>
        <p:spPr>
          <a:xfrm flipV="1">
            <a:off x="3058721" y="1528292"/>
            <a:ext cx="649183" cy="17262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67C996A4-E7C2-09CA-55D8-3667981153AA}"/>
              </a:ext>
            </a:extLst>
          </p:cNvPr>
          <p:cNvSpPr/>
          <p:nvPr/>
        </p:nvSpPr>
        <p:spPr>
          <a:xfrm>
            <a:off x="5222810" y="1347614"/>
            <a:ext cx="150943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Scheduling Queue</a:t>
            </a:r>
            <a:endParaRPr lang="ko-KR" altLang="en-US" sz="900" b="1"/>
          </a:p>
        </p:txBody>
      </p: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E37CF33A-DA15-9CE2-E9C2-C44C4ECC4CD0}"/>
              </a:ext>
            </a:extLst>
          </p:cNvPr>
          <p:cNvCxnSpPr>
            <a:cxnSpLocks/>
            <a:stCxn id="27" idx="3"/>
            <a:endCxn id="32" idx="1"/>
          </p:cNvCxnSpPr>
          <p:nvPr/>
        </p:nvCxnSpPr>
        <p:spPr>
          <a:xfrm>
            <a:off x="4860032" y="1528292"/>
            <a:ext cx="36277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AE7BF4F8-11BC-1DDD-BEAE-3BC1E07CAFDF}"/>
              </a:ext>
            </a:extLst>
          </p:cNvPr>
          <p:cNvSpPr/>
          <p:nvPr/>
        </p:nvSpPr>
        <p:spPr>
          <a:xfrm>
            <a:off x="7099319" y="1347614"/>
            <a:ext cx="150943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Scheduling Cycle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6BB0C74D-1E59-4225-29F7-B84C33F59338}"/>
              </a:ext>
            </a:extLst>
          </p:cNvPr>
          <p:cNvSpPr/>
          <p:nvPr/>
        </p:nvSpPr>
        <p:spPr>
          <a:xfrm>
            <a:off x="7095017" y="2044569"/>
            <a:ext cx="1509430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Binding Cycle</a:t>
            </a:r>
            <a:endParaRPr lang="ko-KR" altLang="en-US" sz="900" b="1"/>
          </a:p>
        </p:txBody>
      </p:sp>
      <p:cxnSp>
        <p:nvCxnSpPr>
          <p:cNvPr id="38" name="직선 화살표 연결선 96">
            <a:extLst>
              <a:ext uri="{FF2B5EF4-FFF2-40B4-BE49-F238E27FC236}">
                <a16:creationId xmlns:a16="http://schemas.microsoft.com/office/drawing/2014/main" id="{7A0F3533-9C57-A4B4-A180-2C87BC6A69D0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>
          <a:xfrm flipH="1">
            <a:off x="7849732" y="1708970"/>
            <a:ext cx="4302" cy="3355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A6556951-007C-3F68-5332-E97215B95C91}"/>
              </a:ext>
            </a:extLst>
          </p:cNvPr>
          <p:cNvSpPr/>
          <p:nvPr/>
        </p:nvSpPr>
        <p:spPr>
          <a:xfrm>
            <a:off x="682457" y="3073831"/>
            <a:ext cx="2376264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Store to ETCD</a:t>
            </a:r>
            <a:endParaRPr lang="ko-KR" altLang="en-US" sz="900" b="1"/>
          </a:p>
        </p:txBody>
      </p:sp>
      <p:cxnSp>
        <p:nvCxnSpPr>
          <p:cNvPr id="52" name="직선 화살표 연결선 96">
            <a:extLst>
              <a:ext uri="{FF2B5EF4-FFF2-40B4-BE49-F238E27FC236}">
                <a16:creationId xmlns:a16="http://schemas.microsoft.com/office/drawing/2014/main" id="{F76EA6D8-59F9-E471-4674-CAA0E7425DC6}"/>
              </a:ext>
            </a:extLst>
          </p:cNvPr>
          <p:cNvCxnSpPr>
            <a:cxnSpLocks/>
            <a:stCxn id="7" idx="2"/>
            <a:endCxn id="44" idx="0"/>
          </p:cNvCxnSpPr>
          <p:nvPr/>
        </p:nvCxnSpPr>
        <p:spPr>
          <a:xfrm>
            <a:off x="1870589" y="2859783"/>
            <a:ext cx="0" cy="2140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661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56920</TotalTime>
  <Words>565</Words>
  <Application>Microsoft Macintosh PowerPoint</Application>
  <PresentationFormat>화면 슬라이드 쇼(16:9)</PresentationFormat>
  <Paragraphs>283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6344</cp:revision>
  <dcterms:created xsi:type="dcterms:W3CDTF">2006-10-05T04:04:58Z</dcterms:created>
  <dcterms:modified xsi:type="dcterms:W3CDTF">2026-10-25T15:58:18Z</dcterms:modified>
</cp:coreProperties>
</file>
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61" r:id="rId2"/>
    <p:sldId id="462" r:id="rId3"/>
    <p:sldId id="463" r:id="rId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6" autoAdjust="0"/>
    <p:restoredTop sz="89758" autoAdjust="0"/>
  </p:normalViewPr>
  <p:slideViewPr>
    <p:cSldViewPr>
      <p:cViewPr>
        <p:scale>
          <a:sx n="194" d="100"/>
          <a:sy n="194" d="100"/>
        </p:scale>
        <p:origin x="-176" y="132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2026. 10. 25.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15A3F-B61E-D96D-949B-4B54C4DB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CC1710E0-D703-2B4C-08B7-2CE2D439D195}"/>
              </a:ext>
            </a:extLst>
          </p:cNvPr>
          <p:cNvSpPr/>
          <p:nvPr/>
        </p:nvSpPr>
        <p:spPr>
          <a:xfrm>
            <a:off x="323528" y="274694"/>
            <a:ext cx="1210645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K8s Client</a:t>
            </a:r>
            <a:endParaRPr lang="ko-KR" altLang="en-US" sz="1000" b="1"/>
          </a:p>
        </p:txBody>
      </p:sp>
      <p:sp>
        <p:nvSpPr>
          <p:cNvPr id="3" name="사각형: 둥근 모서리 12">
            <a:extLst>
              <a:ext uri="{FF2B5EF4-FFF2-40B4-BE49-F238E27FC236}">
                <a16:creationId xmlns:a16="http://schemas.microsoft.com/office/drawing/2014/main" id="{65FD8DA0-9E7B-9F88-ED77-DE3012A67FB1}"/>
              </a:ext>
            </a:extLst>
          </p:cNvPr>
          <p:cNvSpPr/>
          <p:nvPr/>
        </p:nvSpPr>
        <p:spPr>
          <a:xfrm>
            <a:off x="1777180" y="274694"/>
            <a:ext cx="1210645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kube-controller</a:t>
            </a:r>
            <a:br>
              <a:rPr lang="en-US" altLang="ko-KR" sz="1000" b="1"/>
            </a:br>
            <a:r>
              <a:rPr lang="en-US" altLang="ko-KR" sz="1000" b="1"/>
              <a:t>-manager</a:t>
            </a:r>
            <a:endParaRPr lang="ko-KR" altLang="en-US" sz="1000" b="1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DFDFF17-88BF-409C-D327-33726955DC47}"/>
              </a:ext>
            </a:extLst>
          </p:cNvPr>
          <p:cNvSpPr/>
          <p:nvPr/>
        </p:nvSpPr>
        <p:spPr>
          <a:xfrm>
            <a:off x="323529" y="987574"/>
            <a:ext cx="2664296" cy="2560298"/>
          </a:xfrm>
          <a:prstGeom prst="roundRect">
            <a:avLst>
              <a:gd name="adj" fmla="val 4248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/>
              <a:t>kube-apiserver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866DD6E9-7686-9F4E-A374-FCBAD96F0F46}"/>
              </a:ext>
            </a:extLst>
          </p:cNvPr>
          <p:cNvSpPr/>
          <p:nvPr/>
        </p:nvSpPr>
        <p:spPr>
          <a:xfrm>
            <a:off x="467545" y="1347614"/>
            <a:ext cx="2376264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Decoding + Defaulting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B1933193-43A9-85F2-E7BF-28B1C41F2B39}"/>
              </a:ext>
            </a:extLst>
          </p:cNvPr>
          <p:cNvSpPr/>
          <p:nvPr/>
        </p:nvSpPr>
        <p:spPr>
          <a:xfrm>
            <a:off x="466433" y="1922362"/>
            <a:ext cx="2376264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Mutating Admission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1DBB7552-86FB-87E6-F8E9-831168D2E1F8}"/>
              </a:ext>
            </a:extLst>
          </p:cNvPr>
          <p:cNvSpPr/>
          <p:nvPr/>
        </p:nvSpPr>
        <p:spPr>
          <a:xfrm>
            <a:off x="466433" y="2498427"/>
            <a:ext cx="237626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Validating Admission</a:t>
            </a:r>
            <a:endParaRPr lang="ko-KR" altLang="en-US" sz="900" b="1"/>
          </a:p>
        </p:txBody>
      </p:sp>
      <p:cxnSp>
        <p:nvCxnSpPr>
          <p:cNvPr id="8" name="직선 화살표 연결선 96">
            <a:extLst>
              <a:ext uri="{FF2B5EF4-FFF2-40B4-BE49-F238E27FC236}">
                <a16:creationId xmlns:a16="http://schemas.microsoft.com/office/drawing/2014/main" id="{0C7989D3-7E62-3014-FCB9-E5DD053EA851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928851" y="636050"/>
            <a:ext cx="726826" cy="3515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96">
            <a:extLst>
              <a:ext uri="{FF2B5EF4-FFF2-40B4-BE49-F238E27FC236}">
                <a16:creationId xmlns:a16="http://schemas.microsoft.com/office/drawing/2014/main" id="{18576802-78AB-DB30-E114-DEA731CE6B12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1655677" y="636050"/>
            <a:ext cx="726826" cy="3515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7EBCACEB-2806-91A0-108A-50AF424F545A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>
            <a:off x="1655677" y="987574"/>
            <a:ext cx="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FCB1595C-473E-0161-746F-A3DF3A32720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654565" y="1708970"/>
            <a:ext cx="1112" cy="21339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20F9E443-C57D-E6EC-150F-903394536EE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654565" y="2283718"/>
            <a:ext cx="0" cy="21470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08F7DC14-0E95-B8D9-B150-89E8A8320A8A}"/>
              </a:ext>
            </a:extLst>
          </p:cNvPr>
          <p:cNvSpPr/>
          <p:nvPr/>
        </p:nvSpPr>
        <p:spPr>
          <a:xfrm>
            <a:off x="3131839" y="984312"/>
            <a:ext cx="5821388" cy="2560297"/>
          </a:xfrm>
          <a:prstGeom prst="roundRect">
            <a:avLst>
              <a:gd name="adj" fmla="val 3576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/>
              <a:t>kube-scheduler</a:t>
            </a:r>
            <a:endParaRPr lang="ko-KR" altLang="en-US" sz="1000" b="1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47A4DEFF-A38A-ED2D-55E2-76978B89E9E0}"/>
              </a:ext>
            </a:extLst>
          </p:cNvPr>
          <p:cNvSpPr/>
          <p:nvPr/>
        </p:nvSpPr>
        <p:spPr>
          <a:xfrm>
            <a:off x="3275855" y="1416361"/>
            <a:ext cx="115212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Informer</a:t>
            </a:r>
          </a:p>
          <a:p>
            <a:pPr algn="ctr"/>
            <a:r>
              <a:rPr lang="en-US" altLang="ko-KR" sz="900" b="1"/>
              <a:t>(Watch)</a:t>
            </a:r>
            <a:endParaRPr lang="ko-KR" altLang="en-US" sz="900" b="1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8A7B2AAC-40DD-407F-5F8A-08F1F77575A2}"/>
              </a:ext>
            </a:extLst>
          </p:cNvPr>
          <p:cNvCxnSpPr>
            <a:cxnSpLocks/>
            <a:stCxn id="44" idx="3"/>
            <a:endCxn id="27" idx="1"/>
          </p:cNvCxnSpPr>
          <p:nvPr/>
        </p:nvCxnSpPr>
        <p:spPr>
          <a:xfrm flipV="1">
            <a:off x="2842697" y="1597039"/>
            <a:ext cx="433158" cy="16574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1CC3F282-FF69-8CBE-5830-38BFD51EDBE6}"/>
              </a:ext>
            </a:extLst>
          </p:cNvPr>
          <p:cNvSpPr/>
          <p:nvPr/>
        </p:nvSpPr>
        <p:spPr>
          <a:xfrm>
            <a:off x="4663253" y="1128330"/>
            <a:ext cx="4157217" cy="755770"/>
          </a:xfrm>
          <a:prstGeom prst="roundRect">
            <a:avLst>
              <a:gd name="adj" fmla="val 11439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900" b="1"/>
              <a:t>Scheduling Queue</a:t>
            </a:r>
            <a:endParaRPr lang="ko-KR" altLang="en-US" sz="900" b="1"/>
          </a:p>
        </p:txBody>
      </p: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96D06EC9-B502-1305-B40A-C79AD0EA0EDB}"/>
              </a:ext>
            </a:extLst>
          </p:cNvPr>
          <p:cNvCxnSpPr>
            <a:cxnSpLocks/>
            <a:stCxn id="27" idx="3"/>
            <a:endCxn id="66" idx="1"/>
          </p:cNvCxnSpPr>
          <p:nvPr/>
        </p:nvCxnSpPr>
        <p:spPr>
          <a:xfrm>
            <a:off x="4427983" y="1597039"/>
            <a:ext cx="382027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9BD6BBB0-4983-C6F7-28FE-34EA0D24E180}"/>
              </a:ext>
            </a:extLst>
          </p:cNvPr>
          <p:cNvSpPr/>
          <p:nvPr/>
        </p:nvSpPr>
        <p:spPr>
          <a:xfrm>
            <a:off x="3274082" y="2150885"/>
            <a:ext cx="5546388" cy="755770"/>
          </a:xfrm>
          <a:prstGeom prst="roundRect">
            <a:avLst>
              <a:gd name="adj" fmla="val 9388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900" b="1"/>
              <a:t>Scheduling Cycle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08C19BF2-09C7-0EE1-13C5-DCFEC0ED163D}"/>
              </a:ext>
            </a:extLst>
          </p:cNvPr>
          <p:cNvSpPr/>
          <p:nvPr/>
        </p:nvSpPr>
        <p:spPr>
          <a:xfrm>
            <a:off x="6401411" y="209062"/>
            <a:ext cx="1509430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Binding Cycle</a:t>
            </a:r>
            <a:endParaRPr lang="ko-KR" altLang="en-US" sz="900" b="1"/>
          </a:p>
        </p:txBody>
      </p: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6C0038F4-BFF3-1EE5-33D2-CD056A09FD5D}"/>
              </a:ext>
            </a:extLst>
          </p:cNvPr>
          <p:cNvSpPr/>
          <p:nvPr/>
        </p:nvSpPr>
        <p:spPr>
          <a:xfrm>
            <a:off x="466433" y="3073831"/>
            <a:ext cx="237626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Store to ETCD</a:t>
            </a:r>
            <a:endParaRPr lang="ko-KR" altLang="en-US" sz="900" b="1"/>
          </a:p>
        </p:txBody>
      </p:sp>
      <p:cxnSp>
        <p:nvCxnSpPr>
          <p:cNvPr id="52" name="직선 화살표 연결선 96">
            <a:extLst>
              <a:ext uri="{FF2B5EF4-FFF2-40B4-BE49-F238E27FC236}">
                <a16:creationId xmlns:a16="http://schemas.microsoft.com/office/drawing/2014/main" id="{81B64E0E-6E97-A9FA-F58A-85EA27806093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>
            <a:off x="1654565" y="2859783"/>
            <a:ext cx="0" cy="2140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사각형: 둥근 모서리 12">
            <a:extLst>
              <a:ext uri="{FF2B5EF4-FFF2-40B4-BE49-F238E27FC236}">
                <a16:creationId xmlns:a16="http://schemas.microsoft.com/office/drawing/2014/main" id="{E67A3410-8732-3C98-5B08-99D050677FD1}"/>
              </a:ext>
            </a:extLst>
          </p:cNvPr>
          <p:cNvSpPr/>
          <p:nvPr/>
        </p:nvSpPr>
        <p:spPr>
          <a:xfrm>
            <a:off x="4810010" y="1416361"/>
            <a:ext cx="105757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activeQ</a:t>
            </a:r>
            <a:endParaRPr lang="ko-KR" altLang="en-US" sz="900" b="1"/>
          </a:p>
        </p:txBody>
      </p:sp>
      <p:sp>
        <p:nvSpPr>
          <p:cNvPr id="70" name="사각형: 둥근 모서리 12">
            <a:extLst>
              <a:ext uri="{FF2B5EF4-FFF2-40B4-BE49-F238E27FC236}">
                <a16:creationId xmlns:a16="http://schemas.microsoft.com/office/drawing/2014/main" id="{1A423119-7E2D-5CDC-4FA1-9C706D98F8D8}"/>
              </a:ext>
            </a:extLst>
          </p:cNvPr>
          <p:cNvSpPr/>
          <p:nvPr/>
        </p:nvSpPr>
        <p:spPr>
          <a:xfrm>
            <a:off x="7600760" y="1416361"/>
            <a:ext cx="105757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backoffQ</a:t>
            </a:r>
            <a:endParaRPr lang="ko-KR" altLang="en-US" sz="900" b="1"/>
          </a:p>
        </p:txBody>
      </p:sp>
      <p:sp>
        <p:nvSpPr>
          <p:cNvPr id="72" name="사각형: 둥근 모서리 12">
            <a:extLst>
              <a:ext uri="{FF2B5EF4-FFF2-40B4-BE49-F238E27FC236}">
                <a16:creationId xmlns:a16="http://schemas.microsoft.com/office/drawing/2014/main" id="{6FCA34FA-5D81-0B85-B4BD-EE5A1409564B}"/>
              </a:ext>
            </a:extLst>
          </p:cNvPr>
          <p:cNvSpPr/>
          <p:nvPr/>
        </p:nvSpPr>
        <p:spPr>
          <a:xfrm>
            <a:off x="6094185" y="1416361"/>
            <a:ext cx="1280482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unschedulablePods</a:t>
            </a:r>
            <a:endParaRPr lang="ko-KR" altLang="en-US" sz="900" b="1"/>
          </a:p>
        </p:txBody>
      </p: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81F87C56-10F1-5245-BECD-D7F426990AA2}"/>
              </a:ext>
            </a:extLst>
          </p:cNvPr>
          <p:cNvCxnSpPr>
            <a:cxnSpLocks/>
          </p:cNvCxnSpPr>
          <p:nvPr/>
        </p:nvCxnSpPr>
        <p:spPr>
          <a:xfrm>
            <a:off x="7452320" y="915566"/>
            <a:ext cx="235270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사각형: 둥근 모서리 12">
            <a:extLst>
              <a:ext uri="{FF2B5EF4-FFF2-40B4-BE49-F238E27FC236}">
                <a16:creationId xmlns:a16="http://schemas.microsoft.com/office/drawing/2014/main" id="{B2B10B23-978B-C33C-C768-97ECC660D0D2}"/>
              </a:ext>
            </a:extLst>
          </p:cNvPr>
          <p:cNvSpPr/>
          <p:nvPr/>
        </p:nvSpPr>
        <p:spPr>
          <a:xfrm>
            <a:off x="3269339" y="3298325"/>
            <a:ext cx="5546388" cy="976345"/>
          </a:xfrm>
          <a:prstGeom prst="roundRect">
            <a:avLst>
              <a:gd name="adj" fmla="val 9388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900" b="1"/>
              <a:t>Binding Cycle</a:t>
            </a:r>
            <a:endParaRPr lang="ko-KR" altLang="en-US" sz="900" b="1"/>
          </a:p>
        </p:txBody>
      </p:sp>
      <p:sp>
        <p:nvSpPr>
          <p:cNvPr id="103" name="사각형: 둥근 모서리 12">
            <a:extLst>
              <a:ext uri="{FF2B5EF4-FFF2-40B4-BE49-F238E27FC236}">
                <a16:creationId xmlns:a16="http://schemas.microsoft.com/office/drawing/2014/main" id="{C33B6B76-925A-6A0A-FC91-804C21D3B657}"/>
              </a:ext>
            </a:extLst>
          </p:cNvPr>
          <p:cNvSpPr/>
          <p:nvPr/>
        </p:nvSpPr>
        <p:spPr>
          <a:xfrm>
            <a:off x="3386984" y="2425774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PreFilter</a:t>
            </a:r>
            <a:endParaRPr lang="ko-KR" altLang="en-US" sz="900" b="1"/>
          </a:p>
        </p:txBody>
      </p:sp>
      <p:sp>
        <p:nvSpPr>
          <p:cNvPr id="104" name="사각형: 둥근 모서리 12">
            <a:extLst>
              <a:ext uri="{FF2B5EF4-FFF2-40B4-BE49-F238E27FC236}">
                <a16:creationId xmlns:a16="http://schemas.microsoft.com/office/drawing/2014/main" id="{3B55A52A-7E6A-02F9-AF74-C2304091EDB9}"/>
              </a:ext>
            </a:extLst>
          </p:cNvPr>
          <p:cNvSpPr/>
          <p:nvPr/>
        </p:nvSpPr>
        <p:spPr>
          <a:xfrm>
            <a:off x="5333177" y="2425774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PostFilter</a:t>
            </a:r>
            <a:endParaRPr lang="ko-KR" altLang="en-US" sz="900" b="1"/>
          </a:p>
        </p:txBody>
      </p:sp>
      <p:sp>
        <p:nvSpPr>
          <p:cNvPr id="105" name="사각형: 둥근 모서리 12">
            <a:extLst>
              <a:ext uri="{FF2B5EF4-FFF2-40B4-BE49-F238E27FC236}">
                <a16:creationId xmlns:a16="http://schemas.microsoft.com/office/drawing/2014/main" id="{D577C4E5-2A27-C81F-5BAA-E0201196484C}"/>
              </a:ext>
            </a:extLst>
          </p:cNvPr>
          <p:cNvSpPr/>
          <p:nvPr/>
        </p:nvSpPr>
        <p:spPr>
          <a:xfrm>
            <a:off x="4360438" y="2425774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Filter</a:t>
            </a:r>
            <a:endParaRPr lang="ko-KR" altLang="en-US" sz="900" b="1"/>
          </a:p>
        </p:txBody>
      </p:sp>
      <p:sp>
        <p:nvSpPr>
          <p:cNvPr id="106" name="사각형: 둥근 모서리 12">
            <a:extLst>
              <a:ext uri="{FF2B5EF4-FFF2-40B4-BE49-F238E27FC236}">
                <a16:creationId xmlns:a16="http://schemas.microsoft.com/office/drawing/2014/main" id="{F0469DD9-838E-D05E-7CE8-7F32ED2854E6}"/>
              </a:ext>
            </a:extLst>
          </p:cNvPr>
          <p:cNvSpPr/>
          <p:nvPr/>
        </p:nvSpPr>
        <p:spPr>
          <a:xfrm>
            <a:off x="6305916" y="2425363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PreScore</a:t>
            </a:r>
            <a:endParaRPr lang="ko-KR" altLang="en-US" sz="900" b="1"/>
          </a:p>
        </p:txBody>
      </p:sp>
      <p:sp>
        <p:nvSpPr>
          <p:cNvPr id="107" name="사각형: 둥근 모서리 12">
            <a:extLst>
              <a:ext uri="{FF2B5EF4-FFF2-40B4-BE49-F238E27FC236}">
                <a16:creationId xmlns:a16="http://schemas.microsoft.com/office/drawing/2014/main" id="{5DAE8F60-E001-E57D-3574-6AF08780626A}"/>
              </a:ext>
            </a:extLst>
          </p:cNvPr>
          <p:cNvSpPr/>
          <p:nvPr/>
        </p:nvSpPr>
        <p:spPr>
          <a:xfrm>
            <a:off x="7278655" y="2425363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Score</a:t>
            </a:r>
            <a:endParaRPr lang="ko-KR" altLang="en-US" sz="900" b="1"/>
          </a:p>
        </p:txBody>
      </p:sp>
      <p:sp>
        <p:nvSpPr>
          <p:cNvPr id="108" name="사각형: 둥근 모서리 12">
            <a:extLst>
              <a:ext uri="{FF2B5EF4-FFF2-40B4-BE49-F238E27FC236}">
                <a16:creationId xmlns:a16="http://schemas.microsoft.com/office/drawing/2014/main" id="{FA02FB36-D369-9C0C-FDD2-0092865C4CC6}"/>
              </a:ext>
            </a:extLst>
          </p:cNvPr>
          <p:cNvSpPr/>
          <p:nvPr/>
        </p:nvSpPr>
        <p:spPr>
          <a:xfrm>
            <a:off x="8251394" y="2425363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Reserve</a:t>
            </a:r>
            <a:endParaRPr lang="ko-KR" altLang="en-US" sz="900" b="1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33CC7C18-10FD-513C-3896-38D8C388C4E2}"/>
              </a:ext>
            </a:extLst>
          </p:cNvPr>
          <p:cNvSpPr/>
          <p:nvPr/>
        </p:nvSpPr>
        <p:spPr>
          <a:xfrm>
            <a:off x="3386984" y="3034700"/>
            <a:ext cx="830496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Reserve</a:t>
            </a:r>
            <a:endParaRPr lang="ko-KR" altLang="en-US" sz="900" b="1"/>
          </a:p>
        </p:txBody>
      </p:sp>
    </p:spTree>
    <p:extLst>
      <p:ext uri="{BB962C8B-B14F-4D97-AF65-F5344CB8AC3E}">
        <p14:creationId xmlns:p14="http://schemas.microsoft.com/office/powerpoint/2010/main" val="409093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7BE4-5A51-D06E-DDB3-7B0248D7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587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B1ADD-145F-541C-5F2A-E4978765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99B1C7CC-108F-B4D7-2126-58C9BAB0D7FA}"/>
              </a:ext>
            </a:extLst>
          </p:cNvPr>
          <p:cNvSpPr/>
          <p:nvPr/>
        </p:nvSpPr>
        <p:spPr>
          <a:xfrm>
            <a:off x="539552" y="274694"/>
            <a:ext cx="1210645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K8s Client</a:t>
            </a:r>
            <a:endParaRPr lang="ko-KR" altLang="en-US" sz="1000" b="1"/>
          </a:p>
        </p:txBody>
      </p:sp>
      <p:sp>
        <p:nvSpPr>
          <p:cNvPr id="3" name="사각형: 둥근 모서리 12">
            <a:extLst>
              <a:ext uri="{FF2B5EF4-FFF2-40B4-BE49-F238E27FC236}">
                <a16:creationId xmlns:a16="http://schemas.microsoft.com/office/drawing/2014/main" id="{9194264A-7BA2-300A-ABE6-A4BC5BE0D232}"/>
              </a:ext>
            </a:extLst>
          </p:cNvPr>
          <p:cNvSpPr/>
          <p:nvPr/>
        </p:nvSpPr>
        <p:spPr>
          <a:xfrm>
            <a:off x="1993204" y="274694"/>
            <a:ext cx="1210645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kube-controller-manager</a:t>
            </a:r>
            <a:endParaRPr lang="ko-KR" altLang="en-US" sz="1000" b="1"/>
          </a:p>
        </p:txBody>
      </p: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E9866772-88AB-A291-E90E-BB51B05F55B1}"/>
              </a:ext>
            </a:extLst>
          </p:cNvPr>
          <p:cNvSpPr/>
          <p:nvPr/>
        </p:nvSpPr>
        <p:spPr>
          <a:xfrm>
            <a:off x="539553" y="987574"/>
            <a:ext cx="2664296" cy="2560298"/>
          </a:xfrm>
          <a:prstGeom prst="roundRect">
            <a:avLst>
              <a:gd name="adj" fmla="val 5019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/>
              <a:t>kube-apiserver</a:t>
            </a:r>
            <a:endParaRPr lang="ko-KR" altLang="en-US" sz="1000" b="1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327A03B5-F86E-F23A-5B91-1126C2669BA7}"/>
              </a:ext>
            </a:extLst>
          </p:cNvPr>
          <p:cNvSpPr/>
          <p:nvPr/>
        </p:nvSpPr>
        <p:spPr>
          <a:xfrm>
            <a:off x="683569" y="1347614"/>
            <a:ext cx="2376264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Decoding + Defaulting</a:t>
            </a:r>
            <a:endParaRPr lang="ko-KR" altLang="en-US" sz="900" b="1"/>
          </a:p>
        </p:txBody>
      </p:sp>
      <p:sp>
        <p:nvSpPr>
          <p:cNvPr id="6" name="사각형: 둥근 모서리 12">
            <a:extLst>
              <a:ext uri="{FF2B5EF4-FFF2-40B4-BE49-F238E27FC236}">
                <a16:creationId xmlns:a16="http://schemas.microsoft.com/office/drawing/2014/main" id="{A80409E8-2957-458F-B434-C7C7DA6A5F15}"/>
              </a:ext>
            </a:extLst>
          </p:cNvPr>
          <p:cNvSpPr/>
          <p:nvPr/>
        </p:nvSpPr>
        <p:spPr>
          <a:xfrm>
            <a:off x="682457" y="1922362"/>
            <a:ext cx="2376264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Mutating Admission</a:t>
            </a:r>
            <a:endParaRPr lang="ko-KR" altLang="en-US" sz="900" b="1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23465B13-8C36-8075-9837-8869A1166F7D}"/>
              </a:ext>
            </a:extLst>
          </p:cNvPr>
          <p:cNvSpPr/>
          <p:nvPr/>
        </p:nvSpPr>
        <p:spPr>
          <a:xfrm>
            <a:off x="682457" y="2498427"/>
            <a:ext cx="237626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Validating Admission</a:t>
            </a:r>
            <a:endParaRPr lang="ko-KR" altLang="en-US" sz="900" b="1"/>
          </a:p>
        </p:txBody>
      </p:sp>
      <p:cxnSp>
        <p:nvCxnSpPr>
          <p:cNvPr id="8" name="직선 화살표 연결선 96">
            <a:extLst>
              <a:ext uri="{FF2B5EF4-FFF2-40B4-BE49-F238E27FC236}">
                <a16:creationId xmlns:a16="http://schemas.microsoft.com/office/drawing/2014/main" id="{19D55B6D-84CC-7D3B-FF0E-52031E3235B0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1144875" y="636050"/>
            <a:ext cx="726826" cy="3515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96">
            <a:extLst>
              <a:ext uri="{FF2B5EF4-FFF2-40B4-BE49-F238E27FC236}">
                <a16:creationId xmlns:a16="http://schemas.microsoft.com/office/drawing/2014/main" id="{1435BA2C-D7CC-D63F-7676-DFA976B15B21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1871701" y="636050"/>
            <a:ext cx="726826" cy="35152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96">
            <a:extLst>
              <a:ext uri="{FF2B5EF4-FFF2-40B4-BE49-F238E27FC236}">
                <a16:creationId xmlns:a16="http://schemas.microsoft.com/office/drawing/2014/main" id="{87287069-512B-D7F4-76FB-7FBE13F6AFE2}"/>
              </a:ext>
            </a:extLst>
          </p:cNvPr>
          <p:cNvCxnSpPr>
            <a:cxnSpLocks/>
            <a:stCxn id="4" idx="0"/>
            <a:endCxn id="5" idx="0"/>
          </p:cNvCxnSpPr>
          <p:nvPr/>
        </p:nvCxnSpPr>
        <p:spPr>
          <a:xfrm>
            <a:off x="1871701" y="987574"/>
            <a:ext cx="0" cy="36004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5726645F-988B-840F-2A67-0CB7199656B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870589" y="1708970"/>
            <a:ext cx="1112" cy="21339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E4E4008B-E777-05C2-AFD6-2929B5CFAF5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870589" y="2283718"/>
            <a:ext cx="0" cy="21470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AE6E2D06-1DC1-B774-419E-D0411C81755A}"/>
              </a:ext>
            </a:extLst>
          </p:cNvPr>
          <p:cNvSpPr/>
          <p:nvPr/>
        </p:nvSpPr>
        <p:spPr>
          <a:xfrm>
            <a:off x="3563888" y="987574"/>
            <a:ext cx="5184576" cy="1584176"/>
          </a:xfrm>
          <a:prstGeom prst="roundRect">
            <a:avLst>
              <a:gd name="adj" fmla="val 4440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b="1"/>
              <a:t>kube-scheduler</a:t>
            </a:r>
            <a:endParaRPr lang="ko-KR" altLang="en-US" sz="1000" b="1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AD8C5083-53B9-3B03-F55E-C07A9ECB3658}"/>
              </a:ext>
            </a:extLst>
          </p:cNvPr>
          <p:cNvSpPr/>
          <p:nvPr/>
        </p:nvSpPr>
        <p:spPr>
          <a:xfrm>
            <a:off x="3707904" y="1347614"/>
            <a:ext cx="1152128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Informer</a:t>
            </a:r>
          </a:p>
          <a:p>
            <a:pPr algn="ctr"/>
            <a:r>
              <a:rPr lang="en-US" altLang="ko-KR" sz="900" b="1"/>
              <a:t>(Watch)</a:t>
            </a:r>
            <a:endParaRPr lang="ko-KR" altLang="en-US" sz="900" b="1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BDA028DF-FD24-7F9B-F7CF-E49ABBED9C24}"/>
              </a:ext>
            </a:extLst>
          </p:cNvPr>
          <p:cNvCxnSpPr>
            <a:cxnSpLocks/>
            <a:stCxn id="44" idx="3"/>
            <a:endCxn id="27" idx="1"/>
          </p:cNvCxnSpPr>
          <p:nvPr/>
        </p:nvCxnSpPr>
        <p:spPr>
          <a:xfrm flipV="1">
            <a:off x="3058721" y="1528292"/>
            <a:ext cx="649183" cy="172621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사각형: 둥근 모서리 12">
            <a:extLst>
              <a:ext uri="{FF2B5EF4-FFF2-40B4-BE49-F238E27FC236}">
                <a16:creationId xmlns:a16="http://schemas.microsoft.com/office/drawing/2014/main" id="{67C996A4-E7C2-09CA-55D8-3667981153AA}"/>
              </a:ext>
            </a:extLst>
          </p:cNvPr>
          <p:cNvSpPr/>
          <p:nvPr/>
        </p:nvSpPr>
        <p:spPr>
          <a:xfrm>
            <a:off x="5222810" y="1347614"/>
            <a:ext cx="1509430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Scheduling Queue</a:t>
            </a:r>
            <a:endParaRPr lang="ko-KR" altLang="en-US" sz="900" b="1"/>
          </a:p>
        </p:txBody>
      </p:sp>
      <p:cxnSp>
        <p:nvCxnSpPr>
          <p:cNvPr id="33" name="직선 화살표 연결선 96">
            <a:extLst>
              <a:ext uri="{FF2B5EF4-FFF2-40B4-BE49-F238E27FC236}">
                <a16:creationId xmlns:a16="http://schemas.microsoft.com/office/drawing/2014/main" id="{E37CF33A-DA15-9CE2-E9C2-C44C4ECC4CD0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>
            <a:off x="4860032" y="1528292"/>
            <a:ext cx="362778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12">
            <a:extLst>
              <a:ext uri="{FF2B5EF4-FFF2-40B4-BE49-F238E27FC236}">
                <a16:creationId xmlns:a16="http://schemas.microsoft.com/office/drawing/2014/main" id="{AE7BF4F8-11BC-1DDD-BEAE-3BC1E07CAFDF}"/>
              </a:ext>
            </a:extLst>
          </p:cNvPr>
          <p:cNvSpPr/>
          <p:nvPr/>
        </p:nvSpPr>
        <p:spPr>
          <a:xfrm>
            <a:off x="7099319" y="1347614"/>
            <a:ext cx="1509430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Scheduling Cycle</a:t>
            </a:r>
            <a:endParaRPr lang="ko-KR" altLang="en-US" sz="900" b="1"/>
          </a:p>
        </p:txBody>
      </p:sp>
      <p:sp>
        <p:nvSpPr>
          <p:cNvPr id="37" name="사각형: 둥근 모서리 12">
            <a:extLst>
              <a:ext uri="{FF2B5EF4-FFF2-40B4-BE49-F238E27FC236}">
                <a16:creationId xmlns:a16="http://schemas.microsoft.com/office/drawing/2014/main" id="{6BB0C74D-1E59-4225-29F7-B84C33F59338}"/>
              </a:ext>
            </a:extLst>
          </p:cNvPr>
          <p:cNvSpPr/>
          <p:nvPr/>
        </p:nvSpPr>
        <p:spPr>
          <a:xfrm>
            <a:off x="7095017" y="2044569"/>
            <a:ext cx="1509430" cy="361356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Binding Cycle</a:t>
            </a:r>
            <a:endParaRPr lang="ko-KR" altLang="en-US" sz="900" b="1"/>
          </a:p>
        </p:txBody>
      </p:sp>
      <p:cxnSp>
        <p:nvCxnSpPr>
          <p:cNvPr id="38" name="직선 화살표 연결선 96">
            <a:extLst>
              <a:ext uri="{FF2B5EF4-FFF2-40B4-BE49-F238E27FC236}">
                <a16:creationId xmlns:a16="http://schemas.microsoft.com/office/drawing/2014/main" id="{7A0F3533-9C57-A4B4-A180-2C87BC6A69D0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7849732" y="1708970"/>
            <a:ext cx="4302" cy="3355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12">
            <a:extLst>
              <a:ext uri="{FF2B5EF4-FFF2-40B4-BE49-F238E27FC236}">
                <a16:creationId xmlns:a16="http://schemas.microsoft.com/office/drawing/2014/main" id="{A6556951-007C-3F68-5332-E97215B95C91}"/>
              </a:ext>
            </a:extLst>
          </p:cNvPr>
          <p:cNvSpPr/>
          <p:nvPr/>
        </p:nvSpPr>
        <p:spPr>
          <a:xfrm>
            <a:off x="682457" y="3073831"/>
            <a:ext cx="2376264" cy="361356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Store to ETCD</a:t>
            </a:r>
            <a:endParaRPr lang="ko-KR" altLang="en-US" sz="900" b="1"/>
          </a:p>
        </p:txBody>
      </p:sp>
      <p:cxnSp>
        <p:nvCxnSpPr>
          <p:cNvPr id="52" name="직선 화살표 연결선 96">
            <a:extLst>
              <a:ext uri="{FF2B5EF4-FFF2-40B4-BE49-F238E27FC236}">
                <a16:creationId xmlns:a16="http://schemas.microsoft.com/office/drawing/2014/main" id="{F76EA6D8-59F9-E471-4674-CAA0E7425DC6}"/>
              </a:ext>
            </a:extLst>
          </p:cNvPr>
          <p:cNvCxnSpPr>
            <a:cxnSpLocks/>
            <a:stCxn id="7" idx="2"/>
            <a:endCxn id="44" idx="0"/>
          </p:cNvCxnSpPr>
          <p:nvPr/>
        </p:nvCxnSpPr>
        <p:spPr>
          <a:xfrm>
            <a:off x="1870589" y="2859783"/>
            <a:ext cx="0" cy="21404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66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56331</TotalTime>
  <Words>65</Words>
  <Application>Microsoft Macintosh PowerPoint</Application>
  <PresentationFormat>화면 슬라이드 쇼(16:9)</PresentationFormat>
  <Paragraphs>37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6218</cp:revision>
  <dcterms:created xsi:type="dcterms:W3CDTF">2006-10-05T04:04:58Z</dcterms:created>
  <dcterms:modified xsi:type="dcterms:W3CDTF">2026-10-25T06:08:53Z</dcterms:modified>
</cp:coreProperties>
</file>
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sldIdLst>
    <p:sldId id="398" r:id="rId2"/>
    <p:sldId id="425" r:id="rId3"/>
    <p:sldId id="421" r:id="rId4"/>
    <p:sldId id="422" r:id="rId5"/>
    <p:sldId id="448" r:id="rId6"/>
    <p:sldId id="449" r:id="rId7"/>
    <p:sldId id="450" r:id="rId8"/>
    <p:sldId id="451" r:id="rId9"/>
    <p:sldId id="419" r:id="rId10"/>
    <p:sldId id="420" r:id="rId11"/>
    <p:sldId id="438" r:id="rId12"/>
    <p:sldId id="426" r:id="rId13"/>
    <p:sldId id="427" r:id="rId14"/>
    <p:sldId id="428" r:id="rId15"/>
    <p:sldId id="424" r:id="rId16"/>
    <p:sldId id="429" r:id="rId17"/>
    <p:sldId id="430" r:id="rId18"/>
    <p:sldId id="431" r:id="rId19"/>
    <p:sldId id="432" r:id="rId20"/>
    <p:sldId id="433" r:id="rId21"/>
    <p:sldId id="434" r:id="rId22"/>
    <p:sldId id="454" r:id="rId23"/>
    <p:sldId id="435" r:id="rId24"/>
    <p:sldId id="455" r:id="rId25"/>
    <p:sldId id="436" r:id="rId26"/>
    <p:sldId id="437" r:id="rId27"/>
    <p:sldId id="439" r:id="rId28"/>
    <p:sldId id="453" r:id="rId29"/>
    <p:sldId id="441" r:id="rId30"/>
    <p:sldId id="442" r:id="rId31"/>
    <p:sldId id="443" r:id="rId32"/>
    <p:sldId id="446" r:id="rId33"/>
    <p:sldId id="445" r:id="rId34"/>
    <p:sldId id="447" r:id="rId35"/>
    <p:sldId id="413" r:id="rId36"/>
    <p:sldId id="444" r:id="rId37"/>
    <p:sldId id="414" r:id="rId38"/>
    <p:sldId id="415" r:id="rId39"/>
    <p:sldId id="403" r:id="rId40"/>
    <p:sldId id="399" r:id="rId41"/>
    <p:sldId id="400" r:id="rId42"/>
    <p:sldId id="401" r:id="rId43"/>
    <p:sldId id="402" r:id="rId44"/>
    <p:sldId id="404" r:id="rId45"/>
    <p:sldId id="405" r:id="rId46"/>
    <p:sldId id="408" r:id="rId47"/>
    <p:sldId id="407" r:id="rId48"/>
    <p:sldId id="409" r:id="rId49"/>
    <p:sldId id="410" r:id="rId50"/>
    <p:sldId id="387" r:id="rId51"/>
    <p:sldId id="411" r:id="rId52"/>
    <p:sldId id="412" r:id="rId53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84" autoAdjust="0"/>
    <p:restoredTop sz="93091" autoAdjust="0"/>
  </p:normalViewPr>
  <p:slideViewPr>
    <p:cSldViewPr>
      <p:cViewPr>
        <p:scale>
          <a:sx n="200" d="100"/>
          <a:sy n="200" d="100"/>
        </p:scale>
        <p:origin x="408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B1732-004B-1080-5A4B-6E97898E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1C6B-1951-402E-604B-8DFAE4A3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636D9-0DCF-66B0-651C-09D5F0A1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97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68313-8269-6F2B-8540-BF86D012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FDABE30-4690-5763-EB2D-8A0FEFF512F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EA79A3D-2C6A-F306-067D-CE060C2723B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673BDB24-6F73-C2D5-856F-080E7396920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17D29EC-AAF5-3EA1-8E9F-716121138F5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5A0D838-F92F-1A5D-CD55-A905DBA2404C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F8A0270-AF4B-03C8-4225-D2236B47649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F11F06-8FDA-55C1-E7F7-11DFBBC8B67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77CF21F-59FD-C092-644A-F3539F407A0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C3FBF66-6155-DD58-06DD-3A1763448E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3278817-B173-AAFA-13F4-CC95E5CBAD1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65E83B8-7E8E-7BC6-4D84-9021251E07A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3B78DC4-0156-BC0F-8EA5-4651A562131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9B2F2EF-5AFF-7F7C-B16A-9F12F7E92AE4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E3BC87B-C28E-FFEE-42E3-F17B06372E3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DDC6FD5-83BD-9185-E9B6-E52D128EB96C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BFBC4CA1-46E1-5C35-FD8A-1A12F114543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FAD9948B-32A6-7D7F-3687-C491BAB3D65C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D541513-5865-B95B-E42D-6921F4405E57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CF62AE78-EBC6-4549-3F8D-FC35E1DB6D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89FA8F-968A-1748-07D1-066D67AE25F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9CC473-0B2A-68C4-BE8A-A11D3249EDBF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445D30-8261-22D2-2F17-9A2919D1EB1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5085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641-3808-7FA2-63FF-FE1B7111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B28D3EE-AC41-F287-C602-F91E3286E4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BDEBE5B0-2B61-FA7C-17C6-04A2A54DE46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CC0516A-DE84-4456-96BB-093352C279B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7A2DD65A-8DBD-686A-668C-256AE252E1D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AB17CBEF-EB45-E298-947D-CF78760686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72B2E46-19F1-0B2D-8BE4-EB13A8E6EA2D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C3ABCEC-ACC6-4DE9-0BC4-5C96CD08BF8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0321CF3-29F4-8EDF-5E24-28F963B820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B4BACD5-6239-1472-D81F-30537F4443E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CDA1DCD-9552-1B2F-D3E8-357218DCA09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D25256-2BDB-9B70-9B8A-CAA6D8241BD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E4913-03B1-EFB0-6CF7-B969234DB89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A5FBD09-F440-8117-FC3E-D61C3016DF78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623BB3-9B70-9219-490D-557B22AF28F0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A06F6EA-B408-CFB6-25C7-BC33698635B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4A9AB0D-28A8-33D5-08BB-33DB3A318A19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3F8E726-C186-6686-F195-10B3EF72955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FA43705E-F944-C487-57D5-67E44B532C04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0BC113F7-B6AD-F382-E6AB-0CB1193B3B2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184DC-1E6E-80EB-C72C-CC21BF79F89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5B6418BE-7828-8329-29EF-9DFF29318C6A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E74979D-3591-1207-DEDB-A02CDBE2B6DD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3774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C1192-4E53-2233-6CCD-AE8F07CAC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C570E9DD-804B-6E9E-5376-274D2B8C071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0903680A-9B97-AE35-D6CC-0F5ABB8C08F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525D7A36-6F45-6D6D-84B4-1997D8B7AFE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8E6CA13-E015-5E7E-B9D1-1AC8C919579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EE14259B-F099-3ACE-48A1-1C16DE0EB4A3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D8216BFD-65E9-E339-B06E-73A2FF6A2A0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F8F25368-1D86-B1AE-1288-2B5BAEB55FAC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625F4A20-C202-6F7E-31D0-2F2EFE33D5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D617AAC-0951-E67A-E543-935A6240782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BA2D11E7-1373-5C45-16DE-C7C05A2C822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098AFDE-A710-D59B-52EB-FCD11E6FDC14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2DC32DE6-D115-04A8-1828-A612510D7DCD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DDF16FF-E8DB-0D83-9257-9C0A8AEBCE0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A4690D6B-7459-7466-3AEE-45050B0BC1D0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78413CA0-DA93-0680-24DD-C9DC914B2B9A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CF6B0AD-7F71-1EFC-8431-006D93FA2BD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B13F7C-0BD4-8074-E469-23D1270FB70C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93827C2-5B26-38B4-EE27-114E5F016242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EEA5F317-52F7-9CE8-630D-53B33E828C2B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A8524E5-2C33-ABE6-C0A0-A8D4BB811174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1EBA26D9-F81F-7C6F-B68E-004BC49DF893}"/>
              </a:ext>
            </a:extLst>
          </p:cNvPr>
          <p:cNvCxnSpPr>
            <a:cxnSpLocks/>
          </p:cNvCxnSpPr>
          <p:nvPr/>
        </p:nvCxnSpPr>
        <p:spPr>
          <a:xfrm>
            <a:off x="5462033" y="368652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9B395E5-292C-467B-BD4D-CF949330722E}"/>
              </a:ext>
            </a:extLst>
          </p:cNvPr>
          <p:cNvSpPr txBox="1"/>
          <p:nvPr/>
        </p:nvSpPr>
        <p:spPr>
          <a:xfrm>
            <a:off x="5462032" y="344030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3753E4E-DFB3-820A-3767-88ED95FCF043}"/>
              </a:ext>
            </a:extLst>
          </p:cNvPr>
          <p:cNvCxnSpPr>
            <a:cxnSpLocks/>
          </p:cNvCxnSpPr>
          <p:nvPr/>
        </p:nvCxnSpPr>
        <p:spPr>
          <a:xfrm>
            <a:off x="5462033" y="336487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EAAD91F-290C-A00B-9C04-8A05B5AE1D08}"/>
              </a:ext>
            </a:extLst>
          </p:cNvPr>
          <p:cNvSpPr txBox="1"/>
          <p:nvPr/>
        </p:nvSpPr>
        <p:spPr>
          <a:xfrm>
            <a:off x="5584334" y="33648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B97B118B-0F49-225F-CFA6-0A3CD96D7740}"/>
              </a:ext>
            </a:extLst>
          </p:cNvPr>
          <p:cNvSpPr/>
          <p:nvPr/>
        </p:nvSpPr>
        <p:spPr>
          <a:xfrm>
            <a:off x="8244504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7F6B19-EB4F-1283-470A-25ECCB9CF5F4}"/>
              </a:ext>
            </a:extLst>
          </p:cNvPr>
          <p:cNvSpPr txBox="1"/>
          <p:nvPr/>
        </p:nvSpPr>
        <p:spPr>
          <a:xfrm>
            <a:off x="8425601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572013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2D837-945E-0F3A-A201-7B6ABD806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5765FAB2-941E-A57A-12E4-AE4DB5093E4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CB46E97-797F-6068-A555-161243C7679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124AEA9C-3954-8F45-DEBD-E1987CA4DB4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24A218B2-C7FB-08CD-D2FD-AA99637DB70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CC304EE-C26D-2183-70A8-327B12743D7A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A8D612F-D150-0BA3-A716-47D88647E2A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6EFEFB-67CF-69A1-26DF-24B09131C5C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D71E12E-FCEC-CBBD-1A9B-F4F8A037FD6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5A11C31-812F-DC38-7D68-C35BD1936D7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DC1D512-BFEC-92AE-FAAB-F75F8C826F2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9669CDFE-9049-5346-34B9-9ABC7AA77B2D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D97E297-74AA-829E-D99E-7662F204D2BE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0CD73A19-1EF3-E0D0-0069-32EE7AB1F62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7491ACA-C41E-6A8E-9E34-B7CDCE56461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39568447-6EC1-063C-ECE0-60D224D0442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B75D2FD-DE52-77AD-2579-8717FF7D5B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195B76-6F4A-7769-7824-0E350F8ADC9F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 (SO_LINGER = 0)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DA0401E-D0F6-FCF7-E37D-BFDA0577E823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4B7BE065-5582-3392-64EF-EF2660AD84EB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F76EFEF0-D1BB-2D34-5016-D481833B12C8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5F9770ED-EF19-1078-3704-FE5F5DCADEC4}"/>
              </a:ext>
            </a:extLst>
          </p:cNvPr>
          <p:cNvCxnSpPr>
            <a:cxnSpLocks/>
          </p:cNvCxnSpPr>
          <p:nvPr/>
        </p:nvCxnSpPr>
        <p:spPr>
          <a:xfrm>
            <a:off x="5462033" y="368652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606DB35-8CDF-62E8-8A51-AB47107E6205}"/>
              </a:ext>
            </a:extLst>
          </p:cNvPr>
          <p:cNvSpPr txBox="1"/>
          <p:nvPr/>
        </p:nvSpPr>
        <p:spPr>
          <a:xfrm>
            <a:off x="5462032" y="344030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8C05BE18-F0A6-6BB2-EFAC-7BD5E1F54ED0}"/>
              </a:ext>
            </a:extLst>
          </p:cNvPr>
          <p:cNvCxnSpPr>
            <a:cxnSpLocks/>
          </p:cNvCxnSpPr>
          <p:nvPr/>
        </p:nvCxnSpPr>
        <p:spPr>
          <a:xfrm>
            <a:off x="5462033" y="336487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C5DB68D-71ED-CD55-AA3B-E317178C7DE7}"/>
              </a:ext>
            </a:extLst>
          </p:cNvPr>
          <p:cNvSpPr txBox="1"/>
          <p:nvPr/>
        </p:nvSpPr>
        <p:spPr>
          <a:xfrm>
            <a:off x="5584334" y="33648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AFB59952-880F-4DC9-70D0-8AD1377CB265}"/>
              </a:ext>
            </a:extLst>
          </p:cNvPr>
          <p:cNvSpPr/>
          <p:nvPr/>
        </p:nvSpPr>
        <p:spPr>
          <a:xfrm>
            <a:off x="8244504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C807F3-CC70-2712-9F82-A84E4166DD2C}"/>
              </a:ext>
            </a:extLst>
          </p:cNvPr>
          <p:cNvSpPr txBox="1"/>
          <p:nvPr/>
        </p:nvSpPr>
        <p:spPr>
          <a:xfrm>
            <a:off x="8425601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DB3D17-D845-872B-F2C1-372BB70C0242}"/>
              </a:ext>
            </a:extLst>
          </p:cNvPr>
          <p:cNvSpPr txBox="1"/>
          <p:nvPr/>
        </p:nvSpPr>
        <p:spPr>
          <a:xfrm>
            <a:off x="3681966" y="160808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6136856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653CA-9B97-ABBC-60F4-2E24ED013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EA53DB1-836A-AFD8-F2A6-18E8F2CB5437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F368F60E-CF8E-4A6C-DCEA-9C14F4C0AD9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A0D20D8-99A0-AB5B-3E06-FBB55B646409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44BAB82-1B8A-1693-7400-6ADD557E5A26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38AB326F-B70F-1279-7C52-E2423256C817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094A14A-C9C6-A070-AE6F-4C12EBD8CBB3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7145A96-2801-D1E8-4E29-0F064525080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D1DB9F9D-964A-BC6D-0DB6-1CA21105F9B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ABDE4D57-AF06-C83E-A478-B39DE3E0101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00984575-D919-7867-F896-B31A7928177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B4C6E79-9362-2E69-A438-BA931DC2F805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2CC12FE1-8C4C-2E0D-D739-84A90B4705D2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mock-server:8080/bytes/50000000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129D2FDA-5297-CF56-0C43-DF76BE707E9D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D1CD461B-EFA8-CC43-C527-2CB48E103B3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3CF4A6C-BD79-6437-9B9C-046D23CEC53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04CDC94-2CBC-63CD-4CB7-7E108697285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366817-28E3-68B3-9537-60B4F3BC9D5C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CD97CE2A-C6CE-B135-31DE-CC6028648209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363FE5C1-DE86-81DA-6EFB-CD65559ED253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66889EBF-E076-6810-3707-351109FC8542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4388EB12-A12E-60D2-5B92-DBAE3D466C34}"/>
              </a:ext>
            </a:extLst>
          </p:cNvPr>
          <p:cNvCxnSpPr>
            <a:cxnSpLocks/>
          </p:cNvCxnSpPr>
          <p:nvPr/>
        </p:nvCxnSpPr>
        <p:spPr>
          <a:xfrm>
            <a:off x="5462033" y="368652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30FC48A-B0D6-A86A-BAA9-810E735C52E6}"/>
              </a:ext>
            </a:extLst>
          </p:cNvPr>
          <p:cNvSpPr txBox="1"/>
          <p:nvPr/>
        </p:nvSpPr>
        <p:spPr>
          <a:xfrm>
            <a:off x="5462032" y="344030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185D5115-52DA-DAD0-76B3-8E29EC4BA63A}"/>
              </a:ext>
            </a:extLst>
          </p:cNvPr>
          <p:cNvCxnSpPr>
            <a:cxnSpLocks/>
          </p:cNvCxnSpPr>
          <p:nvPr/>
        </p:nvCxnSpPr>
        <p:spPr>
          <a:xfrm>
            <a:off x="5462033" y="336487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B16C53E-F80A-5497-9BA0-3427A5D251C7}"/>
              </a:ext>
            </a:extLst>
          </p:cNvPr>
          <p:cNvSpPr txBox="1"/>
          <p:nvPr/>
        </p:nvSpPr>
        <p:spPr>
          <a:xfrm>
            <a:off x="5584334" y="33648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E392F55C-828D-72C8-36DA-53E7F408E84A}"/>
              </a:ext>
            </a:extLst>
          </p:cNvPr>
          <p:cNvSpPr/>
          <p:nvPr/>
        </p:nvSpPr>
        <p:spPr>
          <a:xfrm>
            <a:off x="8244504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402750-DA9B-1A36-403E-8DB91760EAE6}"/>
              </a:ext>
            </a:extLst>
          </p:cNvPr>
          <p:cNvSpPr txBox="1"/>
          <p:nvPr/>
        </p:nvSpPr>
        <p:spPr>
          <a:xfrm>
            <a:off x="8425601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5AC549-86E3-C560-486A-EBF12B39A8F5}"/>
              </a:ext>
            </a:extLst>
          </p:cNvPr>
          <p:cNvSpPr txBox="1"/>
          <p:nvPr/>
        </p:nvSpPr>
        <p:spPr>
          <a:xfrm>
            <a:off x="5456300" y="16988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DF159C-45ED-8A70-9DA0-30D32B05C3FE}"/>
              </a:ext>
            </a:extLst>
          </p:cNvPr>
          <p:cNvSpPr txBox="1"/>
          <p:nvPr/>
        </p:nvSpPr>
        <p:spPr>
          <a:xfrm>
            <a:off x="3681966" y="160808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1281795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C56A3-95D3-35A8-4E64-399766082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E40331D-F067-75F3-8D35-B360621E4A27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C9171E-A25D-2583-60CD-1867B82E29ED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F82A8C7-7CF0-DFD5-B50F-F626A52816EF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25D1F8F-939D-8465-527F-FB6C9F52EB2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18A380DD-DEFA-0D53-4AA1-EEEDB2EE48A9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B18FE5A-6F86-A771-8019-6AFCF73B91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783A50C-B1EF-67CD-D0FB-28739AE28D8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EEE6423-24D0-8B1F-4BC4-36765A6B4978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9C2ECDE-2CE1-5237-3542-69426193919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6A808A-81B7-E02E-9974-47C24D0E459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A73FABBF-A61F-9599-4E11-3E475D3B8E46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42BDD-FBA4-8B8A-C439-6ED0EA285473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mock-server:8080/status/502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4A38FC5-726D-5302-3CA6-3131F1F598B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6A1AEBE0-B9D6-EA80-DD98-830B326EEAF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93859B-05C7-A175-6053-D74E5CF2ED4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F800B54-4234-2EFD-F76E-F9DB190846FC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1837A2B-7C96-B69B-632F-ABF7FEBBF4A2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D59B3DC-C306-9EFA-2000-BB68D2C9432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502 Bad Gateway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AFA81D6D-03D7-43EF-0922-C86CFF3D1F84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6717013A-0322-FD1B-B20B-F3EC3FA36AA6}"/>
              </a:ext>
            </a:extLst>
          </p:cNvPr>
          <p:cNvCxnSpPr>
            <a:cxnSpLocks/>
          </p:cNvCxnSpPr>
          <p:nvPr/>
        </p:nvCxnSpPr>
        <p:spPr>
          <a:xfrm>
            <a:off x="3681969" y="2250814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15674AF9-CAC0-5749-AFEE-FB9643261B03}"/>
              </a:ext>
            </a:extLst>
          </p:cNvPr>
          <p:cNvCxnSpPr>
            <a:cxnSpLocks/>
          </p:cNvCxnSpPr>
          <p:nvPr/>
        </p:nvCxnSpPr>
        <p:spPr>
          <a:xfrm>
            <a:off x="5462033" y="2330705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ED3B2A10-1097-893E-6CCA-D2D63B1F4FC9}"/>
              </a:ext>
            </a:extLst>
          </p:cNvPr>
          <p:cNvCxnSpPr>
            <a:cxnSpLocks/>
          </p:cNvCxnSpPr>
          <p:nvPr/>
        </p:nvCxnSpPr>
        <p:spPr>
          <a:xfrm>
            <a:off x="5462033" y="2422420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4FDD3D3B-4A3C-51C9-21B2-2E31BBB2DC81}"/>
              </a:ext>
            </a:extLst>
          </p:cNvPr>
          <p:cNvSpPr txBox="1"/>
          <p:nvPr/>
        </p:nvSpPr>
        <p:spPr>
          <a:xfrm>
            <a:off x="5584334" y="24224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502 Bad Gateway</a:t>
            </a:r>
            <a:endParaRPr kumimoji="1" lang="ko-KR" altLang="en-US" sz="1000" i="1"/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3A3F261C-CE59-EAAB-82B9-27AA22BDE0FE}"/>
              </a:ext>
            </a:extLst>
          </p:cNvPr>
          <p:cNvCxnSpPr>
            <a:cxnSpLocks/>
          </p:cNvCxnSpPr>
          <p:nvPr/>
        </p:nvCxnSpPr>
        <p:spPr>
          <a:xfrm>
            <a:off x="3681977" y="2494428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021330E-D197-9CD8-644D-C3D87F580AAD}"/>
              </a:ext>
            </a:extLst>
          </p:cNvPr>
          <p:cNvSpPr txBox="1"/>
          <p:nvPr/>
        </p:nvSpPr>
        <p:spPr>
          <a:xfrm>
            <a:off x="3681969" y="200329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mock-server:8080/status/502</a:t>
            </a:r>
            <a:endParaRPr kumimoji="1" lang="ko-KR" altLang="en-US" sz="1000" i="1"/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C490596C-C1F7-D6B8-0698-B375E8C240A0}"/>
              </a:ext>
            </a:extLst>
          </p:cNvPr>
          <p:cNvCxnSpPr>
            <a:cxnSpLocks/>
          </p:cNvCxnSpPr>
          <p:nvPr/>
        </p:nvCxnSpPr>
        <p:spPr>
          <a:xfrm>
            <a:off x="3681969" y="299594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EBA29ECF-1C0C-0A94-9828-45D752670CB7}"/>
              </a:ext>
            </a:extLst>
          </p:cNvPr>
          <p:cNvCxnSpPr>
            <a:cxnSpLocks/>
          </p:cNvCxnSpPr>
          <p:nvPr/>
        </p:nvCxnSpPr>
        <p:spPr>
          <a:xfrm>
            <a:off x="5462033" y="307583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19FA74E2-8E6A-EBF9-3E99-45FEDCEFE1BA}"/>
              </a:ext>
            </a:extLst>
          </p:cNvPr>
          <p:cNvCxnSpPr>
            <a:cxnSpLocks/>
          </p:cNvCxnSpPr>
          <p:nvPr/>
        </p:nvCxnSpPr>
        <p:spPr>
          <a:xfrm>
            <a:off x="5462033" y="31675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E061D0BA-B4DF-F900-C0EE-ADF137D840FF}"/>
              </a:ext>
            </a:extLst>
          </p:cNvPr>
          <p:cNvSpPr txBox="1"/>
          <p:nvPr/>
        </p:nvSpPr>
        <p:spPr>
          <a:xfrm>
            <a:off x="5584334" y="31675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502 Bad Gateway</a:t>
            </a:r>
            <a:endParaRPr kumimoji="1" lang="ko-KR" altLang="en-US" sz="1000" i="1"/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9B0A2DDB-775F-5560-D296-6EDCC8EEE724}"/>
              </a:ext>
            </a:extLst>
          </p:cNvPr>
          <p:cNvCxnSpPr>
            <a:cxnSpLocks/>
          </p:cNvCxnSpPr>
          <p:nvPr/>
        </p:nvCxnSpPr>
        <p:spPr>
          <a:xfrm>
            <a:off x="3681977" y="323956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99E35A0-89CF-6035-5BA7-216766B88C54}"/>
              </a:ext>
            </a:extLst>
          </p:cNvPr>
          <p:cNvSpPr txBox="1"/>
          <p:nvPr/>
        </p:nvSpPr>
        <p:spPr>
          <a:xfrm>
            <a:off x="3681969" y="27484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mock-server:8080/status/502</a:t>
            </a:r>
            <a:endParaRPr kumimoji="1" lang="ko-KR" altLang="en-US" sz="1000" i="1"/>
          </a:p>
        </p:txBody>
      </p:sp>
      <p:cxnSp>
        <p:nvCxnSpPr>
          <p:cNvPr id="9" name="Straight Arrow Connector 81">
            <a:extLst>
              <a:ext uri="{FF2B5EF4-FFF2-40B4-BE49-F238E27FC236}">
                <a16:creationId xmlns:a16="http://schemas.microsoft.com/office/drawing/2014/main" id="{A80F5DDB-1D54-801C-EC3F-9F7AFFBDB644}"/>
              </a:ext>
            </a:extLst>
          </p:cNvPr>
          <p:cNvCxnSpPr>
            <a:cxnSpLocks/>
          </p:cNvCxnSpPr>
          <p:nvPr/>
        </p:nvCxnSpPr>
        <p:spPr>
          <a:xfrm>
            <a:off x="763987" y="3329930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04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AFD9B98-D008-F61C-AA42-57C9239BD7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DA25AE-2056-0077-7D91-EF1B4E4066C1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D593B-D3F0-75EC-67FA-145BE00972A7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F930E445-E6F7-8D17-121B-603C085D548F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43126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118504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50505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58494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4248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4968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2666355" y="241928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3254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76218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3231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3265C1-93A7-32EA-CE5C-77945D0046BB}"/>
              </a:ext>
            </a:extLst>
          </p:cNvPr>
          <p:cNvSpPr txBox="1"/>
          <p:nvPr/>
        </p:nvSpPr>
        <p:spPr>
          <a:xfrm>
            <a:off x="2666355" y="27621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3AE37C0C-060D-4235-4D6C-821BE262B00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57B0BC4-5506-429A-7D61-0604C87A31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30" name="호 29">
            <a:extLst>
              <a:ext uri="{FF2B5EF4-FFF2-40B4-BE49-F238E27FC236}">
                <a16:creationId xmlns:a16="http://schemas.microsoft.com/office/drawing/2014/main" id="{530F991D-0535-28F6-CEFD-F38F2D838BC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E49FB2-9594-B138-A6A9-388215BBFD74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B8CE26C4-C415-E104-E376-442637C3A67B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F74FA-F402-C51B-DB73-F189AFEC8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E1A207-9EED-9FEB-2E93-04E68C6F95B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25893CD3-3DE1-B95F-6ACA-8AE5F2C5F41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827D469-6585-DC45-0B7F-2CC87863B81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8308FA0D-F0FA-B94F-08FB-05FB1FD7A0F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1ADCE13A-F9C2-1AC3-A506-9B177DDF5EFA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DBA63C24-33DA-696E-2780-5EA51568D8D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199A0EC-0F74-A273-A491-1F5701E5F15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240E68E-4C2D-EFE0-1757-97F822C2441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BE77C82-50B2-B539-26E3-034919A7F0B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20B55E25-D2E7-947F-C7E5-EA6A708521F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47DF129-415F-5597-6915-C8CC90091F06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2E9F9CD-86B5-1C55-42B1-82C63DB91109}"/>
              </a:ext>
            </a:extLst>
          </p:cNvPr>
          <p:cNvSpPr txBox="1"/>
          <p:nvPr/>
        </p:nvSpPr>
        <p:spPr>
          <a:xfrm>
            <a:off x="763986" y="1185664"/>
            <a:ext cx="36639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EE0C31C-9588-6327-A2C6-739A262BBC7E}"/>
              </a:ext>
            </a:extLst>
          </p:cNvPr>
          <p:cNvCxnSpPr>
            <a:cxnSpLocks/>
          </p:cNvCxnSpPr>
          <p:nvPr/>
        </p:nvCxnSpPr>
        <p:spPr>
          <a:xfrm>
            <a:off x="5462033" y="200396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424DB10-E67F-5F15-8683-10699E778D6B}"/>
              </a:ext>
            </a:extLst>
          </p:cNvPr>
          <p:cNvSpPr txBox="1"/>
          <p:nvPr/>
        </p:nvSpPr>
        <p:spPr>
          <a:xfrm>
            <a:off x="5584334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0E3D0A75-F439-9B09-1817-B85B1046419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6DF18FC-10E0-B1E1-4B12-FE0E90886565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E5601E42-1F90-50A6-5AC6-FFEA7AA84CC1}"/>
              </a:ext>
            </a:extLst>
          </p:cNvPr>
          <p:cNvCxnSpPr>
            <a:cxnSpLocks/>
          </p:cNvCxnSpPr>
          <p:nvPr/>
        </p:nvCxnSpPr>
        <p:spPr>
          <a:xfrm>
            <a:off x="3681977" y="207597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B70A2E7-4C36-A833-2F1E-8D5C6D3CD22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FC832E-F651-EFF4-9753-6BA096915C6D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0409B48B-00D0-5EC2-164C-0E63639FD30D}"/>
              </a:ext>
            </a:extLst>
          </p:cNvPr>
          <p:cNvCxnSpPr>
            <a:cxnSpLocks/>
          </p:cNvCxnSpPr>
          <p:nvPr/>
        </p:nvCxnSpPr>
        <p:spPr>
          <a:xfrm>
            <a:off x="763988" y="249640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EE5B9B6-662C-F658-BFC6-76CC70F06662}"/>
              </a:ext>
            </a:extLst>
          </p:cNvPr>
          <p:cNvSpPr txBox="1"/>
          <p:nvPr/>
        </p:nvSpPr>
        <p:spPr>
          <a:xfrm>
            <a:off x="763987" y="22501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645B9702-AC6A-51B8-ED56-ACC55F01E306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B2386D-9A2D-BCBB-55E6-23485EE01E52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B39EDDD-4756-53E3-DA43-D9CF0AC4CD2C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41FE533-08E8-7A81-A48E-4CC0CFA9C017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31839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E107C-8AD4-AB22-C6C4-2D86B387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4BDBC81-C6A3-4676-DFEF-E940FFE4AE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1332B54-59A2-19AD-AA55-10B6280A4FC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1414866-1E85-E51B-2182-6A979716CDB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416C6F59-DAF9-7B9B-535F-264F2FEBBD2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D148650-E683-2E94-F98A-850E19317B3D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75EB613-4F35-DF70-63F2-7215C1EF560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6AC4197-3F19-3334-9C6E-37DCFA1B4D5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AACC0CB-ADDF-C84A-9E51-F265AA71538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16F8125-092B-0270-9968-FAF3D83477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9280C47-811E-40F4-922A-2265D7C4E6E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1B3CAFE-D6ED-CFA5-3B3A-A269977DFD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19001FE-F9F3-9223-D4B3-0EE263E05535}"/>
              </a:ext>
            </a:extLst>
          </p:cNvPr>
          <p:cNvSpPr txBox="1"/>
          <p:nvPr/>
        </p:nvSpPr>
        <p:spPr>
          <a:xfrm>
            <a:off x="763986" y="1185664"/>
            <a:ext cx="38080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mock-server:8080/close-after-response/1000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DB0685A9-0DCF-4AC5-F67B-A31A6896D5EA}"/>
              </a:ext>
            </a:extLst>
          </p:cNvPr>
          <p:cNvCxnSpPr>
            <a:cxnSpLocks/>
          </p:cNvCxnSpPr>
          <p:nvPr/>
        </p:nvCxnSpPr>
        <p:spPr>
          <a:xfrm>
            <a:off x="5462033" y="232219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E86E0F5-C09C-4255-B49A-C22B45C1C18D}"/>
              </a:ext>
            </a:extLst>
          </p:cNvPr>
          <p:cNvSpPr txBox="1"/>
          <p:nvPr/>
        </p:nvSpPr>
        <p:spPr>
          <a:xfrm>
            <a:off x="5584334" y="2322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55DD878-D367-BFC2-CD71-3EDF8D64C43A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876FC0DB-1405-2661-E632-A1E00BAA4F0B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1FBD4573-2D43-190F-89EB-301A74A81514}"/>
              </a:ext>
            </a:extLst>
          </p:cNvPr>
          <p:cNvCxnSpPr>
            <a:cxnSpLocks/>
          </p:cNvCxnSpPr>
          <p:nvPr/>
        </p:nvCxnSpPr>
        <p:spPr>
          <a:xfrm>
            <a:off x="3681977" y="239420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72283F-0769-58E3-775B-B698A3DDA1C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9E1102-1057-B38E-37BA-1A899BB645B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EDF20EA-C18F-B971-E8A6-1A56ABBD4328}"/>
              </a:ext>
            </a:extLst>
          </p:cNvPr>
          <p:cNvCxnSpPr>
            <a:cxnSpLocks/>
          </p:cNvCxnSpPr>
          <p:nvPr/>
        </p:nvCxnSpPr>
        <p:spPr>
          <a:xfrm>
            <a:off x="763988" y="281463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27B3FE-53DC-31D7-E957-593F2B7EDF18}"/>
              </a:ext>
            </a:extLst>
          </p:cNvPr>
          <p:cNvSpPr txBox="1"/>
          <p:nvPr/>
        </p:nvSpPr>
        <p:spPr>
          <a:xfrm>
            <a:off x="763987" y="25684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E23B797A-5C6C-F475-426E-BADF86721200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70C404-5D9A-811C-8C40-B4C1031BB223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06286B3-6BA5-9574-AE17-BB3612A7B65E}"/>
              </a:ext>
            </a:extLst>
          </p:cNvPr>
          <p:cNvCxnSpPr>
            <a:cxnSpLocks/>
          </p:cNvCxnSpPr>
          <p:nvPr/>
        </p:nvCxnSpPr>
        <p:spPr>
          <a:xfrm>
            <a:off x="763987" y="247141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30CFE4C-F99D-95E3-6DAD-CA92D70DC233}"/>
              </a:ext>
            </a:extLst>
          </p:cNvPr>
          <p:cNvSpPr txBox="1"/>
          <p:nvPr/>
        </p:nvSpPr>
        <p:spPr>
          <a:xfrm>
            <a:off x="2666358" y="23937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FF359788-E170-AF7B-F1B2-1BB137EB71D0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B9BBC0C-AE92-CA56-D58E-FEC18F27409B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0B849159-2D01-8E9B-9F71-64DB14A841A3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1679F635-7946-DD30-D98D-013BB5639E78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811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4DB9-DB25-7B55-A780-C05EC301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5F6151-EA1B-6FCB-F683-785904D3F83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657442A-2628-7974-3DD0-119FC1B591E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9386F7E-D6FB-C3EC-E256-50C8721362A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4F2FB99-B11F-549F-9C42-DC8341BC62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4F2F2D2-4DF1-78F0-E348-4D5EB4A07E4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BE34F73-F514-67DD-CD10-085CD59108B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58CB1AB-EB19-C759-D1C5-CA2D2FDACC5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7B965DE7-DA9D-3866-01E5-4DCBAE8284D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4AC660F9-BDD5-09E5-84C9-542A10E23B9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2B90644-B44A-AC82-0FED-B7EE02398AD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67560C04-C541-CE27-AC5E-614229E6BA8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E53E02B-7AB9-8AA1-1296-59622DF8B76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F348400-BB70-9272-C579-35D9416D8631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B8564E6-0000-0478-D674-BDA24640AE9E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33EB41-AAF1-9C4B-CE16-D5C71F5AFDE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59F506-1716-069A-3C68-8ED117B416E6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BEDA96A-D4CC-D409-32EB-C9F6346D1012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00BB99-7C36-3F82-5F70-AC042E48E9FC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7414477-9799-664D-08D0-5A0EE2B80E7E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27D3EB54-D29E-F7B2-9858-DE50745E0761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597A302C-45C5-35D4-ABE3-ED13E846A8AA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BFF01A9-6BBE-4C4B-37CA-B5EE7F4E4C15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932DC0C8-06D6-DDA8-0522-F6DDEE3B6776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FEC4D1-4233-E55F-23FB-ADAB11445E64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C735AABD-95C0-85D2-2456-FCF9F3E98B69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4D7A09D-FB0E-9CA9-A8BE-E81460ECAAAF}"/>
              </a:ext>
            </a:extLst>
          </p:cNvPr>
          <p:cNvSpPr txBox="1"/>
          <p:nvPr/>
        </p:nvSpPr>
        <p:spPr>
          <a:xfrm>
            <a:off x="763987" y="18592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F757D50F-8790-045F-7724-F6AB14D35F34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A64F032-9460-F416-FEA7-A7AB3188FAF5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913A212-6A73-6792-5342-45C9BCC69197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843F6B6-47BD-7B8B-A425-85FDE3806958}"/>
              </a:ext>
            </a:extLst>
          </p:cNvPr>
          <p:cNvSpPr txBox="1"/>
          <p:nvPr/>
        </p:nvSpPr>
        <p:spPr>
          <a:xfrm>
            <a:off x="763987" y="25658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28F8472D-DDA1-FD52-5F17-7AB6984FD3ED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B6495-F10E-1B54-A790-91DF7745F18B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A5CB2EBC-41C8-9DB5-5B9D-80EC86B584D1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91B0BDC-891A-50DF-0B5B-D7DE42419023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424210CE-4049-1FCA-E3FD-CED4B2414AB4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A33FFE-46A0-9E5D-0EE9-1FCA8EF8B40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7B43A791-5B57-427E-E95C-DCE0BA1F2848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2D83375D-001C-B017-F735-8A6978DC0884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F7A52364-9792-D282-746D-CF69C514B1D0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3472CB4-05C2-8744-207C-3A5A56921BE8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3D279A1F-5660-BD42-C4F4-97AE8BB2830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B3035838-443B-67C9-3F2D-0276CEF3D52E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008961D-C30E-6602-1C6F-81F5A46CD01E}"/>
              </a:ext>
            </a:extLst>
          </p:cNvPr>
          <p:cNvSpPr txBox="1"/>
          <p:nvPr/>
        </p:nvSpPr>
        <p:spPr>
          <a:xfrm>
            <a:off x="3681962" y="368433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B9201AB4-5ACB-B458-86A1-20DF79D9A498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343672-C369-9BDC-C876-458C2C8CF80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ECE238E5-7FA0-A480-79A7-0ED1B541F1DE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E6E78AA-9CBB-D745-4206-9E70B25ABBC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2520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5725-F849-7260-649B-7E0B59EDE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7271E5-83F1-D500-4747-53D53722CF16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1656D38-48A0-DF92-5C85-6247E341D7E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4F6759B-D49E-375C-8419-94083B9E186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D8F43DF-D5C2-8FAE-422D-657794C8AF6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7845B92-1318-8F4D-4726-27AEAA81319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E2DCAF3-0C0E-25E3-E3F1-54474E2237D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C853B93-80C6-7AF3-EF06-231304EABFAA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7AA4057-B4AB-F113-A09E-2034B9DA20F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4D6867D-D2E1-1EC4-7776-BDCE2A6A442B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D632935-5006-5E31-2AAA-2DF44A6BC9A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7EC61483-E9B0-1F6D-337D-DDE474EB5019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357630F-3D75-720A-21D7-A8AC982AF028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660DBEF-5316-A38E-CA5D-27279DADC87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08DA1FB-CD0B-3408-9B8B-53AD698615D2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52D172E-3E06-EAA7-5B61-F104CCA9A8B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604F6A5-B7E9-8C88-E37A-0A0B627A214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FF93C08-87C3-432A-44F1-EF06C6C2B4FC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6B153BA-A3DB-0A1E-866A-17BD9D5295A2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5104D43-4491-B7C2-B901-0F4E3BE3D63F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01FA022-A14F-F9D3-F075-D583ABA498E6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3247E3F-91CB-070E-FC79-7CBED2E794C1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57BC4D-A224-55E0-3CFC-6D36FD066F70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7560F0E4-7D01-D5E1-66E9-44F4B75C1ED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AFA508-7157-7616-E78F-9594740A5F1F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532EBAD-0B2D-41C5-11F8-01CF97B49B5B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9A2DCA1-364E-3177-C751-32BC7C251407}"/>
              </a:ext>
            </a:extLst>
          </p:cNvPr>
          <p:cNvSpPr txBox="1"/>
          <p:nvPr/>
        </p:nvSpPr>
        <p:spPr>
          <a:xfrm>
            <a:off x="763987" y="3007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041D54D6-D83B-F850-9C1B-2DFDEE0B4DAD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C066F80-F19C-AC2D-4C1D-ACF14EF547B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740CB670-BD31-C29D-E1DA-32DE12506451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F1D8E8B-87BF-0314-CC5E-16EF52C226BF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BB2B3D91-66F4-9996-2D04-511C4882633C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BF6D811-8604-2344-102A-33A71B93A576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1CFFAF9-03B3-0AA6-69EA-5B377EE80AE1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EB6355-CF4B-A41D-03D9-C7D75AFEADD6}"/>
              </a:ext>
            </a:extLst>
          </p:cNvPr>
          <p:cNvSpPr txBox="1"/>
          <p:nvPr/>
        </p:nvSpPr>
        <p:spPr>
          <a:xfrm>
            <a:off x="763987" y="18598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C39AAD4D-C641-7535-7C36-D8CA76459ECF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E5514B-CC66-01AC-333F-A5C6C1C4AAE7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7ACDAC44-05CD-CE82-D532-5E2324F45A1A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F25201E-ED72-C850-1409-B302CE7BB6A6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B5E7F1A7-BB67-6801-5C40-60354E27B52E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F78C879-02A1-D3F8-AAFF-2CB9191174AA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294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B2AF-FAF3-E1D1-9075-433C777E2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47654E9-DB7B-872B-3204-50917686A53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8DCF9142-640E-4A97-A842-E0AEB2AC2C7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592EC5C0-72F9-DCB2-513E-E45291FBC4F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E9B1459F-132A-8399-B0AA-F4B133FD5A8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3E184534-CE12-B3EF-83FE-0AA38F9A7FA8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04CEDA67-4D6C-F29F-3A0F-C402A426B2F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B025C823-3352-EE5E-142A-BA859E7F2781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02B9F08-F54E-6301-73C6-44D31E397CD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EBA011-7849-15F0-A395-E5F1A7D71D4F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F9C03A3B-5188-7C0E-9D03-54C1DB07270F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FAC47-0D65-0AF6-FD6F-9D15E7D9085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BC3006C-634D-978B-21E6-9ED1A0C0623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mock-server:8080/status/503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2082980C-F05D-F5E2-2982-862CEE6E9BE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6651FAF-315D-0668-4669-6C2573776BA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AA619DBE-6851-19E5-8C01-81DC272613A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D06C6FB-C732-FFD1-727C-4BF42F92AA9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96663D1-478F-4131-132C-9CEC6CFCF62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F69FAC6D-FB7B-831C-609C-7FD134D76D50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54CA514-4B8E-96D9-71F3-24276764ACF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1914082-FD34-2853-086E-74E53B7431B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84AF6FB8-1AA8-3762-B3E2-D84C56AEA49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5A22971-3C30-8014-8F12-23E4EFEA3E2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72E86C-85B4-AB4C-8BAC-A54051F16750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1BDEF521-58D6-E12D-F387-18314EDB40B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mock-server:8080/status/503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004503B9-E8C3-B9E6-9676-B6CC8BB748E2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15932F-DB98-363A-2864-1CC33AEA9E02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C15D8FF5-DE0C-07BF-408D-983F23F1591A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EA4D5C2-BA5C-01AE-C17E-40C9999E8E32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E0C72572-4B48-A298-DF9A-CEC2A755377B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5809BC1-6085-3754-8AA3-55005D774519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83DB0916-6A96-138B-B750-47268360125D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E0F61B-5218-B172-C7FE-E14BFA66FB43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B79E16E1-0814-5C14-BCF9-BAA4A7FA27D3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CF1A84E-2B0E-03EC-0E21-0F83A30B490B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530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994A2-4217-4FFD-0578-EFE2DDD8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87F39A4-6D51-CD73-274C-4F90E1B0500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049B329-23C8-804D-8D34-BDCB403905E7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8670BC41-B536-0CC5-9FCB-AE526B50AC7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ABBBFDF-E567-F6CA-538D-860A53BF3EE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94F59F1-D774-8C62-9CC8-096563A6ED0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DB09466-A09E-AE51-64DD-2CCAEBF5F27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EB08A6E-7059-A127-DC42-5BC03836A3C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65DC1C-EF72-3521-60A1-27458D9A385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C523E6A-F5E0-7AC3-4690-92B6ECBA27E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E827BF7-52D0-85F8-2FFE-F73490BAE44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C9141E7-47D9-E61D-D47E-C9B534EFD8A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50365CC-EA72-C355-66ED-F311CA441D9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4382939-8024-B7AF-EA19-E853C792A70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9DB4E06D-DF59-A654-6A5A-A7B9C154DEC7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2322EB5-35B2-3FB1-8C76-1DF294F3C73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32EC9E1-C63D-89ED-DFFD-570849075D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E24C90AB-4E85-8506-2D39-55808A1ED1AB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6356CA-0ED5-E0B3-A632-06796E888A2F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63AF0A4-DD08-CD88-6E55-F6EEBAAEEEF2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15E49615-FBA2-D1DF-9869-9E92B9DDB6C5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5874968-25C8-7ED3-51BF-CF8078308B16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7278472A-6CBE-52B2-5CB7-08B6026C4D7F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456FA75-666F-2D98-3D4B-1A9B0F722926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704787BC-D950-6F14-8C9F-72E7EDEED26D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FBB860B7-BC03-F515-D0A8-E925786BB2CA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974A52D-B6A4-CAF9-483D-F62F7FD2D7DA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A95EB49-B81F-636A-928A-34D63A987EF9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BB9B097B-9C9E-D0F9-6D2E-4AF3145E83A7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72B883-151A-38D5-162F-B94D63C2739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BB2F0995-5CE0-5046-8906-8801B8E9B0A0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6A54B07-7F5D-D0E5-A827-882EC40EF4AF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B1FB7C82-DDCF-A258-7DC2-DFA88266CA62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07374AA-5624-326F-BA54-9B0873ACF38A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0E1D41D-EB09-C841-0BE2-B9004F6825FA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E850A0E-4E01-3229-729F-F681B0CBAB48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06CCEFDF-6B66-5681-8A8D-5F2A08A42BCC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FDDD330-3DEA-F8BF-5C56-242DB5AF21F6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D98C8587-6CE3-622A-EBF4-F439EA09CB72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CCE4EEA0-2F48-6149-FDB8-12E0CDDE3F66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85CA5C-364D-7643-EE5B-16EFB1858CBE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timeouts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FC08FC9-C606-BD39-8B8A-52C3FF43061A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timeouts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45715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8B082-2659-68BD-E156-BEB8FFA30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0E9E11FF-640D-D68E-1305-2ACEC3CE9C3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285DF78-96F6-C916-7A9C-19B2D7E74B3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9AA8E6D-0965-2A72-2998-AD2A3FB3A00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ED3B801-CDA1-5012-0F0E-23CA41E011BE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A62DE67-59E1-2508-F3F3-582C4255EF5E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FF909F2-7E39-92AD-8821-7015BC35F24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1BFBEF8-45E6-8695-2F95-5229BB67192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FDC3781-E09C-65C2-613C-26E385B9D6D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418F6AB-88BB-4B70-A283-BE1B702CCF53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91F3F13B-7E43-9CCF-D4C8-C4B4E08CCA4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8988957-1837-2478-5589-558DAE33A4A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D4FBBC2-527C-260A-97B5-A7FC4E2CAF2A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6AD47C2-BCA5-9ED9-094A-7726DA4B9CE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7FDFD21-7DC3-824E-DB58-ABFC58183028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B09C75-7C8C-460E-EB38-1BF23F770A0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1398D40-353D-6B28-DC3A-8FED5F9E1B6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F9E4664-98B8-A652-7112-71EA53E11119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E7AD8A7-F2C8-F3C7-BBA9-E044D3B437AE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1EE586B0-D6CB-BD8B-3571-CCD0E9FD8027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AF5C3711-1E57-97AA-0914-D7787FA5A6DB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10AB54B-DE95-0745-1F63-C80E3396D397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6CDA6293-E3A2-70F8-BD9F-FF624569866C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29B750F-4961-39B7-E40A-E35BBD6F1C4B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21B3CE91-89D6-382D-90F2-1938AC3CE72A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3D2BF147-803C-EA33-8B76-CB8350666716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7185D3-00FB-5D2F-8239-F0D065745CE2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3586560-384C-739B-AB20-5D10E846C6F4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F34905A-5AC5-D46A-1704-32AD81C98A35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118DC68-DFC0-F5DA-3509-BE91F72460A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028469F3-B3DB-F5FD-F495-CFBAA5E96E26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6AA4636-00D2-28E9-7F68-1D672EC9C95E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89A357A8-41DF-BD0B-19B5-3E67FF11C9C9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B1F8055-19B5-1414-5B81-DADCAC9AB0C1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DEDA3B3-01EE-93EC-4996-E93F33135E85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756BC60-4EF3-5967-9E68-6621D435A6C2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F0E25159-F3D0-089F-D7A5-1A40B459E378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55C8B179-12AD-6F61-9F2A-D24AC5BF45AF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CEF61903-D1D1-9DD3-9A8B-9F629FB6B0F3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8DFE40C0-C018-8E69-2797-845A2219F5C8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F488C4B8-5546-0A5E-0F7C-170A159846FC}"/>
              </a:ext>
            </a:extLst>
          </p:cNvPr>
          <p:cNvCxnSpPr>
            <a:cxnSpLocks/>
          </p:cNvCxnSpPr>
          <p:nvPr/>
        </p:nvCxnSpPr>
        <p:spPr>
          <a:xfrm flipH="1">
            <a:off x="3681969" y="1563638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2298B6C6-E644-A05D-D21C-7A3B192E87A7}"/>
              </a:ext>
            </a:extLst>
          </p:cNvPr>
          <p:cNvCxnSpPr>
            <a:cxnSpLocks/>
          </p:cNvCxnSpPr>
          <p:nvPr/>
        </p:nvCxnSpPr>
        <p:spPr>
          <a:xfrm flipH="1">
            <a:off x="3681969" y="1707654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7D3EEC3A-8C8D-B29A-8D8D-0EFB3F5BCEE4}"/>
              </a:ext>
            </a:extLst>
          </p:cNvPr>
          <p:cNvCxnSpPr>
            <a:cxnSpLocks/>
          </p:cNvCxnSpPr>
          <p:nvPr/>
        </p:nvCxnSpPr>
        <p:spPr>
          <a:xfrm flipH="1">
            <a:off x="3681969" y="1851670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19BE8C-26DF-9344-1E24-5B314112F8AD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TCP RST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546247-0089-9F75-197C-06E1F11E50EC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TCP RST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1B0ADAD6-DA5A-065B-55F8-4510E9273579}"/>
              </a:ext>
            </a:extLst>
          </p:cNvPr>
          <p:cNvCxnSpPr>
            <a:cxnSpLocks/>
          </p:cNvCxnSpPr>
          <p:nvPr/>
        </p:nvCxnSpPr>
        <p:spPr>
          <a:xfrm flipH="1">
            <a:off x="3681969" y="3063280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B0FD86AD-4315-1F62-D13F-82B5E3D1D169}"/>
              </a:ext>
            </a:extLst>
          </p:cNvPr>
          <p:cNvCxnSpPr>
            <a:cxnSpLocks/>
          </p:cNvCxnSpPr>
          <p:nvPr/>
        </p:nvCxnSpPr>
        <p:spPr>
          <a:xfrm flipH="1">
            <a:off x="3681969" y="3207296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95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3DD1A-6D40-A147-DE5E-A05E30DBD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B8E78F8-1591-AE69-1E37-927FA70D6CE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04EF53A-69F0-E3D9-C9EF-5E8E7B0D102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D334FD3-EA35-AE07-D70C-317C29D45A4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D48C193-16FE-29A7-12C4-246B6E4FA8D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450CCA5C-F2BD-D667-F79E-4D0CC7B06413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15B6E78-C89B-F1C6-B8DE-CC2E4FDD06A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B78CFD0-AD7A-8A80-FD3A-62F580AC8E73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FFF3D4B-8D1C-B75C-9B1A-2590563A01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3115B06-1AAB-C7CD-210B-DC4C4D36D19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F638221-0B5F-9600-B76E-D808776D6EC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33B417D-0BFA-AC90-714A-17B6BC56FE12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C084E6D-3A76-B5E9-92C0-D2F7BCB88933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mock-server:8080/delay/70000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7130DF38-EFBB-824E-9F76-7D6873BE002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CE6A5DF-FDBA-3EFA-F4A8-4008FE6D624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83249717-30B4-FE98-BF9A-9C7DC3DA229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70118EF-AC51-4B5D-DF3C-00CD3C65638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BE5FBC-E28D-7B2A-C874-13A3EE27F949}"/>
              </a:ext>
            </a:extLst>
          </p:cNvPr>
          <p:cNvSpPr txBox="1"/>
          <p:nvPr/>
        </p:nvSpPr>
        <p:spPr>
          <a:xfrm>
            <a:off x="763987" y="309978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05D578E-61FC-96B3-FC53-A437C9F4C288}"/>
              </a:ext>
            </a:extLst>
          </p:cNvPr>
          <p:cNvCxnSpPr>
            <a:cxnSpLocks/>
          </p:cNvCxnSpPr>
          <p:nvPr/>
        </p:nvCxnSpPr>
        <p:spPr>
          <a:xfrm>
            <a:off x="763988" y="334600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081A9B71-B032-C319-ED5E-DE1B69EE18E4}"/>
              </a:ext>
            </a:extLst>
          </p:cNvPr>
          <p:cNvCxnSpPr>
            <a:cxnSpLocks/>
          </p:cNvCxnSpPr>
          <p:nvPr/>
        </p:nvCxnSpPr>
        <p:spPr>
          <a:xfrm>
            <a:off x="5462033" y="250821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4197DE88-3E77-4E32-AD1D-748C02A95A83}"/>
              </a:ext>
            </a:extLst>
          </p:cNvPr>
          <p:cNvCxnSpPr>
            <a:cxnSpLocks/>
          </p:cNvCxnSpPr>
          <p:nvPr/>
        </p:nvCxnSpPr>
        <p:spPr>
          <a:xfrm>
            <a:off x="3681969" y="281751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7A256749-A614-4E81-CAFF-506DA657D135}"/>
              </a:ext>
            </a:extLst>
          </p:cNvPr>
          <p:cNvCxnSpPr>
            <a:cxnSpLocks/>
          </p:cNvCxnSpPr>
          <p:nvPr/>
        </p:nvCxnSpPr>
        <p:spPr>
          <a:xfrm>
            <a:off x="5462033" y="289740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8609130-B181-8CF9-503D-FD2A230DD263}"/>
              </a:ext>
            </a:extLst>
          </p:cNvPr>
          <p:cNvSpPr txBox="1"/>
          <p:nvPr/>
        </p:nvSpPr>
        <p:spPr>
          <a:xfrm>
            <a:off x="3681968" y="25672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5" name="호 4">
            <a:extLst>
              <a:ext uri="{FF2B5EF4-FFF2-40B4-BE49-F238E27FC236}">
                <a16:creationId xmlns:a16="http://schemas.microsoft.com/office/drawing/2014/main" id="{D6A37697-7830-01A9-FE7E-75C7165E399A}"/>
              </a:ext>
            </a:extLst>
          </p:cNvPr>
          <p:cNvSpPr/>
          <p:nvPr/>
        </p:nvSpPr>
        <p:spPr>
          <a:xfrm flipH="1">
            <a:off x="3547158" y="1504224"/>
            <a:ext cx="276365" cy="93945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91C1F-EDAA-1CC7-4CDE-4BBFB5A699DC}"/>
              </a:ext>
            </a:extLst>
          </p:cNvPr>
          <p:cNvSpPr txBox="1"/>
          <p:nvPr/>
        </p:nvSpPr>
        <p:spPr>
          <a:xfrm>
            <a:off x="2843809" y="1850840"/>
            <a:ext cx="7406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60000ms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FD4A88B-7A28-75F5-01D1-ED6D243AA2A5}"/>
              </a:ext>
            </a:extLst>
          </p:cNvPr>
          <p:cNvCxnSpPr>
            <a:cxnSpLocks/>
          </p:cNvCxnSpPr>
          <p:nvPr/>
        </p:nvCxnSpPr>
        <p:spPr>
          <a:xfrm flipH="1">
            <a:off x="763987" y="2996547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D916ACF-8E9B-E362-4E6E-63BE0779EE3D}"/>
              </a:ext>
            </a:extLst>
          </p:cNvPr>
          <p:cNvSpPr txBox="1"/>
          <p:nvPr/>
        </p:nvSpPr>
        <p:spPr>
          <a:xfrm>
            <a:off x="872620" y="29965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504 Gateway Timeout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8DC04F49-9F66-3BC8-83DE-841489CAA638}"/>
              </a:ext>
            </a:extLst>
          </p:cNvPr>
          <p:cNvCxnSpPr>
            <a:cxnSpLocks/>
          </p:cNvCxnSpPr>
          <p:nvPr/>
        </p:nvCxnSpPr>
        <p:spPr>
          <a:xfrm>
            <a:off x="3681969" y="2447745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0DDA2D5-A9C9-F135-5EC4-1D79A17EB744}"/>
              </a:ext>
            </a:extLst>
          </p:cNvPr>
          <p:cNvSpPr txBox="1"/>
          <p:nvPr/>
        </p:nvSpPr>
        <p:spPr>
          <a:xfrm>
            <a:off x="3681968" y="22012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161403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1138-225E-1E21-080A-7A0BE143F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871B05-BAE8-620B-CFC0-111F22C37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65752-712C-5AD6-0579-42CA9238A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90155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0473D-5439-97B1-2615-8CB22F65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21FDD54-6E04-6840-DC58-64C10D79F1F3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4B65177-AE72-13BE-FA5B-02656A93D2E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D711CF2-06C6-1200-5BB8-FB467E0EBC9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15D0B585-2C95-102A-F9DF-C1318763D42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B67440FB-1800-440E-CBC2-55A6B7E9DA1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C2658DB-F939-A26F-0A34-B6DC97BEC8A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F6C82534-EBC7-618B-E118-C2DFD1D7EC7E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5E72EF4-A34D-CFD3-AA66-62357F2D1767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AC206B8-2545-707E-D677-F4E0D233E9EC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A4E843-4FD1-67FA-D2FE-8CD09C030671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5F0550C-6955-E83A-C580-295079F7EC1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64A910A-1117-5BC0-7C4E-08F53FAD5826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03259DE-BDD2-F5AE-DBAB-65D49039F6FA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C5F096-BB9C-1026-F3A6-48E0E055BB22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A9E493-D2A2-7448-8E5D-3CEAAD94D98E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15D11DD-62F6-6603-D1D1-FC74775E71E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193BE54-1CA3-5CF5-C5C8-180A913E36A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ED9A4CD-ACA9-E040-B51C-DDCF6D28771F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BD64DA-88CA-B72B-F330-FCDCC41EFFAA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D1EBBF3-3CBB-B050-B754-2916E7B4A5C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CDDD4E5-CF15-989B-9C5A-52AABEE65430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053ED81-5969-AA75-6C8B-285D43C9449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335212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2DB3-DA05-026B-E13D-759DBE84B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3C47F15-6104-EFDE-C3FE-0C7266A41E1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06A82C3C-E2A8-8420-5A5F-9813FB3777F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03CD3B87-D275-0C03-A1B2-FA2ED9F27C1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5D42F68D-48A6-163A-DCBA-6295D6541E4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5CEE834-4BE6-02A3-899B-AB7EA549DD7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0907EEC-0043-ACE6-DA0F-7DB5F5C8FE7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5FAA407-438B-40E0-311D-4A4ABA6744F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1447562-19D2-2B04-ACC8-79A89CE2F03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E6C86E2B-DC4F-2C1F-209A-642C0CD5B8A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B34A773-96A8-68B6-DBBD-3D6E6C9605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69DEBC-E96A-1990-3686-9D48AE8A2F8F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829FAB8-0C69-33E2-13E8-DAA20DEF9250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13}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20BA522A-1C49-D228-6347-68FB67ADA3F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70BE05B-5670-E02D-5925-28B9D76EAD3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13 Internal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06E489-CC9A-D3C0-A48B-224C396012D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6BEA965-F82D-BCC4-E814-54537C48D8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DD1A342A-FE4D-4BEE-A53D-62C552F3911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71BF6312-6AA3-556D-C466-08EEB581B09E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14398A4-4BEC-AD1E-2131-438737069F5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7381FD6-93BE-4B73-826C-59D7AB94EF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5E3E3E-F7C6-8801-3E68-7FC30C8195D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284AAC3-93D2-8A90-FF27-C2A8C95659AF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7005446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3D39A-BE71-33AE-9CDE-FA50BB96F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0A91B20-811E-338A-B984-8DFF92EDB80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9C27866-E603-139C-FC22-8B0DF61B8E9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7F38221-16B9-39D0-2B24-6F7E149F8F7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3EFAE38-7CF0-28E0-F58C-D8AB6DC72F96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102918A-3D1B-AD51-09F4-DC56C832317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371EE20-550F-A6FE-F2B9-BFAFC0AF644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13373248-368A-A7DE-FFB5-D918B085180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0F65D21-9EAB-CEB1-6926-F2C5A8CA30AC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32CC7ED-97EF-F951-9633-31116B9E116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088678AB-7A21-365A-67A3-47FB2DD51EFC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077C6696-12C2-3995-B71D-DD7CBAE49534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5B842B5-F9A0-92FB-9F47-DC939CB858A4}"/>
              </a:ext>
            </a:extLst>
          </p:cNvPr>
          <p:cNvSpPr txBox="1"/>
          <p:nvPr/>
        </p:nvSpPr>
        <p:spPr>
          <a:xfrm>
            <a:off x="763986" y="1185664"/>
            <a:ext cx="29179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5000}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EBF6D041-0056-AE44-C620-18833BD6ADE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900AE999-9F2E-3C90-AB26-B1E07EBB9473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94B5CC74-15C7-4CF3-0289-D2260CF0BE19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35FB93E-B4C7-5F38-759E-B19B8360F5B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33BDC-37AA-6BD8-C754-993AFB4CD672}"/>
              </a:ext>
            </a:extLst>
          </p:cNvPr>
          <p:cNvSpPr txBox="1"/>
          <p:nvPr/>
        </p:nvSpPr>
        <p:spPr>
          <a:xfrm>
            <a:off x="3681957" y="16135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8F333B2D-7CB5-4684-296E-1F2DC48F17C5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DBA792CA-1027-235E-44F7-4EEFBEF59F2C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020FA959-16D8-F9B3-21DB-1C19F5DD5904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9719EB9-3710-7E6C-4AD7-B4F251168D79}"/>
              </a:ext>
            </a:extLst>
          </p:cNvPr>
          <p:cNvSpPr txBox="1"/>
          <p:nvPr/>
        </p:nvSpPr>
        <p:spPr>
          <a:xfrm>
            <a:off x="763987" y="15391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1282281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1F5D-B777-8BF5-DE29-56327774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5D7B55C-909D-2354-EF9E-7C81808B61E2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1A3E7304-EF2F-33CF-DBF1-F7FC250F53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AB90066-10C2-5367-BE3A-A276F89B12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06251DD1-9BB0-9EBB-E99E-7CA4580C841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75B89487-B0A7-D126-00BD-9026F39CBDA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C47D0720-917B-B2A5-134A-53517F4B85D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9DF5699-67FA-CD91-A140-261230C3ECD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52106FBC-0FBC-FFFC-83F4-C0AA297FCD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3CF1AD8-1E33-0F68-7BE5-537E414EDAC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ABC129C-5A0F-C93D-AD6F-2A370BDE492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B0A0DEEA-82E1-4D9B-7D11-288E5D3010F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2184DAF-DB74-C647-F9C0-153E6C6634C8}"/>
              </a:ext>
            </a:extLst>
          </p:cNvPr>
          <p:cNvSpPr txBox="1"/>
          <p:nvPr/>
        </p:nvSpPr>
        <p:spPr>
          <a:xfrm>
            <a:off x="763986" y="1185664"/>
            <a:ext cx="29179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5000}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25DA6E3-BFF5-EDD7-82F6-E4782FADBCB2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25853E7-EC5C-1278-3551-CE5D65ABAD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93F9391-8074-4764-39FA-2B002C5A907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CE364A3-7B14-B518-6023-6555231AC46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E14B03-D4AE-89FB-EFE6-6D56D5E5A3C1}"/>
              </a:ext>
            </a:extLst>
          </p:cNvPr>
          <p:cNvSpPr txBox="1"/>
          <p:nvPr/>
        </p:nvSpPr>
        <p:spPr>
          <a:xfrm>
            <a:off x="3681957" y="16135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CB3F658-1C51-B9EE-1241-8CF28B0253D0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4B33D831-3E74-D92A-3F03-02C243464DB8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8C69175-34F9-8E98-04CB-E960151CAB7E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4CC5AD3-E099-F42C-427E-61CE50A51D56}"/>
              </a:ext>
            </a:extLst>
          </p:cNvPr>
          <p:cNvSpPr txBox="1"/>
          <p:nvPr/>
        </p:nvSpPr>
        <p:spPr>
          <a:xfrm>
            <a:off x="763987" y="15391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 (SO_LINGER = 0)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0743727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DBA02-4ADC-B16A-DC0E-D09360268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71A3803-4E77-B447-2B75-473AC4AC0060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46D606FF-1CB6-9B11-BBE1-8A9482E8B78E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07D13342-9D6E-8B35-7FD7-8A217D1CB1A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89624F0-4743-B1B8-8072-D549EDB4BE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EE558A8-6CB4-65EC-9056-B06E1757CE50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EC5E8D67-4234-602F-149F-50F7DD9988C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67C9C65-B63C-5605-B9CE-1E6464C018A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E65C0CA-C644-FB1A-73A2-235DC7B8F42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1C81F73-DAE5-4090-15D9-3B888313D0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CC60E208-A63E-319B-39FE-89FD31CDD5D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F8727721-5993-0D60-289F-D861187DBEC6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5FC6CFE-A977-0E44-5FBA-A02D32076B9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14}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F7FAB05C-CAE5-4041-B3B1-7E00B443235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D008EB2D-1F0C-39A8-777C-E131D42553A6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7EF6732-2F83-134C-8CC3-B448318B24E9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87ECB2C-EBE4-C709-5C33-7A1DF5A126B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1A46408-178D-E9ED-9BED-838EB6B9C360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831D8FF-8444-3053-6E58-F556B948241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4A15EB23-87F9-141B-76A8-E5F43A46A557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9661BBF8-0004-8AE0-C102-41C5D138758D}"/>
              </a:ext>
            </a:extLst>
          </p:cNvPr>
          <p:cNvCxnSpPr>
            <a:cxnSpLocks/>
          </p:cNvCxnSpPr>
          <p:nvPr/>
        </p:nvCxnSpPr>
        <p:spPr>
          <a:xfrm>
            <a:off x="3681969" y="2250814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87909AB8-F661-5998-942D-15A35713E37E}"/>
              </a:ext>
            </a:extLst>
          </p:cNvPr>
          <p:cNvCxnSpPr>
            <a:cxnSpLocks/>
          </p:cNvCxnSpPr>
          <p:nvPr/>
        </p:nvCxnSpPr>
        <p:spPr>
          <a:xfrm>
            <a:off x="5462033" y="2330705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01842A23-234C-9CFC-672B-1FA417FF3CFC}"/>
              </a:ext>
            </a:extLst>
          </p:cNvPr>
          <p:cNvCxnSpPr>
            <a:cxnSpLocks/>
          </p:cNvCxnSpPr>
          <p:nvPr/>
        </p:nvCxnSpPr>
        <p:spPr>
          <a:xfrm>
            <a:off x="5462033" y="2422420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56193FC-1C88-D910-FD09-1BADE2B87FF6}"/>
              </a:ext>
            </a:extLst>
          </p:cNvPr>
          <p:cNvSpPr txBox="1"/>
          <p:nvPr/>
        </p:nvSpPr>
        <p:spPr>
          <a:xfrm>
            <a:off x="5584334" y="24224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27D37EED-BBDC-3FEB-E0A5-84D2207460BB}"/>
              </a:ext>
            </a:extLst>
          </p:cNvPr>
          <p:cNvCxnSpPr>
            <a:cxnSpLocks/>
          </p:cNvCxnSpPr>
          <p:nvPr/>
        </p:nvCxnSpPr>
        <p:spPr>
          <a:xfrm>
            <a:off x="3681977" y="2494428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A8152E2-F5A0-5446-2753-1A031F0B7B64}"/>
              </a:ext>
            </a:extLst>
          </p:cNvPr>
          <p:cNvSpPr txBox="1"/>
          <p:nvPr/>
        </p:nvSpPr>
        <p:spPr>
          <a:xfrm>
            <a:off x="3681969" y="200329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14}</a:t>
            </a:r>
            <a:endParaRPr kumimoji="1" lang="ko-KR" altLang="en-US" sz="1000" i="1"/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458B2A4A-C8CB-CD53-750A-298F5B57A2EC}"/>
              </a:ext>
            </a:extLst>
          </p:cNvPr>
          <p:cNvCxnSpPr>
            <a:cxnSpLocks/>
          </p:cNvCxnSpPr>
          <p:nvPr/>
        </p:nvCxnSpPr>
        <p:spPr>
          <a:xfrm>
            <a:off x="3681969" y="299594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EF9ECDEE-77F6-0856-5E03-593AA6518DEF}"/>
              </a:ext>
            </a:extLst>
          </p:cNvPr>
          <p:cNvCxnSpPr>
            <a:cxnSpLocks/>
          </p:cNvCxnSpPr>
          <p:nvPr/>
        </p:nvCxnSpPr>
        <p:spPr>
          <a:xfrm>
            <a:off x="5462033" y="307583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38083771-4C93-147A-B7E8-4342028765AA}"/>
              </a:ext>
            </a:extLst>
          </p:cNvPr>
          <p:cNvCxnSpPr>
            <a:cxnSpLocks/>
          </p:cNvCxnSpPr>
          <p:nvPr/>
        </p:nvCxnSpPr>
        <p:spPr>
          <a:xfrm>
            <a:off x="5462033" y="31675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86B1F82-229C-2E17-457A-0C1F09E097B6}"/>
              </a:ext>
            </a:extLst>
          </p:cNvPr>
          <p:cNvSpPr txBox="1"/>
          <p:nvPr/>
        </p:nvSpPr>
        <p:spPr>
          <a:xfrm>
            <a:off x="5584334" y="31675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A322B5A7-D077-B2E9-D390-1BDF4FD8C0D4}"/>
              </a:ext>
            </a:extLst>
          </p:cNvPr>
          <p:cNvCxnSpPr>
            <a:cxnSpLocks/>
          </p:cNvCxnSpPr>
          <p:nvPr/>
        </p:nvCxnSpPr>
        <p:spPr>
          <a:xfrm>
            <a:off x="3681977" y="323956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7E2D606-74C9-D9EB-702A-ED08BBD6DD69}"/>
              </a:ext>
            </a:extLst>
          </p:cNvPr>
          <p:cNvSpPr txBox="1"/>
          <p:nvPr/>
        </p:nvSpPr>
        <p:spPr>
          <a:xfrm>
            <a:off x="3681969" y="27484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14}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83AC2B5F-DA00-F46C-F45E-92A09F38E8E5}"/>
              </a:ext>
            </a:extLst>
          </p:cNvPr>
          <p:cNvCxnSpPr>
            <a:cxnSpLocks/>
          </p:cNvCxnSpPr>
          <p:nvPr/>
        </p:nvCxnSpPr>
        <p:spPr>
          <a:xfrm>
            <a:off x="763987" y="3329930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85624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A93F4-AA07-2A4B-1695-DD3D2C4EE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C55B60AD-0F98-A197-82D6-CA7FAFA46A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563A3B9-C19A-BBA4-D699-AFF3E16BD7B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6CD0541-929A-1ECD-9CA8-808F1EBFEFB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BAA5F49-AFE8-0A44-06B4-6FCA78CB493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FAC19A5-3A19-E597-6DFC-1A747395DA7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F7E095B-4FDB-DDBF-F5DF-C576914B679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2F973D85-4715-1D81-D506-1B3E4447500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82586A-50B1-6ECA-4588-4BA44B73AE7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3DFF786-BEC1-66AF-0A08-4394DAE8C61E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A6257F7-E165-0563-BB33-88B3AD9915D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31C5F15-6053-2BB5-4242-546E0DAD70D3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C08DB70C-A42F-0B03-35AE-051A5DF1AC0A}"/>
              </a:ext>
            </a:extLst>
          </p:cNvPr>
          <p:cNvSpPr txBox="1"/>
          <p:nvPr/>
        </p:nvSpPr>
        <p:spPr>
          <a:xfrm>
            <a:off x="763986" y="1185663"/>
            <a:ext cx="3880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C70A610-D419-2419-0C27-FF678D543FD8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B14CB50-44CB-E3F2-DBB3-77A05A6F0A3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32CB63-6492-6B14-4F59-05643397470A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A28E01E-759E-1F59-4231-7E42E3668CEA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215BD83-6348-AB44-BFD6-F3240BF4AD6D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002DEED1-1983-D301-EBBA-C57B6051C827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8BD7DA-EB47-C2F2-B4F2-3C4D5781BFB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46016-C3EA-B392-AF29-6BE3CBBCCC20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D048859-F8BF-AE90-47EC-7E9DD282A0A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76FC0E-980B-2193-C7E0-A8481D80E71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22BFD7D-5EF5-421C-0ABA-DD57F6AF22B7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D01475B5-EA77-C72D-1B88-2570D71ADBC2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D39EE9F0-D9B3-264F-EAC6-98364C615D3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A24E11C-8E7E-24E0-435A-153B6F3C6E53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F0B02C28-875E-A84C-3B35-283A0D326D1A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38854A-646F-10FF-475E-44365D2D19F5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F5ECE-D2AE-9C31-4169-5CE2E7162988}"/>
              </a:ext>
            </a:extLst>
          </p:cNvPr>
          <p:cNvSpPr txBox="1"/>
          <p:nvPr/>
        </p:nvSpPr>
        <p:spPr>
          <a:xfrm>
            <a:off x="3684670" y="2386852"/>
            <a:ext cx="41108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4AF688-933B-E386-39AF-2237820E8CE7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4E6DF5A2-45ED-4A76-5625-C824EEE88AC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57678421-C9B4-6B04-EAA4-1C61A28A0048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BB339BC8-3604-042F-26BB-95B5F0F8D9DC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765BE89E-10AB-0592-6688-DAEFBE2EB4AD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DDC03F3-0A0B-9056-4EBC-F7E011F4674F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E773EF-1C6E-0116-ADF4-FC0601349BB0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E90A10-8339-B7F8-C67D-124AB2D17C37}"/>
              </a:ext>
            </a:extLst>
          </p:cNvPr>
          <p:cNvSpPr txBox="1"/>
          <p:nvPr/>
        </p:nvSpPr>
        <p:spPr>
          <a:xfrm>
            <a:off x="3684670" y="3515478"/>
            <a:ext cx="42006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6D526A-4D44-9D3B-C526-D6A806DCDF6B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6361DA66-AAEF-FDC5-0C56-6D5996BECF18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9DE504E9-E20D-1D0C-172F-F39B2F29D98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C90F713-DDB2-214E-212C-38F354F5A7A9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04778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9C552-E71E-FEFD-2267-DE25355CC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3B7D1FB-D7E6-1552-A92C-43C382BD4A1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9AF35B9-A69F-8E44-D9A8-7FAFD6B2CF5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97B21E09-C448-9CA9-1A68-62A565D3722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10C62FC-1D09-B198-2FC7-4579558B191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069340A-2628-F323-1538-25D91EB94B37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28A4C433-65F3-658A-07CA-B309815F7A48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29E81DC-08D8-9421-E889-9C280019518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1E3A735A-1234-ABDC-62AF-1831EF84429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A69CB8CB-BDAC-3519-5D2B-9B444102B94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7A9CC20-3229-7530-9D88-A010CD3B06E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17E35E10-A707-3BBD-A33C-587F1B9978C6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B9B5638-45C3-DBAC-232E-FB6280DD360B}"/>
              </a:ext>
            </a:extLst>
          </p:cNvPr>
          <p:cNvSpPr txBox="1"/>
          <p:nvPr/>
        </p:nvSpPr>
        <p:spPr>
          <a:xfrm>
            <a:off x="763986" y="1185663"/>
            <a:ext cx="38080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ResetAfterResponse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3CA65C87-B6D2-E447-FDFE-39F103C5B93C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F03EBFD-E4DC-ADE4-C8B5-2FF1A2411508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D431AA36-5855-54FC-4BA2-AB3481FFF3EC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027E87C1-2D74-0AC7-3931-56659B88313A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A2FFCFE-BC51-FA32-734B-4FA70AB64F2A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7E5E3E-261A-A5DC-F0AF-76297210054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F32AEA-B696-CB51-BA97-F86A51626137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3BECC03-5F85-EF86-4C89-3FE2504BB7B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433B36-8DE6-168C-E829-603EAA4FDEC3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DC2C78F2-1FDE-2FEE-259D-2969D3B5475F}"/>
              </a:ext>
            </a:extLst>
          </p:cNvPr>
          <p:cNvCxnSpPr>
            <a:cxnSpLocks/>
          </p:cNvCxnSpPr>
          <p:nvPr/>
        </p:nvCxnSpPr>
        <p:spPr>
          <a:xfrm>
            <a:off x="763988" y="284752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7B2427F-32AA-9F9D-C9CC-8B071E6253DB}"/>
              </a:ext>
            </a:extLst>
          </p:cNvPr>
          <p:cNvSpPr txBox="1"/>
          <p:nvPr/>
        </p:nvSpPr>
        <p:spPr>
          <a:xfrm>
            <a:off x="763987" y="260129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308E1141-2634-F76F-3C9A-E536DC9A2F3B}"/>
              </a:ext>
            </a:extLst>
          </p:cNvPr>
          <p:cNvCxnSpPr>
            <a:cxnSpLocks/>
          </p:cNvCxnSpPr>
          <p:nvPr/>
        </p:nvCxnSpPr>
        <p:spPr>
          <a:xfrm>
            <a:off x="5462033" y="236591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C68F54F9-9F93-E8B5-34F0-9E334F70674A}"/>
              </a:ext>
            </a:extLst>
          </p:cNvPr>
          <p:cNvCxnSpPr>
            <a:cxnSpLocks/>
          </p:cNvCxnSpPr>
          <p:nvPr/>
        </p:nvCxnSpPr>
        <p:spPr>
          <a:xfrm>
            <a:off x="3681977" y="243792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7EDE223-FDC5-1328-376F-8FD3E492787C}"/>
              </a:ext>
            </a:extLst>
          </p:cNvPr>
          <p:cNvSpPr txBox="1"/>
          <p:nvPr/>
        </p:nvSpPr>
        <p:spPr>
          <a:xfrm>
            <a:off x="2666358" y="243749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929F7874-014F-4F51-2D50-CC1D63A0E7D7}"/>
              </a:ext>
            </a:extLst>
          </p:cNvPr>
          <p:cNvCxnSpPr>
            <a:cxnSpLocks/>
          </p:cNvCxnSpPr>
          <p:nvPr/>
        </p:nvCxnSpPr>
        <p:spPr>
          <a:xfrm>
            <a:off x="763986" y="213970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0CD72229-2938-1F8F-9DC7-753614F00377}"/>
              </a:ext>
            </a:extLst>
          </p:cNvPr>
          <p:cNvCxnSpPr>
            <a:cxnSpLocks/>
          </p:cNvCxnSpPr>
          <p:nvPr/>
        </p:nvCxnSpPr>
        <p:spPr>
          <a:xfrm>
            <a:off x="763986" y="249974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C0B9047-8983-0A0E-1F83-751AD29635D1}"/>
              </a:ext>
            </a:extLst>
          </p:cNvPr>
          <p:cNvSpPr txBox="1"/>
          <p:nvPr/>
        </p:nvSpPr>
        <p:spPr>
          <a:xfrm>
            <a:off x="5584333" y="23766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339685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637EF-FAB5-00CF-19F5-4AA418B81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26BF2216-2924-A5F6-53A9-C10A732E615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823A786C-0EE7-C611-98C6-706B51A2357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CE8CBF7-8F5A-F42B-A1D6-5709610D4E7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1BC4202-B113-2745-D85F-B89087C462A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E07C528-A957-A64B-5C0C-42982D63CBA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5EDEE7D-FBDA-9697-2239-23513ACADDC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278DA02-1424-3343-F1C0-C35D832F419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9842D74-5759-B8D1-C654-3593ABA63F5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BB1C002-18A5-8891-0C60-525FBCD21586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971ADEB-E96A-A06E-4832-C9AFD7438E0C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A4CA6E3-3B17-8F76-301F-7B2245D92E2F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85B78F1-0090-B4CF-7584-EB058269E9DC}"/>
              </a:ext>
            </a:extLst>
          </p:cNvPr>
          <p:cNvSpPr txBox="1"/>
          <p:nvPr/>
        </p:nvSpPr>
        <p:spPr>
          <a:xfrm>
            <a:off x="763986" y="1185663"/>
            <a:ext cx="3880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0ECCA6EE-247A-404B-1161-93E18CA10213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9555C5A-7AB0-6669-D8B5-A39F308651D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5B38867-BB8F-A18E-13DD-87645B60D68C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36C853CE-753D-4C01-D452-EE85506EB293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221688F7-A253-F5DD-2A18-54544AE6E45C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C7E19A91-E25D-9B97-EB25-68966E7D2928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4F9547-F174-B0FB-1C69-E05CA7CBCC3B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4BE250-FBD3-B773-D608-CB26E6A0DAE8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8A003FE7-5E49-C6B3-0E7C-C84ED732063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C1C5DE0-90FB-DC26-33D6-B17463D248E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52F4E53-1B25-FAA9-DDEE-71FA53368A18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31196D2B-59BC-8743-1DE1-CF196B4FA7D8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66EAFF7F-37B0-4E44-78C6-F2FEF4E57C2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91C221A7-9EBA-B8A3-FBBC-322D08344105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4F035496-6D65-E419-5AFE-3D3AD4B6ABF2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3D543C-ECDD-0FD3-AB33-484BAE8C3314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EFE96F-FDFB-0AAC-5154-0095D36A0FCF}"/>
              </a:ext>
            </a:extLst>
          </p:cNvPr>
          <p:cNvSpPr txBox="1"/>
          <p:nvPr/>
        </p:nvSpPr>
        <p:spPr>
          <a:xfrm>
            <a:off x="3684670" y="2386852"/>
            <a:ext cx="41108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DF279E-5E2B-A98F-53A0-C9662938F693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05907D0-6509-E32E-4350-F826F5134B0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49B37091-0E57-A2DE-CC25-127DB731EDE2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2F032E85-434E-F587-BD13-99B6507714D7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CDADAA36-F704-95F2-1B9F-262F98C9032C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00572B5-5E08-00E9-84A9-DA099C63B2F9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F48655-F5AE-BC24-8149-D369EB3E7046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275A06-E18C-6F80-22EA-92660313F48D}"/>
              </a:ext>
            </a:extLst>
          </p:cNvPr>
          <p:cNvSpPr txBox="1"/>
          <p:nvPr/>
        </p:nvSpPr>
        <p:spPr>
          <a:xfrm>
            <a:off x="3684670" y="3515478"/>
            <a:ext cx="42006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191881-D91C-059F-44A4-0FAD4CA2D7FE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B63FA61F-A7BE-A7B0-4684-C118A9AD2B51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7020AF65-9C3D-F17E-3A5B-BF74529E64A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E643846-4AC9-2BD8-197C-C0BD2FD44C18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5223940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E0D65-EAA6-53D9-B294-D6A52FA55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07253E6-E7CE-ABA1-0B81-B3F099129D9F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4298D32-8289-0D1D-DA9A-E1532408B88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7CD555B0-73E8-86FF-D7E8-ED5DF1FBE72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2ED5CDB2-17E6-53EC-60F9-15EA08A1330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7E99CCE-F5D0-F072-E679-7010479875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3E892A5-D30E-3173-AD2D-089F2FEABFF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0163199-6B56-E252-8FA7-46FBDF38A7E7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F267FAF-87EB-FE22-6691-22F2DB4C9698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F0E6DE7-1245-E01C-D754-113DC45DB04E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A6BD88C-BB51-75F0-82C8-4D1709B444FB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1C1483A-95A6-B6EC-51EF-725206E8FA18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BF3867F-0FE4-E409-DD72-1F9CDFC89150}"/>
              </a:ext>
            </a:extLst>
          </p:cNvPr>
          <p:cNvSpPr txBox="1"/>
          <p:nvPr/>
        </p:nvSpPr>
        <p:spPr>
          <a:xfrm>
            <a:off x="763986" y="1185663"/>
            <a:ext cx="38080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CloseAfterResponse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C5509C0-8657-D442-447C-4342432B65B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E1E09C8-ADE4-648F-E7AD-FDA78D995E7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0DC18D3-07A0-B450-D029-246273AAA085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0FE52E1-FC84-5A59-5B4C-05E16ED75226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980F6E9A-9DCB-527C-1DDC-26B1BADE451D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865799-9A5B-F5A1-F29A-38F80A5E5AA9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83A05B-C92E-791D-2773-BF4FF6AF9935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7DCD3DEE-A95B-299D-229F-2A987B762722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A8C4429-E3DA-876D-E4A9-DE6708D036E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3B2A48E5-373F-9D0D-2B38-F2C67287C0A7}"/>
              </a:ext>
            </a:extLst>
          </p:cNvPr>
          <p:cNvCxnSpPr>
            <a:cxnSpLocks/>
          </p:cNvCxnSpPr>
          <p:nvPr/>
        </p:nvCxnSpPr>
        <p:spPr>
          <a:xfrm>
            <a:off x="763988" y="284752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F51D47B-FDCB-DD1A-A1BF-0A302E410304}"/>
              </a:ext>
            </a:extLst>
          </p:cNvPr>
          <p:cNvSpPr txBox="1"/>
          <p:nvPr/>
        </p:nvSpPr>
        <p:spPr>
          <a:xfrm>
            <a:off x="763987" y="260129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192B506D-AC5B-FF5D-B7E2-814CDAAD49AA}"/>
              </a:ext>
            </a:extLst>
          </p:cNvPr>
          <p:cNvCxnSpPr>
            <a:cxnSpLocks/>
          </p:cNvCxnSpPr>
          <p:nvPr/>
        </p:nvCxnSpPr>
        <p:spPr>
          <a:xfrm>
            <a:off x="5462033" y="236591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BD86464-C9E0-8EB7-A192-C49F84D4F055}"/>
              </a:ext>
            </a:extLst>
          </p:cNvPr>
          <p:cNvCxnSpPr>
            <a:cxnSpLocks/>
          </p:cNvCxnSpPr>
          <p:nvPr/>
        </p:nvCxnSpPr>
        <p:spPr>
          <a:xfrm>
            <a:off x="3681977" y="243792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49A2C40-268E-68B1-0EFE-9B3BC7819756}"/>
              </a:ext>
            </a:extLst>
          </p:cNvPr>
          <p:cNvSpPr txBox="1"/>
          <p:nvPr/>
        </p:nvSpPr>
        <p:spPr>
          <a:xfrm>
            <a:off x="2666358" y="243749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C5FF4E41-6871-A316-DD74-C327A8C37F50}"/>
              </a:ext>
            </a:extLst>
          </p:cNvPr>
          <p:cNvCxnSpPr>
            <a:cxnSpLocks/>
          </p:cNvCxnSpPr>
          <p:nvPr/>
        </p:nvCxnSpPr>
        <p:spPr>
          <a:xfrm>
            <a:off x="763986" y="213970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E95D995A-3D39-E75E-4D69-0BFD1FF8BCED}"/>
              </a:ext>
            </a:extLst>
          </p:cNvPr>
          <p:cNvCxnSpPr>
            <a:cxnSpLocks/>
          </p:cNvCxnSpPr>
          <p:nvPr/>
        </p:nvCxnSpPr>
        <p:spPr>
          <a:xfrm>
            <a:off x="763986" y="249974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0599B44-CD61-048D-228A-2A5BCF707EA1}"/>
              </a:ext>
            </a:extLst>
          </p:cNvPr>
          <p:cNvSpPr txBox="1"/>
          <p:nvPr/>
        </p:nvSpPr>
        <p:spPr>
          <a:xfrm>
            <a:off x="5584333" y="23766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3512263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15E61-E0AD-6D8D-ED5B-B35B412EE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607106EE-6F4F-C766-6463-5B1E7743AD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6B9A580-476A-4D15-8CA2-148D8883756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6A3DBB0-D6F9-4ECD-0941-45EAC47F871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7F2124E-56B2-4DD4-404E-BC1DA36ED94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E0035ACB-67AD-6C36-1BF3-3B7896B08401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1E3332B7-4696-25FF-2154-56936C2C1C3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913C4A0-3224-7B75-FE79-097E8FBB3EF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C98888CB-87C5-1679-F157-9D266525837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2F809FA-5E98-AA9A-6AB4-B5A42DFDBCAA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BC97E62-AF19-3EBC-F218-C97B1BA8896A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EBFF7AD-E032-6355-5F09-DEAE610639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653FD54-3F76-090D-1865-D7CE72472371}"/>
              </a:ext>
            </a:extLst>
          </p:cNvPr>
          <p:cNvSpPr txBox="1"/>
          <p:nvPr/>
        </p:nvSpPr>
        <p:spPr>
          <a:xfrm>
            <a:off x="763986" y="1185664"/>
            <a:ext cx="31599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F3C3796-B2C0-A8AE-08C9-5DBDE0F6F448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7F6B881-7883-D277-D7EA-8EC0150228B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7B472D76-3857-9938-0446-81592EC58AC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AB4D81-EF8D-31E5-6611-1CAA3327E5B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92BDA18-0102-AFB1-B446-D4E21F2481C0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B321762-9963-BC6E-3DD9-4D04CDB594F8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0 OK</a:t>
            </a: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83E0C17D-CA4A-6641-09D4-B310B0DD31B4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7721DF9-2E3E-C33C-86ED-1C43B3C2C55F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B83613A-D0D3-AF34-9CD6-5F499B188171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66CF1BC-DF3C-18C0-6CCA-1384CA658C4A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1A41C84A-B9D9-B64E-F133-8D3E121388BB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462BD4-7565-7AF4-5D68-D0B3969CEF75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F5B5043E-49D6-5D7F-12AB-7BB13FA50E02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50D832E-614F-BE80-3D1F-8FAAAAE504C4}"/>
              </a:ext>
            </a:extLst>
          </p:cNvPr>
          <p:cNvSpPr txBox="1"/>
          <p:nvPr/>
        </p:nvSpPr>
        <p:spPr>
          <a:xfrm>
            <a:off x="763986" y="1859256"/>
            <a:ext cx="30879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75E769EE-703B-9F5B-30A9-829A0588C785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7B87862-4FC1-8AC6-1096-28A569135594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41E32BF4-76E2-98F7-B8EE-744E3E66B579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61F68F9-6B34-8405-CB74-CC04C9D310EF}"/>
              </a:ext>
            </a:extLst>
          </p:cNvPr>
          <p:cNvSpPr txBox="1"/>
          <p:nvPr/>
        </p:nvSpPr>
        <p:spPr>
          <a:xfrm>
            <a:off x="763986" y="2565842"/>
            <a:ext cx="30879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9F905FAF-BD76-0E05-5381-806953891974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F48AD28-0985-A39A-2E58-766FCE8ABC0F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ED50B7A3-A0D4-E462-A60C-C340E93AE689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8966AF1-F158-D3D1-3484-ED9684DF1458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E8BF3053-172C-6CBC-DD9A-5F57485F8ABA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791ECA-59BB-BE9D-0114-7E79AFCC72E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17DF6934-EFC5-F934-6A72-CCD1A0D0FA80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E55873B6-D38B-F4D0-DAB3-A4D2269F9B31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7223F98F-703F-142F-B818-5AD7DA620F6F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CF6B5776-028A-F79B-26C8-3B0CFC53AC63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0 OK</a:t>
            </a: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9DB59851-399C-39A2-2658-40003820021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024E980A-0909-D341-8EA5-94C3AFBB6C4F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565D2E05-48A8-4297-C76D-B416BDEAB221}"/>
              </a:ext>
            </a:extLst>
          </p:cNvPr>
          <p:cNvSpPr txBox="1"/>
          <p:nvPr/>
        </p:nvSpPr>
        <p:spPr>
          <a:xfrm>
            <a:off x="3681961" y="3684335"/>
            <a:ext cx="31222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DE79D6C8-EA9F-6F26-D4A9-588CB40075C0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C98B48C-7114-B6EB-78AB-6CEB6C0DE0E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2A06C07F-AA8C-3DB4-D553-1B16281EE705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9C917816-5062-F473-5BD1-21EDD273CC5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28442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11CD4-2B90-69E8-4536-9F466D2C2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2C32CFE-DE47-56CA-6249-3AEDC76AA0C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FEDC4E4-A062-B47E-5CDE-DD6D5110C5ED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146E7E87-2D5F-707D-3399-D5085045EFF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602126A-5F03-B0AD-9E92-AD568505EBAB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6F4728E-68B3-C170-03A9-D68BB6266CD4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E92B9422-A7EE-C286-64C3-4BE798B88BC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86D5D95-3350-5B96-E13B-338476D5E14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6E65F6AC-B2BB-7350-1925-C48C8A0B2AA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666A5F2-EB2B-D569-59C6-26728C8B933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DD4EFD1-59A0-62C1-B50A-4524B8B22A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47980D9-0019-59E2-CF4F-4815DAB699C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145B57-CC8A-83B3-CBE5-3B66749B59F1}"/>
              </a:ext>
            </a:extLst>
          </p:cNvPr>
          <p:cNvSpPr txBox="1"/>
          <p:nvPr/>
        </p:nvSpPr>
        <p:spPr>
          <a:xfrm>
            <a:off x="763986" y="1185664"/>
            <a:ext cx="32413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CB2DE90-001C-6BE6-978F-9C37389A273D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BCFEF86-88C3-EC40-5CC3-91FEAD8D231A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36C762DD-9C09-9EE3-04A0-F983A92130AB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ABB12C0-350A-1F95-93CB-6457862498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40AEC5FD-23F0-1BCF-629D-32A922100096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348D291-C6E9-91C6-1B52-4FBB1B3BC603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0 OK</a:t>
            </a: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E4DA0E72-3299-1A01-1B28-D3EB86712119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3D2E77C9-5B3D-BD62-9C50-5441A9E6A77B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08883A48-E468-293D-BE76-FF192508AB67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DEC4DDD-1B6F-9A0C-0147-6F1700336964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5DF2278F-5219-1ECB-502A-F19723A839E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D6B051-FFB7-8A7E-F2E1-DDE18076845C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8DF76FAD-16E0-749F-CCD0-0F69C0396BDE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0943812-1952-DBB9-9BD3-9C227CB6EF1B}"/>
              </a:ext>
            </a:extLst>
          </p:cNvPr>
          <p:cNvSpPr txBox="1"/>
          <p:nvPr/>
        </p:nvSpPr>
        <p:spPr>
          <a:xfrm>
            <a:off x="763986" y="3007400"/>
            <a:ext cx="32903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Delay {"milliseconds": 5000}</a:t>
            </a: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BFC442B2-DB6E-BF15-62D5-F16F495C3CF9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E744E0F-4FDF-1D25-34CD-80954C618C8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E6CF1BA0-196B-9C03-637C-7FD050DCB103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5570C424-8C21-0B3F-9589-8A8277F91D69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543068E7-A760-BF1C-40C7-88A6110A7AE4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15B49C8-9229-1871-64C7-1FEFB0DFDC50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6421F54-E3B3-16CA-AE3A-B9311D76E7B2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8EDE105-771D-8681-D900-E8C1AD464AB3}"/>
              </a:ext>
            </a:extLst>
          </p:cNvPr>
          <p:cNvSpPr txBox="1"/>
          <p:nvPr/>
        </p:nvSpPr>
        <p:spPr>
          <a:xfrm>
            <a:off x="763986" y="1859820"/>
            <a:ext cx="34479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09CF167B-12F1-3825-7742-83E7C9E0DDF6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C10EBA9-F20C-732F-F189-77470155F82C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EDC2B6A0-AC5D-971F-28A2-4F94C78AD7B9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F9D53BE-81EC-BFED-64A5-5E0D385EF3CA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5151289A-E56F-494E-5E8C-6483A5EBA27C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F507301-E8C8-7E8F-71B2-03632E3A3592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42341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4CB6C-72EC-AA6D-F81F-ED640E40B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E6A5D98-82AF-5275-C741-8F139F81374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A4863D4B-DBAF-88B0-9E15-7020FAA31D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EDF94B3B-46BC-8C1F-EAE7-6B8D48C1A6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167FDFE7-B2EE-1948-E34F-4FC5630E15B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599585C-7F0D-7FD2-E034-B0A067C46FA0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2E491335-3BA7-4B8B-526B-DF5E58BB208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1D4DB01C-D995-E126-84C0-D1B6E61C97C0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74617B4E-2ECF-6245-AE40-DDC2D1433CC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463B4362-77E5-6CEE-B954-B9254262B027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C00BA4E2-E88F-BF05-0961-A2FB392D1187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F5998B7-67EB-9F6D-2E99-388E11ADABE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B9E3A52-BE3A-E497-6E3E-64881185DAB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Status {"code": 13}</a:t>
            </a: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399D2883-0B4B-6965-AD55-FEAE1179A4AB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4E43B25-6484-65C3-443B-ABBB98673564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13 INTERNAL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9907B6A5-B6F3-A97E-A0E8-B4660FEE4FB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668E9C-8D4A-5104-57F3-A09CF6BBE3D5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029652B6-44FD-D0A5-6EA4-14FE51931BD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7AADD80-7BE2-9E2A-817E-0F61B3D1A809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CCFB64A8-D613-9863-33FB-1143D675852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84D628B-659E-B9D7-D7E4-FFEA938B7F29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778873B-A0AB-63D6-3A81-52BB73B8FE11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8C582A9-7D0F-F1B8-6AA4-0A57677581C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946B05E-F845-D5BB-CC72-5E61CFF8DA5D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A6A307C7-5212-43C8-497E-E2ADA592709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Status {"code": 13}</a:t>
            </a: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D6BBF8C4-CAE0-C3A5-EAF4-6E263D8FCA3F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ECE5B4B7-A46E-1195-640F-956008E8693C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E12B7842-2740-3544-EB87-1DC50F4D3BF3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F6A7A2E-2408-6F7F-46C5-F322CBDB1191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AF40BF49-ACE8-C3E8-1B40-51A53B6D1337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BD357F8-466D-B25A-42C9-93340B95E86F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CD234D2D-BAAD-7D99-F11C-65E37CBBECA4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030D0EB-616E-E0A7-1BC4-F0E08C729AD6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8DB94EF7-D5BE-C374-B498-0418E585DBAF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CD84741-B44C-CD6D-A40E-AF67546C09B0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26152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A924F-3724-09C4-2280-F75E7BD08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934C79-3C84-6BC1-A89E-1CDD6B51DC32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FE901372-5F35-27E0-6E65-590FF1EF0D6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F58D30D8-60A3-9C61-602A-9A3EB501B0B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B942C48-E98E-C049-8C80-5335A1B9F60B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AAC338F-676A-0569-1CC4-C2B15319B5C9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AB53A019-FFE5-A9B9-0407-F2BF2B20BD4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9A59279-B5A1-C670-5009-BA8B6890685E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B0DA08A-E0A4-3A8D-C25F-ACB32416EE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923A9EF-7D59-6D15-3CE5-304CF0E0199A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05D0C19C-80B9-6415-C9C5-A8F040A797AB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31736B0-1C54-085F-7E8D-9241B0002A0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1AD9C935-9D79-11B3-F88A-D10672BF1BA1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Status {"code": 0}</a:t>
            </a: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915357F8-BB60-0549-A8C8-248F1CF9822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DA1EE8EA-C1B2-C13B-2F1B-248239855CE3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C824856-6F1E-7B77-2818-12E742C53613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027462B-B9EA-C75A-792B-FB7E2C5E0B88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2977EBED-350A-0BBE-4A08-97DBE02C0B75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A1B644-DE70-2E57-4627-10D8CDD1AFE7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421584EB-D3BA-E45E-E56B-1984949E59C5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85A8096A-0957-3761-0F9B-FEA04975BAF1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F7FC40-4A97-9139-C900-1C6E1C5C67C3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14 UNAVAILABLE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0086226D-87CD-1A11-76A4-C2CF8708304D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01EF2A9-D839-D74C-F321-76901BFA5145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Status {"code": 0}</a:t>
            </a: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24ADA532-8E9B-77B8-8ED8-60A2C80167EB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88BFBF06-2C54-DA53-5581-2B00D104601A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06AF0A72-152E-F311-6C2B-FAD21DE0DE68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4A1E328-3F4E-00B1-F446-4AC9F72DC7EB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5869FAFB-FA73-A1F8-63C2-1150227C40C0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B124133-DFE3-5669-D6BD-714BD81FE125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1BA14D86-DF21-CC1D-2343-E28042F79719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79A5758A-6DFA-75E9-C3BE-A81755E313A3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3AB7E397-D721-496E-0D11-6C5B1B60D8BB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86238003-AE39-6FD3-1F54-D12931EC8C43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Status {"code": 0}</a:t>
            </a: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21808B34-6D83-4C1B-0132-69AE25AE1534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36E03F6-2E67-46E7-1BA2-E4B5BE97B033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5CC361A0-7EF2-D614-956F-2C8DAA9AB3F5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6D91D42-A73E-7953-40E5-94FB46D50F67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D8336591-A1DB-10E8-2B8B-92A9E97D8F7B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61959D0D-0E4C-0470-1EEA-7BE1C0DE8F7E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5F29F59-052A-BE9D-353C-379A588DCE09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timeouts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FF6C449-E47B-2A63-E61F-CED416CDC095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timeouts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63270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2092D-1DAB-2D15-8C77-E2C412BB3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2A003D3-53C1-CC38-FCEF-BD3DB1410FD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90D8060-4854-A5E5-0666-31A54E8CD40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9A29B52-1543-7C7E-616F-C670FD6A23D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2B839E61-6FCD-ACDF-BB15-44ABE85AE4E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446842B4-7EC6-9022-026C-55E0A6FC24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D96A47A-AE98-7C08-9ED5-55D83990BA9A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466AACA4-D70B-C2EB-3C18-C181D2CAECF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B2637FA-657A-5C38-DBBC-3CBAD11F7CF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43D0556-719F-2C5E-7560-C07CE965567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A1E7AAC8-0125-2915-30CF-C2F8A1EDCEA1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0F6B9A98-E93D-B5F3-868A-B84156F80E1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F18524D-171D-D7F8-C58C-D2E31EF9C2AB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Status {"code": 0}</a:t>
            </a: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FA5F98-4077-0B44-781E-1CE9D9F7B108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F0477FC-7A65-4FD4-B706-2BB6E6CC178F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E19E64E-FA03-CB00-9659-95CD6250313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5A23B26-07B6-1690-4DA7-42B6A77DB7CD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22D4882-AFA8-AF4C-BFA1-22E981F7764A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D2E7402-2468-A9E2-F289-C713661C0FE0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D962EF93-29CC-75BF-D5CA-4D39EA64DCDD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D304CED8-F11A-43EC-2B84-79C7B637E0E7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52F38DD-09EF-9051-F719-2372390ED1FD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14 UNAVAILABLE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C245390D-5355-398D-0910-D8B96DB49A4F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4CCCA09-C759-CB6B-A526-5BF87C52F43F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Status {"code": 0}</a:t>
            </a: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5345467B-F05A-CBB9-4C79-6EA3C11DF099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EE663211-205C-BC45-2E03-450D4C737B57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A619CEC-9F67-9921-A487-EDD5BAA3A814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71FE47E-7759-A685-9F81-E31E9B1B14BE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D6CCF7F2-1D80-84F4-E0A1-2ECE4A3DEE36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61A9CFDD-DD7C-AB7D-0E41-9A0B32D2F1E7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879C7BD2-D5FD-78A3-9DCC-1834ABC53F54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0F4A2722-FA7C-C4A2-C45A-A38AD6D3CC57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8709870B-9D40-4ADA-D7E9-4EDE1B402616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DD349DF8-91F2-25AD-EB3D-55272407CD13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Status {"code": 0}</a:t>
            </a: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5757C039-B2CB-5C7C-0077-4B2FF78BD93C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D1CAC15-EAC4-E23F-3287-0C976A5AF828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9EC47A83-853D-7565-BA03-6628C66974C3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9B09D88-00A9-1676-A15D-5F757EC8CAC2}"/>
              </a:ext>
            </a:extLst>
          </p:cNvPr>
          <p:cNvSpPr txBox="1"/>
          <p:nvPr/>
        </p:nvSpPr>
        <p:spPr>
          <a:xfrm>
            <a:off x="879694" y="4530667"/>
            <a:ext cx="27956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</a:p>
          <a:p>
            <a:pPr algn="r"/>
            <a:endParaRPr kumimoji="1" lang="en-US" altLang="ko-KR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B61620BD-AB8B-81ED-F915-228A784AAD85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7DD902C7-690F-ACFC-EBAB-13922152B528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4AD109E0-FCBF-4E78-FCCE-F8A6BA827604}"/>
              </a:ext>
            </a:extLst>
          </p:cNvPr>
          <p:cNvCxnSpPr>
            <a:cxnSpLocks/>
          </p:cNvCxnSpPr>
          <p:nvPr/>
        </p:nvCxnSpPr>
        <p:spPr>
          <a:xfrm flipH="1">
            <a:off x="3681969" y="1563638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ED8B5926-6E8F-B9F1-ED2B-41445C3CBC79}"/>
              </a:ext>
            </a:extLst>
          </p:cNvPr>
          <p:cNvCxnSpPr>
            <a:cxnSpLocks/>
          </p:cNvCxnSpPr>
          <p:nvPr/>
        </p:nvCxnSpPr>
        <p:spPr>
          <a:xfrm flipH="1">
            <a:off x="3681969" y="1707654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E03ECE9E-0392-1351-811E-7DC13893EACF}"/>
              </a:ext>
            </a:extLst>
          </p:cNvPr>
          <p:cNvCxnSpPr>
            <a:cxnSpLocks/>
          </p:cNvCxnSpPr>
          <p:nvPr/>
        </p:nvCxnSpPr>
        <p:spPr>
          <a:xfrm flipH="1">
            <a:off x="3681969" y="1851670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62BC401-6B4F-0670-AE59-90E34076366A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TCP RST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BEEDDD-02A1-2FCC-5AD1-91EDAD0A967E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TCP RST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DA2C328-4887-3D22-2977-A89E57C4A8C0}"/>
              </a:ext>
            </a:extLst>
          </p:cNvPr>
          <p:cNvCxnSpPr>
            <a:cxnSpLocks/>
          </p:cNvCxnSpPr>
          <p:nvPr/>
        </p:nvCxnSpPr>
        <p:spPr>
          <a:xfrm flipH="1">
            <a:off x="3681969" y="3063280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5F6D88B2-E8E4-0B5F-E00F-16E33508C080}"/>
              </a:ext>
            </a:extLst>
          </p:cNvPr>
          <p:cNvCxnSpPr>
            <a:cxnSpLocks/>
          </p:cNvCxnSpPr>
          <p:nvPr/>
        </p:nvCxnSpPr>
        <p:spPr>
          <a:xfrm flipH="1">
            <a:off x="3681969" y="3207296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76437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7C70E-EF84-C51C-BCE3-0B0821491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3F3B0C99-BE10-18D4-8769-247884F9F53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F09A0FEB-1464-F40B-956F-E4B05CCF291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5416BC4A-DD5D-4792-4072-F88E0E52A17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EB31BB69-8F5F-81FE-070A-901AC4928C6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8CEA4F78-2970-CB3B-B475-88B24A58CD49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2877B1A-F0BE-F521-4E94-D2D71BDB01E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10BFE-48C0-61B6-82C7-8DE7327C01B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78639A4-5567-DA7F-EC63-A2CA92F6F144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BA2B932-3EB9-9400-7ABB-4F85F78C138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94B27431-BBF1-6DDB-8A31-0D31B1B8246A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6B30440-8B3E-2496-663E-074EC6F89E51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FFAF364-4C23-BDCF-02D6-C957E8765CED}"/>
              </a:ext>
            </a:extLst>
          </p:cNvPr>
          <p:cNvSpPr txBox="1"/>
          <p:nvPr/>
        </p:nvSpPr>
        <p:spPr>
          <a:xfrm>
            <a:off x="763987" y="1185664"/>
            <a:ext cx="30595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70000}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E7BC6768-8B2E-739E-DC01-AACBA457F09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3A49E603-B7AB-97FE-DA2B-507781AEE7F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9C7BFE96-CBDE-2319-E5F9-2A808E4A662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31097A2-EBDE-FFAE-775A-432275B02E9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F01E47-A1AC-66C5-E114-ECEAFE55674E}"/>
              </a:ext>
            </a:extLst>
          </p:cNvPr>
          <p:cNvSpPr txBox="1"/>
          <p:nvPr/>
        </p:nvSpPr>
        <p:spPr>
          <a:xfrm>
            <a:off x="763987" y="261641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A22B2C10-C602-B98B-AADE-93D9CF80F061}"/>
              </a:ext>
            </a:extLst>
          </p:cNvPr>
          <p:cNvCxnSpPr>
            <a:cxnSpLocks/>
          </p:cNvCxnSpPr>
          <p:nvPr/>
        </p:nvCxnSpPr>
        <p:spPr>
          <a:xfrm>
            <a:off x="763988" y="286263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8D78515-68D5-2E24-FA4C-A15E766A1ABD}"/>
              </a:ext>
            </a:extLst>
          </p:cNvPr>
          <p:cNvCxnSpPr>
            <a:cxnSpLocks/>
          </p:cNvCxnSpPr>
          <p:nvPr/>
        </p:nvCxnSpPr>
        <p:spPr>
          <a:xfrm>
            <a:off x="5462033" y="250821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A246238E-9487-EB39-0182-E6CA84CD916A}"/>
              </a:ext>
            </a:extLst>
          </p:cNvPr>
          <p:cNvCxnSpPr>
            <a:cxnSpLocks/>
          </p:cNvCxnSpPr>
          <p:nvPr/>
        </p:nvCxnSpPr>
        <p:spPr>
          <a:xfrm>
            <a:off x="5462033" y="286263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A71C432-A101-7419-7C71-9586B1586805}"/>
              </a:ext>
            </a:extLst>
          </p:cNvPr>
          <p:cNvSpPr txBox="1"/>
          <p:nvPr/>
        </p:nvSpPr>
        <p:spPr>
          <a:xfrm>
            <a:off x="5466474" y="261641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5" name="호 4">
            <a:extLst>
              <a:ext uri="{FF2B5EF4-FFF2-40B4-BE49-F238E27FC236}">
                <a16:creationId xmlns:a16="http://schemas.microsoft.com/office/drawing/2014/main" id="{8C42D62D-E987-4E1B-A3CE-166101444A0E}"/>
              </a:ext>
            </a:extLst>
          </p:cNvPr>
          <p:cNvSpPr/>
          <p:nvPr/>
        </p:nvSpPr>
        <p:spPr>
          <a:xfrm flipH="1">
            <a:off x="3547158" y="1504224"/>
            <a:ext cx="276365" cy="93945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A1CC9A-09D2-AA6B-00E6-4CCAD90090F2}"/>
              </a:ext>
            </a:extLst>
          </p:cNvPr>
          <p:cNvSpPr txBox="1"/>
          <p:nvPr/>
        </p:nvSpPr>
        <p:spPr>
          <a:xfrm>
            <a:off x="2843810" y="1850840"/>
            <a:ext cx="74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60000ms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9A99C7F2-32A7-291C-8B3A-DE141CEEC5CF}"/>
              </a:ext>
            </a:extLst>
          </p:cNvPr>
          <p:cNvCxnSpPr>
            <a:cxnSpLocks/>
          </p:cNvCxnSpPr>
          <p:nvPr/>
        </p:nvCxnSpPr>
        <p:spPr>
          <a:xfrm flipH="1">
            <a:off x="763987" y="2513177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CB5148D-A494-6437-C0C6-37F36B02CB7E}"/>
              </a:ext>
            </a:extLst>
          </p:cNvPr>
          <p:cNvSpPr txBox="1"/>
          <p:nvPr/>
        </p:nvSpPr>
        <p:spPr>
          <a:xfrm>
            <a:off x="872620" y="251316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22414D99-C7A3-C954-4D79-C02DCBAE9D82}"/>
              </a:ext>
            </a:extLst>
          </p:cNvPr>
          <p:cNvCxnSpPr>
            <a:cxnSpLocks/>
          </p:cNvCxnSpPr>
          <p:nvPr/>
        </p:nvCxnSpPr>
        <p:spPr>
          <a:xfrm>
            <a:off x="3681969" y="2447745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2C4608-9B02-6022-0BAB-C006F83F0747}"/>
              </a:ext>
            </a:extLst>
          </p:cNvPr>
          <p:cNvSpPr txBox="1"/>
          <p:nvPr/>
        </p:nvSpPr>
        <p:spPr>
          <a:xfrm>
            <a:off x="3681968" y="22012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7149321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F961B-3E40-C278-40C8-A3CCBF323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6BBAEAA5-1046-D40F-0347-36E032850613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856E156-438B-0B5A-CD2D-0FCF3812AF8D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5B46F486-1400-735A-0300-4FBBFF5328B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D53AB01E-1751-E88D-24F6-F91741EEDA7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0C20170-2EFD-1F49-49E3-1785C42181E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83FBB5A9-B3E1-A768-F9A5-7FF206E5A70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D8F41C7E-F62C-B1F8-08E5-0A96033BB68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1B5258E-A92B-2F75-2F0B-C3B7AB87F97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5690A67-73F7-7FF6-B3B3-2D657BB6D48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2DD4B6C9-A9AB-ADBA-B77C-D8943590B54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EAA879A-5E4D-867A-E38F-A3538E60B01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599911B-09CD-BA4F-EA85-7C871ECD85E6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0176AD2-6447-ACAF-AA48-6EE4020C983B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101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D48B87DB-BE6C-267B-BFBB-6CD97D1654EF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B81AA34-6EDE-1C02-150F-A17F487928C0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967D745-5697-3D34-8A92-0E75BEA9BC55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0BB59958-CC95-809F-9DDA-7AE30C35E1A6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C0EC6B2-B1E0-9BFA-601B-EDF71DFE2789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311DFE-310F-ED24-86D2-5441B38282F0}"/>
              </a:ext>
            </a:extLst>
          </p:cNvPr>
          <p:cNvSpPr txBox="1"/>
          <p:nvPr/>
        </p:nvSpPr>
        <p:spPr>
          <a:xfrm>
            <a:off x="886292" y="18213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1363303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65381</TotalTime>
  <Words>1870</Words>
  <Application>Microsoft Macintosh PowerPoint</Application>
  <PresentationFormat>화면 슬라이드 쇼(16:9)</PresentationFormat>
  <Paragraphs>783</Paragraphs>
  <Slides>52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52</vt:i4>
      </vt:variant>
    </vt:vector>
  </HeadingPairs>
  <TitlesOfParts>
    <vt:vector size="55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5664</cp:revision>
  <dcterms:created xsi:type="dcterms:W3CDTF">2006-10-05T04:04:58Z</dcterms:created>
  <dcterms:modified xsi:type="dcterms:W3CDTF">2026-08-31T16:16:01Z</dcterms:modified>
</cp:coreProperties>
</file>
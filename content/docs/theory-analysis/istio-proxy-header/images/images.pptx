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98" r:id="rId2"/>
    <p:sldId id="425" r:id="rId3"/>
    <p:sldId id="421" r:id="rId4"/>
    <p:sldId id="422" r:id="rId5"/>
    <p:sldId id="448" r:id="rId6"/>
    <p:sldId id="449" r:id="rId7"/>
    <p:sldId id="450" r:id="rId8"/>
    <p:sldId id="451" r:id="rId9"/>
    <p:sldId id="419" r:id="rId10"/>
    <p:sldId id="420" r:id="rId11"/>
    <p:sldId id="438" r:id="rId12"/>
    <p:sldId id="426" r:id="rId13"/>
    <p:sldId id="427" r:id="rId14"/>
    <p:sldId id="428" r:id="rId15"/>
    <p:sldId id="424" r:id="rId16"/>
    <p:sldId id="429" r:id="rId17"/>
    <p:sldId id="430" r:id="rId18"/>
    <p:sldId id="431" r:id="rId19"/>
    <p:sldId id="432" r:id="rId20"/>
    <p:sldId id="433" r:id="rId21"/>
    <p:sldId id="434" r:id="rId22"/>
    <p:sldId id="454" r:id="rId23"/>
    <p:sldId id="435" r:id="rId24"/>
    <p:sldId id="455" r:id="rId25"/>
    <p:sldId id="436" r:id="rId26"/>
    <p:sldId id="437" r:id="rId27"/>
    <p:sldId id="439" r:id="rId28"/>
    <p:sldId id="453" r:id="rId29"/>
    <p:sldId id="441" r:id="rId30"/>
    <p:sldId id="442" r:id="rId31"/>
    <p:sldId id="443" r:id="rId32"/>
    <p:sldId id="446" r:id="rId33"/>
    <p:sldId id="445" r:id="rId34"/>
    <p:sldId id="447" r:id="rId35"/>
    <p:sldId id="413" r:id="rId36"/>
    <p:sldId id="444" r:id="rId37"/>
    <p:sldId id="414" r:id="rId38"/>
    <p:sldId id="415" r:id="rId39"/>
    <p:sldId id="403" r:id="rId40"/>
    <p:sldId id="399" r:id="rId41"/>
    <p:sldId id="400" r:id="rId42"/>
    <p:sldId id="401" r:id="rId43"/>
    <p:sldId id="402" r:id="rId44"/>
    <p:sldId id="404" r:id="rId45"/>
    <p:sldId id="405" r:id="rId46"/>
    <p:sldId id="408" r:id="rId47"/>
    <p:sldId id="407" r:id="rId48"/>
    <p:sldId id="409" r:id="rId49"/>
    <p:sldId id="410" r:id="rId50"/>
    <p:sldId id="387" r:id="rId51"/>
    <p:sldId id="411" r:id="rId52"/>
    <p:sldId id="412" r:id="rId5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4" autoAdjust="0"/>
    <p:restoredTop sz="93091" autoAdjust="0"/>
  </p:normalViewPr>
  <p:slideViewPr>
    <p:cSldViewPr>
      <p:cViewPr varScale="1">
        <p:scale>
          <a:sx n="208" d="100"/>
          <a:sy n="208" d="100"/>
        </p:scale>
        <p:origin x="208" y="16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3071454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395128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3244704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254552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3770633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347614"/>
            <a:ext cx="2551069" cy="2780285"/>
          </a:xfrm>
          <a:prstGeom prst="roundRect">
            <a:avLst>
              <a:gd name="adj" fmla="val 282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2960039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3054847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3054847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3274545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2860587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2960039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3054847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3054847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3274545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1986247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3168795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C1192-4E53-2233-6CCD-AE8F07CA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70E9DD-804B-6E9E-5376-274D2B8C071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903680A-9B97-AE35-D6CC-0F5ABB8C08F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25D7A36-6F45-6D6D-84B4-1997D8B7AFE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8E6CA13-E015-5E7E-B9D1-1AC8C919579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E14259B-F099-3ACE-48A1-1C16DE0EB4A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8216BFD-65E9-E339-B06E-73A2FF6A2A0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8F25368-1D86-B1AE-1288-2B5BAEB55FA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25F4A20-C202-6F7E-31D0-2F2EFE33D5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D617AAC-0951-E67A-E543-935A6240782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BA2D11E7-1373-5C45-16DE-C7C05A2C822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098AFDE-A710-D59B-52EB-FCD11E6FDC1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C32DE6-D115-04A8-1828-A612510D7DCD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DDF16FF-E8DB-0D83-9257-9C0A8AEBCE0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A4690D6B-7459-7466-3AEE-45050B0BC1D0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8413CA0-DA93-0680-24DD-C9DC914B2B9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CF6B0AD-7F71-1EFC-8431-006D93FA2BD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B13F7C-0BD4-8074-E469-23D1270FB70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93827C2-5B26-38B4-EE27-114E5F016242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EEA5F317-52F7-9CE8-630D-53B33E828C2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A8524E5-2C33-ABE6-C0A0-A8D4BB81117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1EBA26D9-F81F-7C6F-B68E-004BC49DF893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9B395E5-292C-467B-BD4D-CF949330722E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3753E4E-DFB3-820A-3767-88ED95FCF043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EAAD91F-290C-A00B-9C04-8A05B5AE1D08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B97B118B-0F49-225F-CFA6-0A3CD96D7740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F6B19-EB4F-1283-470A-25ECCB9CF5F4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57201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2D837-945E-0F3A-A201-7B6ABD80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5765FAB2-941E-A57A-12E4-AE4DB5093E4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CB46E97-797F-6068-A555-161243C7679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24AEA9C-3954-8F45-DEBD-E1987CA4DB4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4A218B2-C7FB-08CD-D2FD-AA99637DB70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CC304EE-C26D-2183-70A8-327B12743D7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A8D612F-D150-0BA3-A716-47D88647E2A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6EFEFB-67CF-69A1-26DF-24B09131C5C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D71E12E-FCEC-CBBD-1A9B-F4F8A037FD6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5A11C31-812F-DC38-7D68-C35BD1936D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DC1D512-BFEC-92AE-FAAB-F75F8C826F2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669CDFE-9049-5346-34B9-9ABC7AA77B2D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D97E297-74AA-829E-D99E-7662F204D2BE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CD73A19-1EF3-E0D0-0069-32EE7AB1F62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7491ACA-C41E-6A8E-9E34-B7CDCE56461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9568447-6EC1-063C-ECE0-60D224D0442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75D2FD-DE52-77AD-2579-8717FF7D5B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195B76-6F4A-7769-7824-0E350F8ADC9F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DA0401E-D0F6-FCF7-E37D-BFDA0577E823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7BE065-5582-3392-64EF-EF2660AD84E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F76EFEF0-D1BB-2D34-5016-D481833B12C8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5F9770ED-EF19-1078-3704-FE5F5DCADEC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606DB35-8CDF-62E8-8A51-AB47107E6205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8C05BE18-F0A6-6BB2-EFAC-7BD5E1F54ED0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C5DB68D-71ED-CD55-AA3B-E317178C7DE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AFB59952-880F-4DC9-70D0-8AD1377CB265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807F3-CC70-2712-9F82-A84E4166DD2C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DB3D17-D845-872B-F2C1-372BB70C0242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613685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53CA-9B97-ABBC-60F4-2E24ED013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EA53DB1-836A-AFD8-F2A6-18E8F2CB543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368F60E-CF8E-4A6C-DCEA-9C14F4C0AD9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A0D20D8-99A0-AB5B-3E06-FBB55B646409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44BAB82-1B8A-1693-7400-6ADD557E5A2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8AB326F-B70F-1279-7C52-E2423256C81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094A14A-C9C6-A070-AE6F-4C12EBD8CBB3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7145A96-2801-D1E8-4E29-0F06452508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D1DB9F9D-964A-BC6D-0DB6-1CA21105F9B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BDE4D57-AF06-C83E-A478-B39DE3E0101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0984575-D919-7867-F896-B31A7928177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B4C6E79-9362-2E69-A438-BA931DC2F805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CC12FE1-8C4C-2E0D-D739-84A90B4705D2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mock-server:8080/bytes/50000000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129D2FDA-5297-CF56-0C43-DF76BE707E9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1CD461B-EFA8-CC43-C527-2CB48E103B3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3CF4A6C-BD79-6437-9B9C-046D23CEC53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04CDC94-2CBC-63CD-4CB7-7E108697285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366817-28E3-68B3-9537-60B4F3BC9D5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CD97CE2A-C6CE-B135-31DE-CC6028648209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63FE5C1-DE86-81DA-6EFB-CD65559ED253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889EBF-E076-6810-3707-351109FC8542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4388EB12-A12E-60D2-5B92-DBAE3D466C3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0FC48A-B0D6-A86A-BAA9-810E735C52E6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185D5115-52DA-DAD0-76B3-8E29EC4BA63A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B16C53E-F80A-5497-9BA0-3427A5D251C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E392F55C-828D-72C8-36DA-53E7F408E84A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402750-DA9B-1A36-403E-8DB91760EAE6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5AC549-86E3-C560-486A-EBF12B39A8F5}"/>
              </a:ext>
            </a:extLst>
          </p:cNvPr>
          <p:cNvSpPr txBox="1"/>
          <p:nvPr/>
        </p:nvSpPr>
        <p:spPr>
          <a:xfrm>
            <a:off x="5456300" y="16988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DF159C-45ED-8A70-9DA0-30D32B05C3FE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17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C56A3-95D3-35A8-4E64-39976608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E40331D-F067-75F3-8D35-B360621E4A2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C9171E-A25D-2583-60CD-1867B82E29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F82A8C7-7CF0-DFD5-B50F-F626A52816EF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25D1F8F-939D-8465-527F-FB6C9F52EB2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8A380DD-DEFA-0D53-4AA1-EEEDB2EE48A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B18FE5A-6F86-A771-8019-6AFCF73B91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783A50C-B1EF-67CD-D0FB-28739AE28D8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EE6423-24D0-8B1F-4BC4-36765A6B497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9C2ECDE-2CE1-5237-3542-69426193919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6A808A-81B7-E02E-9974-47C24D0E459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A73FABBF-A61F-9599-4E11-3E475D3B8E4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42BDD-FBA4-8B8A-C439-6ED0EA28547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4A38FC5-726D-5302-3CA6-3131F1F598B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6A1AEBE0-B9D6-EA80-DD98-830B326EEAF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93859B-05C7-A175-6053-D74E5CF2ED4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800B54-4234-2EFD-F76E-F9DB190846FC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1837A2B-7C96-B69B-632F-ABF7FEBBF4A2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D59B3DC-C306-9EFA-2000-BB68D2C9432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A81D6D-03D7-43EF-0922-C86CFF3D1F84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717013A-0322-FD1B-B20B-F3EC3FA36AA6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15674AF9-CAC0-5749-AFEE-FB9643261B03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ED3B2A10-1097-893E-6CCA-D2D63B1F4FC9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FDD3D3B-4A3C-51C9-21B2-2E31BBB2DC81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3A3F261C-CE59-EAAB-82B9-27AA22BDE0FE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21330E-D197-9CD8-644D-C3D87F580AAD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C490596C-C1F7-D6B8-0698-B375E8C240A0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BA29ECF-1C0C-0A94-9828-45D752670CB7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9FA74E2-8E6A-EBF9-3E99-45FEDCEFE1B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061D0BA-B4DF-F900-C0EE-ADF137D840FF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9B0A2DDB-775F-5560-D296-6EDCC8EEE72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99E35A0-89CF-6035-5BA7-216766B88C54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9" name="Straight Arrow Connector 81">
            <a:extLst>
              <a:ext uri="{FF2B5EF4-FFF2-40B4-BE49-F238E27FC236}">
                <a16:creationId xmlns:a16="http://schemas.microsoft.com/office/drawing/2014/main" id="{A80F5DDB-1D54-801C-EC3F-9F7AFFBDB644}"/>
              </a:ext>
            </a:extLst>
          </p:cNvPr>
          <p:cNvCxnSpPr>
            <a:cxnSpLocks/>
          </p:cNvCxnSpPr>
          <p:nvPr/>
        </p:nvCxnSpPr>
        <p:spPr>
          <a:xfrm>
            <a:off x="763987" y="3329930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04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mock-server:8080/delay/70000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43809" y="1850840"/>
            <a:ext cx="740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D39A-BE71-33AE-9CDE-FA50BB96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A91B20-811E-338A-B984-8DFF92EDB80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9C27866-E603-139C-FC22-8B0DF61B8E9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7F38221-16B9-39D0-2B24-6F7E149F8F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3EFAE38-7CF0-28E0-F58C-D8AB6DC72F9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102918A-3D1B-AD51-09F4-DC56C83231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371EE20-550F-A6FE-F2B9-BFAFC0AF644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13373248-368A-A7DE-FFB5-D918B085180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0F65D21-9EAB-CEB1-6926-F2C5A8CA30AC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32CC7ED-97EF-F951-9633-31116B9E116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88678AB-7A21-365A-67A3-47FB2DD51EF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77C6696-12C2-3995-B71D-DD7CBAE4953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5B842B5-F9A0-92FB-9F47-DC939CB858A4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BF6D041-0056-AE44-C620-18833BD6AD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900AE999-9F2E-3C90-AB26-B1E07EBB9473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4B5CC74-15C7-4CF3-0289-D2260CF0BE1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35FB93E-B4C7-5F38-759E-B19B8360F5B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BDC-37AA-6BD8-C754-993AFB4CD672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8F333B2D-7CB5-4684-296E-1F2DC48F17C5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BA792CA-1027-235E-44F7-4EEFBEF59F2C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20FA959-16D8-F9B3-21DB-1C19F5DD590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9719EB9-3710-7E6C-4AD7-B4F251168D79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228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DBA02-4ADC-B16A-DC0E-D0936026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71A3803-4E77-B447-2B75-473AC4AC0060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46D606FF-1CB6-9B11-BBE1-8A9482E8B78E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7D13342-9D6E-8B35-7FD7-8A217D1CB1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89624F0-4743-B1B8-8072-D549EDB4BE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EE558A8-6CB4-65EC-9056-B06E1757CE5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C5E8D67-4234-602F-149F-50F7DD9988C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67C9C65-B63C-5605-B9CE-1E6464C018A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65C0CA-C644-FB1A-73A2-235DC7B8F42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1C81F73-DAE5-4090-15D9-3B888313D0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CC60E208-A63E-319B-39FE-89FD31CDD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F8727721-5993-0D60-289F-D861187DBEC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FC6CFE-A977-0E44-5FBA-A02D32076B9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F7FAB05C-CAE5-4041-B3B1-7E00B443235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008EB2D-1F0C-39A8-777C-E131D42553A6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7EF6732-2F83-134C-8CC3-B448318B24E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87ECB2C-EBE4-C709-5C33-7A1DF5A126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1A46408-178D-E9ED-9BED-838EB6B9C360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31D8FF-8444-3053-6E58-F556B948241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4A15EB23-87F9-141B-76A8-E5F43A46A557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9661BBF8-0004-8AE0-C102-41C5D138758D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87909AB8-F661-5998-942D-15A35713E37E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01842A23-234C-9CFC-672B-1FA417FF3CFC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56193FC-1C88-D910-FD09-1BADE2B87FF6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27D37EED-BBDC-3FEB-E0A5-84D2207460BB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A8152E2-F5A0-5446-2753-1A031F0B7B64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458B2A4A-C8CB-CD53-750A-298F5B57A2EC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F9ECDEE-77F6-0856-5E03-593AA6518DEF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38083771-4C93-147A-B7E8-4342028765A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86B1F82-229C-2E17-457A-0C1F09E097B6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A322B5A7-D077-B2E9-D390-1BDF4FD8C0D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7E2D606-74C9-D9EB-702A-ED08BBD6DD69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3AC2B5F-DA00-F46C-F45E-92A09F38E8E5}"/>
              </a:ext>
            </a:extLst>
          </p:cNvPr>
          <p:cNvCxnSpPr>
            <a:cxnSpLocks/>
          </p:cNvCxnSpPr>
          <p:nvPr/>
        </p:nvCxnSpPr>
        <p:spPr>
          <a:xfrm>
            <a:off x="763987" y="3329930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562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E0D65-EAA6-53D9-B294-D6A52FA5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7253E6-E7CE-ABA1-0B81-B3F099129D9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4298D32-8289-0D1D-DA9A-E1532408B88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CD555B0-73E8-86FF-D7E8-ED5DF1FBE72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ED5CDB2-17E6-53EC-60F9-15EA08A1330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7E99CCE-F5D0-F072-E679-7010479875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3E892A5-D30E-3173-AD2D-089F2FEABFF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0163199-6B56-E252-8FA7-46FBDF38A7E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267FAF-87EB-FE22-6691-22F2DB4C969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F0E6DE7-1245-E01C-D754-113DC45DB04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A6BD88C-BB51-75F0-82C8-4D1709B444F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1C1483A-95A6-B6EC-51EF-725206E8FA18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BF3867F-0FE4-E409-DD72-1F9CDFC89150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C5509C0-8657-D442-447C-4342432B65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E1E09C8-ADE4-648F-E7AD-FDA78D995E7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0DC18D3-07A0-B450-D029-246273AAA08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0FE52E1-FC84-5A59-5B4C-05E16ED75226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980F6E9A-9DCB-527C-1DDC-26B1BADE451D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865799-9A5B-F5A1-F29A-38F80A5E5AA9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3A05B-C92E-791D-2773-BF4FF6AF9935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7DCD3DEE-A95B-299D-229F-2A987B762722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A8C4429-E3DA-876D-E4A9-DE6708D036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3B2A48E5-373F-9D0D-2B38-F2C67287C0A7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F51D47B-FDCB-DD1A-A1BF-0A302E410304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92B506D-AC5B-FF5D-B7E2-814CDAAD49AA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BD86464-C9E0-8EB7-A192-C49F84D4F055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49A2C40-268E-68B1-0EFE-9B3BC7819756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C5FF4E41-6871-A316-DD74-C327A8C37F50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95D995A-3D39-E75E-4D69-0BFD1FF8BCED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0599B44-CD61-048D-228A-2A5BCF707EA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351226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13 INTERNAL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13}</a:t>
            </a: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24F-3724-09C4-2280-F75E7BD08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934C79-3C84-6BC1-A89E-1CDD6B51DC3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E901372-5F35-27E0-6E65-590FF1EF0D6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58D30D8-60A3-9C61-602A-9A3EB501B0B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B942C48-E98E-C049-8C80-5335A1B9F60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AAC338F-676A-0569-1CC4-C2B15319B5C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AB53A019-FFE5-A9B9-0407-F2BF2B20BD4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A59279-B5A1-C670-5009-BA8B6890685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B0DA08A-E0A4-3A8D-C25F-ACB32416EE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923A9EF-7D59-6D15-3CE5-304CF0E0199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5D0C19C-80B9-6415-C9C5-A8F040A797A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31736B0-1C54-085F-7E8D-9241B0002A0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D9C935-9D79-11B3-F88A-D10672BF1BA1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15357F8-BB60-0549-A8C8-248F1CF9822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A1EE8EA-C1B2-C13B-2F1B-248239855CE3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C824856-6F1E-7B77-2818-12E742C53613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027462B-B9EA-C75A-792B-FB7E2C5E0B88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2977EBED-350A-0BBE-4A08-97DBE02C0B75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A1B644-DE70-2E57-4627-10D8CDD1AFE7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21584EB-D3BA-E45E-E56B-1984949E59C5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85A8096A-0957-3761-0F9B-FEA04975BAF1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F7FC40-4A97-9139-C900-1C6E1C5C67C3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0086226D-87CD-1A11-76A4-C2CF8708304D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1EF2A9-D839-D74C-F321-76901BFA5145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4ADA532-8E9B-77B8-8ED8-60A2C80167EB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88BFBF06-2C54-DA53-5581-2B00D104601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06AF0A72-152E-F311-6C2B-FAD21DE0DE68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4A1E328-3F4E-00B1-F446-4AC9F72DC7EB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5869FAFB-FA73-A1F8-63C2-1150227C40C0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B124133-DFE3-5669-D6BD-714BD81FE125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1BA14D86-DF21-CC1D-2343-E28042F79719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9A5758A-6DFA-75E9-C3BE-A81755E313A3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3AB7E397-D721-496E-0D11-6C5B1B60D8BB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6238003-AE39-6FD3-1F54-D12931EC8C4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21808B34-6D83-4C1B-0132-69AE25AE1534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36E03F6-2E67-46E7-1BA2-E4B5BE97B033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CC361A0-7EF2-D614-956F-2C8DAA9AB3F5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6D91D42-A73E-7953-40E5-94FB46D50F67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8336591-A1DB-10E8-2B8B-92A9E97D8F7B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61959D0D-0E4C-0470-1EEA-7BE1C0DE8F7E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5F29F59-052A-BE9D-353C-379A588DCE09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F6C449-E47B-2A63-E61F-CED416CDC095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3270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092D-1DAB-2D15-8C77-E2C412BB3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2A003D3-53C1-CC38-FCEF-BD3DB1410FD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90D8060-4854-A5E5-0666-31A54E8CD40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29B52-1543-7C7E-616F-C670FD6A23D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B839E61-6FCD-ACDF-BB15-44ABE85AE4E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46842B4-7EC6-9022-026C-55E0A6FC24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D96A47A-AE98-7C08-9ED5-55D83990BA9A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466AACA4-D70B-C2EB-3C18-C181D2CAECF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637FA-657A-5C38-DBBC-3CBAD11F7CF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43D0556-719F-2C5E-7560-C07CE96556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A1E7AAC8-0125-2915-30CF-C2F8A1EDCEA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F6B9A98-E93D-B5F3-868A-B84156F80E1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18524D-171D-D7F8-C58C-D2E31EF9C2AB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FA5F98-4077-0B44-781E-1CE9D9F7B10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F0477FC-7A65-4FD4-B706-2BB6E6CC178F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E19E64E-FA03-CB00-9659-95CD6250313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A23B26-07B6-1690-4DA7-42B6A77DB7C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22D4882-AFA8-AF4C-BFA1-22E981F7764A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2E7402-2468-A9E2-F289-C713661C0FE0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D962EF93-29CC-75BF-D5CA-4D39EA64DCDD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D304CED8-F11A-43EC-2B84-79C7B637E0E7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52F38DD-09EF-9051-F719-2372390ED1FD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245390D-5355-398D-0910-D8B96DB49A4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CCCA09-C759-CB6B-A526-5BF87C52F43F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5345467B-F05A-CBB9-4C79-6EA3C11DF099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EE663211-205C-BC45-2E03-450D4C737B57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A619CEC-9F67-9921-A487-EDD5BAA3A814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1FE47E-7759-A685-9F81-E31E9B1B14BE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D6CCF7F2-1D80-84F4-E0A1-2ECE4A3DEE36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1A9CFDD-DD7C-AB7D-0E41-9A0B32D2F1E7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879C7BD2-D5FD-78A3-9DCC-1834ABC53F54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F4A2722-FA7C-C4A2-C45A-A38AD6D3CC57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709870B-9D40-4ADA-D7E9-4EDE1B402616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D349DF8-91F2-25AD-EB3D-55272407CD1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5757C039-B2CB-5C7C-0077-4B2FF78BD93C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D1CAC15-EAC4-E23F-3287-0C976A5AF82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EC47A83-853D-7565-BA03-6628C66974C3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9B09D88-00A9-1676-A15D-5F757EC8CAC2}"/>
              </a:ext>
            </a:extLst>
          </p:cNvPr>
          <p:cNvSpPr txBox="1"/>
          <p:nvPr/>
        </p:nvSpPr>
        <p:spPr>
          <a:xfrm>
            <a:off x="879694" y="4530667"/>
            <a:ext cx="2795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  <a:p>
            <a:pPr algn="r"/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B61620BD-AB8B-81ED-F915-228A784AAD85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DD902C7-690F-ACFC-EBAB-13922152B52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4AD109E0-FCBF-4E78-FCCE-F8A6BA827604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ED8B5926-6E8F-B9F1-ED2B-41445C3CBC79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03ECE9E-0392-1351-811E-7DC13893EACF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62BC401-6B4F-0670-AE59-90E34076366A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BEEDDD-02A1-2FCC-5AD1-91EDAD0A967E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DA2C328-4887-3D22-2977-A89E57C4A8C0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5F6D88B2-E8E4-0B5F-E00F-16E33508C080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643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C70E-EF84-C51C-BCE3-0B0821491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3F3B0C99-BE10-18D4-8769-247884F9F53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09A0FEB-1464-F40B-956F-E4B05CCF29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416BC4A-DD5D-4792-4072-F88E0E52A17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EB31BB69-8F5F-81FE-070A-901AC4928C6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8CEA4F78-2970-CB3B-B475-88B24A58CD4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2877B1A-F0BE-F521-4E94-D2D71BDB01E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10BFE-48C0-61B6-82C7-8DE7327C01B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78639A4-5567-DA7F-EC63-A2CA92F6F14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A2B932-3EB9-9400-7ABB-4F85F78C138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4B27431-BBF1-6DDB-8A31-0D31B1B824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6B30440-8B3E-2496-663E-074EC6F89E51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FFAF364-4C23-BDCF-02D6-C957E8765CED}"/>
              </a:ext>
            </a:extLst>
          </p:cNvPr>
          <p:cNvSpPr txBox="1"/>
          <p:nvPr/>
        </p:nvSpPr>
        <p:spPr>
          <a:xfrm>
            <a:off x="763987" y="1185664"/>
            <a:ext cx="30595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70000}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7BC6768-8B2E-739E-DC01-AACBA457F09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A49E603-B7AB-97FE-DA2B-507781AEE7F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C7BFE96-CBDE-2319-E5F9-2A808E4A662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1097A2-EBDE-FFAE-775A-432275B02E9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1E47-A1AC-66C5-E114-ECEAFE55674E}"/>
              </a:ext>
            </a:extLst>
          </p:cNvPr>
          <p:cNvSpPr txBox="1"/>
          <p:nvPr/>
        </p:nvSpPr>
        <p:spPr>
          <a:xfrm>
            <a:off x="763987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A22B2C10-C602-B98B-AADE-93D9CF80F061}"/>
              </a:ext>
            </a:extLst>
          </p:cNvPr>
          <p:cNvCxnSpPr>
            <a:cxnSpLocks/>
          </p:cNvCxnSpPr>
          <p:nvPr/>
        </p:nvCxnSpPr>
        <p:spPr>
          <a:xfrm>
            <a:off x="763988" y="286263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8D78515-68D5-2E24-FA4C-A15E766A1ABD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A246238E-9487-EB39-0182-E6CA84CD916A}"/>
              </a:ext>
            </a:extLst>
          </p:cNvPr>
          <p:cNvCxnSpPr>
            <a:cxnSpLocks/>
          </p:cNvCxnSpPr>
          <p:nvPr/>
        </p:nvCxnSpPr>
        <p:spPr>
          <a:xfrm>
            <a:off x="5462033" y="286263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A71C432-A101-7419-7C71-9586B1586805}"/>
              </a:ext>
            </a:extLst>
          </p:cNvPr>
          <p:cNvSpPr txBox="1"/>
          <p:nvPr/>
        </p:nvSpPr>
        <p:spPr>
          <a:xfrm>
            <a:off x="5466474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8C42D62D-E987-4E1B-A3CE-166101444A0E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1CC9A-09D2-AA6B-00E6-4CCAD90090F2}"/>
              </a:ext>
            </a:extLst>
          </p:cNvPr>
          <p:cNvSpPr txBox="1"/>
          <p:nvPr/>
        </p:nvSpPr>
        <p:spPr>
          <a:xfrm>
            <a:off x="2843810" y="1850840"/>
            <a:ext cx="74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9A99C7F2-32A7-291C-8B3A-DE141CEEC5CF}"/>
              </a:ext>
            </a:extLst>
          </p:cNvPr>
          <p:cNvCxnSpPr>
            <a:cxnSpLocks/>
          </p:cNvCxnSpPr>
          <p:nvPr/>
        </p:nvCxnSpPr>
        <p:spPr>
          <a:xfrm flipH="1">
            <a:off x="763987" y="251317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B5148D-A494-6437-C0C6-37F36B02CB7E}"/>
              </a:ext>
            </a:extLst>
          </p:cNvPr>
          <p:cNvSpPr txBox="1"/>
          <p:nvPr/>
        </p:nvSpPr>
        <p:spPr>
          <a:xfrm>
            <a:off x="872620" y="251316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414D99-C7A3-C954-4D79-C02DCBAE9D82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2C4608-9B02-6022-0BAB-C006F83F0747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149321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F961B-3E40-C278-40C8-A3CCBF32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BBAEAA5-1046-D40F-0347-36E03285061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856E156-438B-0B5A-CD2D-0FCF3812AF8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B46F486-1400-735A-0300-4FBBFF5328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53AB01E-1751-E88D-24F6-F91741EEDA7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0C20170-2EFD-1F49-49E3-1785C42181E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83FBB5A9-B3E1-A768-F9A5-7FF206E5A70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8F41C7E-F62C-B1F8-08E5-0A96033BB68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1B5258E-A92B-2F75-2F0B-C3B7AB87F97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5690A67-73F7-7FF6-B3B3-2D657BB6D48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DD4B6C9-A9AB-ADBA-B77C-D8943590B54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EAA879A-5E4D-867A-E38F-A3538E60B0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99911B-09CD-BA4F-EA85-7C871ECD85E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0176AD2-6447-ACAF-AA48-6EE4020C983B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10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48B87DB-BE6C-267B-BFBB-6CD97D1654E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B81AA34-6EDE-1C02-150F-A17F487928C0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67D745-5697-3D34-8A92-0E75BEA9BC55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BB59958-CC95-809F-9DDA-7AE30C35E1A6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0EC6B2-B1E0-9BFA-601B-EDF71DFE2789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11DFE-310F-ED24-86D2-5441B38282F0}"/>
              </a:ext>
            </a:extLst>
          </p:cNvPr>
          <p:cNvSpPr txBox="1"/>
          <p:nvPr/>
        </p:nvSpPr>
        <p:spPr>
          <a:xfrm>
            <a:off x="886292" y="18213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363303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65392</TotalTime>
  <Words>1870</Words>
  <Application>Microsoft Macintosh PowerPoint</Application>
  <PresentationFormat>화면 슬라이드 쇼(16:9)</PresentationFormat>
  <Paragraphs>783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5665</cp:revision>
  <dcterms:created xsi:type="dcterms:W3CDTF">2006-10-05T04:04:58Z</dcterms:created>
  <dcterms:modified xsi:type="dcterms:W3CDTF">2026-08-31T16:40:42Z</dcterms:modified>
</cp:coreProperties>
</file>
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443" r:id="rId2"/>
    <p:sldId id="435" r:id="rId3"/>
    <p:sldId id="437" r:id="rId4"/>
    <p:sldId id="442" r:id="rId5"/>
    <p:sldId id="441" r:id="rId6"/>
    <p:sldId id="440" r:id="rId7"/>
    <p:sldId id="439" r:id="rId8"/>
    <p:sldId id="438" r:id="rId9"/>
  </p:sldIdLst>
  <p:sldSz cx="9144000" cy="5143500" type="screen16x9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59" autoAdjust="0"/>
    <p:restoredTop sz="89760" autoAdjust="0"/>
  </p:normalViewPr>
  <p:slideViewPr>
    <p:cSldViewPr>
      <p:cViewPr>
        <p:scale>
          <a:sx n="200" d="100"/>
          <a:sy n="200" d="100"/>
        </p:scale>
        <p:origin x="152" y="1248"/>
      </p:cViewPr>
      <p:guideLst>
        <p:guide orient="horz" pos="2160"/>
        <p:guide pos="2880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D5550B-26C4-49A9-A5BA-636EF7BE6CE9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5DFA43-8D57-47FB-BC46-057616015C3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350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6AA3C-9DA0-F66F-B1E0-67A041EED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AAACC5-32B9-041A-F7AC-02F4F331E6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FA6CE9-C801-BAD5-6830-9EED1050D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6672E76-F94B-E857-755B-84228FC56E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9315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76221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4EFA71-9ACD-84AD-F56D-923CEED91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6C5E002-EBF5-9568-6709-9B141C4F3C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8DF303D-0A67-C38B-C230-AAD17553CA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0FED8C-46B0-0F48-6C04-5AE58444D0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2189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4124F-6235-C860-093B-BEFCBD9E8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2AA9B1C-C179-2349-37F8-D98A535DB7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8592222-B3A5-1081-9816-A3FD942E1F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E4DE100-398B-535B-B807-E50944BD67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48569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4FFFC-DE26-2C98-43CC-EEAA69D3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6673050-7946-7137-7B9E-59BDABAA9D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3A03BBA-1CB2-99AB-9B66-B5E3124B3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E0A4C8-BC42-38C2-AC7B-0715B4D47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6911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49DD8-BF45-2A0D-59A7-C053E6E98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45C3A3-A571-E3EB-9A0E-2C2B5ED7A3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5E13356-88ED-1837-A664-FD84CFBA83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C7B7A1-26FA-FF77-110F-F15589CFFD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5DFA43-8D57-47FB-BC46-057616015C3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64290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2026. 10. 6.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F0DDD-36CA-CE36-0EC4-EC7183BC0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D490BD92-8FB6-BC2F-2487-D45584002F4F}"/>
              </a:ext>
            </a:extLst>
          </p:cNvPr>
          <p:cNvSpPr/>
          <p:nvPr/>
        </p:nvSpPr>
        <p:spPr>
          <a:xfrm>
            <a:off x="4716619" y="6270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Vendor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63B05278-11DB-DCD0-1290-24C291AE7F77}"/>
              </a:ext>
            </a:extLst>
          </p:cNvPr>
          <p:cNvSpPr/>
          <p:nvPr/>
        </p:nvSpPr>
        <p:spPr>
          <a:xfrm>
            <a:off x="1979712" y="13476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B28BEAA5-3CEB-A395-C5A9-05EC2143F893}"/>
              </a:ext>
            </a:extLst>
          </p:cNvPr>
          <p:cNvSpPr/>
          <p:nvPr/>
        </p:nvSpPr>
        <p:spPr>
          <a:xfrm>
            <a:off x="4716619" y="16473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9D98C9B0-1F04-35AD-8C01-2B3AEC5723A2}"/>
              </a:ext>
            </a:extLst>
          </p:cNvPr>
          <p:cNvSpPr/>
          <p:nvPr/>
        </p:nvSpPr>
        <p:spPr>
          <a:xfrm>
            <a:off x="637634" y="3080388"/>
            <a:ext cx="7979316" cy="1570426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LLM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F845AA27-087A-4131-9DC7-18294673F567}"/>
              </a:ext>
            </a:extLst>
          </p:cNvPr>
          <p:cNvSpPr/>
          <p:nvPr/>
        </p:nvSpPr>
        <p:spPr>
          <a:xfrm>
            <a:off x="3400055" y="16473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2265C739-5418-914B-2914-2AC6D40AC382}"/>
              </a:ext>
            </a:extLst>
          </p:cNvPr>
          <p:cNvSpPr/>
          <p:nvPr/>
        </p:nvSpPr>
        <p:spPr>
          <a:xfrm>
            <a:off x="2090078" y="23480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  <a:br>
              <a:rPr lang="en-US" altLang="ko-KR" sz="900" dirty="0"/>
            </a:b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65766B65-2BEB-134A-430B-53BC0FF293CE}"/>
              </a:ext>
            </a:extLst>
          </p:cNvPr>
          <p:cNvSpPr/>
          <p:nvPr/>
        </p:nvSpPr>
        <p:spPr>
          <a:xfrm>
            <a:off x="3405356" y="33920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EC496D23-55EA-4F73-A294-8C0070CC2F60}"/>
              </a:ext>
            </a:extLst>
          </p:cNvPr>
          <p:cNvSpPr/>
          <p:nvPr/>
        </p:nvSpPr>
        <p:spPr>
          <a:xfrm>
            <a:off x="2090078" y="4105152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09C2B79C-3E5A-1947-B023-15DD2F67CFB8}"/>
              </a:ext>
            </a:extLst>
          </p:cNvPr>
          <p:cNvSpPr/>
          <p:nvPr/>
        </p:nvSpPr>
        <p:spPr>
          <a:xfrm>
            <a:off x="3398691" y="6312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E240BADA-F3B0-A47E-20C0-876BF082E708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968410" y="10827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465C7D6F-2D89-F02B-270E-1ED8E1A879AB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5286338" y="10785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83CFD470-A71E-70B0-4FC0-C8B85C0455A6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2098908"/>
            <a:ext cx="1309977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D62AE8CD-39C6-A4D2-7542-F6C144379C9E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5856057" y="8527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B281111B-DE7A-A5DE-0C9D-17AD6BC996DC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2098909"/>
            <a:ext cx="1311263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46226E7E-E206-30BF-A6BC-FDF3EC4B4E50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843518"/>
            <a:ext cx="1287" cy="2616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83DF10BE-532F-13D5-743E-E456EF256B33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>
            <a:off x="2659797" y="2799528"/>
            <a:ext cx="0" cy="1305624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EB80B0F6-7350-F226-0F72-60E6227E0497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flipH="1">
            <a:off x="3969774" y="1081483"/>
            <a:ext cx="2630478" cy="56591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EA375EC4-90AF-FCCB-D578-81EC050899FB}"/>
              </a:ext>
            </a:extLst>
          </p:cNvPr>
          <p:cNvCxnSpPr>
            <a:cxnSpLocks/>
            <a:stCxn id="4" idx="2"/>
            <a:endCxn id="14" idx="0"/>
          </p:cNvCxnSpPr>
          <p:nvPr/>
        </p:nvCxnSpPr>
        <p:spPr>
          <a:xfrm flipH="1">
            <a:off x="2659797" y="1081483"/>
            <a:ext cx="3940455" cy="1266534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877676A1-E515-3DAC-D7D3-DCBE1A2F89F0}"/>
              </a:ext>
            </a:extLst>
          </p:cNvPr>
          <p:cNvSpPr/>
          <p:nvPr/>
        </p:nvSpPr>
        <p:spPr>
          <a:xfrm>
            <a:off x="773513" y="410515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FC65AF40-58FB-569C-37DD-5EB00DDDE5A2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330907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457AB5F2-3F4B-9C44-2710-F31F4C1E26A9}"/>
              </a:ext>
            </a:extLst>
          </p:cNvPr>
          <p:cNvSpPr/>
          <p:nvPr/>
        </p:nvSpPr>
        <p:spPr>
          <a:xfrm>
            <a:off x="773513" y="33920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E912B0FA-F58A-4D77-ABD6-AFE834A31D4C}"/>
              </a:ext>
            </a:extLst>
          </p:cNvPr>
          <p:cNvSpPr/>
          <p:nvPr/>
        </p:nvSpPr>
        <p:spPr>
          <a:xfrm>
            <a:off x="3406643" y="410515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7DB9170-53EA-BD4B-3D27-74B8CCEBCF05}"/>
              </a:ext>
            </a:extLst>
          </p:cNvPr>
          <p:cNvCxnSpPr>
            <a:cxnSpLocks/>
            <a:stCxn id="86" idx="2"/>
            <a:endCxn id="79" idx="0"/>
          </p:cNvCxnSpPr>
          <p:nvPr/>
        </p:nvCxnSpPr>
        <p:spPr>
          <a:xfrm>
            <a:off x="1343232" y="3843517"/>
            <a:ext cx="0" cy="26163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C4199FF3-A9A1-451C-56C6-172C5E8719CC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5737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653C2D99-4253-5A4C-B4A8-C2FED4517BF2}"/>
              </a:ext>
            </a:extLst>
          </p:cNvPr>
          <p:cNvSpPr/>
          <p:nvPr/>
        </p:nvSpPr>
        <p:spPr>
          <a:xfrm>
            <a:off x="4716619" y="33920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66156729-35F5-E913-5640-195344086CB6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843517"/>
            <a:ext cx="1287" cy="2616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226B9A10-0947-08DE-2335-0E0A7EF9EFA6}"/>
              </a:ext>
            </a:extLst>
          </p:cNvPr>
          <p:cNvSpPr/>
          <p:nvPr/>
        </p:nvSpPr>
        <p:spPr>
          <a:xfrm>
            <a:off x="4717906" y="410515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A2EBA9B2-AA01-F2E4-6999-775DC361BF8E}"/>
              </a:ext>
            </a:extLst>
          </p:cNvPr>
          <p:cNvSpPr/>
          <p:nvPr/>
        </p:nvSpPr>
        <p:spPr>
          <a:xfrm>
            <a:off x="6034548" y="410515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4D588B21-249F-8BE8-3089-9B158B756BFB}"/>
              </a:ext>
            </a:extLst>
          </p:cNvPr>
          <p:cNvCxnSpPr>
            <a:cxnSpLocks/>
            <a:stCxn id="14" idx="2"/>
            <a:endCxn id="129" idx="0"/>
          </p:cNvCxnSpPr>
          <p:nvPr/>
        </p:nvCxnSpPr>
        <p:spPr>
          <a:xfrm>
            <a:off x="2659797" y="2799528"/>
            <a:ext cx="3944470" cy="1305623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3BA6341D-8C4D-1AA1-BDC4-FA8748CE2BF5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V="1">
            <a:off x="5286338" y="2098909"/>
            <a:ext cx="0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C638ADAA-AAFB-E4FA-3543-5EF3B29BEE38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330907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DA7B4DB8-D3A3-4DC7-3F40-3959853FE6E8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330906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5BD81799-DA4A-5D82-95B0-D74D85341E56}"/>
              </a:ext>
            </a:extLst>
          </p:cNvPr>
          <p:cNvSpPr/>
          <p:nvPr/>
        </p:nvSpPr>
        <p:spPr>
          <a:xfrm>
            <a:off x="7351190" y="410515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03B65821-AE0F-9098-C0F3-2C94562F8CCC}"/>
              </a:ext>
            </a:extLst>
          </p:cNvPr>
          <p:cNvSpPr/>
          <p:nvPr/>
        </p:nvSpPr>
        <p:spPr>
          <a:xfrm>
            <a:off x="7351190" y="33920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CDE2A276-6EF5-280D-A89B-4E4C84023377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330907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0FE760FE-75F9-E6E5-F540-F52AF6F0624F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5737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8B2E9EFB-0811-9B7D-D648-F9A153297749}"/>
              </a:ext>
            </a:extLst>
          </p:cNvPr>
          <p:cNvCxnSpPr>
            <a:cxnSpLocks/>
            <a:stCxn id="181" idx="2"/>
            <a:endCxn id="179" idx="0"/>
          </p:cNvCxnSpPr>
          <p:nvPr/>
        </p:nvCxnSpPr>
        <p:spPr>
          <a:xfrm>
            <a:off x="7920909" y="3843517"/>
            <a:ext cx="0" cy="26163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DEC1E2ED-F0C7-7C19-5D6A-AC0FD46DF283}"/>
              </a:ext>
            </a:extLst>
          </p:cNvPr>
          <p:cNvCxnSpPr>
            <a:cxnSpLocks/>
          </p:cNvCxnSpPr>
          <p:nvPr/>
        </p:nvCxnSpPr>
        <p:spPr>
          <a:xfrm>
            <a:off x="7392531" y="344943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132EA128-F18A-CCE9-538A-9C2D8F4CB162}"/>
              </a:ext>
            </a:extLst>
          </p:cNvPr>
          <p:cNvSpPr txBox="1"/>
          <p:nvPr/>
        </p:nvSpPr>
        <p:spPr>
          <a:xfrm>
            <a:off x="7688274" y="235173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E11BE529-362C-C324-2170-56E8D9781E54}"/>
              </a:ext>
            </a:extLst>
          </p:cNvPr>
          <p:cNvCxnSpPr>
            <a:cxnSpLocks/>
          </p:cNvCxnSpPr>
          <p:nvPr/>
        </p:nvCxnSpPr>
        <p:spPr>
          <a:xfrm>
            <a:off x="7392531" y="581192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E8073E05-84E5-2A3E-83D8-3350E2D08F94}"/>
              </a:ext>
            </a:extLst>
          </p:cNvPr>
          <p:cNvSpPr txBox="1"/>
          <p:nvPr/>
        </p:nvSpPr>
        <p:spPr>
          <a:xfrm>
            <a:off x="7688274" y="47142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133FEAF6-6A36-6873-E337-E73841C69A49}"/>
              </a:ext>
            </a:extLst>
          </p:cNvPr>
          <p:cNvCxnSpPr>
            <a:cxnSpLocks/>
          </p:cNvCxnSpPr>
          <p:nvPr/>
        </p:nvCxnSpPr>
        <p:spPr>
          <a:xfrm>
            <a:off x="7392531" y="815249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19B83B14-16E4-C88B-691A-15CD3EC9DCC5}"/>
              </a:ext>
            </a:extLst>
          </p:cNvPr>
          <p:cNvSpPr txBox="1"/>
          <p:nvPr/>
        </p:nvSpPr>
        <p:spPr>
          <a:xfrm>
            <a:off x="7688274" y="705479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1A28CDDD-4DD8-3157-6236-BAF17DEF8B15}"/>
              </a:ext>
            </a:extLst>
          </p:cNvPr>
          <p:cNvCxnSpPr>
            <a:cxnSpLocks/>
          </p:cNvCxnSpPr>
          <p:nvPr/>
        </p:nvCxnSpPr>
        <p:spPr>
          <a:xfrm>
            <a:off x="7392531" y="1049305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D7444550-0DC4-FDD6-FD76-DBE8FCD15464}"/>
              </a:ext>
            </a:extLst>
          </p:cNvPr>
          <p:cNvSpPr txBox="1"/>
          <p:nvPr/>
        </p:nvSpPr>
        <p:spPr>
          <a:xfrm>
            <a:off x="7688274" y="939535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211" name="직선 화살표 연결선 96">
            <a:extLst>
              <a:ext uri="{FF2B5EF4-FFF2-40B4-BE49-F238E27FC236}">
                <a16:creationId xmlns:a16="http://schemas.microsoft.com/office/drawing/2014/main" id="{B54CEA2E-DA2C-5D0A-45DF-8F0B8E677460}"/>
              </a:ext>
            </a:extLst>
          </p:cNvPr>
          <p:cNvCxnSpPr>
            <a:cxnSpLocks/>
          </p:cNvCxnSpPr>
          <p:nvPr/>
        </p:nvCxnSpPr>
        <p:spPr>
          <a:xfrm>
            <a:off x="7392531" y="1289382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D4836501-A37F-ECF8-398F-78BFA28F90CD}"/>
              </a:ext>
            </a:extLst>
          </p:cNvPr>
          <p:cNvSpPr txBox="1"/>
          <p:nvPr/>
        </p:nvSpPr>
        <p:spPr>
          <a:xfrm>
            <a:off x="7688274" y="1179612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  <p:cxnSp>
        <p:nvCxnSpPr>
          <p:cNvPr id="6" name="직선 화살표 연결선 96">
            <a:extLst>
              <a:ext uri="{FF2B5EF4-FFF2-40B4-BE49-F238E27FC236}">
                <a16:creationId xmlns:a16="http://schemas.microsoft.com/office/drawing/2014/main" id="{AB576C8F-825E-B100-26B7-8DBDBB5E9065}"/>
              </a:ext>
            </a:extLst>
          </p:cNvPr>
          <p:cNvCxnSpPr>
            <a:cxnSpLocks/>
            <a:stCxn id="91" idx="1"/>
            <a:endCxn id="86" idx="3"/>
          </p:cNvCxnSpPr>
          <p:nvPr/>
        </p:nvCxnSpPr>
        <p:spPr>
          <a:xfrm flipH="1" flipV="1">
            <a:off x="1912951" y="3617762"/>
            <a:ext cx="1493692" cy="71314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6F7C0FB5-3001-88F7-A8B5-7F0DDD7EFB34}"/>
              </a:ext>
            </a:extLst>
          </p:cNvPr>
          <p:cNvCxnSpPr>
            <a:cxnSpLocks/>
            <a:stCxn id="115" idx="3"/>
            <a:endCxn id="181" idx="1"/>
          </p:cNvCxnSpPr>
          <p:nvPr/>
        </p:nvCxnSpPr>
        <p:spPr>
          <a:xfrm flipV="1">
            <a:off x="5857344" y="3617762"/>
            <a:ext cx="1493846" cy="71314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DDC6116D-F7BF-B3E8-5EE7-2A2FD1C6A0F0}"/>
              </a:ext>
            </a:extLst>
          </p:cNvPr>
          <p:cNvSpPr/>
          <p:nvPr/>
        </p:nvSpPr>
        <p:spPr>
          <a:xfrm>
            <a:off x="6030533" y="62997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2">
              <a:lumMod val="90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Controller</a:t>
            </a:r>
            <a:r>
              <a:rPr lang="en-US" altLang="ko-KR" sz="900" b="1"/>
              <a:t> </a:t>
            </a:r>
            <a:br>
              <a:rPr lang="en-US" altLang="ko-KR" sz="900" b="1"/>
            </a:br>
            <a:r>
              <a:rPr lang="en-US" altLang="ko-KR" sz="900" b="1"/>
              <a:t>Deployment</a:t>
            </a:r>
            <a:endParaRPr lang="ko-KR" altLang="en-US" sz="900" b="1" dirty="0"/>
          </a:p>
        </p:txBody>
      </p:sp>
      <p:sp>
        <p:nvSpPr>
          <p:cNvPr id="5" name="사각형: 둥근 모서리 70">
            <a:extLst>
              <a:ext uri="{FF2B5EF4-FFF2-40B4-BE49-F238E27FC236}">
                <a16:creationId xmlns:a16="http://schemas.microsoft.com/office/drawing/2014/main" id="{D39FDFB6-3C19-609C-526B-8413D23FF83A}"/>
              </a:ext>
            </a:extLst>
          </p:cNvPr>
          <p:cNvSpPr/>
          <p:nvPr/>
        </p:nvSpPr>
        <p:spPr>
          <a:xfrm>
            <a:off x="5933695" y="227291"/>
            <a:ext cx="1337932" cy="951484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Controller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</p:spTree>
    <p:extLst>
      <p:ext uri="{BB962C8B-B14F-4D97-AF65-F5344CB8AC3E}">
        <p14:creationId xmlns:p14="http://schemas.microsoft.com/office/powerpoint/2010/main" val="180901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748935-DA93-1F89-C2C8-9496EA63E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341BED83-1991-CE4A-67EF-369980987206}"/>
              </a:ext>
            </a:extLst>
          </p:cNvPr>
          <p:cNvSpPr/>
          <p:nvPr/>
        </p:nvSpPr>
        <p:spPr>
          <a:xfrm>
            <a:off x="4716619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Vendor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EAED8867-A42B-8EDE-4967-039B509992A8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3545DCB1-AB2B-7EF8-17B4-DB56A905D022}"/>
              </a:ext>
            </a:extLst>
          </p:cNvPr>
          <p:cNvSpPr/>
          <p:nvPr/>
        </p:nvSpPr>
        <p:spPr>
          <a:xfrm>
            <a:off x="4716619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AA52A5DD-52D3-DCFD-D0F3-FD92FEFECF7C}"/>
              </a:ext>
            </a:extLst>
          </p:cNvPr>
          <p:cNvSpPr/>
          <p:nvPr/>
        </p:nvSpPr>
        <p:spPr>
          <a:xfrm>
            <a:off x="637634" y="2758588"/>
            <a:ext cx="7979316" cy="1570426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LLM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655B4A9E-B52D-2973-D24B-26EC39DEEF59}"/>
              </a:ext>
            </a:extLst>
          </p:cNvPr>
          <p:cNvSpPr/>
          <p:nvPr/>
        </p:nvSpPr>
        <p:spPr>
          <a:xfrm>
            <a:off x="6030533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Controller</a:t>
            </a:r>
            <a:endParaRPr lang="ko-KR" altLang="en-US" sz="900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51A04E2D-0770-EDE0-5DC2-38EA49864660}"/>
              </a:ext>
            </a:extLst>
          </p:cNvPr>
          <p:cNvSpPr/>
          <p:nvPr/>
        </p:nvSpPr>
        <p:spPr>
          <a:xfrm>
            <a:off x="3400055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BA22A39E-AF9C-EF33-C5CB-E3EF764366F9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  <a:br>
              <a:rPr lang="en-US" altLang="ko-KR" sz="900" dirty="0"/>
            </a:b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E13BEBEC-EB22-843E-1C64-5449830849F6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7DD12B57-1E9F-27BE-BA1D-0E654A0C0207}"/>
              </a:ext>
            </a:extLst>
          </p:cNvPr>
          <p:cNvSpPr/>
          <p:nvPr/>
        </p:nvSpPr>
        <p:spPr>
          <a:xfrm>
            <a:off x="2090078" y="3783352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14A56A17-8DF2-1CCD-1635-AE92CF3F7DF1}"/>
              </a:ext>
            </a:extLst>
          </p:cNvPr>
          <p:cNvSpPr/>
          <p:nvPr/>
        </p:nvSpPr>
        <p:spPr>
          <a:xfrm>
            <a:off x="3398691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7112ED3C-DF07-FC75-D32F-1EFF3285F5D3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968410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11010DAA-1A43-1D69-E857-8F9259BB597A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5286338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F04774B6-A1B9-342B-5F97-D3BB0D6B33B3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09977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569B012B-A247-535E-DC3F-1154AFD60E4E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856057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36214CFC-B840-C27A-69B9-5DC02EBBE4F3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1311263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B1F12FD1-2A72-77F4-2231-C4B535D1C90F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2616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A8698F85-4F7E-A7C6-9ED1-DC63E226259F}"/>
              </a:ext>
            </a:extLst>
          </p:cNvPr>
          <p:cNvCxnSpPr>
            <a:cxnSpLocks/>
            <a:stCxn id="14" idx="2"/>
            <a:endCxn id="21" idx="0"/>
          </p:cNvCxnSpPr>
          <p:nvPr/>
        </p:nvCxnSpPr>
        <p:spPr>
          <a:xfrm>
            <a:off x="2659797" y="2477728"/>
            <a:ext cx="0" cy="1305624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044E19CC-2B38-2AFE-5B6A-C4461632F1D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969774" y="761231"/>
            <a:ext cx="2630478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6E22346A-0449-48AE-12C0-E9610A0A7F3D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940455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DF8F8655-BE09-9F3A-2DFB-82E289A4B27F}"/>
              </a:ext>
            </a:extLst>
          </p:cNvPr>
          <p:cNvSpPr/>
          <p:nvPr/>
        </p:nvSpPr>
        <p:spPr>
          <a:xfrm>
            <a:off x="773513" y="378335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966FF4AA-EF3B-A056-60B9-AFDCF43CDD6C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009107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2EE07326-D05D-144F-78D8-FD2346580E89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9979C7F7-15FB-23D3-BCC7-C8A59BCBBE25}"/>
              </a:ext>
            </a:extLst>
          </p:cNvPr>
          <p:cNvSpPr/>
          <p:nvPr/>
        </p:nvSpPr>
        <p:spPr>
          <a:xfrm>
            <a:off x="3406643" y="378335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BE6F8243-E627-0C78-F6C2-98FC1F20DCC1}"/>
              </a:ext>
            </a:extLst>
          </p:cNvPr>
          <p:cNvCxnSpPr>
            <a:cxnSpLocks/>
            <a:stCxn id="86" idx="2"/>
            <a:endCxn id="79" idx="0"/>
          </p:cNvCxnSpPr>
          <p:nvPr/>
        </p:nvCxnSpPr>
        <p:spPr>
          <a:xfrm>
            <a:off x="1343232" y="3521717"/>
            <a:ext cx="0" cy="26163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7351B7AA-AD0C-E508-2281-35ACC739D609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91B4D567-C0CB-46CE-CC98-39957CE45418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F59A36E3-B8CE-570A-749E-A119447B7EB5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261633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D389EE03-2F37-0884-361F-0F4497E068DF}"/>
              </a:ext>
            </a:extLst>
          </p:cNvPr>
          <p:cNvSpPr/>
          <p:nvPr/>
        </p:nvSpPr>
        <p:spPr>
          <a:xfrm>
            <a:off x="4717906" y="378335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5587DC12-C6E5-D889-35F0-0E8F4595393E}"/>
              </a:ext>
            </a:extLst>
          </p:cNvPr>
          <p:cNvSpPr/>
          <p:nvPr/>
        </p:nvSpPr>
        <p:spPr>
          <a:xfrm>
            <a:off x="6034548" y="378335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22D4D98C-A537-C8AD-3752-87A7EEE19245}"/>
              </a:ext>
            </a:extLst>
          </p:cNvPr>
          <p:cNvCxnSpPr>
            <a:cxnSpLocks/>
            <a:stCxn id="14" idx="2"/>
            <a:endCxn id="129" idx="0"/>
          </p:cNvCxnSpPr>
          <p:nvPr/>
        </p:nvCxnSpPr>
        <p:spPr>
          <a:xfrm>
            <a:off x="2659797" y="2477728"/>
            <a:ext cx="3944470" cy="1305623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3D81CBD3-3AAA-1157-418A-F45CDBEEAC67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V="1">
            <a:off x="5286338" y="1777109"/>
            <a:ext cx="0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C2591E36-A709-3E43-66E5-6618D8A5920A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009107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BD34D976-DD0C-8388-6839-AED8438FCD17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009106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B3E76B2B-29BC-1031-79D0-7E038F41EA4C}"/>
              </a:ext>
            </a:extLst>
          </p:cNvPr>
          <p:cNvSpPr/>
          <p:nvPr/>
        </p:nvSpPr>
        <p:spPr>
          <a:xfrm>
            <a:off x="7351190" y="378335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A817813F-212E-7BD5-142D-FC06C4E318FD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20663B6F-9AB5-8F4B-5ABA-EEE51B4A8EBD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009107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E043AA19-0955-1478-4D38-50216DED409A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B465F8B1-F243-1BCC-A314-B7750D4572AA}"/>
              </a:ext>
            </a:extLst>
          </p:cNvPr>
          <p:cNvCxnSpPr>
            <a:cxnSpLocks/>
            <a:stCxn id="181" idx="2"/>
            <a:endCxn id="179" idx="0"/>
          </p:cNvCxnSpPr>
          <p:nvPr/>
        </p:nvCxnSpPr>
        <p:spPr>
          <a:xfrm>
            <a:off x="7920909" y="3521717"/>
            <a:ext cx="0" cy="26163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F53CC7DB-CF75-A5CA-67B0-74199FEA8D31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F0E23B2-B4D6-ECDA-7484-13BEA97DD482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33B18D22-CF3F-F25B-5FA4-2C2A6AEDEB17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2658FF9D-E277-2DB9-DB90-3477A6A051FB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8C3DCE1B-A661-1A0E-6602-180950CCA780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77F79E6B-D577-99E1-F114-806F24EA3FD2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BF0ADD61-8197-44A2-2C92-019B828F7374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94C6244B-9E5C-D5E2-8D47-59D1CF1DCEEB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211" name="직선 화살표 연결선 96">
            <a:extLst>
              <a:ext uri="{FF2B5EF4-FFF2-40B4-BE49-F238E27FC236}">
                <a16:creationId xmlns:a16="http://schemas.microsoft.com/office/drawing/2014/main" id="{B66ABEE7-64D6-A35F-A2DE-70F98B121128}"/>
              </a:ext>
            </a:extLst>
          </p:cNvPr>
          <p:cNvCxnSpPr>
            <a:cxnSpLocks/>
          </p:cNvCxnSpPr>
          <p:nvPr/>
        </p:nvCxnSpPr>
        <p:spPr>
          <a:xfrm>
            <a:off x="7392531" y="1321675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D960CB63-83EF-4948-6984-1EB868F3A487}"/>
              </a:ext>
            </a:extLst>
          </p:cNvPr>
          <p:cNvSpPr txBox="1"/>
          <p:nvPr/>
        </p:nvSpPr>
        <p:spPr>
          <a:xfrm>
            <a:off x="7688274" y="1211905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  <p:cxnSp>
        <p:nvCxnSpPr>
          <p:cNvPr id="6" name="직선 화살표 연결선 96">
            <a:extLst>
              <a:ext uri="{FF2B5EF4-FFF2-40B4-BE49-F238E27FC236}">
                <a16:creationId xmlns:a16="http://schemas.microsoft.com/office/drawing/2014/main" id="{92AD9100-63C3-B3D0-8690-FEF30E053294}"/>
              </a:ext>
            </a:extLst>
          </p:cNvPr>
          <p:cNvCxnSpPr>
            <a:cxnSpLocks/>
            <a:stCxn id="91" idx="1"/>
            <a:endCxn id="86" idx="3"/>
          </p:cNvCxnSpPr>
          <p:nvPr/>
        </p:nvCxnSpPr>
        <p:spPr>
          <a:xfrm flipH="1" flipV="1">
            <a:off x="1912951" y="3295962"/>
            <a:ext cx="1493692" cy="71314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95641BB8-56F9-EC9E-E8A1-17683F98C72E}"/>
              </a:ext>
            </a:extLst>
          </p:cNvPr>
          <p:cNvCxnSpPr>
            <a:cxnSpLocks/>
            <a:stCxn id="115" idx="3"/>
            <a:endCxn id="181" idx="1"/>
          </p:cNvCxnSpPr>
          <p:nvPr/>
        </p:nvCxnSpPr>
        <p:spPr>
          <a:xfrm flipV="1">
            <a:off x="5857344" y="3295962"/>
            <a:ext cx="1493846" cy="713144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798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A5C0E-43D4-42B8-FA0F-BEC5D18B9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63591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692C6-C8AD-0515-AC2B-6F725B7F3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9D2AFA08-0BAB-3EF5-F7FE-55F1E38214F7}"/>
              </a:ext>
            </a:extLst>
          </p:cNvPr>
          <p:cNvSpPr/>
          <p:nvPr/>
        </p:nvSpPr>
        <p:spPr>
          <a:xfrm>
            <a:off x="4716619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B4C48795-A7F5-E8ED-1EE1-E0D9904CA235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7CB1038A-2815-A610-9C9D-F8793465949E}"/>
              </a:ext>
            </a:extLst>
          </p:cNvPr>
          <p:cNvSpPr/>
          <p:nvPr/>
        </p:nvSpPr>
        <p:spPr>
          <a:xfrm>
            <a:off x="4716619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74991DA5-7581-7840-A554-F713C9D1DACE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LLM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594D4D18-CB70-6C5A-92DD-2751E4295662}"/>
              </a:ext>
            </a:extLst>
          </p:cNvPr>
          <p:cNvSpPr/>
          <p:nvPr/>
        </p:nvSpPr>
        <p:spPr>
          <a:xfrm>
            <a:off x="6030533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Gateway Controller</a:t>
            </a:r>
            <a:r>
              <a:rPr lang="en-US" altLang="ko-KR" sz="900"/>
              <a:t> (istiod)</a:t>
            </a:r>
            <a:endParaRPr lang="ko-KR" altLang="en-US" sz="900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B0B17E04-1592-BBD4-D592-E19FFA69A666}"/>
              </a:ext>
            </a:extLst>
          </p:cNvPr>
          <p:cNvSpPr/>
          <p:nvPr/>
        </p:nvSpPr>
        <p:spPr>
          <a:xfrm>
            <a:off x="3400055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8A0846C5-98FF-AE23-DBC6-8448E58F7EB9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 dirty="0"/>
            </a:b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BEF42605-8166-FEB7-2080-7F304FBE6E73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17A60EAF-4418-A2F0-41B8-B91857616EE6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570BFA43-38F5-89B6-7089-DF5AF86E5D94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2310F5A4-2325-3910-9C82-EA823E074762}"/>
              </a:ext>
            </a:extLst>
          </p:cNvPr>
          <p:cNvSpPr/>
          <p:nvPr/>
        </p:nvSpPr>
        <p:spPr>
          <a:xfrm>
            <a:off x="3398691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35AFEB32-BB40-3E74-17D8-9EE4D9D3F1EC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3968410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D2E040E9-33A1-119D-A10C-36A37BC81A62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5286338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8884773F-5008-A0EF-4FEB-6CB12AF8E0AC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09977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0D5AB265-9248-E3E3-F0F5-CC2CB20A6866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856057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23C07DCC-71F4-44E1-CC0C-BDECB8649FB8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1311263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0F5160C5-E5E2-25BB-AF53-D7B733FCD7F4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B96D2A11-DB0A-39D2-6074-089C809BD214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118D1EDD-3689-AEB5-F280-DC2BFB01266A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E6FCB572-A597-97CB-5A5D-0D2A3CB92689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771757B6-50A2-5961-5FBA-7CF110CB137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3969774" y="761231"/>
            <a:ext cx="2630478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5DFE67E9-D3F0-7A16-B6AF-18C13D24A540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940455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7D54A148-522D-A183-E07D-5840CDBF1B93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940455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F8998650-BCEE-04B7-74F1-D9B14B8F8700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31DFF12A-0E79-4276-C891-FF5FE5B62F4B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8C00AA69-A64D-3392-FFE1-AF306EE3B220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4044D691-F36A-BC20-415A-68876622F456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5C359ADF-674B-067C-8625-43A7AD365845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12D273DA-CDA7-6C66-098A-7C63FF3FFBE5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05964000-B2DD-738F-74A5-20E06AA09CD7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49C1BD5F-03ED-0754-1BD9-F2A5D57D9C40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5B82DDD1-D81D-792D-49B2-8E5D21F10F97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58DA4649-EBE9-1D24-80ED-E74F4AA23242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B8B99190-A9DA-9231-B91B-A83CA268FEC0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92C42438-68E5-43DC-DE91-3BE88B3EDD9F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0D956156-3AD1-089E-CCCE-87EDDB26812B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E7D5E247-17A3-C2E6-EB0C-C41699BAEC01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13025A6F-E1B3-0119-6C5E-D0BFB6BFAF3C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CCCFDECE-C369-5FC8-02F8-3C3D462A7F73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2D2A0C3D-B28E-E219-E7CD-AF7F56D66C24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V="1">
            <a:off x="5286338" y="1777109"/>
            <a:ext cx="0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1E894A65-7CEE-5195-417B-A419AB82E4DD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236ADF59-C394-08AB-B5F8-55CA1FFA0B85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F8AEA766-F8B8-8A56-A99B-FF0C3F1F98C8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6600252" y="761231"/>
            <a:ext cx="4015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3C2E9269-EA0B-B96E-EF62-062F5603D932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4615387D-7CB1-6316-3CA4-CA5316FD48A4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FEE7454F-E5B5-1E16-B714-76D6105E5798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7467122D-3E53-BC6C-A293-B497718D7AEE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E66AFB49-7E57-7EFD-AF3B-B9AF5896598E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5743FBAF-D66B-D511-0DFF-59B40718DD80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37072D58-7919-92A5-FDA1-C8D2F8D953C8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F70C7FAD-B819-B88F-AC6B-3AEE7E15A7DD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6922A85A-DFFC-93C5-476C-ED270318CC1B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1C5C4E01-5A0A-2FD1-DFBF-71B80422026A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0C6A8171-0845-CD84-7196-080EEE1ACBAB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909DC15F-9FCE-FD9F-CABA-B7C318433656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B6A8D6D9-8BFD-C6F4-AA37-0A07376D474A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35D55374-4AA7-D5C0-ED29-D35BB463E475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26F67059-08D2-357F-F297-8A21CD7CB9D4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211" name="직선 화살표 연결선 96">
            <a:extLst>
              <a:ext uri="{FF2B5EF4-FFF2-40B4-BE49-F238E27FC236}">
                <a16:creationId xmlns:a16="http://schemas.microsoft.com/office/drawing/2014/main" id="{F2F32AAF-0299-D885-FABE-E86C76CFA5E1}"/>
              </a:ext>
            </a:extLst>
          </p:cNvPr>
          <p:cNvCxnSpPr>
            <a:cxnSpLocks/>
          </p:cNvCxnSpPr>
          <p:nvPr/>
        </p:nvCxnSpPr>
        <p:spPr>
          <a:xfrm>
            <a:off x="7392531" y="1321675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997D2AFB-7C57-6CE0-85F6-5BAA6C72902F}"/>
              </a:ext>
            </a:extLst>
          </p:cNvPr>
          <p:cNvSpPr txBox="1"/>
          <p:nvPr/>
        </p:nvSpPr>
        <p:spPr>
          <a:xfrm>
            <a:off x="7688274" y="1211905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17890111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A5B99-E1F7-0AB1-C288-3311173231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5F27C842-1BBF-D4DD-263E-053F33160F51}"/>
              </a:ext>
            </a:extLst>
          </p:cNvPr>
          <p:cNvSpPr/>
          <p:nvPr/>
        </p:nvSpPr>
        <p:spPr>
          <a:xfrm>
            <a:off x="4062313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2F9DEB4F-92AE-D9FD-0251-69089FCC8B8A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130560D3-1E43-5AF9-4A2E-05DFE5343F63}"/>
              </a:ext>
            </a:extLst>
          </p:cNvPr>
          <p:cNvSpPr/>
          <p:nvPr/>
        </p:nvSpPr>
        <p:spPr>
          <a:xfrm>
            <a:off x="4062313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A08804D4-E5EF-386B-ECA8-A2452FFE138C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LLM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BB24923F-AE0A-E04F-9477-9AD61007225A}"/>
              </a:ext>
            </a:extLst>
          </p:cNvPr>
          <p:cNvSpPr/>
          <p:nvPr/>
        </p:nvSpPr>
        <p:spPr>
          <a:xfrm>
            <a:off x="5376227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Istio </a:t>
            </a:r>
            <a:r>
              <a:rPr lang="en-US" altLang="ko-KR" sz="900" b="1"/>
              <a:t>Gateway Controller</a:t>
            </a:r>
            <a:r>
              <a:rPr lang="en-US" altLang="ko-KR" sz="900"/>
              <a:t> (istiod)</a:t>
            </a:r>
            <a:endParaRPr lang="ko-KR" altLang="en-US" sz="900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BD7B2D79-212C-9DB6-2E14-EFDED1B0C845}"/>
              </a:ext>
            </a:extLst>
          </p:cNvPr>
          <p:cNvSpPr/>
          <p:nvPr/>
        </p:nvSpPr>
        <p:spPr>
          <a:xfrm>
            <a:off x="2091442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0E57968B-08D6-4341-725A-1434581A074E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 dirty="0"/>
            </a:b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C8EE0897-83B7-07B6-62E3-8B06215C612C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5DB1F9D0-D9C5-0EA5-8D6A-9C1426E995F4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C3403E0E-FFF8-403B-4147-934184A07991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34F74D5F-ADAD-00EF-518D-E8EFABBB0682}"/>
              </a:ext>
            </a:extLst>
          </p:cNvPr>
          <p:cNvSpPr/>
          <p:nvPr/>
        </p:nvSpPr>
        <p:spPr>
          <a:xfrm>
            <a:off x="2090078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DBD5ED76-B7C8-E858-D802-1EA78F8120B9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659797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5BD1005C-3E00-B068-AD31-CE4AB261B6CE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4632032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C7BDDB4B-89D0-DC5F-684C-B63E250DA0B7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7357918F-8322-D52C-A8F5-79ADCE9D5B90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201751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B9DB441A-1B4B-2F49-7C08-842C356BE99B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656957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47F505D0-0F92-EC97-2A3D-BFEC05D52A6F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92D61E2C-4CE5-C535-B4A9-948DF38E945F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4CE86ACB-5CCA-61BA-E207-D8CC8BE2CA8D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CC725E0A-E539-EBE3-8BA3-67D145A884AA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0DD78658-6298-B979-F17D-28306BD11EF9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2661161" y="761231"/>
            <a:ext cx="3284785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A0A592B6-E3FF-24E8-F20E-F54CBE56955E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286149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B2D1E572-DCA2-CB79-49F7-0C22B195EEC7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286149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B445BBB4-C586-7819-5543-E4C2F7A5BE88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1195382D-FD79-C7E6-8F2C-ADA81A46DE26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1973AF31-A7B4-A292-BC10-3ABF263CD6A0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CB87EB7D-D3E2-B582-2A2C-0C0D6476423E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3E69754F-EF27-3023-7BE9-C82933AC6987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F30C83A6-A2F2-21AF-7DC5-1DAB5D17D8CC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18595FDF-4C04-8B60-8F92-1AFD5F2C4448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07BBD0B7-1164-142E-D398-FC30C0404B0B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7A3ECFF2-12B6-1789-A545-457679A4EC11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46505409-03B3-5D99-DB01-C6C1306FE12E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1EAF6ED7-065A-C9E0-2373-ECB779E7F13F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8941CEDA-7076-795C-CA7B-2E8C1A742CD2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C18AD20C-3DB8-6B57-8A49-150A24E2E278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A65BB3F8-DE99-E7FC-E90C-2E03E581F28A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A90315EC-1C02-3D35-7A0C-EBB819F2793F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45B4C68B-E838-CA7D-DD34-95A30BD7D15D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54DD087A-DD03-B221-BEEB-A29EF1E76EFF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H="1" flipV="1">
            <a:off x="4632032" y="1777109"/>
            <a:ext cx="654306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A9D46B34-2401-AD88-A6F8-AE5B9F0C59A6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F3529BCA-EC61-E5A8-7D9D-895A3F7352BD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E6C85F84-A880-2EC1-32DE-06E559816A36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5945946" y="761231"/>
            <a:ext cx="658321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26B4DA43-3179-F30B-934B-F83EF5922FFE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CDC983F4-CBF6-AA69-92E3-8DF07713E36B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38DB9A88-70C6-6F49-EA48-5E9B7552AE01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05DEE178-4A5C-BEAD-134D-26C0115D89B6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C68F378D-D121-401F-5E9C-C0141124F116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06668A02-2372-3329-D373-E4AC22D75F34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60D13826-0B08-CF4C-62B5-606282A346F1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45461C05-890A-56EE-8D24-C7D2AFA6EF26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46CED67A-DAEF-00BF-1E36-8BAB5BAC5F55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AA28695B-9B06-2D73-7850-BEFB519026F9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414EBAB0-ABCF-4BA1-6993-F438C98E1F61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5ABBABA0-429F-2B7A-5C17-A6C25D6B4F85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55B8CBAC-5C1A-4FDC-43D3-BD2BB175466F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A936B6CC-B00B-9FC6-BDB4-F9709ACCC78B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150FBBB0-72FB-B7A1-558A-295BF38A6E82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  <p:cxnSp>
        <p:nvCxnSpPr>
          <p:cNvPr id="211" name="직선 화살표 연결선 96">
            <a:extLst>
              <a:ext uri="{FF2B5EF4-FFF2-40B4-BE49-F238E27FC236}">
                <a16:creationId xmlns:a16="http://schemas.microsoft.com/office/drawing/2014/main" id="{4C2065B8-81A6-5A1D-4143-8875194DAB94}"/>
              </a:ext>
            </a:extLst>
          </p:cNvPr>
          <p:cNvCxnSpPr>
            <a:cxnSpLocks/>
          </p:cNvCxnSpPr>
          <p:nvPr/>
        </p:nvCxnSpPr>
        <p:spPr>
          <a:xfrm>
            <a:off x="7392531" y="1321675"/>
            <a:ext cx="323569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TextBox 212">
            <a:extLst>
              <a:ext uri="{FF2B5EF4-FFF2-40B4-BE49-F238E27FC236}">
                <a16:creationId xmlns:a16="http://schemas.microsoft.com/office/drawing/2014/main" id="{8A4CC6BE-CB8B-DE21-FC99-C3AF2325054D}"/>
              </a:ext>
            </a:extLst>
          </p:cNvPr>
          <p:cNvSpPr txBox="1"/>
          <p:nvPr/>
        </p:nvSpPr>
        <p:spPr>
          <a:xfrm>
            <a:off x="7688274" y="1211905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Get Metrics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8711461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77DCB-B5E0-D942-4F3E-59F38784E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2">
            <a:extLst>
              <a:ext uri="{FF2B5EF4-FFF2-40B4-BE49-F238E27FC236}">
                <a16:creationId xmlns:a16="http://schemas.microsoft.com/office/drawing/2014/main" id="{0BF4F9D6-9E85-F84C-9223-8BFFB26550A6}"/>
              </a:ext>
            </a:extLst>
          </p:cNvPr>
          <p:cNvSpPr/>
          <p:nvPr/>
        </p:nvSpPr>
        <p:spPr>
          <a:xfrm>
            <a:off x="4062313" y="30520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Vendor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3" name="사각형: 둥근 모서리 70">
            <a:extLst>
              <a:ext uri="{FF2B5EF4-FFF2-40B4-BE49-F238E27FC236}">
                <a16:creationId xmlns:a16="http://schemas.microsoft.com/office/drawing/2014/main" id="{10FE405F-E2ED-809F-4320-D43AAF59D671}"/>
              </a:ext>
            </a:extLst>
          </p:cNvPr>
          <p:cNvSpPr/>
          <p:nvPr/>
        </p:nvSpPr>
        <p:spPr>
          <a:xfrm>
            <a:off x="1979712" y="1025814"/>
            <a:ext cx="5304640" cy="1545936"/>
          </a:xfrm>
          <a:prstGeom prst="roundRect">
            <a:avLst>
              <a:gd name="adj" fmla="val 4874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7" name="사각형: 둥근 모서리 12">
            <a:extLst>
              <a:ext uri="{FF2B5EF4-FFF2-40B4-BE49-F238E27FC236}">
                <a16:creationId xmlns:a16="http://schemas.microsoft.com/office/drawing/2014/main" id="{8207E634-5E81-F183-C1F4-164096FB4ADC}"/>
              </a:ext>
            </a:extLst>
          </p:cNvPr>
          <p:cNvSpPr/>
          <p:nvPr/>
        </p:nvSpPr>
        <p:spPr>
          <a:xfrm>
            <a:off x="4062313" y="132559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9" name="사각형: 둥근 모서리 70">
            <a:extLst>
              <a:ext uri="{FF2B5EF4-FFF2-40B4-BE49-F238E27FC236}">
                <a16:creationId xmlns:a16="http://schemas.microsoft.com/office/drawing/2014/main" id="{5A6EF79B-4513-8D26-1615-C67E80D9BE4C}"/>
              </a:ext>
            </a:extLst>
          </p:cNvPr>
          <p:cNvSpPr/>
          <p:nvPr/>
        </p:nvSpPr>
        <p:spPr>
          <a:xfrm>
            <a:off x="637634" y="2758587"/>
            <a:ext cx="7979316" cy="2189427"/>
          </a:xfrm>
          <a:prstGeom prst="roundRect">
            <a:avLst>
              <a:gd name="adj" fmla="val 4279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LLM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1" name="사각형: 둥근 모서리 12">
            <a:extLst>
              <a:ext uri="{FF2B5EF4-FFF2-40B4-BE49-F238E27FC236}">
                <a16:creationId xmlns:a16="http://schemas.microsoft.com/office/drawing/2014/main" id="{5FC1E958-DBD2-C48D-0689-B93617242600}"/>
              </a:ext>
            </a:extLst>
          </p:cNvPr>
          <p:cNvSpPr/>
          <p:nvPr/>
        </p:nvSpPr>
        <p:spPr>
          <a:xfrm>
            <a:off x="5376227" y="30972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Controller</a:t>
            </a:r>
            <a:endParaRPr lang="ko-KR" altLang="en-US" sz="900" dirty="0"/>
          </a:p>
        </p:txBody>
      </p:sp>
      <p:sp>
        <p:nvSpPr>
          <p:cNvPr id="12" name="사각형: 둥근 모서리 12">
            <a:extLst>
              <a:ext uri="{FF2B5EF4-FFF2-40B4-BE49-F238E27FC236}">
                <a16:creationId xmlns:a16="http://schemas.microsoft.com/office/drawing/2014/main" id="{01A4CB84-C93E-7B7B-1191-8A57074D0E47}"/>
              </a:ext>
            </a:extLst>
          </p:cNvPr>
          <p:cNvSpPr/>
          <p:nvPr/>
        </p:nvSpPr>
        <p:spPr>
          <a:xfrm>
            <a:off x="2091442" y="132559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</a:t>
            </a:r>
            <a:br>
              <a:rPr lang="en-US" altLang="ko-KR" sz="900"/>
            </a:br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14" name="사각형: 둥근 모서리 12">
            <a:extLst>
              <a:ext uri="{FF2B5EF4-FFF2-40B4-BE49-F238E27FC236}">
                <a16:creationId xmlns:a16="http://schemas.microsoft.com/office/drawing/2014/main" id="{3C80008A-D267-65BE-32D2-3A3E3185E404}"/>
              </a:ext>
            </a:extLst>
          </p:cNvPr>
          <p:cNvSpPr/>
          <p:nvPr/>
        </p:nvSpPr>
        <p:spPr>
          <a:xfrm>
            <a:off x="2090078" y="20262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(envoy)</a:t>
            </a:r>
            <a:br>
              <a:rPr lang="en-US" altLang="ko-KR" sz="900" dirty="0"/>
            </a:br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5" name="사각형: 둥근 모서리 12">
            <a:extLst>
              <a:ext uri="{FF2B5EF4-FFF2-40B4-BE49-F238E27FC236}">
                <a16:creationId xmlns:a16="http://schemas.microsoft.com/office/drawing/2014/main" id="{79B63E46-0310-54A6-15B1-BA92DF5CB318}"/>
              </a:ext>
            </a:extLst>
          </p:cNvPr>
          <p:cNvSpPr/>
          <p:nvPr/>
        </p:nvSpPr>
        <p:spPr>
          <a:xfrm>
            <a:off x="3405356" y="307020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20" name="사각형: 둥근 모서리 12">
            <a:extLst>
              <a:ext uri="{FF2B5EF4-FFF2-40B4-BE49-F238E27FC236}">
                <a16:creationId xmlns:a16="http://schemas.microsoft.com/office/drawing/2014/main" id="{DA8A9E29-7E8E-9305-72F0-3AF3832A77FB}"/>
              </a:ext>
            </a:extLst>
          </p:cNvPr>
          <p:cNvSpPr/>
          <p:nvPr/>
        </p:nvSpPr>
        <p:spPr>
          <a:xfrm>
            <a:off x="2090078" y="307020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21" name="사각형: 둥근 모서리 12">
            <a:extLst>
              <a:ext uri="{FF2B5EF4-FFF2-40B4-BE49-F238E27FC236}">
                <a16:creationId xmlns:a16="http://schemas.microsoft.com/office/drawing/2014/main" id="{23D195AE-90DF-5B36-EF8B-02BC6611CA1E}"/>
              </a:ext>
            </a:extLst>
          </p:cNvPr>
          <p:cNvSpPr/>
          <p:nvPr/>
        </p:nvSpPr>
        <p:spPr>
          <a:xfrm>
            <a:off x="2090078" y="437011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22" name="사각형: 둥근 모서리 12">
            <a:extLst>
              <a:ext uri="{FF2B5EF4-FFF2-40B4-BE49-F238E27FC236}">
                <a16:creationId xmlns:a16="http://schemas.microsoft.com/office/drawing/2014/main" id="{03929264-D561-AB89-C323-84CBF73E4997}"/>
              </a:ext>
            </a:extLst>
          </p:cNvPr>
          <p:cNvSpPr/>
          <p:nvPr/>
        </p:nvSpPr>
        <p:spPr>
          <a:xfrm>
            <a:off x="2090078" y="30943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23" name="직선 화살표 연결선 96">
            <a:extLst>
              <a:ext uri="{FF2B5EF4-FFF2-40B4-BE49-F238E27FC236}">
                <a16:creationId xmlns:a16="http://schemas.microsoft.com/office/drawing/2014/main" id="{7C8E9657-A82F-2E95-61D9-CA153D0D3CDE}"/>
              </a:ext>
            </a:extLst>
          </p:cNvPr>
          <p:cNvCxnSpPr>
            <a:cxnSpLocks/>
            <a:stCxn id="22" idx="2"/>
          </p:cNvCxnSpPr>
          <p:nvPr/>
        </p:nvCxnSpPr>
        <p:spPr>
          <a:xfrm>
            <a:off x="2659797" y="760941"/>
            <a:ext cx="1364" cy="56465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96">
            <a:extLst>
              <a:ext uri="{FF2B5EF4-FFF2-40B4-BE49-F238E27FC236}">
                <a16:creationId xmlns:a16="http://schemas.microsoft.com/office/drawing/2014/main" id="{BEA21B93-33F7-5363-6162-B2373E58EAE2}"/>
              </a:ext>
            </a:extLst>
          </p:cNvPr>
          <p:cNvCxnSpPr>
            <a:cxnSpLocks/>
            <a:stCxn id="7" idx="0"/>
            <a:endCxn id="2" idx="2"/>
          </p:cNvCxnSpPr>
          <p:nvPr/>
        </p:nvCxnSpPr>
        <p:spPr>
          <a:xfrm flipV="1">
            <a:off x="4632032" y="756712"/>
            <a:ext cx="0" cy="56888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96">
            <a:extLst>
              <a:ext uri="{FF2B5EF4-FFF2-40B4-BE49-F238E27FC236}">
                <a16:creationId xmlns:a16="http://schemas.microsoft.com/office/drawing/2014/main" id="{4388C77B-4935-5CB8-D176-7BF3C92D9FF1}"/>
              </a:ext>
            </a:extLst>
          </p:cNvPr>
          <p:cNvCxnSpPr>
            <a:cxnSpLocks/>
            <a:stCxn id="12" idx="2"/>
            <a:endCxn id="14" idx="0"/>
          </p:cNvCxnSpPr>
          <p:nvPr/>
        </p:nvCxnSpPr>
        <p:spPr>
          <a:xfrm flipH="1">
            <a:off x="2659797" y="1777108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96">
            <a:extLst>
              <a:ext uri="{FF2B5EF4-FFF2-40B4-BE49-F238E27FC236}">
                <a16:creationId xmlns:a16="http://schemas.microsoft.com/office/drawing/2014/main" id="{51ED296F-B882-880F-79E7-4C1466E4AB30}"/>
              </a:ext>
            </a:extLst>
          </p:cNvPr>
          <p:cNvCxnSpPr>
            <a:cxnSpLocks/>
            <a:stCxn id="2" idx="3"/>
            <a:endCxn id="11" idx="1"/>
          </p:cNvCxnSpPr>
          <p:nvPr/>
        </p:nvCxnSpPr>
        <p:spPr>
          <a:xfrm>
            <a:off x="5201751" y="530957"/>
            <a:ext cx="174476" cy="451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96">
            <a:extLst>
              <a:ext uri="{FF2B5EF4-FFF2-40B4-BE49-F238E27FC236}">
                <a16:creationId xmlns:a16="http://schemas.microsoft.com/office/drawing/2014/main" id="{AEA4FD01-DC4F-62DB-5311-5D243E71E38A}"/>
              </a:ext>
            </a:extLst>
          </p:cNvPr>
          <p:cNvCxnSpPr>
            <a:cxnSpLocks/>
            <a:stCxn id="15" idx="0"/>
            <a:endCxn id="7" idx="2"/>
          </p:cNvCxnSpPr>
          <p:nvPr/>
        </p:nvCxnSpPr>
        <p:spPr>
          <a:xfrm flipV="1">
            <a:off x="3975075" y="1777109"/>
            <a:ext cx="656957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96">
            <a:extLst>
              <a:ext uri="{FF2B5EF4-FFF2-40B4-BE49-F238E27FC236}">
                <a16:creationId xmlns:a16="http://schemas.microsoft.com/office/drawing/2014/main" id="{21348B76-D5DF-00B7-7AF2-8197F56AFF3A}"/>
              </a:ext>
            </a:extLst>
          </p:cNvPr>
          <p:cNvCxnSpPr>
            <a:cxnSpLocks/>
            <a:stCxn id="15" idx="2"/>
            <a:endCxn id="91" idx="0"/>
          </p:cNvCxnSpPr>
          <p:nvPr/>
        </p:nvCxnSpPr>
        <p:spPr>
          <a:xfrm>
            <a:off x="3975075" y="3521718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96">
            <a:extLst>
              <a:ext uri="{FF2B5EF4-FFF2-40B4-BE49-F238E27FC236}">
                <a16:creationId xmlns:a16="http://schemas.microsoft.com/office/drawing/2014/main" id="{7507D8D1-1F74-6654-DCCB-3C22C304F1BC}"/>
              </a:ext>
            </a:extLst>
          </p:cNvPr>
          <p:cNvCxnSpPr>
            <a:cxnSpLocks/>
            <a:stCxn id="14" idx="2"/>
            <a:endCxn id="20" idx="0"/>
          </p:cNvCxnSpPr>
          <p:nvPr/>
        </p:nvCxnSpPr>
        <p:spPr>
          <a:xfrm>
            <a:off x="2659797" y="2477728"/>
            <a:ext cx="0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96">
            <a:extLst>
              <a:ext uri="{FF2B5EF4-FFF2-40B4-BE49-F238E27FC236}">
                <a16:creationId xmlns:a16="http://schemas.microsoft.com/office/drawing/2014/main" id="{D2990641-8419-8D24-1CC8-37E0B12D6176}"/>
              </a:ext>
            </a:extLst>
          </p:cNvPr>
          <p:cNvCxnSpPr>
            <a:cxnSpLocks/>
            <a:stCxn id="91" idx="0"/>
            <a:endCxn id="20" idx="3"/>
          </p:cNvCxnSpPr>
          <p:nvPr/>
        </p:nvCxnSpPr>
        <p:spPr>
          <a:xfrm flipH="1" flipV="1">
            <a:off x="3229516" y="3295963"/>
            <a:ext cx="746846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96">
            <a:extLst>
              <a:ext uri="{FF2B5EF4-FFF2-40B4-BE49-F238E27FC236}">
                <a16:creationId xmlns:a16="http://schemas.microsoft.com/office/drawing/2014/main" id="{4EFAEF02-B7E6-E8E3-3FD4-7DEB717AFAF0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2659797" y="3521718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96">
            <a:extLst>
              <a:ext uri="{FF2B5EF4-FFF2-40B4-BE49-F238E27FC236}">
                <a16:creationId xmlns:a16="http://schemas.microsoft.com/office/drawing/2014/main" id="{139ECECF-F82C-B9A1-6EF6-03D59085D8A8}"/>
              </a:ext>
            </a:extLst>
          </p:cNvPr>
          <p:cNvCxnSpPr>
            <a:cxnSpLocks/>
            <a:stCxn id="11" idx="2"/>
            <a:endCxn id="12" idx="0"/>
          </p:cNvCxnSpPr>
          <p:nvPr/>
        </p:nvCxnSpPr>
        <p:spPr>
          <a:xfrm flipH="1">
            <a:off x="2661161" y="761231"/>
            <a:ext cx="3284785" cy="56436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직선 화살표 연결선 96">
            <a:extLst>
              <a:ext uri="{FF2B5EF4-FFF2-40B4-BE49-F238E27FC236}">
                <a16:creationId xmlns:a16="http://schemas.microsoft.com/office/drawing/2014/main" id="{436EDCFE-6458-487F-796F-17A7BD4F94BB}"/>
              </a:ext>
            </a:extLst>
          </p:cNvPr>
          <p:cNvCxnSpPr>
            <a:cxnSpLocks/>
            <a:stCxn id="11" idx="2"/>
            <a:endCxn id="14" idx="0"/>
          </p:cNvCxnSpPr>
          <p:nvPr/>
        </p:nvCxnSpPr>
        <p:spPr>
          <a:xfrm flipH="1">
            <a:off x="2659797" y="761231"/>
            <a:ext cx="3286149" cy="126498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96">
            <a:extLst>
              <a:ext uri="{FF2B5EF4-FFF2-40B4-BE49-F238E27FC236}">
                <a16:creationId xmlns:a16="http://schemas.microsoft.com/office/drawing/2014/main" id="{F696814C-4110-A895-1A8F-56C5ACD50ABD}"/>
              </a:ext>
            </a:extLst>
          </p:cNvPr>
          <p:cNvCxnSpPr>
            <a:cxnSpLocks/>
            <a:stCxn id="11" idx="2"/>
            <a:endCxn id="20" idx="0"/>
          </p:cNvCxnSpPr>
          <p:nvPr/>
        </p:nvCxnSpPr>
        <p:spPr>
          <a:xfrm flipH="1">
            <a:off x="2659797" y="761231"/>
            <a:ext cx="3286149" cy="2308976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사각형: 둥근 모서리 12">
            <a:extLst>
              <a:ext uri="{FF2B5EF4-FFF2-40B4-BE49-F238E27FC236}">
                <a16:creationId xmlns:a16="http://schemas.microsoft.com/office/drawing/2014/main" id="{A36BE3B1-0F55-1ED2-1329-D597B0349038}"/>
              </a:ext>
            </a:extLst>
          </p:cNvPr>
          <p:cNvSpPr/>
          <p:nvPr/>
        </p:nvSpPr>
        <p:spPr>
          <a:xfrm>
            <a:off x="773513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80" name="직선 화살표 연결선 96">
            <a:extLst>
              <a:ext uri="{FF2B5EF4-FFF2-40B4-BE49-F238E27FC236}">
                <a16:creationId xmlns:a16="http://schemas.microsoft.com/office/drawing/2014/main" id="{96A04251-6AB7-57DF-D4B4-578548891D62}"/>
              </a:ext>
            </a:extLst>
          </p:cNvPr>
          <p:cNvCxnSpPr>
            <a:cxnSpLocks/>
            <a:stCxn id="79" idx="3"/>
            <a:endCxn id="21" idx="1"/>
          </p:cNvCxnSpPr>
          <p:nvPr/>
        </p:nvCxnSpPr>
        <p:spPr>
          <a:xfrm>
            <a:off x="1912951" y="4595873"/>
            <a:ext cx="177127" cy="1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사각형: 둥근 모서리 12">
            <a:extLst>
              <a:ext uri="{FF2B5EF4-FFF2-40B4-BE49-F238E27FC236}">
                <a16:creationId xmlns:a16="http://schemas.microsoft.com/office/drawing/2014/main" id="{B4D8418A-AEA9-CB7F-3D9D-61DAFC4286B3}"/>
              </a:ext>
            </a:extLst>
          </p:cNvPr>
          <p:cNvSpPr/>
          <p:nvPr/>
        </p:nvSpPr>
        <p:spPr>
          <a:xfrm>
            <a:off x="773513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86" name="사각형: 둥근 모서리 12">
            <a:extLst>
              <a:ext uri="{FF2B5EF4-FFF2-40B4-BE49-F238E27FC236}">
                <a16:creationId xmlns:a16="http://schemas.microsoft.com/office/drawing/2014/main" id="{6B007108-3489-EFCE-28A6-B2776ED2AB41}"/>
              </a:ext>
            </a:extLst>
          </p:cNvPr>
          <p:cNvSpPr/>
          <p:nvPr/>
        </p:nvSpPr>
        <p:spPr>
          <a:xfrm>
            <a:off x="773513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91" name="사각형: 둥근 모서리 12">
            <a:extLst>
              <a:ext uri="{FF2B5EF4-FFF2-40B4-BE49-F238E27FC236}">
                <a16:creationId xmlns:a16="http://schemas.microsoft.com/office/drawing/2014/main" id="{A5865510-1801-CE8C-F2CB-93F1F9AF08D6}"/>
              </a:ext>
            </a:extLst>
          </p:cNvPr>
          <p:cNvSpPr/>
          <p:nvPr/>
        </p:nvSpPr>
        <p:spPr>
          <a:xfrm>
            <a:off x="3406643" y="437011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cxnSp>
        <p:nvCxnSpPr>
          <p:cNvPr id="97" name="직선 화살표 연결선 96">
            <a:extLst>
              <a:ext uri="{FF2B5EF4-FFF2-40B4-BE49-F238E27FC236}">
                <a16:creationId xmlns:a16="http://schemas.microsoft.com/office/drawing/2014/main" id="{16BCD9BB-2F35-5487-09CE-62947155F8B7}"/>
              </a:ext>
            </a:extLst>
          </p:cNvPr>
          <p:cNvCxnSpPr>
            <a:cxnSpLocks/>
            <a:stCxn id="83" idx="2"/>
            <a:endCxn id="79" idx="0"/>
          </p:cNvCxnSpPr>
          <p:nvPr/>
        </p:nvCxnSpPr>
        <p:spPr>
          <a:xfrm>
            <a:off x="1343232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8DE7782F-C19B-2C52-D944-68E6F870B52B}"/>
              </a:ext>
            </a:extLst>
          </p:cNvPr>
          <p:cNvCxnSpPr>
            <a:cxnSpLocks/>
            <a:stCxn id="86" idx="2"/>
            <a:endCxn id="83" idx="0"/>
          </p:cNvCxnSpPr>
          <p:nvPr/>
        </p:nvCxnSpPr>
        <p:spPr>
          <a:xfrm>
            <a:off x="1343232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>
            <a:extLst>
              <a:ext uri="{FF2B5EF4-FFF2-40B4-BE49-F238E27FC236}">
                <a16:creationId xmlns:a16="http://schemas.microsoft.com/office/drawing/2014/main" id="{7671F5B1-EF2E-D4DC-BDA9-1CB030F5DAC9}"/>
              </a:ext>
            </a:extLst>
          </p:cNvPr>
          <p:cNvCxnSpPr>
            <a:cxnSpLocks/>
            <a:stCxn id="14" idx="1"/>
            <a:endCxn id="86" idx="0"/>
          </p:cNvCxnSpPr>
          <p:nvPr/>
        </p:nvCxnSpPr>
        <p:spPr>
          <a:xfrm flipH="1">
            <a:off x="1343232" y="2251973"/>
            <a:ext cx="746846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사각형: 둥근 모서리 12">
            <a:extLst>
              <a:ext uri="{FF2B5EF4-FFF2-40B4-BE49-F238E27FC236}">
                <a16:creationId xmlns:a16="http://schemas.microsoft.com/office/drawing/2014/main" id="{58C64673-ED50-C4AB-1A41-691BB4EF5031}"/>
              </a:ext>
            </a:extLst>
          </p:cNvPr>
          <p:cNvSpPr/>
          <p:nvPr/>
        </p:nvSpPr>
        <p:spPr>
          <a:xfrm>
            <a:off x="4716619" y="307020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cxnSp>
        <p:nvCxnSpPr>
          <p:cNvPr id="114" name="직선 화살표 연결선 96">
            <a:extLst>
              <a:ext uri="{FF2B5EF4-FFF2-40B4-BE49-F238E27FC236}">
                <a16:creationId xmlns:a16="http://schemas.microsoft.com/office/drawing/2014/main" id="{5C41BB3C-87F7-703A-5239-77166904D571}"/>
              </a:ext>
            </a:extLst>
          </p:cNvPr>
          <p:cNvCxnSpPr>
            <a:cxnSpLocks/>
            <a:stCxn id="113" idx="2"/>
            <a:endCxn id="115" idx="0"/>
          </p:cNvCxnSpPr>
          <p:nvPr/>
        </p:nvCxnSpPr>
        <p:spPr>
          <a:xfrm>
            <a:off x="5286338" y="3521717"/>
            <a:ext cx="1287" cy="8483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사각형: 둥근 모서리 12">
            <a:extLst>
              <a:ext uri="{FF2B5EF4-FFF2-40B4-BE49-F238E27FC236}">
                <a16:creationId xmlns:a16="http://schemas.microsoft.com/office/drawing/2014/main" id="{3678AD27-235A-EF17-5BFE-1E768ED33CDE}"/>
              </a:ext>
            </a:extLst>
          </p:cNvPr>
          <p:cNvSpPr/>
          <p:nvPr/>
        </p:nvSpPr>
        <p:spPr>
          <a:xfrm>
            <a:off x="4717906" y="437011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/>
              <a:t>InferencePool</a:t>
            </a:r>
            <a:endParaRPr lang="ko-KR" altLang="en-US" sz="900" b="1" dirty="0"/>
          </a:p>
        </p:txBody>
      </p:sp>
      <p:sp>
        <p:nvSpPr>
          <p:cNvPr id="127" name="사각형: 둥근 모서리 12">
            <a:extLst>
              <a:ext uri="{FF2B5EF4-FFF2-40B4-BE49-F238E27FC236}">
                <a16:creationId xmlns:a16="http://schemas.microsoft.com/office/drawing/2014/main" id="{D58762FD-828A-EBC1-0ADC-2BB685F5EA5C}"/>
              </a:ext>
            </a:extLst>
          </p:cNvPr>
          <p:cNvSpPr/>
          <p:nvPr/>
        </p:nvSpPr>
        <p:spPr>
          <a:xfrm>
            <a:off x="6034548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Service</a:t>
            </a:r>
          </a:p>
          <a:p>
            <a:pPr algn="ctr"/>
            <a:r>
              <a:rPr lang="en-US" altLang="ko-KR" sz="900" b="1" dirty="0"/>
              <a:t>(Headless)</a:t>
            </a:r>
            <a:endParaRPr lang="ko-KR" altLang="en-US" sz="900" b="1" dirty="0"/>
          </a:p>
        </p:txBody>
      </p:sp>
      <p:sp>
        <p:nvSpPr>
          <p:cNvPr id="129" name="사각형: 둥근 모서리 12">
            <a:extLst>
              <a:ext uri="{FF2B5EF4-FFF2-40B4-BE49-F238E27FC236}">
                <a16:creationId xmlns:a16="http://schemas.microsoft.com/office/drawing/2014/main" id="{486C0532-DE52-5BE2-DF04-B66A764A77DF}"/>
              </a:ext>
            </a:extLst>
          </p:cNvPr>
          <p:cNvSpPr/>
          <p:nvPr/>
        </p:nvSpPr>
        <p:spPr>
          <a:xfrm>
            <a:off x="6034548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B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30" name="직선 화살표 연결선 96">
            <a:extLst>
              <a:ext uri="{FF2B5EF4-FFF2-40B4-BE49-F238E27FC236}">
                <a16:creationId xmlns:a16="http://schemas.microsoft.com/office/drawing/2014/main" id="{292C888E-513F-5DC1-1ABE-252BAE94B3A6}"/>
              </a:ext>
            </a:extLst>
          </p:cNvPr>
          <p:cNvCxnSpPr>
            <a:cxnSpLocks/>
            <a:stCxn id="115" idx="0"/>
            <a:endCxn id="127" idx="1"/>
          </p:cNvCxnSpPr>
          <p:nvPr/>
        </p:nvCxnSpPr>
        <p:spPr>
          <a:xfrm flipV="1">
            <a:off x="5287625" y="3295962"/>
            <a:ext cx="746923" cy="1074154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화살표 연결선 96">
            <a:extLst>
              <a:ext uri="{FF2B5EF4-FFF2-40B4-BE49-F238E27FC236}">
                <a16:creationId xmlns:a16="http://schemas.microsoft.com/office/drawing/2014/main" id="{322E8B2B-5AB8-51EC-35C2-8F6E0B4D4C26}"/>
              </a:ext>
            </a:extLst>
          </p:cNvPr>
          <p:cNvCxnSpPr>
            <a:cxnSpLocks/>
            <a:stCxn id="14" idx="2"/>
            <a:endCxn id="127" idx="0"/>
          </p:cNvCxnSpPr>
          <p:nvPr/>
        </p:nvCxnSpPr>
        <p:spPr>
          <a:xfrm>
            <a:off x="2659797" y="2477728"/>
            <a:ext cx="3944470" cy="592478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96">
            <a:extLst>
              <a:ext uri="{FF2B5EF4-FFF2-40B4-BE49-F238E27FC236}">
                <a16:creationId xmlns:a16="http://schemas.microsoft.com/office/drawing/2014/main" id="{3442B002-DA97-EA12-A3C4-938B3766DE77}"/>
              </a:ext>
            </a:extLst>
          </p:cNvPr>
          <p:cNvCxnSpPr>
            <a:cxnSpLocks/>
            <a:stCxn id="127" idx="2"/>
            <a:endCxn id="129" idx="0"/>
          </p:cNvCxnSpPr>
          <p:nvPr/>
        </p:nvCxnSpPr>
        <p:spPr>
          <a:xfrm>
            <a:off x="6604267" y="3521717"/>
            <a:ext cx="0" cy="84840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96">
            <a:extLst>
              <a:ext uri="{FF2B5EF4-FFF2-40B4-BE49-F238E27FC236}">
                <a16:creationId xmlns:a16="http://schemas.microsoft.com/office/drawing/2014/main" id="{B420FE5E-CF10-C2D7-E5E8-3502C9911CC0}"/>
              </a:ext>
            </a:extLst>
          </p:cNvPr>
          <p:cNvCxnSpPr>
            <a:cxnSpLocks/>
            <a:stCxn id="113" idx="0"/>
            <a:endCxn id="7" idx="2"/>
          </p:cNvCxnSpPr>
          <p:nvPr/>
        </p:nvCxnSpPr>
        <p:spPr>
          <a:xfrm flipH="1" flipV="1">
            <a:off x="4632032" y="1777109"/>
            <a:ext cx="654306" cy="129309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직선 화살표 연결선 96">
            <a:extLst>
              <a:ext uri="{FF2B5EF4-FFF2-40B4-BE49-F238E27FC236}">
                <a16:creationId xmlns:a16="http://schemas.microsoft.com/office/drawing/2014/main" id="{F3FBA233-91A1-8FAE-FB98-25A884E8E3A3}"/>
              </a:ext>
            </a:extLst>
          </p:cNvPr>
          <p:cNvCxnSpPr>
            <a:cxnSpLocks/>
            <a:stCxn id="91" idx="1"/>
            <a:endCxn id="21" idx="3"/>
          </p:cNvCxnSpPr>
          <p:nvPr/>
        </p:nvCxnSpPr>
        <p:spPr>
          <a:xfrm flipH="1">
            <a:off x="3229516" y="4595873"/>
            <a:ext cx="177127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직선 화살표 연결선 96">
            <a:extLst>
              <a:ext uri="{FF2B5EF4-FFF2-40B4-BE49-F238E27FC236}">
                <a16:creationId xmlns:a16="http://schemas.microsoft.com/office/drawing/2014/main" id="{951097FE-2E56-48BC-2474-A26F5C0B37F8}"/>
              </a:ext>
            </a:extLst>
          </p:cNvPr>
          <p:cNvCxnSpPr>
            <a:cxnSpLocks/>
            <a:stCxn id="115" idx="3"/>
            <a:endCxn id="129" idx="1"/>
          </p:cNvCxnSpPr>
          <p:nvPr/>
        </p:nvCxnSpPr>
        <p:spPr>
          <a:xfrm>
            <a:off x="5857344" y="4595872"/>
            <a:ext cx="17720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화살표 연결선 96">
            <a:extLst>
              <a:ext uri="{FF2B5EF4-FFF2-40B4-BE49-F238E27FC236}">
                <a16:creationId xmlns:a16="http://schemas.microsoft.com/office/drawing/2014/main" id="{89D8A2A7-9E40-A633-060C-DCCAD740AA59}"/>
              </a:ext>
            </a:extLst>
          </p:cNvPr>
          <p:cNvCxnSpPr>
            <a:cxnSpLocks/>
            <a:stCxn id="11" idx="2"/>
            <a:endCxn id="127" idx="0"/>
          </p:cNvCxnSpPr>
          <p:nvPr/>
        </p:nvCxnSpPr>
        <p:spPr>
          <a:xfrm>
            <a:off x="5945946" y="761231"/>
            <a:ext cx="658321" cy="2308975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9" name="사각형: 둥근 모서리 12">
            <a:extLst>
              <a:ext uri="{FF2B5EF4-FFF2-40B4-BE49-F238E27FC236}">
                <a16:creationId xmlns:a16="http://schemas.microsoft.com/office/drawing/2014/main" id="{6201EEC4-53B4-4BE0-5328-B51A3BB75C9E}"/>
              </a:ext>
            </a:extLst>
          </p:cNvPr>
          <p:cNvSpPr/>
          <p:nvPr/>
        </p:nvSpPr>
        <p:spPr>
          <a:xfrm>
            <a:off x="7351190" y="4370117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180" name="사각형: 둥근 모서리 12">
            <a:extLst>
              <a:ext uri="{FF2B5EF4-FFF2-40B4-BE49-F238E27FC236}">
                <a16:creationId xmlns:a16="http://schemas.microsoft.com/office/drawing/2014/main" id="{020E512A-1568-1FA5-6A60-E7AF1F1627F6}"/>
              </a:ext>
            </a:extLst>
          </p:cNvPr>
          <p:cNvSpPr/>
          <p:nvPr/>
        </p:nvSpPr>
        <p:spPr>
          <a:xfrm>
            <a:off x="7351190" y="3720161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DestinationRule</a:t>
            </a:r>
            <a:endParaRPr lang="ko-KR" altLang="en-US" sz="900" b="1" dirty="0"/>
          </a:p>
        </p:txBody>
      </p:sp>
      <p:sp>
        <p:nvSpPr>
          <p:cNvPr id="181" name="사각형: 둥근 모서리 12">
            <a:extLst>
              <a:ext uri="{FF2B5EF4-FFF2-40B4-BE49-F238E27FC236}">
                <a16:creationId xmlns:a16="http://schemas.microsoft.com/office/drawing/2014/main" id="{6C18DDA7-4016-C989-CCF5-FB7A915EF3C6}"/>
              </a:ext>
            </a:extLst>
          </p:cNvPr>
          <p:cNvSpPr/>
          <p:nvPr/>
        </p:nvSpPr>
        <p:spPr>
          <a:xfrm>
            <a:off x="7351190" y="307020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Model A EPP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cxnSp>
        <p:nvCxnSpPr>
          <p:cNvPr id="183" name="직선 화살표 연결선 96">
            <a:extLst>
              <a:ext uri="{FF2B5EF4-FFF2-40B4-BE49-F238E27FC236}">
                <a16:creationId xmlns:a16="http://schemas.microsoft.com/office/drawing/2014/main" id="{484512C4-D518-9463-DB2F-34D9A4BFE819}"/>
              </a:ext>
            </a:extLst>
          </p:cNvPr>
          <p:cNvCxnSpPr>
            <a:cxnSpLocks/>
            <a:stCxn id="179" idx="1"/>
            <a:endCxn id="129" idx="3"/>
          </p:cNvCxnSpPr>
          <p:nvPr/>
        </p:nvCxnSpPr>
        <p:spPr>
          <a:xfrm flipH="1">
            <a:off x="7173986" y="4595873"/>
            <a:ext cx="177204" cy="0"/>
          </a:xfrm>
          <a:prstGeom prst="straightConnector1">
            <a:avLst/>
          </a:prstGeom>
          <a:ln w="12700">
            <a:solidFill>
              <a:schemeClr val="accent6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직선 화살표 연결선 188">
            <a:extLst>
              <a:ext uri="{FF2B5EF4-FFF2-40B4-BE49-F238E27FC236}">
                <a16:creationId xmlns:a16="http://schemas.microsoft.com/office/drawing/2014/main" id="{3C159BDD-C3BF-7F8F-17DC-125EA25B9B0B}"/>
              </a:ext>
            </a:extLst>
          </p:cNvPr>
          <p:cNvCxnSpPr>
            <a:cxnSpLocks/>
            <a:stCxn id="14" idx="3"/>
            <a:endCxn id="181" idx="0"/>
          </p:cNvCxnSpPr>
          <p:nvPr/>
        </p:nvCxnSpPr>
        <p:spPr>
          <a:xfrm>
            <a:off x="3229516" y="2251973"/>
            <a:ext cx="4691393" cy="818233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직선 화살표 연결선 192">
            <a:extLst>
              <a:ext uri="{FF2B5EF4-FFF2-40B4-BE49-F238E27FC236}">
                <a16:creationId xmlns:a16="http://schemas.microsoft.com/office/drawing/2014/main" id="{37FBB5FC-B88F-6376-DF91-6C59D6708CF8}"/>
              </a:ext>
            </a:extLst>
          </p:cNvPr>
          <p:cNvCxnSpPr>
            <a:cxnSpLocks/>
            <a:stCxn id="181" idx="2"/>
            <a:endCxn id="180" idx="0"/>
          </p:cNvCxnSpPr>
          <p:nvPr/>
        </p:nvCxnSpPr>
        <p:spPr>
          <a:xfrm>
            <a:off x="7920909" y="3521717"/>
            <a:ext cx="0" cy="198444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직선 화살표 연결선 197">
            <a:extLst>
              <a:ext uri="{FF2B5EF4-FFF2-40B4-BE49-F238E27FC236}">
                <a16:creationId xmlns:a16="http://schemas.microsoft.com/office/drawing/2014/main" id="{754AE87E-1EA3-EF5D-E252-C9A605A2668F}"/>
              </a:ext>
            </a:extLst>
          </p:cNvPr>
          <p:cNvCxnSpPr>
            <a:cxnSpLocks/>
            <a:stCxn id="180" idx="2"/>
            <a:endCxn id="179" idx="0"/>
          </p:cNvCxnSpPr>
          <p:nvPr/>
        </p:nvCxnSpPr>
        <p:spPr>
          <a:xfrm>
            <a:off x="7920909" y="4171672"/>
            <a:ext cx="0" cy="198445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직선 화살표 연결선 96">
            <a:extLst>
              <a:ext uri="{FF2B5EF4-FFF2-40B4-BE49-F238E27FC236}">
                <a16:creationId xmlns:a16="http://schemas.microsoft.com/office/drawing/2014/main" id="{5BA8064B-0B00-5E74-F0E7-6E514B3E7968}"/>
              </a:ext>
            </a:extLst>
          </p:cNvPr>
          <p:cNvCxnSpPr>
            <a:cxnSpLocks/>
          </p:cNvCxnSpPr>
          <p:nvPr/>
        </p:nvCxnSpPr>
        <p:spPr>
          <a:xfrm>
            <a:off x="7392531" y="377236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TextBox 202">
            <a:extLst>
              <a:ext uri="{FF2B5EF4-FFF2-40B4-BE49-F238E27FC236}">
                <a16:creationId xmlns:a16="http://schemas.microsoft.com/office/drawing/2014/main" id="{09FC8EED-2732-BC99-BAFE-C0FAE09B38FB}"/>
              </a:ext>
            </a:extLst>
          </p:cNvPr>
          <p:cNvSpPr txBox="1"/>
          <p:nvPr/>
        </p:nvSpPr>
        <p:spPr>
          <a:xfrm>
            <a:off x="7688274" y="267466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04" name="직선 화살표 연결선 96">
            <a:extLst>
              <a:ext uri="{FF2B5EF4-FFF2-40B4-BE49-F238E27FC236}">
                <a16:creationId xmlns:a16="http://schemas.microsoft.com/office/drawing/2014/main" id="{EB17D397-50C1-D4B4-77E0-3A1BBBD0E1E8}"/>
              </a:ext>
            </a:extLst>
          </p:cNvPr>
          <p:cNvCxnSpPr>
            <a:cxnSpLocks/>
          </p:cNvCxnSpPr>
          <p:nvPr/>
        </p:nvCxnSpPr>
        <p:spPr>
          <a:xfrm>
            <a:off x="7392531" y="613485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A045B9CF-8D97-4B64-C4A1-15AEB2FAB3A5}"/>
              </a:ext>
            </a:extLst>
          </p:cNvPr>
          <p:cNvSpPr txBox="1"/>
          <p:nvPr/>
        </p:nvSpPr>
        <p:spPr>
          <a:xfrm>
            <a:off x="7688274" y="503715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06" name="직선 화살표 연결선 96">
            <a:extLst>
              <a:ext uri="{FF2B5EF4-FFF2-40B4-BE49-F238E27FC236}">
                <a16:creationId xmlns:a16="http://schemas.microsoft.com/office/drawing/2014/main" id="{BC3BC161-D5CD-1500-397F-4C3A63AFEC2B}"/>
              </a:ext>
            </a:extLst>
          </p:cNvPr>
          <p:cNvCxnSpPr>
            <a:cxnSpLocks/>
          </p:cNvCxnSpPr>
          <p:nvPr/>
        </p:nvCxnSpPr>
        <p:spPr>
          <a:xfrm>
            <a:off x="7392531" y="847542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TextBox 206">
            <a:extLst>
              <a:ext uri="{FF2B5EF4-FFF2-40B4-BE49-F238E27FC236}">
                <a16:creationId xmlns:a16="http://schemas.microsoft.com/office/drawing/2014/main" id="{7E780DC0-F077-59B0-05E9-AE8DD67C0615}"/>
              </a:ext>
            </a:extLst>
          </p:cNvPr>
          <p:cNvSpPr txBox="1"/>
          <p:nvPr/>
        </p:nvSpPr>
        <p:spPr>
          <a:xfrm>
            <a:off x="7688274" y="737772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cxnSp>
        <p:nvCxnSpPr>
          <p:cNvPr id="209" name="직선 화살표 연결선 96">
            <a:extLst>
              <a:ext uri="{FF2B5EF4-FFF2-40B4-BE49-F238E27FC236}">
                <a16:creationId xmlns:a16="http://schemas.microsoft.com/office/drawing/2014/main" id="{66F793BB-47F8-7D7B-90F2-F11648E09749}"/>
              </a:ext>
            </a:extLst>
          </p:cNvPr>
          <p:cNvCxnSpPr>
            <a:cxnSpLocks/>
          </p:cNvCxnSpPr>
          <p:nvPr/>
        </p:nvCxnSpPr>
        <p:spPr>
          <a:xfrm>
            <a:off x="7392531" y="1081598"/>
            <a:ext cx="323569" cy="0"/>
          </a:xfrm>
          <a:prstGeom prst="straightConnector1">
            <a:avLst/>
          </a:prstGeom>
          <a:ln w="1270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DC3E3A22-FE2E-DEDD-3ED0-F59A07F9EE60}"/>
              </a:ext>
            </a:extLst>
          </p:cNvPr>
          <p:cNvSpPr txBox="1"/>
          <p:nvPr/>
        </p:nvSpPr>
        <p:spPr>
          <a:xfrm>
            <a:off x="7688274" y="971828"/>
            <a:ext cx="103096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Select Endpoint</a:t>
            </a:r>
            <a:endParaRPr lang="en-KR" sz="900"/>
          </a:p>
        </p:txBody>
      </p:sp>
    </p:spTree>
    <p:extLst>
      <p:ext uri="{BB962C8B-B14F-4D97-AF65-F5344CB8AC3E}">
        <p14:creationId xmlns:p14="http://schemas.microsoft.com/office/powerpoint/2010/main" val="12211988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2A60A-8045-C872-D0B4-4ECF7EA1E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72CA7226-1928-EAEC-8BC1-C377F5B482D9}"/>
              </a:ext>
            </a:extLst>
          </p:cNvPr>
          <p:cNvSpPr/>
          <p:nvPr/>
        </p:nvSpPr>
        <p:spPr>
          <a:xfrm>
            <a:off x="5139179" y="73542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Vendor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7DF0A562-ECD2-F54D-BB26-C808FAFA5F79}"/>
              </a:ext>
            </a:extLst>
          </p:cNvPr>
          <p:cNvSpPr/>
          <p:nvPr/>
        </p:nvSpPr>
        <p:spPr>
          <a:xfrm>
            <a:off x="3056578" y="1792126"/>
            <a:ext cx="5304640" cy="1545936"/>
          </a:xfrm>
          <a:prstGeom prst="roundRect">
            <a:avLst>
              <a:gd name="adj" fmla="val 7127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Gateway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6AF81984-B9E4-A407-7E8B-38D1E9CEEFD5}"/>
              </a:ext>
            </a:extLst>
          </p:cNvPr>
          <p:cNvSpPr/>
          <p:nvPr/>
        </p:nvSpPr>
        <p:spPr>
          <a:xfrm>
            <a:off x="4482222" y="209191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0170B70D-6184-2672-A9D8-97DD8E8D33F6}"/>
              </a:ext>
            </a:extLst>
          </p:cNvPr>
          <p:cNvSpPr/>
          <p:nvPr/>
        </p:nvSpPr>
        <p:spPr>
          <a:xfrm>
            <a:off x="5796136" y="209190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05E0769E-4F34-DBC9-2839-A37E3E16D60D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5051941" y="1186933"/>
            <a:ext cx="656957" cy="90497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E0EB4756-70B7-8920-A7F3-5B4D2E803AC1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5708898" y="1186933"/>
            <a:ext cx="656957" cy="90497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081281B8-2D86-E316-B449-5F7283FD57D2}"/>
              </a:ext>
            </a:extLst>
          </p:cNvPr>
          <p:cNvSpPr/>
          <p:nvPr/>
        </p:nvSpPr>
        <p:spPr>
          <a:xfrm>
            <a:off x="2463800" y="3524900"/>
            <a:ext cx="6489700" cy="1495118"/>
          </a:xfrm>
          <a:prstGeom prst="roundRect">
            <a:avLst>
              <a:gd name="adj" fmla="val 8056"/>
            </a:avLst>
          </a:prstGeom>
          <a:noFill/>
          <a:ln w="12700">
            <a:prstDash val="solid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r>
              <a:rPr lang="en-US" altLang="ko-KR" sz="1000" dirty="0"/>
              <a:t>App </a:t>
            </a:r>
            <a:r>
              <a:rPr lang="en-US" altLang="ko-KR" sz="1000" b="1" dirty="0"/>
              <a:t>Namespace</a:t>
            </a:r>
            <a:endParaRPr lang="ko-KR" altLang="en-US" sz="1000" b="1" dirty="0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8F44604D-9B15-A6BB-C3AC-33FD36882FC8}"/>
              </a:ext>
            </a:extLst>
          </p:cNvPr>
          <p:cNvSpPr/>
          <p:nvPr/>
        </p:nvSpPr>
        <p:spPr>
          <a:xfrm>
            <a:off x="6770451" y="1159658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Gateway Controller</a:t>
            </a:r>
            <a:endParaRPr lang="ko-KR" altLang="en-US" sz="900" dirty="0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FD58DEB5-7600-DCC0-4AEE-C90A29D699AD}"/>
              </a:ext>
            </a:extLst>
          </p:cNvPr>
          <p:cNvCxnSpPr>
            <a:cxnSpLocks/>
            <a:stCxn id="4" idx="3"/>
            <a:endCxn id="18" idx="0"/>
          </p:cNvCxnSpPr>
          <p:nvPr/>
        </p:nvCxnSpPr>
        <p:spPr>
          <a:xfrm>
            <a:off x="6278617" y="961178"/>
            <a:ext cx="1061553" cy="19848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사각형: 둥근 모서리 12">
            <a:extLst>
              <a:ext uri="{FF2B5EF4-FFF2-40B4-BE49-F238E27FC236}">
                <a16:creationId xmlns:a16="http://schemas.microsoft.com/office/drawing/2014/main" id="{D2BEC4E8-BDA6-0761-917E-799650B711B7}"/>
              </a:ext>
            </a:extLst>
          </p:cNvPr>
          <p:cNvSpPr/>
          <p:nvPr/>
        </p:nvSpPr>
        <p:spPr>
          <a:xfrm>
            <a:off x="7110050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sp>
        <p:nvSpPr>
          <p:cNvPr id="27" name="사각형: 둥근 모서리 12">
            <a:extLst>
              <a:ext uri="{FF2B5EF4-FFF2-40B4-BE49-F238E27FC236}">
                <a16:creationId xmlns:a16="http://schemas.microsoft.com/office/drawing/2014/main" id="{31A9F01F-DE4D-1F6A-EBA1-0747CDD68B7C}"/>
              </a:ext>
            </a:extLst>
          </p:cNvPr>
          <p:cNvSpPr/>
          <p:nvPr/>
        </p:nvSpPr>
        <p:spPr>
          <a:xfrm>
            <a:off x="3168308" y="209190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 dirty="0"/>
              <a:t>Service (LB)</a:t>
            </a:r>
            <a:endParaRPr lang="ko-KR" altLang="en-US" sz="900" b="1" dirty="0"/>
          </a:p>
        </p:txBody>
      </p:sp>
      <p:cxnSp>
        <p:nvCxnSpPr>
          <p:cNvPr id="28" name="직선 화살표 연결선 96">
            <a:extLst>
              <a:ext uri="{FF2B5EF4-FFF2-40B4-BE49-F238E27FC236}">
                <a16:creationId xmlns:a16="http://schemas.microsoft.com/office/drawing/2014/main" id="{5DB39D59-2616-2C66-DD0E-C7957A44CF5F}"/>
              </a:ext>
            </a:extLst>
          </p:cNvPr>
          <p:cNvCxnSpPr>
            <a:cxnSpLocks/>
            <a:stCxn id="18" idx="2"/>
            <a:endCxn id="27" idx="0"/>
          </p:cNvCxnSpPr>
          <p:nvPr/>
        </p:nvCxnSpPr>
        <p:spPr>
          <a:xfrm flipH="1">
            <a:off x="3738027" y="1611169"/>
            <a:ext cx="3602143" cy="48074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96">
            <a:extLst>
              <a:ext uri="{FF2B5EF4-FFF2-40B4-BE49-F238E27FC236}">
                <a16:creationId xmlns:a16="http://schemas.microsoft.com/office/drawing/2014/main" id="{D4F6A704-D354-D6A6-3F68-7DEEF0152DD4}"/>
              </a:ext>
            </a:extLst>
          </p:cNvPr>
          <p:cNvCxnSpPr>
            <a:cxnSpLocks/>
            <a:stCxn id="18" idx="2"/>
            <a:endCxn id="26" idx="0"/>
          </p:cNvCxnSpPr>
          <p:nvPr/>
        </p:nvCxnSpPr>
        <p:spPr>
          <a:xfrm>
            <a:off x="7340170" y="1611169"/>
            <a:ext cx="339599" cy="48074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96">
            <a:extLst>
              <a:ext uri="{FF2B5EF4-FFF2-40B4-BE49-F238E27FC236}">
                <a16:creationId xmlns:a16="http://schemas.microsoft.com/office/drawing/2014/main" id="{DDBE155E-E461-9A82-97AE-F07B72EB07AF}"/>
              </a:ext>
            </a:extLst>
          </p:cNvPr>
          <p:cNvCxnSpPr>
            <a:cxnSpLocks/>
            <a:stCxn id="5" idx="1"/>
            <a:endCxn id="27" idx="3"/>
          </p:cNvCxnSpPr>
          <p:nvPr/>
        </p:nvCxnSpPr>
        <p:spPr>
          <a:xfrm flipH="1" flipV="1">
            <a:off x="4307746" y="2317665"/>
            <a:ext cx="174476" cy="1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사각형: 둥근 모서리 12">
            <a:extLst>
              <a:ext uri="{FF2B5EF4-FFF2-40B4-BE49-F238E27FC236}">
                <a16:creationId xmlns:a16="http://schemas.microsoft.com/office/drawing/2014/main" id="{AD0858C9-543E-E1C4-C440-20D08876B30F}"/>
              </a:ext>
            </a:extLst>
          </p:cNvPr>
          <p:cNvSpPr/>
          <p:nvPr/>
        </p:nvSpPr>
        <p:spPr>
          <a:xfrm>
            <a:off x="3166944" y="74823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dirty="0"/>
              <a:t>Client</a:t>
            </a:r>
            <a:endParaRPr lang="ko-KR" altLang="en-US" sz="900" dirty="0"/>
          </a:p>
        </p:txBody>
      </p:sp>
      <p:cxnSp>
        <p:nvCxnSpPr>
          <p:cNvPr id="42" name="직선 화살표 연결선 96">
            <a:extLst>
              <a:ext uri="{FF2B5EF4-FFF2-40B4-BE49-F238E27FC236}">
                <a16:creationId xmlns:a16="http://schemas.microsoft.com/office/drawing/2014/main" id="{49BB6146-C522-843C-012F-28A6782C9F9C}"/>
              </a:ext>
            </a:extLst>
          </p:cNvPr>
          <p:cNvCxnSpPr>
            <a:cxnSpLocks/>
            <a:stCxn id="8" idx="3"/>
            <a:endCxn id="26" idx="1"/>
          </p:cNvCxnSpPr>
          <p:nvPr/>
        </p:nvCxnSpPr>
        <p:spPr>
          <a:xfrm>
            <a:off x="6935574" y="231766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사각형: 둥근 모서리 12">
            <a:extLst>
              <a:ext uri="{FF2B5EF4-FFF2-40B4-BE49-F238E27FC236}">
                <a16:creationId xmlns:a16="http://schemas.microsoft.com/office/drawing/2014/main" id="{CAC534FE-EF0F-B8C4-64BE-ADB51A42EA65}"/>
              </a:ext>
            </a:extLst>
          </p:cNvPr>
          <p:cNvSpPr/>
          <p:nvPr/>
        </p:nvSpPr>
        <p:spPr>
          <a:xfrm>
            <a:off x="3166944" y="279252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Gateway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sp>
        <p:nvSpPr>
          <p:cNvPr id="47" name="사각형: 둥근 모서리 12">
            <a:extLst>
              <a:ext uri="{FF2B5EF4-FFF2-40B4-BE49-F238E27FC236}">
                <a16:creationId xmlns:a16="http://schemas.microsoft.com/office/drawing/2014/main" id="{28E3823D-E78B-FAEB-82CA-F3038DF6B055}"/>
              </a:ext>
            </a:extLst>
          </p:cNvPr>
          <p:cNvSpPr/>
          <p:nvPr/>
        </p:nvSpPr>
        <p:spPr>
          <a:xfrm>
            <a:off x="7110050" y="2789286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Gateway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48" name="직선 화살표 연결선 96">
            <a:extLst>
              <a:ext uri="{FF2B5EF4-FFF2-40B4-BE49-F238E27FC236}">
                <a16:creationId xmlns:a16="http://schemas.microsoft.com/office/drawing/2014/main" id="{3126A693-7289-E88A-5756-C25AA02CEF3E}"/>
              </a:ext>
            </a:extLst>
          </p:cNvPr>
          <p:cNvCxnSpPr>
            <a:cxnSpLocks/>
            <a:stCxn id="41" idx="2"/>
            <a:endCxn id="27" idx="0"/>
          </p:cNvCxnSpPr>
          <p:nvPr/>
        </p:nvCxnSpPr>
        <p:spPr>
          <a:xfrm>
            <a:off x="3736663" y="526334"/>
            <a:ext cx="1364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96">
            <a:extLst>
              <a:ext uri="{FF2B5EF4-FFF2-40B4-BE49-F238E27FC236}">
                <a16:creationId xmlns:a16="http://schemas.microsoft.com/office/drawing/2014/main" id="{59091320-F068-271C-23B6-846039B06EFD}"/>
              </a:ext>
            </a:extLst>
          </p:cNvPr>
          <p:cNvCxnSpPr>
            <a:cxnSpLocks/>
            <a:stCxn id="41" idx="2"/>
            <a:endCxn id="26" idx="0"/>
          </p:cNvCxnSpPr>
          <p:nvPr/>
        </p:nvCxnSpPr>
        <p:spPr>
          <a:xfrm>
            <a:off x="3736663" y="526334"/>
            <a:ext cx="3943106" cy="1565575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96">
            <a:extLst>
              <a:ext uri="{FF2B5EF4-FFF2-40B4-BE49-F238E27FC236}">
                <a16:creationId xmlns:a16="http://schemas.microsoft.com/office/drawing/2014/main" id="{180508BA-07D8-62D2-AE30-4914A48D6CAB}"/>
              </a:ext>
            </a:extLst>
          </p:cNvPr>
          <p:cNvCxnSpPr>
            <a:cxnSpLocks/>
            <a:stCxn id="27" idx="2"/>
            <a:endCxn id="46" idx="0"/>
          </p:cNvCxnSpPr>
          <p:nvPr/>
        </p:nvCxnSpPr>
        <p:spPr>
          <a:xfrm flipH="1">
            <a:off x="3736663" y="2543420"/>
            <a:ext cx="1364" cy="24910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96">
            <a:extLst>
              <a:ext uri="{FF2B5EF4-FFF2-40B4-BE49-F238E27FC236}">
                <a16:creationId xmlns:a16="http://schemas.microsoft.com/office/drawing/2014/main" id="{7F327002-AC3A-F262-212E-73715FD46D27}"/>
              </a:ext>
            </a:extLst>
          </p:cNvPr>
          <p:cNvCxnSpPr>
            <a:cxnSpLocks/>
            <a:stCxn id="26" idx="2"/>
            <a:endCxn id="47" idx="0"/>
          </p:cNvCxnSpPr>
          <p:nvPr/>
        </p:nvCxnSpPr>
        <p:spPr>
          <a:xfrm>
            <a:off x="7679769" y="2543420"/>
            <a:ext cx="0" cy="245866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연결선[R] 103">
            <a:extLst>
              <a:ext uri="{FF2B5EF4-FFF2-40B4-BE49-F238E27FC236}">
                <a16:creationId xmlns:a16="http://schemas.microsoft.com/office/drawing/2014/main" id="{A987A162-DBD9-C207-FE2A-FA71B63BF527}"/>
              </a:ext>
            </a:extLst>
          </p:cNvPr>
          <p:cNvCxnSpPr>
            <a:cxnSpLocks/>
          </p:cNvCxnSpPr>
          <p:nvPr/>
        </p:nvCxnSpPr>
        <p:spPr>
          <a:xfrm>
            <a:off x="1043608" y="1399538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[R] 107">
            <a:extLst>
              <a:ext uri="{FF2B5EF4-FFF2-40B4-BE49-F238E27FC236}">
                <a16:creationId xmlns:a16="http://schemas.microsoft.com/office/drawing/2014/main" id="{235C078B-A91C-52D5-BB37-F951CBF37A12}"/>
              </a:ext>
            </a:extLst>
          </p:cNvPr>
          <p:cNvCxnSpPr>
            <a:cxnSpLocks/>
          </p:cNvCxnSpPr>
          <p:nvPr/>
        </p:nvCxnSpPr>
        <p:spPr>
          <a:xfrm>
            <a:off x="1043608" y="3428311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B9E58C46-04E6-0681-735C-93AE99A0CD01}"/>
              </a:ext>
            </a:extLst>
          </p:cNvPr>
          <p:cNvSpPr/>
          <p:nvPr/>
        </p:nvSpPr>
        <p:spPr>
          <a:xfrm>
            <a:off x="4482222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109" name="사각형: 둥근 모서리 12">
            <a:extLst>
              <a:ext uri="{FF2B5EF4-FFF2-40B4-BE49-F238E27FC236}">
                <a16:creationId xmlns:a16="http://schemas.microsoft.com/office/drawing/2014/main" id="{8ADE1538-FF60-5341-184C-BC8CC601CF19}"/>
              </a:ext>
            </a:extLst>
          </p:cNvPr>
          <p:cNvSpPr/>
          <p:nvPr/>
        </p:nvSpPr>
        <p:spPr>
          <a:xfrm>
            <a:off x="5796135" y="3836519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GRPCRoute</a:t>
            </a:r>
            <a:endParaRPr lang="ko-KR" altLang="en-US" sz="900" b="1" dirty="0"/>
          </a:p>
        </p:txBody>
      </p:sp>
      <p:sp>
        <p:nvSpPr>
          <p:cNvPr id="110" name="사각형: 둥근 모서리 12">
            <a:extLst>
              <a:ext uri="{FF2B5EF4-FFF2-40B4-BE49-F238E27FC236}">
                <a16:creationId xmlns:a16="http://schemas.microsoft.com/office/drawing/2014/main" id="{5F5B150C-E8D4-1F0E-5F8B-E086FCC739AF}"/>
              </a:ext>
            </a:extLst>
          </p:cNvPr>
          <p:cNvSpPr/>
          <p:nvPr/>
        </p:nvSpPr>
        <p:spPr>
          <a:xfrm>
            <a:off x="3847030" y="4486770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/>
              <a:t>TLSRoute</a:t>
            </a:r>
            <a:endParaRPr lang="ko-KR" altLang="en-US" sz="900" b="1" dirty="0"/>
          </a:p>
        </p:txBody>
      </p:sp>
      <p:sp>
        <p:nvSpPr>
          <p:cNvPr id="111" name="사각형: 둥근 모서리 12">
            <a:extLst>
              <a:ext uri="{FF2B5EF4-FFF2-40B4-BE49-F238E27FC236}">
                <a16:creationId xmlns:a16="http://schemas.microsoft.com/office/drawing/2014/main" id="{433FD7D3-3819-C914-E524-666E4B1A51F2}"/>
              </a:ext>
            </a:extLst>
          </p:cNvPr>
          <p:cNvSpPr/>
          <p:nvPr/>
        </p:nvSpPr>
        <p:spPr>
          <a:xfrm>
            <a:off x="5138497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TCPRoute</a:t>
            </a:r>
            <a:endParaRPr lang="ko-KR" altLang="en-US" sz="900" b="1" dirty="0"/>
          </a:p>
        </p:txBody>
      </p:sp>
      <p:sp>
        <p:nvSpPr>
          <p:cNvPr id="112" name="사각형: 둥근 모서리 12">
            <a:extLst>
              <a:ext uri="{FF2B5EF4-FFF2-40B4-BE49-F238E27FC236}">
                <a16:creationId xmlns:a16="http://schemas.microsoft.com/office/drawing/2014/main" id="{5C578898-1C41-0482-350C-0B7A99DBB06D}"/>
              </a:ext>
            </a:extLst>
          </p:cNvPr>
          <p:cNvSpPr/>
          <p:nvPr/>
        </p:nvSpPr>
        <p:spPr>
          <a:xfrm>
            <a:off x="6429964" y="4486771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/>
              <a:t>UDPRoute</a:t>
            </a:r>
            <a:endParaRPr lang="ko-KR" altLang="en-US" sz="900" b="1" dirty="0"/>
          </a:p>
        </p:txBody>
      </p:sp>
      <p:sp>
        <p:nvSpPr>
          <p:cNvPr id="118" name="사각형: 둥근 모서리 12">
            <a:extLst>
              <a:ext uri="{FF2B5EF4-FFF2-40B4-BE49-F238E27FC236}">
                <a16:creationId xmlns:a16="http://schemas.microsoft.com/office/drawing/2014/main" id="{A15D81A6-5C4B-7C05-7F0F-C248782C5D77}"/>
              </a:ext>
            </a:extLst>
          </p:cNvPr>
          <p:cNvSpPr/>
          <p:nvPr/>
        </p:nvSpPr>
        <p:spPr>
          <a:xfrm>
            <a:off x="3168308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21" name="사각형: 둥근 모서리 12">
            <a:extLst>
              <a:ext uri="{FF2B5EF4-FFF2-40B4-BE49-F238E27FC236}">
                <a16:creationId xmlns:a16="http://schemas.microsoft.com/office/drawing/2014/main" id="{77A879F5-A91C-7270-6039-F92DD5D8B84C}"/>
              </a:ext>
            </a:extLst>
          </p:cNvPr>
          <p:cNvSpPr/>
          <p:nvPr/>
        </p:nvSpPr>
        <p:spPr>
          <a:xfrm>
            <a:off x="2551546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22" name="직선 화살표 연결선 96">
            <a:extLst>
              <a:ext uri="{FF2B5EF4-FFF2-40B4-BE49-F238E27FC236}">
                <a16:creationId xmlns:a16="http://schemas.microsoft.com/office/drawing/2014/main" id="{C8229506-6325-16AD-E375-74C8F0836376}"/>
              </a:ext>
            </a:extLst>
          </p:cNvPr>
          <p:cNvCxnSpPr>
            <a:cxnSpLocks/>
            <a:stCxn id="46" idx="2"/>
            <a:endCxn id="118" idx="0"/>
          </p:cNvCxnSpPr>
          <p:nvPr/>
        </p:nvCxnSpPr>
        <p:spPr>
          <a:xfrm>
            <a:off x="3736663" y="3244040"/>
            <a:ext cx="1364" cy="592479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직선 화살표 연결선 96">
            <a:extLst>
              <a:ext uri="{FF2B5EF4-FFF2-40B4-BE49-F238E27FC236}">
                <a16:creationId xmlns:a16="http://schemas.microsoft.com/office/drawing/2014/main" id="{ECF57EB1-690C-AF69-EFD9-08FEAB097C9F}"/>
              </a:ext>
            </a:extLst>
          </p:cNvPr>
          <p:cNvCxnSpPr>
            <a:cxnSpLocks/>
            <a:stCxn id="118" idx="2"/>
            <a:endCxn id="121" idx="0"/>
          </p:cNvCxnSpPr>
          <p:nvPr/>
        </p:nvCxnSpPr>
        <p:spPr>
          <a:xfrm flipH="1">
            <a:off x="3121265" y="4288030"/>
            <a:ext cx="616762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직선 화살표 연결선 96">
            <a:extLst>
              <a:ext uri="{FF2B5EF4-FFF2-40B4-BE49-F238E27FC236}">
                <a16:creationId xmlns:a16="http://schemas.microsoft.com/office/drawing/2014/main" id="{AF61AD8D-1791-F3C8-F4C2-5B0664B97244}"/>
              </a:ext>
            </a:extLst>
          </p:cNvPr>
          <p:cNvCxnSpPr>
            <a:cxnSpLocks/>
            <a:stCxn id="17" idx="0"/>
            <a:endCxn id="5" idx="2"/>
          </p:cNvCxnSpPr>
          <p:nvPr/>
        </p:nvCxnSpPr>
        <p:spPr>
          <a:xfrm flipV="1">
            <a:off x="5051941" y="2543421"/>
            <a:ext cx="0" cy="129309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직선 화살표 연결선 96">
            <a:extLst>
              <a:ext uri="{FF2B5EF4-FFF2-40B4-BE49-F238E27FC236}">
                <a16:creationId xmlns:a16="http://schemas.microsoft.com/office/drawing/2014/main" id="{5155BD9D-1441-0186-7796-571D15AEF371}"/>
              </a:ext>
            </a:extLst>
          </p:cNvPr>
          <p:cNvCxnSpPr>
            <a:cxnSpLocks/>
            <a:stCxn id="110" idx="0"/>
            <a:endCxn id="5" idx="2"/>
          </p:cNvCxnSpPr>
          <p:nvPr/>
        </p:nvCxnSpPr>
        <p:spPr>
          <a:xfrm flipV="1">
            <a:off x="4416749" y="2543421"/>
            <a:ext cx="635192" cy="194334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직선 화살표 연결선 96">
            <a:extLst>
              <a:ext uri="{FF2B5EF4-FFF2-40B4-BE49-F238E27FC236}">
                <a16:creationId xmlns:a16="http://schemas.microsoft.com/office/drawing/2014/main" id="{BB78E4DC-F0F0-D879-8EE5-8043328BD796}"/>
              </a:ext>
            </a:extLst>
          </p:cNvPr>
          <p:cNvCxnSpPr>
            <a:cxnSpLocks/>
            <a:stCxn id="109" idx="0"/>
            <a:endCxn id="8" idx="2"/>
          </p:cNvCxnSpPr>
          <p:nvPr/>
        </p:nvCxnSpPr>
        <p:spPr>
          <a:xfrm flipV="1">
            <a:off x="6365854" y="2543420"/>
            <a:ext cx="1" cy="1293099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화살표 연결선 96">
            <a:extLst>
              <a:ext uri="{FF2B5EF4-FFF2-40B4-BE49-F238E27FC236}">
                <a16:creationId xmlns:a16="http://schemas.microsoft.com/office/drawing/2014/main" id="{CCD9D7E0-ABDE-8844-EB47-701334007C83}"/>
              </a:ext>
            </a:extLst>
          </p:cNvPr>
          <p:cNvCxnSpPr>
            <a:cxnSpLocks/>
            <a:stCxn id="17" idx="1"/>
            <a:endCxn id="118" idx="3"/>
          </p:cNvCxnSpPr>
          <p:nvPr/>
        </p:nvCxnSpPr>
        <p:spPr>
          <a:xfrm flipH="1">
            <a:off x="4307746" y="4062275"/>
            <a:ext cx="174476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" name="직선 화살표 연결선 96">
            <a:extLst>
              <a:ext uri="{FF2B5EF4-FFF2-40B4-BE49-F238E27FC236}">
                <a16:creationId xmlns:a16="http://schemas.microsoft.com/office/drawing/2014/main" id="{455F5FF9-EB6F-7CC2-FEC8-0B93116CCE4E}"/>
              </a:ext>
            </a:extLst>
          </p:cNvPr>
          <p:cNvCxnSpPr>
            <a:cxnSpLocks/>
            <a:stCxn id="110" idx="0"/>
            <a:endCxn id="118" idx="3"/>
          </p:cNvCxnSpPr>
          <p:nvPr/>
        </p:nvCxnSpPr>
        <p:spPr>
          <a:xfrm flipH="1" flipV="1">
            <a:off x="4307746" y="4062275"/>
            <a:ext cx="109003" cy="424495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2" name="사각형: 둥근 모서리 12">
            <a:extLst>
              <a:ext uri="{FF2B5EF4-FFF2-40B4-BE49-F238E27FC236}">
                <a16:creationId xmlns:a16="http://schemas.microsoft.com/office/drawing/2014/main" id="{E0F2BEE2-E624-77B5-1777-35CAE40796C4}"/>
              </a:ext>
            </a:extLst>
          </p:cNvPr>
          <p:cNvSpPr/>
          <p:nvPr/>
        </p:nvSpPr>
        <p:spPr>
          <a:xfrm>
            <a:off x="7110047" y="3836519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 App</a:t>
            </a:r>
          </a:p>
          <a:p>
            <a:pPr algn="ctr"/>
            <a:r>
              <a:rPr lang="en-US" altLang="ko-KR" sz="900" b="1" dirty="0"/>
              <a:t>Service</a:t>
            </a:r>
            <a:endParaRPr lang="ko-KR" altLang="en-US" sz="900" b="1" dirty="0"/>
          </a:p>
        </p:txBody>
      </p:sp>
      <p:sp>
        <p:nvSpPr>
          <p:cNvPr id="173" name="사각형: 둥근 모서리 12">
            <a:extLst>
              <a:ext uri="{FF2B5EF4-FFF2-40B4-BE49-F238E27FC236}">
                <a16:creationId xmlns:a16="http://schemas.microsoft.com/office/drawing/2014/main" id="{4DF00A24-64F6-098C-3E9A-2C207D318AFB}"/>
              </a:ext>
            </a:extLst>
          </p:cNvPr>
          <p:cNvSpPr/>
          <p:nvPr/>
        </p:nvSpPr>
        <p:spPr>
          <a:xfrm>
            <a:off x="7726327" y="4486770"/>
            <a:ext cx="1139438" cy="451511"/>
          </a:xfrm>
          <a:prstGeom prst="roundRect">
            <a:avLst>
              <a:gd name="adj" fmla="val 14105"/>
            </a:avLst>
          </a:prstGeom>
          <a:noFill/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 App</a:t>
            </a:r>
          </a:p>
          <a:p>
            <a:pPr algn="ctr"/>
            <a:r>
              <a:rPr lang="en-US" altLang="ko-KR" sz="900" b="1" dirty="0"/>
              <a:t>Deployment</a:t>
            </a:r>
            <a:endParaRPr lang="ko-KR" altLang="en-US" sz="900" b="1" dirty="0"/>
          </a:p>
        </p:txBody>
      </p:sp>
      <p:cxnSp>
        <p:nvCxnSpPr>
          <p:cNvPr id="174" name="직선 화살표 연결선 96">
            <a:extLst>
              <a:ext uri="{FF2B5EF4-FFF2-40B4-BE49-F238E27FC236}">
                <a16:creationId xmlns:a16="http://schemas.microsoft.com/office/drawing/2014/main" id="{C85B1CE1-4632-4CD1-BEBF-583C906307F5}"/>
              </a:ext>
            </a:extLst>
          </p:cNvPr>
          <p:cNvCxnSpPr>
            <a:cxnSpLocks/>
            <a:stCxn id="111" idx="0"/>
          </p:cNvCxnSpPr>
          <p:nvPr/>
        </p:nvCxnSpPr>
        <p:spPr>
          <a:xfrm flipV="1">
            <a:off x="5708216" y="4059583"/>
            <a:ext cx="1458523" cy="427188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직선 화살표 연결선 96">
            <a:extLst>
              <a:ext uri="{FF2B5EF4-FFF2-40B4-BE49-F238E27FC236}">
                <a16:creationId xmlns:a16="http://schemas.microsoft.com/office/drawing/2014/main" id="{2FB2F1E3-632B-4667-0B3A-E02CBF8353F2}"/>
              </a:ext>
            </a:extLst>
          </p:cNvPr>
          <p:cNvCxnSpPr>
            <a:cxnSpLocks/>
            <a:stCxn id="112" idx="0"/>
            <a:endCxn id="172" idx="1"/>
          </p:cNvCxnSpPr>
          <p:nvPr/>
        </p:nvCxnSpPr>
        <p:spPr>
          <a:xfrm flipV="1">
            <a:off x="6999683" y="4062275"/>
            <a:ext cx="110364" cy="42449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직선 화살표 연결선 96">
            <a:extLst>
              <a:ext uri="{FF2B5EF4-FFF2-40B4-BE49-F238E27FC236}">
                <a16:creationId xmlns:a16="http://schemas.microsoft.com/office/drawing/2014/main" id="{E29CB0A6-62FE-F15B-3E33-063EB1D4B5BE}"/>
              </a:ext>
            </a:extLst>
          </p:cNvPr>
          <p:cNvCxnSpPr>
            <a:cxnSpLocks/>
            <a:stCxn id="111" idx="0"/>
            <a:endCxn id="8" idx="2"/>
          </p:cNvCxnSpPr>
          <p:nvPr/>
        </p:nvCxnSpPr>
        <p:spPr>
          <a:xfrm flipV="1">
            <a:off x="5708216" y="2543420"/>
            <a:ext cx="657639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직선 화살표 연결선 96">
            <a:extLst>
              <a:ext uri="{FF2B5EF4-FFF2-40B4-BE49-F238E27FC236}">
                <a16:creationId xmlns:a16="http://schemas.microsoft.com/office/drawing/2014/main" id="{81CC13F9-FF85-155E-486F-581B2C9941FB}"/>
              </a:ext>
            </a:extLst>
          </p:cNvPr>
          <p:cNvCxnSpPr>
            <a:cxnSpLocks/>
            <a:stCxn id="112" idx="0"/>
            <a:endCxn id="8" idx="2"/>
          </p:cNvCxnSpPr>
          <p:nvPr/>
        </p:nvCxnSpPr>
        <p:spPr>
          <a:xfrm flipH="1" flipV="1">
            <a:off x="6365855" y="2543420"/>
            <a:ext cx="633828" cy="194335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직선 화살표 연결선 96">
            <a:extLst>
              <a:ext uri="{FF2B5EF4-FFF2-40B4-BE49-F238E27FC236}">
                <a16:creationId xmlns:a16="http://schemas.microsoft.com/office/drawing/2014/main" id="{6DA0709C-B7B5-92A5-CB8D-01BC30911436}"/>
              </a:ext>
            </a:extLst>
          </p:cNvPr>
          <p:cNvCxnSpPr>
            <a:cxnSpLocks/>
            <a:stCxn id="109" idx="3"/>
            <a:endCxn id="172" idx="1"/>
          </p:cNvCxnSpPr>
          <p:nvPr/>
        </p:nvCxnSpPr>
        <p:spPr>
          <a:xfrm>
            <a:off x="6935573" y="4062275"/>
            <a:ext cx="174474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직선 화살표 연결선 96">
            <a:extLst>
              <a:ext uri="{FF2B5EF4-FFF2-40B4-BE49-F238E27FC236}">
                <a16:creationId xmlns:a16="http://schemas.microsoft.com/office/drawing/2014/main" id="{27E858F6-CA7F-937E-99E1-EA7A960427EC}"/>
              </a:ext>
            </a:extLst>
          </p:cNvPr>
          <p:cNvCxnSpPr>
            <a:cxnSpLocks/>
            <a:stCxn id="47" idx="2"/>
            <a:endCxn id="172" idx="0"/>
          </p:cNvCxnSpPr>
          <p:nvPr/>
        </p:nvCxnSpPr>
        <p:spPr>
          <a:xfrm flipH="1">
            <a:off x="7679766" y="3240797"/>
            <a:ext cx="3" cy="595722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직선 화살표 연결선 96">
            <a:extLst>
              <a:ext uri="{FF2B5EF4-FFF2-40B4-BE49-F238E27FC236}">
                <a16:creationId xmlns:a16="http://schemas.microsoft.com/office/drawing/2014/main" id="{145E79E5-4FD3-F019-337C-A9DB534125D3}"/>
              </a:ext>
            </a:extLst>
          </p:cNvPr>
          <p:cNvCxnSpPr>
            <a:cxnSpLocks/>
            <a:stCxn id="172" idx="2"/>
            <a:endCxn id="173" idx="0"/>
          </p:cNvCxnSpPr>
          <p:nvPr/>
        </p:nvCxnSpPr>
        <p:spPr>
          <a:xfrm>
            <a:off x="7679766" y="4288030"/>
            <a:ext cx="616280" cy="19874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직선 연결선[R] 200">
            <a:extLst>
              <a:ext uri="{FF2B5EF4-FFF2-40B4-BE49-F238E27FC236}">
                <a16:creationId xmlns:a16="http://schemas.microsoft.com/office/drawing/2014/main" id="{5BE196E3-24A8-5D8B-A78A-EAFB074F070D}"/>
              </a:ext>
            </a:extLst>
          </p:cNvPr>
          <p:cNvCxnSpPr>
            <a:cxnSpLocks/>
          </p:cNvCxnSpPr>
          <p:nvPr/>
        </p:nvCxnSpPr>
        <p:spPr>
          <a:xfrm>
            <a:off x="1048324" y="627534"/>
            <a:ext cx="8100392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직선 화살표 연결선 96">
            <a:extLst>
              <a:ext uri="{FF2B5EF4-FFF2-40B4-BE49-F238E27FC236}">
                <a16:creationId xmlns:a16="http://schemas.microsoft.com/office/drawing/2014/main" id="{562CDC28-9668-C2CC-12FF-B20F7D57D5AE}"/>
              </a:ext>
            </a:extLst>
          </p:cNvPr>
          <p:cNvCxnSpPr>
            <a:cxnSpLocks/>
          </p:cNvCxnSpPr>
          <p:nvPr/>
        </p:nvCxnSpPr>
        <p:spPr>
          <a:xfrm>
            <a:off x="4572560" y="300578"/>
            <a:ext cx="323569" cy="0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TextBox 211">
            <a:extLst>
              <a:ext uri="{FF2B5EF4-FFF2-40B4-BE49-F238E27FC236}">
                <a16:creationId xmlns:a16="http://schemas.microsoft.com/office/drawing/2014/main" id="{6659D8E0-D094-19D6-1DF6-4EF8699886B6}"/>
              </a:ext>
            </a:extLst>
          </p:cNvPr>
          <p:cNvSpPr txBox="1"/>
          <p:nvPr/>
        </p:nvSpPr>
        <p:spPr>
          <a:xfrm>
            <a:off x="4868303" y="190808"/>
            <a:ext cx="70245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Reference</a:t>
            </a:r>
            <a:endParaRPr lang="en-KR" sz="900"/>
          </a:p>
        </p:txBody>
      </p:sp>
      <p:cxnSp>
        <p:nvCxnSpPr>
          <p:cNvPr id="214" name="직선 화살표 연결선 96">
            <a:extLst>
              <a:ext uri="{FF2B5EF4-FFF2-40B4-BE49-F238E27FC236}">
                <a16:creationId xmlns:a16="http://schemas.microsoft.com/office/drawing/2014/main" id="{07576374-56D7-62D0-30C6-4EF6BA8D6D08}"/>
              </a:ext>
            </a:extLst>
          </p:cNvPr>
          <p:cNvCxnSpPr>
            <a:cxnSpLocks/>
          </p:cNvCxnSpPr>
          <p:nvPr/>
        </p:nvCxnSpPr>
        <p:spPr>
          <a:xfrm>
            <a:off x="5691416" y="303274"/>
            <a:ext cx="323569" cy="0"/>
          </a:xfrm>
          <a:prstGeom prst="straightConnector1">
            <a:avLst/>
          </a:prstGeom>
          <a:ln w="12700">
            <a:solidFill>
              <a:srgbClr val="C00000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5" name="TextBox 214">
            <a:extLst>
              <a:ext uri="{FF2B5EF4-FFF2-40B4-BE49-F238E27FC236}">
                <a16:creationId xmlns:a16="http://schemas.microsoft.com/office/drawing/2014/main" id="{D0D9B2A0-436D-6FDF-869E-681FB7E3FBE2}"/>
              </a:ext>
            </a:extLst>
          </p:cNvPr>
          <p:cNvSpPr txBox="1"/>
          <p:nvPr/>
        </p:nvSpPr>
        <p:spPr>
          <a:xfrm>
            <a:off x="5987159" y="193504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Traffic</a:t>
            </a:r>
            <a:endParaRPr lang="en-KR" sz="900"/>
          </a:p>
        </p:txBody>
      </p:sp>
      <p:cxnSp>
        <p:nvCxnSpPr>
          <p:cNvPr id="216" name="직선 화살표 연결선 96">
            <a:extLst>
              <a:ext uri="{FF2B5EF4-FFF2-40B4-BE49-F238E27FC236}">
                <a16:creationId xmlns:a16="http://schemas.microsoft.com/office/drawing/2014/main" id="{EB9EB18C-5B5E-0461-2C1E-16AF20618E2D}"/>
              </a:ext>
            </a:extLst>
          </p:cNvPr>
          <p:cNvCxnSpPr>
            <a:cxnSpLocks/>
            <a:stCxn id="18" idx="2"/>
            <a:endCxn id="47" idx="0"/>
          </p:cNvCxnSpPr>
          <p:nvPr/>
        </p:nvCxnSpPr>
        <p:spPr>
          <a:xfrm>
            <a:off x="7340170" y="1611169"/>
            <a:ext cx="339599" cy="1178117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96">
            <a:extLst>
              <a:ext uri="{FF2B5EF4-FFF2-40B4-BE49-F238E27FC236}">
                <a16:creationId xmlns:a16="http://schemas.microsoft.com/office/drawing/2014/main" id="{A8747DE9-7345-4E9D-1C0F-18BC440CB4C2}"/>
              </a:ext>
            </a:extLst>
          </p:cNvPr>
          <p:cNvCxnSpPr>
            <a:cxnSpLocks/>
            <a:stCxn id="18" idx="2"/>
            <a:endCxn id="46" idx="0"/>
          </p:cNvCxnSpPr>
          <p:nvPr/>
        </p:nvCxnSpPr>
        <p:spPr>
          <a:xfrm flipH="1">
            <a:off x="3736663" y="1611169"/>
            <a:ext cx="3603507" cy="118136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96">
            <a:extLst>
              <a:ext uri="{FF2B5EF4-FFF2-40B4-BE49-F238E27FC236}">
                <a16:creationId xmlns:a16="http://schemas.microsoft.com/office/drawing/2014/main" id="{1CBAC56B-8020-7BEA-D640-B5FC021495AB}"/>
              </a:ext>
            </a:extLst>
          </p:cNvPr>
          <p:cNvCxnSpPr>
            <a:cxnSpLocks/>
            <a:stCxn id="5" idx="1"/>
            <a:endCxn id="46" idx="3"/>
          </p:cNvCxnSpPr>
          <p:nvPr/>
        </p:nvCxnSpPr>
        <p:spPr>
          <a:xfrm flipH="1">
            <a:off x="4306382" y="2317666"/>
            <a:ext cx="175840" cy="700619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화살표 연결선 96">
            <a:extLst>
              <a:ext uri="{FF2B5EF4-FFF2-40B4-BE49-F238E27FC236}">
                <a16:creationId xmlns:a16="http://schemas.microsoft.com/office/drawing/2014/main" id="{BFB0FBD1-2973-B1BB-5A33-60067EDA932D}"/>
              </a:ext>
            </a:extLst>
          </p:cNvPr>
          <p:cNvCxnSpPr>
            <a:cxnSpLocks/>
            <a:stCxn id="8" idx="3"/>
            <a:endCxn id="47" idx="1"/>
          </p:cNvCxnSpPr>
          <p:nvPr/>
        </p:nvCxnSpPr>
        <p:spPr>
          <a:xfrm>
            <a:off x="6935574" y="2317665"/>
            <a:ext cx="174476" cy="697377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직선 화살표 연결선 96">
            <a:extLst>
              <a:ext uri="{FF2B5EF4-FFF2-40B4-BE49-F238E27FC236}">
                <a16:creationId xmlns:a16="http://schemas.microsoft.com/office/drawing/2014/main" id="{A5F1BDEA-DB0F-6D37-CB30-4D8F696E07B0}"/>
              </a:ext>
            </a:extLst>
          </p:cNvPr>
          <p:cNvCxnSpPr>
            <a:cxnSpLocks/>
          </p:cNvCxnSpPr>
          <p:nvPr/>
        </p:nvCxnSpPr>
        <p:spPr>
          <a:xfrm>
            <a:off x="6627325" y="300578"/>
            <a:ext cx="323569" cy="0"/>
          </a:xfrm>
          <a:prstGeom prst="straightConnector1">
            <a:avLst/>
          </a:prstGeom>
          <a:ln w="12700">
            <a:solidFill>
              <a:schemeClr val="accent3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9" name="TextBox 228">
            <a:extLst>
              <a:ext uri="{FF2B5EF4-FFF2-40B4-BE49-F238E27FC236}">
                <a16:creationId xmlns:a16="http://schemas.microsoft.com/office/drawing/2014/main" id="{AE33635D-1C66-6F76-D1FC-FF3718C3B7CD}"/>
              </a:ext>
            </a:extLst>
          </p:cNvPr>
          <p:cNvSpPr txBox="1"/>
          <p:nvPr/>
        </p:nvSpPr>
        <p:spPr>
          <a:xfrm>
            <a:off x="6923068" y="190808"/>
            <a:ext cx="58155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/>
              <a:t>Create</a:t>
            </a:r>
            <a:endParaRPr lang="en-KR" sz="900"/>
          </a:p>
        </p:txBody>
      </p:sp>
      <p:sp>
        <p:nvSpPr>
          <p:cNvPr id="245" name="TextBox 244">
            <a:extLst>
              <a:ext uri="{FF2B5EF4-FFF2-40B4-BE49-F238E27FC236}">
                <a16:creationId xmlns:a16="http://schemas.microsoft.com/office/drawing/2014/main" id="{24F0A9AC-2578-F58B-AF2E-E2F052A61260}"/>
              </a:ext>
            </a:extLst>
          </p:cNvPr>
          <p:cNvSpPr txBox="1"/>
          <p:nvPr/>
        </p:nvSpPr>
        <p:spPr>
          <a:xfrm>
            <a:off x="1639312" y="828870"/>
            <a:ext cx="9534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/>
              <a:t>Infrastructure Provide</a:t>
            </a:r>
            <a:endParaRPr lang="en-KR" sz="900" b="1"/>
          </a:p>
        </p:txBody>
      </p:sp>
      <p:pic>
        <p:nvPicPr>
          <p:cNvPr id="246" name="그림 245" descr="사람 아이콘 일러스트 | Canva">
            <a:extLst>
              <a:ext uri="{FF2B5EF4-FFF2-40B4-BE49-F238E27FC236}">
                <a16:creationId xmlns:a16="http://schemas.microsoft.com/office/drawing/2014/main" id="{20287508-976C-92D2-0C39-FEBBE6881C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013" y="836246"/>
            <a:ext cx="315254" cy="354581"/>
          </a:xfrm>
          <a:prstGeom prst="rect">
            <a:avLst/>
          </a:prstGeom>
        </p:spPr>
      </p:pic>
      <p:sp>
        <p:nvSpPr>
          <p:cNvPr id="247" name="TextBox 246">
            <a:extLst>
              <a:ext uri="{FF2B5EF4-FFF2-40B4-BE49-F238E27FC236}">
                <a16:creationId xmlns:a16="http://schemas.microsoft.com/office/drawing/2014/main" id="{6A33E687-44EE-E9F1-1658-7BD46340D45F}"/>
              </a:ext>
            </a:extLst>
          </p:cNvPr>
          <p:cNvSpPr txBox="1"/>
          <p:nvPr/>
        </p:nvSpPr>
        <p:spPr>
          <a:xfrm>
            <a:off x="1644008" y="2211750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Cluster</a:t>
            </a:r>
            <a:br>
              <a:rPr lang="en-US" altLang="ko-KR" sz="900" b="1"/>
            </a:br>
            <a:r>
              <a:rPr lang="en-US" altLang="ko-KR" sz="900" b="1"/>
              <a:t>Operator</a:t>
            </a:r>
            <a:endParaRPr lang="en-KR" sz="900" b="1"/>
          </a:p>
        </p:txBody>
      </p:sp>
      <p:pic>
        <p:nvPicPr>
          <p:cNvPr id="248" name="그림 247" descr="사람 아이콘 일러스트 | Canva">
            <a:extLst>
              <a:ext uri="{FF2B5EF4-FFF2-40B4-BE49-F238E27FC236}">
                <a16:creationId xmlns:a16="http://schemas.microsoft.com/office/drawing/2014/main" id="{B6B8BD04-DA2B-D2B5-C811-114156A3AE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2219126"/>
            <a:ext cx="315254" cy="354581"/>
          </a:xfrm>
          <a:prstGeom prst="rect">
            <a:avLst/>
          </a:prstGeom>
        </p:spPr>
      </p:pic>
      <p:sp>
        <p:nvSpPr>
          <p:cNvPr id="249" name="TextBox 248">
            <a:extLst>
              <a:ext uri="{FF2B5EF4-FFF2-40B4-BE49-F238E27FC236}">
                <a16:creationId xmlns:a16="http://schemas.microsoft.com/office/drawing/2014/main" id="{02E6F2F5-F83C-8577-3253-7DC19F2194BF}"/>
              </a:ext>
            </a:extLst>
          </p:cNvPr>
          <p:cNvSpPr txBox="1"/>
          <p:nvPr/>
        </p:nvSpPr>
        <p:spPr>
          <a:xfrm>
            <a:off x="1644008" y="4059583"/>
            <a:ext cx="8785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900" b="1"/>
              <a:t>App</a:t>
            </a:r>
            <a:br>
              <a:rPr lang="en-US" altLang="ko-KR" sz="900" b="1"/>
            </a:br>
            <a:r>
              <a:rPr lang="en-US" altLang="ko-KR" sz="900" b="1"/>
              <a:t>Developer</a:t>
            </a:r>
            <a:endParaRPr lang="en-KR" sz="900"/>
          </a:p>
        </p:txBody>
      </p:sp>
      <p:pic>
        <p:nvPicPr>
          <p:cNvPr id="250" name="그림 249" descr="사람 아이콘 일러스트 | Canva">
            <a:extLst>
              <a:ext uri="{FF2B5EF4-FFF2-40B4-BE49-F238E27FC236}">
                <a16:creationId xmlns:a16="http://schemas.microsoft.com/office/drawing/2014/main" id="{8F2BF8BD-705A-773E-5617-55FD74613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709" y="4066959"/>
            <a:ext cx="315254" cy="35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9938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E7910-9D9E-5E07-2F2D-70AD8362C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12">
            <a:extLst>
              <a:ext uri="{FF2B5EF4-FFF2-40B4-BE49-F238E27FC236}">
                <a16:creationId xmlns:a16="http://schemas.microsoft.com/office/drawing/2014/main" id="{DB14B1ED-8D8D-D9EA-3E1F-FBE91520E3C3}"/>
              </a:ext>
            </a:extLst>
          </p:cNvPr>
          <p:cNvSpPr/>
          <p:nvPr/>
        </p:nvSpPr>
        <p:spPr>
          <a:xfrm>
            <a:off x="3203848" y="843558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Primary</a:t>
            </a:r>
          </a:p>
          <a:p>
            <a:pPr algn="ctr"/>
            <a:r>
              <a:rPr lang="en-US" altLang="ko-KR" sz="900" b="1"/>
              <a:t>GatewayClass</a:t>
            </a:r>
            <a:endParaRPr lang="ko-KR" altLang="en-US" sz="900" b="1" dirty="0"/>
          </a:p>
        </p:txBody>
      </p:sp>
      <p:sp>
        <p:nvSpPr>
          <p:cNvPr id="6" name="사각형: 둥근 모서리 70">
            <a:extLst>
              <a:ext uri="{FF2B5EF4-FFF2-40B4-BE49-F238E27FC236}">
                <a16:creationId xmlns:a16="http://schemas.microsoft.com/office/drawing/2014/main" id="{13E4332F-C7A5-DFA4-6B29-5D05B124D015}"/>
              </a:ext>
            </a:extLst>
          </p:cNvPr>
          <p:cNvSpPr/>
          <p:nvPr/>
        </p:nvSpPr>
        <p:spPr>
          <a:xfrm>
            <a:off x="2458832" y="1635644"/>
            <a:ext cx="2629470" cy="895847"/>
          </a:xfrm>
          <a:prstGeom prst="roundRect">
            <a:avLst>
              <a:gd name="adj" fmla="val 712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Gateway Namespace</a:t>
            </a:r>
            <a:endParaRPr lang="ko-KR" altLang="en-US" sz="1000" dirty="0"/>
          </a:p>
        </p:txBody>
      </p:sp>
      <p:sp>
        <p:nvSpPr>
          <p:cNvPr id="5" name="사각형: 둥근 모서리 12">
            <a:extLst>
              <a:ext uri="{FF2B5EF4-FFF2-40B4-BE49-F238E27FC236}">
                <a16:creationId xmlns:a16="http://schemas.microsoft.com/office/drawing/2014/main" id="{2FBB3F73-DD4E-1149-010D-D9820BA917F0}"/>
              </a:ext>
            </a:extLst>
          </p:cNvPr>
          <p:cNvSpPr/>
          <p:nvPr/>
        </p:nvSpPr>
        <p:spPr>
          <a:xfrm>
            <a:off x="2546891" y="1995686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External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sp>
        <p:nvSpPr>
          <p:cNvPr id="8" name="사각형: 둥근 모서리 12">
            <a:extLst>
              <a:ext uri="{FF2B5EF4-FFF2-40B4-BE49-F238E27FC236}">
                <a16:creationId xmlns:a16="http://schemas.microsoft.com/office/drawing/2014/main" id="{EB4362DB-3DB5-2CB1-1F28-84B9AD718DA3}"/>
              </a:ext>
            </a:extLst>
          </p:cNvPr>
          <p:cNvSpPr/>
          <p:nvPr/>
        </p:nvSpPr>
        <p:spPr>
          <a:xfrm>
            <a:off x="3860805" y="1995685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Internal</a:t>
            </a:r>
          </a:p>
          <a:p>
            <a:pPr algn="ctr"/>
            <a:r>
              <a:rPr lang="en-US" altLang="ko-KR" sz="900" b="1"/>
              <a:t>Gateway</a:t>
            </a:r>
            <a:endParaRPr lang="ko-KR" altLang="en-US" sz="900" b="1" dirty="0"/>
          </a:p>
        </p:txBody>
      </p:sp>
      <p:cxnSp>
        <p:nvCxnSpPr>
          <p:cNvPr id="10" name="직선 화살표 연결선 96">
            <a:extLst>
              <a:ext uri="{FF2B5EF4-FFF2-40B4-BE49-F238E27FC236}">
                <a16:creationId xmlns:a16="http://schemas.microsoft.com/office/drawing/2014/main" id="{734A7F69-A744-EADC-975E-49C550DD0430}"/>
              </a:ext>
            </a:extLst>
          </p:cNvPr>
          <p:cNvCxnSpPr>
            <a:cxnSpLocks/>
            <a:stCxn id="5" idx="0"/>
            <a:endCxn id="4" idx="2"/>
          </p:cNvCxnSpPr>
          <p:nvPr/>
        </p:nvCxnSpPr>
        <p:spPr>
          <a:xfrm flipV="1">
            <a:off x="3116610" y="1295069"/>
            <a:ext cx="656957" cy="700617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96">
            <a:extLst>
              <a:ext uri="{FF2B5EF4-FFF2-40B4-BE49-F238E27FC236}">
                <a16:creationId xmlns:a16="http://schemas.microsoft.com/office/drawing/2014/main" id="{BBD03077-68B1-29E9-19E1-92A4CF65F67A}"/>
              </a:ext>
            </a:extLst>
          </p:cNvPr>
          <p:cNvCxnSpPr>
            <a:cxnSpLocks/>
            <a:stCxn id="8" idx="0"/>
            <a:endCxn id="4" idx="2"/>
          </p:cNvCxnSpPr>
          <p:nvPr/>
        </p:nvCxnSpPr>
        <p:spPr>
          <a:xfrm flipH="1" flipV="1">
            <a:off x="3773567" y="1295069"/>
            <a:ext cx="656957" cy="700616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사각형: 둥근 모서리 70">
            <a:extLst>
              <a:ext uri="{FF2B5EF4-FFF2-40B4-BE49-F238E27FC236}">
                <a16:creationId xmlns:a16="http://schemas.microsoft.com/office/drawing/2014/main" id="{E55B8D5C-220A-C1F5-5159-BF8A60BAAF49}"/>
              </a:ext>
            </a:extLst>
          </p:cNvPr>
          <p:cNvSpPr/>
          <p:nvPr/>
        </p:nvSpPr>
        <p:spPr>
          <a:xfrm>
            <a:off x="1824808" y="2870652"/>
            <a:ext cx="3897518" cy="895847"/>
          </a:xfrm>
          <a:prstGeom prst="roundRect">
            <a:avLst>
              <a:gd name="adj" fmla="val 7127"/>
            </a:avLst>
          </a:prstGeom>
          <a:noFill/>
          <a:ln w="12700">
            <a:prstDash val="dash"/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US" altLang="ko-KR" sz="1000" dirty="0"/>
              <a:t>App A Namespace</a:t>
            </a:r>
            <a:endParaRPr lang="ko-KR" altLang="en-US" sz="1000" dirty="0"/>
          </a:p>
        </p:txBody>
      </p:sp>
      <p:sp>
        <p:nvSpPr>
          <p:cNvPr id="17" name="사각형: 둥근 모서리 12">
            <a:extLst>
              <a:ext uri="{FF2B5EF4-FFF2-40B4-BE49-F238E27FC236}">
                <a16:creationId xmlns:a16="http://schemas.microsoft.com/office/drawing/2014/main" id="{2252741F-A932-AC7B-C1EB-10C8485E0B70}"/>
              </a:ext>
            </a:extLst>
          </p:cNvPr>
          <p:cNvSpPr/>
          <p:nvPr/>
        </p:nvSpPr>
        <p:spPr>
          <a:xfrm>
            <a:off x="1942644" y="3198942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/>
              <a:t>App A</a:t>
            </a:r>
          </a:p>
          <a:p>
            <a:pPr algn="ctr"/>
            <a:r>
              <a:rPr lang="en-US" altLang="ko-KR" sz="900" b="1"/>
              <a:t>HTTPRoute</a:t>
            </a:r>
            <a:endParaRPr lang="ko-KR" altLang="en-US" sz="900" b="1" dirty="0"/>
          </a:p>
        </p:txBody>
      </p:sp>
      <p:sp>
        <p:nvSpPr>
          <p:cNvPr id="18" name="사각형: 둥근 모서리 12">
            <a:extLst>
              <a:ext uri="{FF2B5EF4-FFF2-40B4-BE49-F238E27FC236}">
                <a16:creationId xmlns:a16="http://schemas.microsoft.com/office/drawing/2014/main" id="{91D34F43-E0BC-6079-2453-9F060C5AC09F}"/>
              </a:ext>
            </a:extLst>
          </p:cNvPr>
          <p:cNvSpPr/>
          <p:nvPr/>
        </p:nvSpPr>
        <p:spPr>
          <a:xfrm>
            <a:off x="4835120" y="843557"/>
            <a:ext cx="1139438" cy="451511"/>
          </a:xfrm>
          <a:prstGeom prst="roundRect">
            <a:avLst>
              <a:gd name="adj" fmla="val 14105"/>
            </a:avLst>
          </a:prstGeom>
          <a:solidFill>
            <a:schemeClr val="bg1">
              <a:lumMod val="95000"/>
            </a:schemeClr>
          </a:solidFill>
          <a:ln w="12700">
            <a:headEnd type="none" w="med" len="med"/>
            <a:tailEnd type="triangl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900" b="1"/>
              <a:t>Gateway Controller Pod</a:t>
            </a:r>
            <a:endParaRPr lang="ko-KR" altLang="en-US" sz="900" b="1" dirty="0"/>
          </a:p>
        </p:txBody>
      </p:sp>
      <p:cxnSp>
        <p:nvCxnSpPr>
          <p:cNvPr id="19" name="직선 화살표 연결선 96">
            <a:extLst>
              <a:ext uri="{FF2B5EF4-FFF2-40B4-BE49-F238E27FC236}">
                <a16:creationId xmlns:a16="http://schemas.microsoft.com/office/drawing/2014/main" id="{6AFB81F4-C3E8-BCFD-7BCC-00349A72FA07}"/>
              </a:ext>
            </a:extLst>
          </p:cNvPr>
          <p:cNvCxnSpPr>
            <a:cxnSpLocks/>
            <a:stCxn id="4" idx="3"/>
            <a:endCxn id="18" idx="1"/>
          </p:cNvCxnSpPr>
          <p:nvPr/>
        </p:nvCxnSpPr>
        <p:spPr>
          <a:xfrm flipV="1">
            <a:off x="4343286" y="1069313"/>
            <a:ext cx="491834" cy="1"/>
          </a:xfrm>
          <a:prstGeom prst="straightConnector1">
            <a:avLst/>
          </a:prstGeom>
          <a:ln w="12700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779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55452</TotalTime>
  <Words>476</Words>
  <Application>Microsoft Macintosh PowerPoint</Application>
  <PresentationFormat>화면 슬라이드 쇼(16:9)</PresentationFormat>
  <Paragraphs>264</Paragraphs>
  <Slides>8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 Corporation</dc:creator>
  <cp:lastModifiedBy>정섭 신</cp:lastModifiedBy>
  <cp:revision>5995</cp:revision>
  <dcterms:created xsi:type="dcterms:W3CDTF">2006-10-05T04:04:58Z</dcterms:created>
  <dcterms:modified xsi:type="dcterms:W3CDTF">2026-10-06T11:38:50Z</dcterms:modified>
</cp:coreProperties>
</file>
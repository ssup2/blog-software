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435" r:id="rId2"/>
    <p:sldId id="437" r:id="rId3"/>
    <p:sldId id="442" r:id="rId4"/>
    <p:sldId id="441" r:id="rId5"/>
    <p:sldId id="440" r:id="rId6"/>
    <p:sldId id="439" r:id="rId7"/>
    <p:sldId id="438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9" autoAdjust="0"/>
    <p:restoredTop sz="89760" autoAdjust="0"/>
  </p:normalViewPr>
  <p:slideViewPr>
    <p:cSldViewPr>
      <p:cViewPr>
        <p:scale>
          <a:sx n="200" d="100"/>
          <a:sy n="200" d="100"/>
        </p:scale>
        <p:origin x="152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FA71-9ACD-84AD-F56D-923CEED91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C5E002-EBF5-9568-6709-9B141C4F3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DF303D-0A67-C38B-C230-AAD17553C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FED8C-46B0-0F48-6C04-5AE58444D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189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8"/>
            <a:ext cx="7979316" cy="1570426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8C9EFFA-0A7C-142E-99C9-0B9846DA2742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378335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2616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C03660A1-4EB1-AB11-9891-43717BF3D0F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48738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E9352DA-8A8B-090B-10A3-13D559074C51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26163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2EB8634-FA08-FDF6-BA47-D70F6D328EFE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378335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009107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378335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79" idx="0"/>
          </p:cNvCxnSpPr>
          <p:nvPr/>
        </p:nvCxnSpPr>
        <p:spPr>
          <a:xfrm>
            <a:off x="1343232" y="3521717"/>
            <a:ext cx="0" cy="26163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2616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378335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3F42500-BAA6-D0E6-EF69-3A6718DF3EE8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378335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D2B730F1-BD05-E98F-3E2F-E43DCA468E50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48738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A9CCFB15-267E-BF78-1CEF-F3C43A036D39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26163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009107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009106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379E19C-7FD4-945C-2D25-70DB27D951A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378335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009107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79" idx="0"/>
          </p:cNvCxnSpPr>
          <p:nvPr/>
        </p:nvCxnSpPr>
        <p:spPr>
          <a:xfrm>
            <a:off x="7920909" y="3521717"/>
            <a:ext cx="0" cy="26163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692C6-C8AD-0515-AC2B-6F725B7F3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9D2AFA08-0BAB-3EF5-F7FE-55F1E38214F7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B4C48795-A7F5-E8ED-1EE1-E0D9904CA235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7CB1038A-2815-A610-9C9D-F8793465949E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74991DA5-7581-7840-A554-F713C9D1DACE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94D4D18-CB70-6C5A-92DD-2751E4295662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0B17E04-1592-BBD4-D592-E19FFA69A666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8A0846C5-98FF-AE23-DBC6-8448E58F7EB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EF42605-8166-FEB7-2080-7F304FBE6E73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17A60EAF-4418-A2F0-41B8-B91857616EE6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570BFA43-38F5-89B6-7089-DF5AF86E5D94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2310F5A4-2325-3910-9C82-EA823E074762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35AFEB32-BB40-3E74-17D8-9EE4D9D3F1EC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D2E040E9-33A1-119D-A10C-36A37BC81A6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8884773F-5008-A0EF-4FEB-6CB12AF8E0A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0D5AB265-9248-E3E3-F0F5-CC2CB20A6866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3C07DCC-71F4-44E1-CC0C-BDECB8649FB8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0F5160C5-E5E2-25BB-AF53-D7B733FCD7F4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B96D2A11-DB0A-39D2-6074-089C809BD214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118D1EDD-3689-AEB5-F280-DC2BFB01266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6FCB572-A597-97CB-5A5D-0D2A3CB92689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771757B6-50A2-5961-5FBA-7CF110CB137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5DFE67E9-D3F0-7A16-B6AF-18C13D24A540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7D54A148-522D-A183-E07D-5840CDBF1B93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F8998650-BCEE-04B7-74F1-D9B14B8F8700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31DFF12A-0E79-4276-C891-FF5FE5B62F4B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8C00AA69-A64D-3392-FFE1-AF306EE3B22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4044D691-F36A-BC20-415A-68876622F456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5C359ADF-674B-067C-8625-43A7AD36584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2D273DA-CDA7-6C66-098A-7C63FF3FFBE5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05964000-B2DD-738F-74A5-20E06AA09CD7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49C1BD5F-03ED-0754-1BD9-F2A5D57D9C40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B82DDD1-D81D-792D-49B2-8E5D21F10F97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8DA4649-EBE9-1D24-80ED-E74F4AA23242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B8B99190-A9DA-9231-B91B-A83CA268FEC0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92C42438-68E5-43DC-DE91-3BE88B3EDD9F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0D956156-3AD1-089E-CCCE-87EDDB26812B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E7D5E247-17A3-C2E6-EB0C-C41699BAEC01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13025A6F-E1B3-0119-6C5E-D0BFB6BFAF3C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CCCFDECE-C369-5FC8-02F8-3C3D462A7F73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2D2A0C3D-B28E-E219-E7CD-AF7F56D66C24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1E894A65-7CEE-5195-417B-A419AB82E4DD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236ADF59-C394-08AB-B5F8-55CA1FFA0B85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F8AEA766-F8B8-8A56-A99B-FF0C3F1F98C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3C2E9269-EA0B-B96E-EF62-062F5603D932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4615387D-7CB1-6316-3CA4-CA5316FD48A4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FEE7454F-E5B5-1E16-B714-76D6105E5798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7467122D-3E53-BC6C-A293-B497718D7AEE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66AFB49-7E57-7EFD-AF3B-B9AF5896598E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5743FBAF-D66B-D511-0DFF-59B40718DD80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37072D58-7919-92A5-FDA1-C8D2F8D953C8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70C7FAD-B819-B88F-AC6B-3AEE7E15A7DD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922A85A-DFFC-93C5-476C-ED270318CC1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1C5C4E01-5A0A-2FD1-DFBF-71B80422026A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0C6A8171-0845-CD84-7196-080EEE1ACBA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909DC15F-9FCE-FD9F-CABA-B7C318433656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B6A8D6D9-8BFD-C6F4-AA37-0A07376D474A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35D55374-4AA7-D5C0-ED29-D35BB463E475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26F67059-08D2-357F-F297-8A21CD7CB9D4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F2F32AAF-0299-D885-FABE-E86C76CFA5E1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997D2AFB-7C57-6CE0-85F6-5BAA6C72902F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789011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Namespace</a:t>
            </a:r>
            <a:endParaRPr lang="ko-KR" altLang="en-US" sz="1000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App A Namespace</a:t>
            </a:r>
            <a:endParaRPr lang="ko-KR" altLang="en-US" sz="1000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55447</TotalTime>
  <Words>422</Words>
  <Application>Microsoft Macintosh PowerPoint</Application>
  <PresentationFormat>화면 슬라이드 쇼(16:9)</PresentationFormat>
  <Paragraphs>233</Paragraphs>
  <Slides>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5991</cp:revision>
  <dcterms:created xsi:type="dcterms:W3CDTF">2006-10-05T04:04:58Z</dcterms:created>
  <dcterms:modified xsi:type="dcterms:W3CDTF">2026-10-04T07:06:41Z</dcterms:modified>
</cp:coreProperties>
</file>
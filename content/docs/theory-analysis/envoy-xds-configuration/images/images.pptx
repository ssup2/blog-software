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395" r:id="rId2"/>
    <p:sldId id="387" r:id="rId3"/>
    <p:sldId id="396" r:id="rId4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408" autoAdjust="0"/>
    <p:restoredTop sz="81275" autoAdjust="0"/>
  </p:normalViewPr>
  <p:slideViewPr>
    <p:cSldViewPr>
      <p:cViewPr>
        <p:scale>
          <a:sx n="200" d="100"/>
          <a:sy n="200" d="100"/>
        </p:scale>
        <p:origin x="432" y="1760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D5550B-26C4-49A9-A5BA-636EF7BE6CE9}" type="datetimeFigureOut">
              <a:rPr lang="ko-KR" altLang="en-US" smtClean="0"/>
              <a:t>2026. 7. 19.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5DFA43-8D57-47FB-BC46-057616015C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3350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2026. 7. 19.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2026. 7. 19.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2026. 7. 19.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2026. 7. 19.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2026. 7. 19.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2026. 7. 19.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2026. 7. 19.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2026. 7. 19.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2026. 7. 19.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2026. 7. 19.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2026. 7. 19.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2026. 7. 19.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C7530-3B0C-7FE2-8676-179D8E8B0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7A9B6CF7-7DEC-20C1-DF13-31EF86AC5C46}"/>
              </a:ext>
            </a:extLst>
          </p:cNvPr>
          <p:cNvSpPr/>
          <p:nvPr/>
        </p:nvSpPr>
        <p:spPr>
          <a:xfrm>
            <a:off x="1959512" y="531455"/>
            <a:ext cx="1309186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xDS Server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(Control Plane)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AC951D98-1B7C-0EC4-0A5A-BC4280CFEF58}"/>
              </a:ext>
            </a:extLst>
          </p:cNvPr>
          <p:cNvSpPr/>
          <p:nvPr/>
        </p:nvSpPr>
        <p:spPr>
          <a:xfrm>
            <a:off x="132487" y="1459871"/>
            <a:ext cx="1457470" cy="3446653"/>
          </a:xfrm>
          <a:prstGeom prst="roundRect">
            <a:avLst>
              <a:gd name="adj" fmla="val 4130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Clients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52581BB8-37F3-B532-E3ED-738FBB1747F3}"/>
              </a:ext>
            </a:extLst>
          </p:cNvPr>
          <p:cNvSpPr/>
          <p:nvPr/>
        </p:nvSpPr>
        <p:spPr>
          <a:xfrm>
            <a:off x="202115" y="1736995"/>
            <a:ext cx="1318214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Server Port: 8080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Host: reviews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Path: /api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5321E8DD-65E9-A4E2-D711-3FABB351251C}"/>
              </a:ext>
            </a:extLst>
          </p:cNvPr>
          <p:cNvSpPr/>
          <p:nvPr/>
        </p:nvSpPr>
        <p:spPr>
          <a:xfrm>
            <a:off x="1885371" y="1459871"/>
            <a:ext cx="1457470" cy="3446653"/>
          </a:xfrm>
          <a:prstGeom prst="roundRect">
            <a:avLst>
              <a:gd name="adj" fmla="val 4130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Listeners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52FCDD04-7464-E705-0959-A819F21D38A1}"/>
              </a:ext>
            </a:extLst>
          </p:cNvPr>
          <p:cNvSpPr/>
          <p:nvPr/>
        </p:nvSpPr>
        <p:spPr>
          <a:xfrm>
            <a:off x="1959512" y="1736994"/>
            <a:ext cx="1309186" cy="860591"/>
          </a:xfrm>
          <a:prstGeom prst="roundRect">
            <a:avLst>
              <a:gd name="adj" fmla="val 7913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internal-listener</a:t>
            </a: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  <a:p>
            <a:r>
              <a:rPr kumimoji="1" lang="en-US" altLang="ko-KR" sz="800">
                <a:solidFill>
                  <a:schemeClr val="tx1"/>
                </a:solidFill>
              </a:rPr>
              <a:t>mTLS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Listening Port: 8080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RDS: internal-routes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SDS: internal-cert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AA2C9CFF-026C-5254-C3B9-CC03A6D72EE7}"/>
              </a:ext>
            </a:extLst>
          </p:cNvPr>
          <p:cNvSpPr/>
          <p:nvPr/>
        </p:nvSpPr>
        <p:spPr>
          <a:xfrm>
            <a:off x="5741727" y="1459871"/>
            <a:ext cx="1457470" cy="3446653"/>
          </a:xfrm>
          <a:prstGeom prst="roundRect">
            <a:avLst>
              <a:gd name="adj" fmla="val 4130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Clusters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B0802E94-7C7A-714A-925D-F59899DDEFB5}"/>
              </a:ext>
            </a:extLst>
          </p:cNvPr>
          <p:cNvSpPr/>
          <p:nvPr/>
        </p:nvSpPr>
        <p:spPr>
          <a:xfrm>
            <a:off x="5815870" y="1736995"/>
            <a:ext cx="1309186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reviews-v1</a:t>
            </a: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  <a:p>
            <a:r>
              <a:rPr kumimoji="1" lang="en-US" altLang="ko-KR" sz="800">
                <a:solidFill>
                  <a:schemeClr val="tx1"/>
                </a:solidFill>
              </a:rPr>
              <a:t>SDS: internal-cert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9AE5C6E9-C7D0-FE3A-416F-4B8BE952ACD3}"/>
              </a:ext>
            </a:extLst>
          </p:cNvPr>
          <p:cNvSpPr/>
          <p:nvPr/>
        </p:nvSpPr>
        <p:spPr>
          <a:xfrm>
            <a:off x="5815870" y="2383766"/>
            <a:ext cx="1309186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reviews-v2</a:t>
            </a: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  <a:p>
            <a:r>
              <a:rPr kumimoji="1" lang="en-US" altLang="ko-KR" sz="800">
                <a:solidFill>
                  <a:schemeClr val="tx1"/>
                </a:solidFill>
              </a:rPr>
              <a:t>SDS: internal-cert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3420C325-2A4A-3EC1-CC69-34BE5FDF78E1}"/>
              </a:ext>
            </a:extLst>
          </p:cNvPr>
          <p:cNvSpPr/>
          <p:nvPr/>
        </p:nvSpPr>
        <p:spPr>
          <a:xfrm>
            <a:off x="5815870" y="3030537"/>
            <a:ext cx="1309186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ratings</a:t>
            </a: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  <a:p>
            <a:r>
              <a:rPr kumimoji="1" lang="en-US" altLang="ko-KR" sz="800">
                <a:solidFill>
                  <a:schemeClr val="tx1"/>
                </a:solidFill>
              </a:rPr>
              <a:t>SDS: internal-cert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B70B88EB-5F52-EE0B-E821-1CFD7DE6C427}"/>
              </a:ext>
            </a:extLst>
          </p:cNvPr>
          <p:cNvSpPr/>
          <p:nvPr/>
        </p:nvSpPr>
        <p:spPr>
          <a:xfrm>
            <a:off x="3638256" y="1459871"/>
            <a:ext cx="1808056" cy="3446653"/>
          </a:xfrm>
          <a:prstGeom prst="roundRect">
            <a:avLst>
              <a:gd name="adj" fmla="val 4130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Routes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B635D5C4-BF9B-2FCC-8060-309AC79BB3FB}"/>
              </a:ext>
            </a:extLst>
          </p:cNvPr>
          <p:cNvSpPr/>
          <p:nvPr/>
        </p:nvSpPr>
        <p:spPr>
          <a:xfrm>
            <a:off x="3707668" y="1736144"/>
            <a:ext cx="1663099" cy="1508213"/>
          </a:xfrm>
          <a:prstGeom prst="roundRect">
            <a:avLst>
              <a:gd name="adj" fmla="val 4548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internal-routes</a:t>
            </a:r>
          </a:p>
        </p:txBody>
      </p:sp>
      <p:sp>
        <p:nvSpPr>
          <p:cNvPr id="32" name="모서리가 둥근 직사각형 31">
            <a:extLst>
              <a:ext uri="{FF2B5EF4-FFF2-40B4-BE49-F238E27FC236}">
                <a16:creationId xmlns:a16="http://schemas.microsoft.com/office/drawing/2014/main" id="{9A0A1995-3137-1FD1-CEC2-EAEDAE8BCB32}"/>
              </a:ext>
            </a:extLst>
          </p:cNvPr>
          <p:cNvSpPr/>
          <p:nvPr/>
        </p:nvSpPr>
        <p:spPr>
          <a:xfrm>
            <a:off x="7492480" y="1459871"/>
            <a:ext cx="1457470" cy="3446653"/>
          </a:xfrm>
          <a:prstGeom prst="roundRect">
            <a:avLst>
              <a:gd name="adj" fmla="val 4130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Endpoints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355F32C9-7897-7E48-C914-D84BFC2312A7}"/>
              </a:ext>
            </a:extLst>
          </p:cNvPr>
          <p:cNvSpPr/>
          <p:nvPr/>
        </p:nvSpPr>
        <p:spPr>
          <a:xfrm>
            <a:off x="7566622" y="1736996"/>
            <a:ext cx="1309186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10.0.0.11:80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6" name="모서리가 둥근 직사각형 35">
            <a:extLst>
              <a:ext uri="{FF2B5EF4-FFF2-40B4-BE49-F238E27FC236}">
                <a16:creationId xmlns:a16="http://schemas.microsoft.com/office/drawing/2014/main" id="{FA59AF46-02E5-9D7B-EAEB-4E3B4F7CD207}"/>
              </a:ext>
            </a:extLst>
          </p:cNvPr>
          <p:cNvSpPr/>
          <p:nvPr/>
        </p:nvSpPr>
        <p:spPr>
          <a:xfrm>
            <a:off x="7566622" y="2203652"/>
            <a:ext cx="1309186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10.0.0.12:80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7" name="모서리가 둥근 직사각형 36">
            <a:extLst>
              <a:ext uri="{FF2B5EF4-FFF2-40B4-BE49-F238E27FC236}">
                <a16:creationId xmlns:a16="http://schemas.microsoft.com/office/drawing/2014/main" id="{F40E2F4A-C3D2-CD5E-BEC9-79322A821B87}"/>
              </a:ext>
            </a:extLst>
          </p:cNvPr>
          <p:cNvSpPr/>
          <p:nvPr/>
        </p:nvSpPr>
        <p:spPr>
          <a:xfrm>
            <a:off x="7566621" y="2670308"/>
            <a:ext cx="1309186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10.0.0.21:80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8" name="모서리가 둥근 직사각형 37">
            <a:extLst>
              <a:ext uri="{FF2B5EF4-FFF2-40B4-BE49-F238E27FC236}">
                <a16:creationId xmlns:a16="http://schemas.microsoft.com/office/drawing/2014/main" id="{A81CF3E5-8BEB-B301-3281-4E8AA2AF0A15}"/>
              </a:ext>
            </a:extLst>
          </p:cNvPr>
          <p:cNvSpPr/>
          <p:nvPr/>
        </p:nvSpPr>
        <p:spPr>
          <a:xfrm>
            <a:off x="7566620" y="3136964"/>
            <a:ext cx="1309186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10.0.0.31:80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E460786E-CE54-826C-4278-2CAAC50CA569}"/>
              </a:ext>
            </a:extLst>
          </p:cNvPr>
          <p:cNvCxnSpPr>
            <a:cxnSpLocks/>
            <a:stCxn id="135" idx="3"/>
            <a:endCxn id="16" idx="1"/>
          </p:cNvCxnSpPr>
          <p:nvPr/>
        </p:nvCxnSpPr>
        <p:spPr>
          <a:xfrm>
            <a:off x="5300761" y="3023318"/>
            <a:ext cx="515109" cy="221039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2B90E4FF-E7E5-EC4B-298F-596B3755637D}"/>
              </a:ext>
            </a:extLst>
          </p:cNvPr>
          <p:cNvCxnSpPr>
            <a:cxnSpLocks/>
            <a:stCxn id="16" idx="3"/>
            <a:endCxn id="38" idx="1"/>
          </p:cNvCxnSpPr>
          <p:nvPr/>
        </p:nvCxnSpPr>
        <p:spPr>
          <a:xfrm>
            <a:off x="7125056" y="3244357"/>
            <a:ext cx="441564" cy="35322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CD2D0C14-CCAA-E440-D828-BD7BF3D1A111}"/>
              </a:ext>
            </a:extLst>
          </p:cNvPr>
          <p:cNvCxnSpPr>
            <a:cxnSpLocks/>
            <a:stCxn id="15" idx="3"/>
            <a:endCxn id="37" idx="1"/>
          </p:cNvCxnSpPr>
          <p:nvPr/>
        </p:nvCxnSpPr>
        <p:spPr>
          <a:xfrm>
            <a:off x="7125056" y="2597586"/>
            <a:ext cx="441565" cy="21543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27E77408-5094-C964-D2A3-EC53496B7FDA}"/>
              </a:ext>
            </a:extLst>
          </p:cNvPr>
          <p:cNvCxnSpPr>
            <a:cxnSpLocks/>
            <a:stCxn id="14" idx="3"/>
            <a:endCxn id="36" idx="1"/>
          </p:cNvCxnSpPr>
          <p:nvPr/>
        </p:nvCxnSpPr>
        <p:spPr>
          <a:xfrm>
            <a:off x="7125056" y="1950815"/>
            <a:ext cx="441566" cy="39555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29C7B896-5582-20FA-1822-69AD242E696D}"/>
              </a:ext>
            </a:extLst>
          </p:cNvPr>
          <p:cNvCxnSpPr>
            <a:cxnSpLocks/>
            <a:stCxn id="14" idx="3"/>
            <a:endCxn id="33" idx="1"/>
          </p:cNvCxnSpPr>
          <p:nvPr/>
        </p:nvCxnSpPr>
        <p:spPr>
          <a:xfrm flipV="1">
            <a:off x="7125056" y="1879711"/>
            <a:ext cx="441566" cy="7110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78E34F97-D7C2-2354-EDC9-4E694ACE4D4B}"/>
              </a:ext>
            </a:extLst>
          </p:cNvPr>
          <p:cNvSpPr/>
          <p:nvPr/>
        </p:nvSpPr>
        <p:spPr>
          <a:xfrm>
            <a:off x="202115" y="2383766"/>
            <a:ext cx="1318214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Server Port: 8080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Host: ratings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AC019542-7437-CB27-5A9F-BA8761E3C9ED}"/>
              </a:ext>
            </a:extLst>
          </p:cNvPr>
          <p:cNvCxnSpPr>
            <a:cxnSpLocks/>
            <a:stCxn id="10" idx="3"/>
            <a:endCxn id="5" idx="1"/>
          </p:cNvCxnSpPr>
          <p:nvPr/>
        </p:nvCxnSpPr>
        <p:spPr>
          <a:xfrm>
            <a:off x="1520329" y="1950815"/>
            <a:ext cx="439183" cy="21647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089A11BA-7389-474D-A193-98F3981D7787}"/>
              </a:ext>
            </a:extLst>
          </p:cNvPr>
          <p:cNvCxnSpPr>
            <a:cxnSpLocks/>
            <a:stCxn id="2" idx="3"/>
            <a:endCxn id="5" idx="1"/>
          </p:cNvCxnSpPr>
          <p:nvPr/>
        </p:nvCxnSpPr>
        <p:spPr>
          <a:xfrm flipV="1">
            <a:off x="1520329" y="2167290"/>
            <a:ext cx="439183" cy="430296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모서리가 둥근 직사각형 81">
            <a:extLst>
              <a:ext uri="{FF2B5EF4-FFF2-40B4-BE49-F238E27FC236}">
                <a16:creationId xmlns:a16="http://schemas.microsoft.com/office/drawing/2014/main" id="{48E1C17A-FAA6-74E6-D8F5-88838B61F44D}"/>
              </a:ext>
            </a:extLst>
          </p:cNvPr>
          <p:cNvSpPr/>
          <p:nvPr/>
        </p:nvSpPr>
        <p:spPr>
          <a:xfrm>
            <a:off x="3779084" y="1991450"/>
            <a:ext cx="1526404" cy="893492"/>
          </a:xfrm>
          <a:prstGeom prst="roundRect">
            <a:avLst>
              <a:gd name="adj" fmla="val 5175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Host: reviews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89" name="모서리가 둥근 직사각형 88">
            <a:extLst>
              <a:ext uri="{FF2B5EF4-FFF2-40B4-BE49-F238E27FC236}">
                <a16:creationId xmlns:a16="http://schemas.microsoft.com/office/drawing/2014/main" id="{F049CC14-D5E0-BB47-0C71-8A1887CC0D0F}"/>
              </a:ext>
            </a:extLst>
          </p:cNvPr>
          <p:cNvSpPr/>
          <p:nvPr/>
        </p:nvSpPr>
        <p:spPr>
          <a:xfrm>
            <a:off x="3857611" y="2242250"/>
            <a:ext cx="1378126" cy="27910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Path: /api </a:t>
            </a:r>
            <a:r>
              <a:rPr kumimoji="1" lang="en-US" altLang="ko-KR" sz="800">
                <a:solidFill>
                  <a:schemeClr val="tx1"/>
                </a:solidFill>
                <a:sym typeface="Wingdings" pitchFamily="2" charset="2"/>
              </a:rPr>
              <a:t> </a:t>
            </a:r>
            <a:r>
              <a:rPr kumimoji="1" lang="en-US" altLang="ko-KR" sz="800">
                <a:solidFill>
                  <a:schemeClr val="tx1"/>
                </a:solidFill>
              </a:rPr>
              <a:t>v1:80, v2:20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00" name="모서리가 둥근 직사각형 99">
            <a:extLst>
              <a:ext uri="{FF2B5EF4-FFF2-40B4-BE49-F238E27FC236}">
                <a16:creationId xmlns:a16="http://schemas.microsoft.com/office/drawing/2014/main" id="{3EDDA5CF-687D-9AA1-D2CF-60A1018FFF51}"/>
              </a:ext>
            </a:extLst>
          </p:cNvPr>
          <p:cNvSpPr/>
          <p:nvPr/>
        </p:nvSpPr>
        <p:spPr>
          <a:xfrm>
            <a:off x="3852408" y="2520828"/>
            <a:ext cx="1383328" cy="276803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Path: /* </a:t>
            </a:r>
            <a:r>
              <a:rPr kumimoji="1" lang="en-US" altLang="ko-KR" sz="800">
                <a:solidFill>
                  <a:schemeClr val="tx1"/>
                </a:solidFill>
                <a:sym typeface="Wingdings" pitchFamily="2" charset="2"/>
              </a:rPr>
              <a:t> </a:t>
            </a:r>
            <a:r>
              <a:rPr kumimoji="1" lang="en-US" altLang="ko-KR" sz="800">
                <a:solidFill>
                  <a:schemeClr val="tx1"/>
                </a:solidFill>
              </a:rPr>
              <a:t>v1:100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35" name="모서리가 둥근 직사각형 134">
            <a:extLst>
              <a:ext uri="{FF2B5EF4-FFF2-40B4-BE49-F238E27FC236}">
                <a16:creationId xmlns:a16="http://schemas.microsoft.com/office/drawing/2014/main" id="{15EB020F-BBCB-A7C7-1AEB-26489C4A177A}"/>
              </a:ext>
            </a:extLst>
          </p:cNvPr>
          <p:cNvSpPr/>
          <p:nvPr/>
        </p:nvSpPr>
        <p:spPr>
          <a:xfrm>
            <a:off x="3774357" y="2882582"/>
            <a:ext cx="1526404" cy="281472"/>
          </a:xfrm>
          <a:prstGeom prst="roundRect">
            <a:avLst>
              <a:gd name="adj" fmla="val 15966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Host: ratings </a:t>
            </a:r>
            <a:r>
              <a:rPr kumimoji="1" lang="en-US" altLang="ko-KR" sz="800">
                <a:solidFill>
                  <a:schemeClr val="tx1"/>
                </a:solidFill>
                <a:sym typeface="Wingdings" pitchFamily="2" charset="2"/>
              </a:rPr>
              <a:t> ratings:100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143" name="직선 화살표 연결선 142">
            <a:extLst>
              <a:ext uri="{FF2B5EF4-FFF2-40B4-BE49-F238E27FC236}">
                <a16:creationId xmlns:a16="http://schemas.microsoft.com/office/drawing/2014/main" id="{B940939F-5C95-5FDC-C6CB-DBB6DE2E7AB1}"/>
              </a:ext>
            </a:extLst>
          </p:cNvPr>
          <p:cNvCxnSpPr>
            <a:cxnSpLocks/>
            <a:stCxn id="5" idx="3"/>
            <a:endCxn id="89" idx="1"/>
          </p:cNvCxnSpPr>
          <p:nvPr/>
        </p:nvCxnSpPr>
        <p:spPr>
          <a:xfrm>
            <a:off x="3268698" y="2167290"/>
            <a:ext cx="588913" cy="21451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직선 화살표 연결선 145">
            <a:extLst>
              <a:ext uri="{FF2B5EF4-FFF2-40B4-BE49-F238E27FC236}">
                <a16:creationId xmlns:a16="http://schemas.microsoft.com/office/drawing/2014/main" id="{01474708-DA05-140B-B12D-ADBDED54638A}"/>
              </a:ext>
            </a:extLst>
          </p:cNvPr>
          <p:cNvCxnSpPr>
            <a:cxnSpLocks/>
            <a:stCxn id="89" idx="3"/>
            <a:endCxn id="14" idx="1"/>
          </p:cNvCxnSpPr>
          <p:nvPr/>
        </p:nvCxnSpPr>
        <p:spPr>
          <a:xfrm flipV="1">
            <a:off x="5235737" y="1950815"/>
            <a:ext cx="580133" cy="43099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화살표 연결선 148">
            <a:extLst>
              <a:ext uri="{FF2B5EF4-FFF2-40B4-BE49-F238E27FC236}">
                <a16:creationId xmlns:a16="http://schemas.microsoft.com/office/drawing/2014/main" id="{A6FB0AD3-92AE-559C-E95F-12312F7BAA4F}"/>
              </a:ext>
            </a:extLst>
          </p:cNvPr>
          <p:cNvCxnSpPr>
            <a:cxnSpLocks/>
            <a:stCxn id="89" idx="3"/>
            <a:endCxn id="15" idx="1"/>
          </p:cNvCxnSpPr>
          <p:nvPr/>
        </p:nvCxnSpPr>
        <p:spPr>
          <a:xfrm>
            <a:off x="5235737" y="2381805"/>
            <a:ext cx="580133" cy="21578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화살표 연결선 188">
            <a:extLst>
              <a:ext uri="{FF2B5EF4-FFF2-40B4-BE49-F238E27FC236}">
                <a16:creationId xmlns:a16="http://schemas.microsoft.com/office/drawing/2014/main" id="{1444C2A5-2BD7-CC13-76CC-C1E3DA0D22B4}"/>
              </a:ext>
            </a:extLst>
          </p:cNvPr>
          <p:cNvCxnSpPr>
            <a:cxnSpLocks/>
            <a:stCxn id="5" idx="3"/>
            <a:endCxn id="135" idx="1"/>
          </p:cNvCxnSpPr>
          <p:nvPr/>
        </p:nvCxnSpPr>
        <p:spPr>
          <a:xfrm>
            <a:off x="3268698" y="2167290"/>
            <a:ext cx="505659" cy="856028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모서리가 둥근 직사각형 198">
            <a:extLst>
              <a:ext uri="{FF2B5EF4-FFF2-40B4-BE49-F238E27FC236}">
                <a16:creationId xmlns:a16="http://schemas.microsoft.com/office/drawing/2014/main" id="{D2A0DD18-2AC5-1817-DB85-8937CBB10221}"/>
              </a:ext>
            </a:extLst>
          </p:cNvPr>
          <p:cNvSpPr/>
          <p:nvPr/>
        </p:nvSpPr>
        <p:spPr>
          <a:xfrm>
            <a:off x="202115" y="3433178"/>
            <a:ext cx="1318214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Server Port: 443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SNI: web.com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07" name="모서리가 둥근 직사각형 206">
            <a:extLst>
              <a:ext uri="{FF2B5EF4-FFF2-40B4-BE49-F238E27FC236}">
                <a16:creationId xmlns:a16="http://schemas.microsoft.com/office/drawing/2014/main" id="{E3D8D4FD-6903-C53A-F471-54214B19E49E}"/>
              </a:ext>
            </a:extLst>
          </p:cNvPr>
          <p:cNvSpPr/>
          <p:nvPr/>
        </p:nvSpPr>
        <p:spPr>
          <a:xfrm>
            <a:off x="1959512" y="3433178"/>
            <a:ext cx="1309186" cy="884204"/>
          </a:xfrm>
          <a:prstGeom prst="roundRect">
            <a:avLst>
              <a:gd name="adj" fmla="val 7913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external-listener</a:t>
            </a: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  <a:p>
            <a:r>
              <a:rPr kumimoji="1" lang="en-US" altLang="ko-KR" sz="800">
                <a:solidFill>
                  <a:schemeClr val="tx1"/>
                </a:solidFill>
              </a:rPr>
              <a:t>mTLS</a:t>
            </a:r>
          </a:p>
        </p:txBody>
      </p:sp>
      <p:sp>
        <p:nvSpPr>
          <p:cNvPr id="208" name="모서리가 둥근 직사각형 207">
            <a:extLst>
              <a:ext uri="{FF2B5EF4-FFF2-40B4-BE49-F238E27FC236}">
                <a16:creationId xmlns:a16="http://schemas.microsoft.com/office/drawing/2014/main" id="{3BB58D81-6CC4-AB0F-AD2A-68C7AB05FE03}"/>
              </a:ext>
            </a:extLst>
          </p:cNvPr>
          <p:cNvSpPr/>
          <p:nvPr/>
        </p:nvSpPr>
        <p:spPr>
          <a:xfrm>
            <a:off x="3707668" y="3430648"/>
            <a:ext cx="1663099" cy="600689"/>
          </a:xfrm>
          <a:prstGeom prst="roundRect">
            <a:avLst>
              <a:gd name="adj" fmla="val 6914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external-routes</a:t>
            </a:r>
          </a:p>
        </p:txBody>
      </p:sp>
      <p:sp>
        <p:nvSpPr>
          <p:cNvPr id="223" name="모서리가 둥근 직사각형 222">
            <a:extLst>
              <a:ext uri="{FF2B5EF4-FFF2-40B4-BE49-F238E27FC236}">
                <a16:creationId xmlns:a16="http://schemas.microsoft.com/office/drawing/2014/main" id="{59998048-2BE0-4380-0025-1C08B9198675}"/>
              </a:ext>
            </a:extLst>
          </p:cNvPr>
          <p:cNvSpPr/>
          <p:nvPr/>
        </p:nvSpPr>
        <p:spPr>
          <a:xfrm>
            <a:off x="3774357" y="3684995"/>
            <a:ext cx="1526404" cy="281472"/>
          </a:xfrm>
          <a:prstGeom prst="roundRect">
            <a:avLst>
              <a:gd name="adj" fmla="val 15966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Host: example.com </a:t>
            </a:r>
            <a:r>
              <a:rPr kumimoji="1" lang="en-US" altLang="ko-KR" sz="800">
                <a:solidFill>
                  <a:schemeClr val="tx1"/>
                </a:solidFill>
                <a:sym typeface="Wingdings" pitchFamily="2" charset="2"/>
              </a:rPr>
              <a:t> web</a:t>
            </a:r>
          </a:p>
        </p:txBody>
      </p:sp>
      <p:sp>
        <p:nvSpPr>
          <p:cNvPr id="230" name="모서리가 둥근 직사각형 229">
            <a:extLst>
              <a:ext uri="{FF2B5EF4-FFF2-40B4-BE49-F238E27FC236}">
                <a16:creationId xmlns:a16="http://schemas.microsoft.com/office/drawing/2014/main" id="{DBDFA99B-296B-1B23-4D0F-B54B34D9EAAA}"/>
              </a:ext>
            </a:extLst>
          </p:cNvPr>
          <p:cNvSpPr/>
          <p:nvPr/>
        </p:nvSpPr>
        <p:spPr>
          <a:xfrm>
            <a:off x="5815869" y="3711013"/>
            <a:ext cx="1309186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web</a:t>
            </a: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  <a:p>
            <a:r>
              <a:rPr kumimoji="1" lang="en-US" altLang="ko-KR" sz="800">
                <a:solidFill>
                  <a:schemeClr val="tx1"/>
                </a:solidFill>
              </a:rPr>
              <a:t>SDS: internal-cert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231" name="직선 화살표 연결선 230">
            <a:extLst>
              <a:ext uri="{FF2B5EF4-FFF2-40B4-BE49-F238E27FC236}">
                <a16:creationId xmlns:a16="http://schemas.microsoft.com/office/drawing/2014/main" id="{FA998875-95CB-A082-CE04-88B8AE408628}"/>
              </a:ext>
            </a:extLst>
          </p:cNvPr>
          <p:cNvCxnSpPr>
            <a:cxnSpLocks/>
            <a:stCxn id="223" idx="3"/>
            <a:endCxn id="230" idx="1"/>
          </p:cNvCxnSpPr>
          <p:nvPr/>
        </p:nvCxnSpPr>
        <p:spPr>
          <a:xfrm>
            <a:off x="5300761" y="3825731"/>
            <a:ext cx="515108" cy="99102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모서리가 둥근 직사각형 234">
            <a:extLst>
              <a:ext uri="{FF2B5EF4-FFF2-40B4-BE49-F238E27FC236}">
                <a16:creationId xmlns:a16="http://schemas.microsoft.com/office/drawing/2014/main" id="{91F145BE-54B6-E321-DDC3-2903EA1F215B}"/>
              </a:ext>
            </a:extLst>
          </p:cNvPr>
          <p:cNvSpPr/>
          <p:nvPr/>
        </p:nvSpPr>
        <p:spPr>
          <a:xfrm>
            <a:off x="5815869" y="4363797"/>
            <a:ext cx="1309186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kafka</a:t>
            </a: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  <a:p>
            <a:r>
              <a:rPr kumimoji="1" lang="en-US" altLang="ko-KR" sz="800">
                <a:solidFill>
                  <a:schemeClr val="tx1"/>
                </a:solidFill>
              </a:rPr>
              <a:t>SDS: internal-cert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38" name="모서리가 둥근 직사각형 237">
            <a:extLst>
              <a:ext uri="{FF2B5EF4-FFF2-40B4-BE49-F238E27FC236}">
                <a16:creationId xmlns:a16="http://schemas.microsoft.com/office/drawing/2014/main" id="{83B4003B-888A-D84E-C9DC-0A887BA4FA68}"/>
              </a:ext>
            </a:extLst>
          </p:cNvPr>
          <p:cNvSpPr/>
          <p:nvPr/>
        </p:nvSpPr>
        <p:spPr>
          <a:xfrm>
            <a:off x="7566620" y="3607058"/>
            <a:ext cx="1309186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10.0.0.41:80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43" name="모서리가 둥근 직사각형 242">
            <a:extLst>
              <a:ext uri="{FF2B5EF4-FFF2-40B4-BE49-F238E27FC236}">
                <a16:creationId xmlns:a16="http://schemas.microsoft.com/office/drawing/2014/main" id="{A99916FD-1F6E-FC5D-3839-8B835824D89B}"/>
              </a:ext>
            </a:extLst>
          </p:cNvPr>
          <p:cNvSpPr/>
          <p:nvPr/>
        </p:nvSpPr>
        <p:spPr>
          <a:xfrm>
            <a:off x="7566620" y="4078367"/>
            <a:ext cx="1309186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10.0.0.42:80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244" name="직선 화살표 연결선 243">
            <a:extLst>
              <a:ext uri="{FF2B5EF4-FFF2-40B4-BE49-F238E27FC236}">
                <a16:creationId xmlns:a16="http://schemas.microsoft.com/office/drawing/2014/main" id="{29B34F26-474A-B881-A3DD-FE1B986EF262}"/>
              </a:ext>
            </a:extLst>
          </p:cNvPr>
          <p:cNvCxnSpPr>
            <a:cxnSpLocks/>
            <a:stCxn id="230" idx="3"/>
            <a:endCxn id="238" idx="1"/>
          </p:cNvCxnSpPr>
          <p:nvPr/>
        </p:nvCxnSpPr>
        <p:spPr>
          <a:xfrm flipV="1">
            <a:off x="7125055" y="3749773"/>
            <a:ext cx="441565" cy="17506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직선 화살표 연결선 246">
            <a:extLst>
              <a:ext uri="{FF2B5EF4-FFF2-40B4-BE49-F238E27FC236}">
                <a16:creationId xmlns:a16="http://schemas.microsoft.com/office/drawing/2014/main" id="{B7714751-A181-5D97-8E0D-522244214796}"/>
              </a:ext>
            </a:extLst>
          </p:cNvPr>
          <p:cNvCxnSpPr>
            <a:cxnSpLocks/>
            <a:stCxn id="230" idx="3"/>
            <a:endCxn id="243" idx="1"/>
          </p:cNvCxnSpPr>
          <p:nvPr/>
        </p:nvCxnSpPr>
        <p:spPr>
          <a:xfrm>
            <a:off x="7125055" y="3924833"/>
            <a:ext cx="441565" cy="296249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2" name="모서리가 둥근 직사각형 281">
            <a:extLst>
              <a:ext uri="{FF2B5EF4-FFF2-40B4-BE49-F238E27FC236}">
                <a16:creationId xmlns:a16="http://schemas.microsoft.com/office/drawing/2014/main" id="{458C98A1-7CA6-97E7-DAC0-A067F5B279D5}"/>
              </a:ext>
            </a:extLst>
          </p:cNvPr>
          <p:cNvSpPr/>
          <p:nvPr/>
        </p:nvSpPr>
        <p:spPr>
          <a:xfrm>
            <a:off x="7566620" y="4540046"/>
            <a:ext cx="1309186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10.0.0.51:9092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90" name="모서리가 둥근 직사각형 289">
            <a:extLst>
              <a:ext uri="{FF2B5EF4-FFF2-40B4-BE49-F238E27FC236}">
                <a16:creationId xmlns:a16="http://schemas.microsoft.com/office/drawing/2014/main" id="{BA35F08E-4A54-2A76-3DAD-6FFB849059D1}"/>
              </a:ext>
            </a:extLst>
          </p:cNvPr>
          <p:cNvSpPr/>
          <p:nvPr/>
        </p:nvSpPr>
        <p:spPr>
          <a:xfrm>
            <a:off x="2022541" y="3687819"/>
            <a:ext cx="1170612" cy="281472"/>
          </a:xfrm>
          <a:prstGeom prst="roundRect">
            <a:avLst>
              <a:gd name="adj" fmla="val 15966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SNI: web.com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SDS: web-cert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91" name="모서리가 둥근 직사각형 290">
            <a:extLst>
              <a:ext uri="{FF2B5EF4-FFF2-40B4-BE49-F238E27FC236}">
                <a16:creationId xmlns:a16="http://schemas.microsoft.com/office/drawing/2014/main" id="{7AAB0FD7-A862-8A80-73BB-88F9EE1BFDA0}"/>
              </a:ext>
            </a:extLst>
          </p:cNvPr>
          <p:cNvSpPr/>
          <p:nvPr/>
        </p:nvSpPr>
        <p:spPr>
          <a:xfrm>
            <a:off x="2022541" y="3966467"/>
            <a:ext cx="1170612" cy="281472"/>
          </a:xfrm>
          <a:prstGeom prst="roundRect">
            <a:avLst>
              <a:gd name="adj" fmla="val 15966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SNI: kafka.com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SDS: kafka-cert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293" name="직선 화살표 연결선 292">
            <a:extLst>
              <a:ext uri="{FF2B5EF4-FFF2-40B4-BE49-F238E27FC236}">
                <a16:creationId xmlns:a16="http://schemas.microsoft.com/office/drawing/2014/main" id="{0B6E1E59-8172-AE8D-AAE2-6DB233612F14}"/>
              </a:ext>
            </a:extLst>
          </p:cNvPr>
          <p:cNvCxnSpPr>
            <a:cxnSpLocks/>
            <a:stCxn id="290" idx="3"/>
            <a:endCxn id="223" idx="1"/>
          </p:cNvCxnSpPr>
          <p:nvPr/>
        </p:nvCxnSpPr>
        <p:spPr>
          <a:xfrm flipV="1">
            <a:off x="3193153" y="3825731"/>
            <a:ext cx="581204" cy="2824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직선 화살표 연결선 294">
            <a:extLst>
              <a:ext uri="{FF2B5EF4-FFF2-40B4-BE49-F238E27FC236}">
                <a16:creationId xmlns:a16="http://schemas.microsoft.com/office/drawing/2014/main" id="{57B300FE-5751-A434-68E3-8A065E835440}"/>
              </a:ext>
            </a:extLst>
          </p:cNvPr>
          <p:cNvCxnSpPr>
            <a:cxnSpLocks/>
            <a:stCxn id="199" idx="3"/>
            <a:endCxn id="290" idx="1"/>
          </p:cNvCxnSpPr>
          <p:nvPr/>
        </p:nvCxnSpPr>
        <p:spPr>
          <a:xfrm>
            <a:off x="1520329" y="3646998"/>
            <a:ext cx="502212" cy="181557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" name="모서리가 둥근 직사각형 299">
            <a:extLst>
              <a:ext uri="{FF2B5EF4-FFF2-40B4-BE49-F238E27FC236}">
                <a16:creationId xmlns:a16="http://schemas.microsoft.com/office/drawing/2014/main" id="{F6563A76-7AF9-A7CA-62CE-464A3FDB37A7}"/>
              </a:ext>
            </a:extLst>
          </p:cNvPr>
          <p:cNvSpPr/>
          <p:nvPr/>
        </p:nvSpPr>
        <p:spPr>
          <a:xfrm>
            <a:off x="202115" y="4072957"/>
            <a:ext cx="1318214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Server Port: 443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SNI: kafka.com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301" name="직선 화살표 연결선 300">
            <a:extLst>
              <a:ext uri="{FF2B5EF4-FFF2-40B4-BE49-F238E27FC236}">
                <a16:creationId xmlns:a16="http://schemas.microsoft.com/office/drawing/2014/main" id="{DCF0E829-7132-2EA9-7CB1-C02C90282FBE}"/>
              </a:ext>
            </a:extLst>
          </p:cNvPr>
          <p:cNvCxnSpPr>
            <a:cxnSpLocks/>
            <a:stCxn id="300" idx="3"/>
            <a:endCxn id="291" idx="1"/>
          </p:cNvCxnSpPr>
          <p:nvPr/>
        </p:nvCxnSpPr>
        <p:spPr>
          <a:xfrm flipV="1">
            <a:off x="1520329" y="4107203"/>
            <a:ext cx="502212" cy="179574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직선 화살표 연결선 311">
            <a:extLst>
              <a:ext uri="{FF2B5EF4-FFF2-40B4-BE49-F238E27FC236}">
                <a16:creationId xmlns:a16="http://schemas.microsoft.com/office/drawing/2014/main" id="{B4E209D7-6402-F226-2857-CF7A0C9D276D}"/>
              </a:ext>
            </a:extLst>
          </p:cNvPr>
          <p:cNvCxnSpPr>
            <a:cxnSpLocks/>
            <a:stCxn id="291" idx="3"/>
            <a:endCxn id="235" idx="1"/>
          </p:cNvCxnSpPr>
          <p:nvPr/>
        </p:nvCxnSpPr>
        <p:spPr>
          <a:xfrm>
            <a:off x="3193153" y="4107203"/>
            <a:ext cx="2622716" cy="470414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직선 화살표 연결선 314">
            <a:extLst>
              <a:ext uri="{FF2B5EF4-FFF2-40B4-BE49-F238E27FC236}">
                <a16:creationId xmlns:a16="http://schemas.microsoft.com/office/drawing/2014/main" id="{7E9D171F-DA29-8492-FB6A-AE4AF2471963}"/>
              </a:ext>
            </a:extLst>
          </p:cNvPr>
          <p:cNvCxnSpPr>
            <a:cxnSpLocks/>
            <a:stCxn id="235" idx="3"/>
            <a:endCxn id="282" idx="1"/>
          </p:cNvCxnSpPr>
          <p:nvPr/>
        </p:nvCxnSpPr>
        <p:spPr>
          <a:xfrm>
            <a:off x="7125055" y="4577617"/>
            <a:ext cx="441565" cy="105144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1" name="모서리가 둥근 직사각형 320">
            <a:extLst>
              <a:ext uri="{FF2B5EF4-FFF2-40B4-BE49-F238E27FC236}">
                <a16:creationId xmlns:a16="http://schemas.microsoft.com/office/drawing/2014/main" id="{B966CFCE-21C1-7199-E39A-7DBF76325461}"/>
              </a:ext>
            </a:extLst>
          </p:cNvPr>
          <p:cNvSpPr/>
          <p:nvPr/>
        </p:nvSpPr>
        <p:spPr>
          <a:xfrm>
            <a:off x="4427984" y="339502"/>
            <a:ext cx="4521965" cy="636879"/>
          </a:xfrm>
          <a:prstGeom prst="roundRect">
            <a:avLst>
              <a:gd name="adj" fmla="val 7121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Secrets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327" name="모서리가 둥근 직사각형 326">
            <a:extLst>
              <a:ext uri="{FF2B5EF4-FFF2-40B4-BE49-F238E27FC236}">
                <a16:creationId xmlns:a16="http://schemas.microsoft.com/office/drawing/2014/main" id="{9263248C-2705-5C77-6C86-4A8FD78EB748}"/>
              </a:ext>
            </a:extLst>
          </p:cNvPr>
          <p:cNvSpPr/>
          <p:nvPr/>
        </p:nvSpPr>
        <p:spPr>
          <a:xfrm>
            <a:off x="4506682" y="612417"/>
            <a:ext cx="1309186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internal-cert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28" name="모서리가 둥근 직사각형 327">
            <a:extLst>
              <a:ext uri="{FF2B5EF4-FFF2-40B4-BE49-F238E27FC236}">
                <a16:creationId xmlns:a16="http://schemas.microsoft.com/office/drawing/2014/main" id="{F1E0F712-C150-6777-458C-E53C35458749}"/>
              </a:ext>
            </a:extLst>
          </p:cNvPr>
          <p:cNvSpPr/>
          <p:nvPr/>
        </p:nvSpPr>
        <p:spPr>
          <a:xfrm>
            <a:off x="7566620" y="612417"/>
            <a:ext cx="1309186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kafka-cert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29" name="모서리가 둥근 직사각형 328">
            <a:extLst>
              <a:ext uri="{FF2B5EF4-FFF2-40B4-BE49-F238E27FC236}">
                <a16:creationId xmlns:a16="http://schemas.microsoft.com/office/drawing/2014/main" id="{6110939C-73FB-D9A2-54F2-B08E4E786685}"/>
              </a:ext>
            </a:extLst>
          </p:cNvPr>
          <p:cNvSpPr/>
          <p:nvPr/>
        </p:nvSpPr>
        <p:spPr>
          <a:xfrm>
            <a:off x="6036651" y="612417"/>
            <a:ext cx="1309186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web-cert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333" name="꺾인 연결선[E] 332">
            <a:extLst>
              <a:ext uri="{FF2B5EF4-FFF2-40B4-BE49-F238E27FC236}">
                <a16:creationId xmlns:a16="http://schemas.microsoft.com/office/drawing/2014/main" id="{82F744DB-0E75-625C-7344-9C7C17875FD2}"/>
              </a:ext>
            </a:extLst>
          </p:cNvPr>
          <p:cNvCxnSpPr>
            <a:cxnSpLocks/>
            <a:stCxn id="12" idx="2"/>
            <a:endCxn id="18" idx="0"/>
          </p:cNvCxnSpPr>
          <p:nvPr/>
        </p:nvCxnSpPr>
        <p:spPr>
          <a:xfrm rot="16200000" flipH="1">
            <a:off x="3327806" y="245392"/>
            <a:ext cx="500777" cy="192817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꺾인 연결선[E] 335">
            <a:extLst>
              <a:ext uri="{FF2B5EF4-FFF2-40B4-BE49-F238E27FC236}">
                <a16:creationId xmlns:a16="http://schemas.microsoft.com/office/drawing/2014/main" id="{69669BB8-2DAE-E371-025F-51E22AFA953A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 rot="16200000" flipH="1">
            <a:off x="4291895" y="-718697"/>
            <a:ext cx="500777" cy="3856357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꺾인 연결선[E] 338">
            <a:extLst>
              <a:ext uri="{FF2B5EF4-FFF2-40B4-BE49-F238E27FC236}">
                <a16:creationId xmlns:a16="http://schemas.microsoft.com/office/drawing/2014/main" id="{120F8C9F-AE47-033B-4B96-0DF24E67B7D7}"/>
              </a:ext>
            </a:extLst>
          </p:cNvPr>
          <p:cNvCxnSpPr>
            <a:cxnSpLocks/>
            <a:stCxn id="12" idx="2"/>
            <a:endCxn id="32" idx="0"/>
          </p:cNvCxnSpPr>
          <p:nvPr/>
        </p:nvCxnSpPr>
        <p:spPr>
          <a:xfrm rot="16200000" flipH="1">
            <a:off x="5167272" y="-1594073"/>
            <a:ext cx="500777" cy="560711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직선 화살표 연결선 341">
            <a:extLst>
              <a:ext uri="{FF2B5EF4-FFF2-40B4-BE49-F238E27FC236}">
                <a16:creationId xmlns:a16="http://schemas.microsoft.com/office/drawing/2014/main" id="{12DF25FD-3B5D-9130-BBFA-55EDB10C5AF6}"/>
              </a:ext>
            </a:extLst>
          </p:cNvPr>
          <p:cNvCxnSpPr>
            <a:cxnSpLocks/>
            <a:stCxn id="12" idx="2"/>
            <a:endCxn id="8" idx="0"/>
          </p:cNvCxnSpPr>
          <p:nvPr/>
        </p:nvCxnSpPr>
        <p:spPr>
          <a:xfrm>
            <a:off x="2614105" y="959094"/>
            <a:ext cx="1" cy="50077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꺾인 연결선[E] 344">
            <a:extLst>
              <a:ext uri="{FF2B5EF4-FFF2-40B4-BE49-F238E27FC236}">
                <a16:creationId xmlns:a16="http://schemas.microsoft.com/office/drawing/2014/main" id="{BE864410-2614-615A-10C1-A896D8626C23}"/>
              </a:ext>
            </a:extLst>
          </p:cNvPr>
          <p:cNvCxnSpPr>
            <a:cxnSpLocks/>
            <a:stCxn id="12" idx="2"/>
            <a:endCxn id="321" idx="2"/>
          </p:cNvCxnSpPr>
          <p:nvPr/>
        </p:nvCxnSpPr>
        <p:spPr>
          <a:xfrm rot="16200000" flipH="1">
            <a:off x="4642893" y="-1069694"/>
            <a:ext cx="17287" cy="4074862"/>
          </a:xfrm>
          <a:prstGeom prst="bentConnector3">
            <a:avLst>
              <a:gd name="adj1" fmla="val 1422381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7" name="모서리가 둥근 직사각형 356">
            <a:extLst>
              <a:ext uri="{FF2B5EF4-FFF2-40B4-BE49-F238E27FC236}">
                <a16:creationId xmlns:a16="http://schemas.microsoft.com/office/drawing/2014/main" id="{98B9172A-F9FA-1B03-2E93-451F5EA733A8}"/>
              </a:ext>
            </a:extLst>
          </p:cNvPr>
          <p:cNvSpPr/>
          <p:nvPr/>
        </p:nvSpPr>
        <p:spPr>
          <a:xfrm>
            <a:off x="2608929" y="957216"/>
            <a:ext cx="1164463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i="1">
                <a:solidFill>
                  <a:schemeClr val="tx1"/>
                </a:solidFill>
              </a:rPr>
              <a:t>1 Stream with </a:t>
            </a:r>
            <a:r>
              <a:rPr kumimoji="1" lang="en-US" altLang="ko-KR" sz="800" b="1" i="1" u="sng">
                <a:solidFill>
                  <a:schemeClr val="tx1"/>
                </a:solidFill>
              </a:rPr>
              <a:t>ADS </a:t>
            </a:r>
            <a:endParaRPr kumimoji="1" lang="ko-KR" altLang="en-US" sz="800" b="1" i="1" u="sng">
              <a:solidFill>
                <a:schemeClr val="tx1"/>
              </a:solidFill>
            </a:endParaRPr>
          </a:p>
        </p:txBody>
      </p:sp>
      <p:sp>
        <p:nvSpPr>
          <p:cNvPr id="358" name="모서리가 둥근 직사각형 357">
            <a:extLst>
              <a:ext uri="{FF2B5EF4-FFF2-40B4-BE49-F238E27FC236}">
                <a16:creationId xmlns:a16="http://schemas.microsoft.com/office/drawing/2014/main" id="{EB9408EA-B995-1C5C-656D-49D8F8A4C605}"/>
              </a:ext>
            </a:extLst>
          </p:cNvPr>
          <p:cNvSpPr/>
          <p:nvPr/>
        </p:nvSpPr>
        <p:spPr>
          <a:xfrm>
            <a:off x="2608929" y="1272082"/>
            <a:ext cx="1164463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 i="1" u="sng">
                <a:solidFill>
                  <a:schemeClr val="tx1"/>
                </a:solidFill>
              </a:rPr>
              <a:t>LDS</a:t>
            </a:r>
            <a:endParaRPr kumimoji="1" lang="ko-KR" altLang="en-US" sz="800" b="1" i="1" u="sng">
              <a:solidFill>
                <a:schemeClr val="tx1"/>
              </a:solidFill>
            </a:endParaRPr>
          </a:p>
        </p:txBody>
      </p:sp>
      <p:sp>
        <p:nvSpPr>
          <p:cNvPr id="359" name="모서리가 둥근 직사각형 358">
            <a:extLst>
              <a:ext uri="{FF2B5EF4-FFF2-40B4-BE49-F238E27FC236}">
                <a16:creationId xmlns:a16="http://schemas.microsoft.com/office/drawing/2014/main" id="{FF0423B0-19B3-5AA0-BE1E-DF5FFBDC5025}"/>
              </a:ext>
            </a:extLst>
          </p:cNvPr>
          <p:cNvSpPr/>
          <p:nvPr/>
        </p:nvSpPr>
        <p:spPr>
          <a:xfrm>
            <a:off x="4537559" y="1272082"/>
            <a:ext cx="1164463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 i="1" u="sng">
                <a:solidFill>
                  <a:schemeClr val="tx1"/>
                </a:solidFill>
              </a:rPr>
              <a:t>RDS</a:t>
            </a:r>
            <a:endParaRPr kumimoji="1" lang="ko-KR" altLang="en-US" sz="800" b="1" i="1" u="sng">
              <a:solidFill>
                <a:schemeClr val="tx1"/>
              </a:solidFill>
            </a:endParaRPr>
          </a:p>
        </p:txBody>
      </p:sp>
      <p:sp>
        <p:nvSpPr>
          <p:cNvPr id="360" name="모서리가 둥근 직사각형 359">
            <a:extLst>
              <a:ext uri="{FF2B5EF4-FFF2-40B4-BE49-F238E27FC236}">
                <a16:creationId xmlns:a16="http://schemas.microsoft.com/office/drawing/2014/main" id="{661D18C1-B650-C449-EADD-11E008B59FCC}"/>
              </a:ext>
            </a:extLst>
          </p:cNvPr>
          <p:cNvSpPr/>
          <p:nvPr/>
        </p:nvSpPr>
        <p:spPr>
          <a:xfrm>
            <a:off x="6467874" y="1272082"/>
            <a:ext cx="1164463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 i="1" u="sng">
                <a:solidFill>
                  <a:schemeClr val="tx1"/>
                </a:solidFill>
              </a:rPr>
              <a:t>CDS</a:t>
            </a:r>
            <a:endParaRPr kumimoji="1" lang="ko-KR" altLang="en-US" sz="800" b="1" i="1" u="sng">
              <a:solidFill>
                <a:schemeClr val="tx1"/>
              </a:solidFill>
            </a:endParaRPr>
          </a:p>
        </p:txBody>
      </p:sp>
      <p:sp>
        <p:nvSpPr>
          <p:cNvPr id="361" name="모서리가 둥근 직사각형 360">
            <a:extLst>
              <a:ext uri="{FF2B5EF4-FFF2-40B4-BE49-F238E27FC236}">
                <a16:creationId xmlns:a16="http://schemas.microsoft.com/office/drawing/2014/main" id="{0F07CD2D-FCD0-D83D-E3C3-A41C2C0EE441}"/>
              </a:ext>
            </a:extLst>
          </p:cNvPr>
          <p:cNvSpPr/>
          <p:nvPr/>
        </p:nvSpPr>
        <p:spPr>
          <a:xfrm>
            <a:off x="8217834" y="1272082"/>
            <a:ext cx="1164463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 i="1" u="sng">
                <a:solidFill>
                  <a:schemeClr val="tx1"/>
                </a:solidFill>
              </a:rPr>
              <a:t>EDS</a:t>
            </a:r>
            <a:endParaRPr kumimoji="1" lang="ko-KR" altLang="en-US" sz="800" b="1" i="1" u="sng">
              <a:solidFill>
                <a:schemeClr val="tx1"/>
              </a:solidFill>
            </a:endParaRPr>
          </a:p>
        </p:txBody>
      </p:sp>
      <p:sp>
        <p:nvSpPr>
          <p:cNvPr id="362" name="모서리가 둥근 직사각형 361">
            <a:extLst>
              <a:ext uri="{FF2B5EF4-FFF2-40B4-BE49-F238E27FC236}">
                <a16:creationId xmlns:a16="http://schemas.microsoft.com/office/drawing/2014/main" id="{CACB67CA-B4C4-6894-0E4A-93581DB4AFCF}"/>
              </a:ext>
            </a:extLst>
          </p:cNvPr>
          <p:cNvSpPr/>
          <p:nvPr/>
        </p:nvSpPr>
        <p:spPr>
          <a:xfrm>
            <a:off x="6683791" y="980188"/>
            <a:ext cx="1164463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 i="1" u="sng">
                <a:solidFill>
                  <a:schemeClr val="tx1"/>
                </a:solidFill>
              </a:rPr>
              <a:t>SDS</a:t>
            </a:r>
            <a:endParaRPr kumimoji="1" lang="ko-KR" altLang="en-US" sz="800" b="1" i="1" u="sng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3437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798B2-BEF3-EBF2-A9DE-81B629C34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8964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8C6DF-DE6D-89D7-4425-37FC34591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028DFFFA-9CF1-D591-AAC8-70ED40629FB9}"/>
              </a:ext>
            </a:extLst>
          </p:cNvPr>
          <p:cNvSpPr/>
          <p:nvPr/>
        </p:nvSpPr>
        <p:spPr>
          <a:xfrm>
            <a:off x="508272" y="1182690"/>
            <a:ext cx="1160492" cy="3405284"/>
          </a:xfrm>
          <a:prstGeom prst="roundRect">
            <a:avLst>
              <a:gd name="adj" fmla="val 4130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Clients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4EB0655C-A010-2FC8-0693-9B379B178CBE}"/>
              </a:ext>
            </a:extLst>
          </p:cNvPr>
          <p:cNvSpPr/>
          <p:nvPr/>
        </p:nvSpPr>
        <p:spPr>
          <a:xfrm>
            <a:off x="603392" y="1459813"/>
            <a:ext cx="970252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Port: 8080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Host: reviews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path: /api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A6989E93-CBD3-87B3-AB8B-97D683469EFB}"/>
              </a:ext>
            </a:extLst>
          </p:cNvPr>
          <p:cNvSpPr/>
          <p:nvPr/>
        </p:nvSpPr>
        <p:spPr>
          <a:xfrm>
            <a:off x="5148064" y="490131"/>
            <a:ext cx="970252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Downstream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(Clients)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2A97ED08-8100-1EB2-F69B-D02E4983EB48}"/>
              </a:ext>
            </a:extLst>
          </p:cNvPr>
          <p:cNvSpPr/>
          <p:nvPr/>
        </p:nvSpPr>
        <p:spPr>
          <a:xfrm>
            <a:off x="2705821" y="324756"/>
            <a:ext cx="970252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Downstream B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(Client)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507199C1-5990-8E26-CC99-21EA86A678EA}"/>
              </a:ext>
            </a:extLst>
          </p:cNvPr>
          <p:cNvSpPr/>
          <p:nvPr/>
        </p:nvSpPr>
        <p:spPr>
          <a:xfrm>
            <a:off x="2028260" y="1182690"/>
            <a:ext cx="1160492" cy="3405284"/>
          </a:xfrm>
          <a:prstGeom prst="roundRect">
            <a:avLst>
              <a:gd name="adj" fmla="val 4130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Listeners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934B3B77-2F71-61C1-D4C9-DD1FFB1EEE07}"/>
              </a:ext>
            </a:extLst>
          </p:cNvPr>
          <p:cNvSpPr/>
          <p:nvPr/>
        </p:nvSpPr>
        <p:spPr>
          <a:xfrm>
            <a:off x="2126702" y="1459813"/>
            <a:ext cx="963608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0.0.0.0:8080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mTLS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4EF97549-DB72-1612-DAC9-32F98238438E}"/>
              </a:ext>
            </a:extLst>
          </p:cNvPr>
          <p:cNvSpPr/>
          <p:nvPr/>
        </p:nvSpPr>
        <p:spPr>
          <a:xfrm>
            <a:off x="2126702" y="2106584"/>
            <a:ext cx="963608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[::]:8080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4B6395AC-A558-112D-77DB-45742085DFA2}"/>
              </a:ext>
            </a:extLst>
          </p:cNvPr>
          <p:cNvSpPr/>
          <p:nvPr/>
        </p:nvSpPr>
        <p:spPr>
          <a:xfrm>
            <a:off x="2126702" y="2753355"/>
            <a:ext cx="963608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0.0.0.0:9090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EA1248A8-5D5E-1848-217C-316F506067A1}"/>
              </a:ext>
            </a:extLst>
          </p:cNvPr>
          <p:cNvSpPr/>
          <p:nvPr/>
        </p:nvSpPr>
        <p:spPr>
          <a:xfrm>
            <a:off x="5068236" y="1182690"/>
            <a:ext cx="1160492" cy="3405284"/>
          </a:xfrm>
          <a:prstGeom prst="roundRect">
            <a:avLst>
              <a:gd name="adj" fmla="val 4130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Clusters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A343A07A-F336-F2BB-526C-84B6E02C51C0}"/>
              </a:ext>
            </a:extLst>
          </p:cNvPr>
          <p:cNvSpPr/>
          <p:nvPr/>
        </p:nvSpPr>
        <p:spPr>
          <a:xfrm>
            <a:off x="5166679" y="1459813"/>
            <a:ext cx="963608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reviews-v1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SDS: internal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62E7BE65-1A60-509E-6D31-270F655D34B7}"/>
              </a:ext>
            </a:extLst>
          </p:cNvPr>
          <p:cNvSpPr/>
          <p:nvPr/>
        </p:nvSpPr>
        <p:spPr>
          <a:xfrm>
            <a:off x="5166679" y="2106584"/>
            <a:ext cx="963608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reviews-v2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SDS: internal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8F64BE0A-4BF5-57BB-BF0B-8B22A71C8476}"/>
              </a:ext>
            </a:extLst>
          </p:cNvPr>
          <p:cNvSpPr/>
          <p:nvPr/>
        </p:nvSpPr>
        <p:spPr>
          <a:xfrm>
            <a:off x="5166679" y="2753355"/>
            <a:ext cx="963608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ratings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SDS: internal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99AD72A1-7951-BBF3-20E8-5EB674E7C8F0}"/>
              </a:ext>
            </a:extLst>
          </p:cNvPr>
          <p:cNvSpPr/>
          <p:nvPr/>
        </p:nvSpPr>
        <p:spPr>
          <a:xfrm>
            <a:off x="3548248" y="1182690"/>
            <a:ext cx="1160492" cy="3405284"/>
          </a:xfrm>
          <a:prstGeom prst="roundRect">
            <a:avLst>
              <a:gd name="adj" fmla="val 4130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Routes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CC8842CD-3F51-840A-E1E6-DCE91DD73893}"/>
              </a:ext>
            </a:extLst>
          </p:cNvPr>
          <p:cNvSpPr/>
          <p:nvPr/>
        </p:nvSpPr>
        <p:spPr>
          <a:xfrm>
            <a:off x="3646691" y="1672781"/>
            <a:ext cx="963608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reviews </a:t>
            </a:r>
            <a:r>
              <a:rPr kumimoji="1" lang="en-US" altLang="ko-KR" sz="800">
                <a:solidFill>
                  <a:schemeClr val="tx1"/>
                </a:solidFill>
                <a:sym typeface="Wingdings" pitchFamily="2" charset="2"/>
              </a:rPr>
              <a:t></a:t>
            </a:r>
            <a:endParaRPr kumimoji="1" lang="en-US" altLang="ko-KR" sz="800">
              <a:solidFill>
                <a:schemeClr val="tx1"/>
              </a:solidFill>
            </a:endParaRP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v1 80 : v2 20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743A939C-BCE7-CDE9-C196-13C1CDB30F31}"/>
              </a:ext>
            </a:extLst>
          </p:cNvPr>
          <p:cNvSpPr/>
          <p:nvPr/>
        </p:nvSpPr>
        <p:spPr>
          <a:xfrm>
            <a:off x="3646691" y="2539535"/>
            <a:ext cx="963608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ratings </a:t>
            </a:r>
            <a:r>
              <a:rPr kumimoji="1" lang="en-US" altLang="ko-KR" sz="800">
                <a:solidFill>
                  <a:schemeClr val="tx1"/>
                </a:solidFill>
                <a:sym typeface="Wingdings" pitchFamily="2" charset="2"/>
              </a:rPr>
              <a:t></a:t>
            </a:r>
            <a:br>
              <a:rPr kumimoji="1" lang="en-US" altLang="ko-KR" sz="800">
                <a:solidFill>
                  <a:schemeClr val="tx1"/>
                </a:solidFill>
                <a:sym typeface="Wingdings" pitchFamily="2" charset="2"/>
              </a:rPr>
            </a:br>
            <a:r>
              <a:rPr kumimoji="1" lang="en-US" altLang="ko-KR" sz="800">
                <a:solidFill>
                  <a:schemeClr val="tx1"/>
                </a:solidFill>
                <a:sym typeface="Wingdings" pitchFamily="2" charset="2"/>
              </a:rPr>
              <a:t>ratings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CAF323B5-2CF0-76F4-8E36-0F45CDE7D489}"/>
              </a:ext>
            </a:extLst>
          </p:cNvPr>
          <p:cNvCxnSpPr>
            <a:cxnSpLocks/>
            <a:stCxn id="5" idx="3"/>
            <a:endCxn id="19" idx="1"/>
          </p:cNvCxnSpPr>
          <p:nvPr/>
        </p:nvCxnSpPr>
        <p:spPr>
          <a:xfrm>
            <a:off x="3090310" y="1673633"/>
            <a:ext cx="556381" cy="21296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05FFBD76-F7CC-D4E2-7461-9A7E6E730E7B}"/>
              </a:ext>
            </a:extLst>
          </p:cNvPr>
          <p:cNvCxnSpPr>
            <a:cxnSpLocks/>
            <a:stCxn id="6" idx="3"/>
            <a:endCxn id="19" idx="1"/>
          </p:cNvCxnSpPr>
          <p:nvPr/>
        </p:nvCxnSpPr>
        <p:spPr>
          <a:xfrm flipV="1">
            <a:off x="3090310" y="1886601"/>
            <a:ext cx="556381" cy="43380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18DADF57-4B36-DE24-06AE-E2F4320C699B}"/>
              </a:ext>
            </a:extLst>
          </p:cNvPr>
          <p:cNvCxnSpPr>
            <a:cxnSpLocks/>
            <a:stCxn id="7" idx="3"/>
            <a:endCxn id="21" idx="1"/>
          </p:cNvCxnSpPr>
          <p:nvPr/>
        </p:nvCxnSpPr>
        <p:spPr>
          <a:xfrm flipV="1">
            <a:off x="3090310" y="2753355"/>
            <a:ext cx="556381" cy="21382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모서리가 둥근 직사각형 31">
            <a:extLst>
              <a:ext uri="{FF2B5EF4-FFF2-40B4-BE49-F238E27FC236}">
                <a16:creationId xmlns:a16="http://schemas.microsoft.com/office/drawing/2014/main" id="{91AC6D3F-D184-72C9-20A3-479F2C604816}"/>
              </a:ext>
            </a:extLst>
          </p:cNvPr>
          <p:cNvSpPr/>
          <p:nvPr/>
        </p:nvSpPr>
        <p:spPr>
          <a:xfrm>
            <a:off x="6588224" y="1182690"/>
            <a:ext cx="1160492" cy="3405284"/>
          </a:xfrm>
          <a:prstGeom prst="roundRect">
            <a:avLst>
              <a:gd name="adj" fmla="val 4130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Endpoints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F2242C29-0077-3BBB-9251-6C0F96C5F662}"/>
              </a:ext>
            </a:extLst>
          </p:cNvPr>
          <p:cNvSpPr/>
          <p:nvPr/>
        </p:nvSpPr>
        <p:spPr>
          <a:xfrm>
            <a:off x="6686667" y="1459814"/>
            <a:ext cx="963608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10.0.0.11:80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6" name="모서리가 둥근 직사각형 35">
            <a:extLst>
              <a:ext uri="{FF2B5EF4-FFF2-40B4-BE49-F238E27FC236}">
                <a16:creationId xmlns:a16="http://schemas.microsoft.com/office/drawing/2014/main" id="{52F1FAA6-1CC7-67E1-C29E-E53AB4BC9001}"/>
              </a:ext>
            </a:extLst>
          </p:cNvPr>
          <p:cNvSpPr/>
          <p:nvPr/>
        </p:nvSpPr>
        <p:spPr>
          <a:xfrm>
            <a:off x="6686667" y="1926470"/>
            <a:ext cx="963608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10.0.0.11:80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7" name="모서리가 둥근 직사각형 36">
            <a:extLst>
              <a:ext uri="{FF2B5EF4-FFF2-40B4-BE49-F238E27FC236}">
                <a16:creationId xmlns:a16="http://schemas.microsoft.com/office/drawing/2014/main" id="{D64BE794-A0EA-AF55-94BA-496558A12AF0}"/>
              </a:ext>
            </a:extLst>
          </p:cNvPr>
          <p:cNvSpPr/>
          <p:nvPr/>
        </p:nvSpPr>
        <p:spPr>
          <a:xfrm>
            <a:off x="6686666" y="2393126"/>
            <a:ext cx="963608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10.0.0.11:80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8" name="모서리가 둥근 직사각형 37">
            <a:extLst>
              <a:ext uri="{FF2B5EF4-FFF2-40B4-BE49-F238E27FC236}">
                <a16:creationId xmlns:a16="http://schemas.microsoft.com/office/drawing/2014/main" id="{1E192864-7823-6DD7-F4D9-B6B6D9B030CA}"/>
              </a:ext>
            </a:extLst>
          </p:cNvPr>
          <p:cNvSpPr/>
          <p:nvPr/>
        </p:nvSpPr>
        <p:spPr>
          <a:xfrm>
            <a:off x="6686665" y="2859782"/>
            <a:ext cx="963608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10.0.0.11:80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7617DCCB-20D6-A98A-786B-63D2779CBB2B}"/>
              </a:ext>
            </a:extLst>
          </p:cNvPr>
          <p:cNvCxnSpPr>
            <a:cxnSpLocks/>
            <a:stCxn id="19" idx="3"/>
            <a:endCxn id="14" idx="1"/>
          </p:cNvCxnSpPr>
          <p:nvPr/>
        </p:nvCxnSpPr>
        <p:spPr>
          <a:xfrm flipV="1">
            <a:off x="4610299" y="1673633"/>
            <a:ext cx="556380" cy="21296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57DA5BAE-3D7A-6E6D-A319-887117D5ACA8}"/>
              </a:ext>
            </a:extLst>
          </p:cNvPr>
          <p:cNvCxnSpPr>
            <a:cxnSpLocks/>
            <a:stCxn id="19" idx="3"/>
            <a:endCxn id="15" idx="1"/>
          </p:cNvCxnSpPr>
          <p:nvPr/>
        </p:nvCxnSpPr>
        <p:spPr>
          <a:xfrm>
            <a:off x="4610299" y="1886601"/>
            <a:ext cx="556380" cy="43380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BF6B9DC5-2C9C-B8A9-36AA-700D9DC5D0E9}"/>
              </a:ext>
            </a:extLst>
          </p:cNvPr>
          <p:cNvCxnSpPr>
            <a:cxnSpLocks/>
            <a:stCxn id="21" idx="3"/>
            <a:endCxn id="16" idx="1"/>
          </p:cNvCxnSpPr>
          <p:nvPr/>
        </p:nvCxnSpPr>
        <p:spPr>
          <a:xfrm>
            <a:off x="4610299" y="2753355"/>
            <a:ext cx="556380" cy="21382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B26F7A6C-4FDA-3EC2-2313-72E135908975}"/>
              </a:ext>
            </a:extLst>
          </p:cNvPr>
          <p:cNvCxnSpPr>
            <a:cxnSpLocks/>
            <a:stCxn id="16" idx="3"/>
            <a:endCxn id="38" idx="1"/>
          </p:cNvCxnSpPr>
          <p:nvPr/>
        </p:nvCxnSpPr>
        <p:spPr>
          <a:xfrm>
            <a:off x="6130287" y="2967175"/>
            <a:ext cx="556378" cy="3532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748F27CF-8EE0-343F-6B7F-8094E844BA02}"/>
              </a:ext>
            </a:extLst>
          </p:cNvPr>
          <p:cNvCxnSpPr>
            <a:cxnSpLocks/>
            <a:stCxn id="15" idx="3"/>
            <a:endCxn id="37" idx="1"/>
          </p:cNvCxnSpPr>
          <p:nvPr/>
        </p:nvCxnSpPr>
        <p:spPr>
          <a:xfrm>
            <a:off x="6130287" y="2320404"/>
            <a:ext cx="556379" cy="21543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3CD379D1-C7CB-DBDC-EBE5-78CCCB2CD6CF}"/>
              </a:ext>
            </a:extLst>
          </p:cNvPr>
          <p:cNvCxnSpPr>
            <a:cxnSpLocks/>
            <a:stCxn id="14" idx="3"/>
            <a:endCxn id="36" idx="1"/>
          </p:cNvCxnSpPr>
          <p:nvPr/>
        </p:nvCxnSpPr>
        <p:spPr>
          <a:xfrm>
            <a:off x="6130287" y="1673633"/>
            <a:ext cx="556380" cy="39555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5D252A2F-C105-AA6C-DAE1-968C1A6E8107}"/>
              </a:ext>
            </a:extLst>
          </p:cNvPr>
          <p:cNvCxnSpPr>
            <a:cxnSpLocks/>
            <a:stCxn id="14" idx="3"/>
            <a:endCxn id="33" idx="1"/>
          </p:cNvCxnSpPr>
          <p:nvPr/>
        </p:nvCxnSpPr>
        <p:spPr>
          <a:xfrm flipV="1">
            <a:off x="6130287" y="1602529"/>
            <a:ext cx="556380" cy="7110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6FB836D7-775C-03F5-826D-1CF27AA5B0BD}"/>
              </a:ext>
            </a:extLst>
          </p:cNvPr>
          <p:cNvSpPr/>
          <p:nvPr/>
        </p:nvSpPr>
        <p:spPr>
          <a:xfrm>
            <a:off x="603392" y="2106584"/>
            <a:ext cx="970252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Port: 8080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Host: ratings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AA832402-F9CD-F836-A2EF-FC2DE03E5572}"/>
              </a:ext>
            </a:extLst>
          </p:cNvPr>
          <p:cNvCxnSpPr>
            <a:cxnSpLocks/>
            <a:stCxn id="10" idx="3"/>
            <a:endCxn id="5" idx="1"/>
          </p:cNvCxnSpPr>
          <p:nvPr/>
        </p:nvCxnSpPr>
        <p:spPr>
          <a:xfrm>
            <a:off x="1573644" y="1673633"/>
            <a:ext cx="55305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03430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52534</TotalTime>
  <Words>211</Words>
  <Application>Microsoft Macintosh PowerPoint</Application>
  <PresentationFormat>화면 슬라이드 쇼(16:9)</PresentationFormat>
  <Paragraphs>99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Corporation</dc:creator>
  <cp:lastModifiedBy>정섭 신</cp:lastModifiedBy>
  <cp:revision>5287</cp:revision>
  <dcterms:created xsi:type="dcterms:W3CDTF">2006-10-05T04:04:58Z</dcterms:created>
  <dcterms:modified xsi:type="dcterms:W3CDTF">2026-07-19T14:04:09Z</dcterms:modified>
</cp:coreProperties>
</file>
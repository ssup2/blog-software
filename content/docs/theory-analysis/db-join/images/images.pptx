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29" r:id="rId2"/>
    <p:sldId id="430" r:id="rId3"/>
    <p:sldId id="431" r:id="rId4"/>
    <p:sldId id="432" r:id="rId5"/>
    <p:sldId id="434" r:id="rId6"/>
    <p:sldId id="433" r:id="rId7"/>
    <p:sldId id="436" r:id="rId8"/>
    <p:sldId id="419" r:id="rId9"/>
    <p:sldId id="435" r:id="rId10"/>
    <p:sldId id="425" r:id="rId11"/>
    <p:sldId id="426" r:id="rId12"/>
    <p:sldId id="423" r:id="rId13"/>
    <p:sldId id="424" r:id="rId14"/>
    <p:sldId id="427" r:id="rId15"/>
    <p:sldId id="428" r:id="rId16"/>
    <p:sldId id="417" r:id="rId17"/>
    <p:sldId id="421" r:id="rId18"/>
    <p:sldId id="422" r:id="rId19"/>
    <p:sldId id="418" r:id="rId20"/>
    <p:sldId id="420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87135" autoAdjust="0"/>
  </p:normalViewPr>
  <p:slideViewPr>
    <p:cSldViewPr>
      <p:cViewPr>
        <p:scale>
          <a:sx n="200" d="100"/>
          <a:sy n="200" d="100"/>
        </p:scale>
        <p:origin x="336" y="11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E6C1B-1AC1-87B7-57D1-3FCDDB783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FFDC3-51DF-3582-2D7D-BD53A0EEF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9B27FA-2D63-778B-3210-E5201E96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D2A80-D814-ED66-B7A6-97A8DB1C1C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765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4A95-941C-9D6A-1778-8631E947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5052B0-7EB5-C4C1-7A97-262F1D2B4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88DDE6-DE3F-7B37-B150-4AE2849AD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6232B3-AAE6-D38D-09F1-418FD08214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521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64E5-55DB-CFDE-D77C-E1A181D4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84E95-4887-4CC9-8F5F-18CBFD944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67C7C8-CFAE-626A-E27D-E1628740E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CCD5DC-B7A1-FA8D-ADE9-BC8F5FEB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8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E6094-64E6-8F20-7530-96F1C4E86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FC6E95-B7DE-E3C2-798B-F6465FD4D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6DE207-62CA-D938-4B92-D881CDC4F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6E78C-1D7E-66B3-9731-6C987E342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3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4C0F-C30E-26C5-5089-20405344C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D3C219-49C4-B057-AAA4-5378DF122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819DF-CB2B-E846-B578-07E0DEC00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0C56E-0FD8-EF81-3DBF-1D5BD4EA82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1070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633BC-41F7-3875-B82B-2E1FD57D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74544B-41AA-90FF-C4DB-0F0761742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C9B922-A176-2962-83A6-313DD033D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32BF44-F3AF-4F4E-3530-79F60627EB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51213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F1B4-DE03-3F73-5D39-27CBEC76C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DA3684-6BB3-FD8A-2B22-AABD9AD0B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688030-67F7-3043-C4DC-DDD46B0F8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311659-5B82-059D-EC34-D19D84DE86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442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DC237-FCCF-5E46-A535-72229D05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5F0A02-36BE-3D13-6F7C-2830708FC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099E44-9E48-9547-07C5-CBE1DFA92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A29228-AC2C-D3BF-15F3-7B1B326C3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645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85D14-203F-1574-CB0F-F16B6F25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C3D4FE-E0BB-C590-3983-F88390935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88B79E-307B-7312-FB55-3723734D0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1FB69-CE78-258F-4538-36110CC70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653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B167-1403-0366-50F8-04A282A55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1D151C-46DE-F354-C32C-7926B6874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19D75-0886-ED39-05DE-718E4F129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25A10F-92D0-2804-D168-AAA91D87A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897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776F9-9DA2-A11B-E78F-6B0473E39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53A141-85BD-3DAD-5FF5-7B3733447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A0232-0846-33AD-033F-76484E26F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67F8F-64E1-3B13-711F-7BE64AA2FD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536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84AB-D2CA-C148-7483-0C38BA7B5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A1E166-D9B5-0406-D66C-FFD67D461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2D819-F840-2590-A556-5F4442226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3316E6-CA9F-E7D6-2856-A9223BFF9E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725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9532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2913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003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4022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691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DF4E8-85BD-4425-521D-A706F5A4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18C58BF-31C2-B135-5DEE-7D9FFE431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Dataset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021FBBC-CA43-D96E-35D5-8CCC97D6A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660909"/>
              </p:ext>
            </p:extLst>
          </p:nvPr>
        </p:nvGraphicFramePr>
        <p:xfrm>
          <a:off x="1907704" y="1596390"/>
          <a:ext cx="1944216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1823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A88385C-7912-5A33-2D26-61CB78713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970994"/>
              </p:ext>
            </p:extLst>
          </p:nvPr>
        </p:nvGraphicFramePr>
        <p:xfrm>
          <a:off x="4572000" y="1596390"/>
          <a:ext cx="2952327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2289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0798A9-7D68-0184-18C4-8B1886123EAD}"/>
              </a:ext>
            </a:extLst>
          </p:cNvPr>
          <p:cNvSpPr txBox="1"/>
          <p:nvPr/>
        </p:nvSpPr>
        <p:spPr>
          <a:xfrm>
            <a:off x="4572000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ADF622-7782-0248-1908-5A217E89CE8C}"/>
              </a:ext>
            </a:extLst>
          </p:cNvPr>
          <p:cNvSpPr txBox="1"/>
          <p:nvPr/>
        </p:nvSpPr>
        <p:spPr>
          <a:xfrm>
            <a:off x="1835696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336819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780E-ACDA-DF68-09E1-D91B4AA87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91195A7-1F99-C726-9B7E-EA9B4AE30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Inner Join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89F861D-25E1-FEC1-C7EE-18ACF17CE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175360"/>
              </p:ext>
            </p:extLst>
          </p:nvPr>
        </p:nvGraphicFramePr>
        <p:xfrm>
          <a:off x="2465766" y="839353"/>
          <a:ext cx="4212468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99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3C5C1-26A1-7EE2-33F7-0F246F4F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066F032-3375-DD44-A8C1-6D36323A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Left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D41FD0D4-32F0-3192-11B8-981F57B2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97404"/>
              </p:ext>
            </p:extLst>
          </p:nvPr>
        </p:nvGraphicFramePr>
        <p:xfrm>
          <a:off x="2465766" y="839353"/>
          <a:ext cx="4212468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i="0" dirty="0"/>
                        <a:t>NULL</a:t>
                      </a:r>
                      <a:endParaRPr lang="ko-KR" altLang="en-US" sz="1000" b="1" i="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219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812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BCFAE-A63F-6E71-669D-57147A899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ACD8534-6CB5-2EBE-B30E-B87D589D3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Right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B864039-FC06-AF5A-3FF3-5CA8C75269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596394"/>
              </p:ext>
            </p:extLst>
          </p:nvPr>
        </p:nvGraphicFramePr>
        <p:xfrm>
          <a:off x="2465766" y="839353"/>
          <a:ext cx="4212468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0090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9CD72-C763-B8CA-C2A7-03004B29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3B80D7A-21A6-1657-80CA-9F4683DFC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Full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A0C9894-5D06-1191-B349-798B513503BE}"/>
              </a:ext>
            </a:extLst>
          </p:cNvPr>
          <p:cNvGraphicFramePr>
            <a:graphicFrameLocks noGrp="1"/>
          </p:cNvGraphicFramePr>
          <p:nvPr/>
        </p:nvGraphicFramePr>
        <p:xfrm>
          <a:off x="2465766" y="839353"/>
          <a:ext cx="4212468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503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667B-E970-672D-87E2-A24DD066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1D2A70A-A1E4-9BB2-C361-AEB6DB7D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Cross Join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B8128ACF-1778-ED7D-C06B-F5D8949527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806419"/>
              </p:ext>
            </p:extLst>
          </p:nvPr>
        </p:nvGraphicFramePr>
        <p:xfrm>
          <a:off x="179512" y="839353"/>
          <a:ext cx="4212468" cy="3169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3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3445695178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e.dept_id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10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678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90731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06263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3689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5940185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3D759C4-D9B3-8203-6EFC-C7C4AC007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579451"/>
              </p:ext>
            </p:extLst>
          </p:nvPr>
        </p:nvGraphicFramePr>
        <p:xfrm>
          <a:off x="4605244" y="839353"/>
          <a:ext cx="4212468" cy="3169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3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3445695178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e.dept_id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678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90731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06263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3689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5940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944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D3122-912E-D6B7-3940-D1661984D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7B18148-6FCA-C45D-B068-2979C4118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Dataset</a:t>
            </a:r>
            <a:r>
              <a:rPr lang="ko-KR" altLang="en-US" dirty="0"/>
              <a:t> </a:t>
            </a:r>
            <a:r>
              <a:rPr lang="en-US" altLang="ko-KR" dirty="0"/>
              <a:t>Sorted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A380F50-8FBA-85AB-4CE6-62CBC80410C2}"/>
              </a:ext>
            </a:extLst>
          </p:cNvPr>
          <p:cNvGraphicFramePr>
            <a:graphicFrameLocks noGrp="1"/>
          </p:cNvGraphicFramePr>
          <p:nvPr/>
        </p:nvGraphicFramePr>
        <p:xfrm>
          <a:off x="1907704" y="1596390"/>
          <a:ext cx="1944216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1823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5330BC4-9519-9E9D-C934-C88E5DB33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664307"/>
              </p:ext>
            </p:extLst>
          </p:nvPr>
        </p:nvGraphicFramePr>
        <p:xfrm>
          <a:off x="4572000" y="1596390"/>
          <a:ext cx="2952327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2289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1A97E26-9AA5-1C36-86DA-9C2C4BE0C56F}"/>
              </a:ext>
            </a:extLst>
          </p:cNvPr>
          <p:cNvSpPr txBox="1"/>
          <p:nvPr/>
        </p:nvSpPr>
        <p:spPr>
          <a:xfrm>
            <a:off x="4572000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A824B0-6BF5-1D1F-8565-95B9F2D7F8FD}"/>
              </a:ext>
            </a:extLst>
          </p:cNvPr>
          <p:cNvSpPr txBox="1"/>
          <p:nvPr/>
        </p:nvSpPr>
        <p:spPr>
          <a:xfrm>
            <a:off x="1835696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580880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132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F595C-3134-5552-6682-50F427063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9CCB41F-C083-ED31-3B88-1A3F6142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Dataset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F929B98-E9B3-761C-ADD5-2F62263CE2BC}"/>
              </a:ext>
            </a:extLst>
          </p:cNvPr>
          <p:cNvGraphicFramePr>
            <a:graphicFrameLocks noGrp="1"/>
          </p:cNvGraphicFramePr>
          <p:nvPr/>
        </p:nvGraphicFramePr>
        <p:xfrm>
          <a:off x="1907704" y="1596390"/>
          <a:ext cx="1944216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1823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79BD6F0-2C58-EA2E-417F-C16992B51819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1596390"/>
          <a:ext cx="2952327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2289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4C54B3-662B-7B55-49E7-F26BCE6474AA}"/>
              </a:ext>
            </a:extLst>
          </p:cNvPr>
          <p:cNvSpPr txBox="1"/>
          <p:nvPr/>
        </p:nvSpPr>
        <p:spPr>
          <a:xfrm>
            <a:off x="4572000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32FFA-1BBA-3256-4CC8-269DB51753A8}"/>
              </a:ext>
            </a:extLst>
          </p:cNvPr>
          <p:cNvSpPr txBox="1"/>
          <p:nvPr/>
        </p:nvSpPr>
        <p:spPr>
          <a:xfrm>
            <a:off x="1835696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17938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0171-5944-068C-A00F-9497B59A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D086F6-D4D9-BDF0-9EF0-D2DECDBD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F0DEFC8-4DEF-F05D-9DD2-5C9C31869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09273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F3CA63F-C88D-F73C-EEE6-47D6F7662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171437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B51FCC2-55CB-2CB0-762F-9F0DD896F6F0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FBBF9-F89D-9670-ED15-A35122C6C1E6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11728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8AA1-AB45-EE4B-F166-278289B9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97BF23-BDB9-F905-E623-CC9EC4311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7EEE-B373-451A-5FF3-7820DC5FA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19609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E8F1235-3DB8-2CDB-79BA-7CE3B0AE2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5950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A175E3-E9F8-220F-2C70-073F4366396C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DBE98B-DA20-986C-8FBA-ED828C99A5B0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80111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0D64-D25F-2768-844F-63D742C21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3378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41DE-7376-50F7-140F-9FE0FF7B2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147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72218-10B0-79E7-DB09-F1F21B2D0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5C471B2-3B9E-FCAF-BD5E-BE4E44EA3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415770F-ABBA-0DF7-5034-AEC47DE9A506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7A38F49-C9DE-E9E5-2625-090F5377B64C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68E908-1E8D-BB9E-862E-71A42B6B6228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BF6A79-5C75-9530-2907-D59BE52A6A6F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256626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8A31-CD2C-47C6-7861-BDD30C4C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77F57BA-72E1-F4A9-4316-623A3DB68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C525383-37D3-A4C0-FDCB-0EA26B33C2FA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1B9B104-8B79-7461-9B79-06E0767D249A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016C5E-40CD-7F8A-2302-742CF9C68214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C4DEF8-2960-B921-6D78-77F1C89BC105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93042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950130"/>
              </p:ext>
            </p:extLst>
          </p:nvPr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296451"/>
              </p:ext>
            </p:extLst>
          </p:nvPr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Cherry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03598"/>
            <a:ext cx="1399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State Index</a:t>
            </a:r>
            <a:endParaRPr lang="ko-KR" alt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03598"/>
            <a:ext cx="1912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/>
              <a:t>Fruit_Info</a:t>
            </a:r>
            <a:r>
              <a:rPr lang="en-US" altLang="ko-KR" sz="1600" dirty="0"/>
              <a:t> Table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69923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607795"/>
              </p:ext>
            </p:extLst>
          </p:nvPr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063177"/>
              </p:ext>
            </p:extLst>
          </p:nvPr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54986"/>
              </p:ext>
            </p:extLst>
          </p:nvPr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8366"/>
              </p:ext>
            </p:extLst>
          </p:nvPr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919537"/>
              </p:ext>
            </p:extLst>
          </p:nvPr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52436"/>
              </p:ext>
            </p:extLst>
          </p:nvPr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13332"/>
              </p:ext>
            </p:extLst>
          </p:nvPr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046433"/>
              </p:ext>
            </p:extLst>
          </p:nvPr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FF8BC6DC-6EBF-439B-A57C-1F9DDE7386D3}"/>
              </a:ext>
            </a:extLst>
          </p:cNvPr>
          <p:cNvSpPr/>
          <p:nvPr/>
        </p:nvSpPr>
        <p:spPr>
          <a:xfrm>
            <a:off x="3047220" y="3274839"/>
            <a:ext cx="970719" cy="208952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EF77FCF-E600-4A32-871A-393E48BFB894}"/>
              </a:ext>
            </a:extLst>
          </p:cNvPr>
          <p:cNvCxnSpPr>
            <a:cxnSpLocks/>
          </p:cNvCxnSpPr>
          <p:nvPr/>
        </p:nvCxnSpPr>
        <p:spPr>
          <a:xfrm>
            <a:off x="2627784" y="3167766"/>
            <a:ext cx="414461" cy="21994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C37B632-ABB2-46B7-B7A1-B4EDA590C1F3}"/>
              </a:ext>
            </a:extLst>
          </p:cNvPr>
          <p:cNvCxnSpPr>
            <a:cxnSpLocks/>
            <a:stCxn id="42" idx="6"/>
            <a:endCxn id="14" idx="0"/>
          </p:cNvCxnSpPr>
          <p:nvPr/>
        </p:nvCxnSpPr>
        <p:spPr>
          <a:xfrm flipH="1">
            <a:off x="3533055" y="3379315"/>
            <a:ext cx="484884" cy="54993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8F33FDF-6619-4645-9CB7-6DCE4AC82028}"/>
              </a:ext>
            </a:extLst>
          </p:cNvPr>
          <p:cNvSpPr txBox="1"/>
          <p:nvPr/>
        </p:nvSpPr>
        <p:spPr>
          <a:xfrm>
            <a:off x="1122203" y="715171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chemeClr val="tx2"/>
                </a:solidFill>
              </a:rPr>
              <a:t>Record access through Non-clustered Index </a:t>
            </a:r>
            <a:endParaRPr lang="ko-KR" altLang="en-US" sz="1100" dirty="0">
              <a:solidFill>
                <a:schemeClr val="tx2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5D54C-F29C-438F-A12F-E02BEFE7B27B}"/>
              </a:ext>
            </a:extLst>
          </p:cNvPr>
          <p:cNvSpPr txBox="1"/>
          <p:nvPr/>
        </p:nvSpPr>
        <p:spPr>
          <a:xfrm>
            <a:off x="1122203" y="2837340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rgbClr val="C00000"/>
                </a:solidFill>
              </a:rPr>
              <a:t>Record access through Clustered Index 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49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/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/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/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/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48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02298"/>
              </p:ext>
            </p:extLst>
          </p:nvPr>
        </p:nvGraphicFramePr>
        <p:xfrm>
          <a:off x="117846" y="4001254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22952"/>
              </p:ext>
            </p:extLst>
          </p:nvPr>
        </p:nvGraphicFramePr>
        <p:xfrm>
          <a:off x="2627784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516985"/>
              </p:ext>
            </p:extLst>
          </p:nvPr>
        </p:nvGraphicFramePr>
        <p:xfrm>
          <a:off x="5137722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13311"/>
              </p:ext>
            </p:extLst>
          </p:nvPr>
        </p:nvGraphicFramePr>
        <p:xfrm>
          <a:off x="2929541" y="2921134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85469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74574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39688"/>
              </p:ext>
            </p:extLst>
          </p:nvPr>
        </p:nvGraphicFramePr>
        <p:xfrm>
          <a:off x="2929541" y="1637164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04264"/>
              </p:ext>
            </p:extLst>
          </p:nvPr>
        </p:nvGraphicFramePr>
        <p:xfrm>
          <a:off x="419603" y="1635428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217948"/>
              </p:ext>
            </p:extLst>
          </p:nvPr>
        </p:nvGraphicFramePr>
        <p:xfrm>
          <a:off x="5439479" y="1637645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666437"/>
              </p:ext>
            </p:extLst>
          </p:nvPr>
        </p:nvGraphicFramePr>
        <p:xfrm>
          <a:off x="2929541" y="555526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408966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408966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408966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80220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8886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7550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87774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821234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23061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7970" y="145652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65860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 (PK)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Oragne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55861"/>
            <a:ext cx="1399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State Index</a:t>
            </a:r>
            <a:endParaRPr lang="ko-KR" alt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55861"/>
            <a:ext cx="1912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/>
              <a:t>Fruit_Info</a:t>
            </a:r>
            <a:r>
              <a:rPr lang="en-US" altLang="ko-KR" sz="1400" dirty="0"/>
              <a:t> Table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63630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46099</TotalTime>
  <Words>1018</Words>
  <Application>Microsoft Macintosh PowerPoint</Application>
  <PresentationFormat>화면 슬라이드 쇼(16:9)</PresentationFormat>
  <Paragraphs>758</Paragraphs>
  <Slides>20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Dataset</vt:lpstr>
      <vt:lpstr>Inner Join</vt:lpstr>
      <vt:lpstr>Outer Join / Left</vt:lpstr>
      <vt:lpstr>Outer Join / Right</vt:lpstr>
      <vt:lpstr>Outer Join / Full</vt:lpstr>
      <vt:lpstr>Cross Join</vt:lpstr>
      <vt:lpstr>Dataset Sorted</vt:lpstr>
      <vt:lpstr>PowerPoint 프레젠테이션</vt:lpstr>
      <vt:lpstr>Dataset</vt:lpstr>
      <vt:lpstr>Algorithm</vt:lpstr>
      <vt:lpstr>Algorithm</vt:lpstr>
      <vt:lpstr>PowerPoint 프레젠테이션</vt:lpstr>
      <vt:lpstr>PowerPoint 프레젠테이션</vt:lpstr>
      <vt:lpstr>Algorithm</vt:lpstr>
      <vt:lpstr>Algorithm</vt:lpstr>
      <vt:lpstr>Database Indexing</vt:lpstr>
      <vt:lpstr>Clustered Index, Non-clustered Index</vt:lpstr>
      <vt:lpstr>Clustered Index, Non-clustered Index</vt:lpstr>
      <vt:lpstr>Clustered Index, Non-clustered Index</vt:lpstr>
      <vt:lpstr>Database Indexing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5759</cp:revision>
  <dcterms:created xsi:type="dcterms:W3CDTF">2006-10-05T04:04:58Z</dcterms:created>
  <dcterms:modified xsi:type="dcterms:W3CDTF">2026-06-01T16:20:40Z</dcterms:modified>
</cp:coreProperties>
</file>
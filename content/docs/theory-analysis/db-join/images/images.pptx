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425" r:id="rId2"/>
    <p:sldId id="426" r:id="rId3"/>
    <p:sldId id="423" r:id="rId4"/>
    <p:sldId id="424" r:id="rId5"/>
    <p:sldId id="419" r:id="rId6"/>
    <p:sldId id="427" r:id="rId7"/>
    <p:sldId id="428" r:id="rId8"/>
    <p:sldId id="417" r:id="rId9"/>
    <p:sldId id="421" r:id="rId10"/>
    <p:sldId id="422" r:id="rId11"/>
    <p:sldId id="418" r:id="rId12"/>
    <p:sldId id="420" r:id="rId1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29" autoAdjust="0"/>
    <p:restoredTop sz="81402" autoAdjust="0"/>
  </p:normalViewPr>
  <p:slideViewPr>
    <p:cSldViewPr>
      <p:cViewPr>
        <p:scale>
          <a:sx n="200" d="100"/>
          <a:sy n="200" d="100"/>
        </p:scale>
        <p:origin x="336" y="8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85D14-203F-1574-CB0F-F16B6F258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C3D4FE-E0BB-C590-3983-F88390935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88B79E-307B-7312-FB55-3723734D0F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41FB69-CE78-258F-4538-36110CC70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8653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B167-1403-0366-50F8-04A282A55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1D151C-46DE-F354-C32C-7926B6874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A19D75-0886-ED39-05DE-718E4F129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25A10F-92D0-2804-D168-AAA91D87A0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9897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776F9-9DA2-A11B-E78F-6B0473E39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53A141-85BD-3DAD-5FF5-7B3733447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1A0232-0846-33AD-033F-76484E26F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67F8F-64E1-3B13-711F-7BE64AA2FD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5363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C84AB-D2CA-C148-7483-0C38BA7B5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A1E166-D9B5-0406-D66C-FFD67D461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32D819-F840-2590-A556-5F44422261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3316E6-CA9F-E7D6-2856-A9223BFF9E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2725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953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62913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003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54022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4691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2026. 5. 25.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2026. 5. 25.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2026. 5. 25.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2026. 5. 24.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40171-5944-068C-A00F-9497B59A6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D086F6-D4D9-BDF0-9EF0-D2DECDBD7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F0DEFC8-4DEF-F05D-9DD2-5C9C31869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709273"/>
              </p:ext>
            </p:extLst>
          </p:nvPr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F3CA63F-C88D-F73C-EEE6-47D6F7662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8171437"/>
              </p:ext>
            </p:extLst>
          </p:nvPr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B51FCC2-55CB-2CB0-762F-9F0DD896F6F0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AFBBF9-F89D-9670-ED15-A35122C6C1E6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411728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18AA1-AB45-EE4B-F166-278289B93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D97BF23-BDB9-F905-E623-CC9EC4311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7EEE-B373-451A-5FF3-7820DC5FA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519609"/>
              </p:ext>
            </p:extLst>
          </p:nvPr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E8F1235-3DB8-2CDB-79BA-7CE3B0AE29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5950"/>
              </p:ext>
            </p:extLst>
          </p:nvPr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FA175E3-E9F8-220F-2C70-073F4366396C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DBE98B-DA20-986C-8FBA-ED828C99A5B0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980111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70D64-D25F-2768-844F-63D742C21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3378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C41DE-7376-50F7-140F-9FE0FF7B2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0147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6132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72218-10B0-79E7-DB09-F1F21B2D0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5C471B2-3B9E-FCAF-BD5E-BE4E44EA3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415770F-ABBA-0DF7-5034-AEC47DE9A506}"/>
              </a:ext>
            </a:extLst>
          </p:cNvPr>
          <p:cNvGraphicFramePr>
            <a:graphicFrameLocks noGrp="1"/>
          </p:cNvGraphicFramePr>
          <p:nvPr/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7A38F49-C9DE-E9E5-2625-090F5377B64C}"/>
              </a:ext>
            </a:extLst>
          </p:cNvPr>
          <p:cNvGraphicFramePr>
            <a:graphicFrameLocks noGrp="1"/>
          </p:cNvGraphicFramePr>
          <p:nvPr/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68E908-1E8D-BB9E-862E-71A42B6B6228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 (Outer Table)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BF6A79-5C75-9530-2907-D59BE52A6A6F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 (Inner Table)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25662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E8A31-CD2C-47C6-7861-BDD30C4CD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77F57BA-72E1-F4A9-4316-623A3DB68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C525383-37D3-A4C0-FDCB-0EA26B33C2FA}"/>
              </a:ext>
            </a:extLst>
          </p:cNvPr>
          <p:cNvGraphicFramePr>
            <a:graphicFrameLocks noGrp="1"/>
          </p:cNvGraphicFramePr>
          <p:nvPr/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1B9B104-8B79-7461-9B79-06E0767D249A}"/>
              </a:ext>
            </a:extLst>
          </p:cNvPr>
          <p:cNvGraphicFramePr>
            <a:graphicFrameLocks noGrp="1"/>
          </p:cNvGraphicFramePr>
          <p:nvPr/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016C5E-40CD-7F8A-2302-742CF9C68214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 (Outer Table)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C4DEF8-2960-B921-6D78-77F1C89BC105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 (Inner Table)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993042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Database Indexing</a:t>
            </a:r>
            <a:endParaRPr lang="ko-KR" altLang="en-US" dirty="0"/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950130"/>
              </p:ext>
            </p:extLst>
          </p:nvPr>
        </p:nvGraphicFramePr>
        <p:xfrm>
          <a:off x="1691680" y="1563638"/>
          <a:ext cx="1944216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Fruit 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296451"/>
              </p:ext>
            </p:extLst>
          </p:nvPr>
        </p:nvGraphicFramePr>
        <p:xfrm>
          <a:off x="4644009" y="1563638"/>
          <a:ext cx="2952327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Fruit 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Fruit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Peach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Grape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Lemon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Cherry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cxnSp>
        <p:nvCxnSpPr>
          <p:cNvPr id="5" name="직선 화살표 연결선 4"/>
          <p:cNvCxnSpPr/>
          <p:nvPr/>
        </p:nvCxnSpPr>
        <p:spPr>
          <a:xfrm>
            <a:off x="3635896" y="1995686"/>
            <a:ext cx="1008112" cy="9361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>
            <a:off x="3637533" y="2317750"/>
            <a:ext cx="1006475" cy="155014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 flipV="1">
            <a:off x="3637533" y="1995686"/>
            <a:ext cx="1006475" cy="6480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3637533" y="2931790"/>
            <a:ext cx="1006475" cy="3162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/>
          <p:nvPr/>
        </p:nvCxnSpPr>
        <p:spPr>
          <a:xfrm flipV="1">
            <a:off x="3635896" y="2319722"/>
            <a:ext cx="1008112" cy="92830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/>
          <p:nvPr/>
        </p:nvCxnSpPr>
        <p:spPr>
          <a:xfrm flipV="1">
            <a:off x="3635896" y="3555484"/>
            <a:ext cx="1008112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/>
          <p:nvPr/>
        </p:nvCxnSpPr>
        <p:spPr>
          <a:xfrm flipV="1">
            <a:off x="3635896" y="2643758"/>
            <a:ext cx="1008112" cy="12172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948136" y="1203598"/>
            <a:ext cx="13997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State Index</a:t>
            </a:r>
            <a:endParaRPr lang="ko-KR" altLang="en-US"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5179640" y="1203598"/>
            <a:ext cx="19126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err="1"/>
              <a:t>Fruit_Info</a:t>
            </a:r>
            <a:r>
              <a:rPr lang="en-US" altLang="ko-KR" sz="1600" dirty="0"/>
              <a:t> Table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699234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607795"/>
              </p:ext>
            </p:extLst>
          </p:nvPr>
        </p:nvGraphicFramePr>
        <p:xfrm>
          <a:off x="117846" y="3929247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063177"/>
              </p:ext>
            </p:extLst>
          </p:nvPr>
        </p:nvGraphicFramePr>
        <p:xfrm>
          <a:off x="2627784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854986"/>
              </p:ext>
            </p:extLst>
          </p:nvPr>
        </p:nvGraphicFramePr>
        <p:xfrm>
          <a:off x="5137722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8366"/>
              </p:ext>
            </p:extLst>
          </p:nvPr>
        </p:nvGraphicFramePr>
        <p:xfrm>
          <a:off x="2929541" y="2849127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78268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02567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919537"/>
              </p:ext>
            </p:extLst>
          </p:nvPr>
        </p:nvGraphicFramePr>
        <p:xfrm>
          <a:off x="2929541" y="1565157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52436"/>
              </p:ext>
            </p:extLst>
          </p:nvPr>
        </p:nvGraphicFramePr>
        <p:xfrm>
          <a:off x="419603" y="1563421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113332"/>
              </p:ext>
            </p:extLst>
          </p:nvPr>
        </p:nvGraphicFramePr>
        <p:xfrm>
          <a:off x="5439479" y="1565638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046433"/>
              </p:ext>
            </p:extLst>
          </p:nvPr>
        </p:nvGraphicFramePr>
        <p:xfrm>
          <a:off x="2929541" y="483519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336959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336959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336959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08213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1686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0350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15767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749227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11510"/>
            <a:ext cx="288032" cy="226807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2320" y="141474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A120AA52-03CE-4829-A76B-9833AB9B149F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2627784" y="1010754"/>
            <a:ext cx="414461" cy="219942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51EA37D-E181-4DAF-AF98-A7050FA68902}"/>
              </a:ext>
            </a:extLst>
          </p:cNvPr>
          <p:cNvCxnSpPr>
            <a:cxnSpLocks/>
            <a:stCxn id="106" idx="6"/>
            <a:endCxn id="88" idx="2"/>
          </p:cNvCxnSpPr>
          <p:nvPr/>
        </p:nvCxnSpPr>
        <p:spPr>
          <a:xfrm>
            <a:off x="4012964" y="1230696"/>
            <a:ext cx="1522865" cy="65211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CC2A25C7-0DAE-4501-BB42-B5C7E8C9D49E}"/>
              </a:ext>
            </a:extLst>
          </p:cNvPr>
          <p:cNvSpPr/>
          <p:nvPr/>
        </p:nvSpPr>
        <p:spPr>
          <a:xfrm>
            <a:off x="5535829" y="1778334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9692EC2-7699-4D81-97CB-C477B362209C}"/>
              </a:ext>
            </a:extLst>
          </p:cNvPr>
          <p:cNvSpPr/>
          <p:nvPr/>
        </p:nvSpPr>
        <p:spPr>
          <a:xfrm>
            <a:off x="5535829" y="199324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457FC7A-B5EC-4C60-8402-38C4C5BCA0C8}"/>
              </a:ext>
            </a:extLst>
          </p:cNvPr>
          <p:cNvSpPr/>
          <p:nvPr/>
        </p:nvSpPr>
        <p:spPr>
          <a:xfrm>
            <a:off x="3042245" y="1126220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948EDA09-B547-4AD6-9FA6-314A1FCDA42F}"/>
              </a:ext>
            </a:extLst>
          </p:cNvPr>
          <p:cNvCxnSpPr>
            <a:cxnSpLocks/>
            <a:stCxn id="106" idx="6"/>
            <a:endCxn id="104" idx="2"/>
          </p:cNvCxnSpPr>
          <p:nvPr/>
        </p:nvCxnSpPr>
        <p:spPr>
          <a:xfrm>
            <a:off x="4012964" y="1230696"/>
            <a:ext cx="1522865" cy="867027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타원 122">
            <a:extLst>
              <a:ext uri="{FF2B5EF4-FFF2-40B4-BE49-F238E27FC236}">
                <a16:creationId xmlns:a16="http://schemas.microsoft.com/office/drawing/2014/main" id="{85F56CCA-376F-4AFB-9F77-39725490B0BC}"/>
              </a:ext>
            </a:extLst>
          </p:cNvPr>
          <p:cNvSpPr/>
          <p:nvPr/>
        </p:nvSpPr>
        <p:spPr>
          <a:xfrm>
            <a:off x="3047220" y="3059275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BB942323-C4ED-4977-A688-F4FDF8937626}"/>
              </a:ext>
            </a:extLst>
          </p:cNvPr>
          <p:cNvSpPr/>
          <p:nvPr/>
        </p:nvSpPr>
        <p:spPr>
          <a:xfrm>
            <a:off x="3047220" y="349490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7A9EE24-36E4-4528-8198-FF97E555FDE2}"/>
              </a:ext>
            </a:extLst>
          </p:cNvPr>
          <p:cNvCxnSpPr>
            <a:cxnSpLocks/>
            <a:stCxn id="88" idx="2"/>
            <a:endCxn id="123" idx="6"/>
          </p:cNvCxnSpPr>
          <p:nvPr/>
        </p:nvCxnSpPr>
        <p:spPr>
          <a:xfrm flipH="1">
            <a:off x="4017939" y="1882810"/>
            <a:ext cx="1517890" cy="1280941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95F0C77-0A1D-47A4-90F2-AD6602B293C9}"/>
              </a:ext>
            </a:extLst>
          </p:cNvPr>
          <p:cNvCxnSpPr>
            <a:cxnSpLocks/>
            <a:endCxn id="124" idx="6"/>
          </p:cNvCxnSpPr>
          <p:nvPr/>
        </p:nvCxnSpPr>
        <p:spPr>
          <a:xfrm flipH="1">
            <a:off x="4017939" y="2103973"/>
            <a:ext cx="1517890" cy="1495410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AABB6DF-BC5F-4475-9F6F-579B090BF408}"/>
              </a:ext>
            </a:extLst>
          </p:cNvPr>
          <p:cNvCxnSpPr>
            <a:cxnSpLocks/>
            <a:stCxn id="123" idx="2"/>
            <a:endCxn id="24" idx="0"/>
          </p:cNvCxnSpPr>
          <p:nvPr/>
        </p:nvCxnSpPr>
        <p:spPr>
          <a:xfrm flipH="1">
            <a:off x="1023117" y="3163751"/>
            <a:ext cx="2024103" cy="765496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1D9AF08-8437-4847-B61F-F40D570240F1}"/>
              </a:ext>
            </a:extLst>
          </p:cNvPr>
          <p:cNvCxnSpPr>
            <a:cxnSpLocks/>
            <a:stCxn id="124" idx="6"/>
            <a:endCxn id="15" idx="0"/>
          </p:cNvCxnSpPr>
          <p:nvPr/>
        </p:nvCxnSpPr>
        <p:spPr>
          <a:xfrm>
            <a:off x="4017939" y="3599383"/>
            <a:ext cx="2025054" cy="32986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타원 41">
            <a:extLst>
              <a:ext uri="{FF2B5EF4-FFF2-40B4-BE49-F238E27FC236}">
                <a16:creationId xmlns:a16="http://schemas.microsoft.com/office/drawing/2014/main" id="{FF8BC6DC-6EBF-439B-A57C-1F9DDE7386D3}"/>
              </a:ext>
            </a:extLst>
          </p:cNvPr>
          <p:cNvSpPr/>
          <p:nvPr/>
        </p:nvSpPr>
        <p:spPr>
          <a:xfrm>
            <a:off x="3047220" y="3274839"/>
            <a:ext cx="970719" cy="208952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EF77FCF-E600-4A32-871A-393E48BFB894}"/>
              </a:ext>
            </a:extLst>
          </p:cNvPr>
          <p:cNvCxnSpPr>
            <a:cxnSpLocks/>
          </p:cNvCxnSpPr>
          <p:nvPr/>
        </p:nvCxnSpPr>
        <p:spPr>
          <a:xfrm>
            <a:off x="2627784" y="3167766"/>
            <a:ext cx="414461" cy="219942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6C37B632-ABB2-46B7-B7A1-B4EDA590C1F3}"/>
              </a:ext>
            </a:extLst>
          </p:cNvPr>
          <p:cNvCxnSpPr>
            <a:cxnSpLocks/>
            <a:stCxn id="42" idx="6"/>
            <a:endCxn id="14" idx="0"/>
          </p:cNvCxnSpPr>
          <p:nvPr/>
        </p:nvCxnSpPr>
        <p:spPr>
          <a:xfrm flipH="1">
            <a:off x="3533055" y="3379315"/>
            <a:ext cx="484884" cy="549932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8F33FDF-6619-4645-9CB7-6DCE4AC82028}"/>
              </a:ext>
            </a:extLst>
          </p:cNvPr>
          <p:cNvSpPr txBox="1"/>
          <p:nvPr/>
        </p:nvSpPr>
        <p:spPr>
          <a:xfrm>
            <a:off x="1122203" y="715171"/>
            <a:ext cx="16564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>
                <a:solidFill>
                  <a:schemeClr val="tx2"/>
                </a:solidFill>
              </a:rPr>
              <a:t>Record access through Non-clustered Index </a:t>
            </a:r>
            <a:endParaRPr lang="ko-KR" altLang="en-US" sz="1100" dirty="0">
              <a:solidFill>
                <a:schemeClr val="tx2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5D54C-F29C-438F-A12F-E02BEFE7B27B}"/>
              </a:ext>
            </a:extLst>
          </p:cNvPr>
          <p:cNvSpPr txBox="1"/>
          <p:nvPr/>
        </p:nvSpPr>
        <p:spPr>
          <a:xfrm>
            <a:off x="1122203" y="2837340"/>
            <a:ext cx="16564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>
                <a:solidFill>
                  <a:srgbClr val="C00000"/>
                </a:solidFill>
              </a:rPr>
              <a:t>Record access through Clustered Index 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049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/>
        </p:nvGraphicFramePr>
        <p:xfrm>
          <a:off x="117846" y="3929247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/>
        </p:nvGraphicFramePr>
        <p:xfrm>
          <a:off x="2627784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/>
        </p:nvGraphicFramePr>
        <p:xfrm>
          <a:off x="5137722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2849127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78268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02567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1565157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/>
        </p:nvGraphicFramePr>
        <p:xfrm>
          <a:off x="419603" y="1563421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/>
        </p:nvGraphicFramePr>
        <p:xfrm>
          <a:off x="5439479" y="1565638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483519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336959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336959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336959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08213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1686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0350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15767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749227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11510"/>
            <a:ext cx="288032" cy="226807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2320" y="141474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A120AA52-03CE-4829-A76B-9833AB9B149F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2627784" y="1010754"/>
            <a:ext cx="414461" cy="219942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51EA37D-E181-4DAF-AF98-A7050FA68902}"/>
              </a:ext>
            </a:extLst>
          </p:cNvPr>
          <p:cNvCxnSpPr>
            <a:cxnSpLocks/>
            <a:stCxn id="106" idx="6"/>
            <a:endCxn id="88" idx="2"/>
          </p:cNvCxnSpPr>
          <p:nvPr/>
        </p:nvCxnSpPr>
        <p:spPr>
          <a:xfrm>
            <a:off x="4012964" y="1230696"/>
            <a:ext cx="1522865" cy="65211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CC2A25C7-0DAE-4501-BB42-B5C7E8C9D49E}"/>
              </a:ext>
            </a:extLst>
          </p:cNvPr>
          <p:cNvSpPr/>
          <p:nvPr/>
        </p:nvSpPr>
        <p:spPr>
          <a:xfrm>
            <a:off x="5535829" y="1778334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9692EC2-7699-4D81-97CB-C477B362209C}"/>
              </a:ext>
            </a:extLst>
          </p:cNvPr>
          <p:cNvSpPr/>
          <p:nvPr/>
        </p:nvSpPr>
        <p:spPr>
          <a:xfrm>
            <a:off x="5535829" y="199324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457FC7A-B5EC-4C60-8402-38C4C5BCA0C8}"/>
              </a:ext>
            </a:extLst>
          </p:cNvPr>
          <p:cNvSpPr/>
          <p:nvPr/>
        </p:nvSpPr>
        <p:spPr>
          <a:xfrm>
            <a:off x="3042245" y="1126220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948EDA09-B547-4AD6-9FA6-314A1FCDA42F}"/>
              </a:ext>
            </a:extLst>
          </p:cNvPr>
          <p:cNvCxnSpPr>
            <a:cxnSpLocks/>
            <a:stCxn id="106" idx="6"/>
            <a:endCxn id="104" idx="2"/>
          </p:cNvCxnSpPr>
          <p:nvPr/>
        </p:nvCxnSpPr>
        <p:spPr>
          <a:xfrm>
            <a:off x="4012964" y="1230696"/>
            <a:ext cx="1522865" cy="867027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타원 122">
            <a:extLst>
              <a:ext uri="{FF2B5EF4-FFF2-40B4-BE49-F238E27FC236}">
                <a16:creationId xmlns:a16="http://schemas.microsoft.com/office/drawing/2014/main" id="{85F56CCA-376F-4AFB-9F77-39725490B0BC}"/>
              </a:ext>
            </a:extLst>
          </p:cNvPr>
          <p:cNvSpPr/>
          <p:nvPr/>
        </p:nvSpPr>
        <p:spPr>
          <a:xfrm>
            <a:off x="3047220" y="3059275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BB942323-C4ED-4977-A688-F4FDF8937626}"/>
              </a:ext>
            </a:extLst>
          </p:cNvPr>
          <p:cNvSpPr/>
          <p:nvPr/>
        </p:nvSpPr>
        <p:spPr>
          <a:xfrm>
            <a:off x="3047220" y="349490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7A9EE24-36E4-4528-8198-FF97E555FDE2}"/>
              </a:ext>
            </a:extLst>
          </p:cNvPr>
          <p:cNvCxnSpPr>
            <a:cxnSpLocks/>
            <a:stCxn id="88" idx="2"/>
            <a:endCxn id="123" idx="6"/>
          </p:cNvCxnSpPr>
          <p:nvPr/>
        </p:nvCxnSpPr>
        <p:spPr>
          <a:xfrm flipH="1">
            <a:off x="4017939" y="1882810"/>
            <a:ext cx="1517890" cy="1280941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95F0C77-0A1D-47A4-90F2-AD6602B293C9}"/>
              </a:ext>
            </a:extLst>
          </p:cNvPr>
          <p:cNvCxnSpPr>
            <a:cxnSpLocks/>
            <a:endCxn id="124" idx="6"/>
          </p:cNvCxnSpPr>
          <p:nvPr/>
        </p:nvCxnSpPr>
        <p:spPr>
          <a:xfrm flipH="1">
            <a:off x="4017939" y="2103973"/>
            <a:ext cx="1517890" cy="1495410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AABB6DF-BC5F-4475-9F6F-579B090BF408}"/>
              </a:ext>
            </a:extLst>
          </p:cNvPr>
          <p:cNvCxnSpPr>
            <a:cxnSpLocks/>
            <a:stCxn id="123" idx="2"/>
            <a:endCxn id="24" idx="0"/>
          </p:cNvCxnSpPr>
          <p:nvPr/>
        </p:nvCxnSpPr>
        <p:spPr>
          <a:xfrm flipH="1">
            <a:off x="1023117" y="3163751"/>
            <a:ext cx="2024103" cy="765496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1D9AF08-8437-4847-B61F-F40D570240F1}"/>
              </a:ext>
            </a:extLst>
          </p:cNvPr>
          <p:cNvCxnSpPr>
            <a:cxnSpLocks/>
            <a:stCxn id="124" idx="6"/>
            <a:endCxn id="15" idx="0"/>
          </p:cNvCxnSpPr>
          <p:nvPr/>
        </p:nvCxnSpPr>
        <p:spPr>
          <a:xfrm>
            <a:off x="4017939" y="3599383"/>
            <a:ext cx="2025054" cy="32986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604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602298"/>
              </p:ext>
            </p:extLst>
          </p:nvPr>
        </p:nvGraphicFramePr>
        <p:xfrm>
          <a:off x="117846" y="4001254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922952"/>
              </p:ext>
            </p:extLst>
          </p:nvPr>
        </p:nvGraphicFramePr>
        <p:xfrm>
          <a:off x="2627784" y="4001254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516985"/>
              </p:ext>
            </p:extLst>
          </p:nvPr>
        </p:nvGraphicFramePr>
        <p:xfrm>
          <a:off x="5137722" y="4001254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13311"/>
              </p:ext>
            </p:extLst>
          </p:nvPr>
        </p:nvGraphicFramePr>
        <p:xfrm>
          <a:off x="2929541" y="2921134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85469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64133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64133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74574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74574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74574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439688"/>
              </p:ext>
            </p:extLst>
          </p:nvPr>
        </p:nvGraphicFramePr>
        <p:xfrm>
          <a:off x="2929541" y="1637164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404264"/>
              </p:ext>
            </p:extLst>
          </p:nvPr>
        </p:nvGraphicFramePr>
        <p:xfrm>
          <a:off x="419603" y="1635428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217948"/>
              </p:ext>
            </p:extLst>
          </p:nvPr>
        </p:nvGraphicFramePr>
        <p:xfrm>
          <a:off x="5439479" y="1637645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666437"/>
              </p:ext>
            </p:extLst>
          </p:nvPr>
        </p:nvGraphicFramePr>
        <p:xfrm>
          <a:off x="2929541" y="555526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408966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408966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408966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80220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88868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75508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87774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821234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23061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7970" y="145652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65860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Database Indexing</a:t>
            </a:r>
            <a:endParaRPr lang="ko-KR" altLang="en-US" dirty="0"/>
          </a:p>
        </p:txBody>
      </p:sp>
      <p:graphicFrame>
        <p:nvGraphicFramePr>
          <p:cNvPr id="2" name="표 1"/>
          <p:cNvGraphicFramePr>
            <a:graphicFrameLocks noGrp="1"/>
          </p:cNvGraphicFramePr>
          <p:nvPr/>
        </p:nvGraphicFramePr>
        <p:xfrm>
          <a:off x="1691680" y="1563638"/>
          <a:ext cx="1944216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4" name="표 23"/>
          <p:cNvGraphicFramePr>
            <a:graphicFrameLocks noGrp="1"/>
          </p:cNvGraphicFramePr>
          <p:nvPr/>
        </p:nvGraphicFramePr>
        <p:xfrm>
          <a:off x="4644009" y="1563638"/>
          <a:ext cx="2952327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ID (PK)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Fruit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Peach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Grape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Lemon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Oragne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cxnSp>
        <p:nvCxnSpPr>
          <p:cNvPr id="5" name="직선 화살표 연결선 4"/>
          <p:cNvCxnSpPr/>
          <p:nvPr/>
        </p:nvCxnSpPr>
        <p:spPr>
          <a:xfrm>
            <a:off x="3635896" y="1995686"/>
            <a:ext cx="1008112" cy="9361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>
            <a:off x="3637533" y="2317750"/>
            <a:ext cx="1006475" cy="155014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 flipV="1">
            <a:off x="3637533" y="1995686"/>
            <a:ext cx="1006475" cy="6480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3637533" y="2931790"/>
            <a:ext cx="1006475" cy="3162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/>
          <p:nvPr/>
        </p:nvCxnSpPr>
        <p:spPr>
          <a:xfrm flipV="1">
            <a:off x="3635896" y="2319722"/>
            <a:ext cx="1008112" cy="92830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/>
          <p:nvPr/>
        </p:nvCxnSpPr>
        <p:spPr>
          <a:xfrm flipV="1">
            <a:off x="3635896" y="3555484"/>
            <a:ext cx="1008112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/>
          <p:nvPr/>
        </p:nvCxnSpPr>
        <p:spPr>
          <a:xfrm flipV="1">
            <a:off x="3635896" y="2643758"/>
            <a:ext cx="1008112" cy="12172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948136" y="1255861"/>
            <a:ext cx="1399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State Index</a:t>
            </a:r>
            <a:endParaRPr lang="ko-KR" altLang="en-US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5179640" y="1255861"/>
            <a:ext cx="1912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 err="1"/>
              <a:t>Fruit_Info</a:t>
            </a:r>
            <a:r>
              <a:rPr lang="en-US" altLang="ko-KR" sz="1400" dirty="0"/>
              <a:t> Table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63630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44408</TotalTime>
  <Words>619</Words>
  <Application>Microsoft Macintosh PowerPoint</Application>
  <PresentationFormat>화면 슬라이드 쇼(16:9)</PresentationFormat>
  <Paragraphs>447</Paragraphs>
  <Slides>12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Algorithm</vt:lpstr>
      <vt:lpstr>Algorithm</vt:lpstr>
      <vt:lpstr>PowerPoint 프레젠테이션</vt:lpstr>
      <vt:lpstr>PowerPoint 프레젠테이션</vt:lpstr>
      <vt:lpstr>PowerPoint 프레젠테이션</vt:lpstr>
      <vt:lpstr>Algorithm</vt:lpstr>
      <vt:lpstr>Algorithm</vt:lpstr>
      <vt:lpstr>Database Indexing</vt:lpstr>
      <vt:lpstr>Clustered Index, Non-clustered Index</vt:lpstr>
      <vt:lpstr>Clustered Index, Non-clustered Index</vt:lpstr>
      <vt:lpstr>Clustered Index, Non-clustered Index</vt:lpstr>
      <vt:lpstr>Database Indexing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5725</cp:revision>
  <dcterms:created xsi:type="dcterms:W3CDTF">2006-10-05T04:04:58Z</dcterms:created>
  <dcterms:modified xsi:type="dcterms:W3CDTF">2026-05-24T15:36:22Z</dcterms:modified>
</cp:coreProperties>
</file>
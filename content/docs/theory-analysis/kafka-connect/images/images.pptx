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68" r:id="rId2"/>
    <p:sldId id="372" r:id="rId3"/>
    <p:sldId id="384" r:id="rId4"/>
    <p:sldId id="367" r:id="rId5"/>
    <p:sldId id="380" r:id="rId6"/>
    <p:sldId id="382" r:id="rId7"/>
    <p:sldId id="383" r:id="rId8"/>
    <p:sldId id="381" r:id="rId9"/>
    <p:sldId id="379" r:id="rId10"/>
    <p:sldId id="377" r:id="rId11"/>
    <p:sldId id="378" r:id="rId12"/>
    <p:sldId id="376" r:id="rId13"/>
    <p:sldId id="375" r:id="rId14"/>
    <p:sldId id="373" r:id="rId15"/>
    <p:sldId id="374" r:id="rId16"/>
    <p:sldId id="371" r:id="rId17"/>
    <p:sldId id="370" r:id="rId18"/>
    <p:sldId id="369" r:id="rId19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정섭" initials="신" lastIdx="1" clrIdx="0">
    <p:extLst>
      <p:ext uri="{19B8F6BF-5375-455C-9EA6-DF929625EA0E}">
        <p15:presenceInfo xmlns:p15="http://schemas.microsoft.com/office/powerpoint/2012/main" userId="신정섭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307" autoAdjust="0"/>
    <p:restoredTop sz="84880" autoAdjust="0"/>
  </p:normalViewPr>
  <p:slideViewPr>
    <p:cSldViewPr>
      <p:cViewPr>
        <p:scale>
          <a:sx n="240" d="100"/>
          <a:sy n="240" d="100"/>
        </p:scale>
        <p:origin x="1832" y="36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00166-050F-4CCC-79A6-8DD38F0B5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ECDFA2-92C3-A77C-572C-0819346EF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95F43E-5044-CA98-D47B-FD0E6EF3F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B83A57-57E9-AD4E-EE93-1E5855E99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47396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B684C-5C46-CF0D-DFB9-D52417147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7FFEB3-B40E-B601-7336-A7155CE1D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7CCA0-DC67-C6F2-B3D4-7DB76218E0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06AFA-5806-ED53-4093-182B003C45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3652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71761-B805-54EC-62FF-83FAC0366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D50BF3-0281-CA0F-8035-2B0D7136F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148E22-72DA-FA30-FDAD-D80C25E5F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D328A-3BFA-B451-B9EC-153EDD51E7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280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50460-756F-13DB-642E-549682634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4F4307-D338-F370-69ED-A632F24CD7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F0767D-EA2C-66CF-814F-72183AD8F6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0F785-65B5-52F7-889D-278B8B60FD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14931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D4FBA-4378-3235-024C-B8806FFC5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34E3F0-F71B-22D3-C049-4F3CD4F2AC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53A2B-6855-3754-6712-EAF965241D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05434-20AF-51EB-B907-8E2A89A3F1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811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39CA1-00D6-B541-6789-598BFD7E3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408E6D-A5CB-F7E2-5F9D-43025E3AEE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06AAC7-0520-9595-C057-900BE2F92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272FF-EBAA-C55C-C9BD-8A5E3D112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8634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5CA1C-6A1F-BF99-241A-38AF94A9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B774B-6113-E236-9ECF-49FEA6214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A9B193-7CF6-B143-C49E-02BB275B05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60BD4-9D7A-1C4D-BA42-A64B25A5DB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533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3756D-09AD-9588-B0CA-EB3735728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420D5-3382-D280-283B-17C4DFF46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4AF85-F776-706D-3BB7-65D758BB3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D9455-CC5E-5453-62FC-B365A6E6F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6604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3646-6584-7D80-E34A-D79049656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EFA9B-F08D-986A-A967-1F516DBD6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2A555-8371-2698-E28A-375027094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27853-1E8A-6FC8-EA04-AB226D6C3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6407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6A51C-7002-10C9-98EA-5BFC1F8F4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66EA3F-00A9-9D30-C1AB-EE0943215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A98E7-D104-701D-15C2-A8BCEC0888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FBDAC0-4746-A533-265C-C2517E943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49415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C79D0-1946-1B1F-F3C9-6881689A4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B9ACCA-1C72-7604-6266-F234FB6A92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6B056-55AD-C8AE-8433-EAF43A122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DCDE4D-42AC-3654-CE14-7EF0BC4BA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0757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CDE52-AC4E-7326-C418-DC3C0E103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B4D247-F7A9-DBF5-66CD-7517E8FDF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36298C-E165-D045-60D3-943BBBF22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8E64B-49E1-7CAC-1F3D-3B7AB7B35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3519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F0135-39B6-E497-6EB9-0C00F03AB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3F3A5-1B23-5924-7875-AC0B355BD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D6E2F-E3EE-421C-62AF-D4852BCCA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32387-2F12-ED87-0213-7CFECF408B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15230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C17E7-B73B-C55B-E571-C41B9D5E7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90BF96-3C79-4ECA-80DD-56DE9B94A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ED7CE-AE0F-A428-3ECC-A0BE80143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73BA4-A647-51B6-CFF9-49F7AA7E81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3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529B5-1947-524A-1CA2-55459A0FF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0243C-383E-47FA-7B37-38DF9BC18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F10740-1651-082C-1403-E5FFBAAA2B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5BB48-B717-0823-BACC-32C9665EF1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2614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59FD5-9E2C-2097-B035-B78E8F724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AE300-0236-52E6-7CE2-0D92A1A0D2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05A336-6B63-7458-95CC-4524A596D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C467D-5580-179E-4D80-8433F556A2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3981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781CF-90F9-7D77-D976-2CE55073B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6CB0FE-26BC-1702-2A59-98C7FC450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82B96-CBF5-293D-F942-990D6340C0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341FF-6EE2-4D7A-9B4E-E1D94C6B5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6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2025. 11. 2.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018F6-4497-392F-58AA-9A61B8A98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6">
            <a:extLst>
              <a:ext uri="{FF2B5EF4-FFF2-40B4-BE49-F238E27FC236}">
                <a16:creationId xmlns:a16="http://schemas.microsoft.com/office/drawing/2014/main" id="{E287236C-1BE3-5B80-1D34-93EA7CC00B0B}"/>
              </a:ext>
            </a:extLst>
          </p:cNvPr>
          <p:cNvSpPr/>
          <p:nvPr/>
        </p:nvSpPr>
        <p:spPr>
          <a:xfrm>
            <a:off x="6455183" y="663068"/>
            <a:ext cx="2568418" cy="3780890"/>
          </a:xfrm>
          <a:prstGeom prst="roundRect">
            <a:avLst>
              <a:gd name="adj" fmla="val 3892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6B6319BA-3451-6DEF-A285-252B847241FC}"/>
              </a:ext>
            </a:extLst>
          </p:cNvPr>
          <p:cNvSpPr/>
          <p:nvPr/>
        </p:nvSpPr>
        <p:spPr>
          <a:xfrm>
            <a:off x="917702" y="1131120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</a:t>
            </a:r>
            <a:r>
              <a:rPr lang="ko-KR" altLang="en-US" sz="1000">
                <a:solidFill>
                  <a:sysClr val="windowText" lastClr="000000"/>
                </a:solidFill>
              </a:rPr>
              <a:t> </a:t>
            </a:r>
            <a:r>
              <a:rPr lang="en-US" altLang="ko-KR" sz="1000">
                <a:solidFill>
                  <a:sysClr val="windowText" lastClr="000000"/>
                </a:solidFill>
              </a:rPr>
              <a:t>Source</a:t>
            </a:r>
            <a:endParaRPr lang="en-KR" sz="1000">
              <a:solidFill>
                <a:sysClr val="windowText" lastClr="000000"/>
              </a:solidFill>
            </a:endParaRPr>
          </a:p>
        </p:txBody>
      </p:sp>
      <p:sp>
        <p:nvSpPr>
          <p:cNvPr id="12" name="사각형: 둥근 모서리 54">
            <a:extLst>
              <a:ext uri="{FF2B5EF4-FFF2-40B4-BE49-F238E27FC236}">
                <a16:creationId xmlns:a16="http://schemas.microsoft.com/office/drawing/2014/main" id="{666F41A0-218F-2200-B24D-51CE63F1756A}"/>
              </a:ext>
            </a:extLst>
          </p:cNvPr>
          <p:cNvSpPr/>
          <p:nvPr/>
        </p:nvSpPr>
        <p:spPr>
          <a:xfrm>
            <a:off x="6588749" y="2236660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 Topic</a:t>
            </a:r>
            <a:endParaRPr lang="ko-KR" altLang="en-US" sz="1000" dirty="0"/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0A24A91F-B8DC-DEE1-EDCF-DD007E55FE12}"/>
              </a:ext>
            </a:extLst>
          </p:cNvPr>
          <p:cNvSpPr/>
          <p:nvPr/>
        </p:nvSpPr>
        <p:spPr>
          <a:xfrm>
            <a:off x="2369771" y="1105509"/>
            <a:ext cx="3817298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7656125C-26B9-65DA-13EF-0B72ADE40444}"/>
              </a:ext>
            </a:extLst>
          </p:cNvPr>
          <p:cNvSpPr/>
          <p:nvPr/>
        </p:nvSpPr>
        <p:spPr>
          <a:xfrm>
            <a:off x="2447531" y="116712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Source</a:t>
            </a:r>
          </a:p>
          <a:p>
            <a:pPr algn="ctr"/>
            <a:r>
              <a:rPr lang="en-US" altLang="ko-KR" sz="1000" b="1"/>
              <a:t>Connector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B13AE917-51AB-2CBE-965E-88434D2B0B78}"/>
              </a:ext>
            </a:extLst>
          </p:cNvPr>
          <p:cNvSpPr/>
          <p:nvPr/>
        </p:nvSpPr>
        <p:spPr>
          <a:xfrm>
            <a:off x="3736115" y="116712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Transform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5461EF45-9B96-7EF0-899C-05610F4531A0}"/>
              </a:ext>
            </a:extLst>
          </p:cNvPr>
          <p:cNvSpPr/>
          <p:nvPr/>
        </p:nvSpPr>
        <p:spPr>
          <a:xfrm>
            <a:off x="5024699" y="1167124"/>
            <a:ext cx="1078308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Converter</a:t>
            </a:r>
          </a:p>
          <a:p>
            <a:pPr algn="ctr"/>
            <a:r>
              <a:rPr lang="en-US" altLang="ko-KR" sz="1000" dirty="0"/>
              <a:t>(Serializer)</a:t>
            </a:r>
            <a:endParaRPr lang="ko-KR" altLang="en-US" sz="1000" dirty="0"/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B0F4E7FE-E54C-289F-4A79-F7EB5E838995}"/>
              </a:ext>
            </a:extLst>
          </p:cNvPr>
          <p:cNvSpPr/>
          <p:nvPr/>
        </p:nvSpPr>
        <p:spPr>
          <a:xfrm>
            <a:off x="2369770" y="3337759"/>
            <a:ext cx="3817309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78EF9507-5C11-1EEB-8E1E-D3AF50309238}"/>
              </a:ext>
            </a:extLst>
          </p:cNvPr>
          <p:cNvSpPr/>
          <p:nvPr/>
        </p:nvSpPr>
        <p:spPr>
          <a:xfrm>
            <a:off x="2447531" y="339937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Sink</a:t>
            </a:r>
          </a:p>
          <a:p>
            <a:pPr algn="ctr"/>
            <a:r>
              <a:rPr lang="en-US" altLang="ko-KR" sz="1000" b="1"/>
              <a:t>Connector</a:t>
            </a:r>
          </a:p>
        </p:txBody>
      </p:sp>
      <p:sp>
        <p:nvSpPr>
          <p:cNvPr id="24" name="사각형: 둥근 모서리 54">
            <a:extLst>
              <a:ext uri="{FF2B5EF4-FFF2-40B4-BE49-F238E27FC236}">
                <a16:creationId xmlns:a16="http://schemas.microsoft.com/office/drawing/2014/main" id="{E1E292FC-9D73-1BFD-134C-7CEFF963444B}"/>
              </a:ext>
            </a:extLst>
          </p:cNvPr>
          <p:cNvSpPr/>
          <p:nvPr/>
        </p:nvSpPr>
        <p:spPr>
          <a:xfrm>
            <a:off x="3736115" y="339937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Transform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E8560EDC-58E9-7E83-DAA1-FA03F2A922B8}"/>
              </a:ext>
            </a:extLst>
          </p:cNvPr>
          <p:cNvSpPr/>
          <p:nvPr/>
        </p:nvSpPr>
        <p:spPr>
          <a:xfrm>
            <a:off x="5024699" y="339937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Converter</a:t>
            </a:r>
          </a:p>
          <a:p>
            <a:pPr algn="ctr"/>
            <a:r>
              <a:rPr lang="en-US" altLang="ko-KR" sz="1000" dirty="0">
                <a:sym typeface="Wingdings" pitchFamily="2" charset="2"/>
              </a:rPr>
              <a:t>(Deserializer)</a:t>
            </a:r>
            <a:endParaRPr lang="ko-KR" altLang="en-US" sz="1000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69791A3B-8EB6-CD8D-1376-0EFC7F49DEBC}"/>
              </a:ext>
            </a:extLst>
          </p:cNvPr>
          <p:cNvCxnSpPr>
            <a:cxnSpLocks/>
            <a:stCxn id="12" idx="2"/>
            <a:endCxn id="25" idx="0"/>
          </p:cNvCxnSpPr>
          <p:nvPr/>
        </p:nvCxnSpPr>
        <p:spPr>
          <a:xfrm rot="5400000">
            <a:off x="5980547" y="2252016"/>
            <a:ext cx="730666" cy="1564050"/>
          </a:xfrm>
          <a:prstGeom prst="bentConnector3">
            <a:avLst>
              <a:gd name="adj1" fmla="val 2732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n 28">
            <a:extLst>
              <a:ext uri="{FF2B5EF4-FFF2-40B4-BE49-F238E27FC236}">
                <a16:creationId xmlns:a16="http://schemas.microsoft.com/office/drawing/2014/main" id="{10E05217-5CF0-E90D-2400-C387F3AEA5B1}"/>
              </a:ext>
            </a:extLst>
          </p:cNvPr>
          <p:cNvSpPr/>
          <p:nvPr/>
        </p:nvSpPr>
        <p:spPr>
          <a:xfrm>
            <a:off x="917702" y="3365863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 Destination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1F4009-BFD8-0BF4-F339-D23F123307B5}"/>
              </a:ext>
            </a:extLst>
          </p:cNvPr>
          <p:cNvCxnSpPr>
            <a:cxnSpLocks/>
            <a:stCxn id="23" idx="1"/>
            <a:endCxn id="29" idx="4"/>
          </p:cNvCxnSpPr>
          <p:nvPr/>
        </p:nvCxnSpPr>
        <p:spPr>
          <a:xfrm flipH="1">
            <a:off x="2069830" y="3615398"/>
            <a:ext cx="377701" cy="24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3FFAC89-B8A6-CBA4-CBFD-7F7042E24662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069830" y="1383148"/>
            <a:ext cx="3777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C004ECB-57EC-BBF6-31AE-87A8B0B32FB3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3525843" y="1383148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F72670C-C1F4-AA3A-B3D3-84BF091E7D94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4814427" y="1383148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5231FE3-6E44-F800-E3C8-03CD6C3682D5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4814427" y="3615398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BACC4FD-B26C-35E1-E7A5-EB8C3AF9C78B}"/>
              </a:ext>
            </a:extLst>
          </p:cNvPr>
          <p:cNvCxnSpPr>
            <a:cxnSpLocks/>
            <a:stCxn id="24" idx="1"/>
            <a:endCxn id="23" idx="3"/>
          </p:cNvCxnSpPr>
          <p:nvPr/>
        </p:nvCxnSpPr>
        <p:spPr>
          <a:xfrm flipH="1">
            <a:off x="3525843" y="3615398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54">
            <a:extLst>
              <a:ext uri="{FF2B5EF4-FFF2-40B4-BE49-F238E27FC236}">
                <a16:creationId xmlns:a16="http://schemas.microsoft.com/office/drawing/2014/main" id="{038AB466-3F4D-0AEA-1A01-E0A4C3B9C587}"/>
              </a:ext>
            </a:extLst>
          </p:cNvPr>
          <p:cNvSpPr/>
          <p:nvPr/>
        </p:nvSpPr>
        <p:spPr>
          <a:xfrm>
            <a:off x="4600885" y="2236660"/>
            <a:ext cx="1652910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Kafka Schema Registry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E324BE5-D4B3-D6BE-636B-7D39C5B0E62E}"/>
              </a:ext>
            </a:extLst>
          </p:cNvPr>
          <p:cNvCxnSpPr>
            <a:cxnSpLocks/>
          </p:cNvCxnSpPr>
          <p:nvPr/>
        </p:nvCxnSpPr>
        <p:spPr>
          <a:xfrm>
            <a:off x="2699706" y="663068"/>
            <a:ext cx="0" cy="442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53FBDC6-A2CF-72D0-25EB-0E963A708E71}"/>
              </a:ext>
            </a:extLst>
          </p:cNvPr>
          <p:cNvSpPr txBox="1"/>
          <p:nvPr/>
        </p:nvSpPr>
        <p:spPr>
          <a:xfrm>
            <a:off x="2696994" y="719861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4809E3B-AD89-8A0E-49E8-BB3DE35B980E}"/>
              </a:ext>
            </a:extLst>
          </p:cNvPr>
          <p:cNvCxnSpPr>
            <a:cxnSpLocks/>
          </p:cNvCxnSpPr>
          <p:nvPr/>
        </p:nvCxnSpPr>
        <p:spPr>
          <a:xfrm>
            <a:off x="2667592" y="2899927"/>
            <a:ext cx="0" cy="442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AD7CDC8-5D69-829F-99F3-9794A776D881}"/>
              </a:ext>
            </a:extLst>
          </p:cNvPr>
          <p:cNvSpPr txBox="1"/>
          <p:nvPr/>
        </p:nvSpPr>
        <p:spPr>
          <a:xfrm>
            <a:off x="2664880" y="295672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2B433664-CD9D-C875-E8B2-6B2B6C78855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16200000" flipH="1">
            <a:off x="6027135" y="1135890"/>
            <a:ext cx="637488" cy="1564052"/>
          </a:xfrm>
          <a:prstGeom prst="bentConnector3">
            <a:avLst>
              <a:gd name="adj1" fmla="val 6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사각형: 둥근 모서리 54">
            <a:extLst>
              <a:ext uri="{FF2B5EF4-FFF2-40B4-BE49-F238E27FC236}">
                <a16:creationId xmlns:a16="http://schemas.microsoft.com/office/drawing/2014/main" id="{227122D5-E333-3895-DF55-956A7837F091}"/>
              </a:ext>
            </a:extLst>
          </p:cNvPr>
          <p:cNvSpPr/>
          <p:nvPr/>
        </p:nvSpPr>
        <p:spPr>
          <a:xfrm>
            <a:off x="6590285" y="852807"/>
            <a:ext cx="1126084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78" name="사각형: 둥근 모서리 54">
            <a:extLst>
              <a:ext uri="{FF2B5EF4-FFF2-40B4-BE49-F238E27FC236}">
                <a16:creationId xmlns:a16="http://schemas.microsoft.com/office/drawing/2014/main" id="{96E1D30E-D4EE-900B-A73C-8655A3DFE78B}"/>
              </a:ext>
            </a:extLst>
          </p:cNvPr>
          <p:cNvSpPr/>
          <p:nvPr/>
        </p:nvSpPr>
        <p:spPr>
          <a:xfrm>
            <a:off x="7788346" y="1359679"/>
            <a:ext cx="112608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79" name="사각형: 둥근 모서리 54">
            <a:extLst>
              <a:ext uri="{FF2B5EF4-FFF2-40B4-BE49-F238E27FC236}">
                <a16:creationId xmlns:a16="http://schemas.microsoft.com/office/drawing/2014/main" id="{D07C73F1-38CF-3437-9C1E-D408446DC34C}"/>
              </a:ext>
            </a:extLst>
          </p:cNvPr>
          <p:cNvSpPr/>
          <p:nvPr/>
        </p:nvSpPr>
        <p:spPr>
          <a:xfrm>
            <a:off x="7788346" y="852807"/>
            <a:ext cx="112608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88" name="사각형: 둥근 모서리 6">
            <a:extLst>
              <a:ext uri="{FF2B5EF4-FFF2-40B4-BE49-F238E27FC236}">
                <a16:creationId xmlns:a16="http://schemas.microsoft.com/office/drawing/2014/main" id="{8753B936-D7D7-E04C-9CF2-456C39E6C880}"/>
              </a:ext>
            </a:extLst>
          </p:cNvPr>
          <p:cNvSpPr/>
          <p:nvPr/>
        </p:nvSpPr>
        <p:spPr>
          <a:xfrm>
            <a:off x="6513490" y="793058"/>
            <a:ext cx="2453992" cy="1091673"/>
          </a:xfrm>
          <a:prstGeom prst="roundRect">
            <a:avLst>
              <a:gd name="adj" fmla="val 9896"/>
            </a:avLst>
          </a:prstGeom>
          <a:noFill/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1000" dirty="0"/>
              <a:t>Connect Topic</a:t>
            </a:r>
            <a:endParaRPr lang="ko-KR" altLang="en-US" sz="1000" dirty="0"/>
          </a:p>
        </p:txBody>
      </p:sp>
      <p:sp>
        <p:nvSpPr>
          <p:cNvPr id="91" name="사각형: 둥근 모서리 54">
            <a:extLst>
              <a:ext uri="{FF2B5EF4-FFF2-40B4-BE49-F238E27FC236}">
                <a16:creationId xmlns:a16="http://schemas.microsoft.com/office/drawing/2014/main" id="{9B135AD5-A978-901A-0855-3C35E46C4EE3}"/>
              </a:ext>
            </a:extLst>
          </p:cNvPr>
          <p:cNvSpPr/>
          <p:nvPr/>
        </p:nvSpPr>
        <p:spPr>
          <a:xfrm>
            <a:off x="6588749" y="3084537"/>
            <a:ext cx="1126084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92" name="사각형: 둥근 모서리 54">
            <a:extLst>
              <a:ext uri="{FF2B5EF4-FFF2-40B4-BE49-F238E27FC236}">
                <a16:creationId xmlns:a16="http://schemas.microsoft.com/office/drawing/2014/main" id="{72DF5633-CCF5-B3A8-E524-9E12CAEB8DE2}"/>
              </a:ext>
            </a:extLst>
          </p:cNvPr>
          <p:cNvSpPr/>
          <p:nvPr/>
        </p:nvSpPr>
        <p:spPr>
          <a:xfrm>
            <a:off x="7786810" y="3591409"/>
            <a:ext cx="112608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93" name="사각형: 둥근 모서리 54">
            <a:extLst>
              <a:ext uri="{FF2B5EF4-FFF2-40B4-BE49-F238E27FC236}">
                <a16:creationId xmlns:a16="http://schemas.microsoft.com/office/drawing/2014/main" id="{9E038554-96C7-1B37-B179-81B21F07B297}"/>
              </a:ext>
            </a:extLst>
          </p:cNvPr>
          <p:cNvSpPr/>
          <p:nvPr/>
        </p:nvSpPr>
        <p:spPr>
          <a:xfrm>
            <a:off x="7786810" y="3084537"/>
            <a:ext cx="112608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94" name="사각형: 둥근 모서리 6">
            <a:extLst>
              <a:ext uri="{FF2B5EF4-FFF2-40B4-BE49-F238E27FC236}">
                <a16:creationId xmlns:a16="http://schemas.microsoft.com/office/drawing/2014/main" id="{6F8975F2-18DE-2227-4D4B-C9A85B1C2C80}"/>
              </a:ext>
            </a:extLst>
          </p:cNvPr>
          <p:cNvSpPr/>
          <p:nvPr/>
        </p:nvSpPr>
        <p:spPr>
          <a:xfrm>
            <a:off x="6511954" y="3024788"/>
            <a:ext cx="2453992" cy="1091673"/>
          </a:xfrm>
          <a:prstGeom prst="roundRect">
            <a:avLst>
              <a:gd name="adj" fmla="val 9896"/>
            </a:avLst>
          </a:prstGeom>
          <a:noFill/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1000" dirty="0"/>
              <a:t>Connect Topic</a:t>
            </a:r>
            <a:endParaRPr lang="ko-KR" altLang="en-US" sz="1000" dirty="0"/>
          </a:p>
        </p:txBody>
      </p: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09910035-22DC-AC4C-AC8B-286DADB730F0}"/>
              </a:ext>
            </a:extLst>
          </p:cNvPr>
          <p:cNvCxnSpPr>
            <a:cxnSpLocks/>
            <a:stCxn id="5" idx="0"/>
            <a:endCxn id="88" idx="0"/>
          </p:cNvCxnSpPr>
          <p:nvPr/>
        </p:nvCxnSpPr>
        <p:spPr>
          <a:xfrm rot="5400000" flipH="1" flipV="1">
            <a:off x="5853228" y="-781749"/>
            <a:ext cx="312451" cy="3462066"/>
          </a:xfrm>
          <a:prstGeom prst="bentConnector3">
            <a:avLst>
              <a:gd name="adj1" fmla="val 173163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83203B94-983B-20A4-49CE-BF592CAE0B7F}"/>
              </a:ext>
            </a:extLst>
          </p:cNvPr>
          <p:cNvCxnSpPr>
            <a:cxnSpLocks/>
            <a:stCxn id="22" idx="2"/>
            <a:endCxn id="94" idx="2"/>
          </p:cNvCxnSpPr>
          <p:nvPr/>
        </p:nvCxnSpPr>
        <p:spPr>
          <a:xfrm rot="5400000" flipH="1" flipV="1">
            <a:off x="6007190" y="2387695"/>
            <a:ext cx="2993" cy="3460525"/>
          </a:xfrm>
          <a:prstGeom prst="bentConnector3">
            <a:avLst>
              <a:gd name="adj1" fmla="val -7637822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3C3D87A0-AF77-A695-6771-5D775C3695FF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5427340" y="1606572"/>
            <a:ext cx="0" cy="6300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3C07DB-371F-CA24-C82F-8DEB4D31E593}"/>
              </a:ext>
            </a:extLst>
          </p:cNvPr>
          <p:cNvCxnSpPr>
            <a:cxnSpLocks/>
          </p:cNvCxnSpPr>
          <p:nvPr/>
        </p:nvCxnSpPr>
        <p:spPr>
          <a:xfrm flipV="1">
            <a:off x="5427340" y="2668708"/>
            <a:ext cx="0" cy="7306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7354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F5A3F-C249-057E-905A-0F5AAA90E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26090D9A-C4A0-330E-67FC-37BF9D457B7B}"/>
              </a:ext>
            </a:extLst>
          </p:cNvPr>
          <p:cNvSpPr/>
          <p:nvPr/>
        </p:nvSpPr>
        <p:spPr>
          <a:xfrm>
            <a:off x="2267744" y="414770"/>
            <a:ext cx="4248472" cy="4313960"/>
          </a:xfrm>
          <a:prstGeom prst="roundRect">
            <a:avLst>
              <a:gd name="adj" fmla="val 2699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Host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1E11535B-E178-90C4-C8EA-A77D5CE66AA7}"/>
              </a:ext>
            </a:extLst>
          </p:cNvPr>
          <p:cNvSpPr/>
          <p:nvPr/>
        </p:nvSpPr>
        <p:spPr>
          <a:xfrm>
            <a:off x="2339751" y="495601"/>
            <a:ext cx="4104450" cy="3441041"/>
          </a:xfrm>
          <a:prstGeom prst="roundRect">
            <a:avLst>
              <a:gd name="adj" fmla="val 235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 (Process)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D8C5537-29E4-A22F-E5FD-F83AF3EE2BE1}"/>
              </a:ext>
            </a:extLst>
          </p:cNvPr>
          <p:cNvCxnSpPr>
            <a:cxnSpLocks/>
          </p:cNvCxnSpPr>
          <p:nvPr/>
        </p:nvCxnSpPr>
        <p:spPr>
          <a:xfrm>
            <a:off x="4391980" y="108442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4FC425DB-CB0F-C037-5F89-AA81527FD3EC}"/>
              </a:ext>
            </a:extLst>
          </p:cNvPr>
          <p:cNvSpPr txBox="1"/>
          <p:nvPr/>
        </p:nvSpPr>
        <p:spPr>
          <a:xfrm>
            <a:off x="4391980" y="127523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78A6F6AD-9CA9-1104-F2CB-5D8357AF9137}"/>
              </a:ext>
            </a:extLst>
          </p:cNvPr>
          <p:cNvSpPr/>
          <p:nvPr/>
        </p:nvSpPr>
        <p:spPr>
          <a:xfrm>
            <a:off x="6672444" y="417737"/>
            <a:ext cx="1525554" cy="1666457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5" name="사각형: 둥근 모서리 54">
            <a:extLst>
              <a:ext uri="{FF2B5EF4-FFF2-40B4-BE49-F238E27FC236}">
                <a16:creationId xmlns:a16="http://schemas.microsoft.com/office/drawing/2014/main" id="{372AD20E-CA5A-DD59-6B1F-B11C33EE2286}"/>
              </a:ext>
            </a:extLst>
          </p:cNvPr>
          <p:cNvSpPr/>
          <p:nvPr/>
        </p:nvSpPr>
        <p:spPr>
          <a:xfrm>
            <a:off x="6806900" y="548289"/>
            <a:ext cx="1225944" cy="56001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A</a:t>
            </a:r>
          </a:p>
          <a:p>
            <a:pPr algn="ctr"/>
            <a:r>
              <a:rPr lang="en-US" altLang="ko-KR" sz="1000" dirty="0"/>
              <a:t>(3 Partition)</a:t>
            </a:r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44E116AA-23D5-EEA4-1A2C-A6CA0269F61F}"/>
              </a:ext>
            </a:extLst>
          </p:cNvPr>
          <p:cNvSpPr/>
          <p:nvPr/>
        </p:nvSpPr>
        <p:spPr>
          <a:xfrm>
            <a:off x="6806900" y="1196446"/>
            <a:ext cx="1225944" cy="560016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B </a:t>
            </a:r>
          </a:p>
          <a:p>
            <a:pPr algn="ctr"/>
            <a:r>
              <a:rPr lang="en-US" altLang="ko-KR" sz="1000" dirty="0"/>
              <a:t>(6 Partition)</a:t>
            </a:r>
          </a:p>
        </p:txBody>
      </p:sp>
      <p:sp>
        <p:nvSpPr>
          <p:cNvPr id="13" name="사각형: 둥근 모서리 54">
            <a:extLst>
              <a:ext uri="{FF2B5EF4-FFF2-40B4-BE49-F238E27FC236}">
                <a16:creationId xmlns:a16="http://schemas.microsoft.com/office/drawing/2014/main" id="{43370D9E-D506-7703-2F9F-B2F1B31D0966}"/>
              </a:ext>
            </a:extLst>
          </p:cNvPr>
          <p:cNvSpPr/>
          <p:nvPr/>
        </p:nvSpPr>
        <p:spPr>
          <a:xfrm>
            <a:off x="2339751" y="4018113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Config </a:t>
            </a:r>
          </a:p>
          <a:p>
            <a:pPr algn="ctr"/>
            <a:r>
              <a:rPr lang="en-US" altLang="ko-KR" sz="1000" dirty="0"/>
              <a:t>(Properties File)</a:t>
            </a:r>
            <a:endParaRPr lang="en-US" altLang="ko-KR" sz="1000" b="1" dirty="0"/>
          </a:p>
        </p:txBody>
      </p:sp>
      <p:sp>
        <p:nvSpPr>
          <p:cNvPr id="20" name="사각형: 둥근 모서리 54">
            <a:extLst>
              <a:ext uri="{FF2B5EF4-FFF2-40B4-BE49-F238E27FC236}">
                <a16:creationId xmlns:a16="http://schemas.microsoft.com/office/drawing/2014/main" id="{462BA756-55C6-ED6B-7979-035CC6A76DB5}"/>
              </a:ext>
            </a:extLst>
          </p:cNvPr>
          <p:cNvSpPr/>
          <p:nvPr/>
        </p:nvSpPr>
        <p:spPr>
          <a:xfrm>
            <a:off x="3778317" y="4018113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Offset</a:t>
            </a:r>
            <a:r>
              <a:rPr lang="en-US" altLang="ko-KR" sz="1000" b="1" dirty="0"/>
              <a:t> </a:t>
            </a:r>
            <a:r>
              <a:rPr lang="en-US" altLang="ko-KR" sz="1000" dirty="0"/>
              <a:t>(File)</a:t>
            </a:r>
          </a:p>
        </p:txBody>
      </p:sp>
      <p:sp>
        <p:nvSpPr>
          <p:cNvPr id="21" name="사각형: 둥근 모서리 54">
            <a:extLst>
              <a:ext uri="{FF2B5EF4-FFF2-40B4-BE49-F238E27FC236}">
                <a16:creationId xmlns:a16="http://schemas.microsoft.com/office/drawing/2014/main" id="{8E32272B-79F1-1BC6-F9EC-207C6D249CFB}"/>
              </a:ext>
            </a:extLst>
          </p:cNvPr>
          <p:cNvSpPr/>
          <p:nvPr/>
        </p:nvSpPr>
        <p:spPr>
          <a:xfrm>
            <a:off x="5218257" y="4023249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Status</a:t>
            </a:r>
            <a:r>
              <a:rPr lang="en-US" altLang="ko-KR" sz="1000" b="1" dirty="0"/>
              <a:t> </a:t>
            </a:r>
            <a:r>
              <a:rPr lang="en-US" altLang="ko-KR" sz="1000" dirty="0"/>
              <a:t>(Memory)</a:t>
            </a:r>
          </a:p>
        </p:txBody>
      </p:sp>
      <p:sp>
        <p:nvSpPr>
          <p:cNvPr id="9" name="사각형: 둥근 모서리 6">
            <a:extLst>
              <a:ext uri="{FF2B5EF4-FFF2-40B4-BE49-F238E27FC236}">
                <a16:creationId xmlns:a16="http://schemas.microsoft.com/office/drawing/2014/main" id="{E8845F8A-85E1-537F-06A3-05DB125CAE6C}"/>
              </a:ext>
            </a:extLst>
          </p:cNvPr>
          <p:cNvSpPr/>
          <p:nvPr/>
        </p:nvSpPr>
        <p:spPr>
          <a:xfrm>
            <a:off x="2410856" y="575709"/>
            <a:ext cx="3962248" cy="2064790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Threads</a:t>
            </a:r>
            <a:endParaRPr lang="ko-KR" altLang="en-US" sz="1000" dirty="0"/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6A5C17F4-FA47-30A3-F493-3AFDE127D5B4}"/>
              </a:ext>
            </a:extLst>
          </p:cNvPr>
          <p:cNvSpPr/>
          <p:nvPr/>
        </p:nvSpPr>
        <p:spPr>
          <a:xfrm>
            <a:off x="2484672" y="669739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A</a:t>
            </a:r>
          </a:p>
          <a:p>
            <a:pPr algn="ctr"/>
            <a:r>
              <a:rPr lang="en-US" altLang="ko-KR" sz="1000"/>
              <a:t>Instance</a:t>
            </a:r>
          </a:p>
        </p:txBody>
      </p:sp>
      <p:sp>
        <p:nvSpPr>
          <p:cNvPr id="11" name="사각형: 둥근 모서리 54">
            <a:extLst>
              <a:ext uri="{FF2B5EF4-FFF2-40B4-BE49-F238E27FC236}">
                <a16:creationId xmlns:a16="http://schemas.microsoft.com/office/drawing/2014/main" id="{CEA8EAFD-70D5-A007-6029-DBE9F331767A}"/>
              </a:ext>
            </a:extLst>
          </p:cNvPr>
          <p:cNvSpPr/>
          <p:nvPr/>
        </p:nvSpPr>
        <p:spPr>
          <a:xfrm>
            <a:off x="2484672" y="1313161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A</a:t>
            </a:r>
          </a:p>
          <a:p>
            <a:pPr algn="ctr"/>
            <a:r>
              <a:rPr lang="en-US" altLang="ko-KR" sz="1000"/>
              <a:t>Task 1</a:t>
            </a:r>
          </a:p>
          <a:p>
            <a:pPr algn="ctr"/>
            <a:r>
              <a:rPr lang="en-US" altLang="ko-KR" sz="1000" dirty="0"/>
              <a:t>(Partition 1)</a:t>
            </a:r>
            <a:endParaRPr lang="ko-KR" altLang="en-US" sz="1000" dirty="0"/>
          </a:p>
        </p:txBody>
      </p:sp>
      <p:sp>
        <p:nvSpPr>
          <p:cNvPr id="22" name="사각형: 둥근 모서리 54">
            <a:extLst>
              <a:ext uri="{FF2B5EF4-FFF2-40B4-BE49-F238E27FC236}">
                <a16:creationId xmlns:a16="http://schemas.microsoft.com/office/drawing/2014/main" id="{F40C0C76-CFD3-A868-B36F-523886F5B657}"/>
              </a:ext>
            </a:extLst>
          </p:cNvPr>
          <p:cNvSpPr/>
          <p:nvPr/>
        </p:nvSpPr>
        <p:spPr>
          <a:xfrm>
            <a:off x="3852824" y="669739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B</a:t>
            </a:r>
          </a:p>
          <a:p>
            <a:pPr algn="ctr"/>
            <a:r>
              <a:rPr lang="en-US" altLang="ko-KR" sz="1000"/>
              <a:t>Instance</a:t>
            </a:r>
          </a:p>
          <a:p>
            <a:pPr algn="ctr"/>
            <a:endParaRPr lang="ko-KR" altLang="en-US" sz="1000" dirty="0"/>
          </a:p>
        </p:txBody>
      </p:sp>
      <p:sp>
        <p:nvSpPr>
          <p:cNvPr id="24" name="사각형: 둥근 모서리 54">
            <a:extLst>
              <a:ext uri="{FF2B5EF4-FFF2-40B4-BE49-F238E27FC236}">
                <a16:creationId xmlns:a16="http://schemas.microsoft.com/office/drawing/2014/main" id="{A7158162-4408-D49B-3949-2D56AC8DAE23}"/>
              </a:ext>
            </a:extLst>
          </p:cNvPr>
          <p:cNvSpPr/>
          <p:nvPr/>
        </p:nvSpPr>
        <p:spPr>
          <a:xfrm>
            <a:off x="5220976" y="669739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A</a:t>
            </a:r>
          </a:p>
          <a:p>
            <a:pPr algn="ctr"/>
            <a:r>
              <a:rPr lang="en-US" altLang="ko-KR" sz="1000"/>
              <a:t>Task 3</a:t>
            </a:r>
          </a:p>
          <a:p>
            <a:pPr algn="ctr"/>
            <a:r>
              <a:rPr lang="en-US" altLang="ko-KR" sz="1000" dirty="0"/>
              <a:t>(Partition 3)</a:t>
            </a:r>
            <a:endParaRPr lang="ko-KR" altLang="en-US" sz="1000" dirty="0"/>
          </a:p>
        </p:txBody>
      </p:sp>
      <p:sp>
        <p:nvSpPr>
          <p:cNvPr id="26" name="사각형: 둥근 모서리 54">
            <a:extLst>
              <a:ext uri="{FF2B5EF4-FFF2-40B4-BE49-F238E27FC236}">
                <a16:creationId xmlns:a16="http://schemas.microsoft.com/office/drawing/2014/main" id="{411B2C4C-0CA8-748E-7578-59AD8CCFAE6B}"/>
              </a:ext>
            </a:extLst>
          </p:cNvPr>
          <p:cNvSpPr/>
          <p:nvPr/>
        </p:nvSpPr>
        <p:spPr>
          <a:xfrm>
            <a:off x="2484672" y="1957692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B</a:t>
            </a:r>
          </a:p>
          <a:p>
            <a:pPr algn="ctr"/>
            <a:r>
              <a:rPr lang="en-US" altLang="ko-KR" sz="1000"/>
              <a:t>Task 1</a:t>
            </a:r>
          </a:p>
          <a:p>
            <a:pPr algn="ctr"/>
            <a:r>
              <a:rPr lang="en-US" altLang="ko-KR" sz="1000" dirty="0"/>
              <a:t>(Partition 1,2,3</a:t>
            </a:r>
            <a:endParaRPr lang="ko-KR" altLang="en-US" sz="1000" dirty="0"/>
          </a:p>
        </p:txBody>
      </p:sp>
      <p:sp>
        <p:nvSpPr>
          <p:cNvPr id="27" name="사각형: 둥근 모서리 54">
            <a:extLst>
              <a:ext uri="{FF2B5EF4-FFF2-40B4-BE49-F238E27FC236}">
                <a16:creationId xmlns:a16="http://schemas.microsoft.com/office/drawing/2014/main" id="{C6D94061-54F0-E2D5-617E-742E4F2E1567}"/>
              </a:ext>
            </a:extLst>
          </p:cNvPr>
          <p:cNvSpPr/>
          <p:nvPr/>
        </p:nvSpPr>
        <p:spPr>
          <a:xfrm>
            <a:off x="3852824" y="1313161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A</a:t>
            </a:r>
          </a:p>
          <a:p>
            <a:pPr algn="ctr"/>
            <a:r>
              <a:rPr lang="en-US" altLang="ko-KR" sz="1000"/>
              <a:t>Task 2</a:t>
            </a:r>
          </a:p>
          <a:p>
            <a:pPr algn="ctr"/>
            <a:r>
              <a:rPr lang="en-US" altLang="ko-KR" sz="1000" dirty="0"/>
              <a:t>(Partition 2)</a:t>
            </a:r>
            <a:endParaRPr lang="ko-KR" altLang="en-US" sz="1000" dirty="0"/>
          </a:p>
        </p:txBody>
      </p:sp>
      <p:sp>
        <p:nvSpPr>
          <p:cNvPr id="28" name="사각형: 둥근 모서리 54">
            <a:extLst>
              <a:ext uri="{FF2B5EF4-FFF2-40B4-BE49-F238E27FC236}">
                <a16:creationId xmlns:a16="http://schemas.microsoft.com/office/drawing/2014/main" id="{7A9D5748-CE81-7ACC-F9EE-018121C86595}"/>
              </a:ext>
            </a:extLst>
          </p:cNvPr>
          <p:cNvSpPr/>
          <p:nvPr/>
        </p:nvSpPr>
        <p:spPr>
          <a:xfrm>
            <a:off x="5220976" y="1319293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B</a:t>
            </a:r>
          </a:p>
          <a:p>
            <a:pPr algn="ctr"/>
            <a:r>
              <a:rPr lang="en-US" altLang="ko-KR" sz="1000"/>
              <a:t>Task 2</a:t>
            </a:r>
          </a:p>
          <a:p>
            <a:pPr algn="ctr"/>
            <a:r>
              <a:rPr lang="en-US" altLang="ko-KR" sz="1000" dirty="0"/>
              <a:t>(Partition 5,6,7)</a:t>
            </a:r>
            <a:endParaRPr lang="ko-KR" altLang="en-US" sz="1000" dirty="0"/>
          </a:p>
        </p:txBody>
      </p:sp>
      <p:sp>
        <p:nvSpPr>
          <p:cNvPr id="29" name="사각형: 둥근 모서리 6">
            <a:extLst>
              <a:ext uri="{FF2B5EF4-FFF2-40B4-BE49-F238E27FC236}">
                <a16:creationId xmlns:a16="http://schemas.microsoft.com/office/drawing/2014/main" id="{6436DEF4-3CAD-3E88-A227-CFF9A476C060}"/>
              </a:ext>
            </a:extLst>
          </p:cNvPr>
          <p:cNvSpPr/>
          <p:nvPr/>
        </p:nvSpPr>
        <p:spPr>
          <a:xfrm>
            <a:off x="2410058" y="2746967"/>
            <a:ext cx="3962248" cy="881748"/>
          </a:xfrm>
          <a:prstGeom prst="roundRect">
            <a:avLst>
              <a:gd name="adj" fmla="val 5467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Class Instance</a:t>
            </a:r>
            <a:endParaRPr lang="ko-KR" altLang="en-US" sz="1000" dirty="0"/>
          </a:p>
        </p:txBody>
      </p:sp>
      <p:sp>
        <p:nvSpPr>
          <p:cNvPr id="30" name="사각형: 둥근 모서리 54">
            <a:extLst>
              <a:ext uri="{FF2B5EF4-FFF2-40B4-BE49-F238E27FC236}">
                <a16:creationId xmlns:a16="http://schemas.microsoft.com/office/drawing/2014/main" id="{E382D1CC-2923-65AA-853F-B8A1B6D34246}"/>
              </a:ext>
            </a:extLst>
          </p:cNvPr>
          <p:cNvSpPr/>
          <p:nvPr/>
        </p:nvSpPr>
        <p:spPr>
          <a:xfrm>
            <a:off x="2484672" y="2811016"/>
            <a:ext cx="2879416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31" name="사각형: 둥근 모서리 54">
            <a:extLst>
              <a:ext uri="{FF2B5EF4-FFF2-40B4-BE49-F238E27FC236}">
                <a16:creationId xmlns:a16="http://schemas.microsoft.com/office/drawing/2014/main" id="{B5EB5CB2-FD88-54DA-3859-B972D3392EB6}"/>
              </a:ext>
            </a:extLst>
          </p:cNvPr>
          <p:cNvSpPr/>
          <p:nvPr/>
        </p:nvSpPr>
        <p:spPr>
          <a:xfrm>
            <a:off x="2484672" y="3215998"/>
            <a:ext cx="2879416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72640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13966-A157-97CC-FA43-B9B2F5A0A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사각형: 둥근 모서리 6">
            <a:extLst>
              <a:ext uri="{FF2B5EF4-FFF2-40B4-BE49-F238E27FC236}">
                <a16:creationId xmlns:a16="http://schemas.microsoft.com/office/drawing/2014/main" id="{9FC0342F-6828-87DC-CB45-66CA8F9BEF7D}"/>
              </a:ext>
            </a:extLst>
          </p:cNvPr>
          <p:cNvSpPr/>
          <p:nvPr/>
        </p:nvSpPr>
        <p:spPr>
          <a:xfrm>
            <a:off x="554363" y="352865"/>
            <a:ext cx="6753941" cy="4676475"/>
          </a:xfrm>
          <a:prstGeom prst="roundRect">
            <a:avLst>
              <a:gd name="adj" fmla="val 2017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BDADBE0E-9ACF-64E8-D002-55E107575900}"/>
              </a:ext>
            </a:extLst>
          </p:cNvPr>
          <p:cNvSpPr/>
          <p:nvPr/>
        </p:nvSpPr>
        <p:spPr>
          <a:xfrm>
            <a:off x="653252" y="443024"/>
            <a:ext cx="2088228" cy="4313960"/>
          </a:xfrm>
          <a:prstGeom prst="roundRect">
            <a:avLst>
              <a:gd name="adj" fmla="val 2699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Host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CE839CB2-A0FA-DB33-E2AD-2EF8560FE50A}"/>
              </a:ext>
            </a:extLst>
          </p:cNvPr>
          <p:cNvSpPr/>
          <p:nvPr/>
        </p:nvSpPr>
        <p:spPr>
          <a:xfrm>
            <a:off x="725259" y="523855"/>
            <a:ext cx="1944217" cy="3441041"/>
          </a:xfrm>
          <a:prstGeom prst="roundRect">
            <a:avLst>
              <a:gd name="adj" fmla="val 235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 (Process)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E13381EC-BF7F-8236-4053-A5ED0D8B425E}"/>
              </a:ext>
            </a:extLst>
          </p:cNvPr>
          <p:cNvCxnSpPr>
            <a:cxnSpLocks/>
            <a:endCxn id="75" idx="0"/>
          </p:cNvCxnSpPr>
          <p:nvPr/>
        </p:nvCxnSpPr>
        <p:spPr>
          <a:xfrm flipH="1">
            <a:off x="3931334" y="51470"/>
            <a:ext cx="7363" cy="3013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8251D4F-6C02-8AE0-1FE9-1C301CFC9085}"/>
              </a:ext>
            </a:extLst>
          </p:cNvPr>
          <p:cNvSpPr txBox="1"/>
          <p:nvPr/>
        </p:nvSpPr>
        <p:spPr>
          <a:xfrm>
            <a:off x="3938697" y="69013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3737BCCD-8A1C-8832-6324-D41E8294599F}"/>
              </a:ext>
            </a:extLst>
          </p:cNvPr>
          <p:cNvSpPr/>
          <p:nvPr/>
        </p:nvSpPr>
        <p:spPr>
          <a:xfrm>
            <a:off x="7380310" y="445991"/>
            <a:ext cx="1525554" cy="3600376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13" name="사각형: 둥근 모서리 54">
            <a:extLst>
              <a:ext uri="{FF2B5EF4-FFF2-40B4-BE49-F238E27FC236}">
                <a16:creationId xmlns:a16="http://schemas.microsoft.com/office/drawing/2014/main" id="{2BE81508-8AA5-736F-FE74-461B19213BBB}"/>
              </a:ext>
            </a:extLst>
          </p:cNvPr>
          <p:cNvSpPr/>
          <p:nvPr/>
        </p:nvSpPr>
        <p:spPr>
          <a:xfrm>
            <a:off x="725259" y="4046367"/>
            <a:ext cx="1944216" cy="447123"/>
          </a:xfrm>
          <a:prstGeom prst="roundRect">
            <a:avLst>
              <a:gd name="adj" fmla="val 143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Config </a:t>
            </a:r>
          </a:p>
          <a:p>
            <a:pPr algn="ctr"/>
            <a:r>
              <a:rPr lang="en-US" altLang="ko-KR" sz="1000" dirty="0"/>
              <a:t>(Properties File)</a:t>
            </a:r>
            <a:endParaRPr lang="en-US" altLang="ko-KR" sz="1000" b="1" dirty="0"/>
          </a:p>
        </p:txBody>
      </p:sp>
      <p:sp>
        <p:nvSpPr>
          <p:cNvPr id="9" name="사각형: 둥근 모서리 6">
            <a:extLst>
              <a:ext uri="{FF2B5EF4-FFF2-40B4-BE49-F238E27FC236}">
                <a16:creationId xmlns:a16="http://schemas.microsoft.com/office/drawing/2014/main" id="{893A20F2-33C1-3C30-114C-98F3931319BD}"/>
              </a:ext>
            </a:extLst>
          </p:cNvPr>
          <p:cNvSpPr/>
          <p:nvPr/>
        </p:nvSpPr>
        <p:spPr>
          <a:xfrm>
            <a:off x="796364" y="603963"/>
            <a:ext cx="1801104" cy="2064790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Threads</a:t>
            </a:r>
            <a:endParaRPr lang="ko-KR" altLang="en-US" sz="1000" dirty="0"/>
          </a:p>
        </p:txBody>
      </p:sp>
      <p:sp>
        <p:nvSpPr>
          <p:cNvPr id="29" name="사각형: 둥근 모서리 6">
            <a:extLst>
              <a:ext uri="{FF2B5EF4-FFF2-40B4-BE49-F238E27FC236}">
                <a16:creationId xmlns:a16="http://schemas.microsoft.com/office/drawing/2014/main" id="{A0049E88-0280-0057-CA0D-95082E71B47A}"/>
              </a:ext>
            </a:extLst>
          </p:cNvPr>
          <p:cNvSpPr/>
          <p:nvPr/>
        </p:nvSpPr>
        <p:spPr>
          <a:xfrm>
            <a:off x="795566" y="2775221"/>
            <a:ext cx="1801902" cy="881748"/>
          </a:xfrm>
          <a:prstGeom prst="roundRect">
            <a:avLst>
              <a:gd name="adj" fmla="val 5467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Class </a:t>
            </a:r>
          </a:p>
          <a:p>
            <a:pPr algn="r"/>
            <a:r>
              <a:rPr lang="en-US" altLang="ko-KR" sz="1000" dirty="0"/>
              <a:t>Instance</a:t>
            </a:r>
            <a:endParaRPr lang="ko-KR" altLang="en-US" sz="1000" dirty="0"/>
          </a:p>
        </p:txBody>
      </p:sp>
      <p:sp>
        <p:nvSpPr>
          <p:cNvPr id="30" name="사각형: 둥근 모서리 54">
            <a:extLst>
              <a:ext uri="{FF2B5EF4-FFF2-40B4-BE49-F238E27FC236}">
                <a16:creationId xmlns:a16="http://schemas.microsoft.com/office/drawing/2014/main" id="{685978DE-8077-3C88-5FD9-7F32965AA100}"/>
              </a:ext>
            </a:extLst>
          </p:cNvPr>
          <p:cNvSpPr/>
          <p:nvPr/>
        </p:nvSpPr>
        <p:spPr>
          <a:xfrm>
            <a:off x="870180" y="283641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31" name="사각형: 둥근 모서리 54">
            <a:extLst>
              <a:ext uri="{FF2B5EF4-FFF2-40B4-BE49-F238E27FC236}">
                <a16:creationId xmlns:a16="http://schemas.microsoft.com/office/drawing/2014/main" id="{D8B47B7D-D689-6F0E-D633-5A7EB42F1347}"/>
              </a:ext>
            </a:extLst>
          </p:cNvPr>
          <p:cNvSpPr/>
          <p:nvPr/>
        </p:nvSpPr>
        <p:spPr>
          <a:xfrm>
            <a:off x="870180" y="3244252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02962EEB-6C77-B2B5-A2C3-773F94DA232E}"/>
              </a:ext>
            </a:extLst>
          </p:cNvPr>
          <p:cNvSpPr/>
          <p:nvPr/>
        </p:nvSpPr>
        <p:spPr>
          <a:xfrm>
            <a:off x="7514766" y="2243980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7" name="사각형: 둥근 모서리 54">
            <a:extLst>
              <a:ext uri="{FF2B5EF4-FFF2-40B4-BE49-F238E27FC236}">
                <a16:creationId xmlns:a16="http://schemas.microsoft.com/office/drawing/2014/main" id="{2F163278-04DB-B249-6801-065EE6D5C8EF}"/>
              </a:ext>
            </a:extLst>
          </p:cNvPr>
          <p:cNvSpPr/>
          <p:nvPr/>
        </p:nvSpPr>
        <p:spPr>
          <a:xfrm>
            <a:off x="7514766" y="2763274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1206C320-4CED-436E-AEC5-24CD9B1CEECE}"/>
              </a:ext>
            </a:extLst>
          </p:cNvPr>
          <p:cNvSpPr/>
          <p:nvPr/>
        </p:nvSpPr>
        <p:spPr>
          <a:xfrm>
            <a:off x="7514766" y="3286000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30AF65B7-5498-D8B2-3134-8E68C08F0DCE}"/>
              </a:ext>
            </a:extLst>
          </p:cNvPr>
          <p:cNvSpPr/>
          <p:nvPr/>
        </p:nvSpPr>
        <p:spPr>
          <a:xfrm>
            <a:off x="7514766" y="576543"/>
            <a:ext cx="1225944" cy="56001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A</a:t>
            </a:r>
          </a:p>
          <a:p>
            <a:pPr algn="ctr"/>
            <a:r>
              <a:rPr lang="en-US" altLang="ko-KR" sz="1000" dirty="0"/>
              <a:t>(3 Partition)</a:t>
            </a:r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1004EEB2-CD2D-8636-39A8-C308D01984D3}"/>
              </a:ext>
            </a:extLst>
          </p:cNvPr>
          <p:cNvSpPr/>
          <p:nvPr/>
        </p:nvSpPr>
        <p:spPr>
          <a:xfrm>
            <a:off x="7514766" y="1224700"/>
            <a:ext cx="1225944" cy="560016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B </a:t>
            </a:r>
          </a:p>
          <a:p>
            <a:pPr algn="ctr"/>
            <a:r>
              <a:rPr lang="en-US" altLang="ko-KR" sz="1000" dirty="0"/>
              <a:t>(6 Partition)</a:t>
            </a:r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CCF7E197-4C3D-C263-A5B9-38B6C8618C20}"/>
              </a:ext>
            </a:extLst>
          </p:cNvPr>
          <p:cNvSpPr/>
          <p:nvPr/>
        </p:nvSpPr>
        <p:spPr>
          <a:xfrm>
            <a:off x="870180" y="697993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A</a:t>
            </a:r>
          </a:p>
          <a:p>
            <a:pPr algn="ctr"/>
            <a:r>
              <a:rPr lang="en-US" altLang="ko-KR" sz="1000"/>
              <a:t>Instance</a:t>
            </a:r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B44151E9-479D-D648-30EE-F4A9F52AAD49}"/>
              </a:ext>
            </a:extLst>
          </p:cNvPr>
          <p:cNvSpPr/>
          <p:nvPr/>
        </p:nvSpPr>
        <p:spPr>
          <a:xfrm>
            <a:off x="870180" y="1341415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A</a:t>
            </a:r>
          </a:p>
          <a:p>
            <a:pPr algn="ctr"/>
            <a:r>
              <a:rPr lang="en-US" altLang="ko-KR" sz="1000"/>
              <a:t>Task 1</a:t>
            </a:r>
          </a:p>
          <a:p>
            <a:pPr algn="ctr"/>
            <a:r>
              <a:rPr lang="en-US" altLang="ko-KR" sz="1000" dirty="0"/>
              <a:t>(Partition 1)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22051595-DAED-4451-4E87-F286832FFE3E}"/>
              </a:ext>
            </a:extLst>
          </p:cNvPr>
          <p:cNvSpPr/>
          <p:nvPr/>
        </p:nvSpPr>
        <p:spPr>
          <a:xfrm>
            <a:off x="870180" y="1985946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B</a:t>
            </a:r>
          </a:p>
          <a:p>
            <a:pPr algn="ctr"/>
            <a:r>
              <a:rPr lang="en-US" altLang="ko-KR" sz="1000"/>
              <a:t>Task 1</a:t>
            </a:r>
          </a:p>
          <a:p>
            <a:pPr algn="ctr"/>
            <a:r>
              <a:rPr lang="en-US" altLang="ko-KR" sz="1000" dirty="0"/>
              <a:t>(Partition 1,2,3</a:t>
            </a:r>
            <a:endParaRPr lang="ko-KR" altLang="en-US" sz="1000" dirty="0"/>
          </a:p>
        </p:txBody>
      </p:sp>
      <p:sp>
        <p:nvSpPr>
          <p:cNvPr id="43" name="사각형: 둥근 모서리 6">
            <a:extLst>
              <a:ext uri="{FF2B5EF4-FFF2-40B4-BE49-F238E27FC236}">
                <a16:creationId xmlns:a16="http://schemas.microsoft.com/office/drawing/2014/main" id="{D08C432C-D77C-1158-5D97-689CA02A7AB0}"/>
              </a:ext>
            </a:extLst>
          </p:cNvPr>
          <p:cNvSpPr/>
          <p:nvPr/>
        </p:nvSpPr>
        <p:spPr>
          <a:xfrm>
            <a:off x="2888517" y="443024"/>
            <a:ext cx="2088228" cy="4313960"/>
          </a:xfrm>
          <a:prstGeom prst="roundRect">
            <a:avLst>
              <a:gd name="adj" fmla="val 2699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Host</a:t>
            </a:r>
            <a:endParaRPr lang="ko-KR" altLang="en-US" sz="1000" dirty="0"/>
          </a:p>
        </p:txBody>
      </p:sp>
      <p:sp>
        <p:nvSpPr>
          <p:cNvPr id="44" name="사각형: 둥근 모서리 6">
            <a:extLst>
              <a:ext uri="{FF2B5EF4-FFF2-40B4-BE49-F238E27FC236}">
                <a16:creationId xmlns:a16="http://schemas.microsoft.com/office/drawing/2014/main" id="{283DD102-0DF9-2AA0-C3EA-AD0356A5C46B}"/>
              </a:ext>
            </a:extLst>
          </p:cNvPr>
          <p:cNvSpPr/>
          <p:nvPr/>
        </p:nvSpPr>
        <p:spPr>
          <a:xfrm>
            <a:off x="2960524" y="523855"/>
            <a:ext cx="1944217" cy="3441041"/>
          </a:xfrm>
          <a:prstGeom prst="roundRect">
            <a:avLst>
              <a:gd name="adj" fmla="val 235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 (Process)</a:t>
            </a:r>
          </a:p>
        </p:txBody>
      </p:sp>
      <p:sp>
        <p:nvSpPr>
          <p:cNvPr id="45" name="사각형: 둥근 모서리 54">
            <a:extLst>
              <a:ext uri="{FF2B5EF4-FFF2-40B4-BE49-F238E27FC236}">
                <a16:creationId xmlns:a16="http://schemas.microsoft.com/office/drawing/2014/main" id="{4404FC54-FE81-7558-C54F-0C5A48C71977}"/>
              </a:ext>
            </a:extLst>
          </p:cNvPr>
          <p:cNvSpPr/>
          <p:nvPr/>
        </p:nvSpPr>
        <p:spPr>
          <a:xfrm>
            <a:off x="2960524" y="4046367"/>
            <a:ext cx="1944216" cy="447123"/>
          </a:xfrm>
          <a:prstGeom prst="roundRect">
            <a:avLst>
              <a:gd name="adj" fmla="val 143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Config </a:t>
            </a:r>
          </a:p>
          <a:p>
            <a:pPr algn="ctr"/>
            <a:r>
              <a:rPr lang="en-US" altLang="ko-KR" sz="1000" dirty="0"/>
              <a:t>(Properties File)</a:t>
            </a:r>
            <a:endParaRPr lang="en-US" altLang="ko-KR" sz="1000" b="1" dirty="0"/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3F15803F-B80F-29F1-A33C-D3EEA72BCA7C}"/>
              </a:ext>
            </a:extLst>
          </p:cNvPr>
          <p:cNvSpPr/>
          <p:nvPr/>
        </p:nvSpPr>
        <p:spPr>
          <a:xfrm>
            <a:off x="3031629" y="603963"/>
            <a:ext cx="1801104" cy="2064790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Threads</a:t>
            </a:r>
            <a:endParaRPr lang="ko-KR" altLang="en-US" sz="1000" dirty="0"/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6D92CEC5-6AA0-EBD8-21E0-621AF6403136}"/>
              </a:ext>
            </a:extLst>
          </p:cNvPr>
          <p:cNvSpPr/>
          <p:nvPr/>
        </p:nvSpPr>
        <p:spPr>
          <a:xfrm>
            <a:off x="3030831" y="2775221"/>
            <a:ext cx="1801902" cy="881748"/>
          </a:xfrm>
          <a:prstGeom prst="roundRect">
            <a:avLst>
              <a:gd name="adj" fmla="val 5467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Class </a:t>
            </a:r>
          </a:p>
          <a:p>
            <a:pPr algn="r"/>
            <a:r>
              <a:rPr lang="en-US" altLang="ko-KR" sz="1000" dirty="0"/>
              <a:t>Instance</a:t>
            </a:r>
            <a:endParaRPr lang="ko-KR" altLang="en-US" sz="1000" dirty="0"/>
          </a:p>
        </p:txBody>
      </p:sp>
      <p:sp>
        <p:nvSpPr>
          <p:cNvPr id="48" name="사각형: 둥근 모서리 54">
            <a:extLst>
              <a:ext uri="{FF2B5EF4-FFF2-40B4-BE49-F238E27FC236}">
                <a16:creationId xmlns:a16="http://schemas.microsoft.com/office/drawing/2014/main" id="{0421AF48-8DC7-D318-1CED-F21B5FD1FA71}"/>
              </a:ext>
            </a:extLst>
          </p:cNvPr>
          <p:cNvSpPr/>
          <p:nvPr/>
        </p:nvSpPr>
        <p:spPr>
          <a:xfrm>
            <a:off x="3105445" y="283641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49" name="사각형: 둥근 모서리 54">
            <a:extLst>
              <a:ext uri="{FF2B5EF4-FFF2-40B4-BE49-F238E27FC236}">
                <a16:creationId xmlns:a16="http://schemas.microsoft.com/office/drawing/2014/main" id="{083E1642-FA3D-9AEF-45C5-58490F9CDE55}"/>
              </a:ext>
            </a:extLst>
          </p:cNvPr>
          <p:cNvSpPr/>
          <p:nvPr/>
        </p:nvSpPr>
        <p:spPr>
          <a:xfrm>
            <a:off x="3105445" y="3244252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53" name="사각형: 둥근 모서리 54">
            <a:extLst>
              <a:ext uri="{FF2B5EF4-FFF2-40B4-BE49-F238E27FC236}">
                <a16:creationId xmlns:a16="http://schemas.microsoft.com/office/drawing/2014/main" id="{BD206B50-9395-0B15-7995-F7CF4839B769}"/>
              </a:ext>
            </a:extLst>
          </p:cNvPr>
          <p:cNvSpPr/>
          <p:nvPr/>
        </p:nvSpPr>
        <p:spPr>
          <a:xfrm>
            <a:off x="3105445" y="697993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B</a:t>
            </a:r>
          </a:p>
          <a:p>
            <a:pPr algn="ctr"/>
            <a:r>
              <a:rPr lang="en-US" altLang="ko-KR" sz="1000"/>
              <a:t>Instance</a:t>
            </a:r>
          </a:p>
          <a:p>
            <a:pPr algn="ctr"/>
            <a:endParaRPr lang="ko-KR" altLang="en-US" sz="1000" dirty="0"/>
          </a:p>
        </p:txBody>
      </p:sp>
      <p:sp>
        <p:nvSpPr>
          <p:cNvPr id="54" name="사각형: 둥근 모서리 54">
            <a:extLst>
              <a:ext uri="{FF2B5EF4-FFF2-40B4-BE49-F238E27FC236}">
                <a16:creationId xmlns:a16="http://schemas.microsoft.com/office/drawing/2014/main" id="{291CF0AA-F798-E3B9-6C0D-CC027DC0667D}"/>
              </a:ext>
            </a:extLst>
          </p:cNvPr>
          <p:cNvSpPr/>
          <p:nvPr/>
        </p:nvSpPr>
        <p:spPr>
          <a:xfrm>
            <a:off x="3105445" y="1341415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A</a:t>
            </a:r>
          </a:p>
          <a:p>
            <a:pPr algn="ctr"/>
            <a:r>
              <a:rPr lang="en-US" altLang="ko-KR" sz="1000"/>
              <a:t>Task 2</a:t>
            </a:r>
          </a:p>
          <a:p>
            <a:pPr algn="ctr"/>
            <a:r>
              <a:rPr lang="en-US" altLang="ko-KR" sz="1000" dirty="0"/>
              <a:t>(Partition 2)</a:t>
            </a:r>
            <a:endParaRPr lang="ko-KR" altLang="en-US" sz="1000" dirty="0"/>
          </a:p>
        </p:txBody>
      </p:sp>
      <p:sp>
        <p:nvSpPr>
          <p:cNvPr id="64" name="사각형: 둥근 모서리 6">
            <a:extLst>
              <a:ext uri="{FF2B5EF4-FFF2-40B4-BE49-F238E27FC236}">
                <a16:creationId xmlns:a16="http://schemas.microsoft.com/office/drawing/2014/main" id="{DAD21FC9-C7C4-2E45-274D-87842D9AA461}"/>
              </a:ext>
            </a:extLst>
          </p:cNvPr>
          <p:cNvSpPr/>
          <p:nvPr/>
        </p:nvSpPr>
        <p:spPr>
          <a:xfrm>
            <a:off x="5120350" y="443024"/>
            <a:ext cx="2088228" cy="4313960"/>
          </a:xfrm>
          <a:prstGeom prst="roundRect">
            <a:avLst>
              <a:gd name="adj" fmla="val 2699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Host</a:t>
            </a:r>
            <a:endParaRPr lang="ko-KR" altLang="en-US" sz="1000" dirty="0"/>
          </a:p>
        </p:txBody>
      </p:sp>
      <p:sp>
        <p:nvSpPr>
          <p:cNvPr id="65" name="사각형: 둥근 모서리 6">
            <a:extLst>
              <a:ext uri="{FF2B5EF4-FFF2-40B4-BE49-F238E27FC236}">
                <a16:creationId xmlns:a16="http://schemas.microsoft.com/office/drawing/2014/main" id="{3A94E942-6426-4796-BAD9-B588725E8929}"/>
              </a:ext>
            </a:extLst>
          </p:cNvPr>
          <p:cNvSpPr/>
          <p:nvPr/>
        </p:nvSpPr>
        <p:spPr>
          <a:xfrm>
            <a:off x="5192357" y="523855"/>
            <a:ext cx="1944217" cy="3441041"/>
          </a:xfrm>
          <a:prstGeom prst="roundRect">
            <a:avLst>
              <a:gd name="adj" fmla="val 235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 (Process)</a:t>
            </a:r>
          </a:p>
        </p:txBody>
      </p:sp>
      <p:sp>
        <p:nvSpPr>
          <p:cNvPr id="66" name="사각형: 둥근 모서리 54">
            <a:extLst>
              <a:ext uri="{FF2B5EF4-FFF2-40B4-BE49-F238E27FC236}">
                <a16:creationId xmlns:a16="http://schemas.microsoft.com/office/drawing/2014/main" id="{AFBED5A1-96B1-FB1A-8332-50DC4FC6C1CB}"/>
              </a:ext>
            </a:extLst>
          </p:cNvPr>
          <p:cNvSpPr/>
          <p:nvPr/>
        </p:nvSpPr>
        <p:spPr>
          <a:xfrm>
            <a:off x="5192357" y="4046367"/>
            <a:ext cx="1944216" cy="447123"/>
          </a:xfrm>
          <a:prstGeom prst="roundRect">
            <a:avLst>
              <a:gd name="adj" fmla="val 143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Config </a:t>
            </a:r>
          </a:p>
          <a:p>
            <a:pPr algn="ctr"/>
            <a:r>
              <a:rPr lang="en-US" altLang="ko-KR" sz="1000" dirty="0"/>
              <a:t>(Properties File)</a:t>
            </a:r>
            <a:endParaRPr lang="en-US" altLang="ko-KR" sz="1000" b="1" dirty="0"/>
          </a:p>
        </p:txBody>
      </p:sp>
      <p:sp>
        <p:nvSpPr>
          <p:cNvPr id="67" name="사각형: 둥근 모서리 6">
            <a:extLst>
              <a:ext uri="{FF2B5EF4-FFF2-40B4-BE49-F238E27FC236}">
                <a16:creationId xmlns:a16="http://schemas.microsoft.com/office/drawing/2014/main" id="{95F4FCBD-560E-D4BF-4550-2F8E601DB07F}"/>
              </a:ext>
            </a:extLst>
          </p:cNvPr>
          <p:cNvSpPr/>
          <p:nvPr/>
        </p:nvSpPr>
        <p:spPr>
          <a:xfrm>
            <a:off x="5263462" y="603963"/>
            <a:ext cx="1801104" cy="2064790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Threads</a:t>
            </a:r>
            <a:endParaRPr lang="ko-KR" altLang="en-US" sz="1000" dirty="0"/>
          </a:p>
        </p:txBody>
      </p:sp>
      <p:sp>
        <p:nvSpPr>
          <p:cNvPr id="68" name="사각형: 둥근 모서리 6">
            <a:extLst>
              <a:ext uri="{FF2B5EF4-FFF2-40B4-BE49-F238E27FC236}">
                <a16:creationId xmlns:a16="http://schemas.microsoft.com/office/drawing/2014/main" id="{F79C911E-BFA8-1AD0-74C7-A28A6A45B907}"/>
              </a:ext>
            </a:extLst>
          </p:cNvPr>
          <p:cNvSpPr/>
          <p:nvPr/>
        </p:nvSpPr>
        <p:spPr>
          <a:xfrm>
            <a:off x="5262664" y="2775221"/>
            <a:ext cx="1801902" cy="881748"/>
          </a:xfrm>
          <a:prstGeom prst="roundRect">
            <a:avLst>
              <a:gd name="adj" fmla="val 5467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Class </a:t>
            </a:r>
          </a:p>
          <a:p>
            <a:pPr algn="r"/>
            <a:r>
              <a:rPr lang="en-US" altLang="ko-KR" sz="1000" dirty="0"/>
              <a:t>Instance</a:t>
            </a:r>
            <a:endParaRPr lang="ko-KR" altLang="en-US" sz="1000" dirty="0"/>
          </a:p>
        </p:txBody>
      </p:sp>
      <p:sp>
        <p:nvSpPr>
          <p:cNvPr id="69" name="사각형: 둥근 모서리 54">
            <a:extLst>
              <a:ext uri="{FF2B5EF4-FFF2-40B4-BE49-F238E27FC236}">
                <a16:creationId xmlns:a16="http://schemas.microsoft.com/office/drawing/2014/main" id="{A306BA67-B7E2-9468-80EF-2D0FD37132EA}"/>
              </a:ext>
            </a:extLst>
          </p:cNvPr>
          <p:cNvSpPr/>
          <p:nvPr/>
        </p:nvSpPr>
        <p:spPr>
          <a:xfrm>
            <a:off x="5337278" y="283641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70" name="사각형: 둥근 모서리 54">
            <a:extLst>
              <a:ext uri="{FF2B5EF4-FFF2-40B4-BE49-F238E27FC236}">
                <a16:creationId xmlns:a16="http://schemas.microsoft.com/office/drawing/2014/main" id="{61F73C48-0460-8C4B-F7D2-14BEE4E76540}"/>
              </a:ext>
            </a:extLst>
          </p:cNvPr>
          <p:cNvSpPr/>
          <p:nvPr/>
        </p:nvSpPr>
        <p:spPr>
          <a:xfrm>
            <a:off x="5337278" y="3244252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73" name="사각형: 둥근 모서리 54">
            <a:extLst>
              <a:ext uri="{FF2B5EF4-FFF2-40B4-BE49-F238E27FC236}">
                <a16:creationId xmlns:a16="http://schemas.microsoft.com/office/drawing/2014/main" id="{08C2A60F-003C-A102-19B0-8E93F432CAB3}"/>
              </a:ext>
            </a:extLst>
          </p:cNvPr>
          <p:cNvSpPr/>
          <p:nvPr/>
        </p:nvSpPr>
        <p:spPr>
          <a:xfrm>
            <a:off x="5337278" y="697993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A</a:t>
            </a:r>
          </a:p>
          <a:p>
            <a:pPr algn="ctr"/>
            <a:r>
              <a:rPr lang="en-US" altLang="ko-KR" sz="1000"/>
              <a:t>Task 3</a:t>
            </a:r>
          </a:p>
          <a:p>
            <a:pPr algn="ctr"/>
            <a:r>
              <a:rPr lang="en-US" altLang="ko-KR" sz="1000" dirty="0"/>
              <a:t>(Partition 3)</a:t>
            </a:r>
            <a:endParaRPr lang="ko-KR" altLang="en-US" sz="1000" dirty="0"/>
          </a:p>
        </p:txBody>
      </p:sp>
      <p:sp>
        <p:nvSpPr>
          <p:cNvPr id="74" name="사각형: 둥근 모서리 54">
            <a:extLst>
              <a:ext uri="{FF2B5EF4-FFF2-40B4-BE49-F238E27FC236}">
                <a16:creationId xmlns:a16="http://schemas.microsoft.com/office/drawing/2014/main" id="{36F95493-3259-D41A-A31E-1F5A379E128D}"/>
              </a:ext>
            </a:extLst>
          </p:cNvPr>
          <p:cNvSpPr/>
          <p:nvPr/>
        </p:nvSpPr>
        <p:spPr>
          <a:xfrm>
            <a:off x="5337278" y="1347547"/>
            <a:ext cx="1078312" cy="581227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Connector B</a:t>
            </a:r>
          </a:p>
          <a:p>
            <a:pPr algn="ctr"/>
            <a:r>
              <a:rPr lang="en-US" altLang="ko-KR" sz="1000"/>
              <a:t>Task 2</a:t>
            </a:r>
          </a:p>
          <a:p>
            <a:pPr algn="ctr"/>
            <a:r>
              <a:rPr lang="en-US" altLang="ko-KR" sz="1000" dirty="0"/>
              <a:t>(Partition 5,6,7)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511870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168CB-79F1-8929-E7A6-066BC171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DE061-51E7-D710-2046-A6FA37FAA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E6F39F-F500-6FE3-146C-A03D3A977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9034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4C25E-F3FC-43D8-208B-05B7CF616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6D8D4CEC-D7F5-BAFB-2F52-C97EAA3A0006}"/>
              </a:ext>
            </a:extLst>
          </p:cNvPr>
          <p:cNvSpPr/>
          <p:nvPr/>
        </p:nvSpPr>
        <p:spPr>
          <a:xfrm>
            <a:off x="2267744" y="411510"/>
            <a:ext cx="4248472" cy="3946977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DA9D027C-0D9D-3225-8FDF-20B9841F755A}"/>
              </a:ext>
            </a:extLst>
          </p:cNvPr>
          <p:cNvSpPr/>
          <p:nvPr/>
        </p:nvSpPr>
        <p:spPr>
          <a:xfrm>
            <a:off x="2411760" y="545320"/>
            <a:ext cx="1224136" cy="3466591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 dirty="0"/>
              <a:t>Leader</a:t>
            </a:r>
          </a:p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3" name="사각형: 둥근 모서리 57">
            <a:extLst>
              <a:ext uri="{FF2B5EF4-FFF2-40B4-BE49-F238E27FC236}">
                <a16:creationId xmlns:a16="http://schemas.microsoft.com/office/drawing/2014/main" id="{FE1DED0F-957C-84BE-9A70-9DFB6ADBE6F1}"/>
              </a:ext>
            </a:extLst>
          </p:cNvPr>
          <p:cNvSpPr/>
          <p:nvPr/>
        </p:nvSpPr>
        <p:spPr>
          <a:xfrm>
            <a:off x="3779912" y="534927"/>
            <a:ext cx="1224136" cy="3476984"/>
          </a:xfrm>
          <a:prstGeom prst="roundRect">
            <a:avLst>
              <a:gd name="adj" fmla="val 56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7" name="사각형: 둥근 모서리 66">
            <a:extLst>
              <a:ext uri="{FF2B5EF4-FFF2-40B4-BE49-F238E27FC236}">
                <a16:creationId xmlns:a16="http://schemas.microsoft.com/office/drawing/2014/main" id="{4368535C-BAD4-8DAB-5018-B838D6B5BB40}"/>
              </a:ext>
            </a:extLst>
          </p:cNvPr>
          <p:cNvSpPr/>
          <p:nvPr/>
        </p:nvSpPr>
        <p:spPr>
          <a:xfrm>
            <a:off x="5148064" y="534927"/>
            <a:ext cx="1224136" cy="3476984"/>
          </a:xfrm>
          <a:prstGeom prst="roundRect">
            <a:avLst>
              <a:gd name="adj" fmla="val 52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700FB711-FA2E-BFEB-601F-891E2531167C}"/>
              </a:ext>
            </a:extLst>
          </p:cNvPr>
          <p:cNvSpPr/>
          <p:nvPr/>
        </p:nvSpPr>
        <p:spPr>
          <a:xfrm>
            <a:off x="2484672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D9261607-4826-CFB2-4413-17CC049C775A}"/>
              </a:ext>
            </a:extLst>
          </p:cNvPr>
          <p:cNvSpPr/>
          <p:nvPr/>
        </p:nvSpPr>
        <p:spPr>
          <a:xfrm>
            <a:off x="2484672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8624B874-93F1-5C11-ECA6-C1F799870836}"/>
              </a:ext>
            </a:extLst>
          </p:cNvPr>
          <p:cNvSpPr/>
          <p:nvPr/>
        </p:nvSpPr>
        <p:spPr>
          <a:xfrm>
            <a:off x="3852824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EDE7889F-82BD-FBE7-75CC-20E82009160E}"/>
              </a:ext>
            </a:extLst>
          </p:cNvPr>
          <p:cNvSpPr/>
          <p:nvPr/>
        </p:nvSpPr>
        <p:spPr>
          <a:xfrm>
            <a:off x="5220976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3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1F52D32B-861F-DF48-5B89-20ECA15E6821}"/>
              </a:ext>
            </a:extLst>
          </p:cNvPr>
          <p:cNvSpPr/>
          <p:nvPr/>
        </p:nvSpPr>
        <p:spPr>
          <a:xfrm>
            <a:off x="2484672" y="2077967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3A0553E4-1D51-8E9F-3289-3A45316B907D}"/>
              </a:ext>
            </a:extLst>
          </p:cNvPr>
          <p:cNvSpPr/>
          <p:nvPr/>
        </p:nvSpPr>
        <p:spPr>
          <a:xfrm>
            <a:off x="3852824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2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F74EF9BF-0B72-DA4D-D5FC-C7EB8713F842}"/>
              </a:ext>
            </a:extLst>
          </p:cNvPr>
          <p:cNvSpPr/>
          <p:nvPr/>
        </p:nvSpPr>
        <p:spPr>
          <a:xfrm>
            <a:off x="5220976" y="1348583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CA45A3F-A937-D64B-B48A-5AA996A755EA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391980" y="102879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D068F7E-DA70-138F-CDB3-E455406D58DD}"/>
              </a:ext>
            </a:extLst>
          </p:cNvPr>
          <p:cNvSpPr txBox="1"/>
          <p:nvPr/>
        </p:nvSpPr>
        <p:spPr>
          <a:xfrm>
            <a:off x="4391980" y="12196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EF1EA193-1AA7-1170-6E08-E0D5AFE9272D}"/>
              </a:ext>
            </a:extLst>
          </p:cNvPr>
          <p:cNvSpPr/>
          <p:nvPr/>
        </p:nvSpPr>
        <p:spPr>
          <a:xfrm>
            <a:off x="2267744" y="4414827"/>
            <a:ext cx="3816415" cy="52791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</a:t>
            </a:r>
          </a:p>
          <a:p>
            <a:r>
              <a:rPr lang="en-US" altLang="ko-KR" sz="1000" b="1" dirty="0"/>
              <a:t>Connector Instance, Task </a:t>
            </a:r>
            <a:r>
              <a:rPr lang="en-US" altLang="ko-KR" sz="1000" dirty="0"/>
              <a:t>: Thread</a:t>
            </a:r>
          </a:p>
          <a:p>
            <a:r>
              <a:rPr lang="en-US" altLang="ko-KR" sz="1000" b="1" dirty="0"/>
              <a:t>Converter, Transforms </a:t>
            </a:r>
            <a:r>
              <a:rPr lang="en-US" altLang="ko-KR" sz="1000" dirty="0"/>
              <a:t>: Class Instance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CF24E14D-6A9A-417F-8B76-10A471A63F25}"/>
              </a:ext>
            </a:extLst>
          </p:cNvPr>
          <p:cNvSpPr/>
          <p:nvPr/>
        </p:nvSpPr>
        <p:spPr>
          <a:xfrm>
            <a:off x="2484672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CD90896C-3C63-8CD5-08EA-F4059970DDE5}"/>
              </a:ext>
            </a:extLst>
          </p:cNvPr>
          <p:cNvSpPr/>
          <p:nvPr/>
        </p:nvSpPr>
        <p:spPr>
          <a:xfrm>
            <a:off x="2484672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27" name="사각형: 둥근 모서리 54">
            <a:extLst>
              <a:ext uri="{FF2B5EF4-FFF2-40B4-BE49-F238E27FC236}">
                <a16:creationId xmlns:a16="http://schemas.microsoft.com/office/drawing/2014/main" id="{445FB0C0-7036-B26F-79C8-43B8F8D5F2EA}"/>
              </a:ext>
            </a:extLst>
          </p:cNvPr>
          <p:cNvSpPr/>
          <p:nvPr/>
        </p:nvSpPr>
        <p:spPr>
          <a:xfrm>
            <a:off x="3852824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8" name="사각형: 둥근 모서리 54">
            <a:extLst>
              <a:ext uri="{FF2B5EF4-FFF2-40B4-BE49-F238E27FC236}">
                <a16:creationId xmlns:a16="http://schemas.microsoft.com/office/drawing/2014/main" id="{A0C3DD2F-E7FC-E0F9-E727-2508C3ACD812}"/>
              </a:ext>
            </a:extLst>
          </p:cNvPr>
          <p:cNvSpPr/>
          <p:nvPr/>
        </p:nvSpPr>
        <p:spPr>
          <a:xfrm>
            <a:off x="3852824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29" name="사각형: 둥근 모서리 54">
            <a:extLst>
              <a:ext uri="{FF2B5EF4-FFF2-40B4-BE49-F238E27FC236}">
                <a16:creationId xmlns:a16="http://schemas.microsoft.com/office/drawing/2014/main" id="{286086A0-BCB3-A893-7E6A-10176E27E518}"/>
              </a:ext>
            </a:extLst>
          </p:cNvPr>
          <p:cNvSpPr/>
          <p:nvPr/>
        </p:nvSpPr>
        <p:spPr>
          <a:xfrm>
            <a:off x="5220976" y="2814454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30" name="사각형: 둥근 모서리 54">
            <a:extLst>
              <a:ext uri="{FF2B5EF4-FFF2-40B4-BE49-F238E27FC236}">
                <a16:creationId xmlns:a16="http://schemas.microsoft.com/office/drawing/2014/main" id="{2B6A90B5-037F-0914-46D3-382978F5B9A0}"/>
              </a:ext>
            </a:extLst>
          </p:cNvPr>
          <p:cNvSpPr/>
          <p:nvPr/>
        </p:nvSpPr>
        <p:spPr>
          <a:xfrm>
            <a:off x="5220976" y="3242831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AEBAC9AE-F661-8182-CF73-765BFC324604}"/>
              </a:ext>
            </a:extLst>
          </p:cNvPr>
          <p:cNvSpPr/>
          <p:nvPr/>
        </p:nvSpPr>
        <p:spPr>
          <a:xfrm>
            <a:off x="6812000" y="411510"/>
            <a:ext cx="1525554" cy="3541771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859A3C6D-27C2-62A0-FA5A-A2EAF3B11AEF}"/>
              </a:ext>
            </a:extLst>
          </p:cNvPr>
          <p:cNvSpPr/>
          <p:nvPr/>
        </p:nvSpPr>
        <p:spPr>
          <a:xfrm>
            <a:off x="6946456" y="542062"/>
            <a:ext cx="1225944" cy="56001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A</a:t>
            </a:r>
          </a:p>
          <a:p>
            <a:pPr algn="ctr"/>
            <a:r>
              <a:rPr lang="en-US" altLang="ko-KR" sz="1000" dirty="0"/>
              <a:t>(3 Partition)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5FF2D495-ECFB-78C0-AAAF-1FA539FD93EA}"/>
              </a:ext>
            </a:extLst>
          </p:cNvPr>
          <p:cNvSpPr/>
          <p:nvPr/>
        </p:nvSpPr>
        <p:spPr>
          <a:xfrm>
            <a:off x="6946456" y="1190219"/>
            <a:ext cx="1225944" cy="560016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B </a:t>
            </a:r>
          </a:p>
          <a:p>
            <a:pPr algn="ctr"/>
            <a:r>
              <a:rPr lang="en-US" altLang="ko-KR" sz="1000" dirty="0"/>
              <a:t>(6 Partition)</a:t>
            </a:r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AB2CC4DE-5707-EB6A-EE88-8A49DDF5EBC4}"/>
              </a:ext>
            </a:extLst>
          </p:cNvPr>
          <p:cNvSpPr/>
          <p:nvPr/>
        </p:nvSpPr>
        <p:spPr>
          <a:xfrm>
            <a:off x="6961805" y="216143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1" name="사각형: 둥근 모서리 54">
            <a:extLst>
              <a:ext uri="{FF2B5EF4-FFF2-40B4-BE49-F238E27FC236}">
                <a16:creationId xmlns:a16="http://schemas.microsoft.com/office/drawing/2014/main" id="{7A73292F-CBB1-5293-2E81-75C7AA1572A8}"/>
              </a:ext>
            </a:extLst>
          </p:cNvPr>
          <p:cNvSpPr/>
          <p:nvPr/>
        </p:nvSpPr>
        <p:spPr>
          <a:xfrm>
            <a:off x="6961805" y="2680732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3" name="사각형: 둥근 모서리 54">
            <a:extLst>
              <a:ext uri="{FF2B5EF4-FFF2-40B4-BE49-F238E27FC236}">
                <a16:creationId xmlns:a16="http://schemas.microsoft.com/office/drawing/2014/main" id="{A87A52A0-490B-6C12-9986-225F90212592}"/>
              </a:ext>
            </a:extLst>
          </p:cNvPr>
          <p:cNvSpPr/>
          <p:nvPr/>
        </p:nvSpPr>
        <p:spPr>
          <a:xfrm>
            <a:off x="6961805" y="320345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20" name="사각형: 둥근 모서리 54">
            <a:extLst>
              <a:ext uri="{FF2B5EF4-FFF2-40B4-BE49-F238E27FC236}">
                <a16:creationId xmlns:a16="http://schemas.microsoft.com/office/drawing/2014/main" id="{186CFC5F-3D25-BBE8-9898-42D9168CD57E}"/>
              </a:ext>
            </a:extLst>
          </p:cNvPr>
          <p:cNvSpPr/>
          <p:nvPr/>
        </p:nvSpPr>
        <p:spPr>
          <a:xfrm>
            <a:off x="2409952" y="4089442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Config</a:t>
            </a:r>
            <a:r>
              <a:rPr lang="en-US" altLang="ko-KR" sz="1000" dirty="0"/>
              <a:t> </a:t>
            </a:r>
          </a:p>
          <a:p>
            <a:pPr algn="ctr"/>
            <a:r>
              <a:rPr lang="en-US" altLang="ko-KR" sz="1000" dirty="0"/>
              <a:t>Properties File</a:t>
            </a:r>
            <a:endParaRPr lang="en-US" altLang="ko-KR" sz="1000" b="1" dirty="0"/>
          </a:p>
        </p:txBody>
      </p:sp>
    </p:spTree>
    <p:extLst>
      <p:ext uri="{BB962C8B-B14F-4D97-AF65-F5344CB8AC3E}">
        <p14:creationId xmlns:p14="http://schemas.microsoft.com/office/powerpoint/2010/main" val="2450911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38727-2D9E-937E-7B5D-1CBF1F9F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7B202A86-DBFC-FEAF-D1C4-E81D4B8C842D}"/>
              </a:ext>
            </a:extLst>
          </p:cNvPr>
          <p:cNvSpPr/>
          <p:nvPr/>
        </p:nvSpPr>
        <p:spPr>
          <a:xfrm>
            <a:off x="2267743" y="411510"/>
            <a:ext cx="6069801" cy="3946977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Local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18D2DDF7-E5EE-24CD-1FD8-C1EBED1D97BC}"/>
              </a:ext>
            </a:extLst>
          </p:cNvPr>
          <p:cNvSpPr/>
          <p:nvPr/>
        </p:nvSpPr>
        <p:spPr>
          <a:xfrm>
            <a:off x="2411759" y="545320"/>
            <a:ext cx="3960433" cy="3466591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2B5733D9-1A9E-6078-1C16-42AE624E0179}"/>
              </a:ext>
            </a:extLst>
          </p:cNvPr>
          <p:cNvSpPr/>
          <p:nvPr/>
        </p:nvSpPr>
        <p:spPr>
          <a:xfrm>
            <a:off x="2484672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4F56E7E8-DE69-E929-98FA-AF5F0FE429EC}"/>
              </a:ext>
            </a:extLst>
          </p:cNvPr>
          <p:cNvSpPr/>
          <p:nvPr/>
        </p:nvSpPr>
        <p:spPr>
          <a:xfrm>
            <a:off x="2484672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95A871AF-2CBE-2F14-5FF0-5327816B97C8}"/>
              </a:ext>
            </a:extLst>
          </p:cNvPr>
          <p:cNvSpPr/>
          <p:nvPr/>
        </p:nvSpPr>
        <p:spPr>
          <a:xfrm>
            <a:off x="3852824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B9104CD6-9AC9-D7D9-33F1-8CE452914356}"/>
              </a:ext>
            </a:extLst>
          </p:cNvPr>
          <p:cNvSpPr/>
          <p:nvPr/>
        </p:nvSpPr>
        <p:spPr>
          <a:xfrm>
            <a:off x="5220976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3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D9D80C83-F54E-E127-94FD-F6283F84E313}"/>
              </a:ext>
            </a:extLst>
          </p:cNvPr>
          <p:cNvSpPr/>
          <p:nvPr/>
        </p:nvSpPr>
        <p:spPr>
          <a:xfrm>
            <a:off x="2484672" y="2077967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003A3ADE-110C-D5A6-B69A-070482BF0AB2}"/>
              </a:ext>
            </a:extLst>
          </p:cNvPr>
          <p:cNvSpPr/>
          <p:nvPr/>
        </p:nvSpPr>
        <p:spPr>
          <a:xfrm>
            <a:off x="3852824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2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10544BE3-BAE0-985A-001C-2BA773E05300}"/>
              </a:ext>
            </a:extLst>
          </p:cNvPr>
          <p:cNvSpPr/>
          <p:nvPr/>
        </p:nvSpPr>
        <p:spPr>
          <a:xfrm>
            <a:off x="5220976" y="1348583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21E9C18A-F4EC-11EF-0D55-D3AD9FF1551D}"/>
              </a:ext>
            </a:extLst>
          </p:cNvPr>
          <p:cNvSpPr/>
          <p:nvPr/>
        </p:nvSpPr>
        <p:spPr>
          <a:xfrm>
            <a:off x="2267744" y="4414827"/>
            <a:ext cx="3816415" cy="52791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</a:t>
            </a:r>
          </a:p>
          <a:p>
            <a:r>
              <a:rPr lang="en-US" altLang="ko-KR" sz="1000" b="1" dirty="0"/>
              <a:t>Connector Instance, Task </a:t>
            </a:r>
            <a:r>
              <a:rPr lang="en-US" altLang="ko-KR" sz="1000" dirty="0"/>
              <a:t>: Thread</a:t>
            </a:r>
          </a:p>
          <a:p>
            <a:r>
              <a:rPr lang="en-US" altLang="ko-KR" sz="1000" b="1" dirty="0"/>
              <a:t>Converter, Transforms </a:t>
            </a:r>
            <a:r>
              <a:rPr lang="en-US" altLang="ko-KR" sz="1000" dirty="0"/>
              <a:t>: Class Instance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F3FC05CB-CA9F-6A87-F889-1771706BF60B}"/>
              </a:ext>
            </a:extLst>
          </p:cNvPr>
          <p:cNvSpPr/>
          <p:nvPr/>
        </p:nvSpPr>
        <p:spPr>
          <a:xfrm>
            <a:off x="2484672" y="2813483"/>
            <a:ext cx="3814616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DA34E5D9-049C-2C85-8A8F-ADD012D9D731}"/>
              </a:ext>
            </a:extLst>
          </p:cNvPr>
          <p:cNvSpPr/>
          <p:nvPr/>
        </p:nvSpPr>
        <p:spPr>
          <a:xfrm>
            <a:off x="2484672" y="3241860"/>
            <a:ext cx="3814616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86783CF-AA0D-008C-EEFA-EABECC1149A1}"/>
              </a:ext>
            </a:extLst>
          </p:cNvPr>
          <p:cNvCxnSpPr>
            <a:cxnSpLocks/>
          </p:cNvCxnSpPr>
          <p:nvPr/>
        </p:nvCxnSpPr>
        <p:spPr>
          <a:xfrm>
            <a:off x="4391980" y="102879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9BB69F1-4674-644F-FF17-4DF33BF5C80D}"/>
              </a:ext>
            </a:extLst>
          </p:cNvPr>
          <p:cNvSpPr txBox="1"/>
          <p:nvPr/>
        </p:nvSpPr>
        <p:spPr>
          <a:xfrm>
            <a:off x="4391980" y="12196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EACFD2B1-E6C2-5C79-576C-FF49DA02FA19}"/>
              </a:ext>
            </a:extLst>
          </p:cNvPr>
          <p:cNvSpPr/>
          <p:nvPr/>
        </p:nvSpPr>
        <p:spPr>
          <a:xfrm>
            <a:off x="6812000" y="411510"/>
            <a:ext cx="1525554" cy="1666457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5" name="사각형: 둥근 모서리 54">
            <a:extLst>
              <a:ext uri="{FF2B5EF4-FFF2-40B4-BE49-F238E27FC236}">
                <a16:creationId xmlns:a16="http://schemas.microsoft.com/office/drawing/2014/main" id="{C9E1EC4E-78C3-2B19-3AE6-AA0745E8FF7E}"/>
              </a:ext>
            </a:extLst>
          </p:cNvPr>
          <p:cNvSpPr/>
          <p:nvPr/>
        </p:nvSpPr>
        <p:spPr>
          <a:xfrm>
            <a:off x="6946456" y="542062"/>
            <a:ext cx="1225944" cy="56001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A</a:t>
            </a:r>
          </a:p>
          <a:p>
            <a:pPr algn="ctr"/>
            <a:r>
              <a:rPr lang="en-US" altLang="ko-KR" sz="1000" dirty="0"/>
              <a:t>(3 Partition)</a:t>
            </a:r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7A9642D3-C17A-B564-D696-E6452A7AC6F0}"/>
              </a:ext>
            </a:extLst>
          </p:cNvPr>
          <p:cNvSpPr/>
          <p:nvPr/>
        </p:nvSpPr>
        <p:spPr>
          <a:xfrm>
            <a:off x="6946456" y="1190219"/>
            <a:ext cx="1225944" cy="560016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B </a:t>
            </a:r>
          </a:p>
          <a:p>
            <a:pPr algn="ctr"/>
            <a:r>
              <a:rPr lang="en-US" altLang="ko-KR" sz="1000" dirty="0"/>
              <a:t>(6 Partition)</a:t>
            </a:r>
          </a:p>
        </p:txBody>
      </p:sp>
      <p:sp>
        <p:nvSpPr>
          <p:cNvPr id="13" name="사각형: 둥근 모서리 54">
            <a:extLst>
              <a:ext uri="{FF2B5EF4-FFF2-40B4-BE49-F238E27FC236}">
                <a16:creationId xmlns:a16="http://schemas.microsoft.com/office/drawing/2014/main" id="{5C0C3A7F-9991-A59B-09DA-C0974B09D6BD}"/>
              </a:ext>
            </a:extLst>
          </p:cNvPr>
          <p:cNvSpPr/>
          <p:nvPr/>
        </p:nvSpPr>
        <p:spPr>
          <a:xfrm>
            <a:off x="6961805" y="2508014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Config</a:t>
            </a:r>
            <a:r>
              <a:rPr lang="en-US" altLang="ko-KR" sz="1000" dirty="0"/>
              <a:t> </a:t>
            </a:r>
          </a:p>
          <a:p>
            <a:pPr algn="ctr"/>
            <a:r>
              <a:rPr lang="en-US" altLang="ko-KR" sz="1000" dirty="0"/>
              <a:t>Properties File</a:t>
            </a:r>
            <a:endParaRPr lang="en-US" altLang="ko-KR" sz="1000" b="1" dirty="0"/>
          </a:p>
        </p:txBody>
      </p:sp>
      <p:sp>
        <p:nvSpPr>
          <p:cNvPr id="20" name="사각형: 둥근 모서리 54">
            <a:extLst>
              <a:ext uri="{FF2B5EF4-FFF2-40B4-BE49-F238E27FC236}">
                <a16:creationId xmlns:a16="http://schemas.microsoft.com/office/drawing/2014/main" id="{F86C6F74-1D23-4B4E-D37F-9F02BEBF5B99}"/>
              </a:ext>
            </a:extLst>
          </p:cNvPr>
          <p:cNvSpPr/>
          <p:nvPr/>
        </p:nvSpPr>
        <p:spPr>
          <a:xfrm>
            <a:off x="6961805" y="302730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Offset </a:t>
            </a:r>
            <a:r>
              <a:rPr lang="en-US" altLang="ko-KR" sz="1000" dirty="0"/>
              <a:t>File</a:t>
            </a:r>
          </a:p>
        </p:txBody>
      </p:sp>
      <p:sp>
        <p:nvSpPr>
          <p:cNvPr id="21" name="사각형: 둥근 모서리 54">
            <a:extLst>
              <a:ext uri="{FF2B5EF4-FFF2-40B4-BE49-F238E27FC236}">
                <a16:creationId xmlns:a16="http://schemas.microsoft.com/office/drawing/2014/main" id="{AE9F5751-CA6E-EA94-0E96-CD5AC39194D3}"/>
              </a:ext>
            </a:extLst>
          </p:cNvPr>
          <p:cNvSpPr/>
          <p:nvPr/>
        </p:nvSpPr>
        <p:spPr>
          <a:xfrm>
            <a:off x="6961805" y="3550034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Status </a:t>
            </a:r>
            <a:r>
              <a:rPr lang="en-US" altLang="ko-KR" sz="1000" dirty="0"/>
              <a:t>Memory</a:t>
            </a:r>
          </a:p>
        </p:txBody>
      </p:sp>
    </p:spTree>
    <p:extLst>
      <p:ext uri="{BB962C8B-B14F-4D97-AF65-F5344CB8AC3E}">
        <p14:creationId xmlns:p14="http://schemas.microsoft.com/office/powerpoint/2010/main" val="2998019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B483B-9D58-0A62-0F9F-7AB75F881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A7941312-FDAC-FBCB-AC1B-724BEFB7D1BF}"/>
              </a:ext>
            </a:extLst>
          </p:cNvPr>
          <p:cNvSpPr/>
          <p:nvPr/>
        </p:nvSpPr>
        <p:spPr>
          <a:xfrm>
            <a:off x="2267744" y="411510"/>
            <a:ext cx="4248472" cy="3946977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F8386742-E5D6-70F8-4B17-980894330E78}"/>
              </a:ext>
            </a:extLst>
          </p:cNvPr>
          <p:cNvSpPr/>
          <p:nvPr/>
        </p:nvSpPr>
        <p:spPr>
          <a:xfrm>
            <a:off x="2411760" y="545320"/>
            <a:ext cx="1224136" cy="3466591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 dirty="0"/>
              <a:t>Leader</a:t>
            </a:r>
          </a:p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3" name="사각형: 둥근 모서리 57">
            <a:extLst>
              <a:ext uri="{FF2B5EF4-FFF2-40B4-BE49-F238E27FC236}">
                <a16:creationId xmlns:a16="http://schemas.microsoft.com/office/drawing/2014/main" id="{7E6932BC-5C06-1F90-E627-1D07A243E50B}"/>
              </a:ext>
            </a:extLst>
          </p:cNvPr>
          <p:cNvSpPr/>
          <p:nvPr/>
        </p:nvSpPr>
        <p:spPr>
          <a:xfrm>
            <a:off x="3779912" y="534927"/>
            <a:ext cx="1224136" cy="3476984"/>
          </a:xfrm>
          <a:prstGeom prst="roundRect">
            <a:avLst>
              <a:gd name="adj" fmla="val 56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7" name="사각형: 둥근 모서리 66">
            <a:extLst>
              <a:ext uri="{FF2B5EF4-FFF2-40B4-BE49-F238E27FC236}">
                <a16:creationId xmlns:a16="http://schemas.microsoft.com/office/drawing/2014/main" id="{C58CB8AE-0F6F-E51D-A10F-0A3F9D853752}"/>
              </a:ext>
            </a:extLst>
          </p:cNvPr>
          <p:cNvSpPr/>
          <p:nvPr/>
        </p:nvSpPr>
        <p:spPr>
          <a:xfrm>
            <a:off x="5148064" y="534927"/>
            <a:ext cx="1224136" cy="3476984"/>
          </a:xfrm>
          <a:prstGeom prst="roundRect">
            <a:avLst>
              <a:gd name="adj" fmla="val 52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E6D263BA-FA51-9A28-57AA-C7174BEEC256}"/>
              </a:ext>
            </a:extLst>
          </p:cNvPr>
          <p:cNvSpPr/>
          <p:nvPr/>
        </p:nvSpPr>
        <p:spPr>
          <a:xfrm>
            <a:off x="2484672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80888CB1-6BDF-0E66-0DC5-4E98597F9880}"/>
              </a:ext>
            </a:extLst>
          </p:cNvPr>
          <p:cNvSpPr/>
          <p:nvPr/>
        </p:nvSpPr>
        <p:spPr>
          <a:xfrm>
            <a:off x="2484672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000640E5-C558-0EFA-EA37-5BFBA2C373CF}"/>
              </a:ext>
            </a:extLst>
          </p:cNvPr>
          <p:cNvSpPr/>
          <p:nvPr/>
        </p:nvSpPr>
        <p:spPr>
          <a:xfrm>
            <a:off x="3852824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83FF3DB3-7A73-8ACF-3EA9-397AB930734E}"/>
              </a:ext>
            </a:extLst>
          </p:cNvPr>
          <p:cNvSpPr/>
          <p:nvPr/>
        </p:nvSpPr>
        <p:spPr>
          <a:xfrm>
            <a:off x="5220976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3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0C4BC641-BFCD-E12D-135C-F576E4E7B6D3}"/>
              </a:ext>
            </a:extLst>
          </p:cNvPr>
          <p:cNvSpPr/>
          <p:nvPr/>
        </p:nvSpPr>
        <p:spPr>
          <a:xfrm>
            <a:off x="2484672" y="2077967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DB5E0523-61F2-8652-C75A-7E4F9305994B}"/>
              </a:ext>
            </a:extLst>
          </p:cNvPr>
          <p:cNvSpPr/>
          <p:nvPr/>
        </p:nvSpPr>
        <p:spPr>
          <a:xfrm>
            <a:off x="3852824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2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5F0B34E9-DD2E-4CA9-03F2-CD7A0243B122}"/>
              </a:ext>
            </a:extLst>
          </p:cNvPr>
          <p:cNvSpPr/>
          <p:nvPr/>
        </p:nvSpPr>
        <p:spPr>
          <a:xfrm>
            <a:off x="5220976" y="1348583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5A9A499-BE4C-61A5-42E8-B09202FB8289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391980" y="102879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AEE95A-5F68-037F-97C1-A1CEAA9CA63D}"/>
              </a:ext>
            </a:extLst>
          </p:cNvPr>
          <p:cNvSpPr txBox="1"/>
          <p:nvPr/>
        </p:nvSpPr>
        <p:spPr>
          <a:xfrm>
            <a:off x="4391980" y="12196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3BEC72E4-08E6-8711-53A6-4BF742A80D5F}"/>
              </a:ext>
            </a:extLst>
          </p:cNvPr>
          <p:cNvSpPr/>
          <p:nvPr/>
        </p:nvSpPr>
        <p:spPr>
          <a:xfrm>
            <a:off x="2267744" y="4414827"/>
            <a:ext cx="3816415" cy="52791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</a:t>
            </a:r>
          </a:p>
          <a:p>
            <a:r>
              <a:rPr lang="en-US" altLang="ko-KR" sz="1000" b="1" dirty="0"/>
              <a:t>Connector Instance, Task </a:t>
            </a:r>
            <a:r>
              <a:rPr lang="en-US" altLang="ko-KR" sz="1000" dirty="0"/>
              <a:t>: Thread</a:t>
            </a:r>
          </a:p>
          <a:p>
            <a:r>
              <a:rPr lang="en-US" altLang="ko-KR" sz="1000" b="1" dirty="0"/>
              <a:t>Converter, Transforms </a:t>
            </a:r>
            <a:r>
              <a:rPr lang="en-US" altLang="ko-KR" sz="1000" dirty="0"/>
              <a:t>: Class Instance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DD54413A-2CDA-7760-4F2E-D46AEC757FA6}"/>
              </a:ext>
            </a:extLst>
          </p:cNvPr>
          <p:cNvSpPr/>
          <p:nvPr/>
        </p:nvSpPr>
        <p:spPr>
          <a:xfrm>
            <a:off x="2484672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82CA652F-B18B-AC0C-8E1E-CD3CB599100F}"/>
              </a:ext>
            </a:extLst>
          </p:cNvPr>
          <p:cNvSpPr/>
          <p:nvPr/>
        </p:nvSpPr>
        <p:spPr>
          <a:xfrm>
            <a:off x="2484672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27" name="사각형: 둥근 모서리 54">
            <a:extLst>
              <a:ext uri="{FF2B5EF4-FFF2-40B4-BE49-F238E27FC236}">
                <a16:creationId xmlns:a16="http://schemas.microsoft.com/office/drawing/2014/main" id="{C10053E4-0A84-787F-B9A6-1E3431190BBA}"/>
              </a:ext>
            </a:extLst>
          </p:cNvPr>
          <p:cNvSpPr/>
          <p:nvPr/>
        </p:nvSpPr>
        <p:spPr>
          <a:xfrm>
            <a:off x="3852824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8" name="사각형: 둥근 모서리 54">
            <a:extLst>
              <a:ext uri="{FF2B5EF4-FFF2-40B4-BE49-F238E27FC236}">
                <a16:creationId xmlns:a16="http://schemas.microsoft.com/office/drawing/2014/main" id="{9FABFC52-A737-EC43-8CD7-9B6ADE4789B9}"/>
              </a:ext>
            </a:extLst>
          </p:cNvPr>
          <p:cNvSpPr/>
          <p:nvPr/>
        </p:nvSpPr>
        <p:spPr>
          <a:xfrm>
            <a:off x="3852824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29" name="사각형: 둥근 모서리 54">
            <a:extLst>
              <a:ext uri="{FF2B5EF4-FFF2-40B4-BE49-F238E27FC236}">
                <a16:creationId xmlns:a16="http://schemas.microsoft.com/office/drawing/2014/main" id="{C8A26B1B-E791-5A16-BD63-C8619FDB0E94}"/>
              </a:ext>
            </a:extLst>
          </p:cNvPr>
          <p:cNvSpPr/>
          <p:nvPr/>
        </p:nvSpPr>
        <p:spPr>
          <a:xfrm>
            <a:off x="5220976" y="2814454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30" name="사각형: 둥근 모서리 54">
            <a:extLst>
              <a:ext uri="{FF2B5EF4-FFF2-40B4-BE49-F238E27FC236}">
                <a16:creationId xmlns:a16="http://schemas.microsoft.com/office/drawing/2014/main" id="{13FF065A-B920-407E-120A-7796B242DFF6}"/>
              </a:ext>
            </a:extLst>
          </p:cNvPr>
          <p:cNvSpPr/>
          <p:nvPr/>
        </p:nvSpPr>
        <p:spPr>
          <a:xfrm>
            <a:off x="5220976" y="3242831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11B70F6D-BF04-2822-AF7A-E3ECC1FD51A4}"/>
              </a:ext>
            </a:extLst>
          </p:cNvPr>
          <p:cNvSpPr/>
          <p:nvPr/>
        </p:nvSpPr>
        <p:spPr>
          <a:xfrm>
            <a:off x="6812000" y="411510"/>
            <a:ext cx="1525554" cy="3541771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3498FC62-D3A2-4200-2077-6F9DA866A2D1}"/>
              </a:ext>
            </a:extLst>
          </p:cNvPr>
          <p:cNvSpPr/>
          <p:nvPr/>
        </p:nvSpPr>
        <p:spPr>
          <a:xfrm>
            <a:off x="6946456" y="542062"/>
            <a:ext cx="1225944" cy="56001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A</a:t>
            </a:r>
          </a:p>
          <a:p>
            <a:pPr algn="ctr"/>
            <a:r>
              <a:rPr lang="en-US" altLang="ko-KR" sz="1000" dirty="0"/>
              <a:t>(3 Partition)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D4FA7DA2-1DA5-32ED-C81E-B84CD6FD0CA0}"/>
              </a:ext>
            </a:extLst>
          </p:cNvPr>
          <p:cNvSpPr/>
          <p:nvPr/>
        </p:nvSpPr>
        <p:spPr>
          <a:xfrm>
            <a:off x="6946456" y="1190219"/>
            <a:ext cx="1225944" cy="560016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B </a:t>
            </a:r>
          </a:p>
          <a:p>
            <a:pPr algn="ctr"/>
            <a:r>
              <a:rPr lang="en-US" altLang="ko-KR" sz="1000" dirty="0"/>
              <a:t>(6 Partition)</a:t>
            </a:r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CEE1E7B7-63DB-8C32-5CE3-D9DE7DB1E9F5}"/>
              </a:ext>
            </a:extLst>
          </p:cNvPr>
          <p:cNvSpPr/>
          <p:nvPr/>
        </p:nvSpPr>
        <p:spPr>
          <a:xfrm>
            <a:off x="6961805" y="216143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1" name="사각형: 둥근 모서리 54">
            <a:extLst>
              <a:ext uri="{FF2B5EF4-FFF2-40B4-BE49-F238E27FC236}">
                <a16:creationId xmlns:a16="http://schemas.microsoft.com/office/drawing/2014/main" id="{E0D383AC-1720-FCB2-D70E-B5DDB76A4006}"/>
              </a:ext>
            </a:extLst>
          </p:cNvPr>
          <p:cNvSpPr/>
          <p:nvPr/>
        </p:nvSpPr>
        <p:spPr>
          <a:xfrm>
            <a:off x="6961805" y="2680732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3" name="사각형: 둥근 모서리 54">
            <a:extLst>
              <a:ext uri="{FF2B5EF4-FFF2-40B4-BE49-F238E27FC236}">
                <a16:creationId xmlns:a16="http://schemas.microsoft.com/office/drawing/2014/main" id="{D2BCF217-610E-272C-6990-86901699C78C}"/>
              </a:ext>
            </a:extLst>
          </p:cNvPr>
          <p:cNvSpPr/>
          <p:nvPr/>
        </p:nvSpPr>
        <p:spPr>
          <a:xfrm>
            <a:off x="6961805" y="320345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20" name="사각형: 둥근 모서리 54">
            <a:extLst>
              <a:ext uri="{FF2B5EF4-FFF2-40B4-BE49-F238E27FC236}">
                <a16:creationId xmlns:a16="http://schemas.microsoft.com/office/drawing/2014/main" id="{983E0BE3-446E-278C-72ED-745EE24EDFB8}"/>
              </a:ext>
            </a:extLst>
          </p:cNvPr>
          <p:cNvSpPr/>
          <p:nvPr/>
        </p:nvSpPr>
        <p:spPr>
          <a:xfrm>
            <a:off x="2409952" y="4089442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Config</a:t>
            </a:r>
            <a:r>
              <a:rPr lang="en-US" altLang="ko-KR" sz="1000" dirty="0"/>
              <a:t> </a:t>
            </a:r>
          </a:p>
          <a:p>
            <a:pPr algn="ctr"/>
            <a:r>
              <a:rPr lang="en-US" altLang="ko-KR" sz="1000" dirty="0"/>
              <a:t>Properties File</a:t>
            </a:r>
            <a:endParaRPr lang="en-US" altLang="ko-KR" sz="1000" b="1" dirty="0"/>
          </a:p>
        </p:txBody>
      </p:sp>
    </p:spTree>
    <p:extLst>
      <p:ext uri="{BB962C8B-B14F-4D97-AF65-F5344CB8AC3E}">
        <p14:creationId xmlns:p14="http://schemas.microsoft.com/office/powerpoint/2010/main" val="2583817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13548-3707-ED68-24C2-380E6B1BC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E71E21F9-F1FE-6334-2398-DB9DE3110F8C}"/>
              </a:ext>
            </a:extLst>
          </p:cNvPr>
          <p:cNvSpPr/>
          <p:nvPr/>
        </p:nvSpPr>
        <p:spPr>
          <a:xfrm>
            <a:off x="2267744" y="411510"/>
            <a:ext cx="4248472" cy="3946977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E1D5072D-2DC3-3046-B0A4-2CA17FE445C6}"/>
              </a:ext>
            </a:extLst>
          </p:cNvPr>
          <p:cNvSpPr/>
          <p:nvPr/>
        </p:nvSpPr>
        <p:spPr>
          <a:xfrm>
            <a:off x="2411760" y="545320"/>
            <a:ext cx="1224136" cy="3466591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 dirty="0"/>
              <a:t>Leader</a:t>
            </a:r>
          </a:p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3" name="사각형: 둥근 모서리 57">
            <a:extLst>
              <a:ext uri="{FF2B5EF4-FFF2-40B4-BE49-F238E27FC236}">
                <a16:creationId xmlns:a16="http://schemas.microsoft.com/office/drawing/2014/main" id="{72517A8E-5011-5CA6-0DF3-2194418FB13D}"/>
              </a:ext>
            </a:extLst>
          </p:cNvPr>
          <p:cNvSpPr/>
          <p:nvPr/>
        </p:nvSpPr>
        <p:spPr>
          <a:xfrm>
            <a:off x="3779912" y="534927"/>
            <a:ext cx="1224136" cy="3476984"/>
          </a:xfrm>
          <a:prstGeom prst="roundRect">
            <a:avLst>
              <a:gd name="adj" fmla="val 56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7" name="사각형: 둥근 모서리 66">
            <a:extLst>
              <a:ext uri="{FF2B5EF4-FFF2-40B4-BE49-F238E27FC236}">
                <a16:creationId xmlns:a16="http://schemas.microsoft.com/office/drawing/2014/main" id="{A7F66862-62DF-75C6-A969-313583F5E6FE}"/>
              </a:ext>
            </a:extLst>
          </p:cNvPr>
          <p:cNvSpPr/>
          <p:nvPr/>
        </p:nvSpPr>
        <p:spPr>
          <a:xfrm>
            <a:off x="5148064" y="534927"/>
            <a:ext cx="1224136" cy="3476984"/>
          </a:xfrm>
          <a:prstGeom prst="roundRect">
            <a:avLst>
              <a:gd name="adj" fmla="val 52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0774FB54-47A3-9336-F37D-CD64D0B6D14E}"/>
              </a:ext>
            </a:extLst>
          </p:cNvPr>
          <p:cNvSpPr/>
          <p:nvPr/>
        </p:nvSpPr>
        <p:spPr>
          <a:xfrm>
            <a:off x="2484672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73C61E17-0A7B-E9BA-0730-32332E35A759}"/>
              </a:ext>
            </a:extLst>
          </p:cNvPr>
          <p:cNvSpPr/>
          <p:nvPr/>
        </p:nvSpPr>
        <p:spPr>
          <a:xfrm>
            <a:off x="2484672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9F3D5AC5-3573-614D-511D-DF1B5F9E5E27}"/>
              </a:ext>
            </a:extLst>
          </p:cNvPr>
          <p:cNvSpPr/>
          <p:nvPr/>
        </p:nvSpPr>
        <p:spPr>
          <a:xfrm>
            <a:off x="3852824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13C34C19-4771-F675-7444-90119BF900CE}"/>
              </a:ext>
            </a:extLst>
          </p:cNvPr>
          <p:cNvSpPr/>
          <p:nvPr/>
        </p:nvSpPr>
        <p:spPr>
          <a:xfrm>
            <a:off x="5220976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3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6E25BD6B-5C71-65A3-541B-F64E64BF792E}"/>
              </a:ext>
            </a:extLst>
          </p:cNvPr>
          <p:cNvSpPr/>
          <p:nvPr/>
        </p:nvSpPr>
        <p:spPr>
          <a:xfrm>
            <a:off x="2484672" y="2077967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7FB62B3A-6F6D-6D49-2CF8-BB3E57ADBB08}"/>
              </a:ext>
            </a:extLst>
          </p:cNvPr>
          <p:cNvSpPr/>
          <p:nvPr/>
        </p:nvSpPr>
        <p:spPr>
          <a:xfrm>
            <a:off x="3852824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2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9C6CAEBD-448C-1AEB-C7D0-D93C4BE7BB27}"/>
              </a:ext>
            </a:extLst>
          </p:cNvPr>
          <p:cNvSpPr/>
          <p:nvPr/>
        </p:nvSpPr>
        <p:spPr>
          <a:xfrm>
            <a:off x="5220976" y="1348583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01F205F-32B4-EFC6-7967-FE551B97971C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391980" y="102879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555C5B4-0EF4-8E2D-53CB-2120C46D931C}"/>
              </a:ext>
            </a:extLst>
          </p:cNvPr>
          <p:cNvSpPr txBox="1"/>
          <p:nvPr/>
        </p:nvSpPr>
        <p:spPr>
          <a:xfrm>
            <a:off x="4391980" y="12196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80EC29F2-0402-B2E2-7269-3540B1825183}"/>
              </a:ext>
            </a:extLst>
          </p:cNvPr>
          <p:cNvSpPr/>
          <p:nvPr/>
        </p:nvSpPr>
        <p:spPr>
          <a:xfrm>
            <a:off x="2267744" y="4414827"/>
            <a:ext cx="3816415" cy="52791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</a:t>
            </a:r>
          </a:p>
          <a:p>
            <a:r>
              <a:rPr lang="en-US" altLang="ko-KR" sz="1000" b="1" dirty="0"/>
              <a:t>Connector Instance, Task </a:t>
            </a:r>
            <a:r>
              <a:rPr lang="en-US" altLang="ko-KR" sz="1000" dirty="0"/>
              <a:t>: Thread</a:t>
            </a:r>
          </a:p>
          <a:p>
            <a:r>
              <a:rPr lang="en-US" altLang="ko-KR" sz="1000" b="1" dirty="0"/>
              <a:t>Converter, Transforms </a:t>
            </a:r>
            <a:r>
              <a:rPr lang="en-US" altLang="ko-KR" sz="1000" dirty="0"/>
              <a:t>: Class Instance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C1ACC516-4EEB-4081-7D83-5FFA2E08190B}"/>
              </a:ext>
            </a:extLst>
          </p:cNvPr>
          <p:cNvSpPr/>
          <p:nvPr/>
        </p:nvSpPr>
        <p:spPr>
          <a:xfrm>
            <a:off x="2484672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E49C0052-C882-FBF1-2318-BDA7A157961D}"/>
              </a:ext>
            </a:extLst>
          </p:cNvPr>
          <p:cNvSpPr/>
          <p:nvPr/>
        </p:nvSpPr>
        <p:spPr>
          <a:xfrm>
            <a:off x="2484672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27" name="사각형: 둥근 모서리 54">
            <a:extLst>
              <a:ext uri="{FF2B5EF4-FFF2-40B4-BE49-F238E27FC236}">
                <a16:creationId xmlns:a16="http://schemas.microsoft.com/office/drawing/2014/main" id="{87E7F82C-E04B-5CA7-0933-90164670902A}"/>
              </a:ext>
            </a:extLst>
          </p:cNvPr>
          <p:cNvSpPr/>
          <p:nvPr/>
        </p:nvSpPr>
        <p:spPr>
          <a:xfrm>
            <a:off x="3852824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8" name="사각형: 둥근 모서리 54">
            <a:extLst>
              <a:ext uri="{FF2B5EF4-FFF2-40B4-BE49-F238E27FC236}">
                <a16:creationId xmlns:a16="http://schemas.microsoft.com/office/drawing/2014/main" id="{5FD8F34D-DCFB-5EC5-5D64-C928F8534D0C}"/>
              </a:ext>
            </a:extLst>
          </p:cNvPr>
          <p:cNvSpPr/>
          <p:nvPr/>
        </p:nvSpPr>
        <p:spPr>
          <a:xfrm>
            <a:off x="3852824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29" name="사각형: 둥근 모서리 54">
            <a:extLst>
              <a:ext uri="{FF2B5EF4-FFF2-40B4-BE49-F238E27FC236}">
                <a16:creationId xmlns:a16="http://schemas.microsoft.com/office/drawing/2014/main" id="{0FC0FFF3-597C-CA3A-9DAB-42C12B76B1C7}"/>
              </a:ext>
            </a:extLst>
          </p:cNvPr>
          <p:cNvSpPr/>
          <p:nvPr/>
        </p:nvSpPr>
        <p:spPr>
          <a:xfrm>
            <a:off x="5220976" y="2814454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30" name="사각형: 둥근 모서리 54">
            <a:extLst>
              <a:ext uri="{FF2B5EF4-FFF2-40B4-BE49-F238E27FC236}">
                <a16:creationId xmlns:a16="http://schemas.microsoft.com/office/drawing/2014/main" id="{93B8B3AC-ADD5-4444-03E6-205A92EAC9A4}"/>
              </a:ext>
            </a:extLst>
          </p:cNvPr>
          <p:cNvSpPr/>
          <p:nvPr/>
        </p:nvSpPr>
        <p:spPr>
          <a:xfrm>
            <a:off x="5220976" y="3242831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9CBE8258-7AAA-1A88-F648-CE9DD0A12FFA}"/>
              </a:ext>
            </a:extLst>
          </p:cNvPr>
          <p:cNvSpPr/>
          <p:nvPr/>
        </p:nvSpPr>
        <p:spPr>
          <a:xfrm>
            <a:off x="6812000" y="411510"/>
            <a:ext cx="1525554" cy="3541771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E9C687AE-13CB-77D7-97B6-AC9A921DAE43}"/>
              </a:ext>
            </a:extLst>
          </p:cNvPr>
          <p:cNvSpPr/>
          <p:nvPr/>
        </p:nvSpPr>
        <p:spPr>
          <a:xfrm>
            <a:off x="6946456" y="542062"/>
            <a:ext cx="1225944" cy="56001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A</a:t>
            </a:r>
          </a:p>
          <a:p>
            <a:pPr algn="ctr"/>
            <a:r>
              <a:rPr lang="en-US" altLang="ko-KR" sz="1000" dirty="0"/>
              <a:t>(3 Partition)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F27E5292-E32E-093B-FE4E-CA2B2A55103B}"/>
              </a:ext>
            </a:extLst>
          </p:cNvPr>
          <p:cNvSpPr/>
          <p:nvPr/>
        </p:nvSpPr>
        <p:spPr>
          <a:xfrm>
            <a:off x="6946456" y="1190219"/>
            <a:ext cx="1225944" cy="560016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B </a:t>
            </a:r>
          </a:p>
          <a:p>
            <a:pPr algn="ctr"/>
            <a:r>
              <a:rPr lang="en-US" altLang="ko-KR" sz="1000" dirty="0"/>
              <a:t>(6 Partition)</a:t>
            </a:r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B0C3BC28-4CC4-719A-6CC6-167020EF5758}"/>
              </a:ext>
            </a:extLst>
          </p:cNvPr>
          <p:cNvSpPr/>
          <p:nvPr/>
        </p:nvSpPr>
        <p:spPr>
          <a:xfrm>
            <a:off x="6961805" y="216143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1" name="사각형: 둥근 모서리 54">
            <a:extLst>
              <a:ext uri="{FF2B5EF4-FFF2-40B4-BE49-F238E27FC236}">
                <a16:creationId xmlns:a16="http://schemas.microsoft.com/office/drawing/2014/main" id="{41359BC1-9D7C-A7CB-8970-2A6B82C2CD43}"/>
              </a:ext>
            </a:extLst>
          </p:cNvPr>
          <p:cNvSpPr/>
          <p:nvPr/>
        </p:nvSpPr>
        <p:spPr>
          <a:xfrm>
            <a:off x="6961805" y="2680732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3" name="사각형: 둥근 모서리 54">
            <a:extLst>
              <a:ext uri="{FF2B5EF4-FFF2-40B4-BE49-F238E27FC236}">
                <a16:creationId xmlns:a16="http://schemas.microsoft.com/office/drawing/2014/main" id="{CEC6BB31-9A99-F4E8-7A0E-BA11425E5F4A}"/>
              </a:ext>
            </a:extLst>
          </p:cNvPr>
          <p:cNvSpPr/>
          <p:nvPr/>
        </p:nvSpPr>
        <p:spPr>
          <a:xfrm>
            <a:off x="6961805" y="320345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2069038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74DD9-DCE6-9EC5-5CD5-8F4ABA5F4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6">
            <a:extLst>
              <a:ext uri="{FF2B5EF4-FFF2-40B4-BE49-F238E27FC236}">
                <a16:creationId xmlns:a16="http://schemas.microsoft.com/office/drawing/2014/main" id="{4291BF42-0ED8-A437-76F0-9AE46E2BD7DC}"/>
              </a:ext>
            </a:extLst>
          </p:cNvPr>
          <p:cNvSpPr/>
          <p:nvPr/>
        </p:nvSpPr>
        <p:spPr>
          <a:xfrm>
            <a:off x="6455183" y="663068"/>
            <a:ext cx="2568418" cy="3780890"/>
          </a:xfrm>
          <a:prstGeom prst="roundRect">
            <a:avLst>
              <a:gd name="adj" fmla="val 3892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B7DF629D-B8A2-FFB1-CB26-7608EFABA38E}"/>
              </a:ext>
            </a:extLst>
          </p:cNvPr>
          <p:cNvSpPr/>
          <p:nvPr/>
        </p:nvSpPr>
        <p:spPr>
          <a:xfrm>
            <a:off x="107504" y="1131120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</a:t>
            </a:r>
            <a:r>
              <a:rPr lang="ko-KR" altLang="en-US" sz="1000">
                <a:solidFill>
                  <a:sysClr val="windowText" lastClr="000000"/>
                </a:solidFill>
              </a:rPr>
              <a:t> </a:t>
            </a:r>
            <a:r>
              <a:rPr lang="en-US" altLang="ko-KR" sz="1000">
                <a:solidFill>
                  <a:sysClr val="windowText" lastClr="000000"/>
                </a:solidFill>
              </a:rPr>
              <a:t>Source</a:t>
            </a:r>
            <a:endParaRPr lang="en-KR" sz="1000">
              <a:solidFill>
                <a:sysClr val="windowText" lastClr="000000"/>
              </a:solidFill>
            </a:endParaRPr>
          </a:p>
        </p:txBody>
      </p:sp>
      <p:sp>
        <p:nvSpPr>
          <p:cNvPr id="12" name="사각형: 둥근 모서리 54">
            <a:extLst>
              <a:ext uri="{FF2B5EF4-FFF2-40B4-BE49-F238E27FC236}">
                <a16:creationId xmlns:a16="http://schemas.microsoft.com/office/drawing/2014/main" id="{3A87F8E8-B594-DFA1-C52C-C69C1B01E319}"/>
              </a:ext>
            </a:extLst>
          </p:cNvPr>
          <p:cNvSpPr/>
          <p:nvPr/>
        </p:nvSpPr>
        <p:spPr>
          <a:xfrm>
            <a:off x="6588749" y="2236660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 Topic</a:t>
            </a:r>
            <a:endParaRPr lang="ko-KR" altLang="en-US" sz="1000" dirty="0"/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4F55ABB6-1895-482D-D70E-E9869578A0D9}"/>
              </a:ext>
            </a:extLst>
          </p:cNvPr>
          <p:cNvSpPr/>
          <p:nvPr/>
        </p:nvSpPr>
        <p:spPr>
          <a:xfrm>
            <a:off x="1559572" y="1105509"/>
            <a:ext cx="4752499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80B865D9-22E3-8BE1-D283-011AA653065A}"/>
              </a:ext>
            </a:extLst>
          </p:cNvPr>
          <p:cNvSpPr/>
          <p:nvPr/>
        </p:nvSpPr>
        <p:spPr>
          <a:xfrm>
            <a:off x="1637333" y="116712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Source</a:t>
            </a:r>
          </a:p>
          <a:p>
            <a:pPr algn="ctr"/>
            <a:r>
              <a:rPr lang="en-US" altLang="ko-KR" sz="1000" b="1"/>
              <a:t>Connector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6CF1EA89-C969-D528-7472-A1CFECA7B78F}"/>
              </a:ext>
            </a:extLst>
          </p:cNvPr>
          <p:cNvSpPr/>
          <p:nvPr/>
        </p:nvSpPr>
        <p:spPr>
          <a:xfrm>
            <a:off x="2925917" y="116712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Transform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839A6617-79C9-B1A8-AA24-33FD0C77CC9D}"/>
              </a:ext>
            </a:extLst>
          </p:cNvPr>
          <p:cNvSpPr/>
          <p:nvPr/>
        </p:nvSpPr>
        <p:spPr>
          <a:xfrm>
            <a:off x="4214501" y="1167124"/>
            <a:ext cx="202559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Converter</a:t>
            </a:r>
          </a:p>
          <a:p>
            <a:pPr algn="ctr"/>
            <a:r>
              <a:rPr lang="en-US" altLang="ko-KR" sz="1000" dirty="0"/>
              <a:t>(Structured Data </a:t>
            </a:r>
            <a:r>
              <a:rPr lang="en-US" altLang="ko-KR" sz="1000" dirty="0">
                <a:sym typeface="Wingdings" pitchFamily="2" charset="2"/>
              </a:rPr>
              <a:t> Byte Array)</a:t>
            </a:r>
            <a:endParaRPr lang="ko-KR" altLang="en-US" sz="1000" dirty="0"/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116FA7D3-6C9E-D806-7A15-D0D8794F26C5}"/>
              </a:ext>
            </a:extLst>
          </p:cNvPr>
          <p:cNvSpPr/>
          <p:nvPr/>
        </p:nvSpPr>
        <p:spPr>
          <a:xfrm>
            <a:off x="1559572" y="3337759"/>
            <a:ext cx="4752513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590CC999-6807-E1B8-53AC-06971D1BD669}"/>
              </a:ext>
            </a:extLst>
          </p:cNvPr>
          <p:cNvSpPr/>
          <p:nvPr/>
        </p:nvSpPr>
        <p:spPr>
          <a:xfrm>
            <a:off x="1637333" y="339937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Sink</a:t>
            </a:r>
          </a:p>
          <a:p>
            <a:pPr algn="ctr"/>
            <a:r>
              <a:rPr lang="en-US" altLang="ko-KR" sz="1000" b="1"/>
              <a:t>Connector</a:t>
            </a:r>
          </a:p>
        </p:txBody>
      </p:sp>
      <p:sp>
        <p:nvSpPr>
          <p:cNvPr id="24" name="사각형: 둥근 모서리 54">
            <a:extLst>
              <a:ext uri="{FF2B5EF4-FFF2-40B4-BE49-F238E27FC236}">
                <a16:creationId xmlns:a16="http://schemas.microsoft.com/office/drawing/2014/main" id="{4DEC16CA-E8F1-08A3-B730-4CF43B6B6EE2}"/>
              </a:ext>
            </a:extLst>
          </p:cNvPr>
          <p:cNvSpPr/>
          <p:nvPr/>
        </p:nvSpPr>
        <p:spPr>
          <a:xfrm>
            <a:off x="2925917" y="3399374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Transform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B09F179A-4B42-F29F-E50C-62C55EE0DE96}"/>
              </a:ext>
            </a:extLst>
          </p:cNvPr>
          <p:cNvSpPr/>
          <p:nvPr/>
        </p:nvSpPr>
        <p:spPr>
          <a:xfrm>
            <a:off x="4214501" y="3399374"/>
            <a:ext cx="202559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Converter</a:t>
            </a:r>
          </a:p>
          <a:p>
            <a:pPr algn="ctr"/>
            <a:r>
              <a:rPr lang="en-US" altLang="ko-KR" sz="1000" dirty="0"/>
              <a:t>(</a:t>
            </a:r>
            <a:r>
              <a:rPr lang="en-US" altLang="ko-KR" sz="1000" dirty="0">
                <a:sym typeface="Wingdings" pitchFamily="2" charset="2"/>
              </a:rPr>
              <a:t>Byte Array  </a:t>
            </a:r>
            <a:r>
              <a:rPr lang="en-US" altLang="ko-KR" sz="1000" dirty="0"/>
              <a:t>Structured Data</a:t>
            </a:r>
            <a:r>
              <a:rPr lang="en-US" altLang="ko-KR" sz="1000" dirty="0">
                <a:sym typeface="Wingdings" pitchFamily="2" charset="2"/>
              </a:rPr>
              <a:t>)</a:t>
            </a:r>
            <a:endParaRPr lang="ko-KR" altLang="en-US" sz="1000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40E77D70-4578-6BC1-C49A-A48F76D6CC42}"/>
              </a:ext>
            </a:extLst>
          </p:cNvPr>
          <p:cNvCxnSpPr>
            <a:cxnSpLocks/>
            <a:stCxn id="12" idx="2"/>
            <a:endCxn id="25" idx="0"/>
          </p:cNvCxnSpPr>
          <p:nvPr/>
        </p:nvCxnSpPr>
        <p:spPr>
          <a:xfrm rot="5400000">
            <a:off x="5812268" y="2083737"/>
            <a:ext cx="730666" cy="1900608"/>
          </a:xfrm>
          <a:prstGeom prst="bentConnector3">
            <a:avLst>
              <a:gd name="adj1" fmla="val 2497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n 28">
            <a:extLst>
              <a:ext uri="{FF2B5EF4-FFF2-40B4-BE49-F238E27FC236}">
                <a16:creationId xmlns:a16="http://schemas.microsoft.com/office/drawing/2014/main" id="{FDE3F8D7-4D2D-B997-43D9-9C1FEEB920C3}"/>
              </a:ext>
            </a:extLst>
          </p:cNvPr>
          <p:cNvSpPr/>
          <p:nvPr/>
        </p:nvSpPr>
        <p:spPr>
          <a:xfrm>
            <a:off x="107504" y="3365863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 Destination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F25E872-BF3C-F8AB-27E2-E7C57A72D7D7}"/>
              </a:ext>
            </a:extLst>
          </p:cNvPr>
          <p:cNvCxnSpPr>
            <a:cxnSpLocks/>
            <a:stCxn id="23" idx="1"/>
            <a:endCxn id="29" idx="4"/>
          </p:cNvCxnSpPr>
          <p:nvPr/>
        </p:nvCxnSpPr>
        <p:spPr>
          <a:xfrm flipH="1">
            <a:off x="1259632" y="3615398"/>
            <a:ext cx="377701" cy="24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A990C7A-57B9-AB21-864E-7B9820CE1B76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1259632" y="1383148"/>
            <a:ext cx="3777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CFE0E2-8BAD-5220-3EE8-35B655042614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2715645" y="1383148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51E1881-1BB6-BB1A-9290-D12FADA91306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4004229" y="1383148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BE7C67B-7EA2-CF99-AB7D-71E6435423F8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4004229" y="3615398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35817BD-66D8-CC1D-E7B6-359F2429CD71}"/>
              </a:ext>
            </a:extLst>
          </p:cNvPr>
          <p:cNvCxnSpPr>
            <a:cxnSpLocks/>
            <a:stCxn id="24" idx="1"/>
            <a:endCxn id="23" idx="3"/>
          </p:cNvCxnSpPr>
          <p:nvPr/>
        </p:nvCxnSpPr>
        <p:spPr>
          <a:xfrm flipH="1">
            <a:off x="2715645" y="3615398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54">
            <a:extLst>
              <a:ext uri="{FF2B5EF4-FFF2-40B4-BE49-F238E27FC236}">
                <a16:creationId xmlns:a16="http://schemas.microsoft.com/office/drawing/2014/main" id="{35163E14-AE03-0E28-CB3B-00161240C4D5}"/>
              </a:ext>
            </a:extLst>
          </p:cNvPr>
          <p:cNvSpPr/>
          <p:nvPr/>
        </p:nvSpPr>
        <p:spPr>
          <a:xfrm>
            <a:off x="3927202" y="2236660"/>
            <a:ext cx="1652910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Kafka Schema Registry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224DCCE-B668-7DC4-44D4-BD603A0E0EDF}"/>
              </a:ext>
            </a:extLst>
          </p:cNvPr>
          <p:cNvCxnSpPr>
            <a:cxnSpLocks/>
          </p:cNvCxnSpPr>
          <p:nvPr/>
        </p:nvCxnSpPr>
        <p:spPr>
          <a:xfrm>
            <a:off x="1889508" y="663068"/>
            <a:ext cx="0" cy="442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476708DC-2071-8B71-7390-0144E528993D}"/>
              </a:ext>
            </a:extLst>
          </p:cNvPr>
          <p:cNvSpPr txBox="1"/>
          <p:nvPr/>
        </p:nvSpPr>
        <p:spPr>
          <a:xfrm>
            <a:off x="1886796" y="719861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F0F0DC8-000D-DCDD-8956-E8B727F27446}"/>
              </a:ext>
            </a:extLst>
          </p:cNvPr>
          <p:cNvCxnSpPr>
            <a:cxnSpLocks/>
          </p:cNvCxnSpPr>
          <p:nvPr/>
        </p:nvCxnSpPr>
        <p:spPr>
          <a:xfrm>
            <a:off x="1857394" y="2899927"/>
            <a:ext cx="0" cy="442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015B285A-728D-743F-8BDC-78D926AC7406}"/>
              </a:ext>
            </a:extLst>
          </p:cNvPr>
          <p:cNvSpPr txBox="1"/>
          <p:nvPr/>
        </p:nvSpPr>
        <p:spPr>
          <a:xfrm>
            <a:off x="1854682" y="295672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7A84FEB0-BBC4-73CA-CA9C-96673BEFA2E8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16200000" flipH="1">
            <a:off x="5858857" y="967612"/>
            <a:ext cx="637488" cy="1900608"/>
          </a:xfrm>
          <a:prstGeom prst="bentConnector3">
            <a:avLst>
              <a:gd name="adj1" fmla="val 7275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사각형: 둥근 모서리 54">
            <a:extLst>
              <a:ext uri="{FF2B5EF4-FFF2-40B4-BE49-F238E27FC236}">
                <a16:creationId xmlns:a16="http://schemas.microsoft.com/office/drawing/2014/main" id="{B741A240-2CDF-35D7-7901-0CC3B130E2E1}"/>
              </a:ext>
            </a:extLst>
          </p:cNvPr>
          <p:cNvSpPr/>
          <p:nvPr/>
        </p:nvSpPr>
        <p:spPr>
          <a:xfrm>
            <a:off x="6590285" y="852807"/>
            <a:ext cx="1126084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78" name="사각형: 둥근 모서리 54">
            <a:extLst>
              <a:ext uri="{FF2B5EF4-FFF2-40B4-BE49-F238E27FC236}">
                <a16:creationId xmlns:a16="http://schemas.microsoft.com/office/drawing/2014/main" id="{D15B5431-DC81-6922-4FB8-D37AB7412E53}"/>
              </a:ext>
            </a:extLst>
          </p:cNvPr>
          <p:cNvSpPr/>
          <p:nvPr/>
        </p:nvSpPr>
        <p:spPr>
          <a:xfrm>
            <a:off x="7788346" y="1359679"/>
            <a:ext cx="112608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79" name="사각형: 둥근 모서리 54">
            <a:extLst>
              <a:ext uri="{FF2B5EF4-FFF2-40B4-BE49-F238E27FC236}">
                <a16:creationId xmlns:a16="http://schemas.microsoft.com/office/drawing/2014/main" id="{024C23E1-0736-3BB1-9DD6-D935225C5EDF}"/>
              </a:ext>
            </a:extLst>
          </p:cNvPr>
          <p:cNvSpPr/>
          <p:nvPr/>
        </p:nvSpPr>
        <p:spPr>
          <a:xfrm>
            <a:off x="7788346" y="852807"/>
            <a:ext cx="112608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88" name="사각형: 둥근 모서리 6">
            <a:extLst>
              <a:ext uri="{FF2B5EF4-FFF2-40B4-BE49-F238E27FC236}">
                <a16:creationId xmlns:a16="http://schemas.microsoft.com/office/drawing/2014/main" id="{E289BC22-652D-5DCA-1B03-F1C0B8C49F83}"/>
              </a:ext>
            </a:extLst>
          </p:cNvPr>
          <p:cNvSpPr/>
          <p:nvPr/>
        </p:nvSpPr>
        <p:spPr>
          <a:xfrm>
            <a:off x="6513490" y="793058"/>
            <a:ext cx="2453992" cy="1091673"/>
          </a:xfrm>
          <a:prstGeom prst="roundRect">
            <a:avLst>
              <a:gd name="adj" fmla="val 9896"/>
            </a:avLst>
          </a:prstGeom>
          <a:noFill/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1000" dirty="0"/>
              <a:t>Connect Topic</a:t>
            </a:r>
            <a:endParaRPr lang="ko-KR" altLang="en-US" sz="1000" dirty="0"/>
          </a:p>
        </p:txBody>
      </p:sp>
      <p:sp>
        <p:nvSpPr>
          <p:cNvPr id="91" name="사각형: 둥근 모서리 54">
            <a:extLst>
              <a:ext uri="{FF2B5EF4-FFF2-40B4-BE49-F238E27FC236}">
                <a16:creationId xmlns:a16="http://schemas.microsoft.com/office/drawing/2014/main" id="{82BD9267-CC62-BB8D-8DE7-CCAD3E9E16E3}"/>
              </a:ext>
            </a:extLst>
          </p:cNvPr>
          <p:cNvSpPr/>
          <p:nvPr/>
        </p:nvSpPr>
        <p:spPr>
          <a:xfrm>
            <a:off x="6588749" y="3084537"/>
            <a:ext cx="1126084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92" name="사각형: 둥근 모서리 54">
            <a:extLst>
              <a:ext uri="{FF2B5EF4-FFF2-40B4-BE49-F238E27FC236}">
                <a16:creationId xmlns:a16="http://schemas.microsoft.com/office/drawing/2014/main" id="{51A4BBD2-7E4A-AEA4-4D17-6B665A028B81}"/>
              </a:ext>
            </a:extLst>
          </p:cNvPr>
          <p:cNvSpPr/>
          <p:nvPr/>
        </p:nvSpPr>
        <p:spPr>
          <a:xfrm>
            <a:off x="7786810" y="3591409"/>
            <a:ext cx="112608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93" name="사각형: 둥근 모서리 54">
            <a:extLst>
              <a:ext uri="{FF2B5EF4-FFF2-40B4-BE49-F238E27FC236}">
                <a16:creationId xmlns:a16="http://schemas.microsoft.com/office/drawing/2014/main" id="{AA825AF5-63B3-537E-6041-906B4A0938A3}"/>
              </a:ext>
            </a:extLst>
          </p:cNvPr>
          <p:cNvSpPr/>
          <p:nvPr/>
        </p:nvSpPr>
        <p:spPr>
          <a:xfrm>
            <a:off x="7786810" y="3084537"/>
            <a:ext cx="112608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94" name="사각형: 둥근 모서리 6">
            <a:extLst>
              <a:ext uri="{FF2B5EF4-FFF2-40B4-BE49-F238E27FC236}">
                <a16:creationId xmlns:a16="http://schemas.microsoft.com/office/drawing/2014/main" id="{ECFB8A18-F42F-3710-804C-F28439E7202A}"/>
              </a:ext>
            </a:extLst>
          </p:cNvPr>
          <p:cNvSpPr/>
          <p:nvPr/>
        </p:nvSpPr>
        <p:spPr>
          <a:xfrm>
            <a:off x="6511954" y="3024788"/>
            <a:ext cx="2453992" cy="1091673"/>
          </a:xfrm>
          <a:prstGeom prst="roundRect">
            <a:avLst>
              <a:gd name="adj" fmla="val 9896"/>
            </a:avLst>
          </a:prstGeom>
          <a:noFill/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altLang="ko-KR" sz="1000" dirty="0"/>
              <a:t>Connect Topic</a:t>
            </a:r>
            <a:endParaRPr lang="ko-KR" altLang="en-US" sz="1000" dirty="0"/>
          </a:p>
        </p:txBody>
      </p:sp>
      <p:cxnSp>
        <p:nvCxnSpPr>
          <p:cNvPr id="95" name="Elbow Connector 94">
            <a:extLst>
              <a:ext uri="{FF2B5EF4-FFF2-40B4-BE49-F238E27FC236}">
                <a16:creationId xmlns:a16="http://schemas.microsoft.com/office/drawing/2014/main" id="{E88C5224-4885-E4DA-ADFA-529F68CCE939}"/>
              </a:ext>
            </a:extLst>
          </p:cNvPr>
          <p:cNvCxnSpPr>
            <a:cxnSpLocks/>
            <a:stCxn id="5" idx="0"/>
            <a:endCxn id="88" idx="0"/>
          </p:cNvCxnSpPr>
          <p:nvPr/>
        </p:nvCxnSpPr>
        <p:spPr>
          <a:xfrm rot="5400000" flipH="1" flipV="1">
            <a:off x="5681929" y="-953048"/>
            <a:ext cx="312451" cy="3804664"/>
          </a:xfrm>
          <a:prstGeom prst="bentConnector3">
            <a:avLst>
              <a:gd name="adj1" fmla="val 173163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E5209FF6-BA12-4382-ABA3-1BCB3FD3B242}"/>
              </a:ext>
            </a:extLst>
          </p:cNvPr>
          <p:cNvCxnSpPr>
            <a:cxnSpLocks/>
            <a:stCxn id="22" idx="2"/>
            <a:endCxn id="94" idx="2"/>
          </p:cNvCxnSpPr>
          <p:nvPr/>
        </p:nvCxnSpPr>
        <p:spPr>
          <a:xfrm rot="5400000" flipH="1" flipV="1">
            <a:off x="5835892" y="2216397"/>
            <a:ext cx="2993" cy="3803121"/>
          </a:xfrm>
          <a:prstGeom prst="bentConnector3">
            <a:avLst>
              <a:gd name="adj1" fmla="val -7637822"/>
            </a:avLst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5180BEEB-9E3A-E393-7DEB-D7C0C2BDDEB5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4753657" y="1606572"/>
            <a:ext cx="0" cy="6300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FA9C2B6C-37C5-7482-644C-1FB22897512A}"/>
              </a:ext>
            </a:extLst>
          </p:cNvPr>
          <p:cNvCxnSpPr>
            <a:cxnSpLocks/>
          </p:cNvCxnSpPr>
          <p:nvPr/>
        </p:nvCxnSpPr>
        <p:spPr>
          <a:xfrm flipV="1">
            <a:off x="4753657" y="2668708"/>
            <a:ext cx="0" cy="7306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936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2B2DF-E09F-F2F2-93CB-3612C753E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354076F4-1F26-EC57-5302-577462EC1CB5}"/>
              </a:ext>
            </a:extLst>
          </p:cNvPr>
          <p:cNvSpPr/>
          <p:nvPr/>
        </p:nvSpPr>
        <p:spPr>
          <a:xfrm>
            <a:off x="2267744" y="411510"/>
            <a:ext cx="4248472" cy="3946977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19905DAD-8E27-5804-91D5-93881C893367}"/>
              </a:ext>
            </a:extLst>
          </p:cNvPr>
          <p:cNvSpPr/>
          <p:nvPr/>
        </p:nvSpPr>
        <p:spPr>
          <a:xfrm>
            <a:off x="2411759" y="545320"/>
            <a:ext cx="3960433" cy="3466591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E51234A3-B78A-6DF6-5B4E-DEA944DCC7F7}"/>
              </a:ext>
            </a:extLst>
          </p:cNvPr>
          <p:cNvSpPr/>
          <p:nvPr/>
        </p:nvSpPr>
        <p:spPr>
          <a:xfrm>
            <a:off x="2484672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29CD5815-D56B-0875-4A4A-64B2B04C266B}"/>
              </a:ext>
            </a:extLst>
          </p:cNvPr>
          <p:cNvSpPr/>
          <p:nvPr/>
        </p:nvSpPr>
        <p:spPr>
          <a:xfrm>
            <a:off x="2484672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9F8CFADF-B44A-0CD4-AED6-42013E93DF86}"/>
              </a:ext>
            </a:extLst>
          </p:cNvPr>
          <p:cNvSpPr/>
          <p:nvPr/>
        </p:nvSpPr>
        <p:spPr>
          <a:xfrm>
            <a:off x="3852824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D34D650A-BD16-D0D5-458F-D77DFE1E5715}"/>
              </a:ext>
            </a:extLst>
          </p:cNvPr>
          <p:cNvSpPr/>
          <p:nvPr/>
        </p:nvSpPr>
        <p:spPr>
          <a:xfrm>
            <a:off x="5220976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3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B4A4E169-AD34-9E56-DA4A-B5430087DD8E}"/>
              </a:ext>
            </a:extLst>
          </p:cNvPr>
          <p:cNvSpPr/>
          <p:nvPr/>
        </p:nvSpPr>
        <p:spPr>
          <a:xfrm>
            <a:off x="2484672" y="2077967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91BCD574-0B90-563D-4912-044FA619C3A6}"/>
              </a:ext>
            </a:extLst>
          </p:cNvPr>
          <p:cNvSpPr/>
          <p:nvPr/>
        </p:nvSpPr>
        <p:spPr>
          <a:xfrm>
            <a:off x="3852824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2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0838C96E-D8D7-9E6F-8228-69411A04D918}"/>
              </a:ext>
            </a:extLst>
          </p:cNvPr>
          <p:cNvSpPr/>
          <p:nvPr/>
        </p:nvSpPr>
        <p:spPr>
          <a:xfrm>
            <a:off x="5220976" y="1348583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D21F0081-E95C-40B2-1546-FF68A782CE80}"/>
              </a:ext>
            </a:extLst>
          </p:cNvPr>
          <p:cNvSpPr/>
          <p:nvPr/>
        </p:nvSpPr>
        <p:spPr>
          <a:xfrm>
            <a:off x="2267744" y="4414827"/>
            <a:ext cx="3816415" cy="52791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</a:t>
            </a:r>
          </a:p>
          <a:p>
            <a:r>
              <a:rPr lang="en-US" altLang="ko-KR" sz="1000" b="1" dirty="0"/>
              <a:t>Connector Instance, Task </a:t>
            </a:r>
            <a:r>
              <a:rPr lang="en-US" altLang="ko-KR" sz="1000" dirty="0"/>
              <a:t>: Thread</a:t>
            </a:r>
          </a:p>
          <a:p>
            <a:r>
              <a:rPr lang="en-US" altLang="ko-KR" sz="1000" b="1" dirty="0"/>
              <a:t>Converter, Transforms </a:t>
            </a:r>
            <a:r>
              <a:rPr lang="en-US" altLang="ko-KR" sz="1000" dirty="0"/>
              <a:t>: Class Instance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B0B9C55C-31A3-F0C5-ED39-50E6FAD63A82}"/>
              </a:ext>
            </a:extLst>
          </p:cNvPr>
          <p:cNvSpPr/>
          <p:nvPr/>
        </p:nvSpPr>
        <p:spPr>
          <a:xfrm>
            <a:off x="2484672" y="2813483"/>
            <a:ext cx="3814616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A3D23BFC-B49F-2E79-82D9-ACF321F3FDC7}"/>
              </a:ext>
            </a:extLst>
          </p:cNvPr>
          <p:cNvSpPr/>
          <p:nvPr/>
        </p:nvSpPr>
        <p:spPr>
          <a:xfrm>
            <a:off x="2484672" y="3241860"/>
            <a:ext cx="3814616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3" name="사각형: 둥근 모서리 6">
            <a:extLst>
              <a:ext uri="{FF2B5EF4-FFF2-40B4-BE49-F238E27FC236}">
                <a16:creationId xmlns:a16="http://schemas.microsoft.com/office/drawing/2014/main" id="{72126AAB-0B75-7E3D-E954-112DFDCE0177}"/>
              </a:ext>
            </a:extLst>
          </p:cNvPr>
          <p:cNvSpPr/>
          <p:nvPr/>
        </p:nvSpPr>
        <p:spPr>
          <a:xfrm>
            <a:off x="6812000" y="411510"/>
            <a:ext cx="1525554" cy="3541771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5" name="사각형: 둥근 모서리 54">
            <a:extLst>
              <a:ext uri="{FF2B5EF4-FFF2-40B4-BE49-F238E27FC236}">
                <a16:creationId xmlns:a16="http://schemas.microsoft.com/office/drawing/2014/main" id="{40924D99-D8AB-A666-3105-ABA5589E846F}"/>
              </a:ext>
            </a:extLst>
          </p:cNvPr>
          <p:cNvSpPr/>
          <p:nvPr/>
        </p:nvSpPr>
        <p:spPr>
          <a:xfrm>
            <a:off x="6946456" y="542062"/>
            <a:ext cx="1225944" cy="56001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A</a:t>
            </a:r>
          </a:p>
          <a:p>
            <a:pPr algn="ctr"/>
            <a:r>
              <a:rPr lang="en-US" altLang="ko-KR" sz="1000" dirty="0"/>
              <a:t>(3 Partition)</a:t>
            </a:r>
          </a:p>
        </p:txBody>
      </p:sp>
      <p:sp>
        <p:nvSpPr>
          <p:cNvPr id="7" name="사각형: 둥근 모서리 54">
            <a:extLst>
              <a:ext uri="{FF2B5EF4-FFF2-40B4-BE49-F238E27FC236}">
                <a16:creationId xmlns:a16="http://schemas.microsoft.com/office/drawing/2014/main" id="{FB31DAC2-AA21-D4B7-D09E-AD8E05349B58}"/>
              </a:ext>
            </a:extLst>
          </p:cNvPr>
          <p:cNvSpPr/>
          <p:nvPr/>
        </p:nvSpPr>
        <p:spPr>
          <a:xfrm>
            <a:off x="6946456" y="1190219"/>
            <a:ext cx="1225944" cy="560016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B </a:t>
            </a:r>
          </a:p>
          <a:p>
            <a:pPr algn="ctr"/>
            <a:r>
              <a:rPr lang="en-US" altLang="ko-KR" sz="1000" dirty="0"/>
              <a:t>(6 Partition)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CF2FCFBD-FAF5-9937-BB42-19B2E5CA9415}"/>
              </a:ext>
            </a:extLst>
          </p:cNvPr>
          <p:cNvSpPr/>
          <p:nvPr/>
        </p:nvSpPr>
        <p:spPr>
          <a:xfrm>
            <a:off x="6961805" y="216143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8354532C-9759-C908-C800-7C8222056AA6}"/>
              </a:ext>
            </a:extLst>
          </p:cNvPr>
          <p:cNvSpPr/>
          <p:nvPr/>
        </p:nvSpPr>
        <p:spPr>
          <a:xfrm>
            <a:off x="6961805" y="2680732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1" name="사각형: 둥근 모서리 54">
            <a:extLst>
              <a:ext uri="{FF2B5EF4-FFF2-40B4-BE49-F238E27FC236}">
                <a16:creationId xmlns:a16="http://schemas.microsoft.com/office/drawing/2014/main" id="{72E92D39-ABF4-2002-FA37-014D13440942}"/>
              </a:ext>
            </a:extLst>
          </p:cNvPr>
          <p:cNvSpPr/>
          <p:nvPr/>
        </p:nvSpPr>
        <p:spPr>
          <a:xfrm>
            <a:off x="6961805" y="320345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A1AB6CD-758B-CA94-132A-74202F69D5BC}"/>
              </a:ext>
            </a:extLst>
          </p:cNvPr>
          <p:cNvCxnSpPr>
            <a:cxnSpLocks/>
          </p:cNvCxnSpPr>
          <p:nvPr/>
        </p:nvCxnSpPr>
        <p:spPr>
          <a:xfrm>
            <a:off x="4391980" y="102879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2BC6EFCF-B2E6-AFAF-D0B4-B487F13034AB}"/>
              </a:ext>
            </a:extLst>
          </p:cNvPr>
          <p:cNvSpPr txBox="1"/>
          <p:nvPr/>
        </p:nvSpPr>
        <p:spPr>
          <a:xfrm>
            <a:off x="4391980" y="12196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</p:spTree>
    <p:extLst>
      <p:ext uri="{BB962C8B-B14F-4D97-AF65-F5344CB8AC3E}">
        <p14:creationId xmlns:p14="http://schemas.microsoft.com/office/powerpoint/2010/main" val="2914245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A8E2-23A5-FB61-B809-497DC8C2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95C6FDD8-85AB-F8DC-934F-B34774137E5D}"/>
              </a:ext>
            </a:extLst>
          </p:cNvPr>
          <p:cNvSpPr/>
          <p:nvPr/>
        </p:nvSpPr>
        <p:spPr>
          <a:xfrm>
            <a:off x="2267744" y="411510"/>
            <a:ext cx="4248472" cy="3946977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BA680D7C-B3E9-1168-D458-11E6F0F88A72}"/>
              </a:ext>
            </a:extLst>
          </p:cNvPr>
          <p:cNvSpPr/>
          <p:nvPr/>
        </p:nvSpPr>
        <p:spPr>
          <a:xfrm>
            <a:off x="2411760" y="545320"/>
            <a:ext cx="1224136" cy="3466591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 dirty="0"/>
              <a:t>Leader</a:t>
            </a:r>
          </a:p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3" name="사각형: 둥근 모서리 57">
            <a:extLst>
              <a:ext uri="{FF2B5EF4-FFF2-40B4-BE49-F238E27FC236}">
                <a16:creationId xmlns:a16="http://schemas.microsoft.com/office/drawing/2014/main" id="{252E6D09-9489-EE8C-0517-762677531AFE}"/>
              </a:ext>
            </a:extLst>
          </p:cNvPr>
          <p:cNvSpPr/>
          <p:nvPr/>
        </p:nvSpPr>
        <p:spPr>
          <a:xfrm>
            <a:off x="3779912" y="534927"/>
            <a:ext cx="1224136" cy="3476984"/>
          </a:xfrm>
          <a:prstGeom prst="roundRect">
            <a:avLst>
              <a:gd name="adj" fmla="val 56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7" name="사각형: 둥근 모서리 66">
            <a:extLst>
              <a:ext uri="{FF2B5EF4-FFF2-40B4-BE49-F238E27FC236}">
                <a16:creationId xmlns:a16="http://schemas.microsoft.com/office/drawing/2014/main" id="{BACA48ED-F177-837A-2FF4-B4E518CC0909}"/>
              </a:ext>
            </a:extLst>
          </p:cNvPr>
          <p:cNvSpPr/>
          <p:nvPr/>
        </p:nvSpPr>
        <p:spPr>
          <a:xfrm>
            <a:off x="5148064" y="534927"/>
            <a:ext cx="1224136" cy="3476984"/>
          </a:xfrm>
          <a:prstGeom prst="roundRect">
            <a:avLst>
              <a:gd name="adj" fmla="val 52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9583C3AF-4550-6439-1C02-8D5537859531}"/>
              </a:ext>
            </a:extLst>
          </p:cNvPr>
          <p:cNvSpPr/>
          <p:nvPr/>
        </p:nvSpPr>
        <p:spPr>
          <a:xfrm>
            <a:off x="2484672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283DF6FB-99FB-BE3C-E000-183D4649FE5C}"/>
              </a:ext>
            </a:extLst>
          </p:cNvPr>
          <p:cNvSpPr/>
          <p:nvPr/>
        </p:nvSpPr>
        <p:spPr>
          <a:xfrm>
            <a:off x="2484672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D2438E85-3984-8E3B-CBC0-EFAC4CFA7A46}"/>
              </a:ext>
            </a:extLst>
          </p:cNvPr>
          <p:cNvSpPr/>
          <p:nvPr/>
        </p:nvSpPr>
        <p:spPr>
          <a:xfrm>
            <a:off x="3852824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881110F1-A7D9-4764-8920-A6A448CCE76A}"/>
              </a:ext>
            </a:extLst>
          </p:cNvPr>
          <p:cNvSpPr/>
          <p:nvPr/>
        </p:nvSpPr>
        <p:spPr>
          <a:xfrm>
            <a:off x="5220976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3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A9F52BD5-B9B5-44F1-113B-011A742664B1}"/>
              </a:ext>
            </a:extLst>
          </p:cNvPr>
          <p:cNvSpPr/>
          <p:nvPr/>
        </p:nvSpPr>
        <p:spPr>
          <a:xfrm>
            <a:off x="2484672" y="2077967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550B3806-8122-28D6-AF1E-BAE7E0A4524A}"/>
              </a:ext>
            </a:extLst>
          </p:cNvPr>
          <p:cNvSpPr/>
          <p:nvPr/>
        </p:nvSpPr>
        <p:spPr>
          <a:xfrm>
            <a:off x="3852824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2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87A44078-7091-0958-7E94-5E0B9C8497C3}"/>
              </a:ext>
            </a:extLst>
          </p:cNvPr>
          <p:cNvSpPr/>
          <p:nvPr/>
        </p:nvSpPr>
        <p:spPr>
          <a:xfrm>
            <a:off x="5220976" y="1348583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4019801-5806-9EC0-129C-1D5409D221C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391980" y="102879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291678D-970C-9973-7963-187BF8814080}"/>
              </a:ext>
            </a:extLst>
          </p:cNvPr>
          <p:cNvSpPr txBox="1"/>
          <p:nvPr/>
        </p:nvSpPr>
        <p:spPr>
          <a:xfrm>
            <a:off x="4391980" y="12196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613A8AC8-BB3E-C6FD-AEDB-32B1662CB7F8}"/>
              </a:ext>
            </a:extLst>
          </p:cNvPr>
          <p:cNvSpPr/>
          <p:nvPr/>
        </p:nvSpPr>
        <p:spPr>
          <a:xfrm>
            <a:off x="2267744" y="4414827"/>
            <a:ext cx="3816415" cy="52791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</a:t>
            </a:r>
          </a:p>
          <a:p>
            <a:r>
              <a:rPr lang="en-US" altLang="ko-KR" sz="1000" b="1" dirty="0"/>
              <a:t>Connector Instance, Task </a:t>
            </a:r>
            <a:r>
              <a:rPr lang="en-US" altLang="ko-KR" sz="1000" dirty="0"/>
              <a:t>: Thread</a:t>
            </a:r>
          </a:p>
          <a:p>
            <a:r>
              <a:rPr lang="en-US" altLang="ko-KR" sz="1000" b="1" dirty="0"/>
              <a:t>Converter, Transforms </a:t>
            </a:r>
            <a:r>
              <a:rPr lang="en-US" altLang="ko-KR" sz="1000" dirty="0"/>
              <a:t>: Class Instance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B8104454-5C9C-8083-AA56-57218F1C1CAA}"/>
              </a:ext>
            </a:extLst>
          </p:cNvPr>
          <p:cNvSpPr/>
          <p:nvPr/>
        </p:nvSpPr>
        <p:spPr>
          <a:xfrm>
            <a:off x="2484672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9F5B9949-B505-86E1-C0D3-4AAC19431922}"/>
              </a:ext>
            </a:extLst>
          </p:cNvPr>
          <p:cNvSpPr/>
          <p:nvPr/>
        </p:nvSpPr>
        <p:spPr>
          <a:xfrm>
            <a:off x="2484672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27" name="사각형: 둥근 모서리 54">
            <a:extLst>
              <a:ext uri="{FF2B5EF4-FFF2-40B4-BE49-F238E27FC236}">
                <a16:creationId xmlns:a16="http://schemas.microsoft.com/office/drawing/2014/main" id="{9C543638-B206-302D-65AF-9EDB717943A2}"/>
              </a:ext>
            </a:extLst>
          </p:cNvPr>
          <p:cNvSpPr/>
          <p:nvPr/>
        </p:nvSpPr>
        <p:spPr>
          <a:xfrm>
            <a:off x="3852824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8" name="사각형: 둥근 모서리 54">
            <a:extLst>
              <a:ext uri="{FF2B5EF4-FFF2-40B4-BE49-F238E27FC236}">
                <a16:creationId xmlns:a16="http://schemas.microsoft.com/office/drawing/2014/main" id="{BCFD1332-8B16-BFD7-E650-D46A7A4C1478}"/>
              </a:ext>
            </a:extLst>
          </p:cNvPr>
          <p:cNvSpPr/>
          <p:nvPr/>
        </p:nvSpPr>
        <p:spPr>
          <a:xfrm>
            <a:off x="3852824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29" name="사각형: 둥근 모서리 54">
            <a:extLst>
              <a:ext uri="{FF2B5EF4-FFF2-40B4-BE49-F238E27FC236}">
                <a16:creationId xmlns:a16="http://schemas.microsoft.com/office/drawing/2014/main" id="{63346884-F518-1C5F-3941-3728B041D125}"/>
              </a:ext>
            </a:extLst>
          </p:cNvPr>
          <p:cNvSpPr/>
          <p:nvPr/>
        </p:nvSpPr>
        <p:spPr>
          <a:xfrm>
            <a:off x="5220976" y="2814454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30" name="사각형: 둥근 모서리 54">
            <a:extLst>
              <a:ext uri="{FF2B5EF4-FFF2-40B4-BE49-F238E27FC236}">
                <a16:creationId xmlns:a16="http://schemas.microsoft.com/office/drawing/2014/main" id="{FE01D0CB-A13B-63C2-36C9-A5576FC39E04}"/>
              </a:ext>
            </a:extLst>
          </p:cNvPr>
          <p:cNvSpPr/>
          <p:nvPr/>
        </p:nvSpPr>
        <p:spPr>
          <a:xfrm>
            <a:off x="5220976" y="3242831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494F25FA-03B3-8025-5F62-70CAD25EBBC5}"/>
              </a:ext>
            </a:extLst>
          </p:cNvPr>
          <p:cNvSpPr/>
          <p:nvPr/>
        </p:nvSpPr>
        <p:spPr>
          <a:xfrm>
            <a:off x="6812000" y="411510"/>
            <a:ext cx="1525554" cy="3541771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4BC56EA2-2796-1A6C-BEC5-13B1AD24AB9E}"/>
              </a:ext>
            </a:extLst>
          </p:cNvPr>
          <p:cNvSpPr/>
          <p:nvPr/>
        </p:nvSpPr>
        <p:spPr>
          <a:xfrm>
            <a:off x="6946456" y="542062"/>
            <a:ext cx="1225944" cy="560016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A</a:t>
            </a:r>
          </a:p>
          <a:p>
            <a:pPr algn="ctr"/>
            <a:r>
              <a:rPr lang="en-US" altLang="ko-KR" sz="1000" dirty="0"/>
              <a:t>(3 Partition)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94701CC1-9600-E595-B9A7-735EE8ECD235}"/>
              </a:ext>
            </a:extLst>
          </p:cNvPr>
          <p:cNvSpPr/>
          <p:nvPr/>
        </p:nvSpPr>
        <p:spPr>
          <a:xfrm>
            <a:off x="6946456" y="1190219"/>
            <a:ext cx="1225944" cy="560016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</a:t>
            </a:r>
          </a:p>
          <a:p>
            <a:pPr algn="ctr"/>
            <a:r>
              <a:rPr lang="en-US" altLang="ko-KR" sz="1000" dirty="0"/>
              <a:t>Topic B </a:t>
            </a:r>
          </a:p>
          <a:p>
            <a:pPr algn="ctr"/>
            <a:r>
              <a:rPr lang="en-US" altLang="ko-KR" sz="1000" dirty="0"/>
              <a:t>(6 Partition)</a:t>
            </a:r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8511B189-9E1B-0C30-A9BD-3BD996481823}"/>
              </a:ext>
            </a:extLst>
          </p:cNvPr>
          <p:cNvSpPr/>
          <p:nvPr/>
        </p:nvSpPr>
        <p:spPr>
          <a:xfrm>
            <a:off x="6961805" y="216143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Config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1" name="사각형: 둥근 모서리 54">
            <a:extLst>
              <a:ext uri="{FF2B5EF4-FFF2-40B4-BE49-F238E27FC236}">
                <a16:creationId xmlns:a16="http://schemas.microsoft.com/office/drawing/2014/main" id="{B1B12DFE-2460-44D6-8A17-45F5D3EFF839}"/>
              </a:ext>
            </a:extLst>
          </p:cNvPr>
          <p:cNvSpPr/>
          <p:nvPr/>
        </p:nvSpPr>
        <p:spPr>
          <a:xfrm>
            <a:off x="6961805" y="2680732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Offset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  <p:sp>
        <p:nvSpPr>
          <p:cNvPr id="13" name="사각형: 둥근 모서리 54">
            <a:extLst>
              <a:ext uri="{FF2B5EF4-FFF2-40B4-BE49-F238E27FC236}">
                <a16:creationId xmlns:a16="http://schemas.microsoft.com/office/drawing/2014/main" id="{0504C9DD-7564-FF61-EBCF-A97E2E76ADA0}"/>
              </a:ext>
            </a:extLst>
          </p:cNvPr>
          <p:cNvSpPr/>
          <p:nvPr/>
        </p:nvSpPr>
        <p:spPr>
          <a:xfrm>
            <a:off x="6961805" y="3203458"/>
            <a:ext cx="1225944" cy="44712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Connet </a:t>
            </a:r>
            <a:r>
              <a:rPr lang="en-US" altLang="ko-KR" sz="1000" b="1" dirty="0"/>
              <a:t>Status</a:t>
            </a:r>
          </a:p>
          <a:p>
            <a:pPr algn="ctr"/>
            <a:r>
              <a:rPr lang="en-US" altLang="ko-KR" sz="1000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1822088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8DE6A-C2E4-DE28-85DF-B2F830EE6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6">
            <a:extLst>
              <a:ext uri="{FF2B5EF4-FFF2-40B4-BE49-F238E27FC236}">
                <a16:creationId xmlns:a16="http://schemas.microsoft.com/office/drawing/2014/main" id="{9C080202-EAA1-29CD-4364-D705981335D5}"/>
              </a:ext>
            </a:extLst>
          </p:cNvPr>
          <p:cNvSpPr/>
          <p:nvPr/>
        </p:nvSpPr>
        <p:spPr>
          <a:xfrm>
            <a:off x="6732240" y="2222104"/>
            <a:ext cx="1944195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DCBF48DC-C3BF-6CDF-A1C2-89101849DDAC}"/>
              </a:ext>
            </a:extLst>
          </p:cNvPr>
          <p:cNvSpPr/>
          <p:nvPr/>
        </p:nvSpPr>
        <p:spPr>
          <a:xfrm>
            <a:off x="959692" y="1383618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</a:t>
            </a:r>
            <a:r>
              <a:rPr lang="ko-KR" altLang="en-US" sz="1000">
                <a:solidFill>
                  <a:sysClr val="windowText" lastClr="000000"/>
                </a:solidFill>
              </a:rPr>
              <a:t> </a:t>
            </a:r>
            <a:r>
              <a:rPr lang="en-US" altLang="ko-KR" sz="1000">
                <a:solidFill>
                  <a:sysClr val="windowText" lastClr="000000"/>
                </a:solidFill>
              </a:rPr>
              <a:t>Source</a:t>
            </a:r>
            <a:endParaRPr lang="en-KR" sz="1000">
              <a:solidFill>
                <a:sysClr val="windowText" lastClr="000000"/>
              </a:solidFill>
            </a:endParaRPr>
          </a:p>
        </p:txBody>
      </p:sp>
      <p:sp>
        <p:nvSpPr>
          <p:cNvPr id="12" name="사각형: 둥근 모서리 54">
            <a:extLst>
              <a:ext uri="{FF2B5EF4-FFF2-40B4-BE49-F238E27FC236}">
                <a16:creationId xmlns:a16="http://schemas.microsoft.com/office/drawing/2014/main" id="{55A27D6B-5154-CCC0-7054-B0B39BBEBA33}"/>
              </a:ext>
            </a:extLst>
          </p:cNvPr>
          <p:cNvSpPr/>
          <p:nvPr/>
        </p:nvSpPr>
        <p:spPr>
          <a:xfrm>
            <a:off x="6947361" y="232491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Data Stream Topic</a:t>
            </a:r>
            <a:endParaRPr lang="ko-KR" altLang="en-US" sz="1000" dirty="0"/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5B0868C2-6306-F105-2910-1189064449A4}"/>
              </a:ext>
            </a:extLst>
          </p:cNvPr>
          <p:cNvCxnSpPr>
            <a:cxnSpLocks/>
            <a:stCxn id="10" idx="3"/>
            <a:endCxn id="12" idx="0"/>
          </p:cNvCxnSpPr>
          <p:nvPr/>
        </p:nvCxnSpPr>
        <p:spPr>
          <a:xfrm>
            <a:off x="7092281" y="1635646"/>
            <a:ext cx="394236" cy="68927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59B1A211-0DA4-C071-BDA6-F8896807E660}"/>
              </a:ext>
            </a:extLst>
          </p:cNvPr>
          <p:cNvSpPr/>
          <p:nvPr/>
        </p:nvSpPr>
        <p:spPr>
          <a:xfrm>
            <a:off x="2411760" y="1358007"/>
            <a:ext cx="4752499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r>
              <a:rPr lang="ko-KR" altLang="en-US" sz="1000" dirty="0"/>
              <a:t> </a:t>
            </a:r>
            <a:r>
              <a:rPr lang="en-US" altLang="ko-KR" sz="1000" dirty="0"/>
              <a:t>(Worker)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2149A05C-7679-22CA-AD0E-74FDD1340983}"/>
              </a:ext>
            </a:extLst>
          </p:cNvPr>
          <p:cNvSpPr/>
          <p:nvPr/>
        </p:nvSpPr>
        <p:spPr>
          <a:xfrm>
            <a:off x="2489521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Source</a:t>
            </a:r>
          </a:p>
          <a:p>
            <a:pPr algn="ctr"/>
            <a:r>
              <a:rPr lang="en-US" altLang="ko-KR" sz="1000" b="1"/>
              <a:t>Connector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ED27D715-A39D-6084-E4A0-56528FAD5594}"/>
              </a:ext>
            </a:extLst>
          </p:cNvPr>
          <p:cNvSpPr/>
          <p:nvPr/>
        </p:nvSpPr>
        <p:spPr>
          <a:xfrm>
            <a:off x="3778105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Transform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36D2A617-E038-54E9-3A9C-FD4D718417CF}"/>
              </a:ext>
            </a:extLst>
          </p:cNvPr>
          <p:cNvSpPr/>
          <p:nvPr/>
        </p:nvSpPr>
        <p:spPr>
          <a:xfrm>
            <a:off x="5066689" y="1419622"/>
            <a:ext cx="202559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Converter</a:t>
            </a:r>
          </a:p>
          <a:p>
            <a:pPr algn="ctr"/>
            <a:r>
              <a:rPr lang="en-US" altLang="ko-KR" sz="1000" dirty="0"/>
              <a:t>(Structured Data </a:t>
            </a:r>
            <a:r>
              <a:rPr lang="en-US" altLang="ko-KR" sz="1000" dirty="0">
                <a:sym typeface="Wingdings" pitchFamily="2" charset="2"/>
              </a:rPr>
              <a:t> Byte Array)</a:t>
            </a:r>
            <a:endParaRPr lang="ko-KR" altLang="en-US" sz="1000" dirty="0"/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B9DF7B6A-77DF-58DD-4F6D-188BCA22F719}"/>
              </a:ext>
            </a:extLst>
          </p:cNvPr>
          <p:cNvSpPr/>
          <p:nvPr/>
        </p:nvSpPr>
        <p:spPr>
          <a:xfrm>
            <a:off x="2411760" y="3079420"/>
            <a:ext cx="4752513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 (Worker)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E32191FF-D88A-8E27-8AD4-4C697820DBAA}"/>
              </a:ext>
            </a:extLst>
          </p:cNvPr>
          <p:cNvSpPr/>
          <p:nvPr/>
        </p:nvSpPr>
        <p:spPr>
          <a:xfrm>
            <a:off x="2489521" y="3141035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Sink</a:t>
            </a:r>
          </a:p>
          <a:p>
            <a:pPr algn="ctr"/>
            <a:r>
              <a:rPr lang="en-US" altLang="ko-KR" sz="1000" b="1"/>
              <a:t>Connector</a:t>
            </a:r>
          </a:p>
        </p:txBody>
      </p:sp>
      <p:sp>
        <p:nvSpPr>
          <p:cNvPr id="24" name="사각형: 둥근 모서리 54">
            <a:extLst>
              <a:ext uri="{FF2B5EF4-FFF2-40B4-BE49-F238E27FC236}">
                <a16:creationId xmlns:a16="http://schemas.microsoft.com/office/drawing/2014/main" id="{6AB7CBFD-25EB-58A9-56C5-BDAB1656FD6E}"/>
              </a:ext>
            </a:extLst>
          </p:cNvPr>
          <p:cNvSpPr/>
          <p:nvPr/>
        </p:nvSpPr>
        <p:spPr>
          <a:xfrm>
            <a:off x="3778105" y="3141035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Transform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691B1DF6-6978-9244-C86B-35FEA23CD729}"/>
              </a:ext>
            </a:extLst>
          </p:cNvPr>
          <p:cNvSpPr/>
          <p:nvPr/>
        </p:nvSpPr>
        <p:spPr>
          <a:xfrm>
            <a:off x="5066689" y="3141035"/>
            <a:ext cx="202559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dirty="0"/>
              <a:t>Converter</a:t>
            </a:r>
          </a:p>
          <a:p>
            <a:pPr algn="ctr"/>
            <a:r>
              <a:rPr lang="en-US" altLang="ko-KR" sz="1000" dirty="0"/>
              <a:t>(</a:t>
            </a:r>
            <a:r>
              <a:rPr lang="en-US" altLang="ko-KR" sz="1000" dirty="0">
                <a:sym typeface="Wingdings" pitchFamily="2" charset="2"/>
              </a:rPr>
              <a:t>Byte Array  </a:t>
            </a:r>
            <a:r>
              <a:rPr lang="en-US" altLang="ko-KR" sz="1000" dirty="0"/>
              <a:t>Structured Data</a:t>
            </a:r>
            <a:r>
              <a:rPr lang="en-US" altLang="ko-KR" sz="1000" dirty="0">
                <a:sym typeface="Wingdings" pitchFamily="2" charset="2"/>
              </a:rPr>
              <a:t>)</a:t>
            </a:r>
            <a:endParaRPr lang="ko-KR" altLang="en-US" sz="1000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3701C498-FB8A-F973-58D2-E40A5BAFBD24}"/>
              </a:ext>
            </a:extLst>
          </p:cNvPr>
          <p:cNvCxnSpPr>
            <a:cxnSpLocks/>
            <a:stCxn id="12" idx="2"/>
            <a:endCxn id="25" idx="3"/>
          </p:cNvCxnSpPr>
          <p:nvPr/>
        </p:nvCxnSpPr>
        <p:spPr>
          <a:xfrm rot="5400000">
            <a:off x="6989353" y="2859895"/>
            <a:ext cx="600092" cy="39423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n 28">
            <a:extLst>
              <a:ext uri="{FF2B5EF4-FFF2-40B4-BE49-F238E27FC236}">
                <a16:creationId xmlns:a16="http://schemas.microsoft.com/office/drawing/2014/main" id="{C1E08D0B-4F81-6A90-2F9A-7CB50106FF9A}"/>
              </a:ext>
            </a:extLst>
          </p:cNvPr>
          <p:cNvSpPr/>
          <p:nvPr/>
        </p:nvSpPr>
        <p:spPr>
          <a:xfrm>
            <a:off x="959692" y="3107524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 Destination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D933A3-1D67-F3CF-4FA0-A9B8DB923144}"/>
              </a:ext>
            </a:extLst>
          </p:cNvPr>
          <p:cNvCxnSpPr>
            <a:cxnSpLocks/>
            <a:stCxn id="23" idx="1"/>
            <a:endCxn id="29" idx="4"/>
          </p:cNvCxnSpPr>
          <p:nvPr/>
        </p:nvCxnSpPr>
        <p:spPr>
          <a:xfrm flipH="1">
            <a:off x="2111820" y="3357059"/>
            <a:ext cx="377701" cy="24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82C057D-E065-03AA-5E08-FF5946A94536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111820" y="1635646"/>
            <a:ext cx="3777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F959EA2-C0CD-CE0E-32FE-3EBACECB80BD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3567833" y="1635646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468E1D4-19DE-C9BF-9C95-4F405326EFAC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4856417" y="1635646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084CEDB-28B9-7EFF-DA39-517F18193A97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4856417" y="3357059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55057B7-CCA5-0250-C115-27A44DD61FCB}"/>
              </a:ext>
            </a:extLst>
          </p:cNvPr>
          <p:cNvCxnSpPr>
            <a:cxnSpLocks/>
            <a:stCxn id="24" idx="1"/>
            <a:endCxn id="23" idx="3"/>
          </p:cNvCxnSpPr>
          <p:nvPr/>
        </p:nvCxnSpPr>
        <p:spPr>
          <a:xfrm flipH="1">
            <a:off x="3567833" y="3357059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사각형: 둥근 모서리 54">
            <a:extLst>
              <a:ext uri="{FF2B5EF4-FFF2-40B4-BE49-F238E27FC236}">
                <a16:creationId xmlns:a16="http://schemas.microsoft.com/office/drawing/2014/main" id="{18A8961C-D94A-7AFC-2E4E-B6AEE0647A2F}"/>
              </a:ext>
            </a:extLst>
          </p:cNvPr>
          <p:cNvSpPr/>
          <p:nvPr/>
        </p:nvSpPr>
        <p:spPr>
          <a:xfrm>
            <a:off x="4673089" y="232491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Kafka Topic</a:t>
            </a:r>
            <a:endParaRPr lang="ko-KR" altLang="en-US" sz="1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C830413-4EA5-BB94-F4D4-16C786FC9B07}"/>
              </a:ext>
            </a:extLst>
          </p:cNvPr>
          <p:cNvCxnSpPr>
            <a:cxnSpLocks/>
          </p:cNvCxnSpPr>
          <p:nvPr/>
        </p:nvCxnSpPr>
        <p:spPr>
          <a:xfrm>
            <a:off x="2741696" y="915566"/>
            <a:ext cx="0" cy="442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70AD4BD1-9424-7E07-1648-5AD69A36DEB8}"/>
              </a:ext>
            </a:extLst>
          </p:cNvPr>
          <p:cNvSpPr txBox="1"/>
          <p:nvPr/>
        </p:nvSpPr>
        <p:spPr>
          <a:xfrm>
            <a:off x="2738984" y="972359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D8A2407-6A05-28EA-27F8-573538F43F37}"/>
              </a:ext>
            </a:extLst>
          </p:cNvPr>
          <p:cNvCxnSpPr>
            <a:cxnSpLocks/>
          </p:cNvCxnSpPr>
          <p:nvPr/>
        </p:nvCxnSpPr>
        <p:spPr>
          <a:xfrm>
            <a:off x="2709582" y="2641588"/>
            <a:ext cx="0" cy="442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F40D3B2-5EEE-0AE0-4E86-781395E51A64}"/>
              </a:ext>
            </a:extLst>
          </p:cNvPr>
          <p:cNvSpPr txBox="1"/>
          <p:nvPr/>
        </p:nvSpPr>
        <p:spPr>
          <a:xfrm>
            <a:off x="2706870" y="2698381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</p:spTree>
    <p:extLst>
      <p:ext uri="{BB962C8B-B14F-4D97-AF65-F5344CB8AC3E}">
        <p14:creationId xmlns:p14="http://schemas.microsoft.com/office/powerpoint/2010/main" val="26995484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027E1-A1BE-7556-45F2-650561B74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6">
            <a:extLst>
              <a:ext uri="{FF2B5EF4-FFF2-40B4-BE49-F238E27FC236}">
                <a16:creationId xmlns:a16="http://schemas.microsoft.com/office/drawing/2014/main" id="{F997E992-3864-0067-4B09-48FFBCF32A3E}"/>
              </a:ext>
            </a:extLst>
          </p:cNvPr>
          <p:cNvSpPr/>
          <p:nvPr/>
        </p:nvSpPr>
        <p:spPr>
          <a:xfrm>
            <a:off x="7098616" y="2108895"/>
            <a:ext cx="1508552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14288586-B4B4-12B9-4065-38E838C2C547}"/>
              </a:ext>
            </a:extLst>
          </p:cNvPr>
          <p:cNvSpPr/>
          <p:nvPr/>
        </p:nvSpPr>
        <p:spPr>
          <a:xfrm>
            <a:off x="1043608" y="1383618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</a:t>
            </a:r>
            <a:r>
              <a:rPr lang="ko-KR" altLang="en-US" sz="1000">
                <a:solidFill>
                  <a:sysClr val="windowText" lastClr="000000"/>
                </a:solidFill>
              </a:rPr>
              <a:t> </a:t>
            </a:r>
            <a:r>
              <a:rPr lang="en-US" altLang="ko-KR" sz="1000">
                <a:solidFill>
                  <a:sysClr val="windowText" lastClr="000000"/>
                </a:solidFill>
              </a:rPr>
              <a:t>Source</a:t>
            </a:r>
            <a:endParaRPr lang="en-KR" sz="1000">
              <a:solidFill>
                <a:sysClr val="windowText" lastClr="000000"/>
              </a:solidFill>
            </a:endParaRPr>
          </a:p>
        </p:txBody>
      </p:sp>
      <p:sp>
        <p:nvSpPr>
          <p:cNvPr id="12" name="사각형: 둥근 모서리 54">
            <a:extLst>
              <a:ext uri="{FF2B5EF4-FFF2-40B4-BE49-F238E27FC236}">
                <a16:creationId xmlns:a16="http://schemas.microsoft.com/office/drawing/2014/main" id="{392B7A90-5BC5-E574-097A-8DEDFABF0B2E}"/>
              </a:ext>
            </a:extLst>
          </p:cNvPr>
          <p:cNvSpPr/>
          <p:nvPr/>
        </p:nvSpPr>
        <p:spPr>
          <a:xfrm>
            <a:off x="7313736" y="2211710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Kafka Topic</a:t>
            </a:r>
            <a:endParaRPr lang="ko-KR" altLang="en-US" sz="1000" dirty="0"/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F845E99-1C6C-2B61-63C4-D00B36247A4F}"/>
              </a:ext>
            </a:extLst>
          </p:cNvPr>
          <p:cNvCxnSpPr>
            <a:cxnSpLocks/>
            <a:stCxn id="10" idx="3"/>
            <a:endCxn id="12" idx="0"/>
          </p:cNvCxnSpPr>
          <p:nvPr/>
        </p:nvCxnSpPr>
        <p:spPr>
          <a:xfrm>
            <a:off x="6577048" y="1635646"/>
            <a:ext cx="1275844" cy="5760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E039BA7D-C47B-890B-9680-0D2DAC92CAC3}"/>
              </a:ext>
            </a:extLst>
          </p:cNvPr>
          <p:cNvSpPr/>
          <p:nvPr/>
        </p:nvSpPr>
        <p:spPr>
          <a:xfrm>
            <a:off x="2843808" y="1358007"/>
            <a:ext cx="3816424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r>
              <a:rPr lang="ko-KR" altLang="en-US" sz="1000" dirty="0"/>
              <a:t> </a:t>
            </a:r>
            <a:r>
              <a:rPr lang="en-US" altLang="ko-KR" sz="1000" dirty="0"/>
              <a:t>(Worker)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3F82ECEA-D342-5DF9-0BA7-2B9CF05D0563}"/>
              </a:ext>
            </a:extLst>
          </p:cNvPr>
          <p:cNvSpPr/>
          <p:nvPr/>
        </p:nvSpPr>
        <p:spPr>
          <a:xfrm>
            <a:off x="2921568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Source</a:t>
            </a:r>
          </a:p>
          <a:p>
            <a:pPr algn="ctr"/>
            <a:r>
              <a:rPr lang="en-US" altLang="ko-KR" sz="1000"/>
              <a:t>Connector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4E42614B-FB99-D078-8A35-48862BC2D6C2}"/>
              </a:ext>
            </a:extLst>
          </p:cNvPr>
          <p:cNvSpPr/>
          <p:nvPr/>
        </p:nvSpPr>
        <p:spPr>
          <a:xfrm>
            <a:off x="4210152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940E0DF8-428F-295C-E7ED-9F4DB4180E39}"/>
              </a:ext>
            </a:extLst>
          </p:cNvPr>
          <p:cNvSpPr/>
          <p:nvPr/>
        </p:nvSpPr>
        <p:spPr>
          <a:xfrm>
            <a:off x="5498736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</a:p>
          <a:p>
            <a:pPr algn="ctr"/>
            <a:r>
              <a:rPr lang="en-US" altLang="ko-KR" sz="1000" dirty="0"/>
              <a:t>(Structured Data </a:t>
            </a:r>
            <a:r>
              <a:rPr lang="en-US" altLang="ko-KR" sz="1000" dirty="0">
                <a:sym typeface="Wingdings" pitchFamily="2" charset="2"/>
              </a:rPr>
              <a:t> Byte Array)</a:t>
            </a:r>
            <a:endParaRPr lang="ko-KR" altLang="en-US" sz="1000" dirty="0"/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1AC1C510-3210-FDFD-A22D-DADBDD05B440}"/>
              </a:ext>
            </a:extLst>
          </p:cNvPr>
          <p:cNvSpPr/>
          <p:nvPr/>
        </p:nvSpPr>
        <p:spPr>
          <a:xfrm>
            <a:off x="2843808" y="2787774"/>
            <a:ext cx="3816424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 (Worker)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E77EE259-FC7A-F34B-FD7C-CAEAFDFB7C6F}"/>
              </a:ext>
            </a:extLst>
          </p:cNvPr>
          <p:cNvSpPr/>
          <p:nvPr/>
        </p:nvSpPr>
        <p:spPr>
          <a:xfrm>
            <a:off x="2921568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Sink</a:t>
            </a:r>
          </a:p>
          <a:p>
            <a:pPr algn="ctr"/>
            <a:r>
              <a:rPr lang="en-US" altLang="ko-KR" sz="1000"/>
              <a:t>Connector</a:t>
            </a:r>
          </a:p>
        </p:txBody>
      </p:sp>
      <p:sp>
        <p:nvSpPr>
          <p:cNvPr id="24" name="사각형: 둥근 모서리 54">
            <a:extLst>
              <a:ext uri="{FF2B5EF4-FFF2-40B4-BE49-F238E27FC236}">
                <a16:creationId xmlns:a16="http://schemas.microsoft.com/office/drawing/2014/main" id="{6CD5FB8A-6032-4448-CC16-C7ED3C0F943F}"/>
              </a:ext>
            </a:extLst>
          </p:cNvPr>
          <p:cNvSpPr/>
          <p:nvPr/>
        </p:nvSpPr>
        <p:spPr>
          <a:xfrm>
            <a:off x="4210152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4D557C24-48C4-F531-0747-4CC207E8287B}"/>
              </a:ext>
            </a:extLst>
          </p:cNvPr>
          <p:cNvSpPr/>
          <p:nvPr/>
        </p:nvSpPr>
        <p:spPr>
          <a:xfrm>
            <a:off x="5498736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2005A41-870C-0039-DE57-29E1B9EBEAB1}"/>
              </a:ext>
            </a:extLst>
          </p:cNvPr>
          <p:cNvCxnSpPr>
            <a:cxnSpLocks/>
            <a:stCxn id="12" idx="2"/>
            <a:endCxn id="25" idx="3"/>
          </p:cNvCxnSpPr>
          <p:nvPr/>
        </p:nvCxnSpPr>
        <p:spPr>
          <a:xfrm rot="5400000">
            <a:off x="7004143" y="2216663"/>
            <a:ext cx="421655" cy="12758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n 28">
            <a:extLst>
              <a:ext uri="{FF2B5EF4-FFF2-40B4-BE49-F238E27FC236}">
                <a16:creationId xmlns:a16="http://schemas.microsoft.com/office/drawing/2014/main" id="{2515765C-A89F-9F5A-0EE8-79578713CF78}"/>
              </a:ext>
            </a:extLst>
          </p:cNvPr>
          <p:cNvSpPr/>
          <p:nvPr/>
        </p:nvSpPr>
        <p:spPr>
          <a:xfrm>
            <a:off x="1043608" y="2815878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 Destination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507776F-C983-D837-D2B5-52EFFB8A77C2}"/>
              </a:ext>
            </a:extLst>
          </p:cNvPr>
          <p:cNvCxnSpPr>
            <a:cxnSpLocks/>
            <a:stCxn id="23" idx="1"/>
            <a:endCxn id="29" idx="4"/>
          </p:cNvCxnSpPr>
          <p:nvPr/>
        </p:nvCxnSpPr>
        <p:spPr>
          <a:xfrm flipH="1">
            <a:off x="2195736" y="3065413"/>
            <a:ext cx="725832" cy="24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51C8EB1-1354-8D59-FAD7-58EC704B93D6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195736" y="1635646"/>
            <a:ext cx="7258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234592F-FAD3-5A4F-5CCD-15CF3BA9D77D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3999880" y="1635646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9839C60-5237-FE38-7C68-C03714694084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288464" y="1635646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12AD187-661D-B870-5142-0BBAB8BCB698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5288464" y="3065413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3225569-D109-92FA-D7E4-B8A19B14085B}"/>
              </a:ext>
            </a:extLst>
          </p:cNvPr>
          <p:cNvCxnSpPr>
            <a:cxnSpLocks/>
            <a:stCxn id="24" idx="1"/>
            <a:endCxn id="23" idx="3"/>
          </p:cNvCxnSpPr>
          <p:nvPr/>
        </p:nvCxnSpPr>
        <p:spPr>
          <a:xfrm flipH="1">
            <a:off x="3999880" y="3065413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89F9357-5610-2C03-85D6-7DCE30A13244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752020" y="915566"/>
            <a:ext cx="0" cy="442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8C0C936-1B73-186F-532A-66A197BF3496}"/>
              </a:ext>
            </a:extLst>
          </p:cNvPr>
          <p:cNvSpPr txBox="1"/>
          <p:nvPr/>
        </p:nvSpPr>
        <p:spPr>
          <a:xfrm>
            <a:off x="4749308" y="972359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DBF84BD-46CC-A232-542B-6BDD19145365}"/>
              </a:ext>
            </a:extLst>
          </p:cNvPr>
          <p:cNvCxnSpPr>
            <a:cxnSpLocks/>
          </p:cNvCxnSpPr>
          <p:nvPr/>
        </p:nvCxnSpPr>
        <p:spPr>
          <a:xfrm>
            <a:off x="4719906" y="2346112"/>
            <a:ext cx="0" cy="442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BC7F3FE4-BE1A-631F-CABB-C328E059EF3F}"/>
              </a:ext>
            </a:extLst>
          </p:cNvPr>
          <p:cNvSpPr txBox="1"/>
          <p:nvPr/>
        </p:nvSpPr>
        <p:spPr>
          <a:xfrm>
            <a:off x="4717194" y="2402905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</p:spTree>
    <p:extLst>
      <p:ext uri="{BB962C8B-B14F-4D97-AF65-F5344CB8AC3E}">
        <p14:creationId xmlns:p14="http://schemas.microsoft.com/office/powerpoint/2010/main" val="1582306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155DC-AAD6-762E-B3B9-3E84542B0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26C58969-2C15-91C5-2B2B-CBC3CD34F966}"/>
              </a:ext>
            </a:extLst>
          </p:cNvPr>
          <p:cNvSpPr/>
          <p:nvPr/>
        </p:nvSpPr>
        <p:spPr>
          <a:xfrm>
            <a:off x="2267744" y="411510"/>
            <a:ext cx="4248472" cy="3946977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9A11FE0B-2E4C-8A37-C28D-FB899F31FF5E}"/>
              </a:ext>
            </a:extLst>
          </p:cNvPr>
          <p:cNvSpPr/>
          <p:nvPr/>
        </p:nvSpPr>
        <p:spPr>
          <a:xfrm>
            <a:off x="2411759" y="545320"/>
            <a:ext cx="3960433" cy="3466591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75519C2B-7C46-BE63-B673-C531057C2524}"/>
              </a:ext>
            </a:extLst>
          </p:cNvPr>
          <p:cNvSpPr/>
          <p:nvPr/>
        </p:nvSpPr>
        <p:spPr>
          <a:xfrm>
            <a:off x="2484672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7DB35743-F088-7100-3426-0C8845826663}"/>
              </a:ext>
            </a:extLst>
          </p:cNvPr>
          <p:cNvSpPr/>
          <p:nvPr/>
        </p:nvSpPr>
        <p:spPr>
          <a:xfrm>
            <a:off x="2484672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E028A692-4EF6-065A-06B6-002FE76CF2CD}"/>
              </a:ext>
            </a:extLst>
          </p:cNvPr>
          <p:cNvSpPr/>
          <p:nvPr/>
        </p:nvSpPr>
        <p:spPr>
          <a:xfrm>
            <a:off x="3852824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08816188-6ECA-5CA7-0547-F513EC93F5D6}"/>
              </a:ext>
            </a:extLst>
          </p:cNvPr>
          <p:cNvSpPr/>
          <p:nvPr/>
        </p:nvSpPr>
        <p:spPr>
          <a:xfrm>
            <a:off x="5220976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5,6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3543A398-2905-23AA-8DBD-99AFA401FC6D}"/>
              </a:ext>
            </a:extLst>
          </p:cNvPr>
          <p:cNvSpPr/>
          <p:nvPr/>
        </p:nvSpPr>
        <p:spPr>
          <a:xfrm>
            <a:off x="2484672" y="2077967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19B60079-97E5-3EAD-EE3F-76A200ECDC74}"/>
              </a:ext>
            </a:extLst>
          </p:cNvPr>
          <p:cNvSpPr/>
          <p:nvPr/>
        </p:nvSpPr>
        <p:spPr>
          <a:xfrm>
            <a:off x="3852824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3,4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FF2D342D-A938-5038-0E00-F29A8FD97B64}"/>
              </a:ext>
            </a:extLst>
          </p:cNvPr>
          <p:cNvSpPr/>
          <p:nvPr/>
        </p:nvSpPr>
        <p:spPr>
          <a:xfrm>
            <a:off x="5220976" y="1348583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3AFDEEB-4628-A885-3FE7-28237DC9F3CC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391980" y="102879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43FF27-2E11-742F-8C44-D4F2BAE31AC5}"/>
              </a:ext>
            </a:extLst>
          </p:cNvPr>
          <p:cNvSpPr txBox="1"/>
          <p:nvPr/>
        </p:nvSpPr>
        <p:spPr>
          <a:xfrm>
            <a:off x="4391980" y="12196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3282700C-7455-B766-A2DA-447AE04E3C52}"/>
              </a:ext>
            </a:extLst>
          </p:cNvPr>
          <p:cNvSpPr/>
          <p:nvPr/>
        </p:nvSpPr>
        <p:spPr>
          <a:xfrm>
            <a:off x="2267744" y="4414827"/>
            <a:ext cx="3816415" cy="52791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</a:t>
            </a:r>
          </a:p>
          <a:p>
            <a:r>
              <a:rPr lang="en-US" altLang="ko-KR" sz="1000" b="1" dirty="0"/>
              <a:t>Connector Instance, Task </a:t>
            </a:r>
            <a:r>
              <a:rPr lang="en-US" altLang="ko-KR" sz="1000" dirty="0"/>
              <a:t>: Thread</a:t>
            </a:r>
          </a:p>
          <a:p>
            <a:r>
              <a:rPr lang="en-US" altLang="ko-KR" sz="1000" b="1" dirty="0"/>
              <a:t>Converter, Transforms </a:t>
            </a:r>
            <a:r>
              <a:rPr lang="en-US" altLang="ko-KR" sz="1000" dirty="0"/>
              <a:t>: Class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B41B3CDF-CC6F-FDF3-8E55-75E5DD59336C}"/>
              </a:ext>
            </a:extLst>
          </p:cNvPr>
          <p:cNvSpPr/>
          <p:nvPr/>
        </p:nvSpPr>
        <p:spPr>
          <a:xfrm>
            <a:off x="2484672" y="2813483"/>
            <a:ext cx="3814616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F6A92BD1-500A-B953-A0C1-73060EB87557}"/>
              </a:ext>
            </a:extLst>
          </p:cNvPr>
          <p:cNvSpPr/>
          <p:nvPr/>
        </p:nvSpPr>
        <p:spPr>
          <a:xfrm>
            <a:off x="2484672" y="3241860"/>
            <a:ext cx="3814616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417831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5A6A6-B289-A149-821D-90318FC4A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C4D03961-5E87-BF8D-5DDF-E2F17D9FF1C8}"/>
              </a:ext>
            </a:extLst>
          </p:cNvPr>
          <p:cNvSpPr/>
          <p:nvPr/>
        </p:nvSpPr>
        <p:spPr>
          <a:xfrm>
            <a:off x="2267744" y="411510"/>
            <a:ext cx="4248472" cy="3946977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B5EF0DFB-41FB-B2D0-7F88-7B57AECBB4B2}"/>
              </a:ext>
            </a:extLst>
          </p:cNvPr>
          <p:cNvSpPr/>
          <p:nvPr/>
        </p:nvSpPr>
        <p:spPr>
          <a:xfrm>
            <a:off x="2411760" y="545320"/>
            <a:ext cx="1224136" cy="3466591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 dirty="0"/>
              <a:t>Leader</a:t>
            </a:r>
          </a:p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3" name="사각형: 둥근 모서리 57">
            <a:extLst>
              <a:ext uri="{FF2B5EF4-FFF2-40B4-BE49-F238E27FC236}">
                <a16:creationId xmlns:a16="http://schemas.microsoft.com/office/drawing/2014/main" id="{9BF59FEF-6D32-0822-ACC8-9B750B690575}"/>
              </a:ext>
            </a:extLst>
          </p:cNvPr>
          <p:cNvSpPr/>
          <p:nvPr/>
        </p:nvSpPr>
        <p:spPr>
          <a:xfrm>
            <a:off x="3779912" y="534927"/>
            <a:ext cx="1224136" cy="3476984"/>
          </a:xfrm>
          <a:prstGeom prst="roundRect">
            <a:avLst>
              <a:gd name="adj" fmla="val 56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7" name="사각형: 둥근 모서리 66">
            <a:extLst>
              <a:ext uri="{FF2B5EF4-FFF2-40B4-BE49-F238E27FC236}">
                <a16:creationId xmlns:a16="http://schemas.microsoft.com/office/drawing/2014/main" id="{07F238ED-CDC2-3D1C-BAF2-920977E91B13}"/>
              </a:ext>
            </a:extLst>
          </p:cNvPr>
          <p:cNvSpPr/>
          <p:nvPr/>
        </p:nvSpPr>
        <p:spPr>
          <a:xfrm>
            <a:off x="5148064" y="534927"/>
            <a:ext cx="1224136" cy="3476984"/>
          </a:xfrm>
          <a:prstGeom prst="roundRect">
            <a:avLst>
              <a:gd name="adj" fmla="val 52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BBF1D0F4-16A5-6A88-9FAD-AB05359A946F}"/>
              </a:ext>
            </a:extLst>
          </p:cNvPr>
          <p:cNvSpPr/>
          <p:nvPr/>
        </p:nvSpPr>
        <p:spPr>
          <a:xfrm>
            <a:off x="2484672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6D9FA214-AF27-59F6-A8A3-5349B5B4BA74}"/>
              </a:ext>
            </a:extLst>
          </p:cNvPr>
          <p:cNvSpPr/>
          <p:nvPr/>
        </p:nvSpPr>
        <p:spPr>
          <a:xfrm>
            <a:off x="2484672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773A3303-DC92-DA29-1C5A-BB97699A7553}"/>
              </a:ext>
            </a:extLst>
          </p:cNvPr>
          <p:cNvSpPr/>
          <p:nvPr/>
        </p:nvSpPr>
        <p:spPr>
          <a:xfrm>
            <a:off x="3852824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15DCB7C9-7A37-EC5A-44D7-D6EEB81E1D98}"/>
              </a:ext>
            </a:extLst>
          </p:cNvPr>
          <p:cNvSpPr/>
          <p:nvPr/>
        </p:nvSpPr>
        <p:spPr>
          <a:xfrm>
            <a:off x="5220976" y="606935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5,6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FF69C6CB-7D8E-766E-FB0F-728FC38DE6F6}"/>
              </a:ext>
            </a:extLst>
          </p:cNvPr>
          <p:cNvSpPr/>
          <p:nvPr/>
        </p:nvSpPr>
        <p:spPr>
          <a:xfrm>
            <a:off x="2484672" y="2077967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1D44539E-BADC-E48B-382E-E42376295DAA}"/>
              </a:ext>
            </a:extLst>
          </p:cNvPr>
          <p:cNvSpPr/>
          <p:nvPr/>
        </p:nvSpPr>
        <p:spPr>
          <a:xfrm>
            <a:off x="3852824" y="1342451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3,4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D3F537AD-BF34-C2D1-F120-C3348C13BB27}"/>
              </a:ext>
            </a:extLst>
          </p:cNvPr>
          <p:cNvSpPr/>
          <p:nvPr/>
        </p:nvSpPr>
        <p:spPr>
          <a:xfrm>
            <a:off x="5220976" y="1348583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EC42979-DB6B-D275-5395-90FCD5985512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391980" y="102879"/>
            <a:ext cx="0" cy="308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C3D8112-4F26-707D-1493-BAAF89370CA5}"/>
              </a:ext>
            </a:extLst>
          </p:cNvPr>
          <p:cNvSpPr txBox="1"/>
          <p:nvPr/>
        </p:nvSpPr>
        <p:spPr>
          <a:xfrm>
            <a:off x="4391980" y="121960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9FDD7A01-6D2F-7896-41CB-CF3AD95A7312}"/>
              </a:ext>
            </a:extLst>
          </p:cNvPr>
          <p:cNvSpPr/>
          <p:nvPr/>
        </p:nvSpPr>
        <p:spPr>
          <a:xfrm>
            <a:off x="2267744" y="4414827"/>
            <a:ext cx="3816415" cy="52791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</a:t>
            </a:r>
          </a:p>
          <a:p>
            <a:r>
              <a:rPr lang="en-US" altLang="ko-KR" sz="1000" b="1" dirty="0"/>
              <a:t>Connector Instance, Task </a:t>
            </a:r>
            <a:r>
              <a:rPr lang="en-US" altLang="ko-KR" sz="1000" dirty="0"/>
              <a:t>: Thread</a:t>
            </a:r>
          </a:p>
          <a:p>
            <a:r>
              <a:rPr lang="en-US" altLang="ko-KR" sz="1000" b="1" dirty="0"/>
              <a:t>Converter, Transforms </a:t>
            </a:r>
            <a:r>
              <a:rPr lang="en-US" altLang="ko-KR" sz="1000" dirty="0"/>
              <a:t>: Class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F7A51299-3B3F-BDC0-360F-32950B122522}"/>
              </a:ext>
            </a:extLst>
          </p:cNvPr>
          <p:cNvSpPr/>
          <p:nvPr/>
        </p:nvSpPr>
        <p:spPr>
          <a:xfrm>
            <a:off x="2484672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EE9C7B33-24C3-CC10-FC7E-9F7C2D588003}"/>
              </a:ext>
            </a:extLst>
          </p:cNvPr>
          <p:cNvSpPr/>
          <p:nvPr/>
        </p:nvSpPr>
        <p:spPr>
          <a:xfrm>
            <a:off x="2484672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  <p:sp>
        <p:nvSpPr>
          <p:cNvPr id="27" name="사각형: 둥근 모서리 54">
            <a:extLst>
              <a:ext uri="{FF2B5EF4-FFF2-40B4-BE49-F238E27FC236}">
                <a16:creationId xmlns:a16="http://schemas.microsoft.com/office/drawing/2014/main" id="{E05AFAF3-DC61-04CF-F808-F374B891EE0C}"/>
              </a:ext>
            </a:extLst>
          </p:cNvPr>
          <p:cNvSpPr/>
          <p:nvPr/>
        </p:nvSpPr>
        <p:spPr>
          <a:xfrm>
            <a:off x="3852824" y="2813483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8" name="사각형: 둥근 모서리 54">
            <a:extLst>
              <a:ext uri="{FF2B5EF4-FFF2-40B4-BE49-F238E27FC236}">
                <a16:creationId xmlns:a16="http://schemas.microsoft.com/office/drawing/2014/main" id="{9295135A-54A3-4ADF-EDA8-F9002EB44C53}"/>
              </a:ext>
            </a:extLst>
          </p:cNvPr>
          <p:cNvSpPr/>
          <p:nvPr/>
        </p:nvSpPr>
        <p:spPr>
          <a:xfrm>
            <a:off x="3852824" y="3241860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</a:t>
            </a:r>
            <a:endParaRPr lang="ko-KR" altLang="en-US" sz="1000" dirty="0"/>
          </a:p>
        </p:txBody>
      </p:sp>
      <p:sp>
        <p:nvSpPr>
          <p:cNvPr id="29" name="사각형: 둥근 모서리 54">
            <a:extLst>
              <a:ext uri="{FF2B5EF4-FFF2-40B4-BE49-F238E27FC236}">
                <a16:creationId xmlns:a16="http://schemas.microsoft.com/office/drawing/2014/main" id="{AA195181-6B72-6E8F-5B02-AE14E691115D}"/>
              </a:ext>
            </a:extLst>
          </p:cNvPr>
          <p:cNvSpPr/>
          <p:nvPr/>
        </p:nvSpPr>
        <p:spPr>
          <a:xfrm>
            <a:off x="5220976" y="2814454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30" name="사각형: 둥근 모서리 54">
            <a:extLst>
              <a:ext uri="{FF2B5EF4-FFF2-40B4-BE49-F238E27FC236}">
                <a16:creationId xmlns:a16="http://schemas.microsoft.com/office/drawing/2014/main" id="{76878769-BB09-131C-D865-E693637EF879}"/>
              </a:ext>
            </a:extLst>
          </p:cNvPr>
          <p:cNvSpPr/>
          <p:nvPr/>
        </p:nvSpPr>
        <p:spPr>
          <a:xfrm>
            <a:off x="5220976" y="3242831"/>
            <a:ext cx="1078312" cy="340933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8760493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ABCDA-3315-2CBC-FC97-9F3C790C1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모서리 6">
            <a:extLst>
              <a:ext uri="{FF2B5EF4-FFF2-40B4-BE49-F238E27FC236}">
                <a16:creationId xmlns:a16="http://schemas.microsoft.com/office/drawing/2014/main" id="{CBFA8C94-CE5B-8663-7207-98B9BF51B61B}"/>
              </a:ext>
            </a:extLst>
          </p:cNvPr>
          <p:cNvSpPr/>
          <p:nvPr/>
        </p:nvSpPr>
        <p:spPr>
          <a:xfrm>
            <a:off x="2267744" y="864158"/>
            <a:ext cx="4248472" cy="3147752"/>
          </a:xfrm>
          <a:prstGeom prst="roundRect">
            <a:avLst>
              <a:gd name="adj" fmla="val 2699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" name="사각형: 둥근 모서리 6">
            <a:extLst>
              <a:ext uri="{FF2B5EF4-FFF2-40B4-BE49-F238E27FC236}">
                <a16:creationId xmlns:a16="http://schemas.microsoft.com/office/drawing/2014/main" id="{EB2B9AA4-39E7-891D-596C-47F26D2793C8}"/>
              </a:ext>
            </a:extLst>
          </p:cNvPr>
          <p:cNvSpPr/>
          <p:nvPr/>
        </p:nvSpPr>
        <p:spPr>
          <a:xfrm>
            <a:off x="2411760" y="997968"/>
            <a:ext cx="1224136" cy="2654544"/>
          </a:xfrm>
          <a:prstGeom prst="roundRect">
            <a:avLst>
              <a:gd name="adj" fmla="val 435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 dirty="0"/>
              <a:t>Leader</a:t>
            </a:r>
          </a:p>
          <a:p>
            <a:pPr algn="ctr"/>
            <a:r>
              <a:rPr lang="en-US" altLang="ko-KR" sz="1000" dirty="0"/>
              <a:t>Worker</a:t>
            </a:r>
          </a:p>
        </p:txBody>
      </p:sp>
      <p:sp>
        <p:nvSpPr>
          <p:cNvPr id="3" name="사각형: 둥근 모서리 57">
            <a:extLst>
              <a:ext uri="{FF2B5EF4-FFF2-40B4-BE49-F238E27FC236}">
                <a16:creationId xmlns:a16="http://schemas.microsoft.com/office/drawing/2014/main" id="{0A0983B7-AA73-42C5-6FC6-0FA5B200679C}"/>
              </a:ext>
            </a:extLst>
          </p:cNvPr>
          <p:cNvSpPr/>
          <p:nvPr/>
        </p:nvSpPr>
        <p:spPr>
          <a:xfrm>
            <a:off x="3779912" y="987574"/>
            <a:ext cx="1224136" cy="2664296"/>
          </a:xfrm>
          <a:prstGeom prst="roundRect">
            <a:avLst>
              <a:gd name="adj" fmla="val 56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7" name="사각형: 둥근 모서리 66">
            <a:extLst>
              <a:ext uri="{FF2B5EF4-FFF2-40B4-BE49-F238E27FC236}">
                <a16:creationId xmlns:a16="http://schemas.microsoft.com/office/drawing/2014/main" id="{DBA60F36-1D0F-2153-E771-D273648A2169}"/>
              </a:ext>
            </a:extLst>
          </p:cNvPr>
          <p:cNvSpPr/>
          <p:nvPr/>
        </p:nvSpPr>
        <p:spPr>
          <a:xfrm>
            <a:off x="5148064" y="987574"/>
            <a:ext cx="1224136" cy="2664296"/>
          </a:xfrm>
          <a:prstGeom prst="roundRect">
            <a:avLst>
              <a:gd name="adj" fmla="val 52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Worker</a:t>
            </a:r>
            <a:endParaRPr lang="ko-KR" altLang="en-US" sz="1000" dirty="0"/>
          </a:p>
        </p:txBody>
      </p:sp>
      <p:sp>
        <p:nvSpPr>
          <p:cNvPr id="8" name="사각형: 둥근 모서리 54">
            <a:extLst>
              <a:ext uri="{FF2B5EF4-FFF2-40B4-BE49-F238E27FC236}">
                <a16:creationId xmlns:a16="http://schemas.microsoft.com/office/drawing/2014/main" id="{7150E1F2-0C4E-A329-685A-22FE133C6EAB}"/>
              </a:ext>
            </a:extLst>
          </p:cNvPr>
          <p:cNvSpPr/>
          <p:nvPr/>
        </p:nvSpPr>
        <p:spPr>
          <a:xfrm>
            <a:off x="2484672" y="1059582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4" name="사각형: 둥근 모서리 54">
            <a:extLst>
              <a:ext uri="{FF2B5EF4-FFF2-40B4-BE49-F238E27FC236}">
                <a16:creationId xmlns:a16="http://schemas.microsoft.com/office/drawing/2014/main" id="{6B9CDDE6-B0D2-8860-8F5D-4EDD8A1341F9}"/>
              </a:ext>
            </a:extLst>
          </p:cNvPr>
          <p:cNvSpPr/>
          <p:nvPr/>
        </p:nvSpPr>
        <p:spPr>
          <a:xfrm>
            <a:off x="2484672" y="1795098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</a:t>
            </a:r>
            <a:endParaRPr lang="ko-KR" altLang="en-US" sz="1000" dirty="0"/>
          </a:p>
        </p:txBody>
      </p:sp>
      <p:sp>
        <p:nvSpPr>
          <p:cNvPr id="15" name="사각형: 둥근 모서리 54">
            <a:extLst>
              <a:ext uri="{FF2B5EF4-FFF2-40B4-BE49-F238E27FC236}">
                <a16:creationId xmlns:a16="http://schemas.microsoft.com/office/drawing/2014/main" id="{DA269BFA-1B65-4756-9C85-9D872E49EF13}"/>
              </a:ext>
            </a:extLst>
          </p:cNvPr>
          <p:cNvSpPr/>
          <p:nvPr/>
        </p:nvSpPr>
        <p:spPr>
          <a:xfrm>
            <a:off x="3852824" y="1059582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Instance</a:t>
            </a:r>
            <a:endParaRPr lang="ko-KR" altLang="en-US" sz="1000" dirty="0"/>
          </a:p>
        </p:txBody>
      </p:sp>
      <p:sp>
        <p:nvSpPr>
          <p:cNvPr id="16" name="사각형: 둥근 모서리 54">
            <a:extLst>
              <a:ext uri="{FF2B5EF4-FFF2-40B4-BE49-F238E27FC236}">
                <a16:creationId xmlns:a16="http://schemas.microsoft.com/office/drawing/2014/main" id="{AC52C811-1992-41E5-0F40-612464AF94FA}"/>
              </a:ext>
            </a:extLst>
          </p:cNvPr>
          <p:cNvSpPr/>
          <p:nvPr/>
        </p:nvSpPr>
        <p:spPr>
          <a:xfrm>
            <a:off x="5220976" y="1059582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3</a:t>
            </a:r>
          </a:p>
          <a:p>
            <a:r>
              <a:rPr lang="en-US" altLang="ko-KR" sz="1000" dirty="0"/>
              <a:t>Partition 5,6</a:t>
            </a:r>
            <a:endParaRPr lang="ko-KR" altLang="en-US" sz="1000" dirty="0"/>
          </a:p>
        </p:txBody>
      </p:sp>
      <p:sp>
        <p:nvSpPr>
          <p:cNvPr id="17" name="사각형: 둥근 모서리 54">
            <a:extLst>
              <a:ext uri="{FF2B5EF4-FFF2-40B4-BE49-F238E27FC236}">
                <a16:creationId xmlns:a16="http://schemas.microsoft.com/office/drawing/2014/main" id="{09E0B5CD-6491-8DB6-6804-1069A8997BB6}"/>
              </a:ext>
            </a:extLst>
          </p:cNvPr>
          <p:cNvSpPr/>
          <p:nvPr/>
        </p:nvSpPr>
        <p:spPr>
          <a:xfrm>
            <a:off x="2484672" y="2530614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1</a:t>
            </a:r>
          </a:p>
          <a:p>
            <a:r>
              <a:rPr lang="en-US" altLang="ko-KR" sz="1000" dirty="0"/>
              <a:t>Partition 1,2,3</a:t>
            </a:r>
            <a:endParaRPr lang="ko-KR" altLang="en-US" sz="1000" dirty="0"/>
          </a:p>
        </p:txBody>
      </p:sp>
      <p:sp>
        <p:nvSpPr>
          <p:cNvPr id="18" name="사각형: 둥근 모서리 54">
            <a:extLst>
              <a:ext uri="{FF2B5EF4-FFF2-40B4-BE49-F238E27FC236}">
                <a16:creationId xmlns:a16="http://schemas.microsoft.com/office/drawing/2014/main" id="{F140F78D-3F38-09CF-97BA-DF28C991CF6A}"/>
              </a:ext>
            </a:extLst>
          </p:cNvPr>
          <p:cNvSpPr/>
          <p:nvPr/>
        </p:nvSpPr>
        <p:spPr>
          <a:xfrm>
            <a:off x="3852824" y="1795098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A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3,4</a:t>
            </a:r>
            <a:endParaRPr lang="ko-KR" altLang="en-US" sz="1000" dirty="0"/>
          </a:p>
        </p:txBody>
      </p:sp>
      <p:sp>
        <p:nvSpPr>
          <p:cNvPr id="19" name="사각형: 둥근 모서리 54">
            <a:extLst>
              <a:ext uri="{FF2B5EF4-FFF2-40B4-BE49-F238E27FC236}">
                <a16:creationId xmlns:a16="http://schemas.microsoft.com/office/drawing/2014/main" id="{BDBC2E37-7DEB-3E72-9727-D4396F37B97A}"/>
              </a:ext>
            </a:extLst>
          </p:cNvPr>
          <p:cNvSpPr/>
          <p:nvPr/>
        </p:nvSpPr>
        <p:spPr>
          <a:xfrm>
            <a:off x="5220976" y="1801230"/>
            <a:ext cx="1078312" cy="648072"/>
          </a:xfrm>
          <a:prstGeom prst="roundRect">
            <a:avLst>
              <a:gd name="adj" fmla="val 117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/>
              <a:t>Connector B</a:t>
            </a:r>
          </a:p>
          <a:p>
            <a:r>
              <a:rPr lang="en-US" altLang="ko-KR" sz="1000"/>
              <a:t>Task 2</a:t>
            </a:r>
          </a:p>
          <a:p>
            <a:r>
              <a:rPr lang="en-US" altLang="ko-KR" sz="1000" dirty="0"/>
              <a:t>Partition 5,6,7</a:t>
            </a:r>
            <a:endParaRPr lang="ko-KR" altLang="en-US" sz="10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709824B-01A7-7599-3AA2-A7BC625B2B49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4391980" y="555526"/>
            <a:ext cx="0" cy="308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8DFBFB1-C722-39BC-17AF-6F5CC9A9219B}"/>
              </a:ext>
            </a:extLst>
          </p:cNvPr>
          <p:cNvSpPr txBox="1"/>
          <p:nvPr/>
        </p:nvSpPr>
        <p:spPr>
          <a:xfrm>
            <a:off x="4391980" y="574607"/>
            <a:ext cx="71686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1050" i="1"/>
              <a:t>Rest API</a:t>
            </a:r>
          </a:p>
        </p:txBody>
      </p:sp>
      <p:sp>
        <p:nvSpPr>
          <p:cNvPr id="4" name="사각형: 둥근 모서리 54">
            <a:extLst>
              <a:ext uri="{FF2B5EF4-FFF2-40B4-BE49-F238E27FC236}">
                <a16:creationId xmlns:a16="http://schemas.microsoft.com/office/drawing/2014/main" id="{6A9B5AFB-60F9-7365-53CD-B0CD9125AEF9}"/>
              </a:ext>
            </a:extLst>
          </p:cNvPr>
          <p:cNvSpPr/>
          <p:nvPr/>
        </p:nvSpPr>
        <p:spPr>
          <a:xfrm>
            <a:off x="2267744" y="4011910"/>
            <a:ext cx="3816415" cy="317743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b="1" dirty="0"/>
              <a:t>Worker</a:t>
            </a:r>
            <a:r>
              <a:rPr lang="en-US" altLang="ko-KR" sz="1000" dirty="0"/>
              <a:t> : Process,  </a:t>
            </a:r>
            <a:r>
              <a:rPr lang="en-US" altLang="ko-KR" sz="1000" b="1" dirty="0"/>
              <a:t>Connector Instance/Task </a:t>
            </a:r>
            <a:r>
              <a:rPr lang="en-US" altLang="ko-KR" sz="1000" dirty="0"/>
              <a:t>: Thread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76216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85743-EF01-3CB8-A0FD-1B1F25D3E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6">
            <a:extLst>
              <a:ext uri="{FF2B5EF4-FFF2-40B4-BE49-F238E27FC236}">
                <a16:creationId xmlns:a16="http://schemas.microsoft.com/office/drawing/2014/main" id="{A712C92A-1BCA-A0ED-34FC-2D23FEBA7D2C}"/>
              </a:ext>
            </a:extLst>
          </p:cNvPr>
          <p:cNvSpPr/>
          <p:nvPr/>
        </p:nvSpPr>
        <p:spPr>
          <a:xfrm>
            <a:off x="7098616" y="2108895"/>
            <a:ext cx="1508552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Cluster</a:t>
            </a:r>
            <a:endParaRPr lang="ko-KR" altLang="en-US" sz="1000" dirty="0"/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ACC26BFD-EB42-26D6-527A-714C81E0783C}"/>
              </a:ext>
            </a:extLst>
          </p:cNvPr>
          <p:cNvSpPr/>
          <p:nvPr/>
        </p:nvSpPr>
        <p:spPr>
          <a:xfrm>
            <a:off x="1043608" y="1383618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</a:t>
            </a:r>
            <a:r>
              <a:rPr lang="ko-KR" altLang="en-US" sz="1000">
                <a:solidFill>
                  <a:sysClr val="windowText" lastClr="000000"/>
                </a:solidFill>
              </a:rPr>
              <a:t> </a:t>
            </a:r>
            <a:r>
              <a:rPr lang="en-US" altLang="ko-KR" sz="1000">
                <a:solidFill>
                  <a:sysClr val="windowText" lastClr="000000"/>
                </a:solidFill>
              </a:rPr>
              <a:t>Source</a:t>
            </a:r>
            <a:endParaRPr lang="en-KR" sz="1000">
              <a:solidFill>
                <a:sysClr val="windowText" lastClr="000000"/>
              </a:solidFill>
            </a:endParaRPr>
          </a:p>
        </p:txBody>
      </p:sp>
      <p:sp>
        <p:nvSpPr>
          <p:cNvPr id="12" name="사각형: 둥근 모서리 54">
            <a:extLst>
              <a:ext uri="{FF2B5EF4-FFF2-40B4-BE49-F238E27FC236}">
                <a16:creationId xmlns:a16="http://schemas.microsoft.com/office/drawing/2014/main" id="{AE7CD1E8-FE25-D9C1-37F9-2D70C4DF494B}"/>
              </a:ext>
            </a:extLst>
          </p:cNvPr>
          <p:cNvSpPr/>
          <p:nvPr/>
        </p:nvSpPr>
        <p:spPr>
          <a:xfrm>
            <a:off x="7313736" y="2211710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Kafka Topic</a:t>
            </a:r>
            <a:endParaRPr lang="ko-KR" altLang="en-US" sz="1000" dirty="0"/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2F6E8C7D-7856-888F-02E2-975555598C62}"/>
              </a:ext>
            </a:extLst>
          </p:cNvPr>
          <p:cNvCxnSpPr>
            <a:cxnSpLocks/>
            <a:stCxn id="10" idx="3"/>
            <a:endCxn id="12" idx="0"/>
          </p:cNvCxnSpPr>
          <p:nvPr/>
        </p:nvCxnSpPr>
        <p:spPr>
          <a:xfrm>
            <a:off x="6577048" y="1635646"/>
            <a:ext cx="1275844" cy="5760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735E2646-BB9A-4157-C6C8-6BEDCF98BFF6}"/>
              </a:ext>
            </a:extLst>
          </p:cNvPr>
          <p:cNvSpPr/>
          <p:nvPr/>
        </p:nvSpPr>
        <p:spPr>
          <a:xfrm>
            <a:off x="2843808" y="1358007"/>
            <a:ext cx="3816424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2AC723E9-EF78-E435-9F52-E81084AE2027}"/>
              </a:ext>
            </a:extLst>
          </p:cNvPr>
          <p:cNvSpPr/>
          <p:nvPr/>
        </p:nvSpPr>
        <p:spPr>
          <a:xfrm>
            <a:off x="2921568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Source</a:t>
            </a:r>
          </a:p>
          <a:p>
            <a:pPr algn="ctr"/>
            <a:r>
              <a:rPr lang="en-US" altLang="ko-KR" sz="1000"/>
              <a:t>Connector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3A732A59-F3AD-C0F7-D1FE-773AC387AFF9}"/>
              </a:ext>
            </a:extLst>
          </p:cNvPr>
          <p:cNvSpPr/>
          <p:nvPr/>
        </p:nvSpPr>
        <p:spPr>
          <a:xfrm>
            <a:off x="4210152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A1E9270B-C54D-D97A-AFDE-A46538103739}"/>
              </a:ext>
            </a:extLst>
          </p:cNvPr>
          <p:cNvSpPr/>
          <p:nvPr/>
        </p:nvSpPr>
        <p:spPr>
          <a:xfrm>
            <a:off x="5498736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296ED77A-C52C-27AD-C773-60E9BC3E9C68}"/>
              </a:ext>
            </a:extLst>
          </p:cNvPr>
          <p:cNvSpPr/>
          <p:nvPr/>
        </p:nvSpPr>
        <p:spPr>
          <a:xfrm>
            <a:off x="2843808" y="2787774"/>
            <a:ext cx="3816424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 Cluster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FF579402-200B-0074-814D-05FB1308F736}"/>
              </a:ext>
            </a:extLst>
          </p:cNvPr>
          <p:cNvSpPr/>
          <p:nvPr/>
        </p:nvSpPr>
        <p:spPr>
          <a:xfrm>
            <a:off x="2921568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Sink</a:t>
            </a:r>
          </a:p>
          <a:p>
            <a:pPr algn="ctr"/>
            <a:r>
              <a:rPr lang="en-US" altLang="ko-KR" sz="1000"/>
              <a:t>Connector</a:t>
            </a:r>
          </a:p>
        </p:txBody>
      </p:sp>
      <p:sp>
        <p:nvSpPr>
          <p:cNvPr id="24" name="사각형: 둥근 모서리 54">
            <a:extLst>
              <a:ext uri="{FF2B5EF4-FFF2-40B4-BE49-F238E27FC236}">
                <a16:creationId xmlns:a16="http://schemas.microsoft.com/office/drawing/2014/main" id="{28F797C4-211A-F449-B8A1-C6CB86CDB8E4}"/>
              </a:ext>
            </a:extLst>
          </p:cNvPr>
          <p:cNvSpPr/>
          <p:nvPr/>
        </p:nvSpPr>
        <p:spPr>
          <a:xfrm>
            <a:off x="4210152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39C04C76-F6B8-D757-629D-7139A318F86B}"/>
              </a:ext>
            </a:extLst>
          </p:cNvPr>
          <p:cNvSpPr/>
          <p:nvPr/>
        </p:nvSpPr>
        <p:spPr>
          <a:xfrm>
            <a:off x="5498736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0BD076FD-049A-751F-F911-CEC23492E7AC}"/>
              </a:ext>
            </a:extLst>
          </p:cNvPr>
          <p:cNvCxnSpPr>
            <a:cxnSpLocks/>
            <a:stCxn id="12" idx="2"/>
            <a:endCxn id="25" idx="3"/>
          </p:cNvCxnSpPr>
          <p:nvPr/>
        </p:nvCxnSpPr>
        <p:spPr>
          <a:xfrm rot="5400000">
            <a:off x="7004143" y="2216663"/>
            <a:ext cx="421655" cy="12758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n 28">
            <a:extLst>
              <a:ext uri="{FF2B5EF4-FFF2-40B4-BE49-F238E27FC236}">
                <a16:creationId xmlns:a16="http://schemas.microsoft.com/office/drawing/2014/main" id="{63DD1B68-9CEF-FE7F-CEAB-72A8C28192C8}"/>
              </a:ext>
            </a:extLst>
          </p:cNvPr>
          <p:cNvSpPr/>
          <p:nvPr/>
        </p:nvSpPr>
        <p:spPr>
          <a:xfrm>
            <a:off x="1043608" y="2815878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Data Destination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BF5147A-B90A-860E-43D8-11FF728CA270}"/>
              </a:ext>
            </a:extLst>
          </p:cNvPr>
          <p:cNvCxnSpPr>
            <a:cxnSpLocks/>
            <a:stCxn id="23" idx="1"/>
            <a:endCxn id="29" idx="4"/>
          </p:cNvCxnSpPr>
          <p:nvPr/>
        </p:nvCxnSpPr>
        <p:spPr>
          <a:xfrm flipH="1">
            <a:off x="2195736" y="3065413"/>
            <a:ext cx="725832" cy="24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D1527BC-AC22-B126-96DC-1DD554051321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195736" y="1635646"/>
            <a:ext cx="7258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32AE4B0-D14A-0713-23BF-A411DE917873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3999880" y="1635646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BB84D24-646B-DBD4-756E-F8F660D49FF9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288464" y="1635646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3AA320F-2BEA-0FDC-3F95-DB1D4ED4057C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5288464" y="3065413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C7A5212-6A7E-EFE2-EECE-89A542442999}"/>
              </a:ext>
            </a:extLst>
          </p:cNvPr>
          <p:cNvCxnSpPr>
            <a:cxnSpLocks/>
            <a:stCxn id="24" idx="1"/>
            <a:endCxn id="23" idx="3"/>
          </p:cNvCxnSpPr>
          <p:nvPr/>
        </p:nvCxnSpPr>
        <p:spPr>
          <a:xfrm flipH="1">
            <a:off x="3999880" y="3065413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453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5AA0-776E-82B7-34B5-34739465C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n 3">
            <a:extLst>
              <a:ext uri="{FF2B5EF4-FFF2-40B4-BE49-F238E27FC236}">
                <a16:creationId xmlns:a16="http://schemas.microsoft.com/office/drawing/2014/main" id="{B2003B6E-45DE-849F-252A-64E476BC0396}"/>
              </a:ext>
            </a:extLst>
          </p:cNvPr>
          <p:cNvSpPr/>
          <p:nvPr/>
        </p:nvSpPr>
        <p:spPr>
          <a:xfrm>
            <a:off x="1043608" y="1383618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Source Data</a:t>
            </a:r>
          </a:p>
        </p:txBody>
      </p:sp>
      <p:sp>
        <p:nvSpPr>
          <p:cNvPr id="12" name="사각형: 둥근 모서리 54">
            <a:extLst>
              <a:ext uri="{FF2B5EF4-FFF2-40B4-BE49-F238E27FC236}">
                <a16:creationId xmlns:a16="http://schemas.microsoft.com/office/drawing/2014/main" id="{9F2D7E12-73CC-A8C6-E5DC-1E73FFCD5452}"/>
              </a:ext>
            </a:extLst>
          </p:cNvPr>
          <p:cNvSpPr/>
          <p:nvPr/>
        </p:nvSpPr>
        <p:spPr>
          <a:xfrm>
            <a:off x="7313736" y="2211710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Kafka Topic</a:t>
            </a:r>
            <a:endParaRPr lang="ko-KR" altLang="en-US" sz="1000" dirty="0"/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0C8D73B2-44FF-AA01-85E6-DD898B1759B4}"/>
              </a:ext>
            </a:extLst>
          </p:cNvPr>
          <p:cNvCxnSpPr>
            <a:cxnSpLocks/>
            <a:stCxn id="10" idx="3"/>
            <a:endCxn id="12" idx="0"/>
          </p:cNvCxnSpPr>
          <p:nvPr/>
        </p:nvCxnSpPr>
        <p:spPr>
          <a:xfrm>
            <a:off x="6577048" y="1635646"/>
            <a:ext cx="1275844" cy="5760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EC4DDA6C-4246-0EEC-ED0A-1A961A5AFD73}"/>
              </a:ext>
            </a:extLst>
          </p:cNvPr>
          <p:cNvSpPr/>
          <p:nvPr/>
        </p:nvSpPr>
        <p:spPr>
          <a:xfrm>
            <a:off x="2843808" y="1358007"/>
            <a:ext cx="3816424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</a:t>
            </a:r>
            <a:endParaRPr lang="ko-KR" altLang="en-US" sz="1000" dirty="0"/>
          </a:p>
        </p:txBody>
      </p:sp>
      <p:sp>
        <p:nvSpPr>
          <p:cNvPr id="6" name="사각형: 둥근 모서리 54">
            <a:extLst>
              <a:ext uri="{FF2B5EF4-FFF2-40B4-BE49-F238E27FC236}">
                <a16:creationId xmlns:a16="http://schemas.microsoft.com/office/drawing/2014/main" id="{8E2CD474-0331-9101-AEFA-0AFDBC667F30}"/>
              </a:ext>
            </a:extLst>
          </p:cNvPr>
          <p:cNvSpPr/>
          <p:nvPr/>
        </p:nvSpPr>
        <p:spPr>
          <a:xfrm>
            <a:off x="2921568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Source</a:t>
            </a:r>
          </a:p>
          <a:p>
            <a:pPr algn="ctr"/>
            <a:r>
              <a:rPr lang="en-US" altLang="ko-KR" sz="1000"/>
              <a:t>Connector</a:t>
            </a:r>
          </a:p>
        </p:txBody>
      </p:sp>
      <p:sp>
        <p:nvSpPr>
          <p:cNvPr id="9" name="사각형: 둥근 모서리 54">
            <a:extLst>
              <a:ext uri="{FF2B5EF4-FFF2-40B4-BE49-F238E27FC236}">
                <a16:creationId xmlns:a16="http://schemas.microsoft.com/office/drawing/2014/main" id="{3265CAE7-594E-0218-8F81-29B278C89A0C}"/>
              </a:ext>
            </a:extLst>
          </p:cNvPr>
          <p:cNvSpPr/>
          <p:nvPr/>
        </p:nvSpPr>
        <p:spPr>
          <a:xfrm>
            <a:off x="4210152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10" name="사각형: 둥근 모서리 54">
            <a:extLst>
              <a:ext uri="{FF2B5EF4-FFF2-40B4-BE49-F238E27FC236}">
                <a16:creationId xmlns:a16="http://schemas.microsoft.com/office/drawing/2014/main" id="{54C425D6-ECE8-061F-BE52-043ADFFFB392}"/>
              </a:ext>
            </a:extLst>
          </p:cNvPr>
          <p:cNvSpPr/>
          <p:nvPr/>
        </p:nvSpPr>
        <p:spPr>
          <a:xfrm>
            <a:off x="5498736" y="1419622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FF6381F0-EBFB-F5AE-0A49-1D18DF36D2DC}"/>
              </a:ext>
            </a:extLst>
          </p:cNvPr>
          <p:cNvSpPr/>
          <p:nvPr/>
        </p:nvSpPr>
        <p:spPr>
          <a:xfrm>
            <a:off x="2843808" y="2787774"/>
            <a:ext cx="3816424" cy="781695"/>
          </a:xfrm>
          <a:prstGeom prst="roundRect">
            <a:avLst>
              <a:gd name="adj" fmla="val 6790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Connect</a:t>
            </a:r>
            <a:endParaRPr lang="ko-KR" altLang="en-US" sz="1000" dirty="0"/>
          </a:p>
        </p:txBody>
      </p:sp>
      <p:sp>
        <p:nvSpPr>
          <p:cNvPr id="23" name="사각형: 둥근 모서리 54">
            <a:extLst>
              <a:ext uri="{FF2B5EF4-FFF2-40B4-BE49-F238E27FC236}">
                <a16:creationId xmlns:a16="http://schemas.microsoft.com/office/drawing/2014/main" id="{76827B26-6734-EA23-4BF7-59184297307A}"/>
              </a:ext>
            </a:extLst>
          </p:cNvPr>
          <p:cNvSpPr/>
          <p:nvPr/>
        </p:nvSpPr>
        <p:spPr>
          <a:xfrm>
            <a:off x="2921568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Sink</a:t>
            </a:r>
          </a:p>
          <a:p>
            <a:pPr algn="ctr"/>
            <a:r>
              <a:rPr lang="en-US" altLang="ko-KR" sz="1000"/>
              <a:t>Connector</a:t>
            </a:r>
          </a:p>
        </p:txBody>
      </p:sp>
      <p:sp>
        <p:nvSpPr>
          <p:cNvPr id="24" name="사각형: 둥근 모서리 54">
            <a:extLst>
              <a:ext uri="{FF2B5EF4-FFF2-40B4-BE49-F238E27FC236}">
                <a16:creationId xmlns:a16="http://schemas.microsoft.com/office/drawing/2014/main" id="{0457000C-26EE-3B41-F762-E2D675568F52}"/>
              </a:ext>
            </a:extLst>
          </p:cNvPr>
          <p:cNvSpPr/>
          <p:nvPr/>
        </p:nvSpPr>
        <p:spPr>
          <a:xfrm>
            <a:off x="4210152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Transforms</a:t>
            </a:r>
          </a:p>
          <a:p>
            <a:pPr algn="ctr"/>
            <a:r>
              <a:rPr lang="en-US" altLang="ko-KR" sz="1000" dirty="0"/>
              <a:t>(Optional)</a:t>
            </a:r>
            <a:endParaRPr lang="ko-KR" altLang="en-US" sz="1000" dirty="0"/>
          </a:p>
        </p:txBody>
      </p:sp>
      <p:sp>
        <p:nvSpPr>
          <p:cNvPr id="25" name="사각형: 둥근 모서리 54">
            <a:extLst>
              <a:ext uri="{FF2B5EF4-FFF2-40B4-BE49-F238E27FC236}">
                <a16:creationId xmlns:a16="http://schemas.microsoft.com/office/drawing/2014/main" id="{33E83196-93EE-ACD4-ACD8-27C6054FB491}"/>
              </a:ext>
            </a:extLst>
          </p:cNvPr>
          <p:cNvSpPr/>
          <p:nvPr/>
        </p:nvSpPr>
        <p:spPr>
          <a:xfrm>
            <a:off x="5498736" y="2849389"/>
            <a:ext cx="1078312" cy="432048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Converter</a:t>
            </a:r>
            <a:endParaRPr lang="ko-KR" altLang="en-US" sz="1000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0F8EAB03-BED3-B20C-D866-CF1810E5FC84}"/>
              </a:ext>
            </a:extLst>
          </p:cNvPr>
          <p:cNvCxnSpPr>
            <a:cxnSpLocks/>
            <a:stCxn id="12" idx="2"/>
            <a:endCxn id="25" idx="3"/>
          </p:cNvCxnSpPr>
          <p:nvPr/>
        </p:nvCxnSpPr>
        <p:spPr>
          <a:xfrm rot="5400000">
            <a:off x="7004143" y="2216663"/>
            <a:ext cx="421655" cy="12758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n 28">
            <a:extLst>
              <a:ext uri="{FF2B5EF4-FFF2-40B4-BE49-F238E27FC236}">
                <a16:creationId xmlns:a16="http://schemas.microsoft.com/office/drawing/2014/main" id="{185481EF-8E38-D3B7-4616-F06F180C8861}"/>
              </a:ext>
            </a:extLst>
          </p:cNvPr>
          <p:cNvSpPr/>
          <p:nvPr/>
        </p:nvSpPr>
        <p:spPr>
          <a:xfrm>
            <a:off x="1043608" y="2815878"/>
            <a:ext cx="1152128" cy="504056"/>
          </a:xfrm>
          <a:prstGeom prst="can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ysClr val="windowText" lastClr="000000"/>
                </a:solidFill>
              </a:rPr>
              <a:t>Destination Data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AD154A-CD23-CD4C-5C7C-2D70ABE50517}"/>
              </a:ext>
            </a:extLst>
          </p:cNvPr>
          <p:cNvCxnSpPr>
            <a:cxnSpLocks/>
            <a:stCxn id="23" idx="1"/>
            <a:endCxn id="29" idx="4"/>
          </p:cNvCxnSpPr>
          <p:nvPr/>
        </p:nvCxnSpPr>
        <p:spPr>
          <a:xfrm flipH="1">
            <a:off x="2195736" y="3065413"/>
            <a:ext cx="725832" cy="24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867A047-B976-08B8-9BE0-8B7C7170F034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195736" y="1635646"/>
            <a:ext cx="7258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29A7487-8A21-FABC-4364-B721BD6CB3A5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3999880" y="1635646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6DF3234-2280-F26B-39F9-B6CE9F63B8B7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5288464" y="1635646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ADBC9F7-5C56-74B6-D416-AF39B25CCC5D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5288464" y="3065413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1394DFB-851D-DCAD-5E3B-C7A9DDED52FA}"/>
              </a:ext>
            </a:extLst>
          </p:cNvPr>
          <p:cNvCxnSpPr>
            <a:cxnSpLocks/>
            <a:stCxn id="24" idx="1"/>
            <a:endCxn id="23" idx="3"/>
          </p:cNvCxnSpPr>
          <p:nvPr/>
        </p:nvCxnSpPr>
        <p:spPr>
          <a:xfrm flipH="1">
            <a:off x="3999880" y="3065413"/>
            <a:ext cx="21027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146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33701</TotalTime>
  <Words>1245</Words>
  <Application>Microsoft Macintosh PowerPoint</Application>
  <PresentationFormat>On-screen Show (16:9)</PresentationFormat>
  <Paragraphs>615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Wingdings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5029</cp:revision>
  <dcterms:created xsi:type="dcterms:W3CDTF">2006-10-05T04:04:58Z</dcterms:created>
  <dcterms:modified xsi:type="dcterms:W3CDTF">2025-11-02T05:56:15Z</dcterms:modified>
</cp:coreProperties>
</file>
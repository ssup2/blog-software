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434" r:id="rId2"/>
    <p:sldId id="435" r:id="rId3"/>
    <p:sldId id="436" r:id="rId4"/>
    <p:sldId id="426" r:id="rId5"/>
    <p:sldId id="428" r:id="rId6"/>
    <p:sldId id="427" r:id="rId7"/>
    <p:sldId id="422" r:id="rId8"/>
    <p:sldId id="433" r:id="rId9"/>
    <p:sldId id="432" r:id="rId10"/>
    <p:sldId id="429" r:id="rId11"/>
    <p:sldId id="430" r:id="rId12"/>
    <p:sldId id="431" r:id="rId1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08" autoAdjust="0"/>
    <p:restoredTop sz="87360" autoAdjust="0"/>
  </p:normalViewPr>
  <p:slideViewPr>
    <p:cSldViewPr>
      <p:cViewPr>
        <p:scale>
          <a:sx n="197" d="100"/>
          <a:sy n="197" d="100"/>
        </p:scale>
        <p:origin x="552" y="120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0934-F7EE-9604-5F97-9303B919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579C9-5BE1-8221-4693-BCE6637AD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3B7F8E-81F1-5209-BDDF-7F146D069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24785-C804-4CE2-7D22-3D227F9C1F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99425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55DE9-B62A-E436-B8CA-64FE1DB29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B8E48E-C4BE-1E06-90FA-AF648CAB4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61BB9-2D79-7304-EBB3-9D3D757A5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E0E28-FD15-6ABE-1326-94643F641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029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964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3759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6C4D-EFC4-3AFC-1CD9-943936783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C8D6C7-9AA7-D495-22CB-42E3FC3EB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A1329-14DA-7F21-F73B-DEEEF4F9A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DCCFE-57A4-D3EB-155D-B47E9FBF8B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4603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8DBE-B1B4-7D50-CD13-CEB16511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932A28-C535-04DC-B68D-E086AECA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04DC1A-50F3-F419-D819-B62C860E0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9CA9E-6278-9238-5D9A-93DDFDE20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673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9508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7201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172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06E3-14BF-55C5-19C7-5F69C3DAA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2503FA-17E5-5AE3-085B-3E0895553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3A9A9FAD-7393-75E5-FB5E-4B6A1277EAD6}"/>
              </a:ext>
            </a:extLst>
          </p:cNvPr>
          <p:cNvSpPr/>
          <p:nvPr/>
        </p:nvSpPr>
        <p:spPr>
          <a:xfrm>
            <a:off x="1691680" y="555526"/>
            <a:ext cx="5904656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ctr run --env NVIDIA_VISIBLE_DEVICES=all</a:t>
            </a:r>
            <a:r>
              <a:rPr lang="ko-KR" altLang="en-US" sz="1100"/>
              <a:t> </a:t>
            </a:r>
            <a:r>
              <a:rPr lang="en-US" altLang="ko-KR" sz="1100"/>
              <a:t>nvidia/cuda:9.0-base test-gpu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CABFD53-A11C-D694-A1D1-C2B792E873C0}"/>
              </a:ext>
            </a:extLst>
          </p:cNvPr>
          <p:cNvSpPr/>
          <p:nvPr/>
        </p:nvSpPr>
        <p:spPr>
          <a:xfrm>
            <a:off x="899592" y="1211838"/>
            <a:ext cx="7488831" cy="2880320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b="1" kern="0" dirty="0">
                <a:cs typeface="Al Bayan Plain" pitchFamily="2" charset="-78"/>
              </a:rPr>
              <a:t>NVIDIA_VISIBLE_DEVICES</a:t>
            </a:r>
            <a:r>
              <a:rPr lang="en-US" altLang="ko-KR" sz="1100" kern="0" dirty="0">
                <a:cs typeface="Al Bayan Plain" pitchFamily="2" charset="-78"/>
              </a:rPr>
              <a:t>=all",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2C29F7C-E831-83D2-6BE9-5A7252F4071B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988967"/>
            <a:ext cx="0" cy="2228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11FE6D81-54D3-433F-201E-86F85E0C5348}"/>
              </a:ext>
            </a:extLst>
          </p:cNvPr>
          <p:cNvSpPr/>
          <p:nvPr/>
        </p:nvSpPr>
        <p:spPr>
          <a:xfrm>
            <a:off x="3278436" y="4098308"/>
            <a:ext cx="2731142" cy="28188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94524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3B5F2-C1F1-DF54-BADA-3162F5024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CE23F-CE11-46BB-A0C8-2394EF465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DC125187-597D-D7E4-22B6-F6E9A5BCF951}"/>
              </a:ext>
            </a:extLst>
          </p:cNvPr>
          <p:cNvSpPr/>
          <p:nvPr/>
        </p:nvSpPr>
        <p:spPr>
          <a:xfrm>
            <a:off x="3856434" y="4243753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9DCD09D0-7CF7-62AA-6212-D8A16191BFD1}"/>
              </a:ext>
            </a:extLst>
          </p:cNvPr>
          <p:cNvSpPr/>
          <p:nvPr/>
        </p:nvSpPr>
        <p:spPr>
          <a:xfrm>
            <a:off x="4252478" y="4547630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C293FF07-F9A0-E37C-D570-F52BE4CEF7DF}"/>
              </a:ext>
            </a:extLst>
          </p:cNvPr>
          <p:cNvSpPr/>
          <p:nvPr/>
        </p:nvSpPr>
        <p:spPr>
          <a:xfrm>
            <a:off x="3851920" y="3166150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5F13A24-4CFE-DC66-BAAD-F311284845CC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70382" y="4253066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768AE5D-96A6-514B-44B9-E5839576D647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22005" y="3535061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BDAABA7-6231-F40E-D0D8-0682E0FA465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22000" y="2517247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23E1409C-800C-19F1-A32A-121432DD0676}"/>
              </a:ext>
            </a:extLst>
          </p:cNvPr>
          <p:cNvSpPr/>
          <p:nvPr/>
        </p:nvSpPr>
        <p:spPr>
          <a:xfrm>
            <a:off x="3856429" y="214833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C7691656-1E54-1CC9-9965-DAA08FA9268D}"/>
              </a:ext>
            </a:extLst>
          </p:cNvPr>
          <p:cNvSpPr/>
          <p:nvPr/>
        </p:nvSpPr>
        <p:spPr>
          <a:xfrm>
            <a:off x="4631738" y="2612782"/>
            <a:ext cx="2731142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307F16B-5FB4-0B62-1BB5-1424EC707C04}"/>
              </a:ext>
            </a:extLst>
          </p:cNvPr>
          <p:cNvSpPr/>
          <p:nvPr/>
        </p:nvSpPr>
        <p:spPr>
          <a:xfrm>
            <a:off x="4806599" y="3602251"/>
            <a:ext cx="2381421" cy="45729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with container, </a:t>
            </a:r>
          </a:p>
          <a:p>
            <a:pPr algn="ctr"/>
            <a:r>
              <a:rPr lang="en-US" altLang="ko-KR" sz="1000" b="1" i="1"/>
              <a:t>GPU, CUDA parameters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CD6335D-2738-39D5-0B67-C257E27F8366}"/>
              </a:ext>
            </a:extLst>
          </p:cNvPr>
          <p:cNvSpPr/>
          <p:nvPr/>
        </p:nvSpPr>
        <p:spPr>
          <a:xfrm>
            <a:off x="1009820" y="2796543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>
                <a:solidFill>
                  <a:schemeClr val="tx1"/>
                </a:solidFill>
              </a:rPr>
              <a:t>Container</a:t>
            </a:r>
            <a:endParaRPr lang="en-US" altLang="ko-KR" sz="1050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B601565-B90B-5FE5-DFBC-3D2DCAC467D5}"/>
              </a:ext>
            </a:extLst>
          </p:cNvPr>
          <p:cNvSpPr/>
          <p:nvPr/>
        </p:nvSpPr>
        <p:spPr>
          <a:xfrm>
            <a:off x="2053009" y="1855791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F992FEB5-377F-E6B9-04A5-62CCA42A4856}"/>
              </a:ext>
            </a:extLst>
          </p:cNvPr>
          <p:cNvSpPr/>
          <p:nvPr/>
        </p:nvSpPr>
        <p:spPr>
          <a:xfrm>
            <a:off x="5082692" y="242919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40C1A72-BA78-3A67-B714-5AB92C658EE3}"/>
              </a:ext>
            </a:extLst>
          </p:cNvPr>
          <p:cNvSpPr/>
          <p:nvPr/>
        </p:nvSpPr>
        <p:spPr>
          <a:xfrm>
            <a:off x="5082692" y="3507810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E7D900D-A52B-0736-4F37-54FDB10F3E3A}"/>
              </a:ext>
            </a:extLst>
          </p:cNvPr>
          <p:cNvSpPr/>
          <p:nvPr/>
        </p:nvSpPr>
        <p:spPr>
          <a:xfrm>
            <a:off x="3722125" y="448132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7D0C0845-51F7-466E-0204-733230E1FFBB}"/>
              </a:ext>
            </a:extLst>
          </p:cNvPr>
          <p:cNvSpPr/>
          <p:nvPr/>
        </p:nvSpPr>
        <p:spPr>
          <a:xfrm>
            <a:off x="1192483" y="3385626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CF82AE-35D7-E97E-4C29-209F7E56813D}"/>
              </a:ext>
            </a:extLst>
          </p:cNvPr>
          <p:cNvCxnSpPr>
            <a:cxnSpLocks/>
          </p:cNvCxnSpPr>
          <p:nvPr/>
        </p:nvCxnSpPr>
        <p:spPr>
          <a:xfrm flipH="1">
            <a:off x="1567011" y="2228547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19E61F85-FB57-3576-F53E-BA3510F0620C}"/>
              </a:ext>
            </a:extLst>
          </p:cNvPr>
          <p:cNvSpPr/>
          <p:nvPr/>
        </p:nvSpPr>
        <p:spPr>
          <a:xfrm>
            <a:off x="3722125" y="20328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E307903-0F07-4315-CEF1-65AEE7C47A2C}"/>
              </a:ext>
            </a:extLst>
          </p:cNvPr>
          <p:cNvSpPr/>
          <p:nvPr/>
        </p:nvSpPr>
        <p:spPr>
          <a:xfrm>
            <a:off x="1869653" y="4556806"/>
            <a:ext cx="1859108" cy="339346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Bind Mount device node, </a:t>
            </a:r>
          </a:p>
          <a:p>
            <a:pPr algn="ctr"/>
            <a:r>
              <a:rPr lang="en-US" altLang="ko-KR" sz="1000" i="1"/>
              <a:t>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03B376A-6D2B-8974-B849-66A97C28BCB9}"/>
              </a:ext>
            </a:extLst>
          </p:cNvPr>
          <p:cNvSpPr/>
          <p:nvPr/>
        </p:nvSpPr>
        <p:spPr>
          <a:xfrm>
            <a:off x="7168801" y="2141546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637EA553-AF3C-3C21-1BDE-976C4699C72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87571" y="2326002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436BB953-83B6-3C7B-567C-EF054C9ABCCE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592090" y="2510457"/>
            <a:ext cx="1435643" cy="84014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9B7B380F-85DE-75F3-2114-98EA5913BA9E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70382" y="2332793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3F8151C7-0210-7389-74C3-663996359440}"/>
              </a:ext>
            </a:extLst>
          </p:cNvPr>
          <p:cNvSpPr/>
          <p:nvPr/>
        </p:nvSpPr>
        <p:spPr>
          <a:xfrm>
            <a:off x="701489" y="2858699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53601B-95A8-779C-C1CE-A00579628604}"/>
              </a:ext>
            </a:extLst>
          </p:cNvPr>
          <p:cNvSpPr/>
          <p:nvPr/>
        </p:nvSpPr>
        <p:spPr>
          <a:xfrm>
            <a:off x="1839391" y="2750516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F9CDD056-89C3-02AF-8CBC-68C411386159}"/>
              </a:ext>
            </a:extLst>
          </p:cNvPr>
          <p:cNvCxnSpPr>
            <a:cxnSpLocks/>
          </p:cNvCxnSpPr>
          <p:nvPr/>
        </p:nvCxnSpPr>
        <p:spPr>
          <a:xfrm flipH="1">
            <a:off x="2387043" y="2430592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900275D4-D498-8C83-2A30-A8F4247EBF83}"/>
              </a:ext>
            </a:extLst>
          </p:cNvPr>
          <p:cNvSpPr/>
          <p:nvPr/>
        </p:nvSpPr>
        <p:spPr>
          <a:xfrm>
            <a:off x="3722125" y="23934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A180C887-8D18-037A-9B26-D9E9B93976CC}"/>
              </a:ext>
            </a:extLst>
          </p:cNvPr>
          <p:cNvSpPr/>
          <p:nvPr/>
        </p:nvSpPr>
        <p:spPr>
          <a:xfrm>
            <a:off x="2944907" y="2623098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2CB05037-1388-2466-D23A-95D5D6AF2C6C}"/>
              </a:ext>
            </a:extLst>
          </p:cNvPr>
          <p:cNvSpPr/>
          <p:nvPr/>
        </p:nvSpPr>
        <p:spPr>
          <a:xfrm>
            <a:off x="1065067" y="345837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7DBCB36-C6A1-6D31-C35C-E306E2FA81FD}"/>
              </a:ext>
            </a:extLst>
          </p:cNvPr>
          <p:cNvSpPr/>
          <p:nvPr/>
        </p:nvSpPr>
        <p:spPr>
          <a:xfrm>
            <a:off x="3856429" y="1135907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7FA571B-28B0-098A-15CD-D9C7D6F34FE8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222000" y="1504818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00E29E9-EB12-40C5-878B-FC332F0E25FF}"/>
              </a:ext>
            </a:extLst>
          </p:cNvPr>
          <p:cNvSpPr/>
          <p:nvPr/>
        </p:nvSpPr>
        <p:spPr>
          <a:xfrm>
            <a:off x="3851920" y="12347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1D19F86-2CA9-2B76-1C34-0EB857963CF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217491" y="492389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5F09202-E33F-B1E0-E108-46477401D592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583062" y="307934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2C18F3FE-2E07-4B7A-6C77-91F233DD180E}"/>
              </a:ext>
            </a:extLst>
          </p:cNvPr>
          <p:cNvSpPr/>
          <p:nvPr/>
        </p:nvSpPr>
        <p:spPr>
          <a:xfrm>
            <a:off x="1009820" y="123478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AC89B874-DDB3-0D83-E883-A97B394C130D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930944" y="307934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5837222-9715-3269-C97E-203A298E7802}"/>
              </a:ext>
            </a:extLst>
          </p:cNvPr>
          <p:cNvSpPr/>
          <p:nvPr/>
        </p:nvSpPr>
        <p:spPr>
          <a:xfrm>
            <a:off x="2782414" y="18595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A7D5D3F-724C-D23B-E207-74021F979E67}"/>
              </a:ext>
            </a:extLst>
          </p:cNvPr>
          <p:cNvSpPr/>
          <p:nvPr/>
        </p:nvSpPr>
        <p:spPr>
          <a:xfrm>
            <a:off x="1668514" y="515722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create container</a:t>
            </a:r>
          </a:p>
          <a:p>
            <a:pPr algn="ctr"/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48C954F3-7E09-D09E-4D08-9068FF712589}"/>
              </a:ext>
            </a:extLst>
          </p:cNvPr>
          <p:cNvSpPr/>
          <p:nvPr/>
        </p:nvSpPr>
        <p:spPr>
          <a:xfrm>
            <a:off x="6329612" y="123478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OCI Runtime Config</a:t>
            </a:r>
          </a:p>
          <a:p>
            <a:pPr algn="ctr"/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8EF3BD07-C4E9-E570-07DB-4F364ED6102C}"/>
              </a:ext>
            </a:extLst>
          </p:cNvPr>
          <p:cNvSpPr/>
          <p:nvPr/>
        </p:nvSpPr>
        <p:spPr>
          <a:xfrm>
            <a:off x="6447562" y="18595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59146D3E-FA2A-8AC8-D3DC-003AA2837B98}"/>
              </a:ext>
            </a:extLst>
          </p:cNvPr>
          <p:cNvSpPr/>
          <p:nvPr/>
        </p:nvSpPr>
        <p:spPr>
          <a:xfrm>
            <a:off x="5061641" y="521840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29FE635E-DBBD-29F7-710A-1B88A3FFE05A}"/>
              </a:ext>
            </a:extLst>
          </p:cNvPr>
          <p:cNvSpPr/>
          <p:nvPr/>
        </p:nvSpPr>
        <p:spPr>
          <a:xfrm>
            <a:off x="5091009" y="41147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2AA3526-95A7-CAEE-3A28-3F4766AA295B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587571" y="1320363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81F07F7-4A63-CCDD-A655-5E737E66FBEC}"/>
              </a:ext>
            </a:extLst>
          </p:cNvPr>
          <p:cNvSpPr/>
          <p:nvPr/>
        </p:nvSpPr>
        <p:spPr>
          <a:xfrm>
            <a:off x="6329612" y="1143408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Modify OCI Runtime Config</a:t>
            </a:r>
          </a:p>
          <a:p>
            <a:pPr algn="ctr"/>
            <a:r>
              <a:rPr lang="en-US" altLang="ko-KR" sz="1000" i="1"/>
              <a:t>with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D0CB6F5D-C220-5CEB-DD91-2DF23D55D479}"/>
              </a:ext>
            </a:extLst>
          </p:cNvPr>
          <p:cNvSpPr/>
          <p:nvPr/>
        </p:nvSpPr>
        <p:spPr>
          <a:xfrm>
            <a:off x="6456580" y="11977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</p:spTree>
    <p:extLst>
      <p:ext uri="{BB962C8B-B14F-4D97-AF65-F5344CB8AC3E}">
        <p14:creationId xmlns:p14="http://schemas.microsoft.com/office/powerpoint/2010/main" val="315243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13D7B3E7-F783-1EC1-5F29-0874EF0E893E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F56E2D5A-3AEA-BC86-A33B-53D0167D37EC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3278C70-4E26-832E-F3CF-8888DB9B5A2A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BF9A344D-403F-E740-9878-AAA1304E842D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229628F2-2ACB-D300-083B-933563ACB3DF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C70318E8-718F-3AC5-9B88-74F8F2A5DBB1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98AFD201-FB34-A339-E715-18A95A5F5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10043FEE-E23C-35BF-1858-6BADDDFA64C5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E13B8AD4-E810-DF4E-C9A7-6A146565EF13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1CB1F2AA-DC81-E2C1-7A13-B84199E7846D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234310-EA87-B58A-F8CE-9180E6935EBD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E7C861E8-6B20-F678-A387-14468B64DDD0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4B95293B-526B-E58F-7ECA-096BF2817D49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E34D3B1-9462-32A1-5DAA-3CA2169113C8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E4BF545E-F9F6-BAB7-9F62-0547117AAB4B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72699C33-8C78-0DCA-EF87-E371F6B59321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119F8D9-1B2A-798E-AE19-CE57D5A9261C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74073680-0026-ED3E-544F-0C94225DA895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4917971-4A59-EF10-9161-86DDC9778D84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2980991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20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627784" y="259255"/>
            <a:ext cx="403244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docker run --gpu all nvidia/cuda:9.0-base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"NVIDIA_VISIBLE_DEVICES=GPU-5a270e58-abc7-d55b-a94f-54d410c1dfe2,GPU-9de66fe4-2a8b-4a2b-36bc-d61c165db7d8",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“NVIDIA_DRIVER_CAPABILITIES=</a:t>
            </a:r>
            <a:r>
              <a:rPr lang="en-US" altLang="ko-KR" sz="1100" kern="0" dirty="0" err="1">
                <a:cs typeface="Al Bayan Plain" pitchFamily="2" charset="-78"/>
              </a:rPr>
              <a:t>compute,utility</a:t>
            </a:r>
            <a:r>
              <a:rPr lang="en-US" altLang="ko-KR" sz="1100" kern="0" dirty="0">
                <a:cs typeface="Al Bayan Plain" pitchFamily="2" charset="-78"/>
              </a:rPr>
              <a:t>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"NV_CUDA_CUDART_VERSION=11.8.89-1",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"CUDA_VERSION=11.8.0”,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"LD_LIBRARY_PATH=/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/lib:/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/lib64"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265569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nvidia-container-cli CLI</a:t>
            </a:r>
            <a:endParaRPr lang="en-US" altLang="ko-KR" sz="12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libnvidia-container</a:t>
            </a:r>
            <a:endParaRPr lang="en-US" altLang="ko-KR" sz="12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nvidia-container-runtime-hook CLI</a:t>
            </a:r>
            <a:endParaRPr lang="en-US" altLang="ko-KR" sz="12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Hook Config File</a:t>
            </a:r>
            <a:endParaRPr lang="en-US" altLang="ko-KR" sz="12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850998"/>
            <a:ext cx="1886052" cy="3232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runc CLI</a:t>
            </a:r>
            <a:endParaRPr lang="en-US" altLang="ko-KR" sz="12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4616610" y="1973478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4791471" y="3118132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with container, </a:t>
            </a:r>
          </a:p>
          <a:p>
            <a:pPr algn="ctr"/>
            <a:r>
              <a:rPr lang="en-US" altLang="ko-KR" sz="1000" b="1" i="1"/>
              <a:t>GPU, CUDA parameters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139701"/>
            <a:ext cx="1921124" cy="171129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Container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2037881" y="1034393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4</a:t>
            </a:r>
            <a:endParaRPr lang="ko-KR" altLang="en-US" sz="12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5</a:t>
            </a:r>
            <a:endParaRPr lang="ko-KR" altLang="en-US" sz="12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1177355" y="2831826"/>
            <a:ext cx="1886052" cy="45898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551883" y="1472351"/>
            <a:ext cx="2289418" cy="6673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93972" y="1242415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1854525" y="4108151"/>
            <a:ext cx="1859108" cy="39870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Make device node (mknod), </a:t>
            </a:r>
          </a:p>
          <a:p>
            <a:pPr algn="ctr"/>
            <a:r>
              <a:rPr lang="en-US" altLang="ko-KR" sz="1000" i="1"/>
              <a:t>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212B356A-4769-43B0-B4FF-2D32ED66F330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</a:t>
            </a:r>
          </a:p>
          <a:p>
            <a:pPr algn="ctr"/>
            <a:r>
              <a:rPr lang="en-US" altLang="ko-KR" sz="1200"/>
              <a:t>Config.json</a:t>
            </a:r>
            <a:endParaRPr lang="en-US" altLang="ko-KR" sz="12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FA9F356B-0DF0-1E32-F955-B0DA73E6C3BF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E236BF99-FFC4-2E79-2D88-3A91E95D8732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FE3B8DF-4C56-3CC0-5814-05BBC4932D96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55254" y="1594831"/>
            <a:ext cx="1886047" cy="544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DFB5EAB8-13A7-24B3-B600-D994ACA0B37A}"/>
              </a:ext>
            </a:extLst>
          </p:cNvPr>
          <p:cNvSpPr/>
          <p:nvPr/>
        </p:nvSpPr>
        <p:spPr>
          <a:xfrm>
            <a:off x="686361" y="2128125"/>
            <a:ext cx="1449638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0DF2A4E-ED70-38F7-A9A8-11E7FD4B3FC8}"/>
              </a:ext>
            </a:extLst>
          </p:cNvPr>
          <p:cNvSpPr/>
          <p:nvPr/>
        </p:nvSpPr>
        <p:spPr>
          <a:xfrm>
            <a:off x="1811238" y="2085622"/>
            <a:ext cx="288032" cy="288032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4DBC2F7-3A9E-6976-F9E3-68CB58121E8E}"/>
              </a:ext>
            </a:extLst>
          </p:cNvPr>
          <p:cNvCxnSpPr>
            <a:cxnSpLocks/>
          </p:cNvCxnSpPr>
          <p:nvPr/>
        </p:nvCxnSpPr>
        <p:spPr>
          <a:xfrm flipH="1">
            <a:off x="2371915" y="1709737"/>
            <a:ext cx="1464878" cy="430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A8C5CAD4-4925-3C60-8FBF-A486C33C5A6A}"/>
              </a:ext>
            </a:extLst>
          </p:cNvPr>
          <p:cNvSpPr/>
          <p:nvPr/>
        </p:nvSpPr>
        <p:spPr>
          <a:xfrm>
            <a:off x="3693972" y="166614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6</a:t>
            </a:r>
            <a:endParaRPr lang="ko-KR" altLang="en-US" sz="12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08F61331-5805-941B-ACD7-FD2DE2B3CF1F}"/>
              </a:ext>
            </a:extLst>
          </p:cNvPr>
          <p:cNvSpPr/>
          <p:nvPr/>
        </p:nvSpPr>
        <p:spPr>
          <a:xfrm>
            <a:off x="2929779" y="1935917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9ECED67-B786-436A-F2E8-5EAF4D6F013D}"/>
              </a:ext>
            </a:extLst>
          </p:cNvPr>
          <p:cNvSpPr/>
          <p:nvPr/>
        </p:nvSpPr>
        <p:spPr>
          <a:xfrm>
            <a:off x="1036914" y="291730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7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832258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3B0BA-68D1-BD3C-3458-09E9ACE5C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74CC4-DE60-A510-3813-8C0BD405B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022E7F7-C9AC-F290-1424-37425B5839ED}"/>
              </a:ext>
            </a:extLst>
          </p:cNvPr>
          <p:cNvSpPr/>
          <p:nvPr/>
        </p:nvSpPr>
        <p:spPr>
          <a:xfrm>
            <a:off x="2267744" y="259255"/>
            <a:ext cx="475252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632F3FB-7B22-D451-5B4D-B7281CE5B4AA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"process": {</a:t>
            </a:r>
          </a:p>
          <a:p>
            <a:r>
              <a:rPr lang="en-US" altLang="ko-KR" sz="1400"/>
              <a:t>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“CUDA_PKG_VERSION=9-0=9.0.176-1”,</a:t>
            </a:r>
          </a:p>
          <a:p>
            <a:r>
              <a:rPr lang="en-US" altLang="ko-KR" sz="1400"/>
              <a:t>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“NVIDIA_DRIVER_CAPABILITIES=“compute,utility”,</a:t>
            </a:r>
          </a:p>
          <a:p>
            <a:r>
              <a:rPr lang="en-US" altLang="ko-KR" sz="1400"/>
              <a:t>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}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5C919B-0EDF-3301-DFC5-8C1EF831E09C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7853DE0-49D2-11AD-A222-5CDD76CD3A39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377665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22ED-3835-3DC0-4352-5EC9D3A5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95984-7EC0-74A8-AF2B-5AF306DD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AECCCC64-0828-F134-05A2-0B439489904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92D0A0A-B53F-4A90-B311-F8FAD571A8A5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B2C7BE7-2F5A-24AE-CDFD-798E4A9F25CF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6CB43451-663D-44ED-F26F-A184162A2227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EC02631-0696-740D-BC41-FDE19399C85F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C38CB59-20C9-6733-FA0E-412AE49E45FB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3533A58-75CD-7D94-2995-7961486E80BA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674C97E-6670-D3AD-8F74-BA2D89D7A7FD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08B49E6-412F-DDF1-A72D-9194FA92404B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BCEDCC4-7A90-07A4-91E3-FEF13C5D6553}"/>
              </a:ext>
            </a:extLst>
          </p:cNvPr>
          <p:cNvSpPr/>
          <p:nvPr/>
        </p:nvSpPr>
        <p:spPr>
          <a:xfrm>
            <a:off x="4978365" y="1942417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via OCI runtime’s 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C082F7EE-2B3E-ED69-1005-9B90468E3EDB}"/>
              </a:ext>
            </a:extLst>
          </p:cNvPr>
          <p:cNvSpPr/>
          <p:nvPr/>
        </p:nvSpPr>
        <p:spPr>
          <a:xfrm>
            <a:off x="515322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8F2DFD78-2A43-A301-E75E-696F7A31EDDF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7104B79-1752-9403-35AA-4C63AF9C7839}"/>
              </a:ext>
            </a:extLst>
          </p:cNvPr>
          <p:cNvSpPr/>
          <p:nvPr/>
        </p:nvSpPr>
        <p:spPr>
          <a:xfrm>
            <a:off x="1125242" y="1046349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 (clone()),</a:t>
            </a:r>
          </a:p>
          <a:p>
            <a:pPr algn="ctr"/>
            <a:r>
              <a:rPr lang="en-US" altLang="ko-KR" sz="1400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D06B21E-B4C8-C97E-A8A8-41A024A3AAAD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2E84C7F-602E-1394-C058-B812ABB2093C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3712F6E-D101-AE14-5440-4FAFDBCBA76B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81580CDA-A4DC-926E-BF06-49B86D6E308F}"/>
              </a:ext>
            </a:extLst>
          </p:cNvPr>
          <p:cNvSpPr/>
          <p:nvPr/>
        </p:nvSpPr>
        <p:spPr>
          <a:xfrm>
            <a:off x="2548806" y="1902976"/>
            <a:ext cx="260442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Change root (pivot_root()),</a:t>
            </a:r>
            <a:br>
              <a:rPr lang="en-US" altLang="ko-KR" sz="1400"/>
            </a:br>
            <a:r>
              <a:rPr lang="en-US" altLang="ko-KR" sz="1400"/>
              <a:t>Exec app (exec())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8FE13-254F-4094-BE66-85495E6FE887}"/>
              </a:ext>
            </a:extLst>
          </p:cNvPr>
          <p:cNvSpPr/>
          <p:nvPr/>
        </p:nvSpPr>
        <p:spPr>
          <a:xfrm>
            <a:off x="3690518" y="1705061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3965EDB-8B72-A906-108E-D38F962AAA8C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1718313" y="1594831"/>
            <a:ext cx="2122988" cy="63695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D0B6546-3B63-E414-9215-AE042A33EBDC}"/>
              </a:ext>
            </a:extLst>
          </p:cNvPr>
          <p:cNvSpPr/>
          <p:nvPr/>
        </p:nvSpPr>
        <p:spPr>
          <a:xfrm>
            <a:off x="3693972" y="1234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BD2647E-7F6D-665A-281C-4989E21F06B8}"/>
              </a:ext>
            </a:extLst>
          </p:cNvPr>
          <p:cNvSpPr/>
          <p:nvPr/>
        </p:nvSpPr>
        <p:spPr>
          <a:xfrm>
            <a:off x="921657" y="3734226"/>
            <a:ext cx="2878471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Make device node </a:t>
            </a:r>
            <a:br>
              <a:rPr lang="en-US" altLang="ko-KR" sz="1400"/>
            </a:br>
            <a:r>
              <a:rPr lang="en-US" altLang="ko-KR" sz="1400"/>
              <a:t>(mknod), 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D3FE09-03AF-1987-088E-72EB08CB5B76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</a:t>
            </a:r>
          </a:p>
          <a:p>
            <a:pPr algn="ctr"/>
            <a:r>
              <a:rPr lang="en-US" altLang="ko-KR" sz="1400"/>
              <a:t>Config.json</a:t>
            </a:r>
            <a:endParaRPr lang="en-US" altLang="ko-KR" sz="14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73A68F90-A225-1E6B-0D4B-49050CDFFAFE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080B94D1-EF6B-8C54-F068-8376FB251754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549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267744" y="698149"/>
            <a:ext cx="4752528" cy="433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1354461"/>
            <a:ext cx="7488831" cy="336738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“prestart"],</a:t>
            </a:r>
          </a:p>
          <a:p>
            <a:r>
              <a:rPr lang="en-US" altLang="ko-KR" sz="1400"/>
              <a:t>   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    “CUDA_PKG_VERSION=9-0=9.0.176-1”,</a:t>
            </a:r>
          </a:p>
          <a:p>
            <a:r>
              <a:rPr lang="en-US" altLang="ko-KR" sz="1400"/>
              <a:t>    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    “NVIDIA_DRIVER_CAPABILITIES=“compute,utility”,</a:t>
            </a:r>
          </a:p>
          <a:p>
            <a:r>
              <a:rPr lang="en-US" altLang="ko-KR" sz="1400"/>
              <a:t>    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1131590"/>
            <a:ext cx="0" cy="22287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658589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532445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276999"/>
            <a:ext cx="5" cy="12947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843558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5153226" y="1313747"/>
            <a:ext cx="2731142" cy="1224135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Prestart Hook</a:t>
            </a:r>
          </a:p>
          <a:p>
            <a:pPr algn="ctr"/>
            <a:r>
              <a:rPr lang="en-US" altLang="ko-KR" sz="1400" b="1"/>
              <a:t>STDIN : </a:t>
            </a:r>
            <a:r>
              <a:rPr lang="en-US" altLang="ko-KR" sz="1400"/>
              <a:t>Container Status</a:t>
            </a:r>
          </a:p>
          <a:p>
            <a:pPr algn="ctr"/>
            <a:r>
              <a:rPr lang="en-US" altLang="ko-KR" sz="1400"/>
              <a:t>(Init PID, Rootfs Path)</a:t>
            </a:r>
            <a:endParaRPr lang="en-US" altLang="ko-KR" sz="1400" b="1"/>
          </a:p>
          <a:p>
            <a:pPr algn="ctr"/>
            <a:r>
              <a:rPr lang="en-US" altLang="ko-KR" sz="1400" b="1"/>
              <a:t>ENV : </a:t>
            </a:r>
            <a:r>
              <a:rPr lang="en-US" altLang="ko-KR" sz="1400"/>
              <a:t>GPU, CUDA Config</a:t>
            </a:r>
          </a:p>
          <a:p>
            <a:pPr algn="ctr"/>
            <a:r>
              <a:rPr lang="en-US" altLang="ko-KR" sz="1400"/>
              <a:t>(GPU Device, CUDA Version)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507605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755576" y="987574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Namespace,</a:t>
            </a:r>
          </a:p>
          <a:p>
            <a:pPr algn="ctr"/>
            <a:r>
              <a:rPr lang="en-US" altLang="ko-KR" sz="1400"/>
              <a:t>Set rootfs (clone())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20359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2987824" y="1471897"/>
            <a:ext cx="100295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Exec App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82A5C8F-038F-4540-ACBF-D54373AE176E}"/>
              </a:ext>
            </a:extLst>
          </p:cNvPr>
          <p:cNvCxnSpPr>
            <a:cxnSpLocks/>
          </p:cNvCxnSpPr>
          <p:nvPr/>
        </p:nvCxnSpPr>
        <p:spPr>
          <a:xfrm flipH="1">
            <a:off x="2203107" y="1247237"/>
            <a:ext cx="1585056" cy="98454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타원 75">
            <a:extLst>
              <a:ext uri="{FF2B5EF4-FFF2-40B4-BE49-F238E27FC236}">
                <a16:creationId xmlns:a16="http://schemas.microsoft.com/office/drawing/2014/main" id="{ABCCEE66-F353-4557-8BFD-172E27E48A67}"/>
              </a:ext>
            </a:extLst>
          </p:cNvPr>
          <p:cNvSpPr/>
          <p:nvPr/>
        </p:nvSpPr>
        <p:spPr>
          <a:xfrm>
            <a:off x="3673694" y="1112349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718313" y="942412"/>
            <a:ext cx="2075805" cy="1289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73694" y="76673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2465045" y="3386563"/>
            <a:ext cx="2043345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Set GPU, </a:t>
            </a:r>
          </a:p>
          <a:p>
            <a:pPr algn="ctr"/>
            <a:r>
              <a:rPr lang="en-US" altLang="ko-KR" sz="140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2051797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2056882" y="3660955"/>
            <a:ext cx="5035398" cy="976265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Hardware</a:t>
            </a:r>
            <a:endParaRPr lang="en-US" altLang="ko-KR" sz="14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2056882" y="2292249"/>
            <a:ext cx="5035398" cy="1374998"/>
          </a:xfrm>
          <a:prstGeom prst="roundRect">
            <a:avLst>
              <a:gd name="adj" fmla="val 41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Kernel</a:t>
            </a:r>
            <a:endParaRPr lang="en-US" altLang="ko-KR" sz="14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D1D8D57-5236-4724-A023-F93F5C3B4961}"/>
              </a:ext>
            </a:extLst>
          </p:cNvPr>
          <p:cNvSpPr/>
          <p:nvPr/>
        </p:nvSpPr>
        <p:spPr>
          <a:xfrm>
            <a:off x="2145948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5058CA32-4D86-4990-8643-039C5C2B7964}"/>
              </a:ext>
            </a:extLst>
          </p:cNvPr>
          <p:cNvSpPr/>
          <p:nvPr/>
        </p:nvSpPr>
        <p:spPr>
          <a:xfrm>
            <a:off x="3405927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/dev/nvdia1</a:t>
            </a:r>
            <a:endParaRPr lang="en-US" altLang="ko-KR" sz="1200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D81271EB-6029-425A-8D5E-DF1F48C8EE13}"/>
              </a:ext>
            </a:extLst>
          </p:cNvPr>
          <p:cNvSpPr/>
          <p:nvPr/>
        </p:nvSpPr>
        <p:spPr>
          <a:xfrm>
            <a:off x="4665905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/dev/nvdia2</a:t>
            </a:r>
            <a:endParaRPr lang="en-US" altLang="ko-KR" sz="12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47EB027-0397-479D-9DD6-FD6D321AA3DE}"/>
              </a:ext>
            </a:extLst>
          </p:cNvPr>
          <p:cNvSpPr/>
          <p:nvPr/>
        </p:nvSpPr>
        <p:spPr>
          <a:xfrm>
            <a:off x="5925884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0</a:t>
            </a:r>
            <a:endParaRPr lang="en-US" altLang="ko-KR" sz="12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1</a:t>
            </a:r>
            <a:endParaRPr lang="en-US" altLang="ko-KR" sz="12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2</a:t>
            </a:r>
            <a:endParaRPr lang="en-US" altLang="ko-KR" sz="12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3</a:t>
            </a:r>
            <a:endParaRPr lang="en-US" altLang="ko-KR" sz="12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2684614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3944593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236BC4D-F64B-4952-94D9-CFADD41ED1DB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5204571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>
            <a:off x="6464550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2145948" y="2945032"/>
            <a:ext cx="485274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Device Driver</a:t>
            </a:r>
            <a:endParaRPr lang="en-US" altLang="ko-KR" sz="12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849221"/>
            <a:ext cx="2486761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A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1683312"/>
            <a:ext cx="10999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1683312"/>
            <a:ext cx="109986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/dev/nvidia1</a:t>
            </a:r>
            <a:endParaRPr lang="en-US" altLang="ko-KR" sz="12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197258"/>
            <a:ext cx="2301467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843558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400" b="1"/>
                <a:t>Container B</a:t>
              </a:r>
              <a:endParaRPr lang="ko-KR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/dev/nvdia0</a:t>
              </a:r>
              <a:endParaRPr lang="en-US" altLang="ko-KR" sz="12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/dev/nvdia2</a:t>
              </a:r>
              <a:endParaRPr lang="en-US" altLang="ko-KR" sz="12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NVIDIA CUDA Lib/Toolkit</a:t>
              </a:r>
              <a:endParaRPr lang="en-US" altLang="ko-KR" sz="12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/dev/nvdia3</a:t>
              </a:r>
              <a:endParaRPr lang="en-US" altLang="ko-KR" sz="1200" dirty="0"/>
            </a:p>
          </p:txBody>
        </p:sp>
      </p:grp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47E468E-9DCC-4036-95E6-5C64F04EC946}"/>
              </a:ext>
            </a:extLst>
          </p:cNvPr>
          <p:cNvCxnSpPr>
            <a:cxnSpLocks/>
            <a:stCxn id="55" idx="2"/>
            <a:endCxn id="10" idx="0"/>
          </p:cNvCxnSpPr>
          <p:nvPr/>
        </p:nvCxnSpPr>
        <p:spPr>
          <a:xfrm flipH="1">
            <a:off x="2684614" y="2073693"/>
            <a:ext cx="1248220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47EE17D-B86A-4D4C-A28D-677596AEBA4D}"/>
              </a:ext>
            </a:extLst>
          </p:cNvPr>
          <p:cNvCxnSpPr>
            <a:cxnSpLocks/>
            <a:stCxn id="56" idx="2"/>
            <a:endCxn id="12" idx="0"/>
          </p:cNvCxnSpPr>
          <p:nvPr/>
        </p:nvCxnSpPr>
        <p:spPr>
          <a:xfrm>
            <a:off x="5134368" y="2073693"/>
            <a:ext cx="70203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715AE55-4BDC-44F9-B7A9-7FED7942CF64}"/>
              </a:ext>
            </a:extLst>
          </p:cNvPr>
          <p:cNvCxnSpPr>
            <a:cxnSpLocks/>
            <a:stCxn id="49" idx="2"/>
            <a:endCxn id="11" idx="0"/>
          </p:cNvCxnSpPr>
          <p:nvPr/>
        </p:nvCxnSpPr>
        <p:spPr>
          <a:xfrm>
            <a:off x="2522836" y="2079356"/>
            <a:ext cx="1421757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167F17F-93BD-481A-878E-2769FFAC5A7D}"/>
              </a:ext>
            </a:extLst>
          </p:cNvPr>
          <p:cNvCxnSpPr>
            <a:cxnSpLocks/>
            <a:stCxn id="48" idx="2"/>
            <a:endCxn id="10" idx="0"/>
          </p:cNvCxnSpPr>
          <p:nvPr/>
        </p:nvCxnSpPr>
        <p:spPr>
          <a:xfrm>
            <a:off x="1321302" y="2079356"/>
            <a:ext cx="1363312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843558"/>
            <a:ext cx="1487816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C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1677649"/>
            <a:ext cx="13217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191595"/>
            <a:ext cx="132179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1C92D62-7A09-4961-898A-F75788A631BC}"/>
              </a:ext>
            </a:extLst>
          </p:cNvPr>
          <p:cNvCxnSpPr>
            <a:cxnSpLocks/>
            <a:stCxn id="85" idx="2"/>
            <a:endCxn id="13" idx="0"/>
          </p:cNvCxnSpPr>
          <p:nvPr/>
        </p:nvCxnSpPr>
        <p:spPr>
          <a:xfrm>
            <a:off x="6331795" y="2073693"/>
            <a:ext cx="132755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8C36D167-0C49-4016-82BB-091D496242C8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6464550" y="2073693"/>
            <a:ext cx="1389449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A139917-E006-40F7-A7B0-817A48830865}"/>
              </a:ext>
            </a:extLst>
          </p:cNvPr>
          <p:cNvGrpSpPr/>
          <p:nvPr/>
        </p:nvGrpSpPr>
        <p:grpSpPr>
          <a:xfrm>
            <a:off x="7237949" y="2295039"/>
            <a:ext cx="1276948" cy="276999"/>
            <a:chOff x="7222397" y="2564780"/>
            <a:chExt cx="1276948" cy="276999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6BB3EA8A-2863-4FD9-B7E4-5FF3305E45EB}"/>
                </a:ext>
              </a:extLst>
            </p:cNvPr>
            <p:cNvCxnSpPr>
              <a:cxnSpLocks/>
              <a:endCxn id="92" idx="1"/>
            </p:cNvCxnSpPr>
            <p:nvPr/>
          </p:nvCxnSpPr>
          <p:spPr>
            <a:xfrm>
              <a:off x="7222397" y="2703280"/>
              <a:ext cx="220248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89540500-3C9D-48AE-AFD4-CCD1A0C2E4DC}"/>
                </a:ext>
              </a:extLst>
            </p:cNvPr>
            <p:cNvSpPr txBox="1"/>
            <p:nvPr/>
          </p:nvSpPr>
          <p:spPr>
            <a:xfrm>
              <a:off x="7442645" y="2564780"/>
              <a:ext cx="10567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/>
                <a:t>Bind Mount</a:t>
              </a:r>
              <a:endParaRPr lang="ko-KR" altLang="en-US" sz="1200" b="1"/>
            </a:p>
          </p:txBody>
        </p:sp>
      </p:grpSp>
    </p:spTree>
    <p:extLst>
      <p:ext uri="{BB962C8B-B14F-4D97-AF65-F5344CB8AC3E}">
        <p14:creationId xmlns:p14="http://schemas.microsoft.com/office/powerpoint/2010/main" val="262257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45235</TotalTime>
  <Words>1148</Words>
  <Application>Microsoft Macintosh PowerPoint</Application>
  <PresentationFormat>화면 슬라이드 쇼(16:9)</PresentationFormat>
  <Paragraphs>278</Paragraphs>
  <Slides>12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Al Bayan Plain</vt:lpstr>
      <vt:lpstr>Arial</vt:lpstr>
      <vt:lpstr>Office 테마</vt:lpstr>
      <vt:lpstr>CUDA Container OCI Runtime Spec</vt:lpstr>
      <vt:lpstr>CUDA Container Init</vt:lpstr>
      <vt:lpstr>CUDA Container Stack</vt:lpstr>
      <vt:lpstr>PowerPoint 프레젠테이션</vt:lpstr>
      <vt:lpstr>CUDA Container OCI Runtime Spec</vt:lpstr>
      <vt:lpstr>CUDA Container Init</vt:lpstr>
      <vt:lpstr>CUDA Container Stack</vt:lpstr>
      <vt:lpstr>CUDA Container OCI Runtime Spec</vt:lpstr>
      <vt:lpstr>CUDA Container Init</vt:lpstr>
      <vt:lpstr>CUDA Container OCI Runtime Spec</vt:lpstr>
      <vt:lpstr>CUDA Container Init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6016</cp:revision>
  <dcterms:created xsi:type="dcterms:W3CDTF">2006-10-05T04:04:58Z</dcterms:created>
  <dcterms:modified xsi:type="dcterms:W3CDTF">2026-03-01T02:41:32Z</dcterms:modified>
</cp:coreProperties>
</file>
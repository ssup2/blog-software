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6" r:id="rId2"/>
    <p:sldId id="435" r:id="rId3"/>
    <p:sldId id="438" r:id="rId4"/>
    <p:sldId id="426" r:id="rId5"/>
    <p:sldId id="434" r:id="rId6"/>
    <p:sldId id="437" r:id="rId7"/>
    <p:sldId id="439" r:id="rId8"/>
    <p:sldId id="440" r:id="rId9"/>
    <p:sldId id="428" r:id="rId10"/>
    <p:sldId id="427" r:id="rId11"/>
    <p:sldId id="422" r:id="rId12"/>
    <p:sldId id="433" r:id="rId13"/>
    <p:sldId id="432" r:id="rId14"/>
    <p:sldId id="429" r:id="rId15"/>
    <p:sldId id="430" r:id="rId16"/>
    <p:sldId id="431" r:id="rId1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80" autoAdjust="0"/>
    <p:restoredTop sz="87520" autoAdjust="0"/>
  </p:normalViewPr>
  <p:slideViewPr>
    <p:cSldViewPr>
      <p:cViewPr>
        <p:scale>
          <a:sx n="200" d="100"/>
          <a:sy n="200" d="100"/>
        </p:scale>
        <p:origin x="480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415C1-C91D-8593-C5AB-F2EE5B4C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10EDD-616A-5AFB-49F6-C5FCD3F6D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0D7359-79AD-DD7F-BFAF-6A6BAD59B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EBB86-D2B2-BDCA-4255-625678D1E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56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39EB-907D-2C10-99E8-62F6F345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C608BC-1880-3729-C952-01F6FF569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90D7B-729C-EE8B-8BF4-A8835E70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9C4E8-A85F-E7BD-6705-172A639BE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847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96BBE631-7FCB-7ECC-4623-B9E14AF48A89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1A631-6BE0-5ECA-D545-F4063358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BEC5A-522C-3230-288D-FE132A70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6103EB9-219B-2185-6C10-BC991A175BCE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4059B30-C2DA-3334-95F3-22BF492F35D6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FA6901-538D-2B0C-735E-C90C447B6222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7588B33-6122-FBB3-30E5-792C8341A175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410915-6157-490B-82FE-BDF48165C2CD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1A0289C-27E2-F520-13A1-75273EC69D1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5F86B4C1-0786-7854-7062-B170A7B1762F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EE1AAF5E-9605-04BA-9F0C-EB245622A8EA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124E5AEA-FA7D-54D9-287C-BF84EE7C6625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D87BF561-3A38-FE51-DEC4-BAE3387F19A1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2D862EAC-B8BE-3B21-DA29-B9BCC4F42E53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0E3E0C51-3050-C150-B3B9-BAE6D1368890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2889948F-EDDC-593A-B61B-EC3AC1B42EFC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428AFA5-F604-283F-8374-1D39E1880C32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6427ED42-48B1-7B43-F852-5596BF5CA19A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14D9D5F-6F7E-2022-46FA-998AE3F6093A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368AEB3-D28E-49B4-894C-B2FC5D0E2520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588CE2CD-2BC5-5EC8-959C-45411F4E1BED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488925A-8EF5-B5D7-DA12-779B73D2653C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0DF6D44-72E0-FB2D-C3C2-4E1072CEEE97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268DB217-731E-2D08-9246-3027EC9BCAF5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1854148E-3029-9B23-AE24-A8582F13D98F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63596613-355D-F159-3294-481B140608F3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ADF9F99-AC28-6D3F-2177-EB688D8C5A8E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C28D515E-758A-7150-9266-DEF6AED34794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2176B487-D28B-2D5D-B7CE-A5E38524E63E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6CFA60CC-4601-463E-9425-25720C6C7F6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5508117-1EF8-C1F7-D743-51FC4279A085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4B343F5-FA9E-1EC6-8274-D64664E79134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67AC8B02-EE84-C2BA-0ADC-DA10E126AB43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52AFE60-EC5F-9FD0-9F05-160C6FEA9CA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8A2DCBCF-0AEE-FF82-268C-8BA54DDB6806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5044F92-71B9-0D39-86B8-FA28AB8F0A81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2FB9A8E2-8591-B43A-1BB2-568EEEFFC97E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4BC60143-F257-A1E1-BFCF-AD2C08A2D906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07C6D7F3-2E91-0B3C-E3F6-F1C7C608D751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01669F4D-E883-6F65-4421-8ED5AB0219E2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0BAB279-1702-4A89-9B84-BCBC24937157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FE2ECEAF-5A64-9C0F-A864-BE7D36877BFE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1227F63-2859-A2F0-D377-D344B68BAD02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DC0AF25E-64F7-4EA3-99C0-A701876C7B91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4FFB9A82-D545-C76C-5840-661C785007EE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C5F2100E-0C0E-9D66-D223-44345B4F7111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C265F7B6-80B8-7CE2-A001-0FA74EFD5D39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9A34A0D5-AEE1-86E4-DDD7-0C4CE254F8FF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1ADC669-D321-77E7-5733-BE38807FE85A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59B7F225-4DA5-68A7-4B73-72BFBA68843D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9BDC54E2-36E7-4E82-8693-D84C189D8CB8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0EF14D2F-B2B1-1549-B7DB-C675F5C178D9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04534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B281-8266-E01A-F21B-87432032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66D0CC-907D-8D2B-6621-DBB4440F5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7BBBBD6-E00B-3749-AF02-E9406AB32359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72C9537-080F-F012-EB06-A9E029C79A73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6C5C0067-677C-CD16-E6D5-95BF99ED89F8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470F296A-359D-D67D-714C-C8213E5217A6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C7D818CB-A812-9662-C127-AC080875B93E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9079530-BEBF-6264-D3C7-7F752423E993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C14B7C7-DC7D-AF1A-C4E1-AB30AE9C184F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1AC225DA-F42B-06FF-9648-6CFD0907B94C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6CA91E0-6726-D19B-6B97-E7825816B22A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9B40FBE-C925-D66C-70B5-B4AB14EE0D6B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12871E8D-AAD6-013A-B5D6-87397D96C7CB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DD33EA8-CB80-8C62-ACB2-3DB18FB1F8E6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541ACBB-399C-4D1C-D19D-D70FBA8326D0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2DB123A-A0E2-7A1A-3E00-4A30BFF2E3BE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AE8433B8-3742-248D-34A1-D740E304B7F3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16BF35AB-4094-BD12-61DC-435463ECCA7A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9F0B6B7-CF6C-4E09-97B8-277A69061F6E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20450D33-5BA2-A209-95A4-B9073940B922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0047234E-B6F3-2D8A-3938-3C525EED7173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B8E4D6F8-7F62-4FEC-635D-43874C83B8A6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5E3652E7-F9FE-0245-D4CC-BB86268DD96E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AA629DF-9819-7FF9-6AB6-FE0496F8E8B2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92A548A4-AE56-93C2-600A-F4892E7479C8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AAB9CE1F-0891-2A9A-F918-5CF1569B5996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65DB7392-8EEF-00B9-6623-2918383E17F1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3099BABC-7D42-9CD0-4CAA-C674641341B5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5D159B71-A1C0-CDDF-B7A0-5387BE857E53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3C54920E-D6C0-D2D7-6DB8-EDE69CB77388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68E33662-A142-806E-2319-889CB046BF71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2871309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49424</TotalTime>
  <Words>1713</Words>
  <Application>Microsoft Macintosh PowerPoint</Application>
  <PresentationFormat>화면 슬라이드 쇼(16:9)</PresentationFormat>
  <Paragraphs>432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PowerPoint 프레젠테이션</vt:lpstr>
      <vt:lpstr>CUDA Container OCI Runtime Spec</vt:lpstr>
      <vt:lpstr>CUDA Container Stack</vt:lpstr>
      <vt:lpstr>CUDA Container Init</vt:lpstr>
      <vt:lpstr>CUDA Container Init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6104</cp:revision>
  <dcterms:created xsi:type="dcterms:W3CDTF">2006-10-05T04:04:58Z</dcterms:created>
  <dcterms:modified xsi:type="dcterms:W3CDTF">2026-03-04T13:56:14Z</dcterms:modified>
</cp:coreProperties>
</file>
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428" r:id="rId2"/>
    <p:sldId id="427" r:id="rId3"/>
    <p:sldId id="422" r:id="rId4"/>
    <p:sldId id="426" r:id="rId5"/>
    <p:sldId id="432" r:id="rId6"/>
    <p:sldId id="429" r:id="rId7"/>
    <p:sldId id="430" r:id="rId8"/>
    <p:sldId id="431" r:id="rId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79" autoAdjust="0"/>
    <p:restoredTop sz="87360" autoAdjust="0"/>
  </p:normalViewPr>
  <p:slideViewPr>
    <p:cSldViewPr>
      <p:cViewPr>
        <p:scale>
          <a:sx n="200" d="100"/>
          <a:sy n="200" d="100"/>
        </p:scale>
        <p:origin x="384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45174</TotalTime>
  <Words>689</Words>
  <Application>Microsoft Macintosh PowerPoint</Application>
  <PresentationFormat>화면 슬라이드 쇼(16:9)</PresentationFormat>
  <Paragraphs>168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CUDA Container OCI Runtime Spec</vt:lpstr>
      <vt:lpstr>CUDA Container Init</vt:lpstr>
      <vt:lpstr>CUDA Container Stack</vt:lpstr>
      <vt:lpstr>PowerPoint 프레젠테이션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5979</cp:revision>
  <dcterms:created xsi:type="dcterms:W3CDTF">2006-10-05T04:04:58Z</dcterms:created>
  <dcterms:modified xsi:type="dcterms:W3CDTF">2026-02-23T15:48:15Z</dcterms:modified>
</cp:coreProperties>
</file>
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436" r:id="rId2"/>
    <p:sldId id="435" r:id="rId3"/>
    <p:sldId id="434" r:id="rId4"/>
    <p:sldId id="426" r:id="rId5"/>
    <p:sldId id="437" r:id="rId6"/>
    <p:sldId id="428" r:id="rId7"/>
    <p:sldId id="427" r:id="rId8"/>
    <p:sldId id="422" r:id="rId9"/>
    <p:sldId id="433" r:id="rId10"/>
    <p:sldId id="432" r:id="rId11"/>
    <p:sldId id="429" r:id="rId12"/>
    <p:sldId id="430" r:id="rId13"/>
    <p:sldId id="431" r:id="rId1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79" autoAdjust="0"/>
    <p:restoredTop sz="87440" autoAdjust="0"/>
  </p:normalViewPr>
  <p:slideViewPr>
    <p:cSldViewPr>
      <p:cViewPr>
        <p:scale>
          <a:sx n="197" d="100"/>
          <a:sy n="197" d="100"/>
        </p:scale>
        <p:origin x="552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856434" y="4243753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252478" y="4547630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851920" y="3166150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70382" y="4253066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22005" y="3535061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22000" y="2517247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856429" y="214833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4778229" y="2516062"/>
            <a:ext cx="2731142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Execute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4951288" y="3533577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pPr algn="ctr"/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1009820" y="2796543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>
                <a:solidFill>
                  <a:schemeClr val="tx1"/>
                </a:solidFill>
              </a:rPr>
              <a:t>Container</a:t>
            </a:r>
            <a:endParaRPr lang="en-US" altLang="ko-KR" sz="1050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2053009" y="1855791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5082692" y="242919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5082692" y="34418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722125" y="448132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192483" y="3385626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567011" y="2228547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722125" y="20328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1788388" y="4606536"/>
            <a:ext cx="2092741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Bind mount GPU device file </a:t>
            </a:r>
            <a:br>
              <a:rPr lang="en-US" altLang="ko-KR" sz="1000" i="1"/>
            </a:br>
            <a:r>
              <a:rPr lang="en-US" altLang="ko-KR" sz="1000" i="1"/>
              <a:t>and CUDA libraries/tools,</a:t>
            </a:r>
          </a:p>
          <a:p>
            <a:pPr algn="ctr"/>
            <a:r>
              <a:rPr lang="en-US" altLang="ko-KR" sz="1000" i="1"/>
              <a:t>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168801" y="2141546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87571" y="2326002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592090" y="2326002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70382" y="2332793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701489" y="2858699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839391" y="2750516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387043" y="2430592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722125" y="23934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944907" y="2623098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856429" y="1135907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222000" y="1504818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851920" y="12347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containerd/dockerd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217491" y="492389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583062" y="307934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1009820" y="123478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ctr/docker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930944" y="307934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782414" y="18595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668514" y="515722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create container</a:t>
            </a:r>
          </a:p>
          <a:p>
            <a:pPr algn="ctr"/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329612" y="123478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OCI Runtime Config</a:t>
            </a:r>
          </a:p>
          <a:p>
            <a:pPr algn="ctr"/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447562" y="18595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061641" y="488750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Execute to</a:t>
            </a:r>
          </a:p>
          <a:p>
            <a:pPr algn="ctr"/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5091009" y="41147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587571" y="1320363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329612" y="1143408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Modify OCI Runtime Config</a:t>
            </a:r>
          </a:p>
          <a:p>
            <a:pPr algn="ctr"/>
            <a:r>
              <a:rPr lang="en-US" altLang="ko-KR" sz="1000" i="1"/>
              <a:t>with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456580" y="11977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061641" y="1498783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Execute to</a:t>
            </a:r>
          </a:p>
          <a:p>
            <a:pPr algn="ctr"/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5091009" y="142150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677574" y="4481330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677574" y="2397827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1072006" y="344847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1027455" y="3452817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45532</TotalTime>
  <Words>1291</Words>
  <Application>Microsoft Macintosh PowerPoint</Application>
  <PresentationFormat>화면 슬라이드 쇼(16:9)</PresentationFormat>
  <Paragraphs>320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OCI Runtime Spec</vt:lpstr>
      <vt:lpstr>PowerPoint 프레젠테이션</vt:lpstr>
      <vt:lpstr>CUDA Container Stack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6059</cp:revision>
  <dcterms:created xsi:type="dcterms:W3CDTF">2006-10-05T04:04:58Z</dcterms:created>
  <dcterms:modified xsi:type="dcterms:W3CDTF">2026-03-01T07:39:16Z</dcterms:modified>
</cp:coreProperties>
</file>
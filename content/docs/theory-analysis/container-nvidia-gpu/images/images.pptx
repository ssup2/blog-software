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36" r:id="rId2"/>
    <p:sldId id="435" r:id="rId3"/>
    <p:sldId id="438" r:id="rId4"/>
    <p:sldId id="426" r:id="rId5"/>
    <p:sldId id="434" r:id="rId6"/>
    <p:sldId id="437" r:id="rId7"/>
    <p:sldId id="428" r:id="rId8"/>
    <p:sldId id="427" r:id="rId9"/>
    <p:sldId id="422" r:id="rId10"/>
    <p:sldId id="433" r:id="rId11"/>
    <p:sldId id="432" r:id="rId12"/>
    <p:sldId id="429" r:id="rId13"/>
    <p:sldId id="430" r:id="rId14"/>
    <p:sldId id="431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79" autoAdjust="0"/>
    <p:restoredTop sz="87440" autoAdjust="0"/>
  </p:normalViewPr>
  <p:slideViewPr>
    <p:cSldViewPr>
      <p:cViewPr>
        <p:scale>
          <a:sx n="200" d="100"/>
          <a:sy n="200" d="100"/>
        </p:scale>
        <p:origin x="432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43953" y="3313618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39728405-1F1D-A18A-A2F5-D12C37051CB4}"/>
              </a:ext>
            </a:extLst>
          </p:cNvPr>
          <p:cNvSpPr/>
          <p:nvPr/>
        </p:nvSpPr>
        <p:spPr>
          <a:xfrm>
            <a:off x="1043953" y="280889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45699</TotalTime>
  <Words>1416</Words>
  <Application>Microsoft Macintosh PowerPoint</Application>
  <PresentationFormat>화면 슬라이드 쇼(16:9)</PresentationFormat>
  <Paragraphs>353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PowerPoint 프레젠테이션</vt:lpstr>
      <vt:lpstr>CUDA Container OCI Runtime Spec</vt:lpstr>
      <vt:lpstr>CUDA Container Stack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6086</cp:revision>
  <dcterms:created xsi:type="dcterms:W3CDTF">2006-10-05T04:04:58Z</dcterms:created>
  <dcterms:modified xsi:type="dcterms:W3CDTF">2026-03-01T10:25:56Z</dcterms:modified>
</cp:coreProperties>
</file>
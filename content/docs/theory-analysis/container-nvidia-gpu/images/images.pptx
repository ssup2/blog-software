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428" r:id="rId2"/>
    <p:sldId id="427" r:id="rId3"/>
    <p:sldId id="422" r:id="rId4"/>
    <p:sldId id="426" r:id="rId5"/>
    <p:sldId id="433" r:id="rId6"/>
    <p:sldId id="432" r:id="rId7"/>
    <p:sldId id="429" r:id="rId8"/>
    <p:sldId id="430" r:id="rId9"/>
    <p:sldId id="431" r:id="rId10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08" autoAdjust="0"/>
    <p:restoredTop sz="87360" autoAdjust="0"/>
  </p:normalViewPr>
  <p:slideViewPr>
    <p:cSldViewPr>
      <p:cViewPr varScale="1">
        <p:scale>
          <a:sx n="209" d="100"/>
          <a:sy n="209" d="100"/>
        </p:scale>
        <p:origin x="192" y="99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6C4D-EFC4-3AFC-1CD9-94393678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C8D6C7-9AA7-D495-22CB-42E3FC3EB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A1329-14DA-7F21-F73B-DEEEF4F9A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DCCFE-57A4-D3EB-155D-B47E9FBF8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4603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627784" y="259255"/>
            <a:ext cx="403244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docker run --gpu all nvidia/cuda:9.0-base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"NVIDIA_VISIBLE_DEVICES=GPU-5a270e58-abc7-d55b-a94f-54d410c1dfe2,GPU-9de66fe4-2a8b-4a2b-36bc-d61c165db7d8",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“NVIDIA_DRIVER_CAPABILITIES=</a:t>
            </a:r>
            <a:r>
              <a:rPr lang="en-US" altLang="ko-KR" sz="1100" kern="0" dirty="0" err="1">
                <a:cs typeface="Al Bayan Plain" pitchFamily="2" charset="-78"/>
              </a:rPr>
              <a:t>compute,utility</a:t>
            </a:r>
            <a:r>
              <a:rPr lang="en-US" altLang="ko-KR" sz="1100" kern="0" dirty="0">
                <a:cs typeface="Al Bayan Plain" pitchFamily="2" charset="-78"/>
              </a:rPr>
              <a:t>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"NV_CUDA_CUDART_VERSION=11.8.89-1",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"CUDA_VERSION=11.8.0”,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"LD_LIBRARY_PATH=/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/lib:/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/lib64"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B0BA-68D1-BD3C-3458-09E9ACE5C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74CC4-DE60-A510-3813-8C0BD405B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022E7F7-C9AC-F290-1424-37425B5839E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632F3FB-7B22-D451-5B4D-B7281CE5B4AA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5C919B-0EDF-3301-DFC5-8C1EF831E09C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7853DE0-49D2-11AD-A222-5CDD76CD3A39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377665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45174</TotalTime>
  <Words>847</Words>
  <Application>Microsoft Macintosh PowerPoint</Application>
  <PresentationFormat>화면 슬라이드 쇼(16:9)</PresentationFormat>
  <Paragraphs>192</Paragraphs>
  <Slides>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Al Bayan Plain</vt:lpstr>
      <vt:lpstr>Arial</vt:lpstr>
      <vt:lpstr>Office 테마</vt:lpstr>
      <vt:lpstr>CUDA Container OCI Runtime Spec</vt:lpstr>
      <vt:lpstr>CUDA Container Init</vt:lpstr>
      <vt:lpstr>CUDA Container Stack</vt:lpstr>
      <vt:lpstr>PowerPoint 프레젠테이션</vt:lpstr>
      <vt:lpstr>CUDA Container OCI Runtime Spec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5984</cp:revision>
  <dcterms:created xsi:type="dcterms:W3CDTF">2006-10-05T04:04:58Z</dcterms:created>
  <dcterms:modified xsi:type="dcterms:W3CDTF">2026-02-23T16:40:35Z</dcterms:modified>
</cp:coreProperties>
</file>
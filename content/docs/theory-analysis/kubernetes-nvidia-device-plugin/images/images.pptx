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446" r:id="rId2"/>
    <p:sldId id="431" r:id="rId3"/>
    <p:sldId id="441" r:id="rId4"/>
    <p:sldId id="447" r:id="rId5"/>
    <p:sldId id="449" r:id="rId6"/>
    <p:sldId id="450" r:id="rId7"/>
    <p:sldId id="434" r:id="rId8"/>
    <p:sldId id="451" r:id="rId9"/>
    <p:sldId id="452" r:id="rId10"/>
    <p:sldId id="453" r:id="rId11"/>
    <p:sldId id="454" r:id="rId12"/>
    <p:sldId id="455" r:id="rId13"/>
    <p:sldId id="456" r:id="rId14"/>
    <p:sldId id="444" r:id="rId15"/>
    <p:sldId id="439" r:id="rId16"/>
    <p:sldId id="445" r:id="rId17"/>
    <p:sldId id="440" r:id="rId18"/>
    <p:sldId id="438" r:id="rId19"/>
    <p:sldId id="442" r:id="rId20"/>
    <p:sldId id="435" r:id="rId21"/>
    <p:sldId id="436" r:id="rId22"/>
    <p:sldId id="422" r:id="rId2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9" autoAdjust="0"/>
    <p:restoredTop sz="87440" autoAdjust="0"/>
  </p:normalViewPr>
  <p:slideViewPr>
    <p:cSldViewPr>
      <p:cViewPr>
        <p:scale>
          <a:sx n="200" d="100"/>
          <a:sy n="200" d="100"/>
        </p:scale>
        <p:origin x="144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E74B-9890-775F-94CE-00C5C8F4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67A88-D5C3-C719-0CBB-D99E577E1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8DF26E-0B65-6593-A23B-D766DE9A0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CF2583-FB79-043A-0679-51E43BF04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0C85-0C63-6A18-36A4-52FD61BC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AD6EE-D317-6C36-1737-491EF5AAF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53CBE6-E3B9-9056-42E3-5A485BC6A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216978-7DD5-028D-14AE-056463704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52D6D-69EF-4F26-6BB6-C4D931EC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05C230-9A90-AB6E-07E2-9DE2E2A70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18BD0-4BD0-BEB2-62B7-5865ABF08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9F88-4D83-AD78-B0F7-71B3B4B1CD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62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F0BB-4789-9583-D82C-C1ECF31FC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4DFB5-0FB0-A3F1-2DC9-47E88D318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F9F5F-CB20-6025-2B5A-B14981C50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B55DBB-94C6-008D-D5BB-61632D6CA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D507E-F1D8-E498-070D-5EF5DE64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894FD-74CB-ABC1-68B9-6228DA6EE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AB0614-C0AC-EDC0-ECB8-E70E7707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EEF62-1E9A-F618-A477-A32BD430D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93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B570-0CAA-5CDC-A2CB-31465FFE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920414-0488-BEA2-EFDE-FC66CB0A6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F00263-1C0C-694F-3C31-BAC8ECE6F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C7F48F-4A3E-E02F-3086-9ADE94220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883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A66E-169F-E873-FDBF-F048D384F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2A1C8-7789-02B8-D1B2-FE1C75A4C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319D5B-0C6B-2C91-0C5B-79F40E38E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E98D-5771-2EB5-99D1-0F63D5029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5144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F8F0E-3CCF-20B6-54DC-15F5AD0C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A106F1-64D6-4171-B547-4BEE7BBC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5CA7-AA28-3A8B-2A63-AA5BFCBF8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499BBB-5939-CCB4-9B02-7ED7FF98D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9909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E25E-7BD2-ACD6-5AB0-AC486AE4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35C8DC-C250-78E5-7D2A-6908AD64C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9D31D9-5998-B5C1-9246-B620DE3B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5E25C1-5AA0-1ED2-BC15-86A1A72ED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954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CC7A-B1ED-4A83-8124-AD0236B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A1D99E2D-D825-1D83-632D-CDA2B6204CA7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CE9EAD89-7B67-9A81-1369-0ADAC44A19C5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340282-E1AD-9049-D988-D7109276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AF2F1BAB-5252-697F-07F2-BE648D66DFD8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9896A-4AEF-62B3-5D7E-4C627BA63DB0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CC530F5-67BC-E7FD-0F82-8AB1444F722C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F9BF4FD5-A5E6-FBC0-B39D-59867CA9A8D4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840AF672-1201-6484-FE7C-DEAA62DA48E1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04E2DAFD-A1E9-0FDD-583C-2C484C7B5937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D5C85783-4ECD-7D0C-59F7-FB6D6EECE416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75A1F31-4C4E-7924-F26E-EAD757D22ABF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695C1BB4-A5CE-716D-FFE4-5BE9F60DAB3E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E5BA00-9737-9709-790A-AD8A181FF779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E8D85B0-A013-ED78-4225-3046FE75504E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155867F-CFFA-23F8-756E-D1E65E845EC3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BB235DA-57EE-016A-A747-A680AB4C4261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2340383E-6533-BA55-31E0-A30F863C2ADF}"/>
              </a:ext>
            </a:extLst>
          </p:cNvPr>
          <p:cNvSpPr/>
          <p:nvPr/>
        </p:nvSpPr>
        <p:spPr>
          <a:xfrm>
            <a:off x="1110454" y="3003798"/>
            <a:ext cx="5045722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EF5218CA-055F-82B1-A06F-4C34D1428BF2}"/>
              </a:ext>
            </a:extLst>
          </p:cNvPr>
          <p:cNvSpPr/>
          <p:nvPr/>
        </p:nvSpPr>
        <p:spPr>
          <a:xfrm>
            <a:off x="1209844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D5519D8-8350-36B2-1316-749DE094A5A2}"/>
              </a:ext>
            </a:extLst>
          </p:cNvPr>
          <p:cNvSpPr/>
          <p:nvPr/>
        </p:nvSpPr>
        <p:spPr>
          <a:xfrm>
            <a:off x="2469823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04BEAD9-ECEA-0563-E388-3DB7426AAA67}"/>
              </a:ext>
            </a:extLst>
          </p:cNvPr>
          <p:cNvSpPr/>
          <p:nvPr/>
        </p:nvSpPr>
        <p:spPr>
          <a:xfrm>
            <a:off x="3729801" y="3544142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9D5C866-6698-BBE8-D698-FDCDBDD73BC8}"/>
              </a:ext>
            </a:extLst>
          </p:cNvPr>
          <p:cNvSpPr/>
          <p:nvPr/>
        </p:nvSpPr>
        <p:spPr>
          <a:xfrm>
            <a:off x="4989780" y="3544142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B675BE5-DBE8-9C6D-F94A-0BF135A47C15}"/>
              </a:ext>
            </a:extLst>
          </p:cNvPr>
          <p:cNvSpPr/>
          <p:nvPr/>
        </p:nvSpPr>
        <p:spPr>
          <a:xfrm>
            <a:off x="1205028" y="307889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D1550F7-4372-0DDF-285E-FF89B2FB4D9E}"/>
              </a:ext>
            </a:extLst>
          </p:cNvPr>
          <p:cNvSpPr txBox="1"/>
          <p:nvPr/>
        </p:nvSpPr>
        <p:spPr>
          <a:xfrm>
            <a:off x="3178253" y="3023958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53A3ADFD-EA35-8514-CEA2-A0F6D5E6973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2180084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A1FD4408-B6DB-382B-0C61-A9CABD05F03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2189929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38921CEE-83D1-1F5F-140A-8E6570B7F8F8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CED100-0E72-0320-4748-F114FAD94DC5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859026-8E74-462E-FE94-60C655FA78F2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48D47D4F-066F-17EE-59A0-E7D547AAA823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>
            <a:off x="1584555" y="2650410"/>
            <a:ext cx="16395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4D681B52-0085-F594-6205-CB864E97F000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>
            <a:off x="3007252" y="2660254"/>
            <a:ext cx="1237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1C318DF2-9EAC-04A1-5504-07E34EB4CED6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>
            <a:off x="4208786" y="2660254"/>
            <a:ext cx="596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BA6DEDD9-C3A1-F531-0F81-3EA52CC4C4D5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5528446" y="2168302"/>
            <a:ext cx="136722" cy="1375840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70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6FF2-CECF-5A7E-62A1-09AB8271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BB183E9-4A6C-89A5-C040-D8DBFCCCBDF9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8CCE502-52C7-3663-2ED7-D0FACDF4C65C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98FD32B-CF5A-050A-CEFD-E8F041DA5A34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69EA95-56F1-F30B-1E36-A10E0F712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B6C6839-2433-2E39-232F-C4852F0EB564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7E91E61-CF80-963B-B80E-4C0F74D2D3BB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631F9CB3-DA5B-834F-A70F-936D190772A7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B608FFBC-72A4-960F-DC80-3A9D0901ADFB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CA85E9DB-3ADE-4BC3-75A3-413BE3DD5668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BEB590A-5020-46F7-7741-393B32F3636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1C6EE609-AE1C-D6E8-DA36-9EE318769824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36B01A24-8E1C-0CF3-24E8-A1FBFC93A551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722717E2-10B4-371B-19ED-895DD6816C1E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B5B78F5-8BAE-547C-1945-8583FEEEEF5F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66EAB6-DA9D-3656-7003-234C8EFE5694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003B70B6-81D5-FD38-2F78-20BDD883F8B3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992A7B4-CE46-741A-B342-2763F8BF1CE2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D0E7D15F-A48A-4D54-4960-FBB096B5CC20}"/>
              </a:ext>
            </a:extLst>
          </p:cNvPr>
          <p:cNvSpPr/>
          <p:nvPr/>
        </p:nvSpPr>
        <p:spPr>
          <a:xfrm>
            <a:off x="360495" y="2782380"/>
            <a:ext cx="2577504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B7E8882-F6CF-BBB4-819E-B22AB11EF023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1D87642-8145-84CE-8D1B-F6FD2060B37A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156C602-3756-1A87-C959-73A516234CE8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BCFEEE8-9894-C317-6095-766ED4E9DC5C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C1A6527-58EA-3456-0A0B-573355BCC695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7110BCA-E8AE-1C57-054A-B218594297C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DE323E42-0D0F-CDA8-B3F8-F7555D5A3630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EB84EC-F238-A225-346D-7465F03DE5AA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B6811A47-2CFA-546D-000C-F16CBB24359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63BD894B-AC59-BEBF-ABD8-0ADE1B8C83F4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9841D8AA-78D7-B8CC-CBB5-BFFFED1A791B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668D930B-9270-F7A9-371B-EDC27FE9049C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364F56B-A63A-BD5E-D87C-7848496888A8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1D6834-2F15-A49A-1EC0-F6FA1A5EA25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9849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F3A9-3B54-6EB7-8DE9-A33F5B02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D1B21BD3-EC58-BA14-3238-E3C4CFDD868E}"/>
              </a:ext>
            </a:extLst>
          </p:cNvPr>
          <p:cNvSpPr/>
          <p:nvPr/>
        </p:nvSpPr>
        <p:spPr>
          <a:xfrm>
            <a:off x="79917" y="2533894"/>
            <a:ext cx="3734722" cy="117671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B1A4230A-C69F-650B-00D9-2FCFF54E9324}"/>
              </a:ext>
            </a:extLst>
          </p:cNvPr>
          <p:cNvSpPr/>
          <p:nvPr/>
        </p:nvSpPr>
        <p:spPr>
          <a:xfrm>
            <a:off x="213830" y="3080850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CB1C715-82F0-8647-AFFD-8F4FC73A6237}"/>
              </a:ext>
            </a:extLst>
          </p:cNvPr>
          <p:cNvSpPr/>
          <p:nvPr/>
        </p:nvSpPr>
        <p:spPr>
          <a:xfrm>
            <a:off x="1429521" y="3080850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4593EA9-CEA0-FAAE-C75C-84D6B356315B}"/>
              </a:ext>
            </a:extLst>
          </p:cNvPr>
          <p:cNvSpPr/>
          <p:nvPr/>
        </p:nvSpPr>
        <p:spPr>
          <a:xfrm>
            <a:off x="213831" y="2608988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A9CF1F-A15F-339E-BC0C-5A8A482C5CE2}"/>
              </a:ext>
            </a:extLst>
          </p:cNvPr>
          <p:cNvSpPr txBox="1"/>
          <p:nvPr/>
        </p:nvSpPr>
        <p:spPr>
          <a:xfrm>
            <a:off x="903503" y="2560404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8B2BBAD-F6C2-70CB-AAF0-F6C50F20642F}"/>
              </a:ext>
            </a:extLst>
          </p:cNvPr>
          <p:cNvSpPr/>
          <p:nvPr/>
        </p:nvSpPr>
        <p:spPr>
          <a:xfrm>
            <a:off x="79917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5D316C-18E5-A282-0A53-0980DC3D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7669C2EE-3F09-AAC8-35EE-C400C748321C}"/>
              </a:ext>
            </a:extLst>
          </p:cNvPr>
          <p:cNvSpPr/>
          <p:nvPr/>
        </p:nvSpPr>
        <p:spPr>
          <a:xfrm>
            <a:off x="129678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C9A6AB1-1E62-353E-83A4-376BF6BA735F}"/>
              </a:ext>
            </a:extLst>
          </p:cNvPr>
          <p:cNvSpPr/>
          <p:nvPr/>
        </p:nvSpPr>
        <p:spPr>
          <a:xfrm>
            <a:off x="21552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3D67C98B-E5FB-0514-A6E6-8187282602BB}"/>
              </a:ext>
            </a:extLst>
          </p:cNvPr>
          <p:cNvSpPr/>
          <p:nvPr/>
        </p:nvSpPr>
        <p:spPr>
          <a:xfrm>
            <a:off x="215523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17BF1A4-5E40-D74F-66CE-8FE74C557D62}"/>
              </a:ext>
            </a:extLst>
          </p:cNvPr>
          <p:cNvSpPr/>
          <p:nvPr/>
        </p:nvSpPr>
        <p:spPr>
          <a:xfrm>
            <a:off x="215523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D16E0A9F-4794-8E22-0A7D-A9B778DF3204}"/>
              </a:ext>
            </a:extLst>
          </p:cNvPr>
          <p:cNvSpPr/>
          <p:nvPr/>
        </p:nvSpPr>
        <p:spPr>
          <a:xfrm>
            <a:off x="4057494" y="2540715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 (DaemonSet)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FC8AD81-C9BE-BE52-4C83-C056E89AC358}"/>
              </a:ext>
            </a:extLst>
          </p:cNvPr>
          <p:cNvSpPr/>
          <p:nvPr/>
        </p:nvSpPr>
        <p:spPr>
          <a:xfrm>
            <a:off x="4133845" y="2830537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53E3247-B20C-8837-A605-5B6A035B7AD7}"/>
              </a:ext>
            </a:extLst>
          </p:cNvPr>
          <p:cNvSpPr/>
          <p:nvPr/>
        </p:nvSpPr>
        <p:spPr>
          <a:xfrm>
            <a:off x="1244690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8B699257-EF13-20E1-1992-8D3DB1652E5F}"/>
              </a:ext>
            </a:extLst>
          </p:cNvPr>
          <p:cNvSpPr/>
          <p:nvPr/>
        </p:nvSpPr>
        <p:spPr>
          <a:xfrm>
            <a:off x="2629265" y="2607043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/run/nvidia</a:t>
            </a:r>
            <a:br>
              <a:rPr lang="en-US" altLang="ko-KR" sz="900"/>
            </a:br>
            <a:r>
              <a:rPr lang="en-US" altLang="ko-KR" sz="900"/>
              <a:t>/mps</a:t>
            </a:r>
            <a:endParaRPr lang="en-US" altLang="ko-KR" sz="900" dirty="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676F65D6-3341-6283-D857-8557B2750927}"/>
              </a:ext>
            </a:extLst>
          </p:cNvPr>
          <p:cNvSpPr/>
          <p:nvPr/>
        </p:nvSpPr>
        <p:spPr>
          <a:xfrm>
            <a:off x="4368671" y="4221573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/mps/nvidia.com/gpu.shared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6EEA76CC-7822-C470-32C8-226EA9D2DC49}"/>
              </a:ext>
            </a:extLst>
          </p:cNvPr>
          <p:cNvSpPr/>
          <p:nvPr/>
        </p:nvSpPr>
        <p:spPr>
          <a:xfrm>
            <a:off x="4212915" y="3080850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mps-control-daemon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DDD93E1F-A691-B747-71C9-0AD17F3D1834}"/>
              </a:ext>
            </a:extLst>
          </p:cNvPr>
          <p:cNvSpPr/>
          <p:nvPr/>
        </p:nvSpPr>
        <p:spPr>
          <a:xfrm>
            <a:off x="4368671" y="3651211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nvidia-cuda-mps-control -d</a:t>
            </a:r>
            <a:endParaRPr lang="en-US" altLang="ko-KR" sz="9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363A214-04F7-52EA-C015-82D106ADFB78}"/>
              </a:ext>
            </a:extLst>
          </p:cNvPr>
          <p:cNvSpPr/>
          <p:nvPr/>
        </p:nvSpPr>
        <p:spPr>
          <a:xfrm>
            <a:off x="5428704" y="3076223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nvidia-cuda-mps-server</a:t>
            </a:r>
            <a:endParaRPr lang="en-US" altLang="ko-KR" sz="9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D999C206-C6C8-24CC-4D74-F0A6355E11C4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280488" y="1712247"/>
            <a:ext cx="84714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B5EC87A7-0798-F2A2-8B12-B00E3466041B}"/>
              </a:ext>
            </a:extLst>
          </p:cNvPr>
          <p:cNvCxnSpPr>
            <a:cxnSpLocks/>
            <a:endCxn id="28" idx="0"/>
          </p:cNvCxnSpPr>
          <p:nvPr/>
        </p:nvCxnSpPr>
        <p:spPr>
          <a:xfrm flipH="1">
            <a:off x="1365202" y="1712247"/>
            <a:ext cx="5367389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E98C4E99-8FFE-F0C9-461A-CED618C72B20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795071" y="2182573"/>
            <a:ext cx="1372860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CE6D9B08-46D7-9E97-5860-F16091FDF475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167931" y="2990271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C6EF735-7684-2915-622A-673B65C2E37F}"/>
              </a:ext>
            </a:extLst>
          </p:cNvPr>
          <p:cNvSpPr txBox="1"/>
          <p:nvPr/>
        </p:nvSpPr>
        <p:spPr>
          <a:xfrm>
            <a:off x="2627405" y="2978233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5BB82B7-25ED-14D2-85EF-AE72233292E2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677206" y="2182573"/>
            <a:ext cx="86826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B625D5A1-C6BE-411F-297F-053225C0CDE7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767753" y="3464078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70182AC1-A01B-13BE-DCAC-21E58D3E5A10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381259" y="3459451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C4359D9B-A6C1-404E-7E47-26F45D779FC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381259" y="4034439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사각형: 둥근 모서리 114">
            <a:extLst>
              <a:ext uri="{FF2B5EF4-FFF2-40B4-BE49-F238E27FC236}">
                <a16:creationId xmlns:a16="http://schemas.microsoft.com/office/drawing/2014/main" id="{AF43CD39-0E55-586B-7667-80C24BE3A447}"/>
              </a:ext>
            </a:extLst>
          </p:cNvPr>
          <p:cNvSpPr/>
          <p:nvPr/>
        </p:nvSpPr>
        <p:spPr>
          <a:xfrm>
            <a:off x="2577644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9" name="사각형: 둥근 모서리 114">
            <a:extLst>
              <a:ext uri="{FF2B5EF4-FFF2-40B4-BE49-F238E27FC236}">
                <a16:creationId xmlns:a16="http://schemas.microsoft.com/office/drawing/2014/main" id="{2C11317C-862D-4D9C-A010-C4F8A4BED8CD}"/>
              </a:ext>
            </a:extLst>
          </p:cNvPr>
          <p:cNvSpPr/>
          <p:nvPr/>
        </p:nvSpPr>
        <p:spPr>
          <a:xfrm>
            <a:off x="2627405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0" name="사각형: 둥근 모서리 114">
            <a:extLst>
              <a:ext uri="{FF2B5EF4-FFF2-40B4-BE49-F238E27FC236}">
                <a16:creationId xmlns:a16="http://schemas.microsoft.com/office/drawing/2014/main" id="{2A5AB734-DBA3-DFAA-533A-34F9CC5850AC}"/>
              </a:ext>
            </a:extLst>
          </p:cNvPr>
          <p:cNvSpPr/>
          <p:nvPr/>
        </p:nvSpPr>
        <p:spPr>
          <a:xfrm>
            <a:off x="2713251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1" name="사각형: 둥근 모서리 114">
            <a:extLst>
              <a:ext uri="{FF2B5EF4-FFF2-40B4-BE49-F238E27FC236}">
                <a16:creationId xmlns:a16="http://schemas.microsoft.com/office/drawing/2014/main" id="{F97D9350-C577-C570-6723-9BB54ABBAB13}"/>
              </a:ext>
            </a:extLst>
          </p:cNvPr>
          <p:cNvSpPr/>
          <p:nvPr/>
        </p:nvSpPr>
        <p:spPr>
          <a:xfrm>
            <a:off x="2713250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2" name="사각형: 둥근 모서리 114">
            <a:extLst>
              <a:ext uri="{FF2B5EF4-FFF2-40B4-BE49-F238E27FC236}">
                <a16:creationId xmlns:a16="http://schemas.microsoft.com/office/drawing/2014/main" id="{A207F854-372F-0C30-937D-CDD27E622A7E}"/>
              </a:ext>
            </a:extLst>
          </p:cNvPr>
          <p:cNvSpPr/>
          <p:nvPr/>
        </p:nvSpPr>
        <p:spPr>
          <a:xfrm>
            <a:off x="2713250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3" name="사각형: 둥근 모서리 114">
            <a:extLst>
              <a:ext uri="{FF2B5EF4-FFF2-40B4-BE49-F238E27FC236}">
                <a16:creationId xmlns:a16="http://schemas.microsoft.com/office/drawing/2014/main" id="{70CEEA75-A6F0-9296-1774-FD90F1BED56C}"/>
              </a:ext>
            </a:extLst>
          </p:cNvPr>
          <p:cNvSpPr/>
          <p:nvPr/>
        </p:nvSpPr>
        <p:spPr>
          <a:xfrm>
            <a:off x="3742417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194" name="사각형: 둥근 모서리 114">
            <a:extLst>
              <a:ext uri="{FF2B5EF4-FFF2-40B4-BE49-F238E27FC236}">
                <a16:creationId xmlns:a16="http://schemas.microsoft.com/office/drawing/2014/main" id="{3891D269-820B-A52D-1F55-D2B2D12544A2}"/>
              </a:ext>
            </a:extLst>
          </p:cNvPr>
          <p:cNvSpPr/>
          <p:nvPr/>
        </p:nvSpPr>
        <p:spPr>
          <a:xfrm>
            <a:off x="5076056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5" name="사각형: 둥근 모서리 114">
            <a:extLst>
              <a:ext uri="{FF2B5EF4-FFF2-40B4-BE49-F238E27FC236}">
                <a16:creationId xmlns:a16="http://schemas.microsoft.com/office/drawing/2014/main" id="{E55EF9DE-BE8E-4FC9-FD1D-2C77736BDAB1}"/>
              </a:ext>
            </a:extLst>
          </p:cNvPr>
          <p:cNvSpPr/>
          <p:nvPr/>
        </p:nvSpPr>
        <p:spPr>
          <a:xfrm>
            <a:off x="5125817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6" name="사각형: 둥근 모서리 114">
            <a:extLst>
              <a:ext uri="{FF2B5EF4-FFF2-40B4-BE49-F238E27FC236}">
                <a16:creationId xmlns:a16="http://schemas.microsoft.com/office/drawing/2014/main" id="{4611A614-6569-29D8-0A34-8F4F120BD670}"/>
              </a:ext>
            </a:extLst>
          </p:cNvPr>
          <p:cNvSpPr/>
          <p:nvPr/>
        </p:nvSpPr>
        <p:spPr>
          <a:xfrm>
            <a:off x="5211663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7" name="사각형: 둥근 모서리 114">
            <a:extLst>
              <a:ext uri="{FF2B5EF4-FFF2-40B4-BE49-F238E27FC236}">
                <a16:creationId xmlns:a16="http://schemas.microsoft.com/office/drawing/2014/main" id="{F5DAE0EE-EB9F-D2A3-93D6-22BAEE7A8D27}"/>
              </a:ext>
            </a:extLst>
          </p:cNvPr>
          <p:cNvSpPr/>
          <p:nvPr/>
        </p:nvSpPr>
        <p:spPr>
          <a:xfrm>
            <a:off x="5211662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8" name="사각형: 둥근 모서리 114">
            <a:extLst>
              <a:ext uri="{FF2B5EF4-FFF2-40B4-BE49-F238E27FC236}">
                <a16:creationId xmlns:a16="http://schemas.microsoft.com/office/drawing/2014/main" id="{39BA9158-B82C-5320-B10C-DF4548B5D442}"/>
              </a:ext>
            </a:extLst>
          </p:cNvPr>
          <p:cNvSpPr/>
          <p:nvPr/>
        </p:nvSpPr>
        <p:spPr>
          <a:xfrm>
            <a:off x="5211662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9" name="사각형: 둥근 모서리 114">
            <a:extLst>
              <a:ext uri="{FF2B5EF4-FFF2-40B4-BE49-F238E27FC236}">
                <a16:creationId xmlns:a16="http://schemas.microsoft.com/office/drawing/2014/main" id="{A665D701-0908-5C9E-2F48-A045066D0D8B}"/>
              </a:ext>
            </a:extLst>
          </p:cNvPr>
          <p:cNvSpPr/>
          <p:nvPr/>
        </p:nvSpPr>
        <p:spPr>
          <a:xfrm>
            <a:off x="6240829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cxnSp>
        <p:nvCxnSpPr>
          <p:cNvPr id="200" name="직선 연결선 17">
            <a:extLst>
              <a:ext uri="{FF2B5EF4-FFF2-40B4-BE49-F238E27FC236}">
                <a16:creationId xmlns:a16="http://schemas.microsoft.com/office/drawing/2014/main" id="{82FC1480-5555-D475-56BD-106F899EE9A3}"/>
              </a:ext>
            </a:extLst>
          </p:cNvPr>
          <p:cNvCxnSpPr>
            <a:cxnSpLocks/>
            <a:stCxn id="191" idx="2"/>
            <a:endCxn id="28" idx="0"/>
          </p:cNvCxnSpPr>
          <p:nvPr/>
        </p:nvCxnSpPr>
        <p:spPr>
          <a:xfrm flipH="1">
            <a:off x="1365202" y="1712247"/>
            <a:ext cx="241301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직선 연결선 17">
            <a:extLst>
              <a:ext uri="{FF2B5EF4-FFF2-40B4-BE49-F238E27FC236}">
                <a16:creationId xmlns:a16="http://schemas.microsoft.com/office/drawing/2014/main" id="{5EC3D497-1951-C61E-F397-9ACCF47C4394}"/>
              </a:ext>
            </a:extLst>
          </p:cNvPr>
          <p:cNvCxnSpPr>
            <a:cxnSpLocks/>
            <a:stCxn id="193" idx="2"/>
            <a:endCxn id="67" idx="0"/>
          </p:cNvCxnSpPr>
          <p:nvPr/>
        </p:nvCxnSpPr>
        <p:spPr>
          <a:xfrm flipH="1">
            <a:off x="3167931" y="2182573"/>
            <a:ext cx="1124867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17">
            <a:extLst>
              <a:ext uri="{FF2B5EF4-FFF2-40B4-BE49-F238E27FC236}">
                <a16:creationId xmlns:a16="http://schemas.microsoft.com/office/drawing/2014/main" id="{B830C021-788F-3A7B-E685-CFE66874920F}"/>
              </a:ext>
            </a:extLst>
          </p:cNvPr>
          <p:cNvCxnSpPr>
            <a:cxnSpLocks/>
            <a:stCxn id="199" idx="2"/>
          </p:cNvCxnSpPr>
          <p:nvPr/>
        </p:nvCxnSpPr>
        <p:spPr>
          <a:xfrm flipH="1">
            <a:off x="3167931" y="2182573"/>
            <a:ext cx="3623279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연결선 17">
            <a:extLst>
              <a:ext uri="{FF2B5EF4-FFF2-40B4-BE49-F238E27FC236}">
                <a16:creationId xmlns:a16="http://schemas.microsoft.com/office/drawing/2014/main" id="{0E2156C4-3328-D408-4844-F672270F4850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764032" y="2182573"/>
            <a:ext cx="2410901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17">
            <a:extLst>
              <a:ext uri="{FF2B5EF4-FFF2-40B4-BE49-F238E27FC236}">
                <a16:creationId xmlns:a16="http://schemas.microsoft.com/office/drawing/2014/main" id="{E7A5008F-BFFA-6AD6-A149-3A203D48CA81}"/>
              </a:ext>
            </a:extLst>
          </p:cNvPr>
          <p:cNvCxnSpPr>
            <a:cxnSpLocks/>
          </p:cNvCxnSpPr>
          <p:nvPr/>
        </p:nvCxnSpPr>
        <p:spPr>
          <a:xfrm flipH="1">
            <a:off x="1970595" y="2182573"/>
            <a:ext cx="3702750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A3DD0418-7D98-0CFA-1D52-45F50AC54F00}"/>
              </a:ext>
            </a:extLst>
          </p:cNvPr>
          <p:cNvSpPr txBox="1"/>
          <p:nvPr/>
        </p:nvSpPr>
        <p:spPr>
          <a:xfrm>
            <a:off x="7272691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183C2B5-D51E-14F6-72E8-79C71E0B1C44}"/>
              </a:ext>
            </a:extLst>
          </p:cNvPr>
          <p:cNvSpPr txBox="1"/>
          <p:nvPr/>
        </p:nvSpPr>
        <p:spPr>
          <a:xfrm>
            <a:off x="7272691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C3724B-C6B3-2D61-ECC0-EA85D99AFDEA}"/>
              </a:ext>
            </a:extLst>
          </p:cNvPr>
          <p:cNvSpPr txBox="1"/>
          <p:nvPr/>
        </p:nvSpPr>
        <p:spPr>
          <a:xfrm>
            <a:off x="7272691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187939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1890-1803-A08E-17F1-F990F1594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65F7A1F3-8A1A-3FF7-26B1-5136613AF6CF}"/>
              </a:ext>
            </a:extLst>
          </p:cNvPr>
          <p:cNvSpPr/>
          <p:nvPr/>
        </p:nvSpPr>
        <p:spPr>
          <a:xfrm>
            <a:off x="43906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1160C2-C3EB-FC47-1EED-1DAB0E84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D7E37D-8EA3-EAAE-6CB7-3495FE2FDBEA}"/>
              </a:ext>
            </a:extLst>
          </p:cNvPr>
          <p:cNvSpPr/>
          <p:nvPr/>
        </p:nvSpPr>
        <p:spPr>
          <a:xfrm>
            <a:off x="93668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F05ED97-60E2-36FB-FCE4-D902705F8492}"/>
              </a:ext>
            </a:extLst>
          </p:cNvPr>
          <p:cNvSpPr/>
          <p:nvPr/>
        </p:nvSpPr>
        <p:spPr>
          <a:xfrm>
            <a:off x="17951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/nvidia-caps21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3874343-60E0-E89C-D932-118D558CCA10}"/>
              </a:ext>
            </a:extLst>
          </p:cNvPr>
          <p:cNvSpPr/>
          <p:nvPr/>
        </p:nvSpPr>
        <p:spPr>
          <a:xfrm>
            <a:off x="179513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E55AE19-5E07-FC35-F880-DA6C16EFF422}"/>
              </a:ext>
            </a:extLst>
          </p:cNvPr>
          <p:cNvSpPr/>
          <p:nvPr/>
        </p:nvSpPr>
        <p:spPr>
          <a:xfrm>
            <a:off x="179512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D799BD-81DB-F04D-0B51-8E5598EE9006}"/>
              </a:ext>
            </a:extLst>
          </p:cNvPr>
          <p:cNvSpPr txBox="1"/>
          <p:nvPr/>
        </p:nvSpPr>
        <p:spPr>
          <a:xfrm>
            <a:off x="718513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8CF3FC4-65BE-42AC-DB7F-8FA587E0C213}"/>
              </a:ext>
            </a:extLst>
          </p:cNvPr>
          <p:cNvSpPr/>
          <p:nvPr/>
        </p:nvSpPr>
        <p:spPr>
          <a:xfrm>
            <a:off x="179514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E5FB8CF-6186-A03C-C926-F30AA711695B}"/>
              </a:ext>
            </a:extLst>
          </p:cNvPr>
          <p:cNvSpPr/>
          <p:nvPr/>
        </p:nvSpPr>
        <p:spPr>
          <a:xfrm>
            <a:off x="128970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/nvidia-caps22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3D0486A-CFBE-1B8F-2277-0E2BE95BFAE8}"/>
              </a:ext>
            </a:extLst>
          </p:cNvPr>
          <p:cNvSpPr/>
          <p:nvPr/>
        </p:nvSpPr>
        <p:spPr>
          <a:xfrm>
            <a:off x="2624752" y="60026"/>
            <a:ext cx="3590706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93903880-EA57-8D38-2847-4EF9A8399083}"/>
              </a:ext>
            </a:extLst>
          </p:cNvPr>
          <p:cNvSpPr/>
          <p:nvPr/>
        </p:nvSpPr>
        <p:spPr>
          <a:xfrm>
            <a:off x="2674513" y="336814"/>
            <a:ext cx="3490939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6E34BF00-A8B7-76B0-E8C6-35C6A67EE23C}"/>
              </a:ext>
            </a:extLst>
          </p:cNvPr>
          <p:cNvSpPr/>
          <p:nvPr/>
        </p:nvSpPr>
        <p:spPr>
          <a:xfrm>
            <a:off x="2760360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/nvidia-caps30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3B805E3-C8F5-5F6B-F293-18C9DEDA198C}"/>
              </a:ext>
            </a:extLst>
          </p:cNvPr>
          <p:cNvSpPr/>
          <p:nvPr/>
        </p:nvSpPr>
        <p:spPr>
          <a:xfrm>
            <a:off x="2760358" y="1056152"/>
            <a:ext cx="3302478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2E144784-2DC1-0CC5-AE67-82CB64FD4DF7}"/>
              </a:ext>
            </a:extLst>
          </p:cNvPr>
          <p:cNvSpPr/>
          <p:nvPr/>
        </p:nvSpPr>
        <p:spPr>
          <a:xfrm>
            <a:off x="2760358" y="610481"/>
            <a:ext cx="3302478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 Env  </a:t>
            </a:r>
            <a:endParaRPr lang="en-US" altLang="ko-KR" sz="900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86CDFBC8-FF87-A17B-26A0-A6E739193F68}"/>
              </a:ext>
            </a:extLst>
          </p:cNvPr>
          <p:cNvSpPr/>
          <p:nvPr/>
        </p:nvSpPr>
        <p:spPr>
          <a:xfrm>
            <a:off x="2760360" y="1996804"/>
            <a:ext cx="3306578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F5F466C6-795B-4A78-3DDD-7B26CAC1DD75}"/>
              </a:ext>
            </a:extLst>
          </p:cNvPr>
          <p:cNvSpPr/>
          <p:nvPr/>
        </p:nvSpPr>
        <p:spPr>
          <a:xfrm>
            <a:off x="3880507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/nvidia-caps31</a:t>
            </a:r>
            <a:endParaRPr lang="en-US" altLang="ko-KR" sz="9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70FE9AE-BB98-C842-FB54-9F53F173CD04}"/>
              </a:ext>
            </a:extLst>
          </p:cNvPr>
          <p:cNvSpPr/>
          <p:nvPr/>
        </p:nvSpPr>
        <p:spPr>
          <a:xfrm>
            <a:off x="4996552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/nvidia-caps32</a:t>
            </a:r>
            <a:endParaRPr lang="en-US" altLang="ko-KR" sz="9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23C595-5DF2-55DA-9D1B-02C0FAA6AE54}"/>
              </a:ext>
            </a:extLst>
          </p:cNvPr>
          <p:cNvSpPr txBox="1"/>
          <p:nvPr/>
        </p:nvSpPr>
        <p:spPr>
          <a:xfrm>
            <a:off x="395168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FA1BDBB-A396-A062-6C9F-0F76A9AB1ABB}"/>
              </a:ext>
            </a:extLst>
          </p:cNvPr>
          <p:cNvSpPr/>
          <p:nvPr/>
        </p:nvSpPr>
        <p:spPr>
          <a:xfrm>
            <a:off x="20290" y="2694812"/>
            <a:ext cx="3860217" cy="2264369"/>
          </a:xfrm>
          <a:prstGeom prst="roundRect">
            <a:avLst>
              <a:gd name="adj" fmla="val 22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C7E8C59F-D6F9-F850-854C-565A25E87889}"/>
              </a:ext>
            </a:extLst>
          </p:cNvPr>
          <p:cNvSpPr/>
          <p:nvPr/>
        </p:nvSpPr>
        <p:spPr>
          <a:xfrm>
            <a:off x="132859" y="4343733"/>
            <a:ext cx="2744745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BA5DA3A-3C17-ED7E-3CB4-1626401FA50D}"/>
              </a:ext>
            </a:extLst>
          </p:cNvPr>
          <p:cNvSpPr/>
          <p:nvPr/>
        </p:nvSpPr>
        <p:spPr>
          <a:xfrm>
            <a:off x="137917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/>
              <a:t>4g.20gb  </a:t>
            </a:r>
          </a:p>
          <a:p>
            <a:pPr algn="ctr"/>
            <a:endParaRPr lang="en-US" altLang="ko-KR" sz="90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CE85E77-3D27-710D-A18E-7CC2CF02A4F4}"/>
              </a:ext>
            </a:extLst>
          </p:cNvPr>
          <p:cNvSpPr/>
          <p:nvPr/>
        </p:nvSpPr>
        <p:spPr>
          <a:xfrm>
            <a:off x="129640" y="2784565"/>
            <a:ext cx="3672147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4A17903-EB26-06D6-8717-3660632235CF}"/>
              </a:ext>
            </a:extLst>
          </p:cNvPr>
          <p:cNvSpPr txBox="1"/>
          <p:nvPr/>
        </p:nvSpPr>
        <p:spPr>
          <a:xfrm>
            <a:off x="1671035" y="2715766"/>
            <a:ext cx="612171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C08EBDD6-8711-6942-ED3A-863DC37E2462}"/>
              </a:ext>
            </a:extLst>
          </p:cNvPr>
          <p:cNvSpPr/>
          <p:nvPr/>
        </p:nvSpPr>
        <p:spPr>
          <a:xfrm>
            <a:off x="139735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4g.20gb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B715DC8-2F0F-21FD-099A-FD1DA2C9B2C4}"/>
              </a:ext>
            </a:extLst>
          </p:cNvPr>
          <p:cNvSpPr/>
          <p:nvPr/>
        </p:nvSpPr>
        <p:spPr>
          <a:xfrm>
            <a:off x="1080134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 dirty="0"/>
              <a:t>1c.2g.10gb</a:t>
            </a: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A76A45D7-7E45-A23C-B5CF-548FC9D504C8}"/>
              </a:ext>
            </a:extLst>
          </p:cNvPr>
          <p:cNvSpPr/>
          <p:nvPr/>
        </p:nvSpPr>
        <p:spPr>
          <a:xfrm>
            <a:off x="2024383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1c.2g.10gb</a:t>
            </a:r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A4E47099-5EDB-2940-8054-4F2DB48ED524}"/>
              </a:ext>
            </a:extLst>
          </p:cNvPr>
          <p:cNvSpPr/>
          <p:nvPr/>
        </p:nvSpPr>
        <p:spPr>
          <a:xfrm>
            <a:off x="1080134" y="3826997"/>
            <a:ext cx="179747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2g.10gb  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19218D3-3A62-C12B-104C-85BBA248A538}"/>
              </a:ext>
            </a:extLst>
          </p:cNvPr>
          <p:cNvSpPr/>
          <p:nvPr/>
        </p:nvSpPr>
        <p:spPr>
          <a:xfrm>
            <a:off x="2948568" y="4343733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D04840AA-8BCE-C2C8-153F-9874E47AEB61}"/>
              </a:ext>
            </a:extLst>
          </p:cNvPr>
          <p:cNvSpPr/>
          <p:nvPr/>
        </p:nvSpPr>
        <p:spPr>
          <a:xfrm>
            <a:off x="2948568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1g.5gb 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1E2AD8F-7E2E-9EA8-408C-34DEFDC48E20}"/>
              </a:ext>
            </a:extLst>
          </p:cNvPr>
          <p:cNvSpPr/>
          <p:nvPr/>
        </p:nvSpPr>
        <p:spPr>
          <a:xfrm>
            <a:off x="2948567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1g.5gb  </a:t>
            </a:r>
            <a:endParaRPr lang="en-US" altLang="ko-KR" sz="900" dirty="0"/>
          </a:p>
        </p:txBody>
      </p:sp>
      <p:cxnSp>
        <p:nvCxnSpPr>
          <p:cNvPr id="56" name="직선 연결선 17">
            <a:extLst>
              <a:ext uri="{FF2B5EF4-FFF2-40B4-BE49-F238E27FC236}">
                <a16:creationId xmlns:a16="http://schemas.microsoft.com/office/drawing/2014/main" id="{9E39FF66-72F8-131E-384F-0BF689CC5C03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566345" y="4210225"/>
            <a:ext cx="93888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">
            <a:extLst>
              <a:ext uri="{FF2B5EF4-FFF2-40B4-BE49-F238E27FC236}">
                <a16:creationId xmlns:a16="http://schemas.microsoft.com/office/drawing/2014/main" id="{9A169D25-509E-6318-293D-851ECF92057B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flipH="1">
            <a:off x="1505232" y="4210225"/>
            <a:ext cx="47363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17">
            <a:extLst>
              <a:ext uri="{FF2B5EF4-FFF2-40B4-BE49-F238E27FC236}">
                <a16:creationId xmlns:a16="http://schemas.microsoft.com/office/drawing/2014/main" id="{0C13C9F1-3B17-AE6A-5E39-D369347AE3CB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>
            <a:off x="564528" y="3690116"/>
            <a:ext cx="1817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17">
            <a:extLst>
              <a:ext uri="{FF2B5EF4-FFF2-40B4-BE49-F238E27FC236}">
                <a16:creationId xmlns:a16="http://schemas.microsoft.com/office/drawing/2014/main" id="{4898AD93-491D-7696-D834-C84884EE62D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1506744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17">
            <a:extLst>
              <a:ext uri="{FF2B5EF4-FFF2-40B4-BE49-F238E27FC236}">
                <a16:creationId xmlns:a16="http://schemas.microsoft.com/office/drawing/2014/main" id="{0B67D6B1-CD7E-7193-912E-2B02EF1CD103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1978869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17">
            <a:extLst>
              <a:ext uri="{FF2B5EF4-FFF2-40B4-BE49-F238E27FC236}">
                <a16:creationId xmlns:a16="http://schemas.microsoft.com/office/drawing/2014/main" id="{E78ED4A4-5423-B21D-B216-A01DBF46384E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flipH="1">
            <a:off x="3375177" y="3690116"/>
            <a:ext cx="1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7">
            <a:extLst>
              <a:ext uri="{FF2B5EF4-FFF2-40B4-BE49-F238E27FC236}">
                <a16:creationId xmlns:a16="http://schemas.microsoft.com/office/drawing/2014/main" id="{5CA1D19C-FEF5-11C4-78E2-4E73E38C8101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3375177" y="4210225"/>
            <a:ext cx="1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114">
            <a:extLst>
              <a:ext uri="{FF2B5EF4-FFF2-40B4-BE49-F238E27FC236}">
                <a16:creationId xmlns:a16="http://schemas.microsoft.com/office/drawing/2014/main" id="{CAF42AFE-6D81-11B2-1326-4BAAD5D26040}"/>
              </a:ext>
            </a:extLst>
          </p:cNvPr>
          <p:cNvSpPr/>
          <p:nvPr/>
        </p:nvSpPr>
        <p:spPr>
          <a:xfrm>
            <a:off x="6314971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7" name="사각형: 둥근 모서리 114">
            <a:extLst>
              <a:ext uri="{FF2B5EF4-FFF2-40B4-BE49-F238E27FC236}">
                <a16:creationId xmlns:a16="http://schemas.microsoft.com/office/drawing/2014/main" id="{8F698185-2627-2867-DF2C-717BB73F4B61}"/>
              </a:ext>
            </a:extLst>
          </p:cNvPr>
          <p:cNvSpPr/>
          <p:nvPr/>
        </p:nvSpPr>
        <p:spPr>
          <a:xfrm>
            <a:off x="6364733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9F65E0BD-04F1-4AC3-D943-DEF7C293E46A}"/>
              </a:ext>
            </a:extLst>
          </p:cNvPr>
          <p:cNvSpPr/>
          <p:nvPr/>
        </p:nvSpPr>
        <p:spPr>
          <a:xfrm>
            <a:off x="645057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/nvidia-caps84</a:t>
            </a:r>
            <a:endParaRPr lang="en-US" altLang="ko-KR" sz="900" dirty="0"/>
          </a:p>
        </p:txBody>
      </p:sp>
      <p:sp>
        <p:nvSpPr>
          <p:cNvPr id="99" name="사각형: 둥근 모서리 114">
            <a:extLst>
              <a:ext uri="{FF2B5EF4-FFF2-40B4-BE49-F238E27FC236}">
                <a16:creationId xmlns:a16="http://schemas.microsoft.com/office/drawing/2014/main" id="{0635ADC0-7F28-5896-230A-C9A1CD04945D}"/>
              </a:ext>
            </a:extLst>
          </p:cNvPr>
          <p:cNvSpPr/>
          <p:nvPr/>
        </p:nvSpPr>
        <p:spPr>
          <a:xfrm>
            <a:off x="6450578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E3EECF0D-B8C6-83D4-9B2B-1411291BF65E}"/>
              </a:ext>
            </a:extLst>
          </p:cNvPr>
          <p:cNvSpPr/>
          <p:nvPr/>
        </p:nvSpPr>
        <p:spPr>
          <a:xfrm>
            <a:off x="6450577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51B83E2A-D63D-A64E-975D-34F6AB753267}"/>
              </a:ext>
            </a:extLst>
          </p:cNvPr>
          <p:cNvSpPr/>
          <p:nvPr/>
        </p:nvSpPr>
        <p:spPr>
          <a:xfrm>
            <a:off x="6450579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102" name="사각형: 둥근 모서리 114">
            <a:extLst>
              <a:ext uri="{FF2B5EF4-FFF2-40B4-BE49-F238E27FC236}">
                <a16:creationId xmlns:a16="http://schemas.microsoft.com/office/drawing/2014/main" id="{7E9F3259-0B3A-08CA-3861-3F84FAA9BBC0}"/>
              </a:ext>
            </a:extLst>
          </p:cNvPr>
          <p:cNvSpPr/>
          <p:nvPr/>
        </p:nvSpPr>
        <p:spPr>
          <a:xfrm>
            <a:off x="756076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/nvidia-caps85</a:t>
            </a:r>
            <a:endParaRPr lang="en-US" altLang="ko-KR" sz="9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A1EAEC4-2096-6996-39AA-D0F068BB55AD}"/>
              </a:ext>
            </a:extLst>
          </p:cNvPr>
          <p:cNvSpPr txBox="1"/>
          <p:nvPr/>
        </p:nvSpPr>
        <p:spPr>
          <a:xfrm>
            <a:off x="5568412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07" name="직선 연결선 17">
            <a:extLst>
              <a:ext uri="{FF2B5EF4-FFF2-40B4-BE49-F238E27FC236}">
                <a16:creationId xmlns:a16="http://schemas.microsoft.com/office/drawing/2014/main" id="{4BEEEFC9-8ED5-45DE-4A0B-B078EF3DFA3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266891" y="1439380"/>
            <a:ext cx="69882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7">
            <a:extLst>
              <a:ext uri="{FF2B5EF4-FFF2-40B4-BE49-F238E27FC236}">
                <a16:creationId xmlns:a16="http://schemas.microsoft.com/office/drawing/2014/main" id="{675AA3C7-F90E-C72C-4BC5-D56FA5A5B6AD}"/>
              </a:ext>
            </a:extLst>
          </p:cNvPr>
          <p:cNvCxnSpPr>
            <a:cxnSpLocks/>
            <a:stCxn id="40" idx="2"/>
            <a:endCxn id="26" idx="0"/>
          </p:cNvCxnSpPr>
          <p:nvPr/>
        </p:nvCxnSpPr>
        <p:spPr>
          <a:xfrm flipH="1">
            <a:off x="1965714" y="1439380"/>
            <a:ext cx="244588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연결선 17">
            <a:extLst>
              <a:ext uri="{FF2B5EF4-FFF2-40B4-BE49-F238E27FC236}">
                <a16:creationId xmlns:a16="http://schemas.microsoft.com/office/drawing/2014/main" id="{675421FB-B94D-C078-1151-95907404F92A}"/>
              </a:ext>
            </a:extLst>
          </p:cNvPr>
          <p:cNvCxnSpPr>
            <a:cxnSpLocks/>
            <a:stCxn id="99" idx="2"/>
            <a:endCxn id="26" idx="0"/>
          </p:cNvCxnSpPr>
          <p:nvPr/>
        </p:nvCxnSpPr>
        <p:spPr>
          <a:xfrm flipH="1">
            <a:off x="1965714" y="1439380"/>
            <a:ext cx="5572242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연결선 17">
            <a:extLst>
              <a:ext uri="{FF2B5EF4-FFF2-40B4-BE49-F238E27FC236}">
                <a16:creationId xmlns:a16="http://schemas.microsoft.com/office/drawing/2014/main" id="{CB7FBDE3-E718-0577-A9D0-7BE41064A37C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>
            <a:off x="1272730" y="2380032"/>
            <a:ext cx="232502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7">
            <a:extLst>
              <a:ext uri="{FF2B5EF4-FFF2-40B4-BE49-F238E27FC236}">
                <a16:creationId xmlns:a16="http://schemas.microsoft.com/office/drawing/2014/main" id="{22F6FE0C-F4F8-FB2C-4BCF-72F215F83E56}"/>
              </a:ext>
            </a:extLst>
          </p:cNvPr>
          <p:cNvCxnSpPr>
            <a:cxnSpLocks/>
            <a:stCxn id="42" idx="2"/>
            <a:endCxn id="12" idx="0"/>
          </p:cNvCxnSpPr>
          <p:nvPr/>
        </p:nvCxnSpPr>
        <p:spPr>
          <a:xfrm flipH="1">
            <a:off x="1505232" y="2380032"/>
            <a:ext cx="29084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7">
            <a:extLst>
              <a:ext uri="{FF2B5EF4-FFF2-40B4-BE49-F238E27FC236}">
                <a16:creationId xmlns:a16="http://schemas.microsoft.com/office/drawing/2014/main" id="{34B1B4B6-38CC-DF3F-12BF-8BF107BB8DCF}"/>
              </a:ext>
            </a:extLst>
          </p:cNvPr>
          <p:cNvCxnSpPr>
            <a:cxnSpLocks/>
            <a:stCxn id="101" idx="2"/>
            <a:endCxn id="18" idx="0"/>
          </p:cNvCxnSpPr>
          <p:nvPr/>
        </p:nvCxnSpPr>
        <p:spPr>
          <a:xfrm flipH="1">
            <a:off x="3375178" y="2380032"/>
            <a:ext cx="41686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연결선 17">
            <a:extLst>
              <a:ext uri="{FF2B5EF4-FFF2-40B4-BE49-F238E27FC236}">
                <a16:creationId xmlns:a16="http://schemas.microsoft.com/office/drawing/2014/main" id="{2B1F95D0-489E-D999-7680-E11B71BD8965}"/>
              </a:ext>
            </a:extLst>
          </p:cNvPr>
          <p:cNvCxnSpPr>
            <a:cxnSpLocks/>
            <a:stCxn id="74" idx="2"/>
            <a:endCxn id="11" idx="0"/>
          </p:cNvCxnSpPr>
          <p:nvPr/>
        </p:nvCxnSpPr>
        <p:spPr>
          <a:xfrm flipH="1">
            <a:off x="566345" y="1909706"/>
            <a:ext cx="146311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7">
            <a:extLst>
              <a:ext uri="{FF2B5EF4-FFF2-40B4-BE49-F238E27FC236}">
                <a16:creationId xmlns:a16="http://schemas.microsoft.com/office/drawing/2014/main" id="{23F7B28B-3DB5-AAF9-D16C-5744868FF662}"/>
              </a:ext>
            </a:extLst>
          </p:cNvPr>
          <p:cNvCxnSpPr>
            <a:cxnSpLocks/>
            <a:stCxn id="33" idx="2"/>
            <a:endCxn id="13" idx="0"/>
          </p:cNvCxnSpPr>
          <p:nvPr/>
        </p:nvCxnSpPr>
        <p:spPr>
          <a:xfrm flipH="1">
            <a:off x="564527" y="1909706"/>
            <a:ext cx="1258319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7">
            <a:extLst>
              <a:ext uri="{FF2B5EF4-FFF2-40B4-BE49-F238E27FC236}">
                <a16:creationId xmlns:a16="http://schemas.microsoft.com/office/drawing/2014/main" id="{4CC9B48A-3F99-0ACB-DA8B-EA6A4AB0F212}"/>
              </a:ext>
            </a:extLst>
          </p:cNvPr>
          <p:cNvCxnSpPr>
            <a:cxnSpLocks/>
            <a:stCxn id="39" idx="2"/>
            <a:endCxn id="16" idx="0"/>
          </p:cNvCxnSpPr>
          <p:nvPr/>
        </p:nvCxnSpPr>
        <p:spPr>
          <a:xfrm flipH="1">
            <a:off x="1978869" y="1909706"/>
            <a:ext cx="1314633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F5E3A352-920E-8E55-580A-30EA21403AC8}"/>
              </a:ext>
            </a:extLst>
          </p:cNvPr>
          <p:cNvCxnSpPr>
            <a:cxnSpLocks/>
            <a:stCxn id="98" idx="2"/>
            <a:endCxn id="20" idx="0"/>
          </p:cNvCxnSpPr>
          <p:nvPr/>
        </p:nvCxnSpPr>
        <p:spPr>
          <a:xfrm flipH="1">
            <a:off x="3375177" y="1909706"/>
            <a:ext cx="3608544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7">
            <a:extLst>
              <a:ext uri="{FF2B5EF4-FFF2-40B4-BE49-F238E27FC236}">
                <a16:creationId xmlns:a16="http://schemas.microsoft.com/office/drawing/2014/main" id="{F93B3923-4E0E-5AC6-4B24-D8522EBD3BD0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1505232" y="1909706"/>
            <a:ext cx="2908417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7">
            <a:extLst>
              <a:ext uri="{FF2B5EF4-FFF2-40B4-BE49-F238E27FC236}">
                <a16:creationId xmlns:a16="http://schemas.microsoft.com/office/drawing/2014/main" id="{35DD2D09-A247-1B17-8C4E-72F2D1D77C1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2450993" y="1909706"/>
            <a:ext cx="3078701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연결선 17">
            <a:extLst>
              <a:ext uri="{FF2B5EF4-FFF2-40B4-BE49-F238E27FC236}">
                <a16:creationId xmlns:a16="http://schemas.microsoft.com/office/drawing/2014/main" id="{5E8578DB-D57F-F2C4-84FB-F2B8B3618613}"/>
              </a:ext>
            </a:extLst>
          </p:cNvPr>
          <p:cNvCxnSpPr>
            <a:cxnSpLocks/>
            <a:stCxn id="102" idx="2"/>
            <a:endCxn id="19" idx="0"/>
          </p:cNvCxnSpPr>
          <p:nvPr/>
        </p:nvCxnSpPr>
        <p:spPr>
          <a:xfrm flipH="1">
            <a:off x="3375178" y="1909706"/>
            <a:ext cx="4718733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19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B3C3-F894-4CAA-AEFE-4DDAC2B4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737D6A97-872F-88A0-07B7-8EA56477F817}"/>
              </a:ext>
            </a:extLst>
          </p:cNvPr>
          <p:cNvSpPr/>
          <p:nvPr/>
        </p:nvSpPr>
        <p:spPr>
          <a:xfrm>
            <a:off x="4981274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4C2A11D7-9D68-19CB-2AEF-9AAC879E8A09}"/>
              </a:ext>
            </a:extLst>
          </p:cNvPr>
          <p:cNvSpPr/>
          <p:nvPr/>
        </p:nvSpPr>
        <p:spPr>
          <a:xfrm>
            <a:off x="899592" y="58137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53EA01-1334-DA3C-3B0F-856C3DE26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8E975B45-FDD3-670E-EA85-51DD13627C6C}"/>
              </a:ext>
            </a:extLst>
          </p:cNvPr>
          <p:cNvSpPr/>
          <p:nvPr/>
        </p:nvSpPr>
        <p:spPr>
          <a:xfrm>
            <a:off x="2369518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128BA0B-1F5E-2D33-9FC9-A186950F2C2C}"/>
              </a:ext>
            </a:extLst>
          </p:cNvPr>
          <p:cNvSpPr/>
          <p:nvPr/>
        </p:nvSpPr>
        <p:spPr>
          <a:xfrm>
            <a:off x="2457252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6035757-6A6C-A00F-BB54-6AC081316FAE}"/>
              </a:ext>
            </a:extLst>
          </p:cNvPr>
          <p:cNvSpPr/>
          <p:nvPr/>
        </p:nvSpPr>
        <p:spPr>
          <a:xfrm>
            <a:off x="3658852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FBA3070-F185-308E-5230-BA40D1C0A30B}"/>
              </a:ext>
            </a:extLst>
          </p:cNvPr>
          <p:cNvSpPr/>
          <p:nvPr/>
        </p:nvSpPr>
        <p:spPr>
          <a:xfrm>
            <a:off x="2457252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7539727-9419-2D0C-A4F5-FE987B6999F0}"/>
              </a:ext>
            </a:extLst>
          </p:cNvPr>
          <p:cNvSpPr/>
          <p:nvPr/>
        </p:nvSpPr>
        <p:spPr>
          <a:xfrm>
            <a:off x="949353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93D9EBCD-F207-6D47-E947-063FD36A5DF3}"/>
              </a:ext>
            </a:extLst>
          </p:cNvPr>
          <p:cNvSpPr/>
          <p:nvPr/>
        </p:nvSpPr>
        <p:spPr>
          <a:xfrm>
            <a:off x="1035199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E27558B-AB3A-92C2-EFC3-E11BB285D5B3}"/>
              </a:ext>
            </a:extLst>
          </p:cNvPr>
          <p:cNvSpPr/>
          <p:nvPr/>
        </p:nvSpPr>
        <p:spPr>
          <a:xfrm>
            <a:off x="1035198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3D274A3-A9C0-7B4E-1530-5A2BBC9BC2D7}"/>
              </a:ext>
            </a:extLst>
          </p:cNvPr>
          <p:cNvSpPr/>
          <p:nvPr/>
        </p:nvSpPr>
        <p:spPr>
          <a:xfrm>
            <a:off x="2457252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C01296C7-B053-06FD-F653-5667ECB99ED9}"/>
              </a:ext>
            </a:extLst>
          </p:cNvPr>
          <p:cNvSpPr/>
          <p:nvPr/>
        </p:nvSpPr>
        <p:spPr>
          <a:xfrm>
            <a:off x="1035198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10F4639E-DAA4-C86C-4BEE-FB6C688098AF}"/>
              </a:ext>
            </a:extLst>
          </p:cNvPr>
          <p:cNvSpPr/>
          <p:nvPr/>
        </p:nvSpPr>
        <p:spPr>
          <a:xfrm>
            <a:off x="502996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8FAD095-B07C-CDE3-AD1A-201EF98683EF}"/>
              </a:ext>
            </a:extLst>
          </p:cNvPr>
          <p:cNvSpPr/>
          <p:nvPr/>
        </p:nvSpPr>
        <p:spPr>
          <a:xfrm>
            <a:off x="511581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43930940-5A30-8457-6839-528320BB515E}"/>
              </a:ext>
            </a:extLst>
          </p:cNvPr>
          <p:cNvSpPr/>
          <p:nvPr/>
        </p:nvSpPr>
        <p:spPr>
          <a:xfrm>
            <a:off x="511581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D40FC01-8122-4ED8-EA54-089363DA9E04}"/>
              </a:ext>
            </a:extLst>
          </p:cNvPr>
          <p:cNvSpPr/>
          <p:nvPr/>
        </p:nvSpPr>
        <p:spPr>
          <a:xfrm>
            <a:off x="511581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53D8BCB-C06A-0F02-7527-B601EF619B9D}"/>
              </a:ext>
            </a:extLst>
          </p:cNvPr>
          <p:cNvSpPr/>
          <p:nvPr/>
        </p:nvSpPr>
        <p:spPr>
          <a:xfrm>
            <a:off x="1110454" y="2784447"/>
            <a:ext cx="5045722" cy="1660433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408373CE-78A2-AE3B-6181-92492D1BCDC5}"/>
              </a:ext>
            </a:extLst>
          </p:cNvPr>
          <p:cNvSpPr/>
          <p:nvPr/>
        </p:nvSpPr>
        <p:spPr>
          <a:xfrm>
            <a:off x="1209844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2BDFFD5-56E3-F1B4-91C6-CC42BF4F86B6}"/>
              </a:ext>
            </a:extLst>
          </p:cNvPr>
          <p:cNvSpPr/>
          <p:nvPr/>
        </p:nvSpPr>
        <p:spPr>
          <a:xfrm>
            <a:off x="2469823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D4147002-D8BA-197F-E6C3-F2E7E2CFD514}"/>
              </a:ext>
            </a:extLst>
          </p:cNvPr>
          <p:cNvSpPr/>
          <p:nvPr/>
        </p:nvSpPr>
        <p:spPr>
          <a:xfrm>
            <a:off x="3729801" y="3806899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34E1114-8364-366C-64F5-1F38CEFCD0EA}"/>
              </a:ext>
            </a:extLst>
          </p:cNvPr>
          <p:cNvSpPr/>
          <p:nvPr/>
        </p:nvSpPr>
        <p:spPr>
          <a:xfrm>
            <a:off x="4989780" y="3806899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4AC33A05-5EBB-CD92-F4E4-2BAE11039200}"/>
              </a:ext>
            </a:extLst>
          </p:cNvPr>
          <p:cNvSpPr/>
          <p:nvPr/>
        </p:nvSpPr>
        <p:spPr>
          <a:xfrm>
            <a:off x="1205028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8D507708-071A-63C9-70D9-DC839F6EEBA5}"/>
              </a:ext>
            </a:extLst>
          </p:cNvPr>
          <p:cNvSpPr/>
          <p:nvPr/>
        </p:nvSpPr>
        <p:spPr>
          <a:xfrm>
            <a:off x="2469823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E6490341-282A-D25C-2909-9FEA227E4AA2}"/>
              </a:ext>
            </a:extLst>
          </p:cNvPr>
          <p:cNvSpPr/>
          <p:nvPr/>
        </p:nvSpPr>
        <p:spPr>
          <a:xfrm>
            <a:off x="372980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00207B77-6AB3-E8FC-9853-8DC73FEF123C}"/>
              </a:ext>
            </a:extLst>
          </p:cNvPr>
          <p:cNvSpPr/>
          <p:nvPr/>
        </p:nvSpPr>
        <p:spPr>
          <a:xfrm>
            <a:off x="498427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AC923568-23CF-BA95-B57A-B06FF27F8618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EE6CEAC-4111-8CA7-0F1D-440AC34EF4FF}"/>
              </a:ext>
            </a:extLst>
          </p:cNvPr>
          <p:cNvSpPr/>
          <p:nvPr/>
        </p:nvSpPr>
        <p:spPr>
          <a:xfrm>
            <a:off x="1205028" y="2859541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1F60D6FD-4822-2004-7416-BBC5E4045D71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816F2FD6-001C-5203-2CE8-87101DA4315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9723F4-0DB5-94DE-EEF7-E7C7D5862DF1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714631"/>
            <a:ext cx="3101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11709D4-2DA8-5985-A4E2-A2A0857159AC}"/>
              </a:ext>
            </a:extLst>
          </p:cNvPr>
          <p:cNvSpPr txBox="1"/>
          <p:nvPr/>
        </p:nvSpPr>
        <p:spPr>
          <a:xfrm>
            <a:off x="3178253" y="2804607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7431C8CE-28EA-7BAD-66D6-A12B60E6FCA1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960733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B9BB333C-1ABE-E729-2864-FBC02C57A950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970578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460ED0A1-46C8-32DD-2724-36334F4F16F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960733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DFEE2B2-0CBA-A4E3-AD16-F3DA2ACD2359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4E05BB-1DB9-23A3-1E00-E160BF73D74D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E637129B-A17F-2E26-9852-6E716C190570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431059"/>
            <a:ext cx="161547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69574E8C-3B36-BEA9-178A-9C9D33BD400C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440903"/>
            <a:ext cx="3645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AE8B400-C7C8-13DE-5125-044A3566461A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440903"/>
            <a:ext cx="62089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31258EEB-34FF-B66D-E6AB-93D4825576F2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431059"/>
            <a:ext cx="139823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686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F72E-21E1-827F-01E6-84EA4682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D35994A4-8E8E-54A2-E8FE-897E3E51F7F2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CC004DF-852C-AF4C-F18D-2905D3F2033A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5F918CE-EC24-C4E8-9D4B-D1C168CAB146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A9B2352-9192-4A10-C160-BC1FF97EAE6B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A578191-FB7B-B663-D9CC-4FC850562E12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7503AE5-0BC4-2753-36A4-6EC92F8648A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ED03B967-19CE-FFEC-BD5A-A5DE7F2EF06A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F555D80-3CED-0E1E-95ED-FFD8E4932716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A57B75C-A0BA-7455-E6F6-86C9E079317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0B9E610-0701-0386-D1AF-C36430A9DCCE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6FD50AA-D8D5-2720-BF94-EF2FA011DA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7C13DFF-3008-F2BF-E3C7-1748A18BAAC4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CC54E4A-7E67-9C3A-629C-ABD68C90EFA1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989144-F915-5450-2ED5-5379DFC87045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0B18F-6F62-A2E5-0561-AE836CCFFB4C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510DC93-A38E-DEBE-0C64-61FECDC314A1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6AC8F87-3CD2-7E70-1B0F-96EB2737564E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728C597-50E5-D525-06A8-6C167D187FC5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B525848-680E-A7AE-D096-9747AB9341C6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9D790E83-D302-8580-4DE8-5FB3CBF58EC1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AD03F592-4751-1A52-CB3D-57F5DE64A9C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7A4589F-A71B-179C-D144-977AB12139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29484466-D805-7008-A36B-31C09B2E4F78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37B8-7058-FC05-9A91-ECBFFE12ACFA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ABF4724F-153B-CB0D-ECD8-780223012F45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59179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B2D0-E028-4F3B-96E6-B04A86E00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8458346C-2969-D29B-D4A7-8B7328E291DE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49BCB01-0555-D84B-D3A9-6F89D3C929D4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8C31E5DC-7C9E-7337-2BB3-47F2B8AA4BCA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13AC527A-FF39-080C-7AE3-0669838AE160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FECEE15-CE57-7C99-64B1-C79BEFD4907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678201A-704B-0F00-78EA-0B75BBE8C00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A693C28-8751-B75F-F6E9-EE9E49A8C84F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E514DBC-F9CA-D447-E47F-CBA88EF9E21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C020E8A6-E45A-5832-E124-D137241E817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CDA72BC-ABE1-4A76-2B8F-388718317C24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A5AE02D-2E20-C92A-EF9F-EB67E2290FB1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AB3F89C-DD89-F4DE-EF9C-3C4AC1BF7A0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9B556A1-51EF-4503-FEB1-D0B7B4AD1CC5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13355B58-5BC3-20D9-90F7-8E2975877EA9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7E963E1-DECB-EEAC-443C-EBEF0B934149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C9AC9A70-E878-C40F-5EBB-45D885991D2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38BED88-6DFE-D668-E238-634E74276C0C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7E48F96-1978-A809-7F72-8E648A24A87A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7B00F26E-9B4B-C0A6-7D4F-75EF2799A773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8331C743-10D3-9690-FB50-F366A828AE63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F5BB2DA-0D79-7278-62C1-8DCB92AE4DC6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EF4B5D2A-6643-EFA0-3648-00EB9FE00EE7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53F85017-CCA1-59F2-E11D-9672B954C950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51F0F8F-8A15-A167-4131-F7BFF0E84905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9F6CECCD-2CC3-660C-AE3C-92E2FA32ECD4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831CF92-EF1B-588B-98CE-20E0E883958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C937B9D-6795-F37B-918A-23FD187168FE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CC7676AB-6122-C990-84DF-93E6513B3584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28EC65FA-642E-6513-35E7-6160449E26AE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1167151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58A40-57F3-53B4-A039-66E51C06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ED351725-5994-C743-0CA7-BFDFC434C3FE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187109A3-B22C-3B94-193F-7B0F92EA6559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3D2EA0FC-8C82-8D6C-4CE5-3A094874B381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DBA57E-B92C-99C1-3ECC-B25A9429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2A71B6C9-22E2-6C41-C13A-C75F34FB12E5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C235B79-1601-D2A5-4705-1D132B0AB9E5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037B4965-F0D4-4352-89AD-8266EC528B7B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D3BCA3C-5315-54F8-5AEA-F6CEF5EC25D7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DB45488D-1204-E22D-3913-C173B0F49539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B1692B4-97B0-1AC5-33FF-F3CBA12882ED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95756EE5-B1CE-6E5F-8681-29519C7BD717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877B4766-425B-0EAE-6F39-BF23C31420B8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4FA9492F-0C0C-C48E-8E9B-FEE379A222D3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7C31D4F-C2D0-6BD5-1D14-CEBB9FA8E9F9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9AB0EEA-3428-A87F-20E0-07DD8FF81C2C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26E2AEB1-5420-7AE2-074D-4AC4DB68954D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10B90B2-B5E1-3251-C88F-1813FF92B16D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D54C16E-23DB-0E42-65B6-FBC6AA9FDC08}"/>
              </a:ext>
            </a:extLst>
          </p:cNvPr>
          <p:cNvSpPr/>
          <p:nvPr/>
        </p:nvSpPr>
        <p:spPr>
          <a:xfrm>
            <a:off x="360495" y="2782380"/>
            <a:ext cx="2577504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7759AEF-8E47-3CA9-64F9-36CFF746EE71}"/>
              </a:ext>
            </a:extLst>
          </p:cNvPr>
          <p:cNvSpPr/>
          <p:nvPr/>
        </p:nvSpPr>
        <p:spPr>
          <a:xfrm>
            <a:off x="499225" y="3799661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8A07FB70-0481-8B1C-B92A-BF242C380103}"/>
              </a:ext>
            </a:extLst>
          </p:cNvPr>
          <p:cNvSpPr/>
          <p:nvPr/>
        </p:nvSpPr>
        <p:spPr>
          <a:xfrm>
            <a:off x="1714916" y="3799661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78ADDADB-53B2-0DC4-57F6-99533EBCF87F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4D4BA6F-AD76-5FE0-E3D3-FED1EB74DB84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3C8455AB-75EF-3102-E1B4-547FDF971D4D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712564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3B45D02-DCA0-0191-C2BC-A70A7CE51DB7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F2C6F897-0B49-7143-810A-C47B0D4EBC14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712564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1DE7760-B265-CEFB-75E2-4CF80567BB32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284FF6D-7B03-FD4A-AB77-B38996F1E054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E391B89-2E17-1DCF-10A2-81BEA62922E5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70B91A6-CD66-B07E-1878-ADB4CE349AF6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3255B8D-C066-2FCF-9D2F-60E26D38E7DF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3EC9D353-B78C-5550-3AEB-7E2521E838BA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5314DD90-46A5-86DC-61CD-30C911F8E442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EE8DCCF0-4F6B-0B25-3107-21C913D0B394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EA5D5CCD-B7CD-B4E8-9287-352CFE1D811F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3322CB-F55A-8A47-4599-3F4557E60C14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BD74DA-F7DA-64CC-19A7-BC7B72CFC71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049525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97C-4EDF-F461-587B-516AAB4A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0FC91557-26D9-4105-C80E-5AD249EE62B2}"/>
              </a:ext>
            </a:extLst>
          </p:cNvPr>
          <p:cNvSpPr/>
          <p:nvPr/>
        </p:nvSpPr>
        <p:spPr>
          <a:xfrm>
            <a:off x="131107" y="2591713"/>
            <a:ext cx="3734722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5792C4F-D2CD-16A0-C7FB-8165AAC7E942}"/>
              </a:ext>
            </a:extLst>
          </p:cNvPr>
          <p:cNvSpPr/>
          <p:nvPr/>
        </p:nvSpPr>
        <p:spPr>
          <a:xfrm>
            <a:off x="269837" y="3608994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0D53837B-8E50-0613-6F92-2C436946AC40}"/>
              </a:ext>
            </a:extLst>
          </p:cNvPr>
          <p:cNvSpPr/>
          <p:nvPr/>
        </p:nvSpPr>
        <p:spPr>
          <a:xfrm>
            <a:off x="1485528" y="3608994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67B60F7-D3A1-F598-45FB-2BD04DE66852}"/>
              </a:ext>
            </a:extLst>
          </p:cNvPr>
          <p:cNvSpPr/>
          <p:nvPr/>
        </p:nvSpPr>
        <p:spPr>
          <a:xfrm>
            <a:off x="265020" y="3138669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09293847-5F71-E1F7-0276-376CCC310E91}"/>
              </a:ext>
            </a:extLst>
          </p:cNvPr>
          <p:cNvSpPr/>
          <p:nvPr/>
        </p:nvSpPr>
        <p:spPr>
          <a:xfrm>
            <a:off x="1480711" y="3138669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4" name="직선 연결선 20">
            <a:extLst>
              <a:ext uri="{FF2B5EF4-FFF2-40B4-BE49-F238E27FC236}">
                <a16:creationId xmlns:a16="http://schemas.microsoft.com/office/drawing/2014/main" id="{42CB038A-8DD8-0AE2-2C62-59DA4731429D}"/>
              </a:ext>
            </a:extLst>
          </p:cNvPr>
          <p:cNvCxnSpPr>
            <a:cxnSpLocks/>
            <a:stCxn id="23" idx="2"/>
            <a:endCxn id="19" idx="0"/>
          </p:cNvCxnSpPr>
          <p:nvPr/>
        </p:nvCxnSpPr>
        <p:spPr>
          <a:xfrm>
            <a:off x="2021785" y="3521897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7F05030-CE78-F30C-7060-1292C6ADBF6D}"/>
              </a:ext>
            </a:extLst>
          </p:cNvPr>
          <p:cNvSpPr/>
          <p:nvPr/>
        </p:nvSpPr>
        <p:spPr>
          <a:xfrm>
            <a:off x="265021" y="2666807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9" name="직선 연결선 17">
            <a:extLst>
              <a:ext uri="{FF2B5EF4-FFF2-40B4-BE49-F238E27FC236}">
                <a16:creationId xmlns:a16="http://schemas.microsoft.com/office/drawing/2014/main" id="{94084670-9292-BCB9-E6EF-D94E62FF89D6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815222" y="3521897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E1297AD-43C1-16FF-4929-92EF2CDA8421}"/>
              </a:ext>
            </a:extLst>
          </p:cNvPr>
          <p:cNvSpPr txBox="1"/>
          <p:nvPr/>
        </p:nvSpPr>
        <p:spPr>
          <a:xfrm>
            <a:off x="955537" y="261822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E9F991C9-6089-E0E3-2987-6982BE9C535E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E75A94-15B2-07E7-DA72-9CEC5B721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04B0B8B3-7ACA-E1AF-5116-C2FE874DCF47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EBE7612D-26AF-E458-4AB4-FDFE6C41C6EB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A38E0AE-7478-947F-CC7A-37125DA94D7D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F6F8F86-2AF3-DC94-3F69-7E1925D3D74B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C0A0044-C0D5-EA24-2CE2-AABE4AADE061}"/>
              </a:ext>
            </a:extLst>
          </p:cNvPr>
          <p:cNvSpPr/>
          <p:nvPr/>
        </p:nvSpPr>
        <p:spPr>
          <a:xfrm>
            <a:off x="4108684" y="2598534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D8108D1A-3CE6-0C82-6795-D2F5EBE71461}"/>
              </a:ext>
            </a:extLst>
          </p:cNvPr>
          <p:cNvSpPr/>
          <p:nvPr/>
        </p:nvSpPr>
        <p:spPr>
          <a:xfrm>
            <a:off x="4185035" y="2888356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55E4FA92-9DAC-AE56-5409-97234DF6AD81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A7121CA5-55E7-DB20-4E96-B11D1EE211D7}"/>
              </a:ext>
            </a:extLst>
          </p:cNvPr>
          <p:cNvSpPr/>
          <p:nvPr/>
        </p:nvSpPr>
        <p:spPr>
          <a:xfrm>
            <a:off x="2680455" y="2664862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D4DFD18C-6667-F28D-EB56-A1F55DDC547A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9D2C4D27-4519-5E66-5CA9-82C80A016F92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239C3F98-50B2-503C-1515-EA4B694E637F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C0E6CFA6-2806-19E4-33CA-5F32860B1586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F3CE19F-1C00-DD49-7A8C-9E745E0BB354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6128C5E4-1A35-EC3A-19F5-2A0F8E703987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8A3B4C91-A18C-FDF7-0A21-052EAFB7316D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CFAB84E6-AA84-B301-563A-8D6D2D118A70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DD76E93E-54B1-A1A6-6620-88F11E85D874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79A7791B-85B0-5631-4566-7088297D76B0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5032579F-135A-6F65-D710-DAB4CA4DDF97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2D82D9AA-A40C-DF0F-C2D7-25B72212DBDA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98258B-CFF0-F7EC-163E-DCF62C1186CA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C63CA-E898-BC87-305D-EEB141A3D434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8B07C3-AC51-C708-0E70-FAE189EEB775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C42FDAF0-3E79-C9F1-E33F-495B1E6FA080}"/>
              </a:ext>
            </a:extLst>
          </p:cNvPr>
          <p:cNvSpPr/>
          <p:nvPr/>
        </p:nvSpPr>
        <p:spPr>
          <a:xfrm>
            <a:off x="4419861" y="4279392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34ED8E7E-C52E-933B-7B8E-53F7FBADA6B1}"/>
              </a:ext>
            </a:extLst>
          </p:cNvPr>
          <p:cNvSpPr/>
          <p:nvPr/>
        </p:nvSpPr>
        <p:spPr>
          <a:xfrm>
            <a:off x="4264105" y="3138669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F11E0313-AAC9-AAB6-7B2A-9BE488DF4BF8}"/>
              </a:ext>
            </a:extLst>
          </p:cNvPr>
          <p:cNvSpPr/>
          <p:nvPr/>
        </p:nvSpPr>
        <p:spPr>
          <a:xfrm>
            <a:off x="4419861" y="3709030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64C6B9F9-A443-2D02-AA7E-B77E4775A9FA}"/>
              </a:ext>
            </a:extLst>
          </p:cNvPr>
          <p:cNvSpPr/>
          <p:nvPr/>
        </p:nvSpPr>
        <p:spPr>
          <a:xfrm>
            <a:off x="5479894" y="3134042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C9A57971-AE10-CF3C-EC80-9C535EBAC198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94A090CA-9A40-88E5-3765-A1694794A403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34C9D3AA-3200-FD63-564D-D483125B5982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0C2CE699-B201-99D4-A698-E91B83402551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08F5658C-8295-5D04-4CE8-09D45DBB017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4570F6DC-F4E2-2B89-3EE8-0BC72266462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0BA879CC-1B11-9569-8CA3-F52C2DC5A6D4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3048090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5C157C31-E3B3-66C5-DD89-1EDD41944AF2}"/>
              </a:ext>
            </a:extLst>
          </p:cNvPr>
          <p:cNvSpPr txBox="1"/>
          <p:nvPr/>
        </p:nvSpPr>
        <p:spPr>
          <a:xfrm>
            <a:off x="2678595" y="3036052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73612361-15FF-8400-C7A9-3900C65FCCBB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F72E795A-F529-3391-3C17-6D65ED760150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841902F1-5E65-1F68-0715-E9E694F0FC8C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1EFAC8C4-89AF-F282-FC87-AD5CC5316E8E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521897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E4538697-79C0-4C08-DFEF-70F9782D9CBF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517270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970B2EAE-0788-E06A-DCF3-077D864CB01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92258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03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8C5D4-BC0B-45D9-5831-44700869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6529C268-44CC-8630-0E2E-829F79B00DDA}"/>
              </a:ext>
            </a:extLst>
          </p:cNvPr>
          <p:cNvSpPr/>
          <p:nvPr/>
        </p:nvSpPr>
        <p:spPr>
          <a:xfrm>
            <a:off x="1782967" y="128188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BE81A4-A99F-16E4-A077-A77A8CA132B2}"/>
              </a:ext>
            </a:extLst>
          </p:cNvPr>
          <p:cNvSpPr/>
          <p:nvPr/>
        </p:nvSpPr>
        <p:spPr>
          <a:xfrm>
            <a:off x="4403178" y="124416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7AF9E648-B676-6A72-2D98-B8C3B3FC0F46}"/>
              </a:ext>
            </a:extLst>
          </p:cNvPr>
          <p:cNvSpPr/>
          <p:nvPr/>
        </p:nvSpPr>
        <p:spPr>
          <a:xfrm>
            <a:off x="360495" y="128188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4073A3-CC97-8CC5-B6AD-720427831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2471FA-CA3C-08BE-E268-729B262933AE}"/>
              </a:ext>
            </a:extLst>
          </p:cNvPr>
          <p:cNvSpPr/>
          <p:nvPr/>
        </p:nvSpPr>
        <p:spPr>
          <a:xfrm>
            <a:off x="1830421" y="41045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1AB50DE-0C3F-3487-5BFD-5CE124D7FD35}"/>
              </a:ext>
            </a:extLst>
          </p:cNvPr>
          <p:cNvSpPr/>
          <p:nvPr/>
        </p:nvSpPr>
        <p:spPr>
          <a:xfrm>
            <a:off x="1918155" y="1604484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F259B774-BA39-C2D8-F0DB-D6D06F1F4A70}"/>
              </a:ext>
            </a:extLst>
          </p:cNvPr>
          <p:cNvSpPr/>
          <p:nvPr/>
        </p:nvSpPr>
        <p:spPr>
          <a:xfrm>
            <a:off x="3119755" y="1604484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037A301-55F9-EA58-2AA0-8BA43C4186DB}"/>
              </a:ext>
            </a:extLst>
          </p:cNvPr>
          <p:cNvSpPr/>
          <p:nvPr/>
        </p:nvSpPr>
        <p:spPr>
          <a:xfrm>
            <a:off x="1918155" y="1134159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DEBE8EF-201D-42A4-B9F9-15B80D8E727E}"/>
              </a:ext>
            </a:extLst>
          </p:cNvPr>
          <p:cNvSpPr/>
          <p:nvPr/>
        </p:nvSpPr>
        <p:spPr>
          <a:xfrm>
            <a:off x="410256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41932F44-EFE7-C5F7-46E3-A7DF8D00D7A2}"/>
              </a:ext>
            </a:extLst>
          </p:cNvPr>
          <p:cNvSpPr/>
          <p:nvPr/>
        </p:nvSpPr>
        <p:spPr>
          <a:xfrm>
            <a:off x="496102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6840163A-F168-B19B-D579-114367E8570A}"/>
              </a:ext>
            </a:extLst>
          </p:cNvPr>
          <p:cNvSpPr/>
          <p:nvPr/>
        </p:nvSpPr>
        <p:spPr>
          <a:xfrm>
            <a:off x="496101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BBC1122E-642F-6653-3E6E-E53BB38D3FE2}"/>
              </a:ext>
            </a:extLst>
          </p:cNvPr>
          <p:cNvSpPr/>
          <p:nvPr/>
        </p:nvSpPr>
        <p:spPr>
          <a:xfrm>
            <a:off x="1918155" y="683008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13520BAA-3B50-4DC2-DA3E-A0070718D11E}"/>
              </a:ext>
            </a:extLst>
          </p:cNvPr>
          <p:cNvSpPr/>
          <p:nvPr/>
        </p:nvSpPr>
        <p:spPr>
          <a:xfrm>
            <a:off x="496101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617A0841-7FA5-C48E-E2DF-7C54D6B48F48}"/>
              </a:ext>
            </a:extLst>
          </p:cNvPr>
          <p:cNvSpPr/>
          <p:nvPr/>
        </p:nvSpPr>
        <p:spPr>
          <a:xfrm>
            <a:off x="4451870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02BAF8A-DD36-F036-3314-A004C70741E2}"/>
              </a:ext>
            </a:extLst>
          </p:cNvPr>
          <p:cNvSpPr/>
          <p:nvPr/>
        </p:nvSpPr>
        <p:spPr>
          <a:xfrm>
            <a:off x="4537716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355E48CF-F5BD-D410-9070-46B84CE8BE7B}"/>
              </a:ext>
            </a:extLst>
          </p:cNvPr>
          <p:cNvSpPr/>
          <p:nvPr/>
        </p:nvSpPr>
        <p:spPr>
          <a:xfrm>
            <a:off x="4537715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9438220-DDB9-8A1A-8703-DE74FFF83B11}"/>
              </a:ext>
            </a:extLst>
          </p:cNvPr>
          <p:cNvSpPr/>
          <p:nvPr/>
        </p:nvSpPr>
        <p:spPr>
          <a:xfrm>
            <a:off x="4537715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78CCE7D-82C5-E1E4-9DAE-4DE0030F7DBF}"/>
              </a:ext>
            </a:extLst>
          </p:cNvPr>
          <p:cNvSpPr/>
          <p:nvPr/>
        </p:nvSpPr>
        <p:spPr>
          <a:xfrm>
            <a:off x="360495" y="2329189"/>
            <a:ext cx="5428472" cy="247480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F3CF07FD-C63E-C2D6-43BF-787B13149ACE}"/>
              </a:ext>
            </a:extLst>
          </p:cNvPr>
          <p:cNvSpPr/>
          <p:nvPr/>
        </p:nvSpPr>
        <p:spPr>
          <a:xfrm>
            <a:off x="499225" y="3346470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EE0A646-A419-848D-0FF3-4B675290AB72}"/>
              </a:ext>
            </a:extLst>
          </p:cNvPr>
          <p:cNvSpPr/>
          <p:nvPr/>
        </p:nvSpPr>
        <p:spPr>
          <a:xfrm>
            <a:off x="1714916" y="3346470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4A07319-3FCF-CEED-FACC-E1DD39B55BAA}"/>
              </a:ext>
            </a:extLst>
          </p:cNvPr>
          <p:cNvSpPr/>
          <p:nvPr/>
        </p:nvSpPr>
        <p:spPr>
          <a:xfrm>
            <a:off x="494408" y="2876145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DFE877-2297-36C1-04DE-9330D3A94F8C}"/>
              </a:ext>
            </a:extLst>
          </p:cNvPr>
          <p:cNvSpPr/>
          <p:nvPr/>
        </p:nvSpPr>
        <p:spPr>
          <a:xfrm>
            <a:off x="1710099" y="2876145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736EB55D-7051-4974-89EB-4E720ECB8E5E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259373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EEE98E8-72BF-F93E-31FC-E6BE45D4E6B5}"/>
              </a:ext>
            </a:extLst>
          </p:cNvPr>
          <p:cNvSpPr/>
          <p:nvPr/>
        </p:nvSpPr>
        <p:spPr>
          <a:xfrm>
            <a:off x="494409" y="2404283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9B9008B3-342C-4398-C5E8-8228F7A77B85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259373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7570F36-FE2C-82BE-893E-36B6F92E2E0F}"/>
              </a:ext>
            </a:extLst>
          </p:cNvPr>
          <p:cNvSpPr txBox="1"/>
          <p:nvPr/>
        </p:nvSpPr>
        <p:spPr>
          <a:xfrm>
            <a:off x="1187961" y="2355699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9FEF12-00DF-0D4E-8B97-52A3477818A8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5DE0A0-286A-9BAA-0340-28EA58E9322A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E604A1-C1B4-D63A-E997-70CF2CBF083F}"/>
              </a:ext>
            </a:extLst>
          </p:cNvPr>
          <p:cNvSpPr txBox="1"/>
          <p:nvPr/>
        </p:nvSpPr>
        <p:spPr>
          <a:xfrm>
            <a:off x="7225845" y="26749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396654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51954-D645-92DD-06D0-7E2411FF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521DE7-135D-5500-E90D-7BEE948004C0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1E75970-972F-AEDE-91A6-0BD7B1B835DC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039CCE-AB78-0C59-A74D-7B4CD535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F6E442-276C-E3EA-FA86-9811F6DFD381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A1DCA1D-2B69-1B50-DDBA-C17C7AE90B62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97C2BA1C-0210-B5E5-AC89-CAB1B448F6D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EA26F8EA-62BF-92A7-A3EF-A51A399ED4C3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450A5B69-4597-E6A4-9FD4-074A34180A6B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6E0DF483-B6CD-D4B5-6AB9-0F05FBEABE19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F14D9C8-EDF7-D973-0973-D32CF00FB89A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8A94B15-6E8E-509B-9489-D77051B985B0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2B1291C-50BD-977E-4371-FE66C22AAFFA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820AEFC7-D60B-C998-DB5F-B2056265030F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569DF2F-D06A-43BB-A3EB-B863B45F1363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693D19A5-81DA-0B88-A5F1-6B3640B4B87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9B0AFDC5-33BE-5749-D34C-C3502142DDDB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407C98A-750A-B945-B86D-C01429F5209F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DDB7258-63C9-E6F0-B31E-806539E4941B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9A9CFDF4-EE47-5807-1575-A588B001E295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948AEF6-48B8-7247-97DC-1843DDA691C9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0D57122E-98DC-3FE5-766B-A789517A1997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CE7FA18-5FE3-5E55-251C-9BF3ADCEC8EF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820F36C9-C9B9-8900-CCC7-E72ADA0946E4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8F98AF13-6C6E-117D-9C8F-D9B69497B253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BAFD071-B3D7-7109-C7F4-230969B50DD2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BFE9FF21-A558-5919-85D9-58DF1769918C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5D2A4295-6CDC-1688-609E-7FD410EC0FB3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C3B5EE8-6316-3A77-EA4F-EA7C7852529C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11E8F52-5343-F019-5E53-CE1F29A7CA5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AEEB422-921F-B8EE-8B4A-966B0EE868BB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C17AF45-E080-EF53-498B-E5316BB692F6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62A04B2E-900C-7FA5-849A-82F9AE3CD06B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F5675279-72D5-0A47-3821-7B96F60D79DF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6E98397-4B5C-457E-04A3-7E8142A02A46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29B6DC22-217E-F881-6AD5-E16935BCF040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22AF0A24-954F-B9F3-227B-69AE120B2AA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2937A28F-47A6-2093-A797-BC26F45D1364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2249EF2-2554-034A-CBD8-F676D6592408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4D0B0-8250-3491-B992-9F8FCC8F5133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292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195486"/>
            <a:ext cx="1385789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199258"/>
            <a:ext cx="4006850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76578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512406" y="1959814"/>
            <a:ext cx="98969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713999" y="1959814"/>
            <a:ext cx="98957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572648" y="1489489"/>
            <a:ext cx="207067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90289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90287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572648" y="1038338"/>
            <a:ext cx="207067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90288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70902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70900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70901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690399"/>
            <a:ext cx="5045722" cy="1687313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59287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524082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8406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503853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765493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44186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862872"/>
            <a:ext cx="2029097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872717"/>
            <a:ext cx="28084" cy="89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862872"/>
            <a:ext cx="2051516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7383060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7383060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1F39-EAD6-3C49-5A81-FE0BB35E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73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57357</TotalTime>
  <Words>4107</Words>
  <Application>Microsoft Macintosh PowerPoint</Application>
  <PresentationFormat>화면 슬라이드 쇼(16:9)</PresentationFormat>
  <Paragraphs>1045</Paragraphs>
  <Slides>22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PowerPoint 프레젠테이션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6455</cp:revision>
  <dcterms:created xsi:type="dcterms:W3CDTF">2006-10-05T04:04:58Z</dcterms:created>
  <dcterms:modified xsi:type="dcterms:W3CDTF">2026-03-08T11:29:38Z</dcterms:modified>
</cp:coreProperties>
</file>